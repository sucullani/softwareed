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rátula" id="{B6380064-5F07-4F0D-8CEA-886ED20A518E}">
          <p14:sldIdLst>
            <p14:sldId id="256"/>
          </p14:sldIdLst>
        </p14:section>
        <p14:section name="Introducción" id="{24D20AF4-C58A-4AEE-8CCE-D9156C9DEF8D}">
          <p14:sldIdLst>
            <p14:sldId id="257"/>
            <p14:sldId id="258"/>
            <p14:sldId id="259"/>
            <p14:sldId id="260"/>
            <p14:sldId id="261"/>
            <p14:sldId id="262"/>
            <p14:sldId id="263"/>
            <p14:sldId id="264"/>
          </p14:sldIdLst>
        </p14:section>
        <p14:section name="Capítulo 1 · Fundamentación teórica" id="{25D59324-40BA-42AC-8835-0AC6881DED6C}">
          <p14:sldIdLst>
            <p14:sldId id="265"/>
            <p14:sldId id="266"/>
            <p14:sldId id="267"/>
            <p14:sldId id="268"/>
          </p14:sldIdLst>
        </p14:section>
        <p14:section name="Capítulo 2 · Desarrollo de EduFEM" id="{BD9A049F-5C91-40A6-A7FB-AC774B4E65AF}">
          <p14:sldIdLst>
            <p14:sldId id="269"/>
            <p14:sldId id="270"/>
            <p14:sldId id="271"/>
            <p14:sldId id="272"/>
            <p14:sldId id="273"/>
          </p14:sldIdLst>
        </p14:section>
        <p14:section name="Capítulo 3 · Verificación y validación" id="{5B4120D4-74A4-471B-8A9C-B55F6332ADE8}">
          <p14:sldIdLst>
            <p14:sldId id="274"/>
            <p14:sldId id="275"/>
            <p14:sldId id="276"/>
            <p14:sldId id="277"/>
            <p14:sldId id="278"/>
            <p14:sldId id="279"/>
          </p14:sldIdLst>
        </p14:section>
        <p14:section name="Conclusiones y recomendaciones" id="{28580925-5CA0-4553-9BF2-FEAFAEE694F7}">
          <p14:sldIdLst>
            <p14:sldId id="280"/>
            <p14:sldId id="281"/>
            <p14:sldId id="282"/>
            <p14:sldId id="283"/>
            <p14:sldId id="284"/>
            <p14:sldId id="285"/>
          </p14:sldIdLst>
        </p14:section>
        <p14:section name="Cierre" id="{472F5022-E27D-488F-AC40-545A1E60F004}">
          <p14:sldIdLst>
            <p14:sldId id="286"/>
          </p14:sldIdLst>
        </p14:section>
        <p14:section name="Respaldo para preguntas" id="{8C4368FF-B4E5-453E-93CF-318D8E680D9A}">
          <p14:sldIdLst>
            <p14:sldId id="287"/>
            <p14:sldId id="288"/>
            <p14:sldId id="289"/>
            <p14:sldId id="290"/>
            <p14:sldId id="291"/>
            <p14:sldId id="292"/>
            <p14:sldId id="293"/>
            <p14:sldId id="294"/>
            <p14:sldId id="295"/>
            <p14:sldId id="296"/>
            <p14:sldId id="297"/>
          </p14:sldIdLst>
        </p14:section>
        <p14:section name="Índice" id="{8FD01F0A-1D69-4969-976B-CA406358AC10}">
          <p14:sldIdLst>
            <p14:sldId id="29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señores miembros del tribunal. Mi nombre es Hedy Yhassmany Oyola Sucullani y presento la tesis «Desarrollo de software educativo de elementos finitos para el análisis estructural empleando el lenguaje de programación Python». Su producto es EduFEM: un software libre y en español que muestra, etapa por etapa, cómo calcula el método de los elementos finitos un sólido plano, en tensión o en deformación plana.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exposición sigue los capítulos del documento: primero planteo el problema y su alcance, los objetivos y la hipótesis; después, un capítulo por cada objetivo específico; y al final, las conclusiones.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Hoy, el software comercial de análisis funciona como una caja negra. Se le dan la geometría, el material y las cargas, y devuelve un resultado: un mapa de colores con las tensiones. Lo que pasa en medio no se ve.</a:t>
            </a:r>
          </a:p>
          <a:p/>
          <a:p>
            <a:r>
              <a:t>[Clic 1] Mirando el programa no se puede saber de dónde sale la tensión de un nodo, ni comprobar si coincide con la que se calculó dentro de los elementos.</a:t>
            </a:r>
          </a:p>
          <a:p/>
          <a:p>
            <a:r>
              <a:t>[Clic 2] El antecedente educativo más cercano, ED-Elas2D, lo señalaba ya en 1998: con los programas comerciales, el estudiante solo introduce datos e interpreta resultados. Y un consenso de 67 expertos pide egresados que sepan verificar y validar sus análisis, no solo ejecutarlos.</a:t>
            </a:r>
          </a:p>
          <a:p/>
          <a:p>
            <a:r>
              <a:t>[Clic 3] En la práctica profesional, todo cálculo estructural se entrega con su memoria de cálculo, para que otro ingeniero pueda seguirlo y comprobarlo. Este trabajo abre la caja: deja a la vista las nueve etapas del cálculo.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De esa situación nace el problema científico: ¿de qué manera la escasa transparencia del procedimiento de cálculo del software de análisis por elementos finitos podrá incidir en la baja trazabilidad y verificabilidad de ese procedimiento, en la gestión 2026?</a:t>
            </a:r>
          </a:p>
          <a:p/>
          <a:p>
            <a:r>
              <a:t>[Clic 1] La causa, en azul, es la transparencia del procedimiento de cálculo. El efecto, en violeta, es su trazabilidad y su verificabilidad. Esos colores vuelven en toda la exposición.</a:t>
            </a:r>
          </a:p>
          <a:p/>
          <a:p>
            <a:r>
              <a:t>[Clic 2] Trazable quiere decir que cada resultado puede seguirse hacia atrás, etapa por etapa, hasta los datos. Verificable, que cada magnitud, intermedia o final, puede compararse con un patrón independiente —un cálculo a mano, una solución analítica u otro programa— y queda dentro de una tolerancia explícita, que no depende del valor observado.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objeto de estudio es el análisis de medios continuos en elasticidad lineal plana por el método de los elementos finitos: su procedimiento de cálculo, etapa por etapa, hasta las tensiones. El campo de acción son los medios con que ese análisis se enseña: el software educativo y la memoria de cálculo.</a:t>
            </a:r>
          </a:p>
          <a:p/>
          <a:p>
            <a:r>
              <a:t>[Clic 1] Acoté el alcance a propósito, para ganar profundidad. Del análisis estructural, el trabajo toma solo los sólidos continuos de dos dimensiones; fuera quedan los pórticos, las cerchas, las placas, las cáscaras y el análisis tridimensional. El material es elástico, lineal e isótropo, y el problema, estático. Los elementos son cuadriláteros de cuatro y de nueve nodos, Q4 y Q9. Y no hay mallado automático ni validación con ensayos físicos. Cada exclusión es una decisión, no un olvido: busca que lo que queda dentro pueda seguirse número por número, y varias de esas fronteras reaparecen al final, en las recomendaciones.</a:t>
            </a:r>
          </a:p>
          <a:p/>
          <a:p>
            <a:r>
              <a:t>[Clic 2] Dentro de ese dominio caben las dos idealizaciones clásicas: la tensión plana, para cuerpos delgados cargados en su plano, como una viga de gran peralte o un muro; y la deformación plana, para cuerpos largos como presas, muros de contención o túneles, donde una rebanada representa todo el sólido.</a:t>
            </a:r>
          </a:p>
          <a:p/>
          <a:p>
            <a:r>
              <a:t>[Clic 3] Y el problema se delimita en cuatro planos: el disciplinar, que es este dominio; el institucional, la formación de grado en ingeniería civil, con la Carrera de la Universidad Autónoma Tomás Frías como destinataria; el espacial, el aula y la computadora personal, sin licencias; y el temporal, la gestión 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¿Por qué el plano? Porque la barra, punto de partida habitual, no muestra los conceptos centrales: el mapeo de un cuadrado de referencia al elemento real, el Jacobiano como matriz, que mide cuánto se estira y se gira ese cuadrado, y la integración en dos direcciones.</a:t>
            </a:r>
          </a:p>
          <a:p/>
          <a:p>
            <a:r>
              <a:t>[Clic 1] El sólido sí los tiene, pero el tamaño de sus matrices los oscurece: la rigidez de un hexaedro de ocho nodos tiene veinticuatro por veinticuatro términos; seguirla paso a paso es impracticable. La del Q4 tiene ocho por ocho.</a:t>
            </a:r>
          </a:p>
          <a:p/>
          <a:p>
            <a:r>
              <a:t>[Clic 2] El plano es la dimensión mínima con toda la formulación y matrices que todavía se leen. Y es un puente: el mapeo, la integración y el ensamblaje que EduFEM expone son los mismos que rigen el caso tridimensional.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Con el problema y su alcance fijados, el objetivo general responde a cuatro preguntas: qué, desarrollar un software educativo de elementos finitos para el análisis estructural; cómo, empleando el lenguaje de programación Python; por qué, debido a la escasa transparencia del procedimiento de cálculo del software de análisis; y para qué, para mejorar la trazabilidad y la verificabilidad del procedimiento de cálculo.</a:t>
            </a:r>
          </a:p>
          <a:p/>
          <a:p>
            <a:r>
              <a:t>[Clic 1] Su primera parte es, casi palabra por palabra, el título de la tesis.</a:t>
            </a:r>
          </a:p>
          <a:p/>
          <a:p>
            <a:r>
              <a:t>[Clic 2] Tres objetivos específicos lo concretan, uno por capítulo: fundamentar el método y el estado del arte, para fijar los requisitos; desarrollar EduFEM, para exponer el procedimiento etapa por etapa; y verificarlo y validarlo, para establecer si ese procedimiento es trazable y verificable.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hipótesis dice: bajo la aplicación de un método de diseño de software educativo, el desarrollo de EduFEM permitirá mejorar la trazabilidad y la verificabilidad del análisis por el método de los elementos finitos en elasticidad plana, dada la escasa transparencia con que el software expone su procedimiento de cálculo.</a:t>
            </a:r>
          </a:p>
          <a:p/>
          <a:p>
            <a:r>
              <a:t>[Clic 1] Tiene cuatro partes. En naranja, la condición, el método de diseño, y la intervención, el desarrollo de EduFEM. En violeta, el efecto, en dos cláusulas: trazabilidad, a, y verificabilidad, b. Y en azul, el antecedente: la escasa transparencia del software de uso corriente, no de EduFEM.</a:t>
            </a:r>
          </a:p>
          <a:p/>
          <a:p>
            <a:r>
              <a:t>[Clic 2] Así se relacionan las tres variables. La caja negra incide en la baja trazabilidad y verificabilidad: ese es el problema. EduFEM, la variable interviniente —la solución tentativa con que se actúa sobre la causa—, pone el procedimiento a la vista, y la hipótesis predice que así ambas pasan de bajas a altas.</a:t>
            </a:r>
          </a:p>
          <a:p/>
          <a:p>
            <a:r>
              <a:t>[Clic 3] De las dos cláusulas del efecto salen las dos preguntas de investigación: la primera, por la trazabilidad, pregunta qué organización del software permite seguir cada resultado hasta sus datos y cubrir el contenido que exigen los expertos; la segunda, si el motor reproduce, dentro de tolerancias explícitas, las soluciones exactas, las referencias externas y los fenómenos numéricos que predice la teoría. Como el efecto es la parte que puede resultar falsa, cada cláusula lleva criterios con umbral.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Por su finalidad, el trabajo es propositivo; por su naturaleza, una investigación tecnológica; su enfoque es cuantitativo y su nivel, descriptivo y comparativo.</a:t>
            </a:r>
          </a:p>
          <a:p/>
          <a:p>
            <a:r>
              <a:t>[Clic 1] El método es el de la ciencia del diseño: el conocimiento se obtiene construyendo el producto y evaluándolo con rigor. Sus seis actividades ordenan el trabajo, de identificar el problema a comunicar el resultado, y las cuatro centrales responden a los objetivos específicos: definir los objetivos de la solución, al primero; diseñar y desarrollar, al segundo; demostrar y evaluar, al tercero. Es una validación de laboratorio: escenarios controlados, sin sujetos.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primer capítulo cumple el primer objetivo: fundamentar el método y el estado del arte, para fijar los requisitos de la herramienta.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Comparé los recursos para enseñar el método en ocho atributos, de la licencia y el idioma a la memoria de cálculo y la verificación publicada. Cada uno cubre algunos: ED-Elas2D y los simuladores de VisualFEA, el continuo y el paso a paso; las bibliotecas, la licencia libre; el analizador de cerchas se limita a las barras. Y el software comercial es una caja negra.</a:t>
            </a:r>
          </a:p>
          <a:p/>
          <a:p>
            <a:r>
              <a:t>[Clic 1] Ninguno reúne los ocho. Esa es la brecha que EduFEM se propone cubrir.</a:t>
            </a:r>
          </a:p>
          <a:p/>
          <a:p>
            <a:r>
              <a:t>[Clic 2] El vacío se concentra en dos filas: ningún recurso didáctico revisado documenta una memoria de cálculo reproducible a mano ni una verificación y validación publicada junto con la herramienta.</a:t>
            </a:r>
          </a:p>
          <a:p/>
          <a:p>
            <a:r>
              <a:t>[Clic 3] De esa brecha salen cinco requisitos: el procedimiento completo a la vista, una memoria reproducible a mano, una exactitud verificada, validada y publicada, la cobertura del contenido que exigen los expertos, y un software libre y en español. Y cuatro principios, cada uno apoyado en la literatura sobre la enseñanza del método, orientan cómo exponerlo.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Lo que la herramienta debe exponer es el método mismo, y su punto de partida es familiar para un ingeniero civil. En un pórtico, cada barra tiene una rigidez conocida, que se escribe con una fórmula cerrada; las barras se ensamblan y se resuelve K por u igual a F. Un trozo de chapa, en cambio, no tiene fórmula: su rigidez hay que obtenerla integrando sobre su área. Las dos, al final, llevan al mismo sistema.</a:t>
            </a:r>
          </a:p>
          <a:p/>
          <a:p>
            <a:r>
              <a:t>[Clic 1] El equilibrio de un sólido se escribe primero punto por punto: en cada pedacito del cuerpo, las tensiones de sus caras se equilibran con la carga. Es la forma fuerte. Pero exige que el desplazamiento tenga derivadas segundas continuas en todo el cuerpo, algo difícil de cumplir con una aproximación por trozos, que se quiebra entre un elemento y otro.</a:t>
            </a:r>
          </a:p>
          <a:p/>
          <a:p>
            <a:r>
              <a:t>[Clic 2] Por eso el método parte de la forma débil, que en elasticidad es el principio de los trabajos virtuales. La idea es la misma de la palanca en estática: se imagina un desplazamiento pequeño, compatible con los apoyos, y se exige que el trabajo de las tensiones internas iguale al trabajo de las cargas. Si esa igualdad se cumple para todo desplazamiento virtual, el cuerpo está en equilibrio en todo su dominio. En la pantalla está el ejemplo guía, un modelo de nueve nodos y cuatro elementos que acompaña todo el procedimiento: para cualquier desplazamiento virtual de sus nodos que respete los apoyos, los dos medidores marcan lo mismo. En ese sentido, el de los trabajos virtuales, la solución por elementos finitos está en equilibrio.</a:t>
            </a:r>
          </a:p>
          <a:p/>
          <a:p>
            <a:r>
              <a:t>[Clic 3] La ventaja es que solo pide derivadas primeras, y entonces basta interpolar el desplazamiento dentro de cada elemento con funciones de forma: unos pesos que reparten hacia el interior lo que se mueven los nodos; cada una vale uno en su nodo y cero en los demás. De ahí sale la matriz B, que convierte desplazamientos en deformaciones; con la matriz D, la del material, que las convierte en tensiones, la rigidez de cada elemento es la integral de B transpuesta por D por B. Y como la igualdad debe cumplirse para cualquier desplazamiento virtual de los nodos, cada grado de libertad —cada movimiento posible de un nodo, horizontal o vertical— aporta una ecuación; y al ensamblar las rigideces de los elementos, cada una en su lugar, esas ecuaciones forman el mismo sistema del pórtico: K por u igual a 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Ese cálculo se organiza en nueve etapas, aquí sobre el elemento E3 del ejemplo guía. Las tres primeras son geométricas: el mapeo y el Jacobiano, que ya presenté —este da, además, por cuánto se multiplica el área en cada punto—, y la matriz B, que pasa de ocho desplazamientos a tres deformaciones.</a:t>
            </a:r>
          </a:p>
          <a:p/>
          <a:p>
            <a:r>
              <a:t>[Clic 1] Las dos siguientes traen el material y la rigidez. La matriz D depende de si el caso es de tensión o de deformación plana. Y la rigidez del elemento se integra sumando sus aportes en unos puntos fijos de su interior, los puntos de Gauss: dos por dos en el Q4 y tres por tres en el Q9.</a:t>
            </a:r>
          </a:p>
          <a:p/>
          <a:p>
            <a:r>
              <a:t>[Clic 2] Después, el cálculo pasa del elemento a la estructura: las cargas repartidas se convierten en fuerzas en los nodos, cada elemento entra en su lugar de la matriz global, se imponen los apoyos y se resuelve el sistema.</a:t>
            </a:r>
          </a:p>
          <a:p/>
          <a:p>
            <a:r>
              <a:t>[Clic 3] La última etapa recupera las tensiones: se calculan en los puntos de Gauss, se extrapolan a los nodos y se promedian entre los elementos vecinos. Cada etapa tiene en EduFEM un lugar donde verse, y la memoria de cálculo las reúne a todas.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segundo capítulo cumple el segundo objetivo: desarrollar EduFEM. Primero, cómo se iba a contrastar la hipótesis; después, el software.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variable independiente tiene dos niveles: caja negra o procedimiento a la vista. La trazabilidad se mide contando lo que queda expuesto, porque la cadena se rompe en su eslabón más débil: basta una etapa oculta para que el resultado ya no pueda seguirse hasta sus datos. La verificabilidad se mide con el error frente a referencias de exactitud conocida, con tolerancias explícitas.</a:t>
            </a:r>
          </a:p>
          <a:p/>
          <a:p>
            <a:r>
              <a:t>[Clic 1] Para eso elegí tres casos de estudio, cada uno con un patrón de distinta naturaleza: las soluciones manufacturadas, una solución exacta construida a propósito; la viga de Timoshenko, con su solución analítica clásica; y la membrana de Cook, un caso clásico de la literatura, con un valor de referencia de uso extendido. Se suma el ejemplo guía, cuya memoria se rehace a mano.</a:t>
            </a:r>
          </a:p>
          <a:p/>
          <a:p>
            <a:r>
              <a:t>[Clic 2] Cada cláusula se juzga con criterios de umbral explícito: seis para la trazabilidad, donde el umbral es la exhaustividad, y nueve para la verificabilidad. Cada criterio dice qué resultado lo refutaría. La regla es conjuntiva: la hipótesis queda comprobada solo si sus premisas se respaldan y se cumplen las dos cláusulas; parcialmente, si se cumple una; y no comprobada, si ninguna. Si una premisa no se respaldara, el efecto ni siquiera llegaría a juzgarse.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EduFEM organiza el análisis en las tres fases del software profesional, sobre un mismo lienzo. En el pre-proceso, el modelo se dibuja o se escribe en tablas, y un comprobador de salud revisa los datos antes de resolver. En el proceso se abren los módulos educativos. Y en el post-proceso se leen los colores de tensión, la deformada, las reacciones y, con una sonda, el estado de tensión de cualquier punto, con su círculo de Mohr.</a:t>
            </a:r>
          </a:p>
          <a:p/>
          <a:p>
            <a:r>
              <a:t>[Clic 1] El módulo M0 se abre ya en el pre-proceso y colorea cada elemento de la malla según su calidad; los otros siete, de M1 a M7, se abren sobre el elemento que el usuario elige en su propio modelo y muestran su etapa con los números de ese elemento. Lo que muestran es lo que EduFEM calcula: una prueba automática comprueba que la versión escrita para leerse y la que resuelve coincidan.</a:t>
            </a:r>
          </a:p>
          <a:p/>
          <a:p>
            <a:r>
              <a:t>[Clic 2] Y la memoria de cálculo reconstruye todo el procedimiento en un PDF, con los números del modelo sustituidos paso a paso, para rehacerlo a mano o en una hoja de cálculo, como la memoria que acompaña a cualquier proyecto. Todo es libre, está en español y se instala sin requisitos adicionales.</a:t>
            </a:r>
          </a:p>
          <a:p/>
          <a:p>
            <a:r>
              <a:t>[Lupa] Un clic sobre una captura la amplía; otro clic la cierra.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Así se ve la trazabilidad en el ejemplo guía. Elijo un resultado: la tensión de von Mises del nodo 7, 864,70.</a:t>
            </a:r>
          </a:p>
          <a:p/>
          <a:p>
            <a:r>
              <a:t>[Clic 1] Y lo sigo hacia atrás, etapa por etapa. Como el nodo 7 solo pertenece al elemento E3, su tensión sale de los cuatro puntos de Gauss de ese elemento; esas tensiones, de los desplazamientos; los desplazamientos, del sistema resuelto; el sistema, del ensamblaje de las cuatro rigideces y de las fuerzas en los nodos; y la rigidez de E3, de su matriz D, de su matriz B, de su Jacobiano y de su mapeo.</a:t>
            </a:r>
          </a:p>
          <a:p/>
          <a:p>
            <a:r>
              <a:t>[Clic 2] Al final del camino están los datos del modelo: el material, el espesor, la carga de mil en el nodo 7 y los apoyos en los nodos 1, 3 y 6. Ninguna etapa queda escondida.</a:t>
            </a:r>
          </a:p>
          <a:p/>
          <a:p>
            <a:r>
              <a:t>[Clic 3] La memoria de cálculo deja ese mismo camino por escrito, con los números sustituidos: es el Anexo G de la tesis, y cada etapa puede rehacerse con lápiz y papel.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Este es el recorrido que hago en el propio software, en cinco pasos: cargo el ejemplo guía, lo compruebo y lo resuelvo, abro un módulo sobre un elemento, consulto un nodo con la sonda y genero la memoria de cálculo.</a:t>
            </a:r>
          </a:p>
          <a:p/>
          <a:p>
            <a:r>
              <a:t>[Clic 1] En las capturas: el ejemplo guía en el pre-proceso; el módulo M3, con la matriz B del elemento elegido y sus propios números; la sonda en el nodo 7, con su estado de tensión y su círculo de Mohr; y las hojas de la memoria de cálculo.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tercer capítulo cumple el tercer objetivo: verificar y validar EduFEM, para establecer si su procedimiento es trazable y verificable.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Verificar es preguntar si el programa resuelve bien sus ecuaciones. Para eso se fabrica una solución exacta, se le pide a EduFEM que la reproduzca en mallas cada vez más finas, de dos a treinta y dos elementos por lado, y se mide cuánto se equivoca. Si resuelve bien, el error baja al ritmo que predice la teoría.</a:t>
            </a:r>
          </a:p>
          <a:p/>
          <a:p>
            <a:r>
              <a:t>[Clic 1] Esta es la gráfica de la tesis: en el eje horizontal, el tamaño de los elementos; en el vertical, el error en los desplazamientos, los dos en escala logarítmica. Cada punto es una malla, y hacia la izquierda las mallas son más finas. Con el Q4, cada vez que el tamaño se reduce a la mitad, el error se divide por cuatro: la pendiente es dos, la que predice la teoría.</a:t>
            </a:r>
          </a:p>
          <a:p/>
          <a:p>
            <a:r>
              <a:t>[Clic 2] Con el Q9, el error se divide por ocho: pendiente tres, también la teórica.</a:t>
            </a:r>
          </a:p>
          <a:p/>
          <a:p>
            <a:r>
              <a:t>[Clic 3] En la segunda gráfica, que mide el error en las deformaciones, las pendientes son uno y dos, otra vez las teóricas. Y las cuatro configuraciones ensayadas, con elementos cuadrados y distorsionados, en tensión y en deformación plana, dan las mismas tasas, con diferencias menores que una centésima. El criterio, la tasa teórica más o menos medio orden, se cumple.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Validar es preguntar si los resultados coinciden con referencias externas. La primera validación es una viga de hormigón simplemente apoyada, de 14 metros de luz y 1,20 metros de peralte, con 5000 kilogramos fuerza por metro, modelada con 448 elementos Q9. Se compara con dos referencias: la solución analítica de Timoshenko y Goodier, y un modelo en SAP2000, que sirve de patrón de comparación, no de exactitud, porque su formulación de cáscara no es la de EduFEM.</a:t>
            </a:r>
          </a:p>
          <a:p/>
          <a:p>
            <a:r>
              <a:t>[Clic 1] En los tres puntos de control, la tensión normal de EduFEM difiere de la analítica, como máximo, un 0,04 %, y de SAP2000, un 0,21 %. El umbral era del 1 %.</a:t>
            </a:r>
          </a:p>
          <a:p/>
          <a:p>
            <a:r>
              <a:t>[Clic 2] La flecha central difiere un 0,26 % de la solución que incluye la deformación por cortante; frente a la fórmula de Euler-Bernoulli, que la desprecia, la diferencia sería del 1,85 %: la referencia correcta es la que, como el modelo, incluye el cortante. Y las reacciones equilibran la carga total de 70 000 kilogramos fuerza con un residuo del orden de diez a la menos trece: cero, a efectos numéricos.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segunda validación es la membrana de Cook: un trapecio empotrado a la izquierda y cargado en su borde derecho, que combina flexión, cortante y distorsión. Se mide el desplazamiento vertical en el punto medio de su borde derecho, cuyo valor de referencia es 23,96, corroborado por una extrapolación propia y por el valor publicado.</a:t>
            </a:r>
          </a:p>
          <a:p/>
          <a:p>
            <a:r>
              <a:t>[Clic 1] Esta es la gráfica del documento. El Q4 se queda corto: con la malla más gruesa subestima la respuesta en más de la mitad, y se acerca muy despacio; con treinta y dos elementos por lado todavía le falta más de medio punto porcentual.</a:t>
            </a:r>
          </a:p>
          <a:p/>
          <a:p>
            <a:r>
              <a:t>[Clic 2] El Q9 llega casi enseguida: con ocho elementos por lado, su error es de 0,144 %, muy por debajo del umbral del 1,5 %. Con esos mismos 578 grados de libertad, que el Q4 alcanza con dieciséis elementos por lado, el error del Q9 es más de diez veces menor que el del Q4.</a:t>
            </a:r>
          </a:p>
          <a:p/>
          <a:p>
            <a:r>
              <a:t>[Clic 3] La razón es el bloqueo por cortante: los bordes del Q4 se mantienen rectos, no pueden curvarse, y el elemento resulta demasiado rígido en flexión. EduFEM lo reproduce tal como predice la teoría. Además, los cinco valores del Q4 coinciden, hasta la última cifra publicada, con los de Štembera y Füssl para un elemento de cuatro nodos.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Para la trazabilidad, el resultado es un inventario sin huecos: las siete primeras etapas tienen su módulo educativo; las nueve, su desarrollo en la memoria de cálculo; la solución y las tensiones se muestran en el post-proceso, sin promediar y promediadas; las tres fases comparten un lienzo, y las entidades del modelo —nodos, elementos, material, cargas y restricciones— entran y salen por hoja de cálculo sin pérdida.</a:t>
            </a:r>
          </a:p>
          <a:p/>
          <a:p>
            <a:r>
              <a:t>[Clic 1] Y frente al consenso de expertos: de sus 49 contenidos, 18 pertenecen al procedimiento de cálculo y a su verificación, dentro de este alcance. Los 18 tienen un instrumento en EduFEM.</a:t>
            </a:r>
          </a:p>
          <a:p/>
          <a:p>
            <a:r>
              <a:t>[Clic 2] Esto prueba cobertura, no suficiencia ni efecto sobre quien lo usa; y el cotejo lo hice yo, con una regla de marcado explícita.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Hubo un inconveniente que vale la pena contar. La matriz que lleva las tensiones del Q4 de los puntos de Gauss a los nodos estaba escrita para otra numeración de esos puntos. Las pruebas de convergencia del desplazamiento no lo vieron, porque esa matriz no interviene en los desplazamientos.</a:t>
            </a:r>
          </a:p>
          <a:p/>
          <a:p>
            <a:r>
              <a:t>[Clic 1] Lo delató la memoria de cálculo: al leerla, las tensiones de los nodos no cerraban con las de los puntos de Gauss. Llevadas a los nodos y traídas de vuelta, deberían volver iguales, y no todas volvían.</a:t>
            </a:r>
          </a:p>
          <a:p/>
          <a:p>
            <a:r>
              <a:t>[Clic 2] Se corrigió, y hoy una prueba propia, la reproducción exacta de campos polinómicos, lo detectaría. La lección es doble: exponer el procedimiento no asegura que lo expuesto sea correcto, y fue precisamente poder leerlo paso a paso lo que hizo visible el error. Por eso la hipótesis no es una tautología: la verificabilidad hubo que medirla, y pudo haber fallado.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a las conclusiones, donde respondo a los objetivos, a la hipótesis, al problema y a las preguntas de investigación.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El objetivo general se cumplió: EduFEM es un software educativo de elementos finitos, libre, en español y escrito en Python, que expone su procedimiento de cálculo en elasticidad plana con elementos Q4 y Q9.</a:t>
            </a:r>
          </a:p>
          <a:p/>
          <a:p>
            <a:r>
              <a:t>[Clic 1] De la fundamentación teórica, el primer capítulo, se concluye que el software comercial opera como una caja negra, y que ningún recurso educativo revisado documenta a la vez los atributos que harían trazable y verificable el procedimiento.</a:t>
            </a:r>
          </a:p>
          <a:p/>
          <a:p>
            <a:r>
              <a:t>[Clic 2] Del desarrollo de EduFEM, el segundo capítulo, se concluye que el software lleva su procedimiento a la vista: los módulos educativos, sobre el modelo del usuario, hasta el ensamblaje; el post-proceso, con sus medios de comprobación; y la memoria de cálculo, con los números sustituidos.</a:t>
            </a:r>
          </a:p>
          <a:p/>
          <a:p>
            <a:r>
              <a:t>[Clic 3] Y de la verificación y la validación, el tercer capítulo, se concluye que ese procedimiento es trazable y verificable: se cumplen los quince criterios. Con los tres objetivos cumplidos, queda juzgar el para qué del objetivo general —mejorar la trazabilidad y la verificabilidad—: es el contraste de la hipótesis.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hipótesis se contrasta parte por parte, con los mismos colores con que la presenté. Para cada parte, la tabla pone frente a frente la situación de partida, con software de caja negra, y la que alcanza EduFEM.</a:t>
            </a:r>
          </a:p>
          <a:p/>
          <a:p>
            <a:r>
              <a:t>[Clic 1] Las tres premisas se respaldan con evidencia documental. La condición: el método de la ciencia del diseño se aplicó en sus seis actividades, con requisitos tomados de los antecedentes y decisiones trazadas a cuatro principios. La intervención: EduFEM lleva el procedimiento de la caja negra a la vista. Y el antecedente: la comparación de recursos registra al software comercial como una caja negra, con informes sin el desarrollo matricial.</a:t>
            </a:r>
          </a:p>
          <a:p/>
          <a:p>
            <a:r>
              <a:t>[Clic 2] El efecto se juzga con criterios. Trazabilidad: antes, ningún resultado podía seguirse etapa por etapa; con EduFEM, siete de siete etapas con módulo, nueve de nueve en la memoria, la solución y las tensiones sin promediar y promediadas, tres de tres fases en un lienzo, dieciocho de dieciocho contenidos y el intercambio de datos sin pérdida. Se cumplen los seis criterios.</a:t>
            </a:r>
          </a:p>
          <a:p/>
          <a:p>
            <a:r>
              <a:t>[Clic 3] Verificabilidad: antes, solo podía comprobarse el resultado final; con EduFEM, las dos tasas teóricas de convergencia, la flecha y la tensión frente a la solución analítica, la tensión frente a SAP2000, el equilibrio de las reacciones, la membrana de Cook, el bloqueo del Q4 y una memoria que puede rehacerse a mano. Nueve de nueve criterios cumplidos.</a:t>
            </a:r>
          </a:p>
          <a:p/>
          <a:p>
            <a:r>
              <a:t>[Clic 4] Frente a la situación de partida, la trazabilidad y la verificabilidad pasan de su nivel bajo al alto; y con la regla de decisión conjuntiva —las tres premisas respaldadas y las dos cláusulas cumplidas—, la hipótesis queda comprobada. Lo está dentro del alcance declarado: se midieron propiedades del software, no su uso por estudiantes; los contrastes externos son de tensión plana, y la evaluación la hice yo.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Esta figura de las conclusiones mide cuán lejos quedó cada criterio numérico de incumplirse: el valor observado dividido por su umbral, en escala logarítmica. Lo que queda a la izquierda de la línea, se cumple.</a:t>
            </a:r>
          </a:p>
          <a:p/>
          <a:p>
            <a:r>
              <a:t>[Clic 1] Los nueve puntos son los siete criterios numéricos —las tasas se dibujan por separado para el Q4 y el Q9—. Todos quedan a la izquierda del umbral; las tasas y el equilibrio, a varios órdenes de magnitud.</a:t>
            </a:r>
          </a:p>
          <a:p/>
          <a:p>
            <a:r>
              <a:t>[Clic 2] El más ajustado, la tensión normal frente a SAP2000, consume cerca de la quinta parte de su umbral: ninguno quedó cerca del límite. Por eso el veredicto no descansa en el valor exacto de cada umbral, sino en el margen con que se cumple.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 respuesta al problema es esta: la escasa transparencia del software de análisis incide en la baja trazabilidad y verificabilidad porque oculta las magnitudes intermedias. Sin ellas, ningún resultado puede seguirse etapa por etapa hasta sus datos, y solo los resultados finales pueden comprobarse.</a:t>
            </a:r>
          </a:p>
          <a:p/>
          <a:p>
            <a:r>
              <a:t>[Clic 1] Un software educativo con tres rasgos revierte esa situación: expone su procedimiento; muestra la respuesta con sus medios de comprobación; y somete su motor a verificación y validación con criterios explícitos.</a:t>
            </a:r>
          </a:p>
          <a:p/>
          <a:p>
            <a:r>
              <a:t>[Clic 2] Con ello quedan respondidas las dos preguntas. La primera, con la organización que acabo de contrastar: un mismo lienzo, un módulo para cada etapa hasta el ensamblaje, la memoria completa y el post-proceso con sus comprobaciones; y los dieciocho contenidos del consenso tienen su instrumento. La segunda, con un sí, dentro de las tolerancias declaradas.</a:t>
            </a:r>
          </a:p>
          <a:p/>
          <a:p>
            <a:r>
              <a:t>[Clic 3] Y la mejora frente a la situación de partida se ve en el ejemplo del principio: lo que la caja negra hacía imposible —saber si las tensiones de los nodos cierran con las calculadas dentro de los elementos— en EduFEM puede comprobarse en la memoria de cálculo.</a:t>
            </a:r>
          </a:p>
          <a:p/>
          <a:p>
            <a:r>
              <a:t>[Clic 4] Esa misma comprobación delató el defecto de la extrapolación: exponer el procedimiento es necesario, pero no suficiente. Y quedan tres debilidades declaradas: la evaluación es mía, la deformación plana no tiene contraste externo, y la exposición es una posibilidad que el software ofrece, no un recorrido que imponga.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entrar] Las recomendaciones nacen de esas debilidades y de las fronteras del alcance, una vía por capítulo. Para la fundamentación: tratar el bloqueo, con integración reducida selectiva o la formulación B barra, y agregar más tipos de elemento.</a:t>
            </a:r>
          </a:p>
          <a:p/>
          <a:p>
            <a:r>
              <a:t>[Clic 1] Para el software: un mallado automático, un solucionador para mallas muy grandes, una guía docente con prácticas y la extensión a tres dimensiones.</a:t>
            </a:r>
          </a:p>
          <a:p/>
          <a:p>
            <a:r>
              <a:t>[Clic 2] Y para la verificación: un caso civil en deformación plana con solución publicada, cargas linealmente variables y una revisión independiente de la tabla de cobertura y del código. El uso de la herramienta en el aula queda para una investigación educativa distinta.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EduFEM deja a la vista lo que el software comercial oculta: cada resultado puede seguirse hasta sus datos y comprobarse paso a paso. Seis de seis criterios de trazabilidad, nueve de nueve de verificabilidad: la hipótesis queda comprobada, dentro de su alcance. Muchas gracias por su atención; quedo a disposición del tribunal para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 Target="slide43.xml"/><Relationship Id="rId6" Type="http://schemas.openxmlformats.org/officeDocument/2006/relationships/slide" Target="slide18.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slide" Target="slide2.xml"/><Relationship Id="rId8" Type="http://schemas.openxmlformats.org/officeDocument/2006/relationships/slide" Target="slide10.xml"/><Relationship Id="rId9" Type="http://schemas.openxmlformats.org/officeDocument/2006/relationships/slide" Target="slide14.xml"/><Relationship Id="rId10" Type="http://schemas.openxmlformats.org/officeDocument/2006/relationships/slide" Target="slide19.xml"/><Relationship Id="rId11" Type="http://schemas.openxmlformats.org/officeDocument/2006/relationships/slide" Target="slide25.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14.xml"/><Relationship Id="rId7" Type="http://schemas.openxmlformats.org/officeDocument/2006/relationships/slide" Target="slide19.xml"/><Relationship Id="rId8" Type="http://schemas.openxmlformats.org/officeDocument/2006/relationships/slide" Target="slide25.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microsoft.com/office/2007/relationships/media" Target="../media/media1.mp4"/><Relationship Id="rId10" Type="http://schemas.openxmlformats.org/officeDocument/2006/relationships/video" Target="../media/media1.mp4"/><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 Id="rId18" Type="http://schemas.openxmlformats.org/officeDocument/2006/relationships/image" Target="../media/image26.png"/><Relationship Id="rId19" Type="http://schemas.openxmlformats.org/officeDocument/2006/relationships/image" Target="../media/image27.png"/><Relationship Id="rId20" Type="http://schemas.openxmlformats.org/officeDocument/2006/relationships/image" Target="../media/image28.png"/><Relationship Id="rId21" Type="http://schemas.openxmlformats.org/officeDocument/2006/relationships/image" Target="../media/image29.png"/><Relationship Id="rId22" Type="http://schemas.openxmlformats.org/officeDocument/2006/relationships/image" Target="../media/image30.png"/><Relationship Id="rId23" Type="http://schemas.openxmlformats.org/officeDocument/2006/relationships/image" Target="../media/image31.png"/><Relationship Id="rId24" Type="http://schemas.openxmlformats.org/officeDocument/2006/relationships/image" Target="../media/image32.png"/><Relationship Id="rId25" Type="http://schemas.openxmlformats.org/officeDocument/2006/relationships/image" Target="../media/image33.png"/><Relationship Id="rId26" Type="http://schemas.openxmlformats.org/officeDocument/2006/relationships/image" Target="../media/image34.png"/><Relationship Id="rId27" Type="http://schemas.openxmlformats.org/officeDocument/2006/relationships/image" Target="../media/image35.png"/><Relationship Id="rId28" Type="http://schemas.openxmlformats.org/officeDocument/2006/relationships/slide" Target="slide2.xml"/><Relationship Id="rId29" Type="http://schemas.openxmlformats.org/officeDocument/2006/relationships/slide" Target="slide10.xml"/><Relationship Id="rId30" Type="http://schemas.openxmlformats.org/officeDocument/2006/relationships/slide" Target="slide14.xml"/><Relationship Id="rId31" Type="http://schemas.openxmlformats.org/officeDocument/2006/relationships/slide" Target="slide19.xml"/><Relationship Id="rId32" Type="http://schemas.openxmlformats.org/officeDocument/2006/relationships/slide" Target="slide25.xml"/><Relationship Id="rId3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slide" Target="slide2.xml"/><Relationship Id="rId6" Type="http://schemas.openxmlformats.org/officeDocument/2006/relationships/slide" Target="slide10.xml"/><Relationship Id="rId7" Type="http://schemas.openxmlformats.org/officeDocument/2006/relationships/slide" Target="slide14.xml"/><Relationship Id="rId8" Type="http://schemas.openxmlformats.org/officeDocument/2006/relationships/slide" Target="slide19.xml"/><Relationship Id="rId9" Type="http://schemas.openxmlformats.org/officeDocument/2006/relationships/slide" Target="slide25.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14.xml"/><Relationship Id="rId5" Type="http://schemas.openxmlformats.org/officeDocument/2006/relationships/slide" Target="slide19.xml"/><Relationship Id="rId6" Type="http://schemas.openxmlformats.org/officeDocument/2006/relationships/slide" Target="slide25.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14.xml"/><Relationship Id="rId7" Type="http://schemas.openxmlformats.org/officeDocument/2006/relationships/slide" Target="slide19.xml"/><Relationship Id="rId8" Type="http://schemas.openxmlformats.org/officeDocument/2006/relationships/slide" Target="slide25.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14.xml"/><Relationship Id="rId5" Type="http://schemas.openxmlformats.org/officeDocument/2006/relationships/slide" Target="slide19.xml"/><Relationship Id="rId6" Type="http://schemas.openxmlformats.org/officeDocument/2006/relationships/slide" Target="slide25.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9.xml"/><Relationship Id="rId7" Type="http://schemas.openxmlformats.org/officeDocument/2006/relationships/slide" Target="slide25.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8.png"/><Relationship Id="rId10" Type="http://schemas.openxmlformats.org/officeDocument/2006/relationships/slide" Target="slide2.xml"/><Relationship Id="rId11" Type="http://schemas.openxmlformats.org/officeDocument/2006/relationships/slide" Target="slide10.xml"/><Relationship Id="rId12" Type="http://schemas.openxmlformats.org/officeDocument/2006/relationships/slide" Target="slide14.xml"/><Relationship Id="rId13" Type="http://schemas.openxmlformats.org/officeDocument/2006/relationships/slide" Target="slide19.xml"/><Relationship Id="rId14" Type="http://schemas.openxmlformats.org/officeDocument/2006/relationships/slide" Target="slide25.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image" Target="../media/image56.png"/><Relationship Id="rId10" Type="http://schemas.openxmlformats.org/officeDocument/2006/relationships/image" Target="../media/image57.png"/><Relationship Id="rId11" Type="http://schemas.openxmlformats.org/officeDocument/2006/relationships/image" Target="../media/image58.png"/><Relationship Id="rId12" Type="http://schemas.openxmlformats.org/officeDocument/2006/relationships/image" Target="../media/image59.png"/><Relationship Id="rId13" Type="http://schemas.openxmlformats.org/officeDocument/2006/relationships/image" Target="../media/image60.png"/><Relationship Id="rId14" Type="http://schemas.openxmlformats.org/officeDocument/2006/relationships/image" Target="../media/image61.png"/><Relationship Id="rId15" Type="http://schemas.openxmlformats.org/officeDocument/2006/relationships/image" Target="../media/image62.png"/><Relationship Id="rId16" Type="http://schemas.openxmlformats.org/officeDocument/2006/relationships/image" Target="../media/image63.png"/><Relationship Id="rId17" Type="http://schemas.openxmlformats.org/officeDocument/2006/relationships/image" Target="../media/image64.png"/><Relationship Id="rId18" Type="http://schemas.openxmlformats.org/officeDocument/2006/relationships/image" Target="../media/image65.png"/><Relationship Id="rId19" Type="http://schemas.openxmlformats.org/officeDocument/2006/relationships/image" Target="../media/image66.png"/><Relationship Id="rId20" Type="http://schemas.openxmlformats.org/officeDocument/2006/relationships/image" Target="../media/image67.png"/><Relationship Id="rId21" Type="http://schemas.openxmlformats.org/officeDocument/2006/relationships/image" Target="../media/image68.png"/><Relationship Id="rId22" Type="http://schemas.openxmlformats.org/officeDocument/2006/relationships/slide" Target="slide2.xml"/><Relationship Id="rId23" Type="http://schemas.openxmlformats.org/officeDocument/2006/relationships/slide" Target="slide10.xml"/><Relationship Id="rId24" Type="http://schemas.openxmlformats.org/officeDocument/2006/relationships/slide" Target="slide14.xml"/><Relationship Id="rId25" Type="http://schemas.openxmlformats.org/officeDocument/2006/relationships/slide" Target="slide19.xml"/><Relationship Id="rId26" Type="http://schemas.openxmlformats.org/officeDocument/2006/relationships/slide" Target="slide25.xml"/><Relationship Id="rId2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image" Target="../media/image74.png"/><Relationship Id="rId8" Type="http://schemas.openxmlformats.org/officeDocument/2006/relationships/image" Target="../media/image75.png"/><Relationship Id="rId9" Type="http://schemas.openxmlformats.org/officeDocument/2006/relationships/image" Target="../media/image76.png"/><Relationship Id="rId10" Type="http://schemas.openxmlformats.org/officeDocument/2006/relationships/slide" Target="slide2.xml"/><Relationship Id="rId11" Type="http://schemas.openxmlformats.org/officeDocument/2006/relationships/slide" Target="slide10.xml"/><Relationship Id="rId12" Type="http://schemas.openxmlformats.org/officeDocument/2006/relationships/slide" Target="slide14.xml"/><Relationship Id="rId13" Type="http://schemas.openxmlformats.org/officeDocument/2006/relationships/slide" Target="slide19.xml"/><Relationship Id="rId14" Type="http://schemas.openxmlformats.org/officeDocument/2006/relationships/slide" Target="slide25.xml"/><Relationship Id="rId1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9.xml"/><Relationship Id="rId7" Type="http://schemas.openxmlformats.org/officeDocument/2006/relationships/slide" Target="slide25.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82.png"/><Relationship Id="rId8" Type="http://schemas.openxmlformats.org/officeDocument/2006/relationships/image" Target="../media/image83.png"/><Relationship Id="rId9" Type="http://schemas.openxmlformats.org/officeDocument/2006/relationships/image" Target="../media/image84.png"/><Relationship Id="rId10" Type="http://schemas.openxmlformats.org/officeDocument/2006/relationships/slide" Target="slide2.xml"/><Relationship Id="rId11" Type="http://schemas.openxmlformats.org/officeDocument/2006/relationships/slide" Target="slide10.xml"/><Relationship Id="rId12" Type="http://schemas.openxmlformats.org/officeDocument/2006/relationships/slide" Target="slide14.xml"/><Relationship Id="rId13" Type="http://schemas.openxmlformats.org/officeDocument/2006/relationships/slide" Target="slide19.xml"/><Relationship Id="rId14" Type="http://schemas.openxmlformats.org/officeDocument/2006/relationships/slide" Target="slide25.xml"/><Relationship Id="rId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 Id="rId9" Type="http://schemas.openxmlformats.org/officeDocument/2006/relationships/image" Target="../media/image92.png"/><Relationship Id="rId10" Type="http://schemas.openxmlformats.org/officeDocument/2006/relationships/image" Target="../media/image93.png"/><Relationship Id="rId11" Type="http://schemas.openxmlformats.org/officeDocument/2006/relationships/image" Target="../media/image94.png"/><Relationship Id="rId12" Type="http://schemas.openxmlformats.org/officeDocument/2006/relationships/image" Target="../media/image95.png"/><Relationship Id="rId13" Type="http://schemas.openxmlformats.org/officeDocument/2006/relationships/image" Target="../media/image96.png"/><Relationship Id="rId14" Type="http://schemas.openxmlformats.org/officeDocument/2006/relationships/image" Target="../media/image97.png"/><Relationship Id="rId15" Type="http://schemas.openxmlformats.org/officeDocument/2006/relationships/image" Target="../media/image98.png"/><Relationship Id="rId16" Type="http://schemas.openxmlformats.org/officeDocument/2006/relationships/image" Target="../media/image99.png"/><Relationship Id="rId17" Type="http://schemas.openxmlformats.org/officeDocument/2006/relationships/image" Target="../media/image100.png"/><Relationship Id="rId18" Type="http://schemas.openxmlformats.org/officeDocument/2006/relationships/image" Target="../media/image101.png"/><Relationship Id="rId19" Type="http://schemas.openxmlformats.org/officeDocument/2006/relationships/image" Target="../media/image102.png"/><Relationship Id="rId20" Type="http://schemas.openxmlformats.org/officeDocument/2006/relationships/image" Target="../media/image103.png"/><Relationship Id="rId21" Type="http://schemas.openxmlformats.org/officeDocument/2006/relationships/image" Target="../media/image104.png"/><Relationship Id="rId22" Type="http://schemas.openxmlformats.org/officeDocument/2006/relationships/image" Target="../media/image105.png"/><Relationship Id="rId23" Type="http://schemas.openxmlformats.org/officeDocument/2006/relationships/image" Target="../media/image106.png"/><Relationship Id="rId24" Type="http://schemas.openxmlformats.org/officeDocument/2006/relationships/image" Target="../media/image107.png"/><Relationship Id="rId25" Type="http://schemas.openxmlformats.org/officeDocument/2006/relationships/image" Target="../media/image108.png"/><Relationship Id="rId26" Type="http://schemas.openxmlformats.org/officeDocument/2006/relationships/slide" Target="slide2.xml"/><Relationship Id="rId27" Type="http://schemas.openxmlformats.org/officeDocument/2006/relationships/slide" Target="slide10.xml"/><Relationship Id="rId28" Type="http://schemas.openxmlformats.org/officeDocument/2006/relationships/slide" Target="slide14.xml"/><Relationship Id="rId29" Type="http://schemas.openxmlformats.org/officeDocument/2006/relationships/slide" Target="slide19.xml"/><Relationship Id="rId30" Type="http://schemas.openxmlformats.org/officeDocument/2006/relationships/slide" Target="slide25.xml"/><Relationship Id="rId3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 Id="rId3" Type="http://schemas.openxmlformats.org/officeDocument/2006/relationships/image" Target="../media/image110.png"/><Relationship Id="rId4" Type="http://schemas.openxmlformats.org/officeDocument/2006/relationships/image" Target="../media/image111.png"/><Relationship Id="rId5" Type="http://schemas.openxmlformats.org/officeDocument/2006/relationships/image" Target="../media/image112.png"/><Relationship Id="rId6" Type="http://schemas.openxmlformats.org/officeDocument/2006/relationships/image" Target="../media/image113.png"/><Relationship Id="rId7" Type="http://schemas.openxmlformats.org/officeDocument/2006/relationships/image" Target="../media/image114.png"/><Relationship Id="rId8" Type="http://schemas.openxmlformats.org/officeDocument/2006/relationships/image" Target="../media/image115.png"/><Relationship Id="rId9" Type="http://schemas.openxmlformats.org/officeDocument/2006/relationships/image" Target="../media/image116.png"/><Relationship Id="rId10" Type="http://schemas.openxmlformats.org/officeDocument/2006/relationships/image" Target="../media/image117.png"/><Relationship Id="rId11" Type="http://schemas.openxmlformats.org/officeDocument/2006/relationships/image" Target="../media/image118.png"/><Relationship Id="rId12" Type="http://schemas.openxmlformats.org/officeDocument/2006/relationships/image" Target="../media/image119.png"/><Relationship Id="rId13" Type="http://schemas.openxmlformats.org/officeDocument/2006/relationships/image" Target="../media/image120.png"/><Relationship Id="rId14" Type="http://schemas.openxmlformats.org/officeDocument/2006/relationships/image" Target="../media/image121.png"/><Relationship Id="rId15" Type="http://schemas.openxmlformats.org/officeDocument/2006/relationships/image" Target="../media/image122.png"/><Relationship Id="rId16" Type="http://schemas.openxmlformats.org/officeDocument/2006/relationships/image" Target="../media/image123.png"/><Relationship Id="rId17" Type="http://schemas.openxmlformats.org/officeDocument/2006/relationships/slide" Target="slide2.xml"/><Relationship Id="rId18" Type="http://schemas.openxmlformats.org/officeDocument/2006/relationships/slide" Target="slide10.xml"/><Relationship Id="rId19" Type="http://schemas.openxmlformats.org/officeDocument/2006/relationships/slide" Target="slide14.xml"/><Relationship Id="rId20" Type="http://schemas.openxmlformats.org/officeDocument/2006/relationships/slide" Target="slide19.xml"/><Relationship Id="rId21" Type="http://schemas.openxmlformats.org/officeDocument/2006/relationships/slide" Target="slide25.xml"/><Relationship Id="rId2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 Id="rId3" Type="http://schemas.openxmlformats.org/officeDocument/2006/relationships/image" Target="../media/image125.png"/><Relationship Id="rId4" Type="http://schemas.openxmlformats.org/officeDocument/2006/relationships/image" Target="../media/image126.png"/><Relationship Id="rId5" Type="http://schemas.openxmlformats.org/officeDocument/2006/relationships/image" Target="../media/image127.png"/><Relationship Id="rId6" Type="http://schemas.openxmlformats.org/officeDocument/2006/relationships/image" Target="../media/image128.png"/><Relationship Id="rId7" Type="http://schemas.openxmlformats.org/officeDocument/2006/relationships/image" Target="../media/image129.png"/><Relationship Id="rId8" Type="http://schemas.openxmlformats.org/officeDocument/2006/relationships/image" Target="../media/image130.png"/><Relationship Id="rId9" Type="http://schemas.openxmlformats.org/officeDocument/2006/relationships/image" Target="../media/image131.png"/><Relationship Id="rId10" Type="http://schemas.openxmlformats.org/officeDocument/2006/relationships/image" Target="../media/image132.png"/><Relationship Id="rId11" Type="http://schemas.openxmlformats.org/officeDocument/2006/relationships/image" Target="../media/image133.png"/><Relationship Id="rId12" Type="http://schemas.openxmlformats.org/officeDocument/2006/relationships/image" Target="../media/image134.png"/><Relationship Id="rId13" Type="http://schemas.openxmlformats.org/officeDocument/2006/relationships/image" Target="../media/image135.png"/><Relationship Id="rId14" Type="http://schemas.openxmlformats.org/officeDocument/2006/relationships/slide" Target="slide2.xml"/><Relationship Id="rId15" Type="http://schemas.openxmlformats.org/officeDocument/2006/relationships/slide" Target="slide10.xml"/><Relationship Id="rId16" Type="http://schemas.openxmlformats.org/officeDocument/2006/relationships/slide" Target="slide14.xml"/><Relationship Id="rId17" Type="http://schemas.openxmlformats.org/officeDocument/2006/relationships/slide" Target="slide19.xml"/><Relationship Id="rId18" Type="http://schemas.openxmlformats.org/officeDocument/2006/relationships/slide" Target="slide25.xml"/><Relationship Id="rId19" Type="http://schemas.openxmlformats.org/officeDocument/2006/relationships/slide" Target="slide18.xml"/><Relationship Id="rId20" Type="http://schemas.openxmlformats.org/officeDocument/2006/relationships/slide" Target="slide17.xml"/><Relationship Id="rId21" Type="http://schemas.openxmlformats.org/officeDocument/2006/relationships/slide" Target="slide32.xml"/><Relationship Id="rId2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9.xml"/><Relationship Id="rId7" Type="http://schemas.openxmlformats.org/officeDocument/2006/relationships/slide" Target="slide25.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 Id="rId3" Type="http://schemas.openxmlformats.org/officeDocument/2006/relationships/image" Target="../media/image137.png"/><Relationship Id="rId4" Type="http://schemas.openxmlformats.org/officeDocument/2006/relationships/image" Target="../media/image138.png"/><Relationship Id="rId5" Type="http://schemas.openxmlformats.org/officeDocument/2006/relationships/image" Target="../media/image139.png"/><Relationship Id="rId6" Type="http://schemas.openxmlformats.org/officeDocument/2006/relationships/image" Target="../media/image140.png"/><Relationship Id="rId7" Type="http://schemas.openxmlformats.org/officeDocument/2006/relationships/image" Target="../media/image141.png"/><Relationship Id="rId8" Type="http://schemas.openxmlformats.org/officeDocument/2006/relationships/image" Target="../media/image142.png"/><Relationship Id="rId9" Type="http://schemas.openxmlformats.org/officeDocument/2006/relationships/image" Target="../media/image143.png"/><Relationship Id="rId10" Type="http://schemas.openxmlformats.org/officeDocument/2006/relationships/image" Target="../media/image144.png"/><Relationship Id="rId11" Type="http://schemas.openxmlformats.org/officeDocument/2006/relationships/image" Target="../media/image145.png"/><Relationship Id="rId12" Type="http://schemas.openxmlformats.org/officeDocument/2006/relationships/image" Target="../media/image146.png"/><Relationship Id="rId13" Type="http://schemas.openxmlformats.org/officeDocument/2006/relationships/image" Target="../media/image147.png"/><Relationship Id="rId14" Type="http://schemas.openxmlformats.org/officeDocument/2006/relationships/image" Target="../media/image148.png"/><Relationship Id="rId15" Type="http://schemas.openxmlformats.org/officeDocument/2006/relationships/image" Target="../media/image149.png"/><Relationship Id="rId16" Type="http://schemas.openxmlformats.org/officeDocument/2006/relationships/image" Target="../media/image150.png"/><Relationship Id="rId17" Type="http://schemas.openxmlformats.org/officeDocument/2006/relationships/image" Target="../media/image151.png"/><Relationship Id="rId18" Type="http://schemas.openxmlformats.org/officeDocument/2006/relationships/image" Target="../media/image152.png"/><Relationship Id="rId19" Type="http://schemas.openxmlformats.org/officeDocument/2006/relationships/image" Target="../media/image153.png"/><Relationship Id="rId20" Type="http://schemas.openxmlformats.org/officeDocument/2006/relationships/image" Target="../media/image154.png"/><Relationship Id="rId21" Type="http://schemas.openxmlformats.org/officeDocument/2006/relationships/image" Target="../media/image155.png"/><Relationship Id="rId22" Type="http://schemas.openxmlformats.org/officeDocument/2006/relationships/image" Target="../media/image156.png"/><Relationship Id="rId23" Type="http://schemas.openxmlformats.org/officeDocument/2006/relationships/image" Target="../media/image157.png"/><Relationship Id="rId24" Type="http://schemas.openxmlformats.org/officeDocument/2006/relationships/image" Target="../media/image158.png"/><Relationship Id="rId25" Type="http://schemas.openxmlformats.org/officeDocument/2006/relationships/image" Target="../media/image159.png"/><Relationship Id="rId26" Type="http://schemas.openxmlformats.org/officeDocument/2006/relationships/image" Target="../media/image160.png"/><Relationship Id="rId27" Type="http://schemas.openxmlformats.org/officeDocument/2006/relationships/slide" Target="slide2.xml"/><Relationship Id="rId28" Type="http://schemas.openxmlformats.org/officeDocument/2006/relationships/slide" Target="slide10.xml"/><Relationship Id="rId29" Type="http://schemas.openxmlformats.org/officeDocument/2006/relationships/slide" Target="slide14.xml"/><Relationship Id="rId30" Type="http://schemas.openxmlformats.org/officeDocument/2006/relationships/slide" Target="slide19.xml"/><Relationship Id="rId31" Type="http://schemas.openxmlformats.org/officeDocument/2006/relationships/slide" Target="slide25.xml"/><Relationship Id="rId3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14.xml"/><Relationship Id="rId7" Type="http://schemas.openxmlformats.org/officeDocument/2006/relationships/slide" Target="slide19.xml"/><Relationship Id="rId8" Type="http://schemas.openxmlformats.org/officeDocument/2006/relationships/slide" Target="slide25.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image" Target="../media/image165.png"/><Relationship Id="rId7" Type="http://schemas.openxmlformats.org/officeDocument/2006/relationships/image" Target="../media/image166.png"/><Relationship Id="rId8" Type="http://schemas.openxmlformats.org/officeDocument/2006/relationships/image" Target="../media/image167.png"/><Relationship Id="rId9" Type="http://schemas.openxmlformats.org/officeDocument/2006/relationships/image" Target="../media/image168.png"/><Relationship Id="rId10" Type="http://schemas.openxmlformats.org/officeDocument/2006/relationships/image" Target="../media/image169.png"/><Relationship Id="rId11" Type="http://schemas.openxmlformats.org/officeDocument/2006/relationships/image" Target="../media/image170.png"/><Relationship Id="rId12" Type="http://schemas.openxmlformats.org/officeDocument/2006/relationships/image" Target="../media/image171.png"/><Relationship Id="rId13" Type="http://schemas.openxmlformats.org/officeDocument/2006/relationships/slide" Target="slide2.xml"/><Relationship Id="rId14" Type="http://schemas.openxmlformats.org/officeDocument/2006/relationships/slide" Target="slide10.xml"/><Relationship Id="rId15" Type="http://schemas.openxmlformats.org/officeDocument/2006/relationships/slide" Target="slide14.xml"/><Relationship Id="rId16" Type="http://schemas.openxmlformats.org/officeDocument/2006/relationships/slide" Target="slide19.xml"/><Relationship Id="rId17" Type="http://schemas.openxmlformats.org/officeDocument/2006/relationships/slide" Target="slide25.xml"/><Relationship Id="rId1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 Target="slide2.xml"/><Relationship Id="rId9" Type="http://schemas.openxmlformats.org/officeDocument/2006/relationships/slide" Target="slide10.xml"/><Relationship Id="rId10" Type="http://schemas.openxmlformats.org/officeDocument/2006/relationships/slide" Target="slide14.xml"/><Relationship Id="rId11" Type="http://schemas.openxmlformats.org/officeDocument/2006/relationships/slide" Target="slide19.xml"/><Relationship Id="rId12" Type="http://schemas.openxmlformats.org/officeDocument/2006/relationships/slide" Target="slide25.xml"/><Relationship Id="rId1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 Id="rId3" Type="http://schemas.openxmlformats.org/officeDocument/2006/relationships/image" Target="../media/image179.png"/><Relationship Id="rId4" Type="http://schemas.openxmlformats.org/officeDocument/2006/relationships/image" Target="../media/image180.png"/><Relationship Id="rId5" Type="http://schemas.openxmlformats.org/officeDocument/2006/relationships/image" Target="../media/image181.png"/><Relationship Id="rId6" Type="http://schemas.openxmlformats.org/officeDocument/2006/relationships/slide" Target="slide2.xml"/><Relationship Id="rId7" Type="http://schemas.openxmlformats.org/officeDocument/2006/relationships/slide" Target="slide10.xml"/><Relationship Id="rId8" Type="http://schemas.openxmlformats.org/officeDocument/2006/relationships/slide" Target="slide14.xml"/><Relationship Id="rId9" Type="http://schemas.openxmlformats.org/officeDocument/2006/relationships/slide" Target="slide19.xml"/><Relationship Id="rId10" Type="http://schemas.openxmlformats.org/officeDocument/2006/relationships/slide" Target="slide25.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2.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9.xml"/><Relationship Id="rId7" Type="http://schemas.openxmlformats.org/officeDocument/2006/relationships/slide" Target="slide25.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2.png"/><Relationship Id="rId4" Type="http://schemas.openxmlformats.org/officeDocument/2006/relationships/image" Target="../media/image183.png"/><Relationship Id="rId5" Type="http://schemas.openxmlformats.org/officeDocument/2006/relationships/image" Target="../media/image184.png"/><Relationship Id="rId6" Type="http://schemas.openxmlformats.org/officeDocument/2006/relationships/image" Target="../media/image185.png"/><Relationship Id="rId7" Type="http://schemas.openxmlformats.org/officeDocument/2006/relationships/image" Target="../media/image186.png"/><Relationship Id="rId8" Type="http://schemas.openxmlformats.org/officeDocument/2006/relationships/image" Target="../media/image187.png"/><Relationship Id="rId9" Type="http://schemas.openxmlformats.org/officeDocument/2006/relationships/image" Target="../media/image188.png"/><Relationship Id="rId10" Type="http://schemas.openxmlformats.org/officeDocument/2006/relationships/image" Target="../media/image189.png"/><Relationship Id="rId11" Type="http://schemas.openxmlformats.org/officeDocument/2006/relationships/image" Target="../media/image190.png"/><Relationship Id="rId12" Type="http://schemas.openxmlformats.org/officeDocument/2006/relationships/image" Target="../media/image191.png"/><Relationship Id="rId13" Type="http://schemas.openxmlformats.org/officeDocument/2006/relationships/slide" Target="slide2.xml"/><Relationship Id="rId14" Type="http://schemas.openxmlformats.org/officeDocument/2006/relationships/slide" Target="slide10.xml"/><Relationship Id="rId15" Type="http://schemas.openxmlformats.org/officeDocument/2006/relationships/slide" Target="slide14.xml"/><Relationship Id="rId16" Type="http://schemas.openxmlformats.org/officeDocument/2006/relationships/slide" Target="slide19.xml"/><Relationship Id="rId17" Type="http://schemas.openxmlformats.org/officeDocument/2006/relationships/slide" Target="slide25.xml"/><Relationship Id="rId18" Type="http://schemas.openxmlformats.org/officeDocument/2006/relationships/slide" Target="slide11.xml"/><Relationship Id="rId19" Type="http://schemas.openxmlformats.org/officeDocument/2006/relationships/slide" Target="slide16.xml"/><Relationship Id="rId20" Type="http://schemas.openxmlformats.org/officeDocument/2006/relationships/slide" Target="slide27.xml"/><Relationship Id="rId2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14.xml"/><Relationship Id="rId5" Type="http://schemas.openxmlformats.org/officeDocument/2006/relationships/slide" Target="slide19.xml"/><Relationship Id="rId6" Type="http://schemas.openxmlformats.org/officeDocument/2006/relationships/slide" Target="slide25.xml"/><Relationship Id="rId7" Type="http://schemas.openxmlformats.org/officeDocument/2006/relationships/slide" Target="slide9.xml"/><Relationship Id="rId8" Type="http://schemas.openxmlformats.org/officeDocument/2006/relationships/slide" Target="slide11.xml"/><Relationship Id="rId9" Type="http://schemas.openxmlformats.org/officeDocument/2006/relationships/slide" Target="slide16.xml"/><Relationship Id="rId10" Type="http://schemas.openxmlformats.org/officeDocument/2006/relationships/slide" Target="slide23.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32.xml"/><Relationship Id="rId1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 Target="slide2.xml"/><Relationship Id="rId8" Type="http://schemas.openxmlformats.org/officeDocument/2006/relationships/slide" Target="slide10.xml"/><Relationship Id="rId9" Type="http://schemas.openxmlformats.org/officeDocument/2006/relationships/slide" Target="slide14.xml"/><Relationship Id="rId10" Type="http://schemas.openxmlformats.org/officeDocument/2006/relationships/slide" Target="slide19.xml"/><Relationship Id="rId11" Type="http://schemas.openxmlformats.org/officeDocument/2006/relationships/slide" Target="slide25.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7.png"/><Relationship Id="rId3" Type="http://schemas.openxmlformats.org/officeDocument/2006/relationships/image" Target="../media/image198.png"/><Relationship Id="rId4" Type="http://schemas.openxmlformats.org/officeDocument/2006/relationships/image" Target="../media/image199.png"/><Relationship Id="rId5" Type="http://schemas.openxmlformats.org/officeDocument/2006/relationships/image" Target="../media/image200.png"/><Relationship Id="rId6" Type="http://schemas.openxmlformats.org/officeDocument/2006/relationships/image" Target="../media/image201.png"/><Relationship Id="rId7" Type="http://schemas.openxmlformats.org/officeDocument/2006/relationships/image" Target="../media/image202.png"/><Relationship Id="rId8" Type="http://schemas.openxmlformats.org/officeDocument/2006/relationships/image" Target="../media/image203.png"/><Relationship Id="rId9" Type="http://schemas.openxmlformats.org/officeDocument/2006/relationships/slide" Target="slide2.xml"/><Relationship Id="rId10" Type="http://schemas.openxmlformats.org/officeDocument/2006/relationships/slide" Target="slide10.xml"/><Relationship Id="rId11" Type="http://schemas.openxmlformats.org/officeDocument/2006/relationships/slide" Target="slide14.xml"/><Relationship Id="rId12" Type="http://schemas.openxmlformats.org/officeDocument/2006/relationships/slide" Target="slide19.xml"/><Relationship Id="rId13" Type="http://schemas.openxmlformats.org/officeDocument/2006/relationships/slide" Target="slide25.xml"/><Relationship Id="rId14" Type="http://schemas.openxmlformats.org/officeDocument/2006/relationships/slide" Target="slide23.xml"/><Relationship Id="rId15" Type="http://schemas.openxmlformats.org/officeDocument/2006/relationships/slide" Target="slide20.xml"/><Relationship Id="rId16" Type="http://schemas.openxmlformats.org/officeDocument/2006/relationships/slide" Target="slide21.xml"/><Relationship Id="rId17" Type="http://schemas.openxmlformats.org/officeDocument/2006/relationships/slide" Target="slide22.xml"/><Relationship Id="rId18" Type="http://schemas.openxmlformats.org/officeDocument/2006/relationships/slide" Target="slide24.xml"/><Relationship Id="rId1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4.png"/><Relationship Id="rId3" Type="http://schemas.openxmlformats.org/officeDocument/2006/relationships/image" Target="../media/image205.png"/><Relationship Id="rId4" Type="http://schemas.openxmlformats.org/officeDocument/2006/relationships/image" Target="../media/image206.png"/><Relationship Id="rId5" Type="http://schemas.openxmlformats.org/officeDocument/2006/relationships/image" Target="../media/image207.png"/><Relationship Id="rId6" Type="http://schemas.openxmlformats.org/officeDocument/2006/relationships/image" Target="../media/image208.png"/><Relationship Id="rId7" Type="http://schemas.openxmlformats.org/officeDocument/2006/relationships/image" Target="../media/image209.png"/><Relationship Id="rId8" Type="http://schemas.openxmlformats.org/officeDocument/2006/relationships/image" Target="../media/image210.png"/><Relationship Id="rId9" Type="http://schemas.openxmlformats.org/officeDocument/2006/relationships/image" Target="../media/image211.png"/><Relationship Id="rId10" Type="http://schemas.openxmlformats.org/officeDocument/2006/relationships/image" Target="../media/image212.png"/><Relationship Id="rId11" Type="http://schemas.openxmlformats.org/officeDocument/2006/relationships/image" Target="../media/image213.png"/><Relationship Id="rId12" Type="http://schemas.openxmlformats.org/officeDocument/2006/relationships/image" Target="../media/image214.png"/><Relationship Id="rId13" Type="http://schemas.openxmlformats.org/officeDocument/2006/relationships/image" Target="../media/image215.png"/><Relationship Id="rId14" Type="http://schemas.openxmlformats.org/officeDocument/2006/relationships/slide" Target="slide2.xml"/><Relationship Id="rId15" Type="http://schemas.openxmlformats.org/officeDocument/2006/relationships/slide" Target="slide10.xml"/><Relationship Id="rId16" Type="http://schemas.openxmlformats.org/officeDocument/2006/relationships/slide" Target="slide14.xml"/><Relationship Id="rId17" Type="http://schemas.openxmlformats.org/officeDocument/2006/relationships/slide" Target="slide19.xml"/><Relationship Id="rId18" Type="http://schemas.openxmlformats.org/officeDocument/2006/relationships/slide" Target="slide25.xml"/><Relationship Id="rId1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6.png"/><Relationship Id="rId3" Type="http://schemas.openxmlformats.org/officeDocument/2006/relationships/image" Target="../media/image217.png"/><Relationship Id="rId4" Type="http://schemas.openxmlformats.org/officeDocument/2006/relationships/slide" Target="slide43.xml"/><Relationship Id="rId5" Type="http://schemas.openxmlformats.org/officeDocument/2006/relationships/slide" Target="slide27.xml"/><Relationship Id="rId6" Type="http://schemas.openxmlformats.org/officeDocument/2006/relationships/slide" Target="slide32.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8.png"/><Relationship Id="rId3" Type="http://schemas.openxmlformats.org/officeDocument/2006/relationships/image" Target="../media/image219.png"/><Relationship Id="rId4" Type="http://schemas.openxmlformats.org/officeDocument/2006/relationships/image" Target="../media/image220.png"/><Relationship Id="rId5" Type="http://schemas.openxmlformats.org/officeDocument/2006/relationships/image" Target="../media/image221.png"/><Relationship Id="rId6" Type="http://schemas.openxmlformats.org/officeDocument/2006/relationships/image" Target="../media/image222.png"/><Relationship Id="rId7" Type="http://schemas.openxmlformats.org/officeDocument/2006/relationships/image" Target="../media/image223.png"/><Relationship Id="rId8" Type="http://schemas.openxmlformats.org/officeDocument/2006/relationships/image" Target="../media/image224.png"/><Relationship Id="rId9" Type="http://schemas.openxmlformats.org/officeDocument/2006/relationships/image" Target="../media/image2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8.xml"/><Relationship Id="rId10" Type="http://schemas.openxmlformats.org/officeDocument/2006/relationships/slide" Target="slide9.xml"/><Relationship Id="rId11" Type="http://schemas.openxmlformats.org/officeDocument/2006/relationships/slide" Target="slide10.xml"/><Relationship Id="rId12" Type="http://schemas.openxmlformats.org/officeDocument/2006/relationships/slide" Target="slide11.xml"/><Relationship Id="rId13" Type="http://schemas.openxmlformats.org/officeDocument/2006/relationships/slide" Target="slide12.xml"/><Relationship Id="rId14" Type="http://schemas.openxmlformats.org/officeDocument/2006/relationships/slide" Target="slide13.xml"/><Relationship Id="rId15" Type="http://schemas.openxmlformats.org/officeDocument/2006/relationships/slide" Target="slide14.xml"/><Relationship Id="rId16" Type="http://schemas.openxmlformats.org/officeDocument/2006/relationships/slide" Target="slide15.xml"/><Relationship Id="rId17" Type="http://schemas.openxmlformats.org/officeDocument/2006/relationships/slide" Target="slide16.xml"/><Relationship Id="rId18" Type="http://schemas.openxmlformats.org/officeDocument/2006/relationships/slide" Target="slide17.xml"/><Relationship Id="rId19" Type="http://schemas.openxmlformats.org/officeDocument/2006/relationships/slide" Target="slide18.xml"/><Relationship Id="rId20" Type="http://schemas.openxmlformats.org/officeDocument/2006/relationships/slide" Target="slide19.xml"/><Relationship Id="rId21" Type="http://schemas.openxmlformats.org/officeDocument/2006/relationships/slide" Target="slide20.xml"/><Relationship Id="rId22" Type="http://schemas.openxmlformats.org/officeDocument/2006/relationships/slide" Target="slide21.xml"/><Relationship Id="rId23" Type="http://schemas.openxmlformats.org/officeDocument/2006/relationships/slide" Target="slide22.xml"/><Relationship Id="rId24" Type="http://schemas.openxmlformats.org/officeDocument/2006/relationships/slide" Target="slide23.xml"/><Relationship Id="rId25" Type="http://schemas.openxmlformats.org/officeDocument/2006/relationships/slide" Target="slide24.xml"/><Relationship Id="rId26" Type="http://schemas.openxmlformats.org/officeDocument/2006/relationships/slide" Target="slide25.xml"/><Relationship Id="rId27" Type="http://schemas.openxmlformats.org/officeDocument/2006/relationships/slide" Target="slide26.xml"/><Relationship Id="rId28" Type="http://schemas.openxmlformats.org/officeDocument/2006/relationships/slide" Target="slide27.xml"/><Relationship Id="rId29" Type="http://schemas.openxmlformats.org/officeDocument/2006/relationships/slide" Target="slide28.xml"/><Relationship Id="rId30" Type="http://schemas.openxmlformats.org/officeDocument/2006/relationships/slide" Target="slide29.xml"/><Relationship Id="rId31" Type="http://schemas.openxmlformats.org/officeDocument/2006/relationships/slide" Target="slide30.xml"/><Relationship Id="rId32" Type="http://schemas.openxmlformats.org/officeDocument/2006/relationships/slide" Target="slide31.xml"/><Relationship Id="rId33" Type="http://schemas.openxmlformats.org/officeDocument/2006/relationships/slide" Target="slide32.xml"/><Relationship Id="rId34" Type="http://schemas.openxmlformats.org/officeDocument/2006/relationships/slide" Target="slide33.xml"/><Relationship Id="rId35" Type="http://schemas.openxmlformats.org/officeDocument/2006/relationships/slide" Target="slide34.xml"/><Relationship Id="rId36" Type="http://schemas.openxmlformats.org/officeDocument/2006/relationships/slide" Target="slide35.xml"/><Relationship Id="rId37" Type="http://schemas.openxmlformats.org/officeDocument/2006/relationships/slide" Target="slide36.xml"/><Relationship Id="rId38" Type="http://schemas.openxmlformats.org/officeDocument/2006/relationships/slide" Target="slide37.xml"/><Relationship Id="rId39" Type="http://schemas.openxmlformats.org/officeDocument/2006/relationships/slide" Target="slide38.xml"/><Relationship Id="rId40" Type="http://schemas.openxmlformats.org/officeDocument/2006/relationships/slide" Target="slide39.xml"/><Relationship Id="rId41" Type="http://schemas.openxmlformats.org/officeDocument/2006/relationships/slide" Target="slide40.xml"/><Relationship Id="rId42" Type="http://schemas.openxmlformats.org/officeDocument/2006/relationships/slide" Target="slide41.xml"/><Relationship Id="rId43" Type="http://schemas.openxmlformats.org/officeDocument/2006/relationships/slide" Target="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ortada:9ab4a8e78f" descr="logo_universidad.png"/>
          <p:cNvPicPr>
            <a:picLocks noChangeAspect="1"/>
          </p:cNvPicPr>
          <p:nvPr/>
        </p:nvPicPr>
        <p:blipFill>
          <a:blip r:embed="rId2"/>
          <a:srcRect/>
          <a:stretch>
            <a:fillRect/>
          </a:stretch>
        </p:blipFill>
        <p:spPr>
          <a:xfrm>
            <a:off x="698500" y="584200"/>
            <a:ext cx="711200" cy="814515"/>
          </a:xfrm>
          <a:prstGeom prst="rect">
            <a:avLst/>
          </a:prstGeom>
        </p:spPr>
      </p:pic>
      <p:sp>
        <p:nvSpPr>
          <p:cNvPr id="3" name="!!portada:ed79ae965c"/>
          <p:cNvSpPr txBox="1"/>
          <p:nvPr/>
        </p:nvSpPr>
        <p:spPr>
          <a:xfrm>
            <a:off x="1587500" y="749046"/>
            <a:ext cx="3486848" cy="263525"/>
          </a:xfrm>
          <a:prstGeom prst="rect">
            <a:avLst/>
          </a:prstGeom>
          <a:noFill/>
        </p:spPr>
        <p:txBody>
          <a:bodyPr wrap="square" lIns="0" rIns="0" tIns="0" bIns="0" anchor="t"/>
          <a:lstStyle/>
          <a:p>
            <a:pPr algn="l">
              <a:lnSpc>
                <a:spcPts val="2075"/>
              </a:lnSpc>
              <a:spcBef>
                <a:spcPts val="0"/>
              </a:spcBef>
              <a:spcAft>
                <a:spcPts val="0"/>
              </a:spcAft>
            </a:pPr>
            <a:r>
              <a:rPr sz="1700" b="1" i="0">
                <a:solidFill>
                  <a:srgbClr val="1B2A4A"/>
                </a:solidFill>
                <a:latin typeface="Calibri"/>
              </a:rPr>
              <a:t>Universidad Autónoma «Tomás Frías»</a:t>
            </a:r>
          </a:p>
        </p:txBody>
      </p:sp>
      <p:sp>
        <p:nvSpPr>
          <p:cNvPr id="4" name="!!portada:98cd6eabfc"/>
          <p:cNvSpPr txBox="1"/>
          <p:nvPr/>
        </p:nvSpPr>
        <p:spPr>
          <a:xfrm>
            <a:off x="1587500" y="1048831"/>
            <a:ext cx="3486848" cy="193802"/>
          </a:xfrm>
          <a:prstGeom prst="rect">
            <a:avLst/>
          </a:prstGeom>
          <a:noFill/>
        </p:spPr>
        <p:txBody>
          <a:bodyPr wrap="square" lIns="0" rIns="0" tIns="0" bIns="0" anchor="t"/>
          <a:lstStyle/>
          <a:p>
            <a:pPr algn="l">
              <a:lnSpc>
                <a:spcPts val="1526"/>
              </a:lnSpc>
              <a:spcBef>
                <a:spcPts val="0"/>
              </a:spcBef>
              <a:spcAft>
                <a:spcPts val="0"/>
              </a:spcAft>
            </a:pPr>
            <a:r>
              <a:rPr sz="1250" b="0" i="0">
                <a:solidFill>
                  <a:srgbClr val="5B6575"/>
                </a:solidFill>
                <a:latin typeface="Calibri"/>
              </a:rPr>
              <a:t>Facultad de Ingeniería · Carrera de Ingeniería Civil</a:t>
            </a:r>
          </a:p>
        </p:txBody>
      </p:sp>
      <p:sp>
        <p:nvSpPr>
          <p:cNvPr id="5" name="!!portada:473a26f94e"/>
          <p:cNvSpPr/>
          <p:nvPr/>
        </p:nvSpPr>
        <p:spPr>
          <a:xfrm>
            <a:off x="698500" y="1805114"/>
            <a:ext cx="4142296"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ortada:473a26f94e·2"/>
          <p:cNvSpPr/>
          <p:nvPr/>
        </p:nvSpPr>
        <p:spPr>
          <a:xfrm>
            <a:off x="698500" y="2109914"/>
            <a:ext cx="4142296"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ortada:859d8df3f6"/>
          <p:cNvSpPr txBox="1"/>
          <p:nvPr/>
        </p:nvSpPr>
        <p:spPr>
          <a:xfrm>
            <a:off x="698500" y="1809533"/>
            <a:ext cx="4225100" cy="178308"/>
          </a:xfrm>
          <a:prstGeom prst="rect">
            <a:avLst/>
          </a:prstGeom>
          <a:noFill/>
        </p:spPr>
        <p:txBody>
          <a:bodyPr wrap="square" lIns="0" rIns="0" tIns="0" bIns="0" anchor="t"/>
          <a:lstStyle/>
          <a:p>
            <a:pPr algn="l">
              <a:lnSpc>
                <a:spcPts val="1404"/>
              </a:lnSpc>
              <a:spcBef>
                <a:spcPts val="0"/>
              </a:spcBef>
              <a:spcAft>
                <a:spcPts val="0"/>
              </a:spcAft>
            </a:pPr>
            <a:r>
              <a:rPr sz="1150" b="1" i="0" cap="all" spc="138">
                <a:solidFill>
                  <a:srgbClr val="E8741A"/>
                </a:solidFill>
                <a:latin typeface="Calibri"/>
              </a:rPr>
              <a:t>Tesis de grado · Licenciatura en Ingeniería Civil</a:t>
            </a:r>
          </a:p>
        </p:txBody>
      </p:sp>
      <p:sp>
        <p:nvSpPr>
          <p:cNvPr id="8" name="!!portada:1e24fb6f27"/>
          <p:cNvSpPr txBox="1"/>
          <p:nvPr/>
        </p:nvSpPr>
        <p:spPr>
          <a:xfrm>
            <a:off x="698500" y="2378390"/>
            <a:ext cx="6347460" cy="1649984"/>
          </a:xfrm>
          <a:prstGeom prst="rect">
            <a:avLst/>
          </a:prstGeom>
          <a:noFill/>
        </p:spPr>
        <p:txBody>
          <a:bodyPr wrap="square" lIns="0" rIns="0" tIns="0" bIns="0" anchor="t"/>
          <a:lstStyle/>
          <a:p>
            <a:pPr algn="l">
              <a:lnSpc>
                <a:spcPts val="3248"/>
              </a:lnSpc>
              <a:spcBef>
                <a:spcPts val="0"/>
              </a:spcBef>
              <a:spcAft>
                <a:spcPts val="0"/>
              </a:spcAft>
            </a:pPr>
            <a:r>
              <a:rPr sz="2900" b="1" i="0">
                <a:solidFill>
                  <a:srgbClr val="1B2A4A"/>
                </a:solidFill>
                <a:latin typeface="Calibri"/>
              </a:rPr>
              <a:t>Desarrollo de software educativo de</a:t>
            </a:r>
            <a:br/>
            <a:r>
              <a:rPr sz="2900" b="1" i="0">
                <a:solidFill>
                  <a:srgbClr val="1B2A4A"/>
                </a:solidFill>
                <a:latin typeface="Calibri"/>
              </a:rPr>
              <a:t>elementos finitos para el análisis</a:t>
            </a:r>
            <a:br/>
            <a:r>
              <a:rPr sz="2900" b="1" i="0">
                <a:solidFill>
                  <a:srgbClr val="1B2A4A"/>
                </a:solidFill>
                <a:latin typeface="Calibri"/>
              </a:rPr>
              <a:t>estructural empleando el lenguaje de</a:t>
            </a:r>
            <a:br/>
            <a:r>
              <a:rPr sz="2900" b="1" i="0">
                <a:solidFill>
                  <a:srgbClr val="1B2A4A"/>
                </a:solidFill>
                <a:latin typeface="Calibri"/>
              </a:rPr>
              <a:t>programación</a:t>
            </a:r>
            <a:r>
              <a:rPr sz="2900" b="1" i="0">
                <a:solidFill>
                  <a:srgbClr val="E8741A"/>
                </a:solidFill>
                <a:latin typeface="Calibri"/>
              </a:rPr>
              <a:t> Python</a:t>
            </a:r>
          </a:p>
        </p:txBody>
      </p:sp>
      <p:sp>
        <p:nvSpPr>
          <p:cNvPr id="9" name="!!portada:2725401d7c"/>
          <p:cNvSpPr/>
          <p:nvPr/>
        </p:nvSpPr>
        <p:spPr>
          <a:xfrm>
            <a:off x="698500" y="4267708"/>
            <a:ext cx="6223000" cy="723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ortada:2725401d7c·2"/>
          <p:cNvSpPr/>
          <p:nvPr/>
        </p:nvSpPr>
        <p:spPr>
          <a:xfrm>
            <a:off x="698500" y="4267708"/>
            <a:ext cx="6223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ortada:b7d7cc7a98"/>
          <p:cNvSpPr txBox="1"/>
          <p:nvPr/>
        </p:nvSpPr>
        <p:spPr>
          <a:xfrm>
            <a:off x="698500" y="4705962"/>
            <a:ext cx="6347460" cy="294576"/>
          </a:xfrm>
          <a:prstGeom prst="rect">
            <a:avLst/>
          </a:prstGeom>
          <a:noFill/>
        </p:spPr>
        <p:txBody>
          <a:bodyPr wrap="square" lIns="0" rIns="0" tIns="0" bIns="0" anchor="t"/>
          <a:lstStyle/>
          <a:p>
            <a:pPr algn="l">
              <a:lnSpc>
                <a:spcPts val="2320"/>
              </a:lnSpc>
              <a:spcBef>
                <a:spcPts val="0"/>
              </a:spcBef>
              <a:spcAft>
                <a:spcPts val="0"/>
              </a:spcAft>
            </a:pPr>
            <a:r>
              <a:rPr sz="1900" b="1" i="0">
                <a:solidFill>
                  <a:srgbClr val="1B2A4A"/>
                </a:solidFill>
                <a:latin typeface="Calibri"/>
              </a:rPr>
              <a:t>Hedy Yhassmany Oyola Sucullani</a:t>
            </a:r>
          </a:p>
        </p:txBody>
      </p:sp>
      <p:sp>
        <p:nvSpPr>
          <p:cNvPr id="12" name="!!portada:5ca5ec3490"/>
          <p:cNvSpPr txBox="1"/>
          <p:nvPr/>
        </p:nvSpPr>
        <p:spPr>
          <a:xfrm>
            <a:off x="698500" y="4468482"/>
            <a:ext cx="6347460" cy="186055"/>
          </a:xfrm>
          <a:prstGeom prst="rect">
            <a:avLst/>
          </a:prstGeom>
          <a:noFill/>
        </p:spPr>
        <p:txBody>
          <a:bodyPr wrap="square" lIns="0" rIns="0" tIns="0" bIns="0" anchor="t"/>
          <a:lstStyle/>
          <a:p>
            <a:pPr algn="l">
              <a:lnSpc>
                <a:spcPts val="1465"/>
              </a:lnSpc>
              <a:spcBef>
                <a:spcPts val="0"/>
              </a:spcBef>
              <a:spcAft>
                <a:spcPts val="0"/>
              </a:spcAft>
            </a:pPr>
            <a:r>
              <a:rPr sz="1200" b="1" i="0" cap="all" spc="144">
                <a:solidFill>
                  <a:srgbClr val="5B6575"/>
                </a:solidFill>
                <a:latin typeface="Calibri"/>
              </a:rPr>
              <a:t>Postulante</a:t>
            </a:r>
          </a:p>
        </p:txBody>
      </p:sp>
      <p:sp>
        <p:nvSpPr>
          <p:cNvPr id="13" name="!!portada:5c0113d259"/>
          <p:cNvSpPr txBox="1"/>
          <p:nvPr/>
        </p:nvSpPr>
        <p:spPr>
          <a:xfrm>
            <a:off x="698500" y="5076106"/>
            <a:ext cx="6347460" cy="217043"/>
          </a:xfrm>
          <a:prstGeom prst="rect">
            <a:avLst/>
          </a:prstGeom>
          <a:noFill/>
        </p:spPr>
        <p:txBody>
          <a:bodyPr wrap="square" lIns="0" rIns="0" tIns="0" bIns="0" anchor="t"/>
          <a:lstStyle/>
          <a:p>
            <a:pPr algn="l">
              <a:lnSpc>
                <a:spcPts val="1709"/>
              </a:lnSpc>
              <a:spcBef>
                <a:spcPts val="0"/>
              </a:spcBef>
              <a:spcAft>
                <a:spcPts val="0"/>
              </a:spcAft>
            </a:pPr>
            <a:r>
              <a:rPr sz="1400" b="0" i="0">
                <a:solidFill>
                  <a:srgbClr val="5B6575"/>
                </a:solidFill>
                <a:latin typeface="Calibri"/>
              </a:rPr>
              <a:t>Potosí – Bolivia · octubre de 2026</a:t>
            </a:r>
          </a:p>
        </p:txBody>
      </p:sp>
      <p:sp>
        <p:nvSpPr>
          <p:cNvPr id="14" name="!!portada:39c965a7f6"/>
          <p:cNvSpPr/>
          <p:nvPr/>
        </p:nvSpPr>
        <p:spPr>
          <a:xfrm>
            <a:off x="698500" y="5992812"/>
            <a:ext cx="1229550" cy="357188"/>
          </a:xfrm>
          <a:prstGeom prst="roundRect">
            <a:avLst>
              <a:gd name="adj" fmla="val 14222"/>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ortada:8f594a76a9"/>
          <p:cNvSpPr txBox="1"/>
          <p:nvPr/>
        </p:nvSpPr>
        <p:spPr>
          <a:xfrm>
            <a:off x="844550" y="6105557"/>
            <a:ext cx="93745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Comenzar</a:t>
            </a:r>
          </a:p>
        </p:txBody>
      </p:sp>
      <p:sp>
        <p:nvSpPr>
          <p:cNvPr id="16" name="!!portada:007cf2e27d"/>
          <p:cNvSpPr txBox="1"/>
          <p:nvPr/>
        </p:nvSpPr>
        <p:spPr>
          <a:xfrm>
            <a:off x="1580261" y="6101469"/>
            <a:ext cx="201740" cy="166688"/>
          </a:xfrm>
          <a:prstGeom prst="rect">
            <a:avLst/>
          </a:prstGeom>
          <a:noFill/>
        </p:spPr>
        <p:txBody>
          <a:bodyPr wrap="square" lIns="0" rIns="0" tIns="0" bIns="0" anchor="t"/>
          <a:lstStyle/>
          <a:p>
            <a:pPr algn="ctr">
              <a:lnSpc>
                <a:spcPts val="1312"/>
              </a:lnSpc>
              <a:spcBef>
                <a:spcPts val="0"/>
              </a:spcBef>
              <a:spcAft>
                <a:spcPts val="0"/>
              </a:spcAft>
            </a:pPr>
            <a:r>
              <a:rPr sz="1312" b="1" i="0">
                <a:solidFill>
                  <a:srgbClr val="FFFFFF"/>
                </a:solidFill>
                <a:latin typeface="Calibri"/>
              </a:rPr>
              <a:t>→</a:t>
            </a:r>
          </a:p>
        </p:txBody>
      </p:sp>
      <p:sp>
        <p:nvSpPr>
          <p:cNvPr id="17" name="!!portada:2a3c52a019"/>
          <p:cNvSpPr/>
          <p:nvPr/>
        </p:nvSpPr>
        <p:spPr>
          <a:xfrm>
            <a:off x="2020126" y="5999988"/>
            <a:ext cx="913130" cy="342900"/>
          </a:xfrm>
          <a:prstGeom prst="roundRect">
            <a:avLst>
              <a:gd name="adj" fmla="val 13888"/>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ortada:ec76208820"/>
          <p:cNvSpPr txBox="1"/>
          <p:nvPr/>
        </p:nvSpPr>
        <p:spPr>
          <a:xfrm>
            <a:off x="2163000" y="6105557"/>
            <a:ext cx="62738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1F2937"/>
                </a:solidFill>
                <a:latin typeface="Calibri"/>
              </a:rPr>
              <a:t>☰ Índice</a:t>
            </a:r>
          </a:p>
        </p:txBody>
      </p:sp>
      <p:sp>
        <p:nvSpPr>
          <p:cNvPr id="19" name="!!portada:c9106d84e2"/>
          <p:cNvSpPr/>
          <p:nvPr/>
        </p:nvSpPr>
        <p:spPr>
          <a:xfrm>
            <a:off x="3028442" y="5999988"/>
            <a:ext cx="1427544" cy="342900"/>
          </a:xfrm>
          <a:prstGeom prst="roundRect">
            <a:avLst>
              <a:gd name="adj" fmla="val 13888"/>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ortada:be03c30a4a"/>
          <p:cNvSpPr txBox="1"/>
          <p:nvPr/>
        </p:nvSpPr>
        <p:spPr>
          <a:xfrm>
            <a:off x="3171317" y="6105557"/>
            <a:ext cx="1141794"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1F2937"/>
                </a:solidFill>
                <a:latin typeface="Calibri"/>
              </a:rPr>
              <a:t>▶ Demostración</a:t>
            </a:r>
          </a:p>
        </p:txBody>
      </p:sp>
      <p:sp>
        <p:nvSpPr>
          <p:cNvPr id="21" name="!!portada:d4dc1f8e93"/>
          <p:cNvSpPr/>
          <p:nvPr/>
        </p:nvSpPr>
        <p:spPr>
          <a:xfrm>
            <a:off x="7366000" y="0"/>
            <a:ext cx="4826000"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ortada:d4dc1f8e93·2"/>
          <p:cNvSpPr/>
          <p:nvPr/>
        </p:nvSpPr>
        <p:spPr>
          <a:xfrm>
            <a:off x="7366000" y="0"/>
            <a:ext cx="50800" cy="68580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ortada:51244a0fd3"/>
          <p:cNvSpPr txBox="1"/>
          <p:nvPr/>
        </p:nvSpPr>
        <p:spPr>
          <a:xfrm>
            <a:off x="7797800" y="356946"/>
            <a:ext cx="4482084" cy="396240"/>
          </a:xfrm>
          <a:prstGeom prst="rect">
            <a:avLst/>
          </a:prstGeom>
          <a:noFill/>
        </p:spPr>
        <p:txBody>
          <a:bodyPr wrap="square" lIns="0" rIns="0" tIns="0" bIns="0" anchor="t"/>
          <a:lstStyle/>
          <a:p>
            <a:pPr algn="l">
              <a:lnSpc>
                <a:spcPts val="1560"/>
              </a:lnSpc>
              <a:spcBef>
                <a:spcPts val="0"/>
              </a:spcBef>
              <a:spcAft>
                <a:spcPts val="0"/>
              </a:spcAft>
            </a:pPr>
            <a:r>
              <a:rPr sz="1200" b="1" i="0" cap="all" spc="144">
                <a:solidFill>
                  <a:srgbClr val="9AA8C4"/>
                </a:solidFill>
                <a:latin typeface="Calibri"/>
              </a:rPr>
              <a:t>Membrana de Cook · von Mises · datos del</a:t>
            </a:r>
            <a:br/>
            <a:r>
              <a:rPr sz="1200" b="1" i="0" cap="all" spc="144">
                <a:solidFill>
                  <a:srgbClr val="9AA8C4"/>
                </a:solidFill>
                <a:latin typeface="Calibri"/>
              </a:rPr>
              <a:t>motor</a:t>
            </a:r>
          </a:p>
        </p:txBody>
      </p:sp>
      <p:pic>
        <p:nvPicPr>
          <p:cNvPr id="24" name="!!portada:7099c87f84" descr="fig_logo_edufem.png"/>
          <p:cNvPicPr>
            <a:picLocks noChangeAspect="1"/>
          </p:cNvPicPr>
          <p:nvPr/>
        </p:nvPicPr>
        <p:blipFill>
          <a:blip r:embed="rId3"/>
          <a:srcRect/>
          <a:stretch>
            <a:fillRect/>
          </a:stretch>
        </p:blipFill>
        <p:spPr>
          <a:xfrm>
            <a:off x="7797800" y="5819775"/>
            <a:ext cx="609600" cy="609600"/>
          </a:xfrm>
          <a:prstGeom prst="roundRect">
            <a:avLst>
              <a:gd name="adj" fmla="val 22916"/>
            </a:avLst>
          </a:prstGeom>
        </p:spPr>
      </p:pic>
      <p:sp>
        <p:nvSpPr>
          <p:cNvPr id="25" name="!!portada:0a65014afb"/>
          <p:cNvSpPr txBox="1"/>
          <p:nvPr/>
        </p:nvSpPr>
        <p:spPr>
          <a:xfrm>
            <a:off x="8559800" y="5809983"/>
            <a:ext cx="2277682" cy="449580"/>
          </a:xfrm>
          <a:prstGeom prst="rect">
            <a:avLst/>
          </a:prstGeom>
          <a:noFill/>
        </p:spPr>
        <p:txBody>
          <a:bodyPr wrap="square" lIns="0" rIns="0" tIns="0" bIns="0" anchor="t"/>
          <a:lstStyle/>
          <a:p>
            <a:pPr algn="l">
              <a:lnSpc>
                <a:spcPts val="3540"/>
              </a:lnSpc>
              <a:spcBef>
                <a:spcPts val="0"/>
              </a:spcBef>
              <a:spcAft>
                <a:spcPts val="0"/>
              </a:spcAft>
            </a:pPr>
            <a:r>
              <a:rPr sz="2900" b="1" i="0">
                <a:solidFill>
                  <a:srgbClr val="EEF3FC"/>
                </a:solidFill>
                <a:latin typeface="Calibri"/>
              </a:rPr>
              <a:t>Edu</a:t>
            </a:r>
            <a:r>
              <a:rPr sz="2900" b="1" i="0">
                <a:solidFill>
                  <a:srgbClr val="E8741A"/>
                </a:solidFill>
                <a:latin typeface="Calibri"/>
              </a:rPr>
              <a:t>FEM</a:t>
            </a:r>
          </a:p>
        </p:txBody>
      </p:sp>
      <p:sp>
        <p:nvSpPr>
          <p:cNvPr id="26" name="!!portada:9d0044ea9a"/>
          <p:cNvSpPr txBox="1"/>
          <p:nvPr/>
        </p:nvSpPr>
        <p:spPr>
          <a:xfrm>
            <a:off x="8559800" y="6278218"/>
            <a:ext cx="2277682"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C7D2E8"/>
                </a:solidFill>
                <a:latin typeface="Calibri"/>
              </a:rPr>
              <a:t>El procedimiento de cálculo, a la vista</a:t>
            </a:r>
          </a:p>
        </p:txBody>
      </p:sp>
      <p:pic>
        <p:nvPicPr>
          <p:cNvPr id="27" name="!!portada:455b1c0ccb" descr="a0e5716837bfb438.png"/>
          <p:cNvPicPr>
            <a:picLocks noChangeAspect="1"/>
          </p:cNvPicPr>
          <p:nvPr/>
        </p:nvPicPr>
        <p:blipFill>
          <a:blip r:embed="rId4"/>
          <a:stretch>
            <a:fillRect/>
          </a:stretch>
        </p:blipFill>
        <p:spPr>
          <a:xfrm>
            <a:off x="7416800" y="762000"/>
            <a:ext cx="4775200" cy="4572000"/>
          </a:xfrm>
          <a:prstGeom prst="rect">
            <a:avLst/>
          </a:prstGeom>
        </p:spPr>
      </p:pic>
      <p:sp>
        <p:nvSpPr>
          <p:cNvPr id="28" name="!!portada:cecd9e95d3">
            <a:hlinkClick r:id="" action="ppaction://hlinkshowjump?jump=nextslide"/>
          </p:cNvPr>
          <p:cNvSpPr/>
          <p:nvPr/>
        </p:nvSpPr>
        <p:spPr>
          <a:xfrm>
            <a:off x="698500" y="5992812"/>
            <a:ext cx="1229550" cy="35718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ortada:e6d1b6c5c8">
            <a:hlinkClick action="ppaction://hlinksldjump" r:id="rId5"/>
          </p:cNvPr>
          <p:cNvSpPr/>
          <p:nvPr/>
        </p:nvSpPr>
        <p:spPr>
          <a:xfrm>
            <a:off x="2016950" y="5996813"/>
            <a:ext cx="919480"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ortada:f317535d28">
            <a:hlinkClick action="ppaction://hlinksldjump" r:id="rId6"/>
          </p:cNvPr>
          <p:cNvSpPr/>
          <p:nvPr/>
        </p:nvSpPr>
        <p:spPr>
          <a:xfrm>
            <a:off x="3025267" y="5996813"/>
            <a:ext cx="1433894"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4="http://schemas.microsoft.com/office/powerpoint/2010/main">
    <mc:Choice Requires="p14">
      <p:transition spd="slow" p14:dur="1200">
        <p:fade thruBlk="1"/>
      </p:transition>
    </mc:Choice>
    <mc:Fallback xmlns="">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15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15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15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par>
                                <p:cTn id="20" presetID="10" presetClass="entr" presetSubtype="0" fill="hold" grpId="0" nodeType="withEffect">
                                  <p:stCondLst>
                                    <p:cond delay="37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childTnLst>
                                </p:cTn>
                              </p:par>
                              <p:par>
                                <p:cTn id="23" presetID="10" presetClass="entr" presetSubtype="0" fill="hold" grpId="0" nodeType="withEffect">
                                  <p:stCondLst>
                                    <p:cond delay="37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p:tgtEl>
                                          <p:spTgt spid="6"/>
                                        </p:tgtEl>
                                      </p:cBhvr>
                                    </p:animEffect>
                                  </p:childTnLst>
                                </p:cTn>
                              </p:par>
                              <p:par>
                                <p:cTn id="26" presetID="10" presetClass="entr" presetSubtype="0" fill="hold" grpId="0" nodeType="withEffect">
                                  <p:stCondLst>
                                    <p:cond delay="37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childTnLst>
                                </p:cTn>
                              </p:par>
                              <p:par>
                                <p:cTn id="29" presetID="42" presetClass="entr" presetSubtype="0" fill="hold" grpId="0" nodeType="withEffect">
                                  <p:stCondLst>
                                    <p:cond delay="59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50"/>
                                        <p:tgtEl>
                                          <p:spTgt spid="8"/>
                                        </p:tgtEl>
                                      </p:cBhvr>
                                    </p:animEffect>
                                    <p:anim calcmode="lin" valueType="num">
                                      <p:cBhvr>
                                        <p:cTn id="32" dur="650" fill="hold"/>
                                        <p:tgtEl>
                                          <p:spTgt spid="8"/>
                                        </p:tgtEl>
                                        <p:attrNameLst>
                                          <p:attrName>ppt_x</p:attrName>
                                        </p:attrNameLst>
                                      </p:cBhvr>
                                      <p:tavLst>
                                        <p:tav tm="0">
                                          <p:val>
                                            <p:strVal val="#ppt_x"/>
                                          </p:val>
                                        </p:tav>
                                        <p:tav tm="100000">
                                          <p:val>
                                            <p:strVal val="#ppt_x"/>
                                          </p:val>
                                        </p:tav>
                                      </p:tavLst>
                                    </p:anim>
                                    <p:anim calcmode="lin" valueType="num">
                                      <p:cBhvr>
                                        <p:cTn id="33" dur="650" fill="hold"/>
                                        <p:tgtEl>
                                          <p:spTgt spid="8"/>
                                        </p:tgtEl>
                                        <p:attrNameLst>
                                          <p:attrName>ppt_y</p:attrName>
                                        </p:attrNameLst>
                                      </p:cBhvr>
                                      <p:tavLst>
                                        <p:tav tm="0">
                                          <p:val>
                                            <p:strVal val="#ppt_y+.1"/>
                                          </p:val>
                                        </p:tav>
                                        <p:tav tm="100000">
                                          <p:val>
                                            <p:strVal val="#ppt_y"/>
                                          </p:val>
                                        </p:tav>
                                      </p:tavLst>
                                    </p:anim>
                                  </p:childTnLst>
                                </p:cTn>
                              </p:par>
                              <p:par>
                                <p:cTn id="34" presetID="10" presetClass="entr" presetSubtype="0" fill="hold" grpId="0" nodeType="withEffect">
                                  <p:stCondLst>
                                    <p:cond delay="81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600"/>
                                        <p:tgtEl>
                                          <p:spTgt spid="9"/>
                                        </p:tgtEl>
                                      </p:cBhvr>
                                    </p:animEffect>
                                  </p:childTnLst>
                                </p:cTn>
                              </p:par>
                              <p:par>
                                <p:cTn id="37" presetID="10" presetClass="entr" presetSubtype="0" fill="hold" grpId="0" nodeType="withEffect">
                                  <p:stCondLst>
                                    <p:cond delay="81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600"/>
                                        <p:tgtEl>
                                          <p:spTgt spid="10"/>
                                        </p:tgtEl>
                                      </p:cBhvr>
                                    </p:animEffect>
                                  </p:childTnLst>
                                </p:cTn>
                              </p:par>
                              <p:par>
                                <p:cTn id="40" presetID="10" presetClass="entr" presetSubtype="0" fill="hold" grpId="0" nodeType="withEffect">
                                  <p:stCondLst>
                                    <p:cond delay="81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600"/>
                                        <p:tgtEl>
                                          <p:spTgt spid="11"/>
                                        </p:tgtEl>
                                      </p:cBhvr>
                                    </p:animEffect>
                                  </p:childTnLst>
                                </p:cTn>
                              </p:par>
                              <p:par>
                                <p:cTn id="43" presetID="10" presetClass="entr" presetSubtype="0" fill="hold" grpId="0" nodeType="withEffect">
                                  <p:stCondLst>
                                    <p:cond delay="81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600"/>
                                        <p:tgtEl>
                                          <p:spTgt spid="12"/>
                                        </p:tgtEl>
                                      </p:cBhvr>
                                    </p:animEffect>
                                  </p:childTnLst>
                                </p:cTn>
                              </p:par>
                              <p:par>
                                <p:cTn id="46" presetID="10" presetClass="entr" presetSubtype="0" fill="hold" grpId="0" nodeType="withEffect">
                                  <p:stCondLst>
                                    <p:cond delay="103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600"/>
                                        <p:tgtEl>
                                          <p:spTgt spid="13"/>
                                        </p:tgtEl>
                                      </p:cBhvr>
                                    </p:animEffect>
                                  </p:childTnLst>
                                </p:cTn>
                              </p:par>
                              <p:par>
                                <p:cTn id="49" presetID="53" presetClass="entr" presetSubtype="16" fill="hold" grpId="0" nodeType="withEffect">
                                  <p:stCondLst>
                                    <p:cond delay="1250"/>
                                  </p:stCondLst>
                                  <p:childTnLst>
                                    <p:set>
                                      <p:cBhvr>
                                        <p:cTn id="50" dur="1" fill="hold">
                                          <p:stCondLst>
                                            <p:cond delay="0"/>
                                          </p:stCondLst>
                                        </p:cTn>
                                        <p:tgtEl>
                                          <p:spTgt spid="14"/>
                                        </p:tgtEl>
                                        <p:attrNameLst>
                                          <p:attrName>style.visibility</p:attrName>
                                        </p:attrNameLst>
                                      </p:cBhvr>
                                      <p:to>
                                        <p:strVal val="visible"/>
                                      </p:to>
                                    </p:set>
                                    <p:anim calcmode="lin" valueType="num">
                                      <p:cBhvr>
                                        <p:cTn id="51" dur="500" fill="hold"/>
                                        <p:tgtEl>
                                          <p:spTgt spid="14"/>
                                        </p:tgtEl>
                                        <p:attrNameLst>
                                          <p:attrName>ppt_w</p:attrName>
                                        </p:attrNameLst>
                                      </p:cBhvr>
                                      <p:tavLst>
                                        <p:tav tm="0">
                                          <p:val>
                                            <p:fltVal val="0"/>
                                          </p:val>
                                        </p:tav>
                                        <p:tav tm="100000">
                                          <p:val>
                                            <p:strVal val="#ppt_w"/>
                                          </p:val>
                                        </p:tav>
                                      </p:tavLst>
                                    </p:anim>
                                    <p:anim calcmode="lin" valueType="num">
                                      <p:cBhvr>
                                        <p:cTn id="52" dur="500" fill="hold"/>
                                        <p:tgtEl>
                                          <p:spTgt spid="14"/>
                                        </p:tgtEl>
                                        <p:attrNameLst>
                                          <p:attrName>ppt_h</p:attrName>
                                        </p:attrNameLst>
                                      </p:cBhvr>
                                      <p:tavLst>
                                        <p:tav tm="0">
                                          <p:val>
                                            <p:fltVal val="0"/>
                                          </p:val>
                                        </p:tav>
                                        <p:tav tm="100000">
                                          <p:val>
                                            <p:strVal val="#ppt_h"/>
                                          </p:val>
                                        </p:tav>
                                      </p:tavLst>
                                    </p:anim>
                                    <p:animEffect transition="in" filter="fade">
                                      <p:cBhvr>
                                        <p:cTn id="53" dur="500"/>
                                        <p:tgtEl>
                                          <p:spTgt spid="14"/>
                                        </p:tgtEl>
                                      </p:cBhvr>
                                    </p:animEffect>
                                  </p:childTnLst>
                                </p:cTn>
                              </p:par>
                              <p:par>
                                <p:cTn id="54" presetID="53" presetClass="entr" presetSubtype="16" fill="hold" grpId="0" nodeType="withEffect">
                                  <p:stCondLst>
                                    <p:cond delay="1250"/>
                                  </p:stCondLst>
                                  <p:childTnLst>
                                    <p:set>
                                      <p:cBhvr>
                                        <p:cTn id="55" dur="1" fill="hold">
                                          <p:stCondLst>
                                            <p:cond delay="0"/>
                                          </p:stCondLst>
                                        </p:cTn>
                                        <p:tgtEl>
                                          <p:spTgt spid="15"/>
                                        </p:tgtEl>
                                        <p:attrNameLst>
                                          <p:attrName>style.visibility</p:attrName>
                                        </p:attrNameLst>
                                      </p:cBhvr>
                                      <p:to>
                                        <p:strVal val="visible"/>
                                      </p:to>
                                    </p:set>
                                    <p:anim calcmode="lin" valueType="num">
                                      <p:cBhvr>
                                        <p:cTn id="56" dur="500" fill="hold"/>
                                        <p:tgtEl>
                                          <p:spTgt spid="15"/>
                                        </p:tgtEl>
                                        <p:attrNameLst>
                                          <p:attrName>ppt_w</p:attrName>
                                        </p:attrNameLst>
                                      </p:cBhvr>
                                      <p:tavLst>
                                        <p:tav tm="0">
                                          <p:val>
                                            <p:fltVal val="0"/>
                                          </p:val>
                                        </p:tav>
                                        <p:tav tm="100000">
                                          <p:val>
                                            <p:strVal val="#ppt_w"/>
                                          </p:val>
                                        </p:tav>
                                      </p:tavLst>
                                    </p:anim>
                                    <p:anim calcmode="lin" valueType="num">
                                      <p:cBhvr>
                                        <p:cTn id="57" dur="500" fill="hold"/>
                                        <p:tgtEl>
                                          <p:spTgt spid="15"/>
                                        </p:tgtEl>
                                        <p:attrNameLst>
                                          <p:attrName>ppt_h</p:attrName>
                                        </p:attrNameLst>
                                      </p:cBhvr>
                                      <p:tavLst>
                                        <p:tav tm="0">
                                          <p:val>
                                            <p:fltVal val="0"/>
                                          </p:val>
                                        </p:tav>
                                        <p:tav tm="100000">
                                          <p:val>
                                            <p:strVal val="#ppt_h"/>
                                          </p:val>
                                        </p:tav>
                                      </p:tavLst>
                                    </p:anim>
                                    <p:animEffect transition="in" filter="fade">
                                      <p:cBhvr>
                                        <p:cTn id="58" dur="500"/>
                                        <p:tgtEl>
                                          <p:spTgt spid="15"/>
                                        </p:tgtEl>
                                      </p:cBhvr>
                                    </p:animEffect>
                                  </p:childTnLst>
                                </p:cTn>
                              </p:par>
                              <p:par>
                                <p:cTn id="59" presetID="53" presetClass="entr" presetSubtype="16" fill="hold" grpId="0" nodeType="withEffect">
                                  <p:stCondLst>
                                    <p:cond delay="1250"/>
                                  </p:stCondLst>
                                  <p:childTnLst>
                                    <p:set>
                                      <p:cBhvr>
                                        <p:cTn id="60" dur="1" fill="hold">
                                          <p:stCondLst>
                                            <p:cond delay="0"/>
                                          </p:stCondLst>
                                        </p:cTn>
                                        <p:tgtEl>
                                          <p:spTgt spid="16"/>
                                        </p:tgtEl>
                                        <p:attrNameLst>
                                          <p:attrName>style.visibility</p:attrName>
                                        </p:attrNameLst>
                                      </p:cBhvr>
                                      <p:to>
                                        <p:strVal val="visible"/>
                                      </p:to>
                                    </p:set>
                                    <p:anim calcmode="lin" valueType="num">
                                      <p:cBhvr>
                                        <p:cTn id="61" dur="500" fill="hold"/>
                                        <p:tgtEl>
                                          <p:spTgt spid="16"/>
                                        </p:tgtEl>
                                        <p:attrNameLst>
                                          <p:attrName>ppt_w</p:attrName>
                                        </p:attrNameLst>
                                      </p:cBhvr>
                                      <p:tavLst>
                                        <p:tav tm="0">
                                          <p:val>
                                            <p:fltVal val="0"/>
                                          </p:val>
                                        </p:tav>
                                        <p:tav tm="100000">
                                          <p:val>
                                            <p:strVal val="#ppt_w"/>
                                          </p:val>
                                        </p:tav>
                                      </p:tavLst>
                                    </p:anim>
                                    <p:anim calcmode="lin" valueType="num">
                                      <p:cBhvr>
                                        <p:cTn id="62" dur="500" fill="hold"/>
                                        <p:tgtEl>
                                          <p:spTgt spid="16"/>
                                        </p:tgtEl>
                                        <p:attrNameLst>
                                          <p:attrName>ppt_h</p:attrName>
                                        </p:attrNameLst>
                                      </p:cBhvr>
                                      <p:tavLst>
                                        <p:tav tm="0">
                                          <p:val>
                                            <p:fltVal val="0"/>
                                          </p:val>
                                        </p:tav>
                                        <p:tav tm="100000">
                                          <p:val>
                                            <p:strVal val="#ppt_h"/>
                                          </p:val>
                                        </p:tav>
                                      </p:tavLst>
                                    </p:anim>
                                    <p:animEffect transition="in" filter="fade">
                                      <p:cBhvr>
                                        <p:cTn id="63" dur="500"/>
                                        <p:tgtEl>
                                          <p:spTgt spid="16"/>
                                        </p:tgtEl>
                                      </p:cBhvr>
                                    </p:animEffect>
                                  </p:childTnLst>
                                </p:cTn>
                              </p:par>
                              <p:par>
                                <p:cTn id="64" presetID="53" presetClass="entr" presetSubtype="16" fill="hold" grpId="0" nodeType="withEffect">
                                  <p:stCondLst>
                                    <p:cond delay="1250"/>
                                  </p:stCondLst>
                                  <p:childTnLst>
                                    <p:set>
                                      <p:cBhvr>
                                        <p:cTn id="65" dur="1" fill="hold">
                                          <p:stCondLst>
                                            <p:cond delay="0"/>
                                          </p:stCondLst>
                                        </p:cTn>
                                        <p:tgtEl>
                                          <p:spTgt spid="17"/>
                                        </p:tgtEl>
                                        <p:attrNameLst>
                                          <p:attrName>style.visibility</p:attrName>
                                        </p:attrNameLst>
                                      </p:cBhvr>
                                      <p:to>
                                        <p:strVal val="visible"/>
                                      </p:to>
                                    </p:set>
                                    <p:anim calcmode="lin" valueType="num">
                                      <p:cBhvr>
                                        <p:cTn id="66" dur="500" fill="hold"/>
                                        <p:tgtEl>
                                          <p:spTgt spid="17"/>
                                        </p:tgtEl>
                                        <p:attrNameLst>
                                          <p:attrName>ppt_w</p:attrName>
                                        </p:attrNameLst>
                                      </p:cBhvr>
                                      <p:tavLst>
                                        <p:tav tm="0">
                                          <p:val>
                                            <p:fltVal val="0"/>
                                          </p:val>
                                        </p:tav>
                                        <p:tav tm="100000">
                                          <p:val>
                                            <p:strVal val="#ppt_w"/>
                                          </p:val>
                                        </p:tav>
                                      </p:tavLst>
                                    </p:anim>
                                    <p:anim calcmode="lin" valueType="num">
                                      <p:cBhvr>
                                        <p:cTn id="67" dur="500" fill="hold"/>
                                        <p:tgtEl>
                                          <p:spTgt spid="17"/>
                                        </p:tgtEl>
                                        <p:attrNameLst>
                                          <p:attrName>ppt_h</p:attrName>
                                        </p:attrNameLst>
                                      </p:cBhvr>
                                      <p:tavLst>
                                        <p:tav tm="0">
                                          <p:val>
                                            <p:fltVal val="0"/>
                                          </p:val>
                                        </p:tav>
                                        <p:tav tm="100000">
                                          <p:val>
                                            <p:strVal val="#ppt_h"/>
                                          </p:val>
                                        </p:tav>
                                      </p:tavLst>
                                    </p:anim>
                                    <p:animEffect transition="in" filter="fade">
                                      <p:cBhvr>
                                        <p:cTn id="68" dur="500"/>
                                        <p:tgtEl>
                                          <p:spTgt spid="17"/>
                                        </p:tgtEl>
                                      </p:cBhvr>
                                    </p:animEffect>
                                  </p:childTnLst>
                                </p:cTn>
                              </p:par>
                              <p:par>
                                <p:cTn id="69" presetID="53" presetClass="entr" presetSubtype="16" fill="hold" grpId="0" nodeType="withEffect">
                                  <p:stCondLst>
                                    <p:cond delay="1250"/>
                                  </p:stCondLst>
                                  <p:childTnLst>
                                    <p:set>
                                      <p:cBhvr>
                                        <p:cTn id="70" dur="1" fill="hold">
                                          <p:stCondLst>
                                            <p:cond delay="0"/>
                                          </p:stCondLst>
                                        </p:cTn>
                                        <p:tgtEl>
                                          <p:spTgt spid="18"/>
                                        </p:tgtEl>
                                        <p:attrNameLst>
                                          <p:attrName>style.visibility</p:attrName>
                                        </p:attrNameLst>
                                      </p:cBhvr>
                                      <p:to>
                                        <p:strVal val="visible"/>
                                      </p:to>
                                    </p:set>
                                    <p:anim calcmode="lin" valueType="num">
                                      <p:cBhvr>
                                        <p:cTn id="71" dur="500" fill="hold"/>
                                        <p:tgtEl>
                                          <p:spTgt spid="18"/>
                                        </p:tgtEl>
                                        <p:attrNameLst>
                                          <p:attrName>ppt_w</p:attrName>
                                        </p:attrNameLst>
                                      </p:cBhvr>
                                      <p:tavLst>
                                        <p:tav tm="0">
                                          <p:val>
                                            <p:fltVal val="0"/>
                                          </p:val>
                                        </p:tav>
                                        <p:tav tm="100000">
                                          <p:val>
                                            <p:strVal val="#ppt_w"/>
                                          </p:val>
                                        </p:tav>
                                      </p:tavLst>
                                    </p:anim>
                                    <p:anim calcmode="lin" valueType="num">
                                      <p:cBhvr>
                                        <p:cTn id="72" dur="500" fill="hold"/>
                                        <p:tgtEl>
                                          <p:spTgt spid="18"/>
                                        </p:tgtEl>
                                        <p:attrNameLst>
                                          <p:attrName>ppt_h</p:attrName>
                                        </p:attrNameLst>
                                      </p:cBhvr>
                                      <p:tavLst>
                                        <p:tav tm="0">
                                          <p:val>
                                            <p:fltVal val="0"/>
                                          </p:val>
                                        </p:tav>
                                        <p:tav tm="100000">
                                          <p:val>
                                            <p:strVal val="#ppt_h"/>
                                          </p:val>
                                        </p:tav>
                                      </p:tavLst>
                                    </p:anim>
                                    <p:animEffect transition="in" filter="fade">
                                      <p:cBhvr>
                                        <p:cTn id="73" dur="500"/>
                                        <p:tgtEl>
                                          <p:spTgt spid="18"/>
                                        </p:tgtEl>
                                      </p:cBhvr>
                                    </p:animEffect>
                                  </p:childTnLst>
                                </p:cTn>
                              </p:par>
                              <p:par>
                                <p:cTn id="74" presetID="53" presetClass="entr" presetSubtype="16" fill="hold" grpId="0" nodeType="withEffect">
                                  <p:stCondLst>
                                    <p:cond delay="1250"/>
                                  </p:stCondLst>
                                  <p:childTnLst>
                                    <p:set>
                                      <p:cBhvr>
                                        <p:cTn id="75" dur="1" fill="hold">
                                          <p:stCondLst>
                                            <p:cond delay="0"/>
                                          </p:stCondLst>
                                        </p:cTn>
                                        <p:tgtEl>
                                          <p:spTgt spid="19"/>
                                        </p:tgtEl>
                                        <p:attrNameLst>
                                          <p:attrName>style.visibility</p:attrName>
                                        </p:attrNameLst>
                                      </p:cBhvr>
                                      <p:to>
                                        <p:strVal val="visible"/>
                                      </p:to>
                                    </p:set>
                                    <p:anim calcmode="lin" valueType="num">
                                      <p:cBhvr>
                                        <p:cTn id="76" dur="500" fill="hold"/>
                                        <p:tgtEl>
                                          <p:spTgt spid="19"/>
                                        </p:tgtEl>
                                        <p:attrNameLst>
                                          <p:attrName>ppt_w</p:attrName>
                                        </p:attrNameLst>
                                      </p:cBhvr>
                                      <p:tavLst>
                                        <p:tav tm="0">
                                          <p:val>
                                            <p:fltVal val="0"/>
                                          </p:val>
                                        </p:tav>
                                        <p:tav tm="100000">
                                          <p:val>
                                            <p:strVal val="#ppt_w"/>
                                          </p:val>
                                        </p:tav>
                                      </p:tavLst>
                                    </p:anim>
                                    <p:anim calcmode="lin" valueType="num">
                                      <p:cBhvr>
                                        <p:cTn id="77" dur="500" fill="hold"/>
                                        <p:tgtEl>
                                          <p:spTgt spid="19"/>
                                        </p:tgtEl>
                                        <p:attrNameLst>
                                          <p:attrName>ppt_h</p:attrName>
                                        </p:attrNameLst>
                                      </p:cBhvr>
                                      <p:tavLst>
                                        <p:tav tm="0">
                                          <p:val>
                                            <p:fltVal val="0"/>
                                          </p:val>
                                        </p:tav>
                                        <p:tav tm="100000">
                                          <p:val>
                                            <p:strVal val="#ppt_h"/>
                                          </p:val>
                                        </p:tav>
                                      </p:tavLst>
                                    </p:anim>
                                    <p:animEffect transition="in" filter="fade">
                                      <p:cBhvr>
                                        <p:cTn id="78" dur="500"/>
                                        <p:tgtEl>
                                          <p:spTgt spid="19"/>
                                        </p:tgtEl>
                                      </p:cBhvr>
                                    </p:animEffect>
                                  </p:childTnLst>
                                </p:cTn>
                              </p:par>
                              <p:par>
                                <p:cTn id="79" presetID="53" presetClass="entr" presetSubtype="16" fill="hold" grpId="0" nodeType="withEffect">
                                  <p:stCondLst>
                                    <p:cond delay="1250"/>
                                  </p:stCondLst>
                                  <p:childTnLst>
                                    <p:set>
                                      <p:cBhvr>
                                        <p:cTn id="80" dur="1" fill="hold">
                                          <p:stCondLst>
                                            <p:cond delay="0"/>
                                          </p:stCondLst>
                                        </p:cTn>
                                        <p:tgtEl>
                                          <p:spTgt spid="20"/>
                                        </p:tgtEl>
                                        <p:attrNameLst>
                                          <p:attrName>style.visibility</p:attrName>
                                        </p:attrNameLst>
                                      </p:cBhvr>
                                      <p:to>
                                        <p:strVal val="visible"/>
                                      </p:to>
                                    </p:set>
                                    <p:anim calcmode="lin" valueType="num">
                                      <p:cBhvr>
                                        <p:cTn id="81" dur="500" fill="hold"/>
                                        <p:tgtEl>
                                          <p:spTgt spid="20"/>
                                        </p:tgtEl>
                                        <p:attrNameLst>
                                          <p:attrName>ppt_w</p:attrName>
                                        </p:attrNameLst>
                                      </p:cBhvr>
                                      <p:tavLst>
                                        <p:tav tm="0">
                                          <p:val>
                                            <p:fltVal val="0"/>
                                          </p:val>
                                        </p:tav>
                                        <p:tav tm="100000">
                                          <p:val>
                                            <p:strVal val="#ppt_w"/>
                                          </p:val>
                                        </p:tav>
                                      </p:tavLst>
                                    </p:anim>
                                    <p:anim calcmode="lin" valueType="num">
                                      <p:cBhvr>
                                        <p:cTn id="82" dur="500" fill="hold"/>
                                        <p:tgtEl>
                                          <p:spTgt spid="20"/>
                                        </p:tgtEl>
                                        <p:attrNameLst>
                                          <p:attrName>ppt_h</p:attrName>
                                        </p:attrNameLst>
                                      </p:cBhvr>
                                      <p:tavLst>
                                        <p:tav tm="0">
                                          <p:val>
                                            <p:fltVal val="0"/>
                                          </p:val>
                                        </p:tav>
                                        <p:tav tm="100000">
                                          <p:val>
                                            <p:strVal val="#ppt_h"/>
                                          </p:val>
                                        </p:tav>
                                      </p:tavLst>
                                    </p:anim>
                                    <p:animEffect transition="in" filter="fade">
                                      <p:cBhvr>
                                        <p:cTn id="8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animBg="1"/>
      <p:bldP spid="7" grpId="0"/>
      <p:bldP spid="8" grpId="0"/>
      <p:bldP spid="9" grpId="0" animBg="1"/>
      <p:bldP spid="10" grpId="0" animBg="1"/>
      <p:bldP spid="11" grpId="0"/>
      <p:bldP spid="12" grpId="0"/>
      <p:bldP spid="13" grpId="0"/>
      <p:bldP spid="14" grpId="0" animBg="1"/>
      <p:bldP spid="15" grpId="0"/>
      <p:bldP spid="16" grpId="0"/>
      <p:bldP spid="17" grpId="0" animBg="1"/>
      <p:bldP spid="18" grpId="0"/>
      <p:bldP spid="19" grpId="0" animBg="1"/>
      <p:bldP spid="20"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sep-intro:efddc9a3bf"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sep-intro:e10358ef57"/>
          <p:cNvSpPr txBox="1"/>
          <p:nvPr/>
        </p:nvSpPr>
        <p:spPr>
          <a:xfrm>
            <a:off x="952500" y="1284034"/>
            <a:ext cx="10492740" cy="165100"/>
          </a:xfrm>
          <a:prstGeom prst="rect">
            <a:avLst/>
          </a:prstGeom>
          <a:noFill/>
        </p:spPr>
        <p:txBody>
          <a:bodyPr wrap="square" lIns="0" rIns="0" tIns="0" bIns="0" anchor="t"/>
          <a:lstStyle/>
          <a:p>
            <a:pPr algn="l">
              <a:lnSpc>
                <a:spcPts val="1300"/>
              </a:lnSpc>
              <a:spcBef>
                <a:spcPts val="0"/>
              </a:spcBef>
              <a:spcAft>
                <a:spcPts val="0"/>
              </a:spcAft>
            </a:pPr>
            <a:r>
              <a:rPr sz="1300" b="1" i="0" cap="all" spc="208">
                <a:solidFill>
                  <a:srgbClr val="E8741A"/>
                </a:solidFill>
                <a:latin typeface="Calibri"/>
              </a:rPr>
              <a:t>Recorrido de la defensa</a:t>
            </a:r>
          </a:p>
        </p:txBody>
      </p:sp>
      <p:sp>
        <p:nvSpPr>
          <p:cNvPr id="4" name="!!sep-intro:999e42955d"/>
          <p:cNvSpPr txBox="1"/>
          <p:nvPr/>
        </p:nvSpPr>
        <p:spPr>
          <a:xfrm>
            <a:off x="952500" y="1601488"/>
            <a:ext cx="9391650" cy="452628"/>
          </a:xfrm>
          <a:prstGeom prst="rect">
            <a:avLst/>
          </a:prstGeom>
          <a:noFill/>
        </p:spPr>
        <p:txBody>
          <a:bodyPr wrap="square" lIns="0" rIns="0" tIns="0" bIns="0" anchor="t"/>
          <a:lstStyle/>
          <a:p>
            <a:pPr algn="l">
              <a:lnSpc>
                <a:spcPts val="3564"/>
              </a:lnSpc>
              <a:spcBef>
                <a:spcPts val="0"/>
              </a:spcBef>
              <a:spcAft>
                <a:spcPts val="0"/>
              </a:spcAft>
            </a:pPr>
            <a:r>
              <a:rPr sz="3300" b="1" i="0" spc="-66">
                <a:solidFill>
                  <a:srgbClr val="FFFFFF"/>
                </a:solidFill>
                <a:latin typeface="Calibri"/>
              </a:rPr>
              <a:t>Un capítulo por objetivo y, al final, la respuesta</a:t>
            </a:r>
          </a:p>
        </p:txBody>
      </p:sp>
      <p:sp>
        <p:nvSpPr>
          <p:cNvPr id="5" name="!!sep-intro:75dec09e8d"/>
          <p:cNvSpPr/>
          <p:nvPr/>
        </p:nvSpPr>
        <p:spPr>
          <a:xfrm>
            <a:off x="1206500" y="3594100"/>
            <a:ext cx="9779000" cy="38100"/>
          </a:xfrm>
          <a:prstGeom prst="roundRect">
            <a:avLst>
              <a:gd name="adj" fmla="val 50000"/>
            </a:avLst>
          </a:prstGeom>
          <a:solidFill>
            <a:srgbClr val="C7D2E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ep-intro:670651b532"/>
          <p:cNvSpPr/>
          <p:nvPr/>
        </p:nvSpPr>
        <p:spPr>
          <a:xfrm>
            <a:off x="1206500" y="3594100"/>
            <a:ext cx="9779000" cy="3810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p-intro:8958c7c0a5"/>
          <p:cNvSpPr/>
          <p:nvPr/>
        </p:nvSpPr>
        <p:spPr>
          <a:xfrm>
            <a:off x="962025" y="3311525"/>
            <a:ext cx="1906206" cy="2139950"/>
          </a:xfrm>
          <a:prstGeom prst="roundRect">
            <a:avLst>
              <a:gd name="adj" fmla="val 6162"/>
            </a:avLst>
          </a:prstGeom>
          <a:solidFill>
            <a:srgbClr val="2C3E63"/>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p-intro:c8c4057b48"/>
          <p:cNvSpPr/>
          <p:nvPr/>
        </p:nvSpPr>
        <p:spPr>
          <a:xfrm>
            <a:off x="1120775" y="3419475"/>
            <a:ext cx="400050" cy="400050"/>
          </a:xfrm>
          <a:prstGeom prst="ellipse">
            <a:avLst/>
          </a:prstGeom>
          <a:solidFill>
            <a:srgbClr val="E8741A"/>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p-intro:c4654c2e0a"/>
          <p:cNvSpPr txBox="1"/>
          <p:nvPr/>
        </p:nvSpPr>
        <p:spPr>
          <a:xfrm>
            <a:off x="1104900" y="3542538"/>
            <a:ext cx="4318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a:t>
            </a:r>
          </a:p>
        </p:txBody>
      </p:sp>
      <p:sp>
        <p:nvSpPr>
          <p:cNvPr id="10" name="!!sep-intro:faf3f2929d"/>
          <p:cNvSpPr txBox="1"/>
          <p:nvPr/>
        </p:nvSpPr>
        <p:spPr>
          <a:xfrm>
            <a:off x="1123950" y="4018750"/>
            <a:ext cx="1633156"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FFFFFF"/>
                </a:solidFill>
                <a:latin typeface="Calibri"/>
              </a:rPr>
              <a:t>Introducción</a:t>
            </a:r>
          </a:p>
        </p:txBody>
      </p:sp>
      <p:sp>
        <p:nvSpPr>
          <p:cNvPr id="11" name="!!sep-intro:6fd3f3c7e0"/>
          <p:cNvSpPr txBox="1"/>
          <p:nvPr/>
        </p:nvSpPr>
        <p:spPr>
          <a:xfrm>
            <a:off x="1123950" y="4289687"/>
            <a:ext cx="1633156"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E8741A"/>
                </a:solidFill>
                <a:latin typeface="Calibri"/>
              </a:rPr>
              <a:t>Plantear</a:t>
            </a:r>
          </a:p>
        </p:txBody>
      </p:sp>
      <p:sp>
        <p:nvSpPr>
          <p:cNvPr id="12" name="!!sep-intro:10d77ad27d"/>
          <p:cNvSpPr txBox="1"/>
          <p:nvPr/>
        </p:nvSpPr>
        <p:spPr>
          <a:xfrm>
            <a:off x="1123950" y="4594873"/>
            <a:ext cx="1633156" cy="594360"/>
          </a:xfrm>
          <a:prstGeom prst="rect">
            <a:avLst/>
          </a:prstGeom>
          <a:noFill/>
        </p:spPr>
        <p:txBody>
          <a:bodyPr wrap="square" lIns="0" rIns="0" tIns="0" bIns="0" anchor="t"/>
          <a:lstStyle/>
          <a:p>
            <a:pPr algn="l">
              <a:lnSpc>
                <a:spcPts val="1560"/>
              </a:lnSpc>
              <a:spcBef>
                <a:spcPts val="0"/>
              </a:spcBef>
              <a:spcAft>
                <a:spcPts val="0"/>
              </a:spcAft>
            </a:pPr>
            <a:r>
              <a:rPr sz="1200" b="0" i="0">
                <a:solidFill>
                  <a:srgbClr val="C7D2E8"/>
                </a:solidFill>
                <a:latin typeface="Calibri"/>
              </a:rPr>
              <a:t>Problema · alcance ·</a:t>
            </a:r>
            <a:br/>
            <a:r>
              <a:rPr sz="1200" b="0" i="0">
                <a:solidFill>
                  <a:srgbClr val="C7D2E8"/>
                </a:solidFill>
                <a:latin typeface="Calibri"/>
              </a:rPr>
              <a:t>objetivos · hipótesis ·</a:t>
            </a:r>
            <a:br/>
            <a:r>
              <a:rPr sz="1200" b="0" i="0">
                <a:solidFill>
                  <a:srgbClr val="C7D2E8"/>
                </a:solidFill>
                <a:latin typeface="Calibri"/>
              </a:rPr>
              <a:t>método</a:t>
            </a:r>
          </a:p>
        </p:txBody>
      </p:sp>
      <p:sp>
        <p:nvSpPr>
          <p:cNvPr id="13" name="!!sep-intro:f655fae45c"/>
          <p:cNvSpPr/>
          <p:nvPr/>
        </p:nvSpPr>
        <p:spPr>
          <a:xfrm>
            <a:off x="3046032" y="3305175"/>
            <a:ext cx="1918970" cy="2152650"/>
          </a:xfrm>
          <a:prstGeom prst="roundRect">
            <a:avLst>
              <a:gd name="adj" fmla="val 6452"/>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ep-intro:e184812939"/>
          <p:cNvSpPr/>
          <p:nvPr/>
        </p:nvSpPr>
        <p:spPr>
          <a:xfrm>
            <a:off x="3198432" y="3406775"/>
            <a:ext cx="400050" cy="400050"/>
          </a:xfrm>
          <a:prstGeom prst="ellipse">
            <a:avLst/>
          </a:prstGeom>
          <a:solidFill>
            <a:srgbClr val="22335A"/>
          </a:solidFill>
          <a:ln w="19050">
            <a:solidFill>
              <a:srgbClr val="C7D2E8">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p-intro:912f48b423"/>
          <p:cNvSpPr txBox="1"/>
          <p:nvPr/>
        </p:nvSpPr>
        <p:spPr>
          <a:xfrm>
            <a:off x="3182556" y="3529838"/>
            <a:ext cx="4318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E6ECF7"/>
                </a:solidFill>
                <a:latin typeface="Calibri"/>
              </a:rPr>
              <a:t>1</a:t>
            </a:r>
          </a:p>
        </p:txBody>
      </p:sp>
      <p:sp>
        <p:nvSpPr>
          <p:cNvPr id="16" name="!!sep-intro:1decf1e14a"/>
          <p:cNvSpPr txBox="1"/>
          <p:nvPr/>
        </p:nvSpPr>
        <p:spPr>
          <a:xfrm>
            <a:off x="3201606" y="4006050"/>
            <a:ext cx="1658620"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FFFFFF"/>
                </a:solidFill>
                <a:latin typeface="Calibri"/>
              </a:rPr>
              <a:t>Capítulo 1</a:t>
            </a:r>
          </a:p>
        </p:txBody>
      </p:sp>
      <p:sp>
        <p:nvSpPr>
          <p:cNvPr id="17" name="!!sep-intro:f6044b49e3"/>
          <p:cNvSpPr txBox="1"/>
          <p:nvPr/>
        </p:nvSpPr>
        <p:spPr>
          <a:xfrm>
            <a:off x="3201606" y="4276987"/>
            <a:ext cx="165862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E8741A"/>
                </a:solidFill>
                <a:latin typeface="Calibri"/>
              </a:rPr>
              <a:t>Fundamentar</a:t>
            </a:r>
          </a:p>
        </p:txBody>
      </p:sp>
      <p:sp>
        <p:nvSpPr>
          <p:cNvPr id="18" name="!!sep-intro:4845c042e8"/>
          <p:cNvSpPr txBox="1"/>
          <p:nvPr/>
        </p:nvSpPr>
        <p:spPr>
          <a:xfrm>
            <a:off x="3201606" y="4582173"/>
            <a:ext cx="1658620" cy="594360"/>
          </a:xfrm>
          <a:prstGeom prst="rect">
            <a:avLst/>
          </a:prstGeom>
          <a:noFill/>
        </p:spPr>
        <p:txBody>
          <a:bodyPr wrap="square" lIns="0" rIns="0" tIns="0" bIns="0" anchor="t"/>
          <a:lstStyle/>
          <a:p>
            <a:pPr algn="l">
              <a:lnSpc>
                <a:spcPts val="1560"/>
              </a:lnSpc>
              <a:spcBef>
                <a:spcPts val="0"/>
              </a:spcBef>
              <a:spcAft>
                <a:spcPts val="0"/>
              </a:spcAft>
            </a:pPr>
            <a:r>
              <a:rPr sz="1200" b="0" i="0">
                <a:solidFill>
                  <a:srgbClr val="C7D2E8"/>
                </a:solidFill>
                <a:latin typeface="Calibri"/>
              </a:rPr>
              <a:t>Estado del arte ·</a:t>
            </a:r>
            <a:br/>
            <a:r>
              <a:rPr sz="1200" b="0" i="0">
                <a:solidFill>
                  <a:srgbClr val="C7D2E8"/>
                </a:solidFill>
                <a:latin typeface="Calibri"/>
              </a:rPr>
              <a:t>formulación variacional ·</a:t>
            </a:r>
            <a:br/>
            <a:r>
              <a:rPr sz="1200" b="0" i="0">
                <a:solidFill>
                  <a:srgbClr val="C7D2E8"/>
                </a:solidFill>
                <a:latin typeface="Calibri"/>
              </a:rPr>
              <a:t>nueve etapas</a:t>
            </a:r>
          </a:p>
        </p:txBody>
      </p:sp>
      <p:sp>
        <p:nvSpPr>
          <p:cNvPr id="19" name="!!sep-intro:4cd022a623"/>
          <p:cNvSpPr/>
          <p:nvPr/>
        </p:nvSpPr>
        <p:spPr>
          <a:xfrm>
            <a:off x="5136452" y="3305175"/>
            <a:ext cx="1918970" cy="2152650"/>
          </a:xfrm>
          <a:prstGeom prst="roundRect">
            <a:avLst>
              <a:gd name="adj" fmla="val 6452"/>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ep-intro:1d2f97b281"/>
          <p:cNvSpPr/>
          <p:nvPr/>
        </p:nvSpPr>
        <p:spPr>
          <a:xfrm>
            <a:off x="5288852" y="3406775"/>
            <a:ext cx="400050" cy="400050"/>
          </a:xfrm>
          <a:prstGeom prst="ellipse">
            <a:avLst/>
          </a:prstGeom>
          <a:solidFill>
            <a:srgbClr val="22335A"/>
          </a:solidFill>
          <a:ln w="19050">
            <a:solidFill>
              <a:srgbClr val="C7D2E8">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p-intro:e341b4cbf1"/>
          <p:cNvSpPr txBox="1"/>
          <p:nvPr/>
        </p:nvSpPr>
        <p:spPr>
          <a:xfrm>
            <a:off x="5272976" y="3529838"/>
            <a:ext cx="4318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E6ECF7"/>
                </a:solidFill>
                <a:latin typeface="Calibri"/>
              </a:rPr>
              <a:t>2</a:t>
            </a:r>
          </a:p>
        </p:txBody>
      </p:sp>
      <p:sp>
        <p:nvSpPr>
          <p:cNvPr id="22" name="!!sep-intro:c5ccb71b54"/>
          <p:cNvSpPr txBox="1"/>
          <p:nvPr/>
        </p:nvSpPr>
        <p:spPr>
          <a:xfrm>
            <a:off x="5292026" y="4006050"/>
            <a:ext cx="1658620"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FFFFFF"/>
                </a:solidFill>
                <a:latin typeface="Calibri"/>
              </a:rPr>
              <a:t>Capítulo 2</a:t>
            </a:r>
          </a:p>
        </p:txBody>
      </p:sp>
      <p:sp>
        <p:nvSpPr>
          <p:cNvPr id="23" name="!!sep-intro:c0c2ae6731"/>
          <p:cNvSpPr txBox="1"/>
          <p:nvPr/>
        </p:nvSpPr>
        <p:spPr>
          <a:xfrm>
            <a:off x="5292026" y="4276987"/>
            <a:ext cx="165862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E8741A"/>
                </a:solidFill>
                <a:latin typeface="Calibri"/>
              </a:rPr>
              <a:t>Desarrollar</a:t>
            </a:r>
          </a:p>
        </p:txBody>
      </p:sp>
      <p:sp>
        <p:nvSpPr>
          <p:cNvPr id="24" name="!!sep-intro:4d0c82db8d"/>
          <p:cNvSpPr txBox="1"/>
          <p:nvPr/>
        </p:nvSpPr>
        <p:spPr>
          <a:xfrm>
            <a:off x="5292026" y="4582173"/>
            <a:ext cx="1658620" cy="396240"/>
          </a:xfrm>
          <a:prstGeom prst="rect">
            <a:avLst/>
          </a:prstGeom>
          <a:noFill/>
        </p:spPr>
        <p:txBody>
          <a:bodyPr wrap="square" lIns="0" rIns="0" tIns="0" bIns="0" anchor="t"/>
          <a:lstStyle/>
          <a:p>
            <a:pPr algn="l">
              <a:lnSpc>
                <a:spcPts val="1560"/>
              </a:lnSpc>
              <a:spcBef>
                <a:spcPts val="0"/>
              </a:spcBef>
              <a:spcAft>
                <a:spcPts val="0"/>
              </a:spcAft>
            </a:pPr>
            <a:r>
              <a:rPr sz="1200" b="0" i="0">
                <a:solidFill>
                  <a:srgbClr val="C7D2E8"/>
                </a:solidFill>
                <a:latin typeface="Calibri"/>
              </a:rPr>
              <a:t>Cómo se contrasta ·</a:t>
            </a:r>
            <a:br/>
            <a:r>
              <a:rPr sz="1200" b="0" i="0">
                <a:solidFill>
                  <a:srgbClr val="C7D2E8"/>
                </a:solidFill>
                <a:latin typeface="Calibri"/>
              </a:rPr>
              <a:t>EduFEM · demostración</a:t>
            </a:r>
          </a:p>
        </p:txBody>
      </p:sp>
      <p:sp>
        <p:nvSpPr>
          <p:cNvPr id="25" name="!!sep-intro:3f07ee1fab"/>
          <p:cNvSpPr/>
          <p:nvPr/>
        </p:nvSpPr>
        <p:spPr>
          <a:xfrm>
            <a:off x="7226871" y="3305175"/>
            <a:ext cx="1918970" cy="2152650"/>
          </a:xfrm>
          <a:prstGeom prst="roundRect">
            <a:avLst>
              <a:gd name="adj" fmla="val 6452"/>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p-intro:ab4ba51f86"/>
          <p:cNvSpPr/>
          <p:nvPr/>
        </p:nvSpPr>
        <p:spPr>
          <a:xfrm>
            <a:off x="7379271" y="3406775"/>
            <a:ext cx="400050" cy="400050"/>
          </a:xfrm>
          <a:prstGeom prst="ellipse">
            <a:avLst/>
          </a:prstGeom>
          <a:solidFill>
            <a:srgbClr val="22335A"/>
          </a:solidFill>
          <a:ln w="19050">
            <a:solidFill>
              <a:srgbClr val="C7D2E8">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ep-intro:58cc19b044"/>
          <p:cNvSpPr txBox="1"/>
          <p:nvPr/>
        </p:nvSpPr>
        <p:spPr>
          <a:xfrm>
            <a:off x="7363396" y="3529838"/>
            <a:ext cx="4318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E6ECF7"/>
                </a:solidFill>
                <a:latin typeface="Calibri"/>
              </a:rPr>
              <a:t>3</a:t>
            </a:r>
          </a:p>
        </p:txBody>
      </p:sp>
      <p:sp>
        <p:nvSpPr>
          <p:cNvPr id="28" name="!!sep-intro:6a73636732"/>
          <p:cNvSpPr txBox="1"/>
          <p:nvPr/>
        </p:nvSpPr>
        <p:spPr>
          <a:xfrm>
            <a:off x="7382446" y="4006050"/>
            <a:ext cx="1658620"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FFFFFF"/>
                </a:solidFill>
                <a:latin typeface="Calibri"/>
              </a:rPr>
              <a:t>Capítulo 3</a:t>
            </a:r>
          </a:p>
        </p:txBody>
      </p:sp>
      <p:sp>
        <p:nvSpPr>
          <p:cNvPr id="29" name="!!sep-intro:06183a21d0"/>
          <p:cNvSpPr txBox="1"/>
          <p:nvPr/>
        </p:nvSpPr>
        <p:spPr>
          <a:xfrm>
            <a:off x="7382446" y="4276987"/>
            <a:ext cx="165862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E8741A"/>
                </a:solidFill>
                <a:latin typeface="Calibri"/>
              </a:rPr>
              <a:t>Verificar y validar</a:t>
            </a:r>
          </a:p>
        </p:txBody>
      </p:sp>
      <p:sp>
        <p:nvSpPr>
          <p:cNvPr id="30" name="!!sep-intro:105318505c"/>
          <p:cNvSpPr txBox="1"/>
          <p:nvPr/>
        </p:nvSpPr>
        <p:spPr>
          <a:xfrm>
            <a:off x="7382446" y="4582173"/>
            <a:ext cx="1658620" cy="594360"/>
          </a:xfrm>
          <a:prstGeom prst="rect">
            <a:avLst/>
          </a:prstGeom>
          <a:noFill/>
        </p:spPr>
        <p:txBody>
          <a:bodyPr wrap="square" lIns="0" rIns="0" tIns="0" bIns="0" anchor="t"/>
          <a:lstStyle/>
          <a:p>
            <a:pPr algn="l">
              <a:lnSpc>
                <a:spcPts val="1560"/>
              </a:lnSpc>
              <a:spcBef>
                <a:spcPts val="0"/>
              </a:spcBef>
              <a:spcAft>
                <a:spcPts val="0"/>
              </a:spcAft>
            </a:pPr>
            <a:r>
              <a:rPr sz="1200" b="0" i="0">
                <a:solidFill>
                  <a:srgbClr val="C7D2E8"/>
                </a:solidFill>
                <a:latin typeface="Calibri"/>
              </a:rPr>
              <a:t>Soluciones exactas ·</a:t>
            </a:r>
            <a:br/>
            <a:r>
              <a:rPr sz="1200" b="0" i="0">
                <a:solidFill>
                  <a:srgbClr val="C7D2E8"/>
                </a:solidFill>
                <a:latin typeface="Calibri"/>
              </a:rPr>
              <a:t>Timoshenko · Cook ·</a:t>
            </a:r>
            <a:br/>
            <a:r>
              <a:rPr sz="1200" b="0" i="0">
                <a:solidFill>
                  <a:srgbClr val="C7D2E8"/>
                </a:solidFill>
                <a:latin typeface="Calibri"/>
              </a:rPr>
              <a:t>cobertura</a:t>
            </a:r>
          </a:p>
        </p:txBody>
      </p:sp>
      <p:sp>
        <p:nvSpPr>
          <p:cNvPr id="31" name="!!sep-intro:67ce95b139"/>
          <p:cNvSpPr/>
          <p:nvPr/>
        </p:nvSpPr>
        <p:spPr>
          <a:xfrm>
            <a:off x="9317355" y="3305175"/>
            <a:ext cx="1918970" cy="2152650"/>
          </a:xfrm>
          <a:prstGeom prst="roundRect">
            <a:avLst>
              <a:gd name="adj" fmla="val 6452"/>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ep-intro:2fc91f5f1c"/>
          <p:cNvSpPr/>
          <p:nvPr/>
        </p:nvSpPr>
        <p:spPr>
          <a:xfrm>
            <a:off x="9469755" y="3406775"/>
            <a:ext cx="400050" cy="400050"/>
          </a:xfrm>
          <a:prstGeom prst="ellipse">
            <a:avLst/>
          </a:prstGeom>
          <a:solidFill>
            <a:srgbClr val="22335A"/>
          </a:solidFill>
          <a:ln w="19050">
            <a:solidFill>
              <a:srgbClr val="C7D2E8">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ep-intro:d846d9c5d7"/>
          <p:cNvSpPr txBox="1"/>
          <p:nvPr/>
        </p:nvSpPr>
        <p:spPr>
          <a:xfrm>
            <a:off x="9453880" y="3529838"/>
            <a:ext cx="4318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E6ECF7"/>
                </a:solidFill>
                <a:latin typeface="Calibri"/>
              </a:rPr>
              <a:t>✓</a:t>
            </a:r>
          </a:p>
        </p:txBody>
      </p:sp>
      <p:sp>
        <p:nvSpPr>
          <p:cNvPr id="34" name="!!sep-intro:24ca4494ba"/>
          <p:cNvSpPr txBox="1"/>
          <p:nvPr/>
        </p:nvSpPr>
        <p:spPr>
          <a:xfrm>
            <a:off x="9472930" y="4006050"/>
            <a:ext cx="1658620"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FFFFFF"/>
                </a:solidFill>
                <a:latin typeface="Calibri"/>
              </a:rPr>
              <a:t>Conclusiones</a:t>
            </a:r>
          </a:p>
        </p:txBody>
      </p:sp>
      <p:sp>
        <p:nvSpPr>
          <p:cNvPr id="35" name="!!sep-intro:e5f7d2e78a"/>
          <p:cNvSpPr txBox="1"/>
          <p:nvPr/>
        </p:nvSpPr>
        <p:spPr>
          <a:xfrm>
            <a:off x="9472930" y="4276987"/>
            <a:ext cx="165862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E8741A"/>
                </a:solidFill>
                <a:latin typeface="Calibri"/>
              </a:rPr>
              <a:t>Responder</a:t>
            </a:r>
          </a:p>
        </p:txBody>
      </p:sp>
      <p:sp>
        <p:nvSpPr>
          <p:cNvPr id="36" name="!!sep-intro:0d07450e32"/>
          <p:cNvSpPr txBox="1"/>
          <p:nvPr/>
        </p:nvSpPr>
        <p:spPr>
          <a:xfrm>
            <a:off x="9472930" y="4582173"/>
            <a:ext cx="1658620" cy="396240"/>
          </a:xfrm>
          <a:prstGeom prst="rect">
            <a:avLst/>
          </a:prstGeom>
          <a:noFill/>
        </p:spPr>
        <p:txBody>
          <a:bodyPr wrap="square" lIns="0" rIns="0" tIns="0" bIns="0" anchor="t"/>
          <a:lstStyle/>
          <a:p>
            <a:pPr algn="l">
              <a:lnSpc>
                <a:spcPts val="1560"/>
              </a:lnSpc>
              <a:spcBef>
                <a:spcPts val="0"/>
              </a:spcBef>
              <a:spcAft>
                <a:spcPts val="0"/>
              </a:spcAft>
            </a:pPr>
            <a:r>
              <a:rPr sz="1200" b="0" i="0">
                <a:solidFill>
                  <a:srgbClr val="C7D2E8"/>
                </a:solidFill>
                <a:latin typeface="Calibri"/>
              </a:rPr>
              <a:t>Objetivos · hipótesis ·</a:t>
            </a:r>
            <a:br/>
            <a:r>
              <a:rPr sz="1200" b="0" i="0">
                <a:solidFill>
                  <a:srgbClr val="C7D2E8"/>
                </a:solidFill>
                <a:latin typeface="Calibri"/>
              </a:rPr>
              <a:t>problema · preguntas</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50"/>
                                        <p:tgtEl>
                                          <p:spTgt spid="3"/>
                                        </p:tgtEl>
                                      </p:cBhvr>
                                    </p:animEffect>
                                    <p:anim calcmode="lin" valueType="num">
                                      <p:cBhvr>
                                        <p:cTn id="8" dur="650" fill="hold"/>
                                        <p:tgtEl>
                                          <p:spTgt spid="3"/>
                                        </p:tgtEl>
                                        <p:attrNameLst>
                                          <p:attrName>ppt_x</p:attrName>
                                        </p:attrNameLst>
                                      </p:cBhvr>
                                      <p:tavLst>
                                        <p:tav tm="0">
                                          <p:val>
                                            <p:strVal val="#ppt_x"/>
                                          </p:val>
                                        </p:tav>
                                        <p:tav tm="100000">
                                          <p:val>
                                            <p:strVal val="#ppt_x"/>
                                          </p:val>
                                        </p:tav>
                                      </p:tavLst>
                                    </p:anim>
                                    <p:anim calcmode="lin" valueType="num">
                                      <p:cBhvr>
                                        <p:cTn id="9" dur="65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50"/>
                                        <p:tgtEl>
                                          <p:spTgt spid="4"/>
                                        </p:tgtEl>
                                      </p:cBhvr>
                                    </p:animEffect>
                                    <p:anim calcmode="lin" valueType="num">
                                      <p:cBhvr>
                                        <p:cTn id="13" dur="650" fill="hold"/>
                                        <p:tgtEl>
                                          <p:spTgt spid="4"/>
                                        </p:tgtEl>
                                        <p:attrNameLst>
                                          <p:attrName>ppt_x</p:attrName>
                                        </p:attrNameLst>
                                      </p:cBhvr>
                                      <p:tavLst>
                                        <p:tav tm="0">
                                          <p:val>
                                            <p:strVal val="#ppt_x"/>
                                          </p:val>
                                        </p:tav>
                                        <p:tav tm="100000">
                                          <p:val>
                                            <p:strVal val="#ppt_x"/>
                                          </p:val>
                                        </p:tav>
                                      </p:tavLst>
                                    </p:anim>
                                    <p:anim calcmode="lin" valueType="num">
                                      <p:cBhvr>
                                        <p:cTn id="14" dur="65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37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p:cTn id="18" dur="650" fill="hold"/>
                                        <p:tgtEl>
                                          <p:spTgt spid="7"/>
                                        </p:tgtEl>
                                        <p:attrNameLst>
                                          <p:attrName>ppt_x</p:attrName>
                                        </p:attrNameLst>
                                      </p:cBhvr>
                                      <p:tavLst>
                                        <p:tav tm="0">
                                          <p:val>
                                            <p:strVal val="#ppt_x"/>
                                          </p:val>
                                        </p:tav>
                                        <p:tav tm="100000">
                                          <p:val>
                                            <p:strVal val="#ppt_x"/>
                                          </p:val>
                                        </p:tav>
                                      </p:tavLst>
                                    </p:anim>
                                    <p:anim calcmode="lin" valueType="num">
                                      <p:cBhvr>
                                        <p:cTn id="19" dur="65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37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50"/>
                                        <p:tgtEl>
                                          <p:spTgt spid="8"/>
                                        </p:tgtEl>
                                      </p:cBhvr>
                                    </p:animEffect>
                                    <p:anim calcmode="lin" valueType="num">
                                      <p:cBhvr>
                                        <p:cTn id="23" dur="650" fill="hold"/>
                                        <p:tgtEl>
                                          <p:spTgt spid="8"/>
                                        </p:tgtEl>
                                        <p:attrNameLst>
                                          <p:attrName>ppt_x</p:attrName>
                                        </p:attrNameLst>
                                      </p:cBhvr>
                                      <p:tavLst>
                                        <p:tav tm="0">
                                          <p:val>
                                            <p:strVal val="#ppt_x"/>
                                          </p:val>
                                        </p:tav>
                                        <p:tav tm="100000">
                                          <p:val>
                                            <p:strVal val="#ppt_x"/>
                                          </p:val>
                                        </p:tav>
                                      </p:tavLst>
                                    </p:anim>
                                    <p:anim calcmode="lin" valueType="num">
                                      <p:cBhvr>
                                        <p:cTn id="24" dur="65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37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50"/>
                                        <p:tgtEl>
                                          <p:spTgt spid="9"/>
                                        </p:tgtEl>
                                      </p:cBhvr>
                                    </p:animEffect>
                                    <p:anim calcmode="lin" valueType="num">
                                      <p:cBhvr>
                                        <p:cTn id="28" dur="650" fill="hold"/>
                                        <p:tgtEl>
                                          <p:spTgt spid="9"/>
                                        </p:tgtEl>
                                        <p:attrNameLst>
                                          <p:attrName>ppt_x</p:attrName>
                                        </p:attrNameLst>
                                      </p:cBhvr>
                                      <p:tavLst>
                                        <p:tav tm="0">
                                          <p:val>
                                            <p:strVal val="#ppt_x"/>
                                          </p:val>
                                        </p:tav>
                                        <p:tav tm="100000">
                                          <p:val>
                                            <p:strVal val="#ppt_x"/>
                                          </p:val>
                                        </p:tav>
                                      </p:tavLst>
                                    </p:anim>
                                    <p:anim calcmode="lin" valueType="num">
                                      <p:cBhvr>
                                        <p:cTn id="29" dur="65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37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650"/>
                                        <p:tgtEl>
                                          <p:spTgt spid="10"/>
                                        </p:tgtEl>
                                      </p:cBhvr>
                                    </p:animEffect>
                                    <p:anim calcmode="lin" valueType="num">
                                      <p:cBhvr>
                                        <p:cTn id="33" dur="650" fill="hold"/>
                                        <p:tgtEl>
                                          <p:spTgt spid="10"/>
                                        </p:tgtEl>
                                        <p:attrNameLst>
                                          <p:attrName>ppt_x</p:attrName>
                                        </p:attrNameLst>
                                      </p:cBhvr>
                                      <p:tavLst>
                                        <p:tav tm="0">
                                          <p:val>
                                            <p:strVal val="#ppt_x"/>
                                          </p:val>
                                        </p:tav>
                                        <p:tav tm="100000">
                                          <p:val>
                                            <p:strVal val="#ppt_x"/>
                                          </p:val>
                                        </p:tav>
                                      </p:tavLst>
                                    </p:anim>
                                    <p:anim calcmode="lin" valueType="num">
                                      <p:cBhvr>
                                        <p:cTn id="34" dur="650" fill="hold"/>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37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650"/>
                                        <p:tgtEl>
                                          <p:spTgt spid="11"/>
                                        </p:tgtEl>
                                      </p:cBhvr>
                                    </p:animEffect>
                                    <p:anim calcmode="lin" valueType="num">
                                      <p:cBhvr>
                                        <p:cTn id="38" dur="650" fill="hold"/>
                                        <p:tgtEl>
                                          <p:spTgt spid="11"/>
                                        </p:tgtEl>
                                        <p:attrNameLst>
                                          <p:attrName>ppt_x</p:attrName>
                                        </p:attrNameLst>
                                      </p:cBhvr>
                                      <p:tavLst>
                                        <p:tav tm="0">
                                          <p:val>
                                            <p:strVal val="#ppt_x"/>
                                          </p:val>
                                        </p:tav>
                                        <p:tav tm="100000">
                                          <p:val>
                                            <p:strVal val="#ppt_x"/>
                                          </p:val>
                                        </p:tav>
                                      </p:tavLst>
                                    </p:anim>
                                    <p:anim calcmode="lin" valueType="num">
                                      <p:cBhvr>
                                        <p:cTn id="39" dur="650" fill="hold"/>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37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650"/>
                                        <p:tgtEl>
                                          <p:spTgt spid="12"/>
                                        </p:tgtEl>
                                      </p:cBhvr>
                                    </p:animEffect>
                                    <p:anim calcmode="lin" valueType="num">
                                      <p:cBhvr>
                                        <p:cTn id="43" dur="650" fill="hold"/>
                                        <p:tgtEl>
                                          <p:spTgt spid="12"/>
                                        </p:tgtEl>
                                        <p:attrNameLst>
                                          <p:attrName>ppt_x</p:attrName>
                                        </p:attrNameLst>
                                      </p:cBhvr>
                                      <p:tavLst>
                                        <p:tav tm="0">
                                          <p:val>
                                            <p:strVal val="#ppt_x"/>
                                          </p:val>
                                        </p:tav>
                                        <p:tav tm="100000">
                                          <p:val>
                                            <p:strVal val="#ppt_x"/>
                                          </p:val>
                                        </p:tav>
                                      </p:tavLst>
                                    </p:anim>
                                    <p:anim calcmode="lin" valueType="num">
                                      <p:cBhvr>
                                        <p:cTn id="44" dur="65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59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650"/>
                                        <p:tgtEl>
                                          <p:spTgt spid="13"/>
                                        </p:tgtEl>
                                      </p:cBhvr>
                                    </p:animEffect>
                                    <p:anim calcmode="lin" valueType="num">
                                      <p:cBhvr>
                                        <p:cTn id="48" dur="650" fill="hold"/>
                                        <p:tgtEl>
                                          <p:spTgt spid="13"/>
                                        </p:tgtEl>
                                        <p:attrNameLst>
                                          <p:attrName>ppt_x</p:attrName>
                                        </p:attrNameLst>
                                      </p:cBhvr>
                                      <p:tavLst>
                                        <p:tav tm="0">
                                          <p:val>
                                            <p:strVal val="#ppt_x"/>
                                          </p:val>
                                        </p:tav>
                                        <p:tav tm="100000">
                                          <p:val>
                                            <p:strVal val="#ppt_x"/>
                                          </p:val>
                                        </p:tav>
                                      </p:tavLst>
                                    </p:anim>
                                    <p:anim calcmode="lin" valueType="num">
                                      <p:cBhvr>
                                        <p:cTn id="49" dur="65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59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650"/>
                                        <p:tgtEl>
                                          <p:spTgt spid="14"/>
                                        </p:tgtEl>
                                      </p:cBhvr>
                                    </p:animEffect>
                                    <p:anim calcmode="lin" valueType="num">
                                      <p:cBhvr>
                                        <p:cTn id="53" dur="650" fill="hold"/>
                                        <p:tgtEl>
                                          <p:spTgt spid="14"/>
                                        </p:tgtEl>
                                        <p:attrNameLst>
                                          <p:attrName>ppt_x</p:attrName>
                                        </p:attrNameLst>
                                      </p:cBhvr>
                                      <p:tavLst>
                                        <p:tav tm="0">
                                          <p:val>
                                            <p:strVal val="#ppt_x"/>
                                          </p:val>
                                        </p:tav>
                                        <p:tav tm="100000">
                                          <p:val>
                                            <p:strVal val="#ppt_x"/>
                                          </p:val>
                                        </p:tav>
                                      </p:tavLst>
                                    </p:anim>
                                    <p:anim calcmode="lin" valueType="num">
                                      <p:cBhvr>
                                        <p:cTn id="54" dur="65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59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650"/>
                                        <p:tgtEl>
                                          <p:spTgt spid="15"/>
                                        </p:tgtEl>
                                      </p:cBhvr>
                                    </p:animEffect>
                                    <p:anim calcmode="lin" valueType="num">
                                      <p:cBhvr>
                                        <p:cTn id="58" dur="650" fill="hold"/>
                                        <p:tgtEl>
                                          <p:spTgt spid="15"/>
                                        </p:tgtEl>
                                        <p:attrNameLst>
                                          <p:attrName>ppt_x</p:attrName>
                                        </p:attrNameLst>
                                      </p:cBhvr>
                                      <p:tavLst>
                                        <p:tav tm="0">
                                          <p:val>
                                            <p:strVal val="#ppt_x"/>
                                          </p:val>
                                        </p:tav>
                                        <p:tav tm="100000">
                                          <p:val>
                                            <p:strVal val="#ppt_x"/>
                                          </p:val>
                                        </p:tav>
                                      </p:tavLst>
                                    </p:anim>
                                    <p:anim calcmode="lin" valueType="num">
                                      <p:cBhvr>
                                        <p:cTn id="59" dur="65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59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650"/>
                                        <p:tgtEl>
                                          <p:spTgt spid="16"/>
                                        </p:tgtEl>
                                      </p:cBhvr>
                                    </p:animEffect>
                                    <p:anim calcmode="lin" valueType="num">
                                      <p:cBhvr>
                                        <p:cTn id="63" dur="650" fill="hold"/>
                                        <p:tgtEl>
                                          <p:spTgt spid="16"/>
                                        </p:tgtEl>
                                        <p:attrNameLst>
                                          <p:attrName>ppt_x</p:attrName>
                                        </p:attrNameLst>
                                      </p:cBhvr>
                                      <p:tavLst>
                                        <p:tav tm="0">
                                          <p:val>
                                            <p:strVal val="#ppt_x"/>
                                          </p:val>
                                        </p:tav>
                                        <p:tav tm="100000">
                                          <p:val>
                                            <p:strVal val="#ppt_x"/>
                                          </p:val>
                                        </p:tav>
                                      </p:tavLst>
                                    </p:anim>
                                    <p:anim calcmode="lin" valueType="num">
                                      <p:cBhvr>
                                        <p:cTn id="64" dur="650" fill="hold"/>
                                        <p:tgtEl>
                                          <p:spTgt spid="1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59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650"/>
                                        <p:tgtEl>
                                          <p:spTgt spid="17"/>
                                        </p:tgtEl>
                                      </p:cBhvr>
                                    </p:animEffect>
                                    <p:anim calcmode="lin" valueType="num">
                                      <p:cBhvr>
                                        <p:cTn id="68" dur="650" fill="hold"/>
                                        <p:tgtEl>
                                          <p:spTgt spid="17"/>
                                        </p:tgtEl>
                                        <p:attrNameLst>
                                          <p:attrName>ppt_x</p:attrName>
                                        </p:attrNameLst>
                                      </p:cBhvr>
                                      <p:tavLst>
                                        <p:tav tm="0">
                                          <p:val>
                                            <p:strVal val="#ppt_x"/>
                                          </p:val>
                                        </p:tav>
                                        <p:tav tm="100000">
                                          <p:val>
                                            <p:strVal val="#ppt_x"/>
                                          </p:val>
                                        </p:tav>
                                      </p:tavLst>
                                    </p:anim>
                                    <p:anim calcmode="lin" valueType="num">
                                      <p:cBhvr>
                                        <p:cTn id="69" dur="65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59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650"/>
                                        <p:tgtEl>
                                          <p:spTgt spid="18"/>
                                        </p:tgtEl>
                                      </p:cBhvr>
                                    </p:animEffect>
                                    <p:anim calcmode="lin" valueType="num">
                                      <p:cBhvr>
                                        <p:cTn id="73" dur="650" fill="hold"/>
                                        <p:tgtEl>
                                          <p:spTgt spid="18"/>
                                        </p:tgtEl>
                                        <p:attrNameLst>
                                          <p:attrName>ppt_x</p:attrName>
                                        </p:attrNameLst>
                                      </p:cBhvr>
                                      <p:tavLst>
                                        <p:tav tm="0">
                                          <p:val>
                                            <p:strVal val="#ppt_x"/>
                                          </p:val>
                                        </p:tav>
                                        <p:tav tm="100000">
                                          <p:val>
                                            <p:strVal val="#ppt_x"/>
                                          </p:val>
                                        </p:tav>
                                      </p:tavLst>
                                    </p:anim>
                                    <p:anim calcmode="lin" valueType="num">
                                      <p:cBhvr>
                                        <p:cTn id="74" dur="650" fill="hold"/>
                                        <p:tgtEl>
                                          <p:spTgt spid="18"/>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81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650"/>
                                        <p:tgtEl>
                                          <p:spTgt spid="19"/>
                                        </p:tgtEl>
                                      </p:cBhvr>
                                    </p:animEffect>
                                    <p:anim calcmode="lin" valueType="num">
                                      <p:cBhvr>
                                        <p:cTn id="78" dur="650" fill="hold"/>
                                        <p:tgtEl>
                                          <p:spTgt spid="19"/>
                                        </p:tgtEl>
                                        <p:attrNameLst>
                                          <p:attrName>ppt_x</p:attrName>
                                        </p:attrNameLst>
                                      </p:cBhvr>
                                      <p:tavLst>
                                        <p:tav tm="0">
                                          <p:val>
                                            <p:strVal val="#ppt_x"/>
                                          </p:val>
                                        </p:tav>
                                        <p:tav tm="100000">
                                          <p:val>
                                            <p:strVal val="#ppt_x"/>
                                          </p:val>
                                        </p:tav>
                                      </p:tavLst>
                                    </p:anim>
                                    <p:anim calcmode="lin" valueType="num">
                                      <p:cBhvr>
                                        <p:cTn id="79" dur="650" fill="hold"/>
                                        <p:tgtEl>
                                          <p:spTgt spid="1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81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650"/>
                                        <p:tgtEl>
                                          <p:spTgt spid="20"/>
                                        </p:tgtEl>
                                      </p:cBhvr>
                                    </p:animEffect>
                                    <p:anim calcmode="lin" valueType="num">
                                      <p:cBhvr>
                                        <p:cTn id="83" dur="650" fill="hold"/>
                                        <p:tgtEl>
                                          <p:spTgt spid="20"/>
                                        </p:tgtEl>
                                        <p:attrNameLst>
                                          <p:attrName>ppt_x</p:attrName>
                                        </p:attrNameLst>
                                      </p:cBhvr>
                                      <p:tavLst>
                                        <p:tav tm="0">
                                          <p:val>
                                            <p:strVal val="#ppt_x"/>
                                          </p:val>
                                        </p:tav>
                                        <p:tav tm="100000">
                                          <p:val>
                                            <p:strVal val="#ppt_x"/>
                                          </p:val>
                                        </p:tav>
                                      </p:tavLst>
                                    </p:anim>
                                    <p:anim calcmode="lin" valueType="num">
                                      <p:cBhvr>
                                        <p:cTn id="84" dur="65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81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650"/>
                                        <p:tgtEl>
                                          <p:spTgt spid="21"/>
                                        </p:tgtEl>
                                      </p:cBhvr>
                                    </p:animEffect>
                                    <p:anim calcmode="lin" valueType="num">
                                      <p:cBhvr>
                                        <p:cTn id="88" dur="650" fill="hold"/>
                                        <p:tgtEl>
                                          <p:spTgt spid="21"/>
                                        </p:tgtEl>
                                        <p:attrNameLst>
                                          <p:attrName>ppt_x</p:attrName>
                                        </p:attrNameLst>
                                      </p:cBhvr>
                                      <p:tavLst>
                                        <p:tav tm="0">
                                          <p:val>
                                            <p:strVal val="#ppt_x"/>
                                          </p:val>
                                        </p:tav>
                                        <p:tav tm="100000">
                                          <p:val>
                                            <p:strVal val="#ppt_x"/>
                                          </p:val>
                                        </p:tav>
                                      </p:tavLst>
                                    </p:anim>
                                    <p:anim calcmode="lin" valueType="num">
                                      <p:cBhvr>
                                        <p:cTn id="89" dur="650" fill="hold"/>
                                        <p:tgtEl>
                                          <p:spTgt spid="21"/>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81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650"/>
                                        <p:tgtEl>
                                          <p:spTgt spid="22"/>
                                        </p:tgtEl>
                                      </p:cBhvr>
                                    </p:animEffect>
                                    <p:anim calcmode="lin" valueType="num">
                                      <p:cBhvr>
                                        <p:cTn id="93" dur="650" fill="hold"/>
                                        <p:tgtEl>
                                          <p:spTgt spid="22"/>
                                        </p:tgtEl>
                                        <p:attrNameLst>
                                          <p:attrName>ppt_x</p:attrName>
                                        </p:attrNameLst>
                                      </p:cBhvr>
                                      <p:tavLst>
                                        <p:tav tm="0">
                                          <p:val>
                                            <p:strVal val="#ppt_x"/>
                                          </p:val>
                                        </p:tav>
                                        <p:tav tm="100000">
                                          <p:val>
                                            <p:strVal val="#ppt_x"/>
                                          </p:val>
                                        </p:tav>
                                      </p:tavLst>
                                    </p:anim>
                                    <p:anim calcmode="lin" valueType="num">
                                      <p:cBhvr>
                                        <p:cTn id="94" dur="650" fill="hold"/>
                                        <p:tgtEl>
                                          <p:spTgt spid="22"/>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810"/>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650"/>
                                        <p:tgtEl>
                                          <p:spTgt spid="23"/>
                                        </p:tgtEl>
                                      </p:cBhvr>
                                    </p:animEffect>
                                    <p:anim calcmode="lin" valueType="num">
                                      <p:cBhvr>
                                        <p:cTn id="98" dur="650" fill="hold"/>
                                        <p:tgtEl>
                                          <p:spTgt spid="23"/>
                                        </p:tgtEl>
                                        <p:attrNameLst>
                                          <p:attrName>ppt_x</p:attrName>
                                        </p:attrNameLst>
                                      </p:cBhvr>
                                      <p:tavLst>
                                        <p:tav tm="0">
                                          <p:val>
                                            <p:strVal val="#ppt_x"/>
                                          </p:val>
                                        </p:tav>
                                        <p:tav tm="100000">
                                          <p:val>
                                            <p:strVal val="#ppt_x"/>
                                          </p:val>
                                        </p:tav>
                                      </p:tavLst>
                                    </p:anim>
                                    <p:anim calcmode="lin" valueType="num">
                                      <p:cBhvr>
                                        <p:cTn id="99" dur="650" fill="hold"/>
                                        <p:tgtEl>
                                          <p:spTgt spid="23"/>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81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650"/>
                                        <p:tgtEl>
                                          <p:spTgt spid="24"/>
                                        </p:tgtEl>
                                      </p:cBhvr>
                                    </p:animEffect>
                                    <p:anim calcmode="lin" valueType="num">
                                      <p:cBhvr>
                                        <p:cTn id="103" dur="650" fill="hold"/>
                                        <p:tgtEl>
                                          <p:spTgt spid="24"/>
                                        </p:tgtEl>
                                        <p:attrNameLst>
                                          <p:attrName>ppt_x</p:attrName>
                                        </p:attrNameLst>
                                      </p:cBhvr>
                                      <p:tavLst>
                                        <p:tav tm="0">
                                          <p:val>
                                            <p:strVal val="#ppt_x"/>
                                          </p:val>
                                        </p:tav>
                                        <p:tav tm="100000">
                                          <p:val>
                                            <p:strVal val="#ppt_x"/>
                                          </p:val>
                                        </p:tav>
                                      </p:tavLst>
                                    </p:anim>
                                    <p:anim calcmode="lin" valueType="num">
                                      <p:cBhvr>
                                        <p:cTn id="104" dur="650" fill="hold"/>
                                        <p:tgtEl>
                                          <p:spTgt spid="24"/>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1030"/>
                                  </p:stCondLst>
                                  <p:childTnLst>
                                    <p:set>
                                      <p:cBhvr>
                                        <p:cTn id="106" dur="1" fill="hold">
                                          <p:stCondLst>
                                            <p:cond delay="0"/>
                                          </p:stCondLst>
                                        </p:cTn>
                                        <p:tgtEl>
                                          <p:spTgt spid="25"/>
                                        </p:tgtEl>
                                        <p:attrNameLst>
                                          <p:attrName>style.visibility</p:attrName>
                                        </p:attrNameLst>
                                      </p:cBhvr>
                                      <p:to>
                                        <p:strVal val="visible"/>
                                      </p:to>
                                    </p:set>
                                    <p:animEffect transition="in" filter="fade">
                                      <p:cBhvr>
                                        <p:cTn id="107" dur="650"/>
                                        <p:tgtEl>
                                          <p:spTgt spid="25"/>
                                        </p:tgtEl>
                                      </p:cBhvr>
                                    </p:animEffect>
                                    <p:anim calcmode="lin" valueType="num">
                                      <p:cBhvr>
                                        <p:cTn id="108" dur="650" fill="hold"/>
                                        <p:tgtEl>
                                          <p:spTgt spid="25"/>
                                        </p:tgtEl>
                                        <p:attrNameLst>
                                          <p:attrName>ppt_x</p:attrName>
                                        </p:attrNameLst>
                                      </p:cBhvr>
                                      <p:tavLst>
                                        <p:tav tm="0">
                                          <p:val>
                                            <p:strVal val="#ppt_x"/>
                                          </p:val>
                                        </p:tav>
                                        <p:tav tm="100000">
                                          <p:val>
                                            <p:strVal val="#ppt_x"/>
                                          </p:val>
                                        </p:tav>
                                      </p:tavLst>
                                    </p:anim>
                                    <p:anim calcmode="lin" valueType="num">
                                      <p:cBhvr>
                                        <p:cTn id="109" dur="650" fill="hold"/>
                                        <p:tgtEl>
                                          <p:spTgt spid="25"/>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103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650"/>
                                        <p:tgtEl>
                                          <p:spTgt spid="26"/>
                                        </p:tgtEl>
                                      </p:cBhvr>
                                    </p:animEffect>
                                    <p:anim calcmode="lin" valueType="num">
                                      <p:cBhvr>
                                        <p:cTn id="113" dur="650" fill="hold"/>
                                        <p:tgtEl>
                                          <p:spTgt spid="26"/>
                                        </p:tgtEl>
                                        <p:attrNameLst>
                                          <p:attrName>ppt_x</p:attrName>
                                        </p:attrNameLst>
                                      </p:cBhvr>
                                      <p:tavLst>
                                        <p:tav tm="0">
                                          <p:val>
                                            <p:strVal val="#ppt_x"/>
                                          </p:val>
                                        </p:tav>
                                        <p:tav tm="100000">
                                          <p:val>
                                            <p:strVal val="#ppt_x"/>
                                          </p:val>
                                        </p:tav>
                                      </p:tavLst>
                                    </p:anim>
                                    <p:anim calcmode="lin" valueType="num">
                                      <p:cBhvr>
                                        <p:cTn id="114" dur="650" fill="hold"/>
                                        <p:tgtEl>
                                          <p:spTgt spid="26"/>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1030"/>
                                  </p:stCondLst>
                                  <p:childTnLst>
                                    <p:set>
                                      <p:cBhvr>
                                        <p:cTn id="116" dur="1" fill="hold">
                                          <p:stCondLst>
                                            <p:cond delay="0"/>
                                          </p:stCondLst>
                                        </p:cTn>
                                        <p:tgtEl>
                                          <p:spTgt spid="27"/>
                                        </p:tgtEl>
                                        <p:attrNameLst>
                                          <p:attrName>style.visibility</p:attrName>
                                        </p:attrNameLst>
                                      </p:cBhvr>
                                      <p:to>
                                        <p:strVal val="visible"/>
                                      </p:to>
                                    </p:set>
                                    <p:animEffect transition="in" filter="fade">
                                      <p:cBhvr>
                                        <p:cTn id="117" dur="650"/>
                                        <p:tgtEl>
                                          <p:spTgt spid="27"/>
                                        </p:tgtEl>
                                      </p:cBhvr>
                                    </p:animEffect>
                                    <p:anim calcmode="lin" valueType="num">
                                      <p:cBhvr>
                                        <p:cTn id="118" dur="650" fill="hold"/>
                                        <p:tgtEl>
                                          <p:spTgt spid="27"/>
                                        </p:tgtEl>
                                        <p:attrNameLst>
                                          <p:attrName>ppt_x</p:attrName>
                                        </p:attrNameLst>
                                      </p:cBhvr>
                                      <p:tavLst>
                                        <p:tav tm="0">
                                          <p:val>
                                            <p:strVal val="#ppt_x"/>
                                          </p:val>
                                        </p:tav>
                                        <p:tav tm="100000">
                                          <p:val>
                                            <p:strVal val="#ppt_x"/>
                                          </p:val>
                                        </p:tav>
                                      </p:tavLst>
                                    </p:anim>
                                    <p:anim calcmode="lin" valueType="num">
                                      <p:cBhvr>
                                        <p:cTn id="119" dur="650" fill="hold"/>
                                        <p:tgtEl>
                                          <p:spTgt spid="27"/>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1030"/>
                                  </p:stCondLst>
                                  <p:childTnLst>
                                    <p:set>
                                      <p:cBhvr>
                                        <p:cTn id="121" dur="1" fill="hold">
                                          <p:stCondLst>
                                            <p:cond delay="0"/>
                                          </p:stCondLst>
                                        </p:cTn>
                                        <p:tgtEl>
                                          <p:spTgt spid="28"/>
                                        </p:tgtEl>
                                        <p:attrNameLst>
                                          <p:attrName>style.visibility</p:attrName>
                                        </p:attrNameLst>
                                      </p:cBhvr>
                                      <p:to>
                                        <p:strVal val="visible"/>
                                      </p:to>
                                    </p:set>
                                    <p:animEffect transition="in" filter="fade">
                                      <p:cBhvr>
                                        <p:cTn id="122" dur="650"/>
                                        <p:tgtEl>
                                          <p:spTgt spid="28"/>
                                        </p:tgtEl>
                                      </p:cBhvr>
                                    </p:animEffect>
                                    <p:anim calcmode="lin" valueType="num">
                                      <p:cBhvr>
                                        <p:cTn id="123" dur="650" fill="hold"/>
                                        <p:tgtEl>
                                          <p:spTgt spid="28"/>
                                        </p:tgtEl>
                                        <p:attrNameLst>
                                          <p:attrName>ppt_x</p:attrName>
                                        </p:attrNameLst>
                                      </p:cBhvr>
                                      <p:tavLst>
                                        <p:tav tm="0">
                                          <p:val>
                                            <p:strVal val="#ppt_x"/>
                                          </p:val>
                                        </p:tav>
                                        <p:tav tm="100000">
                                          <p:val>
                                            <p:strVal val="#ppt_x"/>
                                          </p:val>
                                        </p:tav>
                                      </p:tavLst>
                                    </p:anim>
                                    <p:anim calcmode="lin" valueType="num">
                                      <p:cBhvr>
                                        <p:cTn id="124" dur="650" fill="hold"/>
                                        <p:tgtEl>
                                          <p:spTgt spid="28"/>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1030"/>
                                  </p:stCondLst>
                                  <p:childTnLst>
                                    <p:set>
                                      <p:cBhvr>
                                        <p:cTn id="126" dur="1" fill="hold">
                                          <p:stCondLst>
                                            <p:cond delay="0"/>
                                          </p:stCondLst>
                                        </p:cTn>
                                        <p:tgtEl>
                                          <p:spTgt spid="29"/>
                                        </p:tgtEl>
                                        <p:attrNameLst>
                                          <p:attrName>style.visibility</p:attrName>
                                        </p:attrNameLst>
                                      </p:cBhvr>
                                      <p:to>
                                        <p:strVal val="visible"/>
                                      </p:to>
                                    </p:set>
                                    <p:animEffect transition="in" filter="fade">
                                      <p:cBhvr>
                                        <p:cTn id="127" dur="650"/>
                                        <p:tgtEl>
                                          <p:spTgt spid="29"/>
                                        </p:tgtEl>
                                      </p:cBhvr>
                                    </p:animEffect>
                                    <p:anim calcmode="lin" valueType="num">
                                      <p:cBhvr>
                                        <p:cTn id="128" dur="650" fill="hold"/>
                                        <p:tgtEl>
                                          <p:spTgt spid="29"/>
                                        </p:tgtEl>
                                        <p:attrNameLst>
                                          <p:attrName>ppt_x</p:attrName>
                                        </p:attrNameLst>
                                      </p:cBhvr>
                                      <p:tavLst>
                                        <p:tav tm="0">
                                          <p:val>
                                            <p:strVal val="#ppt_x"/>
                                          </p:val>
                                        </p:tav>
                                        <p:tav tm="100000">
                                          <p:val>
                                            <p:strVal val="#ppt_x"/>
                                          </p:val>
                                        </p:tav>
                                      </p:tavLst>
                                    </p:anim>
                                    <p:anim calcmode="lin" valueType="num">
                                      <p:cBhvr>
                                        <p:cTn id="129" dur="650" fill="hold"/>
                                        <p:tgtEl>
                                          <p:spTgt spid="29"/>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1030"/>
                                  </p:stCondLst>
                                  <p:childTnLst>
                                    <p:set>
                                      <p:cBhvr>
                                        <p:cTn id="131" dur="1" fill="hold">
                                          <p:stCondLst>
                                            <p:cond delay="0"/>
                                          </p:stCondLst>
                                        </p:cTn>
                                        <p:tgtEl>
                                          <p:spTgt spid="30"/>
                                        </p:tgtEl>
                                        <p:attrNameLst>
                                          <p:attrName>style.visibility</p:attrName>
                                        </p:attrNameLst>
                                      </p:cBhvr>
                                      <p:to>
                                        <p:strVal val="visible"/>
                                      </p:to>
                                    </p:set>
                                    <p:animEffect transition="in" filter="fade">
                                      <p:cBhvr>
                                        <p:cTn id="132" dur="650"/>
                                        <p:tgtEl>
                                          <p:spTgt spid="30"/>
                                        </p:tgtEl>
                                      </p:cBhvr>
                                    </p:animEffect>
                                    <p:anim calcmode="lin" valueType="num">
                                      <p:cBhvr>
                                        <p:cTn id="133" dur="650" fill="hold"/>
                                        <p:tgtEl>
                                          <p:spTgt spid="30"/>
                                        </p:tgtEl>
                                        <p:attrNameLst>
                                          <p:attrName>ppt_x</p:attrName>
                                        </p:attrNameLst>
                                      </p:cBhvr>
                                      <p:tavLst>
                                        <p:tav tm="0">
                                          <p:val>
                                            <p:strVal val="#ppt_x"/>
                                          </p:val>
                                        </p:tav>
                                        <p:tav tm="100000">
                                          <p:val>
                                            <p:strVal val="#ppt_x"/>
                                          </p:val>
                                        </p:tav>
                                      </p:tavLst>
                                    </p:anim>
                                    <p:anim calcmode="lin" valueType="num">
                                      <p:cBhvr>
                                        <p:cTn id="134" dur="650" fill="hold"/>
                                        <p:tgtEl>
                                          <p:spTgt spid="30"/>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1250"/>
                                  </p:stCondLst>
                                  <p:childTnLst>
                                    <p:set>
                                      <p:cBhvr>
                                        <p:cTn id="136" dur="1" fill="hold">
                                          <p:stCondLst>
                                            <p:cond delay="0"/>
                                          </p:stCondLst>
                                        </p:cTn>
                                        <p:tgtEl>
                                          <p:spTgt spid="31"/>
                                        </p:tgtEl>
                                        <p:attrNameLst>
                                          <p:attrName>style.visibility</p:attrName>
                                        </p:attrNameLst>
                                      </p:cBhvr>
                                      <p:to>
                                        <p:strVal val="visible"/>
                                      </p:to>
                                    </p:set>
                                    <p:animEffect transition="in" filter="fade">
                                      <p:cBhvr>
                                        <p:cTn id="137" dur="650"/>
                                        <p:tgtEl>
                                          <p:spTgt spid="31"/>
                                        </p:tgtEl>
                                      </p:cBhvr>
                                    </p:animEffect>
                                    <p:anim calcmode="lin" valueType="num">
                                      <p:cBhvr>
                                        <p:cTn id="138" dur="650" fill="hold"/>
                                        <p:tgtEl>
                                          <p:spTgt spid="31"/>
                                        </p:tgtEl>
                                        <p:attrNameLst>
                                          <p:attrName>ppt_x</p:attrName>
                                        </p:attrNameLst>
                                      </p:cBhvr>
                                      <p:tavLst>
                                        <p:tav tm="0">
                                          <p:val>
                                            <p:strVal val="#ppt_x"/>
                                          </p:val>
                                        </p:tav>
                                        <p:tav tm="100000">
                                          <p:val>
                                            <p:strVal val="#ppt_x"/>
                                          </p:val>
                                        </p:tav>
                                      </p:tavLst>
                                    </p:anim>
                                    <p:anim calcmode="lin" valueType="num">
                                      <p:cBhvr>
                                        <p:cTn id="139" dur="650" fill="hold"/>
                                        <p:tgtEl>
                                          <p:spTgt spid="31"/>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125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650"/>
                                        <p:tgtEl>
                                          <p:spTgt spid="32"/>
                                        </p:tgtEl>
                                      </p:cBhvr>
                                    </p:animEffect>
                                    <p:anim calcmode="lin" valueType="num">
                                      <p:cBhvr>
                                        <p:cTn id="143" dur="650" fill="hold"/>
                                        <p:tgtEl>
                                          <p:spTgt spid="32"/>
                                        </p:tgtEl>
                                        <p:attrNameLst>
                                          <p:attrName>ppt_x</p:attrName>
                                        </p:attrNameLst>
                                      </p:cBhvr>
                                      <p:tavLst>
                                        <p:tav tm="0">
                                          <p:val>
                                            <p:strVal val="#ppt_x"/>
                                          </p:val>
                                        </p:tav>
                                        <p:tav tm="100000">
                                          <p:val>
                                            <p:strVal val="#ppt_x"/>
                                          </p:val>
                                        </p:tav>
                                      </p:tavLst>
                                    </p:anim>
                                    <p:anim calcmode="lin" valueType="num">
                                      <p:cBhvr>
                                        <p:cTn id="144" dur="650" fill="hold"/>
                                        <p:tgtEl>
                                          <p:spTgt spid="32"/>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1250"/>
                                  </p:stCondLst>
                                  <p:childTnLst>
                                    <p:set>
                                      <p:cBhvr>
                                        <p:cTn id="146" dur="1" fill="hold">
                                          <p:stCondLst>
                                            <p:cond delay="0"/>
                                          </p:stCondLst>
                                        </p:cTn>
                                        <p:tgtEl>
                                          <p:spTgt spid="33"/>
                                        </p:tgtEl>
                                        <p:attrNameLst>
                                          <p:attrName>style.visibility</p:attrName>
                                        </p:attrNameLst>
                                      </p:cBhvr>
                                      <p:to>
                                        <p:strVal val="visible"/>
                                      </p:to>
                                    </p:set>
                                    <p:animEffect transition="in" filter="fade">
                                      <p:cBhvr>
                                        <p:cTn id="147" dur="650"/>
                                        <p:tgtEl>
                                          <p:spTgt spid="33"/>
                                        </p:tgtEl>
                                      </p:cBhvr>
                                    </p:animEffect>
                                    <p:anim calcmode="lin" valueType="num">
                                      <p:cBhvr>
                                        <p:cTn id="148" dur="650" fill="hold"/>
                                        <p:tgtEl>
                                          <p:spTgt spid="33"/>
                                        </p:tgtEl>
                                        <p:attrNameLst>
                                          <p:attrName>ppt_x</p:attrName>
                                        </p:attrNameLst>
                                      </p:cBhvr>
                                      <p:tavLst>
                                        <p:tav tm="0">
                                          <p:val>
                                            <p:strVal val="#ppt_x"/>
                                          </p:val>
                                        </p:tav>
                                        <p:tav tm="100000">
                                          <p:val>
                                            <p:strVal val="#ppt_x"/>
                                          </p:val>
                                        </p:tav>
                                      </p:tavLst>
                                    </p:anim>
                                    <p:anim calcmode="lin" valueType="num">
                                      <p:cBhvr>
                                        <p:cTn id="149" dur="650" fill="hold"/>
                                        <p:tgtEl>
                                          <p:spTgt spid="33"/>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1250"/>
                                  </p:stCondLst>
                                  <p:childTnLst>
                                    <p:set>
                                      <p:cBhvr>
                                        <p:cTn id="151" dur="1" fill="hold">
                                          <p:stCondLst>
                                            <p:cond delay="0"/>
                                          </p:stCondLst>
                                        </p:cTn>
                                        <p:tgtEl>
                                          <p:spTgt spid="34"/>
                                        </p:tgtEl>
                                        <p:attrNameLst>
                                          <p:attrName>style.visibility</p:attrName>
                                        </p:attrNameLst>
                                      </p:cBhvr>
                                      <p:to>
                                        <p:strVal val="visible"/>
                                      </p:to>
                                    </p:set>
                                    <p:animEffect transition="in" filter="fade">
                                      <p:cBhvr>
                                        <p:cTn id="152" dur="650"/>
                                        <p:tgtEl>
                                          <p:spTgt spid="34"/>
                                        </p:tgtEl>
                                      </p:cBhvr>
                                    </p:animEffect>
                                    <p:anim calcmode="lin" valueType="num">
                                      <p:cBhvr>
                                        <p:cTn id="153" dur="650" fill="hold"/>
                                        <p:tgtEl>
                                          <p:spTgt spid="34"/>
                                        </p:tgtEl>
                                        <p:attrNameLst>
                                          <p:attrName>ppt_x</p:attrName>
                                        </p:attrNameLst>
                                      </p:cBhvr>
                                      <p:tavLst>
                                        <p:tav tm="0">
                                          <p:val>
                                            <p:strVal val="#ppt_x"/>
                                          </p:val>
                                        </p:tav>
                                        <p:tav tm="100000">
                                          <p:val>
                                            <p:strVal val="#ppt_x"/>
                                          </p:val>
                                        </p:tav>
                                      </p:tavLst>
                                    </p:anim>
                                    <p:anim calcmode="lin" valueType="num">
                                      <p:cBhvr>
                                        <p:cTn id="154" dur="650" fill="hold"/>
                                        <p:tgtEl>
                                          <p:spTgt spid="34"/>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1250"/>
                                  </p:stCondLst>
                                  <p:childTnLst>
                                    <p:set>
                                      <p:cBhvr>
                                        <p:cTn id="156" dur="1" fill="hold">
                                          <p:stCondLst>
                                            <p:cond delay="0"/>
                                          </p:stCondLst>
                                        </p:cTn>
                                        <p:tgtEl>
                                          <p:spTgt spid="35"/>
                                        </p:tgtEl>
                                        <p:attrNameLst>
                                          <p:attrName>style.visibility</p:attrName>
                                        </p:attrNameLst>
                                      </p:cBhvr>
                                      <p:to>
                                        <p:strVal val="visible"/>
                                      </p:to>
                                    </p:set>
                                    <p:animEffect transition="in" filter="fade">
                                      <p:cBhvr>
                                        <p:cTn id="157" dur="650"/>
                                        <p:tgtEl>
                                          <p:spTgt spid="35"/>
                                        </p:tgtEl>
                                      </p:cBhvr>
                                    </p:animEffect>
                                    <p:anim calcmode="lin" valueType="num">
                                      <p:cBhvr>
                                        <p:cTn id="158" dur="650" fill="hold"/>
                                        <p:tgtEl>
                                          <p:spTgt spid="35"/>
                                        </p:tgtEl>
                                        <p:attrNameLst>
                                          <p:attrName>ppt_x</p:attrName>
                                        </p:attrNameLst>
                                      </p:cBhvr>
                                      <p:tavLst>
                                        <p:tav tm="0">
                                          <p:val>
                                            <p:strVal val="#ppt_x"/>
                                          </p:val>
                                        </p:tav>
                                        <p:tav tm="100000">
                                          <p:val>
                                            <p:strVal val="#ppt_x"/>
                                          </p:val>
                                        </p:tav>
                                      </p:tavLst>
                                    </p:anim>
                                    <p:anim calcmode="lin" valueType="num">
                                      <p:cBhvr>
                                        <p:cTn id="159" dur="650" fill="hold"/>
                                        <p:tgtEl>
                                          <p:spTgt spid="35"/>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1250"/>
                                  </p:stCondLst>
                                  <p:childTnLst>
                                    <p:set>
                                      <p:cBhvr>
                                        <p:cTn id="161" dur="1" fill="hold">
                                          <p:stCondLst>
                                            <p:cond delay="0"/>
                                          </p:stCondLst>
                                        </p:cTn>
                                        <p:tgtEl>
                                          <p:spTgt spid="36"/>
                                        </p:tgtEl>
                                        <p:attrNameLst>
                                          <p:attrName>style.visibility</p:attrName>
                                        </p:attrNameLst>
                                      </p:cBhvr>
                                      <p:to>
                                        <p:strVal val="visible"/>
                                      </p:to>
                                    </p:set>
                                    <p:animEffect transition="in" filter="fade">
                                      <p:cBhvr>
                                        <p:cTn id="162" dur="650"/>
                                        <p:tgtEl>
                                          <p:spTgt spid="36"/>
                                        </p:tgtEl>
                                      </p:cBhvr>
                                    </p:animEffect>
                                    <p:anim calcmode="lin" valueType="num">
                                      <p:cBhvr>
                                        <p:cTn id="163" dur="650" fill="hold"/>
                                        <p:tgtEl>
                                          <p:spTgt spid="36"/>
                                        </p:tgtEl>
                                        <p:attrNameLst>
                                          <p:attrName>ppt_x</p:attrName>
                                        </p:attrNameLst>
                                      </p:cBhvr>
                                      <p:tavLst>
                                        <p:tav tm="0">
                                          <p:val>
                                            <p:strVal val="#ppt_x"/>
                                          </p:val>
                                        </p:tav>
                                        <p:tav tm="100000">
                                          <p:val>
                                            <p:strVal val="#ppt_x"/>
                                          </p:val>
                                        </p:tav>
                                      </p:tavLst>
                                    </p:anim>
                                    <p:anim calcmode="lin" valueType="num">
                                      <p:cBhvr>
                                        <p:cTn id="164" dur="65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animBg="1"/>
      <p:bldP spid="8" grpId="0" animBg="1"/>
      <p:bldP spid="9" grpId="0"/>
      <p:bldP spid="10" grpId="0"/>
      <p:bldP spid="11" grpId="0"/>
      <p:bldP spid="12" grpId="0"/>
      <p:bldP spid="13" grpId="0" animBg="1"/>
      <p:bldP spid="14" grpId="0" animBg="1"/>
      <p:bldP spid="15" grpId="0"/>
      <p:bldP spid="16" grpId="0"/>
      <p:bldP spid="17" grpId="0"/>
      <p:bldP spid="18" grpId="0"/>
      <p:bldP spid="19" grpId="0" animBg="1"/>
      <p:bldP spid="20" grpId="0" animBg="1"/>
      <p:bldP spid="21" grpId="0"/>
      <p:bldP spid="22" grpId="0"/>
      <p:bldP spid="23" grpId="0"/>
      <p:bldP spid="24" grpId="0"/>
      <p:bldP spid="25" grpId="0" animBg="1"/>
      <p:bldP spid="26" grpId="0" animBg="1"/>
      <p:bldP spid="27" grpId="0"/>
      <p:bldP spid="28" grpId="0"/>
      <p:bldP spid="29" grpId="0"/>
      <p:bldP spid="30" grpId="0"/>
      <p:bldP spid="31" grpId="0" animBg="1"/>
      <p:bldP spid="32" grpId="0" animBg="1"/>
      <p:bldP spid="33" grpId="0"/>
      <p:bldP spid="34" grpId="0"/>
      <p:bldP spid="35" grpId="0"/>
      <p:bldP spid="36"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Resultados sin procedimiento:</a:t>
            </a:r>
            <a:r>
              <a:rPr sz="3000" b="1" i="0">
                <a:solidFill>
                  <a:srgbClr val="3E5A86"/>
                </a:solidFill>
                <a:latin typeface="Calibri"/>
              </a:rPr>
              <a:t> la caja negra</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caja-negra:f985fbc1f3" descr="2821b3e13811087c.png"/>
          <p:cNvPicPr>
            <a:picLocks noChangeAspect="1"/>
          </p:cNvPicPr>
          <p:nvPr/>
        </p:nvPicPr>
        <p:blipFill>
          <a:blip r:embed="rId2"/>
          <a:stretch>
            <a:fillRect/>
          </a:stretch>
        </p:blipFill>
        <p:spPr>
          <a:xfrm>
            <a:off x="635000" y="1473200"/>
            <a:ext cx="10922000" cy="3175000"/>
          </a:xfrm>
          <a:prstGeom prst="rect">
            <a:avLst/>
          </a:prstGeom>
        </p:spPr>
      </p:pic>
      <p:pic>
        <p:nvPicPr>
          <p:cNvPr id="12" name="!!caja-negra:aea1519aeb" descr="8c34a0886fceba35.png"/>
          <p:cNvPicPr>
            <a:picLocks noChangeAspect="1"/>
          </p:cNvPicPr>
          <p:nvPr/>
        </p:nvPicPr>
        <p:blipFill>
          <a:blip r:embed="rId3"/>
          <a:stretch>
            <a:fillRect/>
          </a:stretch>
        </p:blipFill>
        <p:spPr>
          <a:xfrm>
            <a:off x="635000" y="1473200"/>
            <a:ext cx="10922000" cy="3175000"/>
          </a:xfrm>
          <a:prstGeom prst="rect">
            <a:avLst/>
          </a:prstGeom>
        </p:spPr>
      </p:pic>
      <p:pic>
        <p:nvPicPr>
          <p:cNvPr id="13" name="!!caja-negra:85dd42e2f3" descr="dceeb3ec6027921a.png"/>
          <p:cNvPicPr>
            <a:picLocks noChangeAspect="1"/>
          </p:cNvPicPr>
          <p:nvPr/>
        </p:nvPicPr>
        <p:blipFill>
          <a:blip r:embed="rId4"/>
          <a:stretch>
            <a:fillRect/>
          </a:stretch>
        </p:blipFill>
        <p:spPr>
          <a:xfrm>
            <a:off x="635000" y="1473200"/>
            <a:ext cx="10922000" cy="3175000"/>
          </a:xfrm>
          <a:prstGeom prst="rect">
            <a:avLst/>
          </a:prstGeom>
        </p:spPr>
      </p:pic>
      <p:pic>
        <p:nvPicPr>
          <p:cNvPr id="14" name="!!caja-negra:aea1519aeb·2" descr="8c34a0886fceba35.png"/>
          <p:cNvPicPr>
            <a:picLocks noChangeAspect="1"/>
          </p:cNvPicPr>
          <p:nvPr/>
        </p:nvPicPr>
        <p:blipFill>
          <a:blip r:embed="rId3"/>
          <a:stretch>
            <a:fillRect/>
          </a:stretch>
        </p:blipFill>
        <p:spPr>
          <a:xfrm>
            <a:off x="635000" y="1473200"/>
            <a:ext cx="10922000" cy="3175000"/>
          </a:xfrm>
          <a:prstGeom prst="rect">
            <a:avLst/>
          </a:prstGeom>
        </p:spPr>
      </p:pic>
      <p:sp>
        <p:nvSpPr>
          <p:cNvPr id="15" name="!!caja-negra:95d6f30e16"/>
          <p:cNvSpPr/>
          <p:nvPr/>
        </p:nvSpPr>
        <p:spPr>
          <a:xfrm>
            <a:off x="6797675" y="2047875"/>
            <a:ext cx="2406650" cy="2025650"/>
          </a:xfrm>
          <a:prstGeom prst="roundRect">
            <a:avLst>
              <a:gd name="adj" fmla="val 5485"/>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caja-negra:8a0442614a" descr="3da88860ca2ce9ce.png"/>
          <p:cNvPicPr>
            <a:picLocks noChangeAspect="1"/>
          </p:cNvPicPr>
          <p:nvPr/>
        </p:nvPicPr>
        <p:blipFill>
          <a:blip r:embed="rId5"/>
          <a:stretch>
            <a:fillRect/>
          </a:stretch>
        </p:blipFill>
        <p:spPr>
          <a:xfrm>
            <a:off x="6800850" y="2051050"/>
            <a:ext cx="2413000" cy="2032000"/>
          </a:xfrm>
          <a:prstGeom prst="rect">
            <a:avLst/>
          </a:prstGeom>
        </p:spPr>
      </p:pic>
      <p:pic>
        <p:nvPicPr>
          <p:cNvPr id="17" name="!!caja-negra:e484ba4da3" descr="22b94d24a7b11d24.png"/>
          <p:cNvPicPr>
            <a:picLocks noChangeAspect="1"/>
          </p:cNvPicPr>
          <p:nvPr/>
        </p:nvPicPr>
        <p:blipFill>
          <a:blip r:embed="rId6"/>
          <a:stretch>
            <a:fillRect/>
          </a:stretch>
        </p:blipFill>
        <p:spPr>
          <a:xfrm>
            <a:off x="6800850" y="2051050"/>
            <a:ext cx="2413000" cy="2032000"/>
          </a:xfrm>
          <a:prstGeom prst="rect">
            <a:avLst/>
          </a:prstGeom>
        </p:spPr>
      </p:pic>
      <p:sp>
        <p:nvSpPr>
          <p:cNvPr id="18" name="!!caja-negra:8732914b5c"/>
          <p:cNvSpPr txBox="1"/>
          <p:nvPr/>
        </p:nvSpPr>
        <p:spPr>
          <a:xfrm>
            <a:off x="6769100" y="4169524"/>
            <a:ext cx="2463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5B6575"/>
                </a:solidFill>
                <a:latin typeface="Calibri"/>
              </a:rPr>
              <a:t>Resultado: contorno de tensiones</a:t>
            </a:r>
          </a:p>
        </p:txBody>
      </p:sp>
      <p:sp>
        <p:nvSpPr>
          <p:cNvPr id="19" name="!!caja-negra:f5c7a7f217"/>
          <p:cNvSpPr/>
          <p:nvPr/>
        </p:nvSpPr>
        <p:spPr>
          <a:xfrm>
            <a:off x="9401175" y="1857375"/>
            <a:ext cx="2152650" cy="711200"/>
          </a:xfrm>
          <a:prstGeom prst="roundRect">
            <a:avLst>
              <a:gd name="adj" fmla="val 13839"/>
            </a:avLst>
          </a:prstGeom>
          <a:solidFill>
            <a:srgbClr val="F6F8FC"/>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aja-negra:57e109f758"/>
          <p:cNvSpPr txBox="1"/>
          <p:nvPr/>
        </p:nvSpPr>
        <p:spPr>
          <a:xfrm>
            <a:off x="9556750" y="1978025"/>
            <a:ext cx="1892300" cy="476250"/>
          </a:xfrm>
          <a:prstGeom prst="rect">
            <a:avLst/>
          </a:prstGeom>
          <a:noFill/>
        </p:spPr>
        <p:txBody>
          <a:bodyPr wrap="square" lIns="0" rIns="0" tIns="0" bIns="0" anchor="t"/>
          <a:lstStyle/>
          <a:p>
            <a:pPr algn="l">
              <a:lnSpc>
                <a:spcPts val="1875"/>
              </a:lnSpc>
              <a:spcBef>
                <a:spcPts val="0"/>
              </a:spcBef>
              <a:spcAft>
                <a:spcPts val="0"/>
              </a:spcAft>
            </a:pPr>
            <a:r>
              <a:rPr sz="1500" b="1" i="0">
                <a:solidFill>
                  <a:srgbClr val="1F2937"/>
                </a:solidFill>
                <a:latin typeface="Calibri"/>
              </a:rPr>
              <a:t>¿De dónde sale</a:t>
            </a:r>
            <a:r>
              <a:rPr sz="1500" b="1" i="0">
                <a:solidFill>
                  <a:srgbClr val="E8741A"/>
                </a:solidFill>
                <a:latin typeface="Calibri"/>
              </a:rPr>
              <a:t> esta</a:t>
            </a:r>
            <a:br/>
            <a:r>
              <a:rPr sz="1500" b="1" i="0">
                <a:solidFill>
                  <a:srgbClr val="E8741A"/>
                </a:solidFill>
                <a:latin typeface="Calibri"/>
              </a:rPr>
              <a:t>tensión nodal</a:t>
            </a:r>
            <a:r>
              <a:rPr sz="1500" b="1" i="0">
                <a:solidFill>
                  <a:srgbClr val="1F2937"/>
                </a:solidFill>
                <a:latin typeface="Calibri"/>
              </a:rPr>
              <a:t>?</a:t>
            </a:r>
          </a:p>
        </p:txBody>
      </p:sp>
      <p:sp>
        <p:nvSpPr>
          <p:cNvPr id="21" name="!!caja-negra:95e28c557e"/>
          <p:cNvSpPr/>
          <p:nvPr/>
        </p:nvSpPr>
        <p:spPr>
          <a:xfrm>
            <a:off x="9401175" y="2873375"/>
            <a:ext cx="2152650" cy="1187450"/>
          </a:xfrm>
          <a:prstGeom prst="roundRect">
            <a:avLst>
              <a:gd name="adj" fmla="val 8288"/>
            </a:avLst>
          </a:prstGeom>
          <a:solidFill>
            <a:srgbClr val="F6F8FC"/>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ja-negra:0a8e69fa2f"/>
          <p:cNvSpPr txBox="1"/>
          <p:nvPr/>
        </p:nvSpPr>
        <p:spPr>
          <a:xfrm>
            <a:off x="9556750" y="2994025"/>
            <a:ext cx="1892300" cy="952500"/>
          </a:xfrm>
          <a:prstGeom prst="rect">
            <a:avLst/>
          </a:prstGeom>
          <a:noFill/>
        </p:spPr>
        <p:txBody>
          <a:bodyPr wrap="square" lIns="0" rIns="0" tIns="0" bIns="0" anchor="t"/>
          <a:lstStyle/>
          <a:p>
            <a:pPr algn="l">
              <a:lnSpc>
                <a:spcPts val="1875"/>
              </a:lnSpc>
              <a:spcBef>
                <a:spcPts val="0"/>
              </a:spcBef>
              <a:spcAft>
                <a:spcPts val="0"/>
              </a:spcAft>
            </a:pPr>
            <a:r>
              <a:rPr sz="1500" b="1" i="0">
                <a:solidFill>
                  <a:srgbClr val="1F2937"/>
                </a:solidFill>
                <a:latin typeface="Calibri"/>
              </a:rPr>
              <a:t>¿Cierran las tensiones</a:t>
            </a:r>
            <a:br/>
            <a:r>
              <a:rPr sz="1500" b="1" i="0">
                <a:solidFill>
                  <a:srgbClr val="1F2937"/>
                </a:solidFill>
                <a:latin typeface="Calibri"/>
              </a:rPr>
              <a:t>de los nodos con las</a:t>
            </a:r>
            <a:br/>
            <a:r>
              <a:rPr sz="1500" b="1" i="0">
                <a:solidFill>
                  <a:srgbClr val="1F2937"/>
                </a:solidFill>
                <a:latin typeface="Calibri"/>
              </a:rPr>
              <a:t>del</a:t>
            </a:r>
            <a:r>
              <a:rPr sz="1500" b="1" i="0">
                <a:solidFill>
                  <a:srgbClr val="E8741A"/>
                </a:solidFill>
                <a:latin typeface="Calibri"/>
              </a:rPr>
              <a:t> interior de los</a:t>
            </a:r>
            <a:br/>
            <a:r>
              <a:rPr sz="1500" b="1" i="0">
                <a:solidFill>
                  <a:srgbClr val="E8741A"/>
                </a:solidFill>
                <a:latin typeface="Calibri"/>
              </a:rPr>
              <a:t>elementos</a:t>
            </a:r>
            <a:r>
              <a:rPr sz="1500" b="1" i="0">
                <a:solidFill>
                  <a:srgbClr val="1F2937"/>
                </a:solidFill>
                <a:latin typeface="Calibri"/>
              </a:rPr>
              <a:t>?</a:t>
            </a:r>
          </a:p>
        </p:txBody>
      </p:sp>
      <p:sp>
        <p:nvSpPr>
          <p:cNvPr id="23" name="!!caja-negra:7c8d0e6673"/>
          <p:cNvSpPr/>
          <p:nvPr/>
        </p:nvSpPr>
        <p:spPr>
          <a:xfrm>
            <a:off x="635000" y="5181219"/>
            <a:ext cx="10922000" cy="724281"/>
          </a:xfrm>
          <a:prstGeom prst="roundRect">
            <a:avLst>
              <a:gd name="adj" fmla="val 701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ja-negra:7c8d0e6673·2"/>
          <p:cNvSpPr/>
          <p:nvPr/>
        </p:nvSpPr>
        <p:spPr>
          <a:xfrm>
            <a:off x="635000" y="5181219"/>
            <a:ext cx="50800" cy="724281"/>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ja-negra:dd6d11aa4a"/>
          <p:cNvSpPr txBox="1"/>
          <p:nvPr/>
        </p:nvSpPr>
        <p:spPr>
          <a:xfrm>
            <a:off x="876300" y="5390820"/>
            <a:ext cx="304800"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26" name="!!caja-negra:39ef1f54fb"/>
          <p:cNvSpPr txBox="1"/>
          <p:nvPr/>
        </p:nvSpPr>
        <p:spPr>
          <a:xfrm>
            <a:off x="1270000" y="5301935"/>
            <a:ext cx="10298430" cy="495808"/>
          </a:xfrm>
          <a:prstGeom prst="rect">
            <a:avLst/>
          </a:prstGeom>
          <a:noFill/>
        </p:spPr>
        <p:txBody>
          <a:bodyPr wrap="square" lIns="0" rIns="0" tIns="0" bIns="0" anchor="t"/>
          <a:lstStyle/>
          <a:p>
            <a:pPr algn="l">
              <a:lnSpc>
                <a:spcPts val="1952"/>
              </a:lnSpc>
              <a:spcBef>
                <a:spcPts val="0"/>
              </a:spcBef>
              <a:spcAft>
                <a:spcPts val="0"/>
              </a:spcAft>
            </a:pPr>
            <a:r>
              <a:rPr sz="1600" b="1" i="0">
                <a:solidFill>
                  <a:srgbClr val="1B2A4A"/>
                </a:solidFill>
                <a:latin typeface="Calibri"/>
              </a:rPr>
              <a:t>En la práctica profesional, el cálculo estructural se entrega con su</a:t>
            </a:r>
            <a:r>
              <a:rPr sz="1600" b="1" i="0">
                <a:solidFill>
                  <a:srgbClr val="E8741A"/>
                </a:solidFill>
                <a:latin typeface="Calibri"/>
              </a:rPr>
              <a:t> memoria de cálculo</a:t>
            </a:r>
            <a:r>
              <a:rPr sz="1600" b="1" i="0">
                <a:solidFill>
                  <a:srgbClr val="1B2A4A"/>
                </a:solidFill>
                <a:latin typeface="Calibri"/>
              </a:rPr>
              <a:t>, para que otro pueda seguirlo y</a:t>
            </a:r>
            <a:br/>
            <a:r>
              <a:rPr sz="1600" b="1" i="0">
                <a:solidFill>
                  <a:srgbClr val="1B2A4A"/>
                </a:solidFill>
                <a:latin typeface="Calibri"/>
              </a:rPr>
              <a:t>comprobarlo.</a:t>
            </a:r>
          </a:p>
        </p:txBody>
      </p:sp>
      <p:sp>
        <p:nvSpPr>
          <p:cNvPr id="27" name="!!caja-negra:cc5b970e54"/>
          <p:cNvSpPr/>
          <p:nvPr/>
        </p:nvSpPr>
        <p:spPr>
          <a:xfrm>
            <a:off x="635000" y="4931474"/>
            <a:ext cx="5365750" cy="974026"/>
          </a:xfrm>
          <a:prstGeom prst="roundRect">
            <a:avLst>
              <a:gd name="adj" fmla="val 9127"/>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aja-negra:cc5b970e54·2"/>
          <p:cNvSpPr/>
          <p:nvPr/>
        </p:nvSpPr>
        <p:spPr>
          <a:xfrm>
            <a:off x="635000" y="4931474"/>
            <a:ext cx="38100" cy="97402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ja-negra:3ba608326a"/>
          <p:cNvSpPr txBox="1"/>
          <p:nvPr/>
        </p:nvSpPr>
        <p:spPr>
          <a:xfrm>
            <a:off x="838200" y="5056111"/>
            <a:ext cx="5097399" cy="720090"/>
          </a:xfrm>
          <a:prstGeom prst="rect">
            <a:avLst/>
          </a:prstGeom>
          <a:noFill/>
        </p:spPr>
        <p:txBody>
          <a:bodyPr wrap="square" lIns="0" rIns="0" tIns="0" bIns="0" anchor="t"/>
          <a:lstStyle/>
          <a:p>
            <a:pPr algn="l">
              <a:lnSpc>
                <a:spcPts val="1890"/>
              </a:lnSpc>
              <a:spcBef>
                <a:spcPts val="0"/>
              </a:spcBef>
              <a:spcAft>
                <a:spcPts val="0"/>
              </a:spcAft>
            </a:pPr>
            <a:r>
              <a:rPr sz="1400" b="1" i="0">
                <a:solidFill>
                  <a:srgbClr val="1F2937"/>
                </a:solidFill>
                <a:latin typeface="Calibri"/>
              </a:rPr>
              <a:t>ED-Elas2D, 1998 [6, p. 246]:</a:t>
            </a:r>
            <a:r>
              <a:rPr sz="1400" b="0" i="0">
                <a:solidFill>
                  <a:srgbClr val="3F4A5A"/>
                </a:solidFill>
                <a:latin typeface="Calibri"/>
              </a:rPr>
              <a:t> con los programas comerciales, el</a:t>
            </a:r>
            <a:br/>
            <a:r>
              <a:rPr sz="1400" b="0" i="0">
                <a:solidFill>
                  <a:srgbClr val="3F4A5A"/>
                </a:solidFill>
                <a:latin typeface="Calibri"/>
              </a:rPr>
              <a:t>estudiante queda limitado a introducir los datos del problema e</a:t>
            </a:r>
            <a:br/>
            <a:r>
              <a:rPr sz="1400" b="0" i="0">
                <a:solidFill>
                  <a:srgbClr val="3F4A5A"/>
                </a:solidFill>
                <a:latin typeface="Calibri"/>
              </a:rPr>
              <a:t>interpretar los resultados, sin acceso a los detalles del análisis.</a:t>
            </a:r>
          </a:p>
        </p:txBody>
      </p:sp>
      <p:sp>
        <p:nvSpPr>
          <p:cNvPr id="30" name="!!caja-negra:c9031640aa"/>
          <p:cNvSpPr/>
          <p:nvPr/>
        </p:nvSpPr>
        <p:spPr>
          <a:xfrm>
            <a:off x="6191250" y="4931474"/>
            <a:ext cx="5365750" cy="974026"/>
          </a:xfrm>
          <a:prstGeom prst="roundRect">
            <a:avLst>
              <a:gd name="adj" fmla="val 9127"/>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aja-negra:c9031640aa·2"/>
          <p:cNvSpPr/>
          <p:nvPr/>
        </p:nvSpPr>
        <p:spPr>
          <a:xfrm>
            <a:off x="6191250" y="4931474"/>
            <a:ext cx="38100" cy="97402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aja-negra:2fcdb4cd66"/>
          <p:cNvSpPr txBox="1"/>
          <p:nvPr/>
        </p:nvSpPr>
        <p:spPr>
          <a:xfrm>
            <a:off x="6394450" y="5056111"/>
            <a:ext cx="5097399" cy="480060"/>
          </a:xfrm>
          <a:prstGeom prst="rect">
            <a:avLst/>
          </a:prstGeom>
          <a:noFill/>
        </p:spPr>
        <p:txBody>
          <a:bodyPr wrap="square" lIns="0" rIns="0" tIns="0" bIns="0" anchor="t"/>
          <a:lstStyle/>
          <a:p>
            <a:pPr algn="l">
              <a:lnSpc>
                <a:spcPts val="1890"/>
              </a:lnSpc>
              <a:spcBef>
                <a:spcPts val="0"/>
              </a:spcBef>
              <a:spcAft>
                <a:spcPts val="0"/>
              </a:spcAft>
            </a:pPr>
            <a:r>
              <a:rPr sz="1400" b="1" i="0">
                <a:solidFill>
                  <a:srgbClr val="1F2937"/>
                </a:solidFill>
                <a:latin typeface="Calibri"/>
              </a:rPr>
              <a:t>Consenso de 67 expertos [3, pp. 1159, 1171]:</a:t>
            </a:r>
            <a:r>
              <a:rPr sz="1400" b="0" i="0">
                <a:solidFill>
                  <a:srgbClr val="3F4A5A"/>
                </a:solidFill>
                <a:latin typeface="Calibri"/>
              </a:rPr>
              <a:t> el egresado debe</a:t>
            </a:r>
            <a:br/>
            <a:r>
              <a:rPr sz="1400" b="0" i="0">
                <a:solidFill>
                  <a:srgbClr val="3F4A5A"/>
                </a:solidFill>
                <a:latin typeface="Calibri"/>
              </a:rPr>
              <a:t>saber planificar, verificar y validar sus análisis, no solo ejecutarlos.</a:t>
            </a:r>
          </a:p>
        </p:txBody>
      </p:sp>
      <p:sp>
        <p:nvSpPr>
          <p:cNvPr id="33"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ie-izq"/>
          <p:cNvSpPr txBox="1"/>
          <p:nvPr/>
        </p:nvSpPr>
        <p:spPr>
          <a:xfrm>
            <a:off x="565150" y="6535420"/>
            <a:ext cx="4503864"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6" name="!!pie-cen"/>
          <p:cNvSpPr txBox="1"/>
          <p:nvPr/>
        </p:nvSpPr>
        <p:spPr>
          <a:xfrm>
            <a:off x="4955286" y="6535420"/>
            <a:ext cx="228142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Situación problemática</a:t>
            </a:r>
          </a:p>
        </p:txBody>
      </p:sp>
      <p:sp>
        <p:nvSpPr>
          <p:cNvPr id="37" name="!!pie-der"/>
          <p:cNvSpPr txBox="1"/>
          <p:nvPr/>
        </p:nvSpPr>
        <p:spPr>
          <a:xfrm>
            <a:off x="7122986" y="6535420"/>
            <a:ext cx="4503864"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a:t>
            </a:r>
          </a:p>
        </p:txBody>
      </p:sp>
      <p:sp>
        <p:nvSpPr>
          <p:cNvPr id="38" name="!!caja-negra:1803f2d4df">
            <a:hlinkClick action="ppaction://hlinksldjump" r:id="rId7"/>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aja-negra:07f7c3e7aa">
            <a:hlinkClick action="ppaction://hlinksldjump" r:id="rId8"/>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aja-negra:45302ebe87">
            <a:hlinkClick action="ppaction://hlinksldjump" r:id="rId9"/>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ja-negra:c07c48e2b6">
            <a:hlinkClick action="ppaction://hlinksldjump" r:id="rId10"/>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aja-negra:36e88799ae">
            <a:hlinkClick action="ppaction://hlinksldjump" r:id="rId11"/>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420"/>
                                        <p:tgtEl>
                                          <p:spTgt spid="17"/>
                                        </p:tgtEl>
                                      </p:cBhvr>
                                    </p:animEffect>
                                    <p:set>
                                      <p:cBhvr>
                                        <p:cTn id="11" dur="1" fill="hold">
                                          <p:stCondLst>
                                            <p:cond delay="419"/>
                                          </p:stCondLst>
                                        </p:cTn>
                                        <p:tgtEl>
                                          <p:spTgt spid="17"/>
                                        </p:tgtEl>
                                        <p:attrNameLst>
                                          <p:attrName>style.visibility</p:attrName>
                                        </p:attrNameLst>
                                      </p:cBhvr>
                                      <p:to>
                                        <p:strVal val="hidden"/>
                                      </p:to>
                                    </p:set>
                                  </p:childTnLst>
                                </p:cTn>
                              </p:par>
                              <p:par>
                                <p:cTn id="12" presetID="42"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650"/>
                                        <p:tgtEl>
                                          <p:spTgt spid="19"/>
                                        </p:tgtEl>
                                      </p:cBhvr>
                                    </p:animEffect>
                                    <p:anim calcmode="lin" valueType="num">
                                      <p:cBhvr>
                                        <p:cTn id="15" dur="650" fill="hold"/>
                                        <p:tgtEl>
                                          <p:spTgt spid="19"/>
                                        </p:tgtEl>
                                        <p:attrNameLst>
                                          <p:attrName>ppt_x</p:attrName>
                                        </p:attrNameLst>
                                      </p:cBhvr>
                                      <p:tavLst>
                                        <p:tav tm="0">
                                          <p:val>
                                            <p:strVal val="#ppt_x"/>
                                          </p:val>
                                        </p:tav>
                                        <p:tav tm="100000">
                                          <p:val>
                                            <p:strVal val="#ppt_x"/>
                                          </p:val>
                                        </p:tav>
                                      </p:tavLst>
                                    </p:anim>
                                    <p:anim calcmode="lin" valueType="num">
                                      <p:cBhvr>
                                        <p:cTn id="16" dur="650" fill="hold"/>
                                        <p:tgtEl>
                                          <p:spTgt spid="19"/>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650"/>
                                        <p:tgtEl>
                                          <p:spTgt spid="20"/>
                                        </p:tgtEl>
                                      </p:cBhvr>
                                    </p:animEffect>
                                    <p:anim calcmode="lin" valueType="num">
                                      <p:cBhvr>
                                        <p:cTn id="20" dur="650" fill="hold"/>
                                        <p:tgtEl>
                                          <p:spTgt spid="20"/>
                                        </p:tgtEl>
                                        <p:attrNameLst>
                                          <p:attrName>ppt_x</p:attrName>
                                        </p:attrNameLst>
                                      </p:cBhvr>
                                      <p:tavLst>
                                        <p:tav tm="0">
                                          <p:val>
                                            <p:strVal val="#ppt_x"/>
                                          </p:val>
                                        </p:tav>
                                        <p:tav tm="100000">
                                          <p:val>
                                            <p:strVal val="#ppt_x"/>
                                          </p:val>
                                        </p:tav>
                                      </p:tavLst>
                                    </p:anim>
                                    <p:anim calcmode="lin" valueType="num">
                                      <p:cBhvr>
                                        <p:cTn id="21" dur="650" fill="hold"/>
                                        <p:tgtEl>
                                          <p:spTgt spid="2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12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650"/>
                                        <p:tgtEl>
                                          <p:spTgt spid="21"/>
                                        </p:tgtEl>
                                      </p:cBhvr>
                                    </p:animEffect>
                                    <p:anim calcmode="lin" valueType="num">
                                      <p:cBhvr>
                                        <p:cTn id="25" dur="650" fill="hold"/>
                                        <p:tgtEl>
                                          <p:spTgt spid="21"/>
                                        </p:tgtEl>
                                        <p:attrNameLst>
                                          <p:attrName>ppt_x</p:attrName>
                                        </p:attrNameLst>
                                      </p:cBhvr>
                                      <p:tavLst>
                                        <p:tav tm="0">
                                          <p:val>
                                            <p:strVal val="#ppt_x"/>
                                          </p:val>
                                        </p:tav>
                                        <p:tav tm="100000">
                                          <p:val>
                                            <p:strVal val="#ppt_x"/>
                                          </p:val>
                                        </p:tav>
                                      </p:tavLst>
                                    </p:anim>
                                    <p:anim calcmode="lin" valueType="num">
                                      <p:cBhvr>
                                        <p:cTn id="26" dur="650" fill="hold"/>
                                        <p:tgtEl>
                                          <p:spTgt spid="21"/>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12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650"/>
                                        <p:tgtEl>
                                          <p:spTgt spid="22"/>
                                        </p:tgtEl>
                                      </p:cBhvr>
                                    </p:animEffect>
                                    <p:anim calcmode="lin" valueType="num">
                                      <p:cBhvr>
                                        <p:cTn id="30" dur="650" fill="hold"/>
                                        <p:tgtEl>
                                          <p:spTgt spid="22"/>
                                        </p:tgtEl>
                                        <p:attrNameLst>
                                          <p:attrName>ppt_x</p:attrName>
                                        </p:attrNameLst>
                                      </p:cBhvr>
                                      <p:tavLst>
                                        <p:tav tm="0">
                                          <p:val>
                                            <p:strVal val="#ppt_x"/>
                                          </p:val>
                                        </p:tav>
                                        <p:tav tm="100000">
                                          <p:val>
                                            <p:strVal val="#ppt_x"/>
                                          </p:val>
                                        </p:tav>
                                      </p:tavLst>
                                    </p:anim>
                                    <p:anim calcmode="lin" valueType="num">
                                      <p:cBhvr>
                                        <p:cTn id="31" dur="650" fill="hold"/>
                                        <p:tgtEl>
                                          <p:spTgt spid="22"/>
                                        </p:tgtEl>
                                        <p:attrNameLst>
                                          <p:attrName>ppt_y</p:attrName>
                                        </p:attrNameLst>
                                      </p:cBhvr>
                                      <p:tavLst>
                                        <p:tav tm="0">
                                          <p:val>
                                            <p:strVal val="#ppt_y+.1"/>
                                          </p:val>
                                        </p:tav>
                                        <p:tav tm="100000">
                                          <p:val>
                                            <p:strVal val="#ppt_y"/>
                                          </p:val>
                                        </p:tav>
                                      </p:tavLst>
                                    </p:anim>
                                  </p:childTnLst>
                                </p:cTn>
                              </p:par>
                              <p:par>
                                <p:cTn id="32" presetID="1" presetClass="exit" presetSubtype="0" fill="hold" nodeType="withEffect">
                                  <p:stCondLst>
                                    <p:cond delay="420"/>
                                  </p:stCondLst>
                                  <p:childTnLst>
                                    <p:set>
                                      <p:cBhvr>
                                        <p:cTn id="33" dur="1" fill="hold">
                                          <p:stCondLst>
                                            <p:cond delay="0"/>
                                          </p:stCondLst>
                                        </p:cTn>
                                        <p:tgtEl>
                                          <p:spTgt spid="14"/>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childTnLst>
                                </p:cTn>
                              </p:par>
                              <p:par>
                                <p:cTn id="38" presetID="10" presetClass="exit" presetSubtype="0" fill="hold" nodeType="withEffect">
                                  <p:stCondLst>
                                    <p:cond delay="0"/>
                                  </p:stCondLst>
                                  <p:childTnLst>
                                    <p:animEffect transition="out" filter="fade">
                                      <p:cBhvr>
                                        <p:cTn id="39" dur="420"/>
                                        <p:tgtEl>
                                          <p:spTgt spid="13"/>
                                        </p:tgtEl>
                                      </p:cBhvr>
                                    </p:animEffect>
                                    <p:set>
                                      <p:cBhvr>
                                        <p:cTn id="40" dur="1" fill="hold">
                                          <p:stCondLst>
                                            <p:cond delay="419"/>
                                          </p:stCondLst>
                                        </p:cTn>
                                        <p:tgtEl>
                                          <p:spTgt spid="13"/>
                                        </p:tgtEl>
                                        <p:attrNameLst>
                                          <p:attrName>style.visibility</p:attrName>
                                        </p:attrNameLst>
                                      </p:cBhvr>
                                      <p:to>
                                        <p:strVal val="hidden"/>
                                      </p:to>
                                    </p:set>
                                  </p:childTnLst>
                                </p:cTn>
                              </p:par>
                              <p:par>
                                <p:cTn id="41" presetID="42"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650"/>
                                        <p:tgtEl>
                                          <p:spTgt spid="27"/>
                                        </p:tgtEl>
                                      </p:cBhvr>
                                    </p:animEffect>
                                    <p:anim calcmode="lin" valueType="num">
                                      <p:cBhvr>
                                        <p:cTn id="44" dur="650" fill="hold"/>
                                        <p:tgtEl>
                                          <p:spTgt spid="27"/>
                                        </p:tgtEl>
                                        <p:attrNameLst>
                                          <p:attrName>ppt_x</p:attrName>
                                        </p:attrNameLst>
                                      </p:cBhvr>
                                      <p:tavLst>
                                        <p:tav tm="0">
                                          <p:val>
                                            <p:strVal val="#ppt_x"/>
                                          </p:val>
                                        </p:tav>
                                        <p:tav tm="100000">
                                          <p:val>
                                            <p:strVal val="#ppt_x"/>
                                          </p:val>
                                        </p:tav>
                                      </p:tavLst>
                                    </p:anim>
                                    <p:anim calcmode="lin" valueType="num">
                                      <p:cBhvr>
                                        <p:cTn id="45" dur="650" fill="hold"/>
                                        <p:tgtEl>
                                          <p:spTgt spid="27"/>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650"/>
                                        <p:tgtEl>
                                          <p:spTgt spid="28"/>
                                        </p:tgtEl>
                                      </p:cBhvr>
                                    </p:animEffect>
                                    <p:anim calcmode="lin" valueType="num">
                                      <p:cBhvr>
                                        <p:cTn id="49" dur="650" fill="hold"/>
                                        <p:tgtEl>
                                          <p:spTgt spid="28"/>
                                        </p:tgtEl>
                                        <p:attrNameLst>
                                          <p:attrName>ppt_x</p:attrName>
                                        </p:attrNameLst>
                                      </p:cBhvr>
                                      <p:tavLst>
                                        <p:tav tm="0">
                                          <p:val>
                                            <p:strVal val="#ppt_x"/>
                                          </p:val>
                                        </p:tav>
                                        <p:tav tm="100000">
                                          <p:val>
                                            <p:strVal val="#ppt_x"/>
                                          </p:val>
                                        </p:tav>
                                      </p:tavLst>
                                    </p:anim>
                                    <p:anim calcmode="lin" valueType="num">
                                      <p:cBhvr>
                                        <p:cTn id="50" dur="650" fill="hold"/>
                                        <p:tgtEl>
                                          <p:spTgt spid="28"/>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650"/>
                                        <p:tgtEl>
                                          <p:spTgt spid="29"/>
                                        </p:tgtEl>
                                      </p:cBhvr>
                                    </p:animEffect>
                                    <p:anim calcmode="lin" valueType="num">
                                      <p:cBhvr>
                                        <p:cTn id="54" dur="650" fill="hold"/>
                                        <p:tgtEl>
                                          <p:spTgt spid="29"/>
                                        </p:tgtEl>
                                        <p:attrNameLst>
                                          <p:attrName>ppt_x</p:attrName>
                                        </p:attrNameLst>
                                      </p:cBhvr>
                                      <p:tavLst>
                                        <p:tav tm="0">
                                          <p:val>
                                            <p:strVal val="#ppt_x"/>
                                          </p:val>
                                        </p:tav>
                                        <p:tav tm="100000">
                                          <p:val>
                                            <p:strVal val="#ppt_x"/>
                                          </p:val>
                                        </p:tav>
                                      </p:tavLst>
                                    </p:anim>
                                    <p:anim calcmode="lin" valueType="num">
                                      <p:cBhvr>
                                        <p:cTn id="55" dur="650" fill="hold"/>
                                        <p:tgtEl>
                                          <p:spTgt spid="29"/>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650"/>
                                        <p:tgtEl>
                                          <p:spTgt spid="30"/>
                                        </p:tgtEl>
                                      </p:cBhvr>
                                    </p:animEffect>
                                    <p:anim calcmode="lin" valueType="num">
                                      <p:cBhvr>
                                        <p:cTn id="59" dur="650" fill="hold"/>
                                        <p:tgtEl>
                                          <p:spTgt spid="30"/>
                                        </p:tgtEl>
                                        <p:attrNameLst>
                                          <p:attrName>ppt_x</p:attrName>
                                        </p:attrNameLst>
                                      </p:cBhvr>
                                      <p:tavLst>
                                        <p:tav tm="0">
                                          <p:val>
                                            <p:strVal val="#ppt_x"/>
                                          </p:val>
                                        </p:tav>
                                        <p:tav tm="100000">
                                          <p:val>
                                            <p:strVal val="#ppt_x"/>
                                          </p:val>
                                        </p:tav>
                                      </p:tavLst>
                                    </p:anim>
                                    <p:anim calcmode="lin" valueType="num">
                                      <p:cBhvr>
                                        <p:cTn id="60" dur="650" fill="hold"/>
                                        <p:tgtEl>
                                          <p:spTgt spid="30"/>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650"/>
                                        <p:tgtEl>
                                          <p:spTgt spid="31"/>
                                        </p:tgtEl>
                                      </p:cBhvr>
                                    </p:animEffect>
                                    <p:anim calcmode="lin" valueType="num">
                                      <p:cBhvr>
                                        <p:cTn id="64" dur="650" fill="hold"/>
                                        <p:tgtEl>
                                          <p:spTgt spid="31"/>
                                        </p:tgtEl>
                                        <p:attrNameLst>
                                          <p:attrName>ppt_x</p:attrName>
                                        </p:attrNameLst>
                                      </p:cBhvr>
                                      <p:tavLst>
                                        <p:tav tm="0">
                                          <p:val>
                                            <p:strVal val="#ppt_x"/>
                                          </p:val>
                                        </p:tav>
                                        <p:tav tm="100000">
                                          <p:val>
                                            <p:strVal val="#ppt_x"/>
                                          </p:val>
                                        </p:tav>
                                      </p:tavLst>
                                    </p:anim>
                                    <p:anim calcmode="lin" valueType="num">
                                      <p:cBhvr>
                                        <p:cTn id="65" dur="650" fill="hold"/>
                                        <p:tgtEl>
                                          <p:spTgt spid="31"/>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650"/>
                                        <p:tgtEl>
                                          <p:spTgt spid="32"/>
                                        </p:tgtEl>
                                      </p:cBhvr>
                                    </p:animEffect>
                                    <p:anim calcmode="lin" valueType="num">
                                      <p:cBhvr>
                                        <p:cTn id="69" dur="650" fill="hold"/>
                                        <p:tgtEl>
                                          <p:spTgt spid="32"/>
                                        </p:tgtEl>
                                        <p:attrNameLst>
                                          <p:attrName>ppt_x</p:attrName>
                                        </p:attrNameLst>
                                      </p:cBhvr>
                                      <p:tavLst>
                                        <p:tav tm="0">
                                          <p:val>
                                            <p:strVal val="#ppt_x"/>
                                          </p:val>
                                        </p:tav>
                                        <p:tav tm="100000">
                                          <p:val>
                                            <p:strVal val="#ppt_x"/>
                                          </p:val>
                                        </p:tav>
                                      </p:tavLst>
                                    </p:anim>
                                    <p:anim calcmode="lin" valueType="num">
                                      <p:cBhvr>
                                        <p:cTn id="70" dur="65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grpId="1" nodeType="clickEffect">
                                  <p:stCondLst>
                                    <p:cond delay="0"/>
                                  </p:stCondLst>
                                  <p:childTnLst>
                                    <p:animEffect transition="out" filter="fade">
                                      <p:cBhvr>
                                        <p:cTn id="74" dur="300"/>
                                        <p:tgtEl>
                                          <p:spTgt spid="27"/>
                                        </p:tgtEl>
                                      </p:cBhvr>
                                    </p:animEffect>
                                    <p:set>
                                      <p:cBhvr>
                                        <p:cTn id="75" dur="1" fill="hold">
                                          <p:stCondLst>
                                            <p:cond delay="299"/>
                                          </p:stCondLst>
                                        </p:cTn>
                                        <p:tgtEl>
                                          <p:spTgt spid="27"/>
                                        </p:tgtEl>
                                        <p:attrNameLst>
                                          <p:attrName>style.visibility</p:attrName>
                                        </p:attrNameLst>
                                      </p:cBhvr>
                                      <p:to>
                                        <p:strVal val="hidden"/>
                                      </p:to>
                                    </p:set>
                                  </p:childTnLst>
                                </p:cTn>
                              </p:par>
                              <p:par>
                                <p:cTn id="76" presetID="10" presetClass="exit" presetSubtype="0" fill="hold" grpId="1" nodeType="withEffect">
                                  <p:stCondLst>
                                    <p:cond delay="0"/>
                                  </p:stCondLst>
                                  <p:childTnLst>
                                    <p:animEffect transition="out" filter="fade">
                                      <p:cBhvr>
                                        <p:cTn id="77" dur="300"/>
                                        <p:tgtEl>
                                          <p:spTgt spid="28"/>
                                        </p:tgtEl>
                                      </p:cBhvr>
                                    </p:animEffect>
                                    <p:set>
                                      <p:cBhvr>
                                        <p:cTn id="78" dur="1" fill="hold">
                                          <p:stCondLst>
                                            <p:cond delay="299"/>
                                          </p:stCondLst>
                                        </p:cTn>
                                        <p:tgtEl>
                                          <p:spTgt spid="28"/>
                                        </p:tgtEl>
                                        <p:attrNameLst>
                                          <p:attrName>style.visibility</p:attrName>
                                        </p:attrNameLst>
                                      </p:cBhvr>
                                      <p:to>
                                        <p:strVal val="hidden"/>
                                      </p:to>
                                    </p:set>
                                  </p:childTnLst>
                                </p:cTn>
                              </p:par>
                              <p:par>
                                <p:cTn id="79" presetID="10" presetClass="exit" presetSubtype="0" fill="hold" grpId="1" nodeType="withEffect">
                                  <p:stCondLst>
                                    <p:cond delay="0"/>
                                  </p:stCondLst>
                                  <p:childTnLst>
                                    <p:animEffect transition="out" filter="fade">
                                      <p:cBhvr>
                                        <p:cTn id="80" dur="300"/>
                                        <p:tgtEl>
                                          <p:spTgt spid="29"/>
                                        </p:tgtEl>
                                      </p:cBhvr>
                                    </p:animEffect>
                                    <p:set>
                                      <p:cBhvr>
                                        <p:cTn id="81" dur="1" fill="hold">
                                          <p:stCondLst>
                                            <p:cond delay="299"/>
                                          </p:stCondLst>
                                        </p:cTn>
                                        <p:tgtEl>
                                          <p:spTgt spid="29"/>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300"/>
                                        <p:tgtEl>
                                          <p:spTgt spid="30"/>
                                        </p:tgtEl>
                                      </p:cBhvr>
                                    </p:animEffect>
                                    <p:set>
                                      <p:cBhvr>
                                        <p:cTn id="84" dur="1" fill="hold">
                                          <p:stCondLst>
                                            <p:cond delay="299"/>
                                          </p:stCondLst>
                                        </p:cTn>
                                        <p:tgtEl>
                                          <p:spTgt spid="30"/>
                                        </p:tgtEl>
                                        <p:attrNameLst>
                                          <p:attrName>style.visibility</p:attrName>
                                        </p:attrNameLst>
                                      </p:cBhvr>
                                      <p:to>
                                        <p:strVal val="hidden"/>
                                      </p:to>
                                    </p:set>
                                  </p:childTnLst>
                                </p:cTn>
                              </p:par>
                              <p:par>
                                <p:cTn id="85" presetID="10" presetClass="exit" presetSubtype="0" fill="hold" grpId="1" nodeType="withEffect">
                                  <p:stCondLst>
                                    <p:cond delay="0"/>
                                  </p:stCondLst>
                                  <p:childTnLst>
                                    <p:animEffect transition="out" filter="fade">
                                      <p:cBhvr>
                                        <p:cTn id="86" dur="300"/>
                                        <p:tgtEl>
                                          <p:spTgt spid="31"/>
                                        </p:tgtEl>
                                      </p:cBhvr>
                                    </p:animEffect>
                                    <p:set>
                                      <p:cBhvr>
                                        <p:cTn id="87" dur="1" fill="hold">
                                          <p:stCondLst>
                                            <p:cond delay="299"/>
                                          </p:stCondLst>
                                        </p:cTn>
                                        <p:tgtEl>
                                          <p:spTgt spid="31"/>
                                        </p:tgtEl>
                                        <p:attrNameLst>
                                          <p:attrName>style.visibility</p:attrName>
                                        </p:attrNameLst>
                                      </p:cBhvr>
                                      <p:to>
                                        <p:strVal val="hidden"/>
                                      </p:to>
                                    </p:set>
                                  </p:childTnLst>
                                </p:cTn>
                              </p:par>
                              <p:par>
                                <p:cTn id="88" presetID="10" presetClass="exit" presetSubtype="0" fill="hold" grpId="1" nodeType="withEffect">
                                  <p:stCondLst>
                                    <p:cond delay="0"/>
                                  </p:stCondLst>
                                  <p:childTnLst>
                                    <p:animEffect transition="out" filter="fade">
                                      <p:cBhvr>
                                        <p:cTn id="89" dur="300"/>
                                        <p:tgtEl>
                                          <p:spTgt spid="32"/>
                                        </p:tgtEl>
                                      </p:cBhvr>
                                    </p:animEffect>
                                    <p:set>
                                      <p:cBhvr>
                                        <p:cTn id="90" dur="1" fill="hold">
                                          <p:stCondLst>
                                            <p:cond delay="299"/>
                                          </p:stCondLst>
                                        </p:cTn>
                                        <p:tgtEl>
                                          <p:spTgt spid="32"/>
                                        </p:tgtEl>
                                        <p:attrNameLst>
                                          <p:attrName>style.visibility</p:attrName>
                                        </p:attrNameLst>
                                      </p:cBhvr>
                                      <p:to>
                                        <p:strVal val="hidden"/>
                                      </p:to>
                                    </p:set>
                                  </p:childTnLst>
                                </p:cTn>
                              </p:par>
                              <p:par>
                                <p:cTn id="91" presetID="1" presetClass="entr" presetSubtype="0" fill="hold" nodeType="withEffect">
                                  <p:stCondLst>
                                    <p:cond delay="0"/>
                                  </p:stCondLst>
                                  <p:childTnLst>
                                    <p:set>
                                      <p:cBhvr>
                                        <p:cTn id="92" dur="1" fill="hold">
                                          <p:stCondLst>
                                            <p:cond delay="0"/>
                                          </p:stCondLst>
                                        </p:cTn>
                                        <p:tgtEl>
                                          <p:spTgt spid="11"/>
                                        </p:tgtEl>
                                        <p:attrNameLst>
                                          <p:attrName>style.visibility</p:attrName>
                                        </p:attrNameLst>
                                      </p:cBhvr>
                                      <p:to>
                                        <p:strVal val="visible"/>
                                      </p:to>
                                    </p:set>
                                  </p:childTnLst>
                                </p:cTn>
                              </p:par>
                              <p:par>
                                <p:cTn id="93" presetID="10" presetClass="exit" presetSubtype="0" fill="hold" nodeType="withEffect">
                                  <p:stCondLst>
                                    <p:cond delay="0"/>
                                  </p:stCondLst>
                                  <p:childTnLst>
                                    <p:animEffect transition="out" filter="fade">
                                      <p:cBhvr>
                                        <p:cTn id="94" dur="420"/>
                                        <p:tgtEl>
                                          <p:spTgt spid="12"/>
                                        </p:tgtEl>
                                      </p:cBhvr>
                                    </p:animEffect>
                                    <p:set>
                                      <p:cBhvr>
                                        <p:cTn id="95" dur="1" fill="hold">
                                          <p:stCondLst>
                                            <p:cond delay="419"/>
                                          </p:stCondLst>
                                        </p:cTn>
                                        <p:tgtEl>
                                          <p:spTgt spid="12"/>
                                        </p:tgtEl>
                                        <p:attrNameLst>
                                          <p:attrName>style.visibility</p:attrName>
                                        </p:attrNameLst>
                                      </p:cBhvr>
                                      <p:to>
                                        <p:strVal val="hidden"/>
                                      </p:to>
                                    </p:set>
                                  </p:childTnLst>
                                </p:cTn>
                              </p:par>
                              <p:par>
                                <p:cTn id="96" presetID="22" presetClass="entr" presetSubtype="8" fill="hold" grpId="0" nodeType="withEffect">
                                  <p:stCondLst>
                                    <p:cond delay="250"/>
                                  </p:stCondLst>
                                  <p:childTnLst>
                                    <p:set>
                                      <p:cBhvr>
                                        <p:cTn id="97" dur="1" fill="hold">
                                          <p:stCondLst>
                                            <p:cond delay="0"/>
                                          </p:stCondLst>
                                        </p:cTn>
                                        <p:tgtEl>
                                          <p:spTgt spid="23"/>
                                        </p:tgtEl>
                                        <p:attrNameLst>
                                          <p:attrName>style.visibility</p:attrName>
                                        </p:attrNameLst>
                                      </p:cBhvr>
                                      <p:to>
                                        <p:strVal val="visible"/>
                                      </p:to>
                                    </p:set>
                                    <p:animEffect transition="in" filter="wipe(left)">
                                      <p:cBhvr>
                                        <p:cTn id="98" dur="500"/>
                                        <p:tgtEl>
                                          <p:spTgt spid="23"/>
                                        </p:tgtEl>
                                      </p:cBhvr>
                                    </p:animEffect>
                                  </p:childTnLst>
                                </p:cTn>
                              </p:par>
                              <p:par>
                                <p:cTn id="99" presetID="22" presetClass="entr" presetSubtype="8" fill="hold" grpId="0" nodeType="withEffect">
                                  <p:stCondLst>
                                    <p:cond delay="250"/>
                                  </p:stCondLst>
                                  <p:childTnLst>
                                    <p:set>
                                      <p:cBhvr>
                                        <p:cTn id="100" dur="1" fill="hold">
                                          <p:stCondLst>
                                            <p:cond delay="0"/>
                                          </p:stCondLst>
                                        </p:cTn>
                                        <p:tgtEl>
                                          <p:spTgt spid="24"/>
                                        </p:tgtEl>
                                        <p:attrNameLst>
                                          <p:attrName>style.visibility</p:attrName>
                                        </p:attrNameLst>
                                      </p:cBhvr>
                                      <p:to>
                                        <p:strVal val="visible"/>
                                      </p:to>
                                    </p:set>
                                    <p:animEffect transition="in" filter="wipe(left)">
                                      <p:cBhvr>
                                        <p:cTn id="101" dur="500"/>
                                        <p:tgtEl>
                                          <p:spTgt spid="24"/>
                                        </p:tgtEl>
                                      </p:cBhvr>
                                    </p:animEffect>
                                  </p:childTnLst>
                                </p:cTn>
                              </p:par>
                              <p:par>
                                <p:cTn id="102" presetID="22" presetClass="entr" presetSubtype="8" fill="hold" grpId="0" nodeType="withEffect">
                                  <p:stCondLst>
                                    <p:cond delay="250"/>
                                  </p:stCondLst>
                                  <p:childTnLst>
                                    <p:set>
                                      <p:cBhvr>
                                        <p:cTn id="103" dur="1" fill="hold">
                                          <p:stCondLst>
                                            <p:cond delay="0"/>
                                          </p:stCondLst>
                                        </p:cTn>
                                        <p:tgtEl>
                                          <p:spTgt spid="25"/>
                                        </p:tgtEl>
                                        <p:attrNameLst>
                                          <p:attrName>style.visibility</p:attrName>
                                        </p:attrNameLst>
                                      </p:cBhvr>
                                      <p:to>
                                        <p:strVal val="visible"/>
                                      </p:to>
                                    </p:set>
                                    <p:animEffect transition="in" filter="wipe(left)">
                                      <p:cBhvr>
                                        <p:cTn id="104" dur="500"/>
                                        <p:tgtEl>
                                          <p:spTgt spid="25"/>
                                        </p:tgtEl>
                                      </p:cBhvr>
                                    </p:animEffect>
                                  </p:childTnLst>
                                </p:cTn>
                              </p:par>
                              <p:par>
                                <p:cTn id="105" presetID="22" presetClass="entr" presetSubtype="8" fill="hold" grpId="0" nodeType="withEffect">
                                  <p:stCondLst>
                                    <p:cond delay="250"/>
                                  </p:stCondLst>
                                  <p:childTnLst>
                                    <p:set>
                                      <p:cBhvr>
                                        <p:cTn id="106" dur="1" fill="hold">
                                          <p:stCondLst>
                                            <p:cond delay="0"/>
                                          </p:stCondLst>
                                        </p:cTn>
                                        <p:tgtEl>
                                          <p:spTgt spid="26"/>
                                        </p:tgtEl>
                                        <p:attrNameLst>
                                          <p:attrName>style.visibility</p:attrName>
                                        </p:attrNameLst>
                                      </p:cBhvr>
                                      <p:to>
                                        <p:strVal val="visible"/>
                                      </p:to>
                                    </p:set>
                                    <p:animEffect transition="in" filter="wipe(left)">
                                      <p:cBhvr>
                                        <p:cTn id="10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animBg="1"/>
      <p:bldP spid="22" grpId="0"/>
      <p:bldP spid="23" grpId="0" animBg="1"/>
      <p:bldP spid="24" grpId="0" animBg="1"/>
      <p:bldP spid="25" grpId="0"/>
      <p:bldP spid="26" grpId="0"/>
      <p:bldP spid="27" grpId="0" animBg="1"/>
      <p:bldP spid="27" grpId="1" animBg="1"/>
      <p:bldP spid="28" grpId="0" animBg="1"/>
      <p:bldP spid="28" grpId="1" animBg="1"/>
      <p:bldP spid="29" grpId="0"/>
      <p:bldP spid="29" grpId="1"/>
      <p:bldP spid="30" grpId="0" animBg="1"/>
      <p:bldP spid="30" grpId="1" animBg="1"/>
      <p:bldP spid="31" grpId="0" animBg="1"/>
      <p:bldP spid="31" grpId="1" animBg="1"/>
      <p:bldP spid="32" grpId="0"/>
      <p:bldP spid="32" grpId="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Problema científico</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blema:ed984950bb"/>
          <p:cNvSpPr/>
          <p:nvPr/>
        </p:nvSpPr>
        <p:spPr>
          <a:xfrm>
            <a:off x="568325" y="1283272"/>
            <a:ext cx="11055350" cy="1594866"/>
          </a:xfrm>
          <a:prstGeom prst="roundRect">
            <a:avLst>
              <a:gd name="adj" fmla="val 457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blema:c91f06a12a"/>
          <p:cNvSpPr/>
          <p:nvPr/>
        </p:nvSpPr>
        <p:spPr>
          <a:xfrm>
            <a:off x="3129534" y="1489646"/>
            <a:ext cx="6435154" cy="406400"/>
          </a:xfrm>
          <a:prstGeom prst="roundRect">
            <a:avLst>
              <a:gd name="adj" fmla="val 1875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roblema:fd0c08aec0"/>
          <p:cNvSpPr/>
          <p:nvPr/>
        </p:nvSpPr>
        <p:spPr>
          <a:xfrm>
            <a:off x="3154934" y="1515046"/>
            <a:ext cx="6384354" cy="355600"/>
          </a:xfrm>
          <a:prstGeom prst="roundRect">
            <a:avLst>
              <a:gd name="adj" fmla="val 14285"/>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roblema:cb31e236ae"/>
          <p:cNvSpPr/>
          <p:nvPr/>
        </p:nvSpPr>
        <p:spPr>
          <a:xfrm>
            <a:off x="7236333" y="1900618"/>
            <a:ext cx="4016566" cy="355600"/>
          </a:xfrm>
          <a:prstGeom prst="roundRect">
            <a:avLst>
              <a:gd name="adj" fmla="val 14285"/>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roblema:0844fbbe12"/>
          <p:cNvSpPr/>
          <p:nvPr/>
        </p:nvSpPr>
        <p:spPr>
          <a:xfrm>
            <a:off x="1130300" y="2286190"/>
            <a:ext cx="2633345" cy="355600"/>
          </a:xfrm>
          <a:prstGeom prst="roundRect">
            <a:avLst>
              <a:gd name="adj" fmla="val 14285"/>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roblema:72b39d733f"/>
          <p:cNvSpPr txBox="1"/>
          <p:nvPr/>
        </p:nvSpPr>
        <p:spPr>
          <a:xfrm>
            <a:off x="1130300" y="1502456"/>
            <a:ext cx="10402062" cy="1156716"/>
          </a:xfrm>
          <a:prstGeom prst="rect">
            <a:avLst/>
          </a:prstGeom>
          <a:noFill/>
        </p:spPr>
        <p:txBody>
          <a:bodyPr wrap="square" lIns="0" rIns="0" tIns="0" bIns="0" anchor="t"/>
          <a:lstStyle/>
          <a:p>
            <a:pPr algn="l">
              <a:lnSpc>
                <a:spcPts val="3036"/>
              </a:lnSpc>
              <a:spcBef>
                <a:spcPts val="0"/>
              </a:spcBef>
              <a:spcAft>
                <a:spcPts val="0"/>
              </a:spcAft>
            </a:pPr>
            <a:r>
              <a:rPr sz="2300" b="0" i="0">
                <a:solidFill>
                  <a:srgbClr val="1F2937"/>
                </a:solidFill>
                <a:latin typeface="Calibri"/>
              </a:rPr>
              <a:t>¿De qué manera</a:t>
            </a:r>
            <a:r>
              <a:rPr sz="2300" b="1" i="0">
                <a:solidFill>
                  <a:srgbClr val="0D6EFD"/>
                </a:solidFill>
                <a:latin typeface="Calibri"/>
              </a:rPr>
              <a:t> la escasa transparencia del procedimiento de cálculo</a:t>
            </a:r>
            <a:r>
              <a:rPr sz="2300" b="0" i="0">
                <a:solidFill>
                  <a:srgbClr val="1F2937"/>
                </a:solidFill>
                <a:latin typeface="Calibri"/>
              </a:rPr>
              <a:t> del software</a:t>
            </a:r>
            <a:br/>
            <a:r>
              <a:rPr sz="2300" b="0" i="0">
                <a:solidFill>
                  <a:srgbClr val="1F2937"/>
                </a:solidFill>
                <a:latin typeface="Calibri"/>
              </a:rPr>
              <a:t>de análisis por elementos finitos podrá incidir en la</a:t>
            </a:r>
            <a:r>
              <a:rPr sz="2300" b="1" i="0">
                <a:solidFill>
                  <a:srgbClr val="6F42C1"/>
                </a:solidFill>
                <a:latin typeface="Calibri"/>
              </a:rPr>
              <a:t> baja trazabilidad y verificabilidad</a:t>
            </a:r>
            <a:br/>
            <a:r>
              <a:rPr sz="2300" b="1" i="0">
                <a:solidFill>
                  <a:srgbClr val="6F42C1"/>
                </a:solidFill>
                <a:latin typeface="Calibri"/>
              </a:rPr>
              <a:t>de ese procedimiento</a:t>
            </a:r>
            <a:r>
              <a:rPr sz="2300" b="0" i="0">
                <a:solidFill>
                  <a:srgbClr val="1F2937"/>
                </a:solidFill>
                <a:latin typeface="Calibri"/>
              </a:rPr>
              <a:t>, en la gestión 2026?</a:t>
            </a:r>
          </a:p>
        </p:txBody>
      </p:sp>
      <p:sp>
        <p:nvSpPr>
          <p:cNvPr id="17" name="!!problema:663078f37a"/>
          <p:cNvSpPr txBox="1"/>
          <p:nvPr/>
        </p:nvSpPr>
        <p:spPr>
          <a:xfrm>
            <a:off x="1130300" y="1502456"/>
            <a:ext cx="10402062" cy="1156716"/>
          </a:xfrm>
          <a:prstGeom prst="rect">
            <a:avLst/>
          </a:prstGeom>
          <a:noFill/>
        </p:spPr>
        <p:txBody>
          <a:bodyPr wrap="square" lIns="0" rIns="0" tIns="0" bIns="0" anchor="t"/>
          <a:lstStyle/>
          <a:p>
            <a:pPr algn="l">
              <a:lnSpc>
                <a:spcPts val="3036"/>
              </a:lnSpc>
              <a:spcBef>
                <a:spcPts val="0"/>
              </a:spcBef>
              <a:spcAft>
                <a:spcPts val="0"/>
              </a:spcAft>
            </a:pPr>
            <a:r>
              <a:rPr sz="2300" b="0" i="0">
                <a:solidFill>
                  <a:srgbClr val="1F2937"/>
                </a:solidFill>
                <a:latin typeface="Calibri"/>
              </a:rPr>
              <a:t>¿De qué manera la escasa transparencia del procedimiento de cálculo del software de</a:t>
            </a:r>
            <a:br/>
            <a:r>
              <a:rPr sz="2300" b="0" i="0">
                <a:solidFill>
                  <a:srgbClr val="1F2937"/>
                </a:solidFill>
                <a:latin typeface="Calibri"/>
              </a:rPr>
              <a:t>análisis por elementos finitos podrá incidir en la baja trazabilidad y verificabilidad de</a:t>
            </a:r>
            <a:br/>
            <a:r>
              <a:rPr sz="2300" b="0" i="0">
                <a:solidFill>
                  <a:srgbClr val="1F2937"/>
                </a:solidFill>
                <a:latin typeface="Calibri"/>
              </a:rPr>
              <a:t>ese procedimiento, en la gestión 2026?</a:t>
            </a:r>
          </a:p>
        </p:txBody>
      </p:sp>
      <p:sp>
        <p:nvSpPr>
          <p:cNvPr id="18" name="!!problema:39a80f2a53"/>
          <p:cNvSpPr txBox="1"/>
          <p:nvPr/>
        </p:nvSpPr>
        <p:spPr>
          <a:xfrm>
            <a:off x="685800" y="1352093"/>
            <a:ext cx="315722" cy="754380"/>
          </a:xfrm>
          <a:prstGeom prst="rect">
            <a:avLst/>
          </a:prstGeom>
          <a:noFill/>
        </p:spPr>
        <p:txBody>
          <a:bodyPr wrap="square" lIns="0" rIns="0" tIns="0" bIns="0" anchor="t"/>
          <a:lstStyle/>
          <a:p>
            <a:pPr algn="l">
              <a:lnSpc>
                <a:spcPts val="5940"/>
              </a:lnSpc>
              <a:spcBef>
                <a:spcPts val="0"/>
              </a:spcBef>
              <a:spcAft>
                <a:spcPts val="0"/>
              </a:spcAft>
            </a:pPr>
            <a:r>
              <a:rPr sz="4500" b="1" i="0">
                <a:solidFill>
                  <a:srgbClr val="E8741A">
                    <a:alpha val="35000"/>
                  </a:srgbClr>
                </a:solidFill>
                <a:latin typeface="Calibri"/>
              </a:rPr>
              <a:t>¿</a:t>
            </a:r>
          </a:p>
        </p:txBody>
      </p:sp>
      <p:sp>
        <p:nvSpPr>
          <p:cNvPr id="19" name="!!problema:8e1e9d0f61"/>
          <p:cNvSpPr/>
          <p:nvPr/>
        </p:nvSpPr>
        <p:spPr>
          <a:xfrm>
            <a:off x="565150" y="3059112"/>
            <a:ext cx="5416550" cy="891857"/>
          </a:xfrm>
          <a:prstGeom prst="roundRect">
            <a:avLst>
              <a:gd name="adj" fmla="val 11391"/>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roblema:5bf753b454"/>
          <p:cNvSpPr txBox="1"/>
          <p:nvPr/>
        </p:nvSpPr>
        <p:spPr>
          <a:xfrm>
            <a:off x="730250" y="3360105"/>
            <a:ext cx="5188077" cy="247904"/>
          </a:xfrm>
          <a:prstGeom prst="rect">
            <a:avLst/>
          </a:prstGeom>
          <a:noFill/>
        </p:spPr>
        <p:txBody>
          <a:bodyPr wrap="square" lIns="0" rIns="0" tIns="0" bIns="0" anchor="t"/>
          <a:lstStyle/>
          <a:p>
            <a:pPr algn="l">
              <a:lnSpc>
                <a:spcPts val="1952"/>
              </a:lnSpc>
              <a:spcBef>
                <a:spcPts val="0"/>
              </a:spcBef>
              <a:spcAft>
                <a:spcPts val="0"/>
              </a:spcAft>
            </a:pPr>
            <a:r>
              <a:rPr sz="1600" b="1" i="0">
                <a:solidFill>
                  <a:srgbClr val="0D6EFD"/>
                </a:solidFill>
                <a:latin typeface="Calibri"/>
              </a:rPr>
              <a:t>La transparencia del procedimiento de cálculo</a:t>
            </a:r>
          </a:p>
        </p:txBody>
      </p:sp>
      <p:sp>
        <p:nvSpPr>
          <p:cNvPr id="21" name="!!problema:f5fa0a7641"/>
          <p:cNvSpPr txBox="1"/>
          <p:nvPr/>
        </p:nvSpPr>
        <p:spPr>
          <a:xfrm>
            <a:off x="730250" y="3163532"/>
            <a:ext cx="5188077" cy="154940"/>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0D6EFD">
                    <a:alpha val="85000"/>
                  </a:srgbClr>
                </a:solidFill>
                <a:latin typeface="Calibri"/>
              </a:rPr>
              <a:t>Causa · variable independiente</a:t>
            </a:r>
          </a:p>
        </p:txBody>
      </p:sp>
      <p:sp>
        <p:nvSpPr>
          <p:cNvPr id="22" name="!!problema:aa94afdae6"/>
          <p:cNvSpPr/>
          <p:nvPr/>
        </p:nvSpPr>
        <p:spPr>
          <a:xfrm>
            <a:off x="6210300" y="3059112"/>
            <a:ext cx="5416550" cy="891857"/>
          </a:xfrm>
          <a:prstGeom prst="roundRect">
            <a:avLst>
              <a:gd name="adj" fmla="val 11391"/>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roblema:a93595d70f"/>
          <p:cNvSpPr txBox="1"/>
          <p:nvPr/>
        </p:nvSpPr>
        <p:spPr>
          <a:xfrm>
            <a:off x="6375400" y="3360105"/>
            <a:ext cx="5188077" cy="495808"/>
          </a:xfrm>
          <a:prstGeom prst="rect">
            <a:avLst/>
          </a:prstGeom>
          <a:noFill/>
        </p:spPr>
        <p:txBody>
          <a:bodyPr wrap="square" lIns="0" rIns="0" tIns="0" bIns="0" anchor="t"/>
          <a:lstStyle/>
          <a:p>
            <a:pPr algn="l">
              <a:lnSpc>
                <a:spcPts val="1952"/>
              </a:lnSpc>
              <a:spcBef>
                <a:spcPts val="0"/>
              </a:spcBef>
              <a:spcAft>
                <a:spcPts val="0"/>
              </a:spcAft>
            </a:pPr>
            <a:r>
              <a:rPr sz="1600" b="1" i="0">
                <a:solidFill>
                  <a:srgbClr val="6F42C1"/>
                </a:solidFill>
                <a:latin typeface="Calibri"/>
              </a:rPr>
              <a:t>La trazabilidad y la verificabilidad del procedimiento de</a:t>
            </a:r>
            <a:br/>
            <a:r>
              <a:rPr sz="1600" b="1" i="0">
                <a:solidFill>
                  <a:srgbClr val="6F42C1"/>
                </a:solidFill>
                <a:latin typeface="Calibri"/>
              </a:rPr>
              <a:t>cálculo</a:t>
            </a:r>
          </a:p>
        </p:txBody>
      </p:sp>
      <p:sp>
        <p:nvSpPr>
          <p:cNvPr id="24" name="!!problema:d5a57f1881"/>
          <p:cNvSpPr txBox="1"/>
          <p:nvPr/>
        </p:nvSpPr>
        <p:spPr>
          <a:xfrm>
            <a:off x="6375400" y="3163532"/>
            <a:ext cx="5188077" cy="154940"/>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6F42C1">
                    <a:alpha val="85000"/>
                  </a:srgbClr>
                </a:solidFill>
                <a:latin typeface="Calibri"/>
              </a:rPr>
              <a:t>Efecto · variable dependiente</a:t>
            </a:r>
          </a:p>
        </p:txBody>
      </p:sp>
      <p:sp>
        <p:nvSpPr>
          <p:cNvPr id="25" name="!!problema:0ef6584f61"/>
          <p:cNvSpPr/>
          <p:nvPr/>
        </p:nvSpPr>
        <p:spPr>
          <a:xfrm>
            <a:off x="568325" y="4131945"/>
            <a:ext cx="5410200" cy="1796288"/>
          </a:xfrm>
          <a:prstGeom prst="roundRect">
            <a:avLst>
              <a:gd name="adj" fmla="val 40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roblema:db84d6727b" descr="486cdd9caa085886.png"/>
          <p:cNvPicPr>
            <a:picLocks noChangeAspect="1"/>
          </p:cNvPicPr>
          <p:nvPr/>
        </p:nvPicPr>
        <p:blipFill>
          <a:blip r:embed="rId2"/>
          <a:stretch>
            <a:fillRect/>
          </a:stretch>
        </p:blipFill>
        <p:spPr>
          <a:xfrm>
            <a:off x="749300" y="4273550"/>
            <a:ext cx="762000" cy="768350"/>
          </a:xfrm>
          <a:prstGeom prst="rect">
            <a:avLst/>
          </a:prstGeom>
        </p:spPr>
      </p:pic>
      <p:sp>
        <p:nvSpPr>
          <p:cNvPr id="27" name="!!problema:027cf5e3f7"/>
          <p:cNvSpPr txBox="1"/>
          <p:nvPr/>
        </p:nvSpPr>
        <p:spPr>
          <a:xfrm>
            <a:off x="1651000" y="4286603"/>
            <a:ext cx="4229481" cy="270256"/>
          </a:xfrm>
          <a:prstGeom prst="rect">
            <a:avLst/>
          </a:prstGeom>
          <a:noFill/>
        </p:spPr>
        <p:txBody>
          <a:bodyPr wrap="square" lIns="0" rIns="0" tIns="0" bIns="0" anchor="t"/>
          <a:lstStyle/>
          <a:p>
            <a:pPr algn="l">
              <a:lnSpc>
                <a:spcPts val="2128"/>
              </a:lnSpc>
              <a:spcBef>
                <a:spcPts val="0"/>
              </a:spcBef>
              <a:spcAft>
                <a:spcPts val="0"/>
              </a:spcAft>
            </a:pPr>
            <a:r>
              <a:rPr sz="1900" b="1" i="0">
                <a:solidFill>
                  <a:srgbClr val="1B2A4A"/>
                </a:solidFill>
                <a:latin typeface="Calibri"/>
              </a:rPr>
              <a:t>Trazabilidad</a:t>
            </a:r>
          </a:p>
        </p:txBody>
      </p:sp>
      <p:sp>
        <p:nvSpPr>
          <p:cNvPr id="28" name="!!problema:62853cd6c3"/>
          <p:cNvSpPr txBox="1"/>
          <p:nvPr/>
        </p:nvSpPr>
        <p:spPr>
          <a:xfrm>
            <a:off x="1651000" y="4571034"/>
            <a:ext cx="4229481" cy="486156"/>
          </a:xfrm>
          <a:prstGeom prst="rect">
            <a:avLst/>
          </a:prstGeom>
          <a:noFill/>
        </p:spPr>
        <p:txBody>
          <a:bodyPr wrap="square" lIns="0" rIns="0" tIns="0" bIns="0" anchor="t"/>
          <a:lstStyle/>
          <a:p>
            <a:pPr algn="l">
              <a:lnSpc>
                <a:spcPts val="1914"/>
              </a:lnSpc>
              <a:spcBef>
                <a:spcPts val="0"/>
              </a:spcBef>
              <a:spcAft>
                <a:spcPts val="0"/>
              </a:spcAft>
            </a:pPr>
            <a:r>
              <a:rPr sz="1450" b="0" i="0">
                <a:solidFill>
                  <a:srgbClr val="3F4A5A"/>
                </a:solidFill>
                <a:latin typeface="Calibri"/>
              </a:rPr>
              <a:t>Cada resultado puede seguirse hacia atrás, etapa por</a:t>
            </a:r>
            <a:br/>
            <a:r>
              <a:rPr sz="1450" b="0" i="0">
                <a:solidFill>
                  <a:srgbClr val="3F4A5A"/>
                </a:solidFill>
                <a:latin typeface="Calibri"/>
              </a:rPr>
              <a:t>etapa, hasta los datos del modelo.</a:t>
            </a:r>
          </a:p>
        </p:txBody>
      </p:sp>
      <p:sp>
        <p:nvSpPr>
          <p:cNvPr id="29" name="!!problema:284051ad93"/>
          <p:cNvSpPr/>
          <p:nvPr/>
        </p:nvSpPr>
        <p:spPr>
          <a:xfrm>
            <a:off x="6213475" y="4131945"/>
            <a:ext cx="5410200" cy="1796288"/>
          </a:xfrm>
          <a:prstGeom prst="roundRect">
            <a:avLst>
              <a:gd name="adj" fmla="val 40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roblema:516e2e2499" descr="0914d06039f44d0e.png"/>
          <p:cNvPicPr>
            <a:picLocks noChangeAspect="1"/>
          </p:cNvPicPr>
          <p:nvPr/>
        </p:nvPicPr>
        <p:blipFill>
          <a:blip r:embed="rId3"/>
          <a:stretch>
            <a:fillRect/>
          </a:stretch>
        </p:blipFill>
        <p:spPr>
          <a:xfrm>
            <a:off x="6394450" y="4273550"/>
            <a:ext cx="762000" cy="768350"/>
          </a:xfrm>
          <a:prstGeom prst="rect">
            <a:avLst/>
          </a:prstGeom>
        </p:spPr>
      </p:pic>
      <p:sp>
        <p:nvSpPr>
          <p:cNvPr id="31" name="!!problema:ca4fdb8065"/>
          <p:cNvSpPr txBox="1"/>
          <p:nvPr/>
        </p:nvSpPr>
        <p:spPr>
          <a:xfrm>
            <a:off x="7296150" y="4286603"/>
            <a:ext cx="4229481" cy="270256"/>
          </a:xfrm>
          <a:prstGeom prst="rect">
            <a:avLst/>
          </a:prstGeom>
          <a:noFill/>
        </p:spPr>
        <p:txBody>
          <a:bodyPr wrap="square" lIns="0" rIns="0" tIns="0" bIns="0" anchor="t"/>
          <a:lstStyle/>
          <a:p>
            <a:pPr algn="l">
              <a:lnSpc>
                <a:spcPts val="2128"/>
              </a:lnSpc>
              <a:spcBef>
                <a:spcPts val="0"/>
              </a:spcBef>
              <a:spcAft>
                <a:spcPts val="0"/>
              </a:spcAft>
            </a:pPr>
            <a:r>
              <a:rPr sz="1900" b="1" i="0">
                <a:solidFill>
                  <a:srgbClr val="1B2A4A"/>
                </a:solidFill>
                <a:latin typeface="Calibri"/>
              </a:rPr>
              <a:t>Verificabilidad</a:t>
            </a:r>
          </a:p>
        </p:txBody>
      </p:sp>
      <p:sp>
        <p:nvSpPr>
          <p:cNvPr id="32" name="!!problema:b58caf392e"/>
          <p:cNvSpPr txBox="1"/>
          <p:nvPr/>
        </p:nvSpPr>
        <p:spPr>
          <a:xfrm>
            <a:off x="7296150" y="4571034"/>
            <a:ext cx="4229481" cy="1215390"/>
          </a:xfrm>
          <a:prstGeom prst="rect">
            <a:avLst/>
          </a:prstGeom>
          <a:noFill/>
        </p:spPr>
        <p:txBody>
          <a:bodyPr wrap="square" lIns="0" rIns="0" tIns="0" bIns="0" anchor="t"/>
          <a:lstStyle/>
          <a:p>
            <a:pPr algn="l">
              <a:lnSpc>
                <a:spcPts val="1914"/>
              </a:lnSpc>
              <a:spcBef>
                <a:spcPts val="0"/>
              </a:spcBef>
              <a:spcAft>
                <a:spcPts val="0"/>
              </a:spcAft>
            </a:pPr>
            <a:r>
              <a:rPr sz="1450" b="0" i="0">
                <a:solidFill>
                  <a:srgbClr val="3F4A5A"/>
                </a:solidFill>
                <a:latin typeface="Calibri"/>
              </a:rPr>
              <a:t>Cada magnitud puede comprobarse contra un patrón</a:t>
            </a:r>
            <a:br/>
            <a:r>
              <a:rPr sz="1450" b="0" i="0">
                <a:solidFill>
                  <a:srgbClr val="3F4A5A"/>
                </a:solidFill>
                <a:latin typeface="Calibri"/>
              </a:rPr>
              <a:t>independiente —cálculo manual, solución analítica u</a:t>
            </a:r>
            <a:br/>
            <a:r>
              <a:rPr sz="1450" b="0" i="0">
                <a:solidFill>
                  <a:srgbClr val="3F4A5A"/>
                </a:solidFill>
                <a:latin typeface="Calibri"/>
              </a:rPr>
              <a:t>otro programa— y da conforme dentro de una</a:t>
            </a:r>
            <a:br/>
            <a:r>
              <a:rPr sz="1450" b="0" i="0">
                <a:solidFill>
                  <a:srgbClr val="3F4A5A"/>
                </a:solidFill>
                <a:latin typeface="Calibri"/>
              </a:rPr>
              <a:t>tolerancia explícita, que no depende del valor</a:t>
            </a:r>
            <a:br/>
            <a:r>
              <a:rPr sz="1450" b="0" i="0">
                <a:solidFill>
                  <a:srgbClr val="3F4A5A"/>
                </a:solidFill>
                <a:latin typeface="Calibri"/>
              </a:rPr>
              <a:t>observado.</a:t>
            </a:r>
          </a:p>
        </p:txBody>
      </p:sp>
      <p:sp>
        <p:nvSpPr>
          <p:cNvPr id="33"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ie-izq"/>
          <p:cNvSpPr txBox="1"/>
          <p:nvPr/>
        </p:nvSpPr>
        <p:spPr>
          <a:xfrm>
            <a:off x="565150" y="6535420"/>
            <a:ext cx="413080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6" name="!!pie-cen"/>
          <p:cNvSpPr txBox="1"/>
          <p:nvPr/>
        </p:nvSpPr>
        <p:spPr>
          <a:xfrm>
            <a:off x="4585335" y="6535420"/>
            <a:ext cx="302133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Formulación del problema · Variables</a:t>
            </a:r>
          </a:p>
        </p:txBody>
      </p:sp>
      <p:sp>
        <p:nvSpPr>
          <p:cNvPr id="37" name="!!pie-der"/>
          <p:cNvSpPr txBox="1"/>
          <p:nvPr/>
        </p:nvSpPr>
        <p:spPr>
          <a:xfrm>
            <a:off x="7496048" y="6535420"/>
            <a:ext cx="413080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4</a:t>
            </a:r>
          </a:p>
        </p:txBody>
      </p:sp>
      <p:sp>
        <p:nvSpPr>
          <p:cNvPr id="38" name="!!problema:1803f2d4df">
            <a:hlinkClick action="ppaction://hlinksldjump" r:id="rId4"/>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roblema:07f7c3e7aa">
            <a:hlinkClick action="ppaction://hlinksldjump" r:id="rId5"/>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roblema:45302ebe87">
            <a:hlinkClick action="ppaction://hlinksldjump" r:id="rId6"/>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roblema:c07c48e2b6">
            <a:hlinkClick action="ppaction://hlinksldjump" r:id="rId7"/>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roblema:36e88799ae">
            <a:hlinkClick action="ppaction://hlinksldjump" r:id="rId8"/>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grpId="0" nodeType="withEffect">
                                  <p:stCondLst>
                                    <p:cond delay="150"/>
                                  </p:stCondLst>
                                  <p:iterate type="wd">
                                    <p:tmPct val="12000"/>
                                  </p:iterate>
                                  <p:childTnLst>
                                    <p:set>
                                      <p:cBhvr>
                                        <p:cTn id="9" dur="1" fill="hold">
                                          <p:stCondLst>
                                            <p:cond delay="0"/>
                                          </p:stCondLst>
                                        </p:cTn>
                                        <p:tgtEl>
                                          <p:spTgt spid="17"/>
                                        </p:tgtEl>
                                        <p:attrNameLst>
                                          <p:attrName>style.visibility</p:attrName>
                                        </p:attrNameLst>
                                      </p:cBhvr>
                                      <p:to>
                                        <p:strVal val="visible"/>
                                      </p:to>
                                    </p:set>
                                    <p:animEffect transition="in" filter="fade">
                                      <p:cBhvr>
                                        <p:cTn id="10" dur="450"/>
                                        <p:tgtEl>
                                          <p:spTgt spid="17"/>
                                        </p:tgtEl>
                                      </p:cBhvr>
                                    </p:animEffect>
                                  </p:childTnLst>
                                </p:cTn>
                              </p:par>
                              <p:par>
                                <p:cTn id="11" presetID="10" presetClass="entr" presetSubtype="0" fill="hold" grpId="0" nodeType="withEffect">
                                  <p:stCondLst>
                                    <p:cond delay="150"/>
                                  </p:stCondLst>
                                  <p:iterate type="wd">
                                    <p:tmPct val="12000"/>
                                  </p:iterate>
                                  <p:childTnLst>
                                    <p:set>
                                      <p:cBhvr>
                                        <p:cTn id="12" dur="1" fill="hold">
                                          <p:stCondLst>
                                            <p:cond delay="0"/>
                                          </p:stCondLst>
                                        </p:cTn>
                                        <p:tgtEl>
                                          <p:spTgt spid="18"/>
                                        </p:tgtEl>
                                        <p:attrNameLst>
                                          <p:attrName>style.visibility</p:attrName>
                                        </p:attrNameLst>
                                      </p:cBhvr>
                                      <p:to>
                                        <p:strVal val="visible"/>
                                      </p:to>
                                    </p:set>
                                    <p:animEffect transition="in" filter="fade">
                                      <p:cBhvr>
                                        <p:cTn id="13" dur="45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par>
                                <p:cTn id="26" presetID="10" presetClass="exit" presetSubtype="0" fill="hold" grpId="1" nodeType="withEffect">
                                  <p:stCondLst>
                                    <p:cond delay="0"/>
                                  </p:stCondLst>
                                  <p:childTnLst>
                                    <p:animEffect transition="out" filter="fade">
                                      <p:cBhvr>
                                        <p:cTn id="27" dur="420"/>
                                        <p:tgtEl>
                                          <p:spTgt spid="17"/>
                                        </p:tgtEl>
                                      </p:cBhvr>
                                    </p:animEffect>
                                    <p:set>
                                      <p:cBhvr>
                                        <p:cTn id="28" dur="1" fill="hold">
                                          <p:stCondLst>
                                            <p:cond delay="419"/>
                                          </p:stCondLst>
                                        </p:cTn>
                                        <p:tgtEl>
                                          <p:spTgt spid="17"/>
                                        </p:tgtEl>
                                        <p:attrNameLst>
                                          <p:attrName>style.visibility</p:attrName>
                                        </p:attrNameLst>
                                      </p:cBhvr>
                                      <p:to>
                                        <p:strVal val="hidden"/>
                                      </p:to>
                                    </p:set>
                                  </p:childTnLst>
                                </p:cTn>
                              </p:par>
                              <p:par>
                                <p:cTn id="29" presetID="42"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650"/>
                                        <p:tgtEl>
                                          <p:spTgt spid="19"/>
                                        </p:tgtEl>
                                      </p:cBhvr>
                                    </p:animEffect>
                                    <p:anim calcmode="lin" valueType="num">
                                      <p:cBhvr>
                                        <p:cTn id="32" dur="650" fill="hold"/>
                                        <p:tgtEl>
                                          <p:spTgt spid="19"/>
                                        </p:tgtEl>
                                        <p:attrNameLst>
                                          <p:attrName>ppt_x</p:attrName>
                                        </p:attrNameLst>
                                      </p:cBhvr>
                                      <p:tavLst>
                                        <p:tav tm="0">
                                          <p:val>
                                            <p:strVal val="#ppt_x"/>
                                          </p:val>
                                        </p:tav>
                                        <p:tav tm="100000">
                                          <p:val>
                                            <p:strVal val="#ppt_x"/>
                                          </p:val>
                                        </p:tav>
                                      </p:tavLst>
                                    </p:anim>
                                    <p:anim calcmode="lin" valueType="num">
                                      <p:cBhvr>
                                        <p:cTn id="33" dur="65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650"/>
                                        <p:tgtEl>
                                          <p:spTgt spid="20"/>
                                        </p:tgtEl>
                                      </p:cBhvr>
                                    </p:animEffect>
                                    <p:anim calcmode="lin" valueType="num">
                                      <p:cBhvr>
                                        <p:cTn id="37" dur="650" fill="hold"/>
                                        <p:tgtEl>
                                          <p:spTgt spid="20"/>
                                        </p:tgtEl>
                                        <p:attrNameLst>
                                          <p:attrName>ppt_x</p:attrName>
                                        </p:attrNameLst>
                                      </p:cBhvr>
                                      <p:tavLst>
                                        <p:tav tm="0">
                                          <p:val>
                                            <p:strVal val="#ppt_x"/>
                                          </p:val>
                                        </p:tav>
                                        <p:tav tm="100000">
                                          <p:val>
                                            <p:strVal val="#ppt_x"/>
                                          </p:val>
                                        </p:tav>
                                      </p:tavLst>
                                    </p:anim>
                                    <p:anim calcmode="lin" valueType="num">
                                      <p:cBhvr>
                                        <p:cTn id="38" dur="650" fill="hold"/>
                                        <p:tgtEl>
                                          <p:spTgt spid="20"/>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650"/>
                                        <p:tgtEl>
                                          <p:spTgt spid="21"/>
                                        </p:tgtEl>
                                      </p:cBhvr>
                                    </p:animEffect>
                                    <p:anim calcmode="lin" valueType="num">
                                      <p:cBhvr>
                                        <p:cTn id="42" dur="650" fill="hold"/>
                                        <p:tgtEl>
                                          <p:spTgt spid="21"/>
                                        </p:tgtEl>
                                        <p:attrNameLst>
                                          <p:attrName>ppt_x</p:attrName>
                                        </p:attrNameLst>
                                      </p:cBhvr>
                                      <p:tavLst>
                                        <p:tav tm="0">
                                          <p:val>
                                            <p:strVal val="#ppt_x"/>
                                          </p:val>
                                        </p:tav>
                                        <p:tav tm="100000">
                                          <p:val>
                                            <p:strVal val="#ppt_x"/>
                                          </p:val>
                                        </p:tav>
                                      </p:tavLst>
                                    </p:anim>
                                    <p:anim calcmode="lin" valueType="num">
                                      <p:cBhvr>
                                        <p:cTn id="43" dur="650" fill="hold"/>
                                        <p:tgtEl>
                                          <p:spTgt spid="21"/>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650"/>
                                        <p:tgtEl>
                                          <p:spTgt spid="22"/>
                                        </p:tgtEl>
                                      </p:cBhvr>
                                    </p:animEffect>
                                    <p:anim calcmode="lin" valueType="num">
                                      <p:cBhvr>
                                        <p:cTn id="47" dur="650" fill="hold"/>
                                        <p:tgtEl>
                                          <p:spTgt spid="22"/>
                                        </p:tgtEl>
                                        <p:attrNameLst>
                                          <p:attrName>ppt_x</p:attrName>
                                        </p:attrNameLst>
                                      </p:cBhvr>
                                      <p:tavLst>
                                        <p:tav tm="0">
                                          <p:val>
                                            <p:strVal val="#ppt_x"/>
                                          </p:val>
                                        </p:tav>
                                        <p:tav tm="100000">
                                          <p:val>
                                            <p:strVal val="#ppt_x"/>
                                          </p:val>
                                        </p:tav>
                                      </p:tavLst>
                                    </p:anim>
                                    <p:anim calcmode="lin" valueType="num">
                                      <p:cBhvr>
                                        <p:cTn id="48" dur="650" fill="hold"/>
                                        <p:tgtEl>
                                          <p:spTgt spid="22"/>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650"/>
                                        <p:tgtEl>
                                          <p:spTgt spid="23"/>
                                        </p:tgtEl>
                                      </p:cBhvr>
                                    </p:animEffect>
                                    <p:anim calcmode="lin" valueType="num">
                                      <p:cBhvr>
                                        <p:cTn id="52" dur="650" fill="hold"/>
                                        <p:tgtEl>
                                          <p:spTgt spid="23"/>
                                        </p:tgtEl>
                                        <p:attrNameLst>
                                          <p:attrName>ppt_x</p:attrName>
                                        </p:attrNameLst>
                                      </p:cBhvr>
                                      <p:tavLst>
                                        <p:tav tm="0">
                                          <p:val>
                                            <p:strVal val="#ppt_x"/>
                                          </p:val>
                                        </p:tav>
                                        <p:tav tm="100000">
                                          <p:val>
                                            <p:strVal val="#ppt_x"/>
                                          </p:val>
                                        </p:tav>
                                      </p:tavLst>
                                    </p:anim>
                                    <p:anim calcmode="lin" valueType="num">
                                      <p:cBhvr>
                                        <p:cTn id="53" dur="650" fill="hold"/>
                                        <p:tgtEl>
                                          <p:spTgt spid="23"/>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650"/>
                                        <p:tgtEl>
                                          <p:spTgt spid="24"/>
                                        </p:tgtEl>
                                      </p:cBhvr>
                                    </p:animEffect>
                                    <p:anim calcmode="lin" valueType="num">
                                      <p:cBhvr>
                                        <p:cTn id="57" dur="650" fill="hold"/>
                                        <p:tgtEl>
                                          <p:spTgt spid="24"/>
                                        </p:tgtEl>
                                        <p:attrNameLst>
                                          <p:attrName>ppt_x</p:attrName>
                                        </p:attrNameLst>
                                      </p:cBhvr>
                                      <p:tavLst>
                                        <p:tav tm="0">
                                          <p:val>
                                            <p:strVal val="#ppt_x"/>
                                          </p:val>
                                        </p:tav>
                                        <p:tav tm="100000">
                                          <p:val>
                                            <p:strVal val="#ppt_x"/>
                                          </p:val>
                                        </p:tav>
                                      </p:tavLst>
                                    </p:anim>
                                    <p:anim calcmode="lin" valueType="num">
                                      <p:cBhvr>
                                        <p:cTn id="58" dur="65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650"/>
                                        <p:tgtEl>
                                          <p:spTgt spid="25"/>
                                        </p:tgtEl>
                                      </p:cBhvr>
                                    </p:animEffect>
                                    <p:anim calcmode="lin" valueType="num">
                                      <p:cBhvr>
                                        <p:cTn id="64" dur="650" fill="hold"/>
                                        <p:tgtEl>
                                          <p:spTgt spid="25"/>
                                        </p:tgtEl>
                                        <p:attrNameLst>
                                          <p:attrName>ppt_x</p:attrName>
                                        </p:attrNameLst>
                                      </p:cBhvr>
                                      <p:tavLst>
                                        <p:tav tm="0">
                                          <p:val>
                                            <p:strVal val="#ppt_x"/>
                                          </p:val>
                                        </p:tav>
                                        <p:tav tm="100000">
                                          <p:val>
                                            <p:strVal val="#ppt_x"/>
                                          </p:val>
                                        </p:tav>
                                      </p:tavLst>
                                    </p:anim>
                                    <p:anim calcmode="lin" valueType="num">
                                      <p:cBhvr>
                                        <p:cTn id="65" dur="650" fill="hold"/>
                                        <p:tgtEl>
                                          <p:spTgt spid="25"/>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650"/>
                                        <p:tgtEl>
                                          <p:spTgt spid="26"/>
                                        </p:tgtEl>
                                      </p:cBhvr>
                                    </p:animEffect>
                                    <p:anim calcmode="lin" valueType="num">
                                      <p:cBhvr>
                                        <p:cTn id="69" dur="650" fill="hold"/>
                                        <p:tgtEl>
                                          <p:spTgt spid="26"/>
                                        </p:tgtEl>
                                        <p:attrNameLst>
                                          <p:attrName>ppt_x</p:attrName>
                                        </p:attrNameLst>
                                      </p:cBhvr>
                                      <p:tavLst>
                                        <p:tav tm="0">
                                          <p:val>
                                            <p:strVal val="#ppt_x"/>
                                          </p:val>
                                        </p:tav>
                                        <p:tav tm="100000">
                                          <p:val>
                                            <p:strVal val="#ppt_x"/>
                                          </p:val>
                                        </p:tav>
                                      </p:tavLst>
                                    </p:anim>
                                    <p:anim calcmode="lin" valueType="num">
                                      <p:cBhvr>
                                        <p:cTn id="70" dur="650" fill="hold"/>
                                        <p:tgtEl>
                                          <p:spTgt spid="26"/>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650"/>
                                        <p:tgtEl>
                                          <p:spTgt spid="27"/>
                                        </p:tgtEl>
                                      </p:cBhvr>
                                    </p:animEffect>
                                    <p:anim calcmode="lin" valueType="num">
                                      <p:cBhvr>
                                        <p:cTn id="74" dur="650" fill="hold"/>
                                        <p:tgtEl>
                                          <p:spTgt spid="27"/>
                                        </p:tgtEl>
                                        <p:attrNameLst>
                                          <p:attrName>ppt_x</p:attrName>
                                        </p:attrNameLst>
                                      </p:cBhvr>
                                      <p:tavLst>
                                        <p:tav tm="0">
                                          <p:val>
                                            <p:strVal val="#ppt_x"/>
                                          </p:val>
                                        </p:tav>
                                        <p:tav tm="100000">
                                          <p:val>
                                            <p:strVal val="#ppt_x"/>
                                          </p:val>
                                        </p:tav>
                                      </p:tavLst>
                                    </p:anim>
                                    <p:anim calcmode="lin" valueType="num">
                                      <p:cBhvr>
                                        <p:cTn id="75" dur="650" fill="hold"/>
                                        <p:tgtEl>
                                          <p:spTgt spid="27"/>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650"/>
                                        <p:tgtEl>
                                          <p:spTgt spid="28"/>
                                        </p:tgtEl>
                                      </p:cBhvr>
                                    </p:animEffect>
                                    <p:anim calcmode="lin" valueType="num">
                                      <p:cBhvr>
                                        <p:cTn id="79" dur="650" fill="hold"/>
                                        <p:tgtEl>
                                          <p:spTgt spid="28"/>
                                        </p:tgtEl>
                                        <p:attrNameLst>
                                          <p:attrName>ppt_x</p:attrName>
                                        </p:attrNameLst>
                                      </p:cBhvr>
                                      <p:tavLst>
                                        <p:tav tm="0">
                                          <p:val>
                                            <p:strVal val="#ppt_x"/>
                                          </p:val>
                                        </p:tav>
                                        <p:tav tm="100000">
                                          <p:val>
                                            <p:strVal val="#ppt_x"/>
                                          </p:val>
                                        </p:tav>
                                      </p:tavLst>
                                    </p:anim>
                                    <p:anim calcmode="lin" valueType="num">
                                      <p:cBhvr>
                                        <p:cTn id="80" dur="650" fill="hold"/>
                                        <p:tgtEl>
                                          <p:spTgt spid="28"/>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650"/>
                                        <p:tgtEl>
                                          <p:spTgt spid="29"/>
                                        </p:tgtEl>
                                      </p:cBhvr>
                                    </p:animEffect>
                                    <p:anim calcmode="lin" valueType="num">
                                      <p:cBhvr>
                                        <p:cTn id="84" dur="650" fill="hold"/>
                                        <p:tgtEl>
                                          <p:spTgt spid="29"/>
                                        </p:tgtEl>
                                        <p:attrNameLst>
                                          <p:attrName>ppt_x</p:attrName>
                                        </p:attrNameLst>
                                      </p:cBhvr>
                                      <p:tavLst>
                                        <p:tav tm="0">
                                          <p:val>
                                            <p:strVal val="#ppt_x"/>
                                          </p:val>
                                        </p:tav>
                                        <p:tav tm="100000">
                                          <p:val>
                                            <p:strVal val="#ppt_x"/>
                                          </p:val>
                                        </p:tav>
                                      </p:tavLst>
                                    </p:anim>
                                    <p:anim calcmode="lin" valueType="num">
                                      <p:cBhvr>
                                        <p:cTn id="85" dur="650" fill="hold"/>
                                        <p:tgtEl>
                                          <p:spTgt spid="29"/>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650"/>
                                        <p:tgtEl>
                                          <p:spTgt spid="30"/>
                                        </p:tgtEl>
                                      </p:cBhvr>
                                    </p:animEffect>
                                    <p:anim calcmode="lin" valueType="num">
                                      <p:cBhvr>
                                        <p:cTn id="89" dur="650" fill="hold"/>
                                        <p:tgtEl>
                                          <p:spTgt spid="30"/>
                                        </p:tgtEl>
                                        <p:attrNameLst>
                                          <p:attrName>ppt_x</p:attrName>
                                        </p:attrNameLst>
                                      </p:cBhvr>
                                      <p:tavLst>
                                        <p:tav tm="0">
                                          <p:val>
                                            <p:strVal val="#ppt_x"/>
                                          </p:val>
                                        </p:tav>
                                        <p:tav tm="100000">
                                          <p:val>
                                            <p:strVal val="#ppt_x"/>
                                          </p:val>
                                        </p:tav>
                                      </p:tavLst>
                                    </p:anim>
                                    <p:anim calcmode="lin" valueType="num">
                                      <p:cBhvr>
                                        <p:cTn id="90" dur="650" fill="hold"/>
                                        <p:tgtEl>
                                          <p:spTgt spid="30"/>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650"/>
                                        <p:tgtEl>
                                          <p:spTgt spid="31"/>
                                        </p:tgtEl>
                                      </p:cBhvr>
                                    </p:animEffect>
                                    <p:anim calcmode="lin" valueType="num">
                                      <p:cBhvr>
                                        <p:cTn id="94" dur="650" fill="hold"/>
                                        <p:tgtEl>
                                          <p:spTgt spid="31"/>
                                        </p:tgtEl>
                                        <p:attrNameLst>
                                          <p:attrName>ppt_x</p:attrName>
                                        </p:attrNameLst>
                                      </p:cBhvr>
                                      <p:tavLst>
                                        <p:tav tm="0">
                                          <p:val>
                                            <p:strVal val="#ppt_x"/>
                                          </p:val>
                                        </p:tav>
                                        <p:tav tm="100000">
                                          <p:val>
                                            <p:strVal val="#ppt_x"/>
                                          </p:val>
                                        </p:tav>
                                      </p:tavLst>
                                    </p:anim>
                                    <p:anim calcmode="lin" valueType="num">
                                      <p:cBhvr>
                                        <p:cTn id="95" dur="650" fill="hold"/>
                                        <p:tgtEl>
                                          <p:spTgt spid="31"/>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650"/>
                                        <p:tgtEl>
                                          <p:spTgt spid="32"/>
                                        </p:tgtEl>
                                      </p:cBhvr>
                                    </p:animEffect>
                                    <p:anim calcmode="lin" valueType="num">
                                      <p:cBhvr>
                                        <p:cTn id="99" dur="650" fill="hold"/>
                                        <p:tgtEl>
                                          <p:spTgt spid="32"/>
                                        </p:tgtEl>
                                        <p:attrNameLst>
                                          <p:attrName>ppt_x</p:attrName>
                                        </p:attrNameLst>
                                      </p:cBhvr>
                                      <p:tavLst>
                                        <p:tav tm="0">
                                          <p:val>
                                            <p:strVal val="#ppt_x"/>
                                          </p:val>
                                        </p:tav>
                                        <p:tav tm="100000">
                                          <p:val>
                                            <p:strVal val="#ppt_x"/>
                                          </p:val>
                                        </p:tav>
                                      </p:tavLst>
                                    </p:anim>
                                    <p:anim calcmode="lin" valueType="num">
                                      <p:cBhvr>
                                        <p:cTn id="100" dur="65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p:bldP spid="17" grpId="0"/>
      <p:bldP spid="17" grpId="1"/>
      <p:bldP spid="18" grpId="0"/>
      <p:bldP spid="19" grpId="0" animBg="1"/>
      <p:bldP spid="20" grpId="0"/>
      <p:bldP spid="21" grpId="0"/>
      <p:bldP spid="22" grpId="0" animBg="1"/>
      <p:bldP spid="23" grpId="0"/>
      <p:bldP spid="24" grpId="0"/>
      <p:bldP spid="25" grpId="0" animBg="1"/>
      <p:bldP spid="27" grpId="0"/>
      <p:bldP spid="28" grpId="0"/>
      <p:bldP spid="29" grpId="0" animBg="1"/>
      <p:bldP spid="31" grpId="0"/>
      <p:bldP spid="32"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Qué se estudia y hasta dónde llega</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alcance:baf4470ad1" descr="8395d5bdf293c974.png"/>
          <p:cNvPicPr>
            <a:picLocks noChangeAspect="1"/>
          </p:cNvPicPr>
          <p:nvPr/>
        </p:nvPicPr>
        <p:blipFill>
          <a:blip r:embed="rId2"/>
          <a:stretch>
            <a:fillRect/>
          </a:stretch>
        </p:blipFill>
        <p:spPr>
          <a:xfrm>
            <a:off x="635000" y="1358900"/>
            <a:ext cx="10922000" cy="4902200"/>
          </a:xfrm>
          <a:prstGeom prst="rect">
            <a:avLst/>
          </a:prstGeom>
        </p:spPr>
      </p:pic>
      <p:pic>
        <p:nvPicPr>
          <p:cNvPr id="12" name="!!alcance:217c471082" descr="b6fb2c617b02d8d2.png"/>
          <p:cNvPicPr>
            <a:picLocks noChangeAspect="1"/>
          </p:cNvPicPr>
          <p:nvPr/>
        </p:nvPicPr>
        <p:blipFill>
          <a:blip r:embed="rId3"/>
          <a:stretch>
            <a:fillRect/>
          </a:stretch>
        </p:blipFill>
        <p:spPr>
          <a:xfrm>
            <a:off x="635000" y="1358900"/>
            <a:ext cx="10922000" cy="4902200"/>
          </a:xfrm>
          <a:prstGeom prst="rect">
            <a:avLst/>
          </a:prstGeom>
        </p:spPr>
      </p:pic>
      <p:pic>
        <p:nvPicPr>
          <p:cNvPr id="13" name="!!alcance:0826079961" descr="c5cb28d69573b511.png"/>
          <p:cNvPicPr>
            <a:picLocks noChangeAspect="1"/>
          </p:cNvPicPr>
          <p:nvPr/>
        </p:nvPicPr>
        <p:blipFill>
          <a:blip r:embed="rId4"/>
          <a:stretch>
            <a:fillRect/>
          </a:stretch>
        </p:blipFill>
        <p:spPr>
          <a:xfrm>
            <a:off x="635000" y="1358900"/>
            <a:ext cx="10922000" cy="4902200"/>
          </a:xfrm>
          <a:prstGeom prst="rect">
            <a:avLst/>
          </a:prstGeom>
        </p:spPr>
      </p:pic>
      <p:sp>
        <p:nvSpPr>
          <p:cNvPr id="14" name="!!alcance:ba25475f2c"/>
          <p:cNvSpPr txBox="1"/>
          <p:nvPr/>
        </p:nvSpPr>
        <p:spPr>
          <a:xfrm>
            <a:off x="2597531" y="1682081"/>
            <a:ext cx="1713484" cy="234696"/>
          </a:xfrm>
          <a:prstGeom prst="rect">
            <a:avLst/>
          </a:prstGeom>
          <a:noFill/>
        </p:spPr>
        <p:txBody>
          <a:bodyPr wrap="square" lIns="0" rIns="0" tIns="0" bIns="0" anchor="t"/>
          <a:lstStyle/>
          <a:p>
            <a:pPr algn="ctr">
              <a:lnSpc>
                <a:spcPts val="1848"/>
              </a:lnSpc>
              <a:spcBef>
                <a:spcPts val="0"/>
              </a:spcBef>
              <a:spcAft>
                <a:spcPts val="0"/>
              </a:spcAft>
            </a:pPr>
            <a:r>
              <a:rPr sz="1650" b="1" i="0">
                <a:solidFill>
                  <a:srgbClr val="1F2937"/>
                </a:solidFill>
                <a:latin typeface="Calibri"/>
              </a:rPr>
              <a:t>Análisis estructural</a:t>
            </a:r>
          </a:p>
        </p:txBody>
      </p:sp>
      <p:sp>
        <p:nvSpPr>
          <p:cNvPr id="15" name="!!alcance:da1f6b155f"/>
          <p:cNvSpPr txBox="1"/>
          <p:nvPr/>
        </p:nvSpPr>
        <p:spPr>
          <a:xfrm>
            <a:off x="1771714" y="2418681"/>
            <a:ext cx="3365119" cy="234696"/>
          </a:xfrm>
          <a:prstGeom prst="rect">
            <a:avLst/>
          </a:prstGeom>
          <a:noFill/>
        </p:spPr>
        <p:txBody>
          <a:bodyPr wrap="square" lIns="0" rIns="0" tIns="0" bIns="0" anchor="t"/>
          <a:lstStyle/>
          <a:p>
            <a:pPr algn="ctr">
              <a:lnSpc>
                <a:spcPts val="1848"/>
              </a:lnSpc>
              <a:spcBef>
                <a:spcPts val="0"/>
              </a:spcBef>
              <a:spcAft>
                <a:spcPts val="0"/>
              </a:spcAft>
            </a:pPr>
            <a:r>
              <a:rPr sz="1650" b="1" i="0">
                <a:solidFill>
                  <a:srgbClr val="1F2937"/>
                </a:solidFill>
                <a:latin typeface="Calibri"/>
              </a:rPr>
              <a:t>Sólidos continuos en dos dimensiones</a:t>
            </a:r>
          </a:p>
        </p:txBody>
      </p:sp>
      <p:sp>
        <p:nvSpPr>
          <p:cNvPr id="16" name="!!alcance:eaff659bbd"/>
          <p:cNvSpPr txBox="1"/>
          <p:nvPr/>
        </p:nvSpPr>
        <p:spPr>
          <a:xfrm>
            <a:off x="2337181" y="3155281"/>
            <a:ext cx="2234120" cy="234696"/>
          </a:xfrm>
          <a:prstGeom prst="rect">
            <a:avLst/>
          </a:prstGeom>
          <a:noFill/>
        </p:spPr>
        <p:txBody>
          <a:bodyPr wrap="square" lIns="0" rIns="0" tIns="0" bIns="0" anchor="t"/>
          <a:lstStyle/>
          <a:p>
            <a:pPr algn="ctr">
              <a:lnSpc>
                <a:spcPts val="1848"/>
              </a:lnSpc>
              <a:spcBef>
                <a:spcPts val="0"/>
              </a:spcBef>
              <a:spcAft>
                <a:spcPts val="0"/>
              </a:spcAft>
            </a:pPr>
            <a:r>
              <a:rPr sz="1650" b="1" i="0">
                <a:solidFill>
                  <a:srgbClr val="1F2937"/>
                </a:solidFill>
                <a:latin typeface="Calibri"/>
              </a:rPr>
              <a:t>Elasticidad lineal estática</a:t>
            </a:r>
          </a:p>
        </p:txBody>
      </p:sp>
      <p:sp>
        <p:nvSpPr>
          <p:cNvPr id="17" name="!!alcance:b16b22029c"/>
          <p:cNvSpPr txBox="1"/>
          <p:nvPr/>
        </p:nvSpPr>
        <p:spPr>
          <a:xfrm>
            <a:off x="2409508" y="3765071"/>
            <a:ext cx="2089468" cy="469392"/>
          </a:xfrm>
          <a:prstGeom prst="rect">
            <a:avLst/>
          </a:prstGeom>
          <a:noFill/>
        </p:spPr>
        <p:txBody>
          <a:bodyPr wrap="square" lIns="0" rIns="0" tIns="0" bIns="0" anchor="t"/>
          <a:lstStyle/>
          <a:p>
            <a:pPr algn="ctr">
              <a:lnSpc>
                <a:spcPts val="1848"/>
              </a:lnSpc>
              <a:spcBef>
                <a:spcPts val="0"/>
              </a:spcBef>
              <a:spcAft>
                <a:spcPts val="0"/>
              </a:spcAft>
            </a:pPr>
            <a:r>
              <a:rPr sz="1650" b="1" i="0">
                <a:solidFill>
                  <a:srgbClr val="1F2937"/>
                </a:solidFill>
                <a:latin typeface="Calibri"/>
              </a:rPr>
              <a:t>Material elástico, lineal</a:t>
            </a:r>
            <a:br/>
            <a:r>
              <a:rPr sz="1650" b="1" i="0">
                <a:solidFill>
                  <a:srgbClr val="1F2937"/>
                </a:solidFill>
                <a:latin typeface="Calibri"/>
              </a:rPr>
              <a:t>e isótropo (</a:t>
            </a:r>
            <a:r>
              <a:rPr sz="1650" b="1" i="1">
                <a:solidFill>
                  <a:srgbClr val="1F2937"/>
                </a:solidFill>
                <a:latin typeface="Calibri"/>
              </a:rPr>
              <a:t>E</a:t>
            </a:r>
            <a:r>
              <a:rPr sz="1650" b="1" i="0">
                <a:solidFill>
                  <a:srgbClr val="1F2937"/>
                </a:solidFill>
                <a:latin typeface="Calibri"/>
              </a:rPr>
              <a:t>,</a:t>
            </a:r>
            <a:r>
              <a:rPr sz="1650" b="1" i="1">
                <a:solidFill>
                  <a:srgbClr val="1F2937"/>
                </a:solidFill>
                <a:latin typeface="Calibri"/>
              </a:rPr>
              <a:t> ν</a:t>
            </a:r>
            <a:r>
              <a:rPr sz="1650" b="1" i="0">
                <a:solidFill>
                  <a:srgbClr val="1F2937"/>
                </a:solidFill>
                <a:latin typeface="Calibri"/>
              </a:rPr>
              <a:t>)</a:t>
            </a:r>
          </a:p>
        </p:txBody>
      </p:sp>
      <p:sp>
        <p:nvSpPr>
          <p:cNvPr id="18" name="!!alcance:5080c83c90"/>
          <p:cNvSpPr txBox="1"/>
          <p:nvPr/>
        </p:nvSpPr>
        <p:spPr>
          <a:xfrm>
            <a:off x="3082036" y="4526881"/>
            <a:ext cx="744728" cy="234696"/>
          </a:xfrm>
          <a:prstGeom prst="rect">
            <a:avLst/>
          </a:prstGeom>
          <a:noFill/>
        </p:spPr>
        <p:txBody>
          <a:bodyPr wrap="square" lIns="0" rIns="0" tIns="0" bIns="0" anchor="t"/>
          <a:lstStyle/>
          <a:p>
            <a:pPr algn="ctr">
              <a:lnSpc>
                <a:spcPts val="1848"/>
              </a:lnSpc>
              <a:spcBef>
                <a:spcPts val="0"/>
              </a:spcBef>
              <a:spcAft>
                <a:spcPts val="0"/>
              </a:spcAft>
            </a:pPr>
            <a:r>
              <a:rPr sz="1650" b="1" i="0">
                <a:solidFill>
                  <a:srgbClr val="1F2937"/>
                </a:solidFill>
                <a:latin typeface="Calibri"/>
              </a:rPr>
              <a:t>Q4 y Q9</a:t>
            </a:r>
          </a:p>
        </p:txBody>
      </p:sp>
      <p:sp>
        <p:nvSpPr>
          <p:cNvPr id="19" name="!!alcance:7e8b913ed1"/>
          <p:cNvSpPr txBox="1"/>
          <p:nvPr/>
        </p:nvSpPr>
        <p:spPr>
          <a:xfrm>
            <a:off x="2468880" y="4768183"/>
            <a:ext cx="1971104" cy="190500"/>
          </a:xfrm>
          <a:prstGeom prst="rect">
            <a:avLst/>
          </a:prstGeom>
          <a:noFill/>
        </p:spPr>
        <p:txBody>
          <a:bodyPr wrap="square" lIns="0" rIns="0" tIns="0" bIns="0" anchor="t"/>
          <a:lstStyle/>
          <a:p>
            <a:pPr algn="ctr">
              <a:lnSpc>
                <a:spcPts val="1500"/>
              </a:lnSpc>
              <a:spcBef>
                <a:spcPts val="0"/>
              </a:spcBef>
              <a:spcAft>
                <a:spcPts val="0"/>
              </a:spcAft>
            </a:pPr>
            <a:r>
              <a:rPr sz="1250" b="0" i="0">
                <a:solidFill>
                  <a:srgbClr val="3F4A5A"/>
                </a:solidFill>
                <a:latin typeface="Calibri"/>
              </a:rPr>
              <a:t>cuadriláteros isoparamétricos</a:t>
            </a:r>
          </a:p>
        </p:txBody>
      </p:sp>
      <p:sp>
        <p:nvSpPr>
          <p:cNvPr id="20" name="!!alcance:b86c3baf05"/>
          <p:cNvSpPr txBox="1"/>
          <p:nvPr/>
        </p:nvSpPr>
        <p:spPr>
          <a:xfrm>
            <a:off x="2964878" y="5190444"/>
            <a:ext cx="978979" cy="312928"/>
          </a:xfrm>
          <a:prstGeom prst="rect">
            <a:avLst/>
          </a:prstGeom>
          <a:noFill/>
        </p:spPr>
        <p:txBody>
          <a:bodyPr wrap="square" lIns="0" rIns="0" tIns="0" bIns="0" anchor="t"/>
          <a:lstStyle/>
          <a:p>
            <a:pPr algn="ctr">
              <a:lnSpc>
                <a:spcPts val="2464"/>
              </a:lnSpc>
              <a:spcBef>
                <a:spcPts val="0"/>
              </a:spcBef>
              <a:spcAft>
                <a:spcPts val="0"/>
              </a:spcAft>
            </a:pPr>
            <a:r>
              <a:rPr sz="2200" b="1" i="0" spc="-22">
                <a:solidFill>
                  <a:srgbClr val="FFFFFF"/>
                </a:solidFill>
                <a:latin typeface="Calibri"/>
              </a:rPr>
              <a:t>EduFEM</a:t>
            </a:r>
          </a:p>
        </p:txBody>
      </p:sp>
      <p:sp>
        <p:nvSpPr>
          <p:cNvPr id="21" name="!!alcance:3c8a3349e6"/>
          <p:cNvSpPr txBox="1"/>
          <p:nvPr/>
        </p:nvSpPr>
        <p:spPr>
          <a:xfrm>
            <a:off x="2387600" y="5504294"/>
            <a:ext cx="2133600" cy="365760"/>
          </a:xfrm>
          <a:prstGeom prst="rect">
            <a:avLst/>
          </a:prstGeom>
          <a:noFill/>
        </p:spPr>
        <p:txBody>
          <a:bodyPr wrap="square" lIns="0" rIns="0" tIns="0" bIns="0" anchor="t"/>
          <a:lstStyle/>
          <a:p>
            <a:pPr algn="ctr">
              <a:lnSpc>
                <a:spcPts val="1440"/>
              </a:lnSpc>
              <a:spcBef>
                <a:spcPts val="0"/>
              </a:spcBef>
              <a:spcAft>
                <a:spcPts val="0"/>
              </a:spcAft>
            </a:pPr>
            <a:r>
              <a:rPr sz="1200" b="1" i="0">
                <a:solidFill>
                  <a:srgbClr val="FFFFFF"/>
                </a:solidFill>
                <a:latin typeface="Calibri"/>
              </a:rPr>
              <a:t>software educativo de</a:t>
            </a:r>
            <a:br/>
            <a:r>
              <a:rPr sz="1200" b="1" i="0">
                <a:solidFill>
                  <a:srgbClr val="FFFFFF"/>
                </a:solidFill>
                <a:latin typeface="Calibri"/>
              </a:rPr>
              <a:t>escritorio, en español</a:t>
            </a:r>
          </a:p>
        </p:txBody>
      </p:sp>
      <p:sp>
        <p:nvSpPr>
          <p:cNvPr id="22" name="!!alcance:cb640b979c"/>
          <p:cNvSpPr txBox="1"/>
          <p:nvPr/>
        </p:nvSpPr>
        <p:spPr>
          <a:xfrm>
            <a:off x="1193800" y="6029580"/>
            <a:ext cx="1234059" cy="193802"/>
          </a:xfrm>
          <a:prstGeom prst="rect">
            <a:avLst/>
          </a:prstGeom>
          <a:noFill/>
        </p:spPr>
        <p:txBody>
          <a:bodyPr wrap="square" lIns="0" rIns="0" tIns="0" bIns="0" anchor="t"/>
          <a:lstStyle/>
          <a:p>
            <a:pPr algn="l">
              <a:lnSpc>
                <a:spcPts val="1526"/>
              </a:lnSpc>
              <a:spcBef>
                <a:spcPts val="0"/>
              </a:spcBef>
              <a:spcAft>
                <a:spcPts val="0"/>
              </a:spcAft>
            </a:pPr>
            <a:r>
              <a:rPr sz="1250" b="1" i="0">
                <a:solidFill>
                  <a:srgbClr val="3F4A5A"/>
                </a:solidFill>
                <a:latin typeface="Calibri"/>
              </a:rPr>
              <a:t>Objeto de estudio</a:t>
            </a:r>
          </a:p>
        </p:txBody>
      </p:sp>
      <p:sp>
        <p:nvSpPr>
          <p:cNvPr id="23" name="!!alcance:65b5395779"/>
          <p:cNvSpPr/>
          <p:nvPr/>
        </p:nvSpPr>
        <p:spPr>
          <a:xfrm>
            <a:off x="923925" y="6029325"/>
            <a:ext cx="184150" cy="184150"/>
          </a:xfrm>
          <a:prstGeom prst="roundRect">
            <a:avLst>
              <a:gd name="adj" fmla="val 15517"/>
            </a:avLst>
          </a:prstGeom>
          <a:solidFill>
            <a:srgbClr val="EEF2F8"/>
          </a:solidFill>
          <a:ln w="19050">
            <a:solidFill>
              <a:srgbClr val="3E5A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lcance:48bc144f32"/>
          <p:cNvSpPr txBox="1"/>
          <p:nvPr/>
        </p:nvSpPr>
        <p:spPr>
          <a:xfrm>
            <a:off x="2859659" y="6029580"/>
            <a:ext cx="2679128" cy="193802"/>
          </a:xfrm>
          <a:prstGeom prst="rect">
            <a:avLst/>
          </a:prstGeom>
          <a:noFill/>
        </p:spPr>
        <p:txBody>
          <a:bodyPr wrap="square" lIns="0" rIns="0" tIns="0" bIns="0" anchor="t"/>
          <a:lstStyle/>
          <a:p>
            <a:pPr algn="l">
              <a:lnSpc>
                <a:spcPts val="1526"/>
              </a:lnSpc>
              <a:spcBef>
                <a:spcPts val="0"/>
              </a:spcBef>
              <a:spcAft>
                <a:spcPts val="0"/>
              </a:spcAft>
            </a:pPr>
            <a:r>
              <a:rPr sz="1250" b="1" i="0">
                <a:solidFill>
                  <a:srgbClr val="3F4A5A"/>
                </a:solidFill>
                <a:latin typeface="Calibri"/>
              </a:rPr>
              <a:t>Campo de acción: el software educativo</a:t>
            </a:r>
          </a:p>
        </p:txBody>
      </p:sp>
      <p:sp>
        <p:nvSpPr>
          <p:cNvPr id="25" name="!!alcance:1961e32bae"/>
          <p:cNvSpPr/>
          <p:nvPr/>
        </p:nvSpPr>
        <p:spPr>
          <a:xfrm>
            <a:off x="2589784" y="6029325"/>
            <a:ext cx="184150" cy="184150"/>
          </a:xfrm>
          <a:prstGeom prst="roundRect">
            <a:avLst>
              <a:gd name="adj" fmla="val 15517"/>
            </a:avLst>
          </a:prstGeom>
          <a:solidFill>
            <a:srgbClr val="E8741A"/>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lcance:8dfc87af9d"/>
          <p:cNvSpPr txBox="1"/>
          <p:nvPr/>
        </p:nvSpPr>
        <p:spPr>
          <a:xfrm>
            <a:off x="6223000" y="1389917"/>
            <a:ext cx="3112198" cy="209296"/>
          </a:xfrm>
          <a:prstGeom prst="rect">
            <a:avLst/>
          </a:prstGeom>
          <a:noFill/>
        </p:spPr>
        <p:txBody>
          <a:bodyPr wrap="square" lIns="0" rIns="0" tIns="0" bIns="0" anchor="t"/>
          <a:lstStyle/>
          <a:p>
            <a:pPr algn="l">
              <a:lnSpc>
                <a:spcPts val="1648"/>
              </a:lnSpc>
              <a:spcBef>
                <a:spcPts val="0"/>
              </a:spcBef>
              <a:spcAft>
                <a:spcPts val="0"/>
              </a:spcAft>
            </a:pPr>
            <a:r>
              <a:rPr sz="1350" b="1" i="0" cap="all" spc="135">
                <a:solidFill>
                  <a:srgbClr val="3E5A86"/>
                </a:solidFill>
                <a:latin typeface="Calibri"/>
              </a:rPr>
              <a:t>Delimitación en cuatro planos</a:t>
            </a:r>
          </a:p>
        </p:txBody>
      </p:sp>
      <p:sp>
        <p:nvSpPr>
          <p:cNvPr id="27" name="!!alcance:2167e59bb3"/>
          <p:cNvSpPr/>
          <p:nvPr/>
        </p:nvSpPr>
        <p:spPr>
          <a:xfrm>
            <a:off x="6226175" y="1717675"/>
            <a:ext cx="5327650" cy="1035050"/>
          </a:xfrm>
          <a:prstGeom prst="roundRect">
            <a:avLst>
              <a:gd name="adj" fmla="val 705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lcance:13a232464b"/>
          <p:cNvSpPr/>
          <p:nvPr/>
        </p:nvSpPr>
        <p:spPr>
          <a:xfrm>
            <a:off x="6381750" y="1866900"/>
            <a:ext cx="736600" cy="736600"/>
          </a:xfrm>
          <a:prstGeom prst="roundRect">
            <a:avLst>
              <a:gd name="adj" fmla="val 1896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alcance:31f173514a" descr="f4c229b00edac87e.png"/>
          <p:cNvPicPr>
            <a:picLocks noChangeAspect="1"/>
          </p:cNvPicPr>
          <p:nvPr/>
        </p:nvPicPr>
        <p:blipFill>
          <a:blip r:embed="rId5"/>
          <a:stretch>
            <a:fillRect/>
          </a:stretch>
        </p:blipFill>
        <p:spPr>
          <a:xfrm>
            <a:off x="6381750" y="1866900"/>
            <a:ext cx="736600" cy="736600"/>
          </a:xfrm>
          <a:prstGeom prst="rect">
            <a:avLst/>
          </a:prstGeom>
        </p:spPr>
      </p:pic>
      <p:sp>
        <p:nvSpPr>
          <p:cNvPr id="30" name="!!alcance:1c1d1491b4"/>
          <p:cNvSpPr txBox="1"/>
          <p:nvPr/>
        </p:nvSpPr>
        <p:spPr>
          <a:xfrm>
            <a:off x="7283450" y="2015019"/>
            <a:ext cx="3801618" cy="178308"/>
          </a:xfrm>
          <a:prstGeom prst="rect">
            <a:avLst/>
          </a:prstGeom>
          <a:noFill/>
        </p:spPr>
        <p:txBody>
          <a:bodyPr wrap="square" lIns="0" rIns="0" tIns="0" bIns="0" anchor="t"/>
          <a:lstStyle/>
          <a:p>
            <a:pPr algn="l">
              <a:lnSpc>
                <a:spcPts val="1404"/>
              </a:lnSpc>
              <a:spcBef>
                <a:spcPts val="0"/>
              </a:spcBef>
              <a:spcAft>
                <a:spcPts val="0"/>
              </a:spcAft>
            </a:pPr>
            <a:r>
              <a:rPr sz="1150" b="1" i="0" cap="all" spc="138">
                <a:solidFill>
                  <a:srgbClr val="E8741A"/>
                </a:solidFill>
                <a:latin typeface="Calibri"/>
              </a:rPr>
              <a:t>Disciplinar</a:t>
            </a:r>
          </a:p>
        </p:txBody>
      </p:sp>
      <p:sp>
        <p:nvSpPr>
          <p:cNvPr id="31" name="!!alcance:ff13f9f085"/>
          <p:cNvSpPr txBox="1"/>
          <p:nvPr/>
        </p:nvSpPr>
        <p:spPr>
          <a:xfrm>
            <a:off x="7283450" y="2216309"/>
            <a:ext cx="3801618" cy="246062"/>
          </a:xfrm>
          <a:prstGeom prst="rect">
            <a:avLst/>
          </a:prstGeom>
          <a:noFill/>
        </p:spPr>
        <p:txBody>
          <a:bodyPr wrap="square" lIns="0" rIns="0" tIns="0" bIns="0" anchor="t"/>
          <a:lstStyle/>
          <a:p>
            <a:pPr algn="l">
              <a:lnSpc>
                <a:spcPts val="1938"/>
              </a:lnSpc>
              <a:spcBef>
                <a:spcPts val="0"/>
              </a:spcBef>
              <a:spcAft>
                <a:spcPts val="0"/>
              </a:spcAft>
            </a:pPr>
            <a:r>
              <a:rPr sz="1550" b="0" i="0">
                <a:solidFill>
                  <a:srgbClr val="1F2937"/>
                </a:solidFill>
                <a:latin typeface="Calibri"/>
              </a:rPr>
              <a:t>Elasticidad lineal plana con elementos Q4 y Q9</a:t>
            </a:r>
          </a:p>
        </p:txBody>
      </p:sp>
      <p:sp>
        <p:nvSpPr>
          <p:cNvPr id="32" name="!!alcance:4b26f138b1"/>
          <p:cNvSpPr/>
          <p:nvPr/>
        </p:nvSpPr>
        <p:spPr>
          <a:xfrm>
            <a:off x="6226175" y="2860675"/>
            <a:ext cx="5327650" cy="1035050"/>
          </a:xfrm>
          <a:prstGeom prst="roundRect">
            <a:avLst>
              <a:gd name="adj" fmla="val 705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lcance:518f266879"/>
          <p:cNvSpPr/>
          <p:nvPr/>
        </p:nvSpPr>
        <p:spPr>
          <a:xfrm>
            <a:off x="6381750" y="3009900"/>
            <a:ext cx="736600" cy="736600"/>
          </a:xfrm>
          <a:prstGeom prst="roundRect">
            <a:avLst>
              <a:gd name="adj" fmla="val 1896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alcance:e302bd9a75" descr="4103b8a90fe991cd.png"/>
          <p:cNvPicPr>
            <a:picLocks noChangeAspect="1"/>
          </p:cNvPicPr>
          <p:nvPr/>
        </p:nvPicPr>
        <p:blipFill>
          <a:blip r:embed="rId6"/>
          <a:stretch>
            <a:fillRect/>
          </a:stretch>
        </p:blipFill>
        <p:spPr>
          <a:xfrm>
            <a:off x="6381750" y="3009900"/>
            <a:ext cx="736600" cy="736600"/>
          </a:xfrm>
          <a:prstGeom prst="rect">
            <a:avLst/>
          </a:prstGeom>
        </p:spPr>
      </p:pic>
      <p:sp>
        <p:nvSpPr>
          <p:cNvPr id="35" name="!!alcance:9fd7f1bd3d"/>
          <p:cNvSpPr txBox="1"/>
          <p:nvPr/>
        </p:nvSpPr>
        <p:spPr>
          <a:xfrm>
            <a:off x="7283450" y="2911956"/>
            <a:ext cx="4197096" cy="178308"/>
          </a:xfrm>
          <a:prstGeom prst="rect">
            <a:avLst/>
          </a:prstGeom>
          <a:noFill/>
        </p:spPr>
        <p:txBody>
          <a:bodyPr wrap="square" lIns="0" rIns="0" tIns="0" bIns="0" anchor="t"/>
          <a:lstStyle/>
          <a:p>
            <a:pPr algn="l">
              <a:lnSpc>
                <a:spcPts val="1404"/>
              </a:lnSpc>
              <a:spcBef>
                <a:spcPts val="0"/>
              </a:spcBef>
              <a:spcAft>
                <a:spcPts val="0"/>
              </a:spcAft>
            </a:pPr>
            <a:r>
              <a:rPr sz="1150" b="1" i="0" cap="all" spc="138">
                <a:solidFill>
                  <a:srgbClr val="E8741A"/>
                </a:solidFill>
                <a:latin typeface="Calibri"/>
              </a:rPr>
              <a:t>Institucional</a:t>
            </a:r>
          </a:p>
        </p:txBody>
      </p:sp>
      <p:sp>
        <p:nvSpPr>
          <p:cNvPr id="36" name="!!alcance:d33879832c"/>
          <p:cNvSpPr txBox="1"/>
          <p:nvPr/>
        </p:nvSpPr>
        <p:spPr>
          <a:xfrm>
            <a:off x="7283450" y="3113246"/>
            <a:ext cx="4197096" cy="738188"/>
          </a:xfrm>
          <a:prstGeom prst="rect">
            <a:avLst/>
          </a:prstGeom>
          <a:noFill/>
        </p:spPr>
        <p:txBody>
          <a:bodyPr wrap="square" lIns="0" rIns="0" tIns="0" bIns="0" anchor="t"/>
          <a:lstStyle/>
          <a:p>
            <a:pPr algn="l">
              <a:lnSpc>
                <a:spcPts val="1938"/>
              </a:lnSpc>
              <a:spcBef>
                <a:spcPts val="0"/>
              </a:spcBef>
              <a:spcAft>
                <a:spcPts val="0"/>
              </a:spcAft>
            </a:pPr>
            <a:r>
              <a:rPr sz="1550" b="0" i="0">
                <a:solidFill>
                  <a:srgbClr val="1F2937"/>
                </a:solidFill>
                <a:latin typeface="Calibri"/>
              </a:rPr>
              <a:t>Formación de grado en ingeniería civil; la Carrera</a:t>
            </a:r>
            <a:br/>
            <a:r>
              <a:rPr sz="1550" b="0" i="0">
                <a:solidFill>
                  <a:srgbClr val="1F2937"/>
                </a:solidFill>
                <a:latin typeface="Calibri"/>
              </a:rPr>
              <a:t>de Ingeniería Civil de la UATF, destinataria</a:t>
            </a:r>
            <a:br/>
            <a:r>
              <a:rPr sz="1550" b="0" i="0">
                <a:solidFill>
                  <a:srgbClr val="1F2937"/>
                </a:solidFill>
                <a:latin typeface="Calibri"/>
              </a:rPr>
              <a:t>inmediata</a:t>
            </a:r>
          </a:p>
        </p:txBody>
      </p:sp>
      <p:sp>
        <p:nvSpPr>
          <p:cNvPr id="37" name="!!alcance:6f6ae822e7"/>
          <p:cNvSpPr/>
          <p:nvPr/>
        </p:nvSpPr>
        <p:spPr>
          <a:xfrm>
            <a:off x="6226175" y="4003675"/>
            <a:ext cx="5327650" cy="1035050"/>
          </a:xfrm>
          <a:prstGeom prst="roundRect">
            <a:avLst>
              <a:gd name="adj" fmla="val 705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lcance:1a146e5868"/>
          <p:cNvSpPr/>
          <p:nvPr/>
        </p:nvSpPr>
        <p:spPr>
          <a:xfrm>
            <a:off x="6381750" y="4152900"/>
            <a:ext cx="736600" cy="736600"/>
          </a:xfrm>
          <a:prstGeom prst="roundRect">
            <a:avLst>
              <a:gd name="adj" fmla="val 1896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alcance:3518fd6da9" descr="493cdc2020968cba.png"/>
          <p:cNvPicPr>
            <a:picLocks noChangeAspect="1"/>
          </p:cNvPicPr>
          <p:nvPr/>
        </p:nvPicPr>
        <p:blipFill>
          <a:blip r:embed="rId7"/>
          <a:stretch>
            <a:fillRect/>
          </a:stretch>
        </p:blipFill>
        <p:spPr>
          <a:xfrm>
            <a:off x="6381750" y="4152900"/>
            <a:ext cx="736600" cy="736600"/>
          </a:xfrm>
          <a:prstGeom prst="rect">
            <a:avLst/>
          </a:prstGeom>
        </p:spPr>
      </p:pic>
      <p:sp>
        <p:nvSpPr>
          <p:cNvPr id="40" name="!!alcance:fad99c3902"/>
          <p:cNvSpPr txBox="1"/>
          <p:nvPr/>
        </p:nvSpPr>
        <p:spPr>
          <a:xfrm>
            <a:off x="7283450" y="4177956"/>
            <a:ext cx="4197096" cy="178308"/>
          </a:xfrm>
          <a:prstGeom prst="rect">
            <a:avLst/>
          </a:prstGeom>
          <a:noFill/>
        </p:spPr>
        <p:txBody>
          <a:bodyPr wrap="square" lIns="0" rIns="0" tIns="0" bIns="0" anchor="t"/>
          <a:lstStyle/>
          <a:p>
            <a:pPr algn="l">
              <a:lnSpc>
                <a:spcPts val="1404"/>
              </a:lnSpc>
              <a:spcBef>
                <a:spcPts val="0"/>
              </a:spcBef>
              <a:spcAft>
                <a:spcPts val="0"/>
              </a:spcAft>
            </a:pPr>
            <a:r>
              <a:rPr sz="1150" b="1" i="0" cap="all" spc="138">
                <a:solidFill>
                  <a:srgbClr val="E8741A"/>
                </a:solidFill>
                <a:latin typeface="Calibri"/>
              </a:rPr>
              <a:t>Espacial</a:t>
            </a:r>
          </a:p>
        </p:txBody>
      </p:sp>
      <p:sp>
        <p:nvSpPr>
          <p:cNvPr id="41" name="!!alcance:8f9ceafdd8"/>
          <p:cNvSpPr txBox="1"/>
          <p:nvPr/>
        </p:nvSpPr>
        <p:spPr>
          <a:xfrm>
            <a:off x="7283450" y="4379309"/>
            <a:ext cx="4197096" cy="492125"/>
          </a:xfrm>
          <a:prstGeom prst="rect">
            <a:avLst/>
          </a:prstGeom>
          <a:noFill/>
        </p:spPr>
        <p:txBody>
          <a:bodyPr wrap="square" lIns="0" rIns="0" tIns="0" bIns="0" anchor="t"/>
          <a:lstStyle/>
          <a:p>
            <a:pPr algn="l">
              <a:lnSpc>
                <a:spcPts val="1938"/>
              </a:lnSpc>
              <a:spcBef>
                <a:spcPts val="0"/>
              </a:spcBef>
              <a:spcAft>
                <a:spcPts val="0"/>
              </a:spcAft>
            </a:pPr>
            <a:r>
              <a:rPr sz="1550" b="0" i="0">
                <a:solidFill>
                  <a:srgbClr val="1F2937"/>
                </a:solidFill>
                <a:latin typeface="Calibri"/>
              </a:rPr>
              <a:t>El aula y la computadora personal, sin laboratorio</a:t>
            </a:r>
            <a:br/>
            <a:r>
              <a:rPr sz="1550" b="0" i="0">
                <a:solidFill>
                  <a:srgbClr val="1F2937"/>
                </a:solidFill>
                <a:latin typeface="Calibri"/>
              </a:rPr>
              <a:t>de cómputo ni licencias</a:t>
            </a:r>
          </a:p>
        </p:txBody>
      </p:sp>
      <p:sp>
        <p:nvSpPr>
          <p:cNvPr id="42" name="!!alcance:5294531d83"/>
          <p:cNvSpPr/>
          <p:nvPr/>
        </p:nvSpPr>
        <p:spPr>
          <a:xfrm>
            <a:off x="6226175" y="5146675"/>
            <a:ext cx="5327650" cy="1035050"/>
          </a:xfrm>
          <a:prstGeom prst="roundRect">
            <a:avLst>
              <a:gd name="adj" fmla="val 705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lcance:4404770c7d"/>
          <p:cNvSpPr/>
          <p:nvPr/>
        </p:nvSpPr>
        <p:spPr>
          <a:xfrm>
            <a:off x="6381750" y="5295900"/>
            <a:ext cx="736600" cy="736600"/>
          </a:xfrm>
          <a:prstGeom prst="roundRect">
            <a:avLst>
              <a:gd name="adj" fmla="val 18965"/>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alcance:fff93d3017" descr="bf7a78f9e48b5191.png"/>
          <p:cNvPicPr>
            <a:picLocks noChangeAspect="1"/>
          </p:cNvPicPr>
          <p:nvPr/>
        </p:nvPicPr>
        <p:blipFill>
          <a:blip r:embed="rId8"/>
          <a:stretch>
            <a:fillRect/>
          </a:stretch>
        </p:blipFill>
        <p:spPr>
          <a:xfrm>
            <a:off x="6381750" y="5295900"/>
            <a:ext cx="736600" cy="736600"/>
          </a:xfrm>
          <a:prstGeom prst="rect">
            <a:avLst/>
          </a:prstGeom>
        </p:spPr>
      </p:pic>
      <p:sp>
        <p:nvSpPr>
          <p:cNvPr id="45" name="!!alcance:89a0ebd3da"/>
          <p:cNvSpPr txBox="1"/>
          <p:nvPr/>
        </p:nvSpPr>
        <p:spPr>
          <a:xfrm>
            <a:off x="7283450" y="5320956"/>
            <a:ext cx="4197096" cy="178308"/>
          </a:xfrm>
          <a:prstGeom prst="rect">
            <a:avLst/>
          </a:prstGeom>
          <a:noFill/>
        </p:spPr>
        <p:txBody>
          <a:bodyPr wrap="square" lIns="0" rIns="0" tIns="0" bIns="0" anchor="t"/>
          <a:lstStyle/>
          <a:p>
            <a:pPr algn="l">
              <a:lnSpc>
                <a:spcPts val="1404"/>
              </a:lnSpc>
              <a:spcBef>
                <a:spcPts val="0"/>
              </a:spcBef>
              <a:spcAft>
                <a:spcPts val="0"/>
              </a:spcAft>
            </a:pPr>
            <a:r>
              <a:rPr sz="1150" b="1" i="0" cap="all" spc="138">
                <a:solidFill>
                  <a:srgbClr val="E8741A"/>
                </a:solidFill>
                <a:latin typeface="Calibri"/>
              </a:rPr>
              <a:t>Temporal</a:t>
            </a:r>
          </a:p>
        </p:txBody>
      </p:sp>
      <p:sp>
        <p:nvSpPr>
          <p:cNvPr id="46" name="!!alcance:2b22c9f2ac"/>
          <p:cNvSpPr txBox="1"/>
          <p:nvPr/>
        </p:nvSpPr>
        <p:spPr>
          <a:xfrm>
            <a:off x="7283450" y="5522309"/>
            <a:ext cx="4197096" cy="492125"/>
          </a:xfrm>
          <a:prstGeom prst="rect">
            <a:avLst/>
          </a:prstGeom>
          <a:noFill/>
        </p:spPr>
        <p:txBody>
          <a:bodyPr wrap="square" lIns="0" rIns="0" tIns="0" bIns="0" anchor="t"/>
          <a:lstStyle/>
          <a:p>
            <a:pPr algn="l">
              <a:lnSpc>
                <a:spcPts val="1938"/>
              </a:lnSpc>
              <a:spcBef>
                <a:spcPts val="0"/>
              </a:spcBef>
              <a:spcAft>
                <a:spcPts val="0"/>
              </a:spcAft>
            </a:pPr>
            <a:r>
              <a:rPr sz="1550" b="0" i="0">
                <a:solidFill>
                  <a:srgbClr val="1F2937"/>
                </a:solidFill>
                <a:latin typeface="Calibri"/>
              </a:rPr>
              <a:t>Desarrollo, verificación y validación en la gestión</a:t>
            </a:r>
            <a:br/>
            <a:r>
              <a:rPr sz="1550" b="0" i="0">
                <a:solidFill>
                  <a:srgbClr val="1F2937"/>
                </a:solidFill>
                <a:latin typeface="Calibri"/>
              </a:rPr>
              <a:t>2026</a:t>
            </a:r>
          </a:p>
        </p:txBody>
      </p:sp>
      <p:sp>
        <p:nvSpPr>
          <p:cNvPr id="47" name="!!alcance:73612e7d3c"/>
          <p:cNvSpPr txBox="1"/>
          <p:nvPr/>
        </p:nvSpPr>
        <p:spPr>
          <a:xfrm>
            <a:off x="6223000" y="1389917"/>
            <a:ext cx="4762500" cy="209296"/>
          </a:xfrm>
          <a:prstGeom prst="rect">
            <a:avLst/>
          </a:prstGeom>
          <a:noFill/>
        </p:spPr>
        <p:txBody>
          <a:bodyPr wrap="square" lIns="0" rIns="0" tIns="0" bIns="0" anchor="t"/>
          <a:lstStyle/>
          <a:p>
            <a:pPr algn="l">
              <a:lnSpc>
                <a:spcPts val="1648"/>
              </a:lnSpc>
              <a:spcBef>
                <a:spcPts val="0"/>
              </a:spcBef>
              <a:spcAft>
                <a:spcPts val="0"/>
              </a:spcAft>
            </a:pPr>
            <a:r>
              <a:rPr sz="1350" b="1" i="0" cap="all" spc="135">
                <a:solidFill>
                  <a:srgbClr val="3E5A86"/>
                </a:solidFill>
                <a:latin typeface="Calibri"/>
              </a:rPr>
              <a:t>Dentro del dominio: dos idealizaciones</a:t>
            </a:r>
            <a:r>
              <a:rPr sz="1350" b="1" i="0">
                <a:solidFill>
                  <a:srgbClr val="5B6575"/>
                </a:solidFill>
                <a:latin typeface="Calibri"/>
              </a:rPr>
              <a:t> [14, p. 11]</a:t>
            </a:r>
          </a:p>
        </p:txBody>
      </p:sp>
      <p:pic>
        <p:nvPicPr>
          <p:cNvPr id="48" name="!!alcance:a6ff934f2d">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7080250" y="1676400"/>
            <a:ext cx="3619500" cy="2413000"/>
          </a:xfrm>
          <a:prstGeom prst="rect">
            <a:avLst/>
          </a:prstGeom>
        </p:spPr>
      </p:pic>
      <p:sp>
        <p:nvSpPr>
          <p:cNvPr id="49" name="!!alcance:b5525e1979"/>
          <p:cNvSpPr/>
          <p:nvPr/>
        </p:nvSpPr>
        <p:spPr>
          <a:xfrm>
            <a:off x="6226175" y="4194175"/>
            <a:ext cx="2597150" cy="2063750"/>
          </a:xfrm>
          <a:prstGeom prst="roundRect">
            <a:avLst>
              <a:gd name="adj" fmla="val 353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lcance:40788d9e28"/>
          <p:cNvSpPr txBox="1"/>
          <p:nvPr/>
        </p:nvSpPr>
        <p:spPr>
          <a:xfrm>
            <a:off x="6369050" y="4305272"/>
            <a:ext cx="1226566"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1F2937"/>
                </a:solidFill>
                <a:latin typeface="Calibri"/>
              </a:rPr>
              <a:t>Tensión plana</a:t>
            </a:r>
          </a:p>
        </p:txBody>
      </p:sp>
      <p:sp>
        <p:nvSpPr>
          <p:cNvPr id="51" name="!!alcance:f99480efe4"/>
          <p:cNvSpPr/>
          <p:nvPr/>
        </p:nvSpPr>
        <p:spPr>
          <a:xfrm>
            <a:off x="8119872" y="4305300"/>
            <a:ext cx="560578" cy="281876"/>
          </a:xfrm>
          <a:prstGeom prst="roundRect">
            <a:avLst>
              <a:gd name="adj" fmla="val 2252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alcance:864164ce6c"/>
          <p:cNvSpPr txBox="1"/>
          <p:nvPr/>
        </p:nvSpPr>
        <p:spPr>
          <a:xfrm>
            <a:off x="8196072" y="4329967"/>
            <a:ext cx="458978"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E8741A"/>
                </a:solidFill>
                <a:latin typeface="Cambria"/>
              </a:rPr>
              <a:t>σ</a:t>
            </a:r>
            <a:r>
              <a:rPr sz="1350" b="1" i="0" baseline="-25000">
                <a:solidFill>
                  <a:srgbClr val="E8741A"/>
                </a:solidFill>
                <a:latin typeface="Calibri"/>
              </a:rPr>
              <a:t>z</a:t>
            </a:r>
            <a:r>
              <a:rPr sz="1350" b="1" i="0">
                <a:solidFill>
                  <a:srgbClr val="E8741A"/>
                </a:solidFill>
                <a:latin typeface="Calibri"/>
              </a:rPr>
              <a:t> = 0</a:t>
            </a:r>
          </a:p>
        </p:txBody>
      </p:sp>
      <p:sp>
        <p:nvSpPr>
          <p:cNvPr id="53" name="!!alcance:9c0a7db6bc"/>
          <p:cNvSpPr txBox="1"/>
          <p:nvPr/>
        </p:nvSpPr>
        <p:spPr>
          <a:xfrm>
            <a:off x="6369050" y="4612926"/>
            <a:ext cx="2362200" cy="387350"/>
          </a:xfrm>
          <a:prstGeom prst="rect">
            <a:avLst/>
          </a:prstGeom>
          <a:noFill/>
        </p:spPr>
        <p:txBody>
          <a:bodyPr wrap="square" lIns="0" rIns="0" tIns="0" bIns="0" anchor="t"/>
          <a:lstStyle/>
          <a:p>
            <a:pPr algn="l">
              <a:lnSpc>
                <a:spcPts val="1525"/>
              </a:lnSpc>
              <a:spcBef>
                <a:spcPts val="0"/>
              </a:spcBef>
              <a:spcAft>
                <a:spcPts val="0"/>
              </a:spcAft>
            </a:pPr>
            <a:r>
              <a:rPr sz="1250" b="0" i="0">
                <a:solidFill>
                  <a:srgbClr val="3F4A5A"/>
                </a:solidFill>
                <a:latin typeface="Calibri"/>
              </a:rPr>
              <a:t>cuerpos delgados cargados en su</a:t>
            </a:r>
            <a:br/>
            <a:r>
              <a:rPr sz="1250" b="0" i="0">
                <a:solidFill>
                  <a:srgbClr val="3F4A5A"/>
                </a:solidFill>
                <a:latin typeface="Calibri"/>
              </a:rPr>
              <a:t>plano</a:t>
            </a:r>
          </a:p>
        </p:txBody>
      </p:sp>
      <p:pic>
        <p:nvPicPr>
          <p:cNvPr id="54" name="!!alcance:dbb7a7a3eb" descr="19a44b5041a9fcec.png"/>
          <p:cNvPicPr>
            <a:picLocks noChangeAspect="1"/>
          </p:cNvPicPr>
          <p:nvPr/>
        </p:nvPicPr>
        <p:blipFill>
          <a:blip r:embed="rId12"/>
          <a:stretch>
            <a:fillRect/>
          </a:stretch>
        </p:blipFill>
        <p:spPr>
          <a:xfrm>
            <a:off x="6553200" y="5378450"/>
            <a:ext cx="717550" cy="488950"/>
          </a:xfrm>
          <a:prstGeom prst="rect">
            <a:avLst/>
          </a:prstGeom>
        </p:spPr>
      </p:pic>
      <p:sp>
        <p:nvSpPr>
          <p:cNvPr id="55" name="!!alcance:128c99b732"/>
          <p:cNvSpPr txBox="1"/>
          <p:nvPr/>
        </p:nvSpPr>
        <p:spPr>
          <a:xfrm>
            <a:off x="6322886" y="5881157"/>
            <a:ext cx="1178052" cy="156464"/>
          </a:xfrm>
          <a:prstGeom prst="rect">
            <a:avLst/>
          </a:prstGeom>
          <a:noFill/>
        </p:spPr>
        <p:txBody>
          <a:bodyPr wrap="square" lIns="0" rIns="0" tIns="0" bIns="0" anchor="t"/>
          <a:lstStyle/>
          <a:p>
            <a:pPr algn="ctr">
              <a:lnSpc>
                <a:spcPts val="1232"/>
              </a:lnSpc>
              <a:spcBef>
                <a:spcPts val="0"/>
              </a:spcBef>
              <a:spcAft>
                <a:spcPts val="0"/>
              </a:spcAft>
            </a:pPr>
            <a:r>
              <a:rPr sz="1100" b="0" i="0">
                <a:solidFill>
                  <a:srgbClr val="3F4A5A"/>
                </a:solidFill>
                <a:latin typeface="Calibri"/>
              </a:rPr>
              <a:t>viga de gran peralte</a:t>
            </a:r>
          </a:p>
        </p:txBody>
      </p:sp>
      <p:pic>
        <p:nvPicPr>
          <p:cNvPr id="56" name="!!alcance:fdedb00014" descr="dc7b9faaf919a201.png"/>
          <p:cNvPicPr>
            <a:picLocks noChangeAspect="1"/>
          </p:cNvPicPr>
          <p:nvPr/>
        </p:nvPicPr>
        <p:blipFill>
          <a:blip r:embed="rId13"/>
          <a:stretch>
            <a:fillRect/>
          </a:stretch>
        </p:blipFill>
        <p:spPr>
          <a:xfrm>
            <a:off x="7778750" y="5378450"/>
            <a:ext cx="717550" cy="488950"/>
          </a:xfrm>
          <a:prstGeom prst="rect">
            <a:avLst/>
          </a:prstGeom>
        </p:spPr>
      </p:pic>
      <p:sp>
        <p:nvSpPr>
          <p:cNvPr id="57" name="!!alcance:59442921c7"/>
          <p:cNvSpPr txBox="1"/>
          <p:nvPr/>
        </p:nvSpPr>
        <p:spPr>
          <a:xfrm>
            <a:off x="7518400" y="5881157"/>
            <a:ext cx="1238250" cy="312928"/>
          </a:xfrm>
          <a:prstGeom prst="rect">
            <a:avLst/>
          </a:prstGeom>
          <a:noFill/>
        </p:spPr>
        <p:txBody>
          <a:bodyPr wrap="square" lIns="0" rIns="0" tIns="0" bIns="0" anchor="t"/>
          <a:lstStyle/>
          <a:p>
            <a:pPr algn="ctr">
              <a:lnSpc>
                <a:spcPts val="1232"/>
              </a:lnSpc>
              <a:spcBef>
                <a:spcPts val="0"/>
              </a:spcBef>
              <a:spcAft>
                <a:spcPts val="0"/>
              </a:spcAft>
            </a:pPr>
            <a:r>
              <a:rPr sz="1100" b="0" i="0">
                <a:solidFill>
                  <a:srgbClr val="3F4A5A"/>
                </a:solidFill>
                <a:latin typeface="Calibri"/>
              </a:rPr>
              <a:t>muro cargado en su</a:t>
            </a:r>
            <a:br/>
            <a:r>
              <a:rPr sz="1100" b="0" i="0">
                <a:solidFill>
                  <a:srgbClr val="3F4A5A"/>
                </a:solidFill>
                <a:latin typeface="Calibri"/>
              </a:rPr>
              <a:t>plano</a:t>
            </a:r>
          </a:p>
        </p:txBody>
      </p:sp>
      <p:sp>
        <p:nvSpPr>
          <p:cNvPr id="58" name="!!alcance:c75a917ddf"/>
          <p:cNvSpPr/>
          <p:nvPr/>
        </p:nvSpPr>
        <p:spPr>
          <a:xfrm>
            <a:off x="8956675" y="4194175"/>
            <a:ext cx="2597150" cy="2063750"/>
          </a:xfrm>
          <a:prstGeom prst="roundRect">
            <a:avLst>
              <a:gd name="adj" fmla="val 353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lcance:15856f9f01"/>
          <p:cNvSpPr txBox="1"/>
          <p:nvPr/>
        </p:nvSpPr>
        <p:spPr>
          <a:xfrm>
            <a:off x="9099550" y="4305272"/>
            <a:ext cx="1660335"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1F2937"/>
                </a:solidFill>
                <a:latin typeface="Calibri"/>
              </a:rPr>
              <a:t>Deformación plana</a:t>
            </a:r>
          </a:p>
        </p:txBody>
      </p:sp>
      <p:sp>
        <p:nvSpPr>
          <p:cNvPr id="60" name="!!alcance:db3e5fd170"/>
          <p:cNvSpPr/>
          <p:nvPr/>
        </p:nvSpPr>
        <p:spPr>
          <a:xfrm>
            <a:off x="10872280" y="4305300"/>
            <a:ext cx="538670" cy="281876"/>
          </a:xfrm>
          <a:prstGeom prst="roundRect">
            <a:avLst>
              <a:gd name="adj" fmla="val 22527"/>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lcance:e07bf5ae6e"/>
          <p:cNvSpPr txBox="1"/>
          <p:nvPr/>
        </p:nvSpPr>
        <p:spPr>
          <a:xfrm>
            <a:off x="10948480" y="4329967"/>
            <a:ext cx="437070"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E8741A"/>
                </a:solidFill>
                <a:latin typeface="Cambria"/>
              </a:rPr>
              <a:t>ε</a:t>
            </a:r>
            <a:r>
              <a:rPr sz="1350" b="1" i="0" baseline="-25000">
                <a:solidFill>
                  <a:srgbClr val="E8741A"/>
                </a:solidFill>
                <a:latin typeface="Calibri"/>
              </a:rPr>
              <a:t>z</a:t>
            </a:r>
            <a:r>
              <a:rPr sz="1350" b="1" i="0">
                <a:solidFill>
                  <a:srgbClr val="E8741A"/>
                </a:solidFill>
                <a:latin typeface="Calibri"/>
              </a:rPr>
              <a:t> = 0</a:t>
            </a:r>
          </a:p>
        </p:txBody>
      </p:sp>
      <p:sp>
        <p:nvSpPr>
          <p:cNvPr id="62" name="!!alcance:61f3c47513"/>
          <p:cNvSpPr txBox="1"/>
          <p:nvPr/>
        </p:nvSpPr>
        <p:spPr>
          <a:xfrm>
            <a:off x="9099550" y="4612926"/>
            <a:ext cx="2362200" cy="387350"/>
          </a:xfrm>
          <a:prstGeom prst="rect">
            <a:avLst/>
          </a:prstGeom>
          <a:noFill/>
        </p:spPr>
        <p:txBody>
          <a:bodyPr wrap="square" lIns="0" rIns="0" tIns="0" bIns="0" anchor="t"/>
          <a:lstStyle/>
          <a:p>
            <a:pPr algn="l">
              <a:lnSpc>
                <a:spcPts val="1525"/>
              </a:lnSpc>
              <a:spcBef>
                <a:spcPts val="0"/>
              </a:spcBef>
              <a:spcAft>
                <a:spcPts val="0"/>
              </a:spcAft>
            </a:pPr>
            <a:r>
              <a:rPr sz="1250" b="0" i="0">
                <a:solidFill>
                  <a:srgbClr val="3F4A5A"/>
                </a:solidFill>
                <a:latin typeface="Calibri"/>
              </a:rPr>
              <a:t>cuerpos prismáticos largos: una</a:t>
            </a:r>
            <a:br/>
            <a:r>
              <a:rPr sz="1250" b="0" i="0">
                <a:solidFill>
                  <a:srgbClr val="3F4A5A"/>
                </a:solidFill>
                <a:latin typeface="Calibri"/>
              </a:rPr>
              <a:t>rebanada representa todo el sólido</a:t>
            </a:r>
          </a:p>
        </p:txBody>
      </p:sp>
      <p:pic>
        <p:nvPicPr>
          <p:cNvPr id="63" name="!!alcance:a76c106d1d" descr="0939e239b4f3c022.png"/>
          <p:cNvPicPr>
            <a:picLocks noChangeAspect="1"/>
          </p:cNvPicPr>
          <p:nvPr/>
        </p:nvPicPr>
        <p:blipFill>
          <a:blip r:embed="rId14"/>
          <a:stretch>
            <a:fillRect/>
          </a:stretch>
        </p:blipFill>
        <p:spPr>
          <a:xfrm>
            <a:off x="9080500" y="5378450"/>
            <a:ext cx="717550" cy="488950"/>
          </a:xfrm>
          <a:prstGeom prst="rect">
            <a:avLst/>
          </a:prstGeom>
        </p:spPr>
      </p:pic>
      <p:sp>
        <p:nvSpPr>
          <p:cNvPr id="64" name="!!alcance:2707595934"/>
          <p:cNvSpPr txBox="1"/>
          <p:nvPr/>
        </p:nvSpPr>
        <p:spPr>
          <a:xfrm>
            <a:off x="9256141" y="5881157"/>
            <a:ext cx="364046" cy="156464"/>
          </a:xfrm>
          <a:prstGeom prst="rect">
            <a:avLst/>
          </a:prstGeom>
          <a:noFill/>
        </p:spPr>
        <p:txBody>
          <a:bodyPr wrap="square" lIns="0" rIns="0" tIns="0" bIns="0" anchor="t"/>
          <a:lstStyle/>
          <a:p>
            <a:pPr algn="ctr">
              <a:lnSpc>
                <a:spcPts val="1232"/>
              </a:lnSpc>
              <a:spcBef>
                <a:spcPts val="0"/>
              </a:spcBef>
              <a:spcAft>
                <a:spcPts val="0"/>
              </a:spcAft>
            </a:pPr>
            <a:r>
              <a:rPr sz="1100" b="0" i="0">
                <a:solidFill>
                  <a:srgbClr val="3F4A5A"/>
                </a:solidFill>
                <a:latin typeface="Calibri"/>
              </a:rPr>
              <a:t>presa</a:t>
            </a:r>
          </a:p>
        </p:txBody>
      </p:sp>
      <p:pic>
        <p:nvPicPr>
          <p:cNvPr id="65" name="!!alcance:2e56c68634" descr="51a16908f01f57c6.png"/>
          <p:cNvPicPr>
            <a:picLocks noChangeAspect="1"/>
          </p:cNvPicPr>
          <p:nvPr/>
        </p:nvPicPr>
        <p:blipFill>
          <a:blip r:embed="rId15"/>
          <a:stretch>
            <a:fillRect/>
          </a:stretch>
        </p:blipFill>
        <p:spPr>
          <a:xfrm>
            <a:off x="9893300" y="5378450"/>
            <a:ext cx="717550" cy="488950"/>
          </a:xfrm>
          <a:prstGeom prst="rect">
            <a:avLst/>
          </a:prstGeom>
        </p:spPr>
      </p:pic>
      <p:sp>
        <p:nvSpPr>
          <p:cNvPr id="66" name="!!alcance:c027866e03"/>
          <p:cNvSpPr txBox="1"/>
          <p:nvPr/>
        </p:nvSpPr>
        <p:spPr>
          <a:xfrm>
            <a:off x="9840341" y="5881157"/>
            <a:ext cx="829754" cy="312928"/>
          </a:xfrm>
          <a:prstGeom prst="rect">
            <a:avLst/>
          </a:prstGeom>
          <a:noFill/>
        </p:spPr>
        <p:txBody>
          <a:bodyPr wrap="square" lIns="0" rIns="0" tIns="0" bIns="0" anchor="t"/>
          <a:lstStyle/>
          <a:p>
            <a:pPr algn="ctr">
              <a:lnSpc>
                <a:spcPts val="1232"/>
              </a:lnSpc>
              <a:spcBef>
                <a:spcPts val="0"/>
              </a:spcBef>
              <a:spcAft>
                <a:spcPts val="0"/>
              </a:spcAft>
            </a:pPr>
            <a:r>
              <a:rPr sz="1100" b="0" i="0">
                <a:solidFill>
                  <a:srgbClr val="3F4A5A"/>
                </a:solidFill>
                <a:latin typeface="Calibri"/>
              </a:rPr>
              <a:t>muro de</a:t>
            </a:r>
            <a:br/>
            <a:r>
              <a:rPr sz="1100" b="0" i="0">
                <a:solidFill>
                  <a:srgbClr val="3F4A5A"/>
                </a:solidFill>
                <a:latin typeface="Calibri"/>
              </a:rPr>
              <a:t>contención</a:t>
            </a:r>
          </a:p>
        </p:txBody>
      </p:sp>
      <p:pic>
        <p:nvPicPr>
          <p:cNvPr id="67" name="!!alcance:30a30d3a25" descr="3077339aef1e675d.png"/>
          <p:cNvPicPr>
            <a:picLocks noChangeAspect="1"/>
          </p:cNvPicPr>
          <p:nvPr/>
        </p:nvPicPr>
        <p:blipFill>
          <a:blip r:embed="rId16"/>
          <a:stretch>
            <a:fillRect/>
          </a:stretch>
        </p:blipFill>
        <p:spPr>
          <a:xfrm>
            <a:off x="10712450" y="5378450"/>
            <a:ext cx="717550" cy="488950"/>
          </a:xfrm>
          <a:prstGeom prst="rect">
            <a:avLst/>
          </a:prstGeom>
        </p:spPr>
      </p:pic>
      <p:sp>
        <p:nvSpPr>
          <p:cNvPr id="68" name="!!alcance:c5728f9759"/>
          <p:cNvSpPr txBox="1"/>
          <p:nvPr/>
        </p:nvSpPr>
        <p:spPr>
          <a:xfrm>
            <a:off x="10899267" y="5881157"/>
            <a:ext cx="345948" cy="156464"/>
          </a:xfrm>
          <a:prstGeom prst="rect">
            <a:avLst/>
          </a:prstGeom>
          <a:noFill/>
        </p:spPr>
        <p:txBody>
          <a:bodyPr wrap="square" lIns="0" rIns="0" tIns="0" bIns="0" anchor="t"/>
          <a:lstStyle/>
          <a:p>
            <a:pPr algn="ctr">
              <a:lnSpc>
                <a:spcPts val="1232"/>
              </a:lnSpc>
              <a:spcBef>
                <a:spcPts val="0"/>
              </a:spcBef>
              <a:spcAft>
                <a:spcPts val="0"/>
              </a:spcAft>
            </a:pPr>
            <a:r>
              <a:rPr sz="1100" b="0" i="0">
                <a:solidFill>
                  <a:srgbClr val="3F4A5A"/>
                </a:solidFill>
                <a:latin typeface="Calibri"/>
              </a:rPr>
              <a:t>túnel</a:t>
            </a:r>
          </a:p>
        </p:txBody>
      </p:sp>
      <p:sp>
        <p:nvSpPr>
          <p:cNvPr id="69" name="!!alcance:dedb673c40"/>
          <p:cNvSpPr txBox="1"/>
          <p:nvPr/>
        </p:nvSpPr>
        <p:spPr>
          <a:xfrm>
            <a:off x="6502400" y="1389917"/>
            <a:ext cx="1875346" cy="209296"/>
          </a:xfrm>
          <a:prstGeom prst="rect">
            <a:avLst/>
          </a:prstGeom>
          <a:noFill/>
        </p:spPr>
        <p:txBody>
          <a:bodyPr wrap="square" lIns="0" rIns="0" tIns="0" bIns="0" anchor="t"/>
          <a:lstStyle/>
          <a:p>
            <a:pPr algn="l">
              <a:lnSpc>
                <a:spcPts val="1648"/>
              </a:lnSpc>
              <a:spcBef>
                <a:spcPts val="0"/>
              </a:spcBef>
              <a:spcAft>
                <a:spcPts val="0"/>
              </a:spcAft>
            </a:pPr>
            <a:r>
              <a:rPr sz="1350" b="1" i="0" cap="all" spc="162">
                <a:solidFill>
                  <a:srgbClr val="C0392B"/>
                </a:solidFill>
                <a:latin typeface="Calibri"/>
              </a:rPr>
              <a:t>Fuera del alcance</a:t>
            </a:r>
          </a:p>
        </p:txBody>
      </p:sp>
      <p:pic>
        <p:nvPicPr>
          <p:cNvPr id="70" name="!!alcance:933e9c7c62" descr="20bb527075319467.png"/>
          <p:cNvPicPr>
            <a:picLocks noChangeAspect="1"/>
          </p:cNvPicPr>
          <p:nvPr/>
        </p:nvPicPr>
        <p:blipFill>
          <a:blip r:embed="rId17"/>
          <a:stretch>
            <a:fillRect/>
          </a:stretch>
        </p:blipFill>
        <p:spPr>
          <a:xfrm>
            <a:off x="6223000" y="1384300"/>
            <a:ext cx="203200" cy="209550"/>
          </a:xfrm>
          <a:prstGeom prst="rect">
            <a:avLst/>
          </a:prstGeom>
        </p:spPr>
      </p:pic>
      <p:sp>
        <p:nvSpPr>
          <p:cNvPr id="71" name="!!alcance:d9e6b14578"/>
          <p:cNvSpPr/>
          <p:nvPr/>
        </p:nvSpPr>
        <p:spPr>
          <a:xfrm>
            <a:off x="6223000" y="1752600"/>
            <a:ext cx="2116328"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alcance:cc1cc15ec7" descr="981c79d75a4287dc.png"/>
          <p:cNvPicPr>
            <a:picLocks noChangeAspect="1"/>
          </p:cNvPicPr>
          <p:nvPr/>
        </p:nvPicPr>
        <p:blipFill>
          <a:blip r:embed="rId18"/>
          <a:stretch>
            <a:fillRect/>
          </a:stretch>
        </p:blipFill>
        <p:spPr>
          <a:xfrm>
            <a:off x="6223000" y="1803400"/>
            <a:ext cx="571500" cy="381000"/>
          </a:xfrm>
          <a:prstGeom prst="rect">
            <a:avLst/>
          </a:prstGeom>
        </p:spPr>
      </p:pic>
      <p:sp>
        <p:nvSpPr>
          <p:cNvPr id="73" name="!!alcance:a9124424fc"/>
          <p:cNvSpPr txBox="1"/>
          <p:nvPr/>
        </p:nvSpPr>
        <p:spPr>
          <a:xfrm>
            <a:off x="6908800" y="1807145"/>
            <a:ext cx="1417828"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Pórticos y cerchas</a:t>
            </a:r>
          </a:p>
        </p:txBody>
      </p:sp>
      <p:sp>
        <p:nvSpPr>
          <p:cNvPr id="74" name="!!alcance:e15e372f87"/>
          <p:cNvSpPr/>
          <p:nvPr/>
        </p:nvSpPr>
        <p:spPr>
          <a:xfrm>
            <a:off x="6870700" y="1905508"/>
            <a:ext cx="1443228"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lcance:4cb5ffbdd9"/>
          <p:cNvSpPr txBox="1"/>
          <p:nvPr/>
        </p:nvSpPr>
        <p:spPr>
          <a:xfrm>
            <a:off x="6908800" y="2019690"/>
            <a:ext cx="1417828" cy="172339"/>
          </a:xfrm>
          <a:prstGeom prst="rect">
            <a:avLst/>
          </a:prstGeom>
          <a:noFill/>
        </p:spPr>
        <p:txBody>
          <a:bodyPr wrap="square" lIns="0" rIns="0" tIns="0" bIns="0" anchor="t"/>
          <a:lstStyle/>
          <a:p>
            <a:pPr algn="l">
              <a:lnSpc>
                <a:spcPts val="1357"/>
              </a:lnSpc>
              <a:spcBef>
                <a:spcPts val="0"/>
              </a:spcBef>
              <a:spcAft>
                <a:spcPts val="0"/>
              </a:spcAft>
            </a:pPr>
            <a:r>
              <a:rPr sz="1150" b="0" i="0">
                <a:solidFill>
                  <a:srgbClr val="5B6575"/>
                </a:solidFill>
                <a:latin typeface="Calibri"/>
              </a:rPr>
              <a:t>sistemas de barras</a:t>
            </a:r>
          </a:p>
        </p:txBody>
      </p:sp>
      <p:sp>
        <p:nvSpPr>
          <p:cNvPr id="76" name="!!alcance:bd2c3a4481"/>
          <p:cNvSpPr/>
          <p:nvPr/>
        </p:nvSpPr>
        <p:spPr>
          <a:xfrm>
            <a:off x="6223000" y="2260600"/>
            <a:ext cx="2034604"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alcance:3bc9907622" descr="3b8a6af796d92e61.png"/>
          <p:cNvPicPr>
            <a:picLocks noChangeAspect="1"/>
          </p:cNvPicPr>
          <p:nvPr/>
        </p:nvPicPr>
        <p:blipFill>
          <a:blip r:embed="rId19"/>
          <a:stretch>
            <a:fillRect/>
          </a:stretch>
        </p:blipFill>
        <p:spPr>
          <a:xfrm>
            <a:off x="6223000" y="2311400"/>
            <a:ext cx="571500" cy="381000"/>
          </a:xfrm>
          <a:prstGeom prst="rect">
            <a:avLst/>
          </a:prstGeom>
        </p:spPr>
      </p:pic>
      <p:sp>
        <p:nvSpPr>
          <p:cNvPr id="78" name="!!alcance:95291555da"/>
          <p:cNvSpPr txBox="1"/>
          <p:nvPr/>
        </p:nvSpPr>
        <p:spPr>
          <a:xfrm>
            <a:off x="6908800" y="2407665"/>
            <a:ext cx="1336104"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Placas y cáscaras</a:t>
            </a:r>
          </a:p>
        </p:txBody>
      </p:sp>
      <p:sp>
        <p:nvSpPr>
          <p:cNvPr id="79" name="!!alcance:ff96a5ef2a"/>
          <p:cNvSpPr/>
          <p:nvPr/>
        </p:nvSpPr>
        <p:spPr>
          <a:xfrm>
            <a:off x="6870700" y="2505964"/>
            <a:ext cx="1361504"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lcance:cad9c10081"/>
          <p:cNvSpPr/>
          <p:nvPr/>
        </p:nvSpPr>
        <p:spPr>
          <a:xfrm>
            <a:off x="6223000" y="2768600"/>
            <a:ext cx="2487422"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alcance:9e18d804f9" descr="8934bef1c95f37a6.png"/>
          <p:cNvPicPr>
            <a:picLocks noChangeAspect="1"/>
          </p:cNvPicPr>
          <p:nvPr/>
        </p:nvPicPr>
        <p:blipFill>
          <a:blip r:embed="rId20"/>
          <a:stretch>
            <a:fillRect/>
          </a:stretch>
        </p:blipFill>
        <p:spPr>
          <a:xfrm>
            <a:off x="6223000" y="2819400"/>
            <a:ext cx="571500" cy="381000"/>
          </a:xfrm>
          <a:prstGeom prst="rect">
            <a:avLst/>
          </a:prstGeom>
        </p:spPr>
      </p:pic>
      <p:sp>
        <p:nvSpPr>
          <p:cNvPr id="82" name="!!alcance:3d58d02872"/>
          <p:cNvSpPr txBox="1"/>
          <p:nvPr/>
        </p:nvSpPr>
        <p:spPr>
          <a:xfrm>
            <a:off x="6908800" y="2915665"/>
            <a:ext cx="1788922"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Análisis tridimensional</a:t>
            </a:r>
          </a:p>
        </p:txBody>
      </p:sp>
      <p:sp>
        <p:nvSpPr>
          <p:cNvPr id="83" name="!!alcance:053fba82ed"/>
          <p:cNvSpPr/>
          <p:nvPr/>
        </p:nvSpPr>
        <p:spPr>
          <a:xfrm>
            <a:off x="6870700" y="3013964"/>
            <a:ext cx="1814322"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lcance:58cf6028b2"/>
          <p:cNvSpPr/>
          <p:nvPr/>
        </p:nvSpPr>
        <p:spPr>
          <a:xfrm>
            <a:off x="6223000" y="3276600"/>
            <a:ext cx="2277300"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5" name="!!alcance:725ca284cd" descr="be6553b66252206f.png"/>
          <p:cNvPicPr>
            <a:picLocks noChangeAspect="1"/>
          </p:cNvPicPr>
          <p:nvPr/>
        </p:nvPicPr>
        <p:blipFill>
          <a:blip r:embed="rId21"/>
          <a:stretch>
            <a:fillRect/>
          </a:stretch>
        </p:blipFill>
        <p:spPr>
          <a:xfrm>
            <a:off x="6223000" y="3327400"/>
            <a:ext cx="571500" cy="381000"/>
          </a:xfrm>
          <a:prstGeom prst="rect">
            <a:avLst/>
          </a:prstGeom>
        </p:spPr>
      </p:pic>
      <p:sp>
        <p:nvSpPr>
          <p:cNvPr id="86" name="!!alcance:9bab418bba"/>
          <p:cNvSpPr txBox="1"/>
          <p:nvPr/>
        </p:nvSpPr>
        <p:spPr>
          <a:xfrm>
            <a:off x="6908800" y="3331145"/>
            <a:ext cx="1064641"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No linealidad</a:t>
            </a:r>
          </a:p>
        </p:txBody>
      </p:sp>
      <p:sp>
        <p:nvSpPr>
          <p:cNvPr id="87" name="!!alcance:fbce010dd1"/>
          <p:cNvSpPr/>
          <p:nvPr/>
        </p:nvSpPr>
        <p:spPr>
          <a:xfrm>
            <a:off x="6870700" y="3429508"/>
            <a:ext cx="1090041"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lcance:cbc3c5c73c"/>
          <p:cNvSpPr txBox="1"/>
          <p:nvPr/>
        </p:nvSpPr>
        <p:spPr>
          <a:xfrm>
            <a:off x="6908800" y="3543690"/>
            <a:ext cx="1578800" cy="172339"/>
          </a:xfrm>
          <a:prstGeom prst="rect">
            <a:avLst/>
          </a:prstGeom>
          <a:noFill/>
        </p:spPr>
        <p:txBody>
          <a:bodyPr wrap="square" lIns="0" rIns="0" tIns="0" bIns="0" anchor="t"/>
          <a:lstStyle/>
          <a:p>
            <a:pPr algn="l">
              <a:lnSpc>
                <a:spcPts val="1357"/>
              </a:lnSpc>
              <a:spcBef>
                <a:spcPts val="0"/>
              </a:spcBef>
              <a:spcAft>
                <a:spcPts val="0"/>
              </a:spcAft>
            </a:pPr>
            <a:r>
              <a:rPr sz="1150" b="0" i="0">
                <a:solidFill>
                  <a:srgbClr val="5B6575"/>
                </a:solidFill>
                <a:latin typeface="Calibri"/>
              </a:rPr>
              <a:t>del material o geométrica</a:t>
            </a:r>
          </a:p>
        </p:txBody>
      </p:sp>
      <p:sp>
        <p:nvSpPr>
          <p:cNvPr id="89" name="!!alcance:4dbf13decd"/>
          <p:cNvSpPr/>
          <p:nvPr/>
        </p:nvSpPr>
        <p:spPr>
          <a:xfrm>
            <a:off x="6223000" y="3784600"/>
            <a:ext cx="2347786"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0" name="!!alcance:c2fbc5c3b8" descr="df4da6ab3ee783fd.png"/>
          <p:cNvPicPr>
            <a:picLocks noChangeAspect="1"/>
          </p:cNvPicPr>
          <p:nvPr/>
        </p:nvPicPr>
        <p:blipFill>
          <a:blip r:embed="rId22"/>
          <a:stretch>
            <a:fillRect/>
          </a:stretch>
        </p:blipFill>
        <p:spPr>
          <a:xfrm>
            <a:off x="6223000" y="3835400"/>
            <a:ext cx="571500" cy="381000"/>
          </a:xfrm>
          <a:prstGeom prst="rect">
            <a:avLst/>
          </a:prstGeom>
        </p:spPr>
      </p:pic>
      <p:sp>
        <p:nvSpPr>
          <p:cNvPr id="91" name="!!alcance:2b209bdb83"/>
          <p:cNvSpPr txBox="1"/>
          <p:nvPr/>
        </p:nvSpPr>
        <p:spPr>
          <a:xfrm>
            <a:off x="6908800" y="3839145"/>
            <a:ext cx="1425004"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Efectos dinámicos</a:t>
            </a:r>
          </a:p>
        </p:txBody>
      </p:sp>
      <p:sp>
        <p:nvSpPr>
          <p:cNvPr id="92" name="!!alcance:0fd9c57645"/>
          <p:cNvSpPr/>
          <p:nvPr/>
        </p:nvSpPr>
        <p:spPr>
          <a:xfrm>
            <a:off x="6870700" y="3937508"/>
            <a:ext cx="1450404"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alcance:304469c02f"/>
          <p:cNvSpPr txBox="1"/>
          <p:nvPr/>
        </p:nvSpPr>
        <p:spPr>
          <a:xfrm>
            <a:off x="6908800" y="4051690"/>
            <a:ext cx="1649286" cy="172339"/>
          </a:xfrm>
          <a:prstGeom prst="rect">
            <a:avLst/>
          </a:prstGeom>
          <a:noFill/>
        </p:spPr>
        <p:txBody>
          <a:bodyPr wrap="square" lIns="0" rIns="0" tIns="0" bIns="0" anchor="t"/>
          <a:lstStyle/>
          <a:p>
            <a:pPr algn="l">
              <a:lnSpc>
                <a:spcPts val="1357"/>
              </a:lnSpc>
              <a:spcBef>
                <a:spcPts val="0"/>
              </a:spcBef>
              <a:spcAft>
                <a:spcPts val="0"/>
              </a:spcAft>
            </a:pPr>
            <a:r>
              <a:rPr sz="1150" b="0" i="0">
                <a:solidFill>
                  <a:srgbClr val="5B6575"/>
                </a:solidFill>
                <a:latin typeface="Calibri"/>
              </a:rPr>
              <a:t>o dependientes del tiempo</a:t>
            </a:r>
          </a:p>
        </p:txBody>
      </p:sp>
      <p:sp>
        <p:nvSpPr>
          <p:cNvPr id="94" name="!!alcance:4980b5e6e3"/>
          <p:cNvSpPr/>
          <p:nvPr/>
        </p:nvSpPr>
        <p:spPr>
          <a:xfrm>
            <a:off x="6223000" y="4292600"/>
            <a:ext cx="3881564"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5" name="!!alcance:aa65c9e828" descr="95a7214dec080158.png"/>
          <p:cNvPicPr>
            <a:picLocks noChangeAspect="1"/>
          </p:cNvPicPr>
          <p:nvPr/>
        </p:nvPicPr>
        <p:blipFill>
          <a:blip r:embed="rId23"/>
          <a:stretch>
            <a:fillRect/>
          </a:stretch>
        </p:blipFill>
        <p:spPr>
          <a:xfrm>
            <a:off x="6223000" y="4343400"/>
            <a:ext cx="571500" cy="381000"/>
          </a:xfrm>
          <a:prstGeom prst="rect">
            <a:avLst/>
          </a:prstGeom>
        </p:spPr>
      </p:pic>
      <p:sp>
        <p:nvSpPr>
          <p:cNvPr id="96" name="!!alcance:25f5ebf09a"/>
          <p:cNvSpPr txBox="1"/>
          <p:nvPr/>
        </p:nvSpPr>
        <p:spPr>
          <a:xfrm>
            <a:off x="6908800" y="4347145"/>
            <a:ext cx="3194876"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Triángulos y cuadriláteros de ocho nodos</a:t>
            </a:r>
          </a:p>
        </p:txBody>
      </p:sp>
      <p:sp>
        <p:nvSpPr>
          <p:cNvPr id="97" name="!!alcance:50f6ed570d"/>
          <p:cNvSpPr/>
          <p:nvPr/>
        </p:nvSpPr>
        <p:spPr>
          <a:xfrm>
            <a:off x="6870700" y="4445508"/>
            <a:ext cx="3208464"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lcance:bf629313b1"/>
          <p:cNvSpPr txBox="1"/>
          <p:nvPr/>
        </p:nvSpPr>
        <p:spPr>
          <a:xfrm>
            <a:off x="6908800" y="4559690"/>
            <a:ext cx="3194876" cy="172339"/>
          </a:xfrm>
          <a:prstGeom prst="rect">
            <a:avLst/>
          </a:prstGeom>
          <a:noFill/>
        </p:spPr>
        <p:txBody>
          <a:bodyPr wrap="square" lIns="0" rIns="0" tIns="0" bIns="0" anchor="t"/>
          <a:lstStyle/>
          <a:p>
            <a:pPr algn="l">
              <a:lnSpc>
                <a:spcPts val="1357"/>
              </a:lnSpc>
              <a:spcBef>
                <a:spcPts val="0"/>
              </a:spcBef>
              <a:spcAft>
                <a:spcPts val="0"/>
              </a:spcAft>
            </a:pPr>
            <a:r>
              <a:rPr sz="1150" b="0" i="0">
                <a:solidFill>
                  <a:srgbClr val="5B6575"/>
                </a:solidFill>
                <a:latin typeface="Calibri"/>
              </a:rPr>
              <a:t>quedan como recomendación</a:t>
            </a:r>
          </a:p>
        </p:txBody>
      </p:sp>
      <p:sp>
        <p:nvSpPr>
          <p:cNvPr id="99" name="!!alcance:635649b205"/>
          <p:cNvSpPr/>
          <p:nvPr/>
        </p:nvSpPr>
        <p:spPr>
          <a:xfrm>
            <a:off x="6223000" y="4800600"/>
            <a:ext cx="5334000"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0" name="!!alcance:7b6b4e69e2" descr="517768424727ed7b.png"/>
          <p:cNvPicPr>
            <a:picLocks noChangeAspect="1"/>
          </p:cNvPicPr>
          <p:nvPr/>
        </p:nvPicPr>
        <p:blipFill>
          <a:blip r:embed="rId24"/>
          <a:stretch>
            <a:fillRect/>
          </a:stretch>
        </p:blipFill>
        <p:spPr>
          <a:xfrm>
            <a:off x="6223000" y="4851400"/>
            <a:ext cx="571500" cy="381000"/>
          </a:xfrm>
          <a:prstGeom prst="rect">
            <a:avLst/>
          </a:prstGeom>
        </p:spPr>
      </p:pic>
      <p:sp>
        <p:nvSpPr>
          <p:cNvPr id="101" name="!!alcance:18d96ec6df"/>
          <p:cNvSpPr txBox="1"/>
          <p:nvPr/>
        </p:nvSpPr>
        <p:spPr>
          <a:xfrm>
            <a:off x="6908800" y="4769039"/>
            <a:ext cx="1601914"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Mallado automático</a:t>
            </a:r>
          </a:p>
        </p:txBody>
      </p:sp>
      <p:sp>
        <p:nvSpPr>
          <p:cNvPr id="102" name="!!alcance:c222bbe6be"/>
          <p:cNvSpPr/>
          <p:nvPr/>
        </p:nvSpPr>
        <p:spPr>
          <a:xfrm>
            <a:off x="6870700" y="4867402"/>
            <a:ext cx="1627314"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alcance:55a659c545"/>
          <p:cNvSpPr txBox="1"/>
          <p:nvPr/>
        </p:nvSpPr>
        <p:spPr>
          <a:xfrm>
            <a:off x="6908800" y="4981584"/>
            <a:ext cx="4676394" cy="344678"/>
          </a:xfrm>
          <a:prstGeom prst="rect">
            <a:avLst/>
          </a:prstGeom>
          <a:noFill/>
        </p:spPr>
        <p:txBody>
          <a:bodyPr wrap="square" lIns="0" rIns="0" tIns="0" bIns="0" anchor="t"/>
          <a:lstStyle/>
          <a:p>
            <a:pPr algn="l">
              <a:lnSpc>
                <a:spcPts val="1357"/>
              </a:lnSpc>
              <a:spcBef>
                <a:spcPts val="0"/>
              </a:spcBef>
              <a:spcAft>
                <a:spcPts val="0"/>
              </a:spcAft>
            </a:pPr>
            <a:r>
              <a:rPr sz="1150" b="0" i="0">
                <a:solidFill>
                  <a:srgbClr val="5B6575"/>
                </a:solidFill>
                <a:latin typeface="Calibri"/>
              </a:rPr>
              <a:t>la malla se arma por tablas, por dibujo o desde un DXF; en los casos de</a:t>
            </a:r>
            <a:br/>
            <a:r>
              <a:rPr sz="1150" b="0" i="0">
                <a:solidFill>
                  <a:srgbClr val="5B6575"/>
                </a:solidFill>
                <a:latin typeface="Calibri"/>
              </a:rPr>
              <a:t>estudio, por generación estructurada</a:t>
            </a:r>
          </a:p>
        </p:txBody>
      </p:sp>
      <p:sp>
        <p:nvSpPr>
          <p:cNvPr id="104" name="!!alcance:59214ac7c5"/>
          <p:cNvSpPr/>
          <p:nvPr/>
        </p:nvSpPr>
        <p:spPr>
          <a:xfrm>
            <a:off x="6223000" y="5308600"/>
            <a:ext cx="5086731" cy="482600"/>
          </a:xfrm>
          <a:prstGeom prst="roundRect">
            <a:avLst>
              <a:gd name="adj" fmla="val 1578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5" name="!!alcance:fec329c714" descr="34ae30c38a3f3057.png"/>
          <p:cNvPicPr>
            <a:picLocks noChangeAspect="1"/>
          </p:cNvPicPr>
          <p:nvPr/>
        </p:nvPicPr>
        <p:blipFill>
          <a:blip r:embed="rId25"/>
          <a:stretch>
            <a:fillRect/>
          </a:stretch>
        </p:blipFill>
        <p:spPr>
          <a:xfrm>
            <a:off x="6223000" y="5359400"/>
            <a:ext cx="571500" cy="381000"/>
          </a:xfrm>
          <a:prstGeom prst="rect">
            <a:avLst/>
          </a:prstGeom>
        </p:spPr>
      </p:pic>
      <p:sp>
        <p:nvSpPr>
          <p:cNvPr id="106" name="!!alcance:65265acad9"/>
          <p:cNvSpPr txBox="1"/>
          <p:nvPr/>
        </p:nvSpPr>
        <p:spPr>
          <a:xfrm>
            <a:off x="6908800" y="5363145"/>
            <a:ext cx="1176846" cy="206248"/>
          </a:xfrm>
          <a:prstGeom prst="rect">
            <a:avLst/>
          </a:prstGeom>
          <a:noFill/>
        </p:spPr>
        <p:txBody>
          <a:bodyPr wrap="square" lIns="0" rIns="0" tIns="0" bIns="0" anchor="t"/>
          <a:lstStyle/>
          <a:p>
            <a:pPr algn="l">
              <a:lnSpc>
                <a:spcPts val="1624"/>
              </a:lnSpc>
              <a:spcBef>
                <a:spcPts val="0"/>
              </a:spcBef>
              <a:spcAft>
                <a:spcPts val="0"/>
              </a:spcAft>
            </a:pPr>
            <a:r>
              <a:rPr sz="1450" b="1" i="0">
                <a:solidFill>
                  <a:srgbClr val="5B6575"/>
                </a:solidFill>
                <a:latin typeface="Calibri"/>
              </a:rPr>
              <a:t>Ensayos físicos</a:t>
            </a:r>
          </a:p>
        </p:txBody>
      </p:sp>
      <p:sp>
        <p:nvSpPr>
          <p:cNvPr id="107" name="!!alcance:869b747f76"/>
          <p:cNvSpPr/>
          <p:nvPr/>
        </p:nvSpPr>
        <p:spPr>
          <a:xfrm>
            <a:off x="6870700" y="5461508"/>
            <a:ext cx="1202246" cy="127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lcance:9736a0f639"/>
          <p:cNvSpPr txBox="1"/>
          <p:nvPr/>
        </p:nvSpPr>
        <p:spPr>
          <a:xfrm>
            <a:off x="6908800" y="5575690"/>
            <a:ext cx="4424172" cy="172339"/>
          </a:xfrm>
          <a:prstGeom prst="rect">
            <a:avLst/>
          </a:prstGeom>
          <a:noFill/>
        </p:spPr>
        <p:txBody>
          <a:bodyPr wrap="square" lIns="0" rIns="0" tIns="0" bIns="0" anchor="t"/>
          <a:lstStyle/>
          <a:p>
            <a:pPr algn="l">
              <a:lnSpc>
                <a:spcPts val="1357"/>
              </a:lnSpc>
              <a:spcBef>
                <a:spcPts val="0"/>
              </a:spcBef>
              <a:spcAft>
                <a:spcPts val="0"/>
              </a:spcAft>
            </a:pPr>
            <a:r>
              <a:rPr sz="1150" b="0" i="0">
                <a:solidFill>
                  <a:srgbClr val="5B6575"/>
                </a:solidFill>
                <a:latin typeface="Calibri"/>
              </a:rPr>
              <a:t>se valida con soluciones analíticas, casos clásicos y un software comercial</a:t>
            </a:r>
          </a:p>
        </p:txBody>
      </p:sp>
      <p:sp>
        <p:nvSpPr>
          <p:cNvPr id="109" name="!!alcance:c6e0d151bf"/>
          <p:cNvSpPr/>
          <p:nvPr/>
        </p:nvSpPr>
        <p:spPr>
          <a:xfrm>
            <a:off x="638175" y="1641475"/>
            <a:ext cx="5302250" cy="4210050"/>
          </a:xfrm>
          <a:prstGeom prst="roundRect">
            <a:avLst>
              <a:gd name="adj" fmla="val 1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lcance:f002bc47dd"/>
          <p:cNvSpPr/>
          <p:nvPr/>
        </p:nvSpPr>
        <p:spPr>
          <a:xfrm>
            <a:off x="641350" y="1644650"/>
            <a:ext cx="5295900" cy="38100"/>
          </a:xfrm>
          <a:prstGeom prst="round2SameRect">
            <a:avLst>
              <a:gd name="adj1" fmla="val 50000"/>
              <a:gd name="adj2" fmla="val 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lcance:76ee490d9a"/>
          <p:cNvSpPr txBox="1"/>
          <p:nvPr/>
        </p:nvSpPr>
        <p:spPr>
          <a:xfrm>
            <a:off x="882650" y="1841755"/>
            <a:ext cx="4909566"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3E5A86"/>
                </a:solidFill>
                <a:latin typeface="Calibri"/>
              </a:rPr>
              <a:t>Objeto de estudio</a:t>
            </a:r>
            <a:r>
              <a:rPr sz="1250" b="1" i="0">
                <a:solidFill>
                  <a:srgbClr val="5B6575"/>
                </a:solidFill>
                <a:latin typeface="Calibri"/>
              </a:rPr>
              <a:t> [8, p. 8]</a:t>
            </a:r>
          </a:p>
        </p:txBody>
      </p:sp>
      <p:pic>
        <p:nvPicPr>
          <p:cNvPr id="112" name="!!alcance:3c692caca9" descr="f7d4fe0eec529669.png"/>
          <p:cNvPicPr>
            <a:picLocks noChangeAspect="1"/>
          </p:cNvPicPr>
          <p:nvPr/>
        </p:nvPicPr>
        <p:blipFill>
          <a:blip r:embed="rId26"/>
          <a:stretch>
            <a:fillRect/>
          </a:stretch>
        </p:blipFill>
        <p:spPr>
          <a:xfrm>
            <a:off x="882650" y="2095500"/>
            <a:ext cx="4826000" cy="1587500"/>
          </a:xfrm>
          <a:prstGeom prst="rect">
            <a:avLst/>
          </a:prstGeom>
        </p:spPr>
      </p:pic>
      <p:sp>
        <p:nvSpPr>
          <p:cNvPr id="113" name="!!alcance:29c170faae"/>
          <p:cNvSpPr txBox="1"/>
          <p:nvPr/>
        </p:nvSpPr>
        <p:spPr>
          <a:xfrm>
            <a:off x="882650" y="3860561"/>
            <a:ext cx="4909566" cy="688848"/>
          </a:xfrm>
          <a:prstGeom prst="rect">
            <a:avLst/>
          </a:prstGeom>
          <a:noFill/>
        </p:spPr>
        <p:txBody>
          <a:bodyPr wrap="square" lIns="0" rIns="0" tIns="0" bIns="0" anchor="t"/>
          <a:lstStyle/>
          <a:p>
            <a:pPr algn="l">
              <a:lnSpc>
                <a:spcPts val="2712"/>
              </a:lnSpc>
              <a:spcBef>
                <a:spcPts val="0"/>
              </a:spcBef>
              <a:spcAft>
                <a:spcPts val="0"/>
              </a:spcAft>
            </a:pPr>
            <a:r>
              <a:rPr sz="2400" b="1" i="0">
                <a:solidFill>
                  <a:srgbClr val="1F2937"/>
                </a:solidFill>
                <a:latin typeface="Calibri"/>
              </a:rPr>
              <a:t>El análisis de medios continuos en</a:t>
            </a:r>
            <a:br/>
            <a:r>
              <a:rPr sz="2400" b="1" i="0">
                <a:solidFill>
                  <a:srgbClr val="1F2937"/>
                </a:solidFill>
                <a:latin typeface="Calibri"/>
              </a:rPr>
              <a:t>elasticidad lineal plana por el MEF</a:t>
            </a:r>
          </a:p>
        </p:txBody>
      </p:sp>
      <p:sp>
        <p:nvSpPr>
          <p:cNvPr id="114" name="!!alcance:f8e7982969"/>
          <p:cNvSpPr txBox="1"/>
          <p:nvPr/>
        </p:nvSpPr>
        <p:spPr>
          <a:xfrm>
            <a:off x="882650" y="4645906"/>
            <a:ext cx="4909566" cy="816864"/>
          </a:xfrm>
          <a:prstGeom prst="rect">
            <a:avLst/>
          </a:prstGeom>
          <a:noFill/>
        </p:spPr>
        <p:txBody>
          <a:bodyPr wrap="square" lIns="0" rIns="0" tIns="0" bIns="0" anchor="t"/>
          <a:lstStyle/>
          <a:p>
            <a:pPr algn="l">
              <a:lnSpc>
                <a:spcPts val="2144"/>
              </a:lnSpc>
              <a:spcBef>
                <a:spcPts val="0"/>
              </a:spcBef>
              <a:spcAft>
                <a:spcPts val="0"/>
              </a:spcAft>
            </a:pPr>
            <a:r>
              <a:rPr sz="1600" b="0" i="0">
                <a:solidFill>
                  <a:srgbClr val="3F4A5A"/>
                </a:solidFill>
                <a:latin typeface="Calibri"/>
              </a:rPr>
              <a:t>El procedimiento de cálculo que va del mapeo</a:t>
            </a:r>
            <a:br/>
            <a:r>
              <a:rPr sz="1600" b="0" i="0">
                <a:solidFill>
                  <a:srgbClr val="3F4A5A"/>
                </a:solidFill>
                <a:latin typeface="Calibri"/>
              </a:rPr>
              <a:t>isoparamétrico a la recuperación de tensiones, con</a:t>
            </a:r>
            <a:br/>
            <a:r>
              <a:rPr sz="1600" b="0" i="0">
                <a:solidFill>
                  <a:srgbClr val="3F4A5A"/>
                </a:solidFill>
                <a:latin typeface="Calibri"/>
              </a:rPr>
              <a:t>elementos Q4 y Q9</a:t>
            </a:r>
          </a:p>
        </p:txBody>
      </p:sp>
      <p:sp>
        <p:nvSpPr>
          <p:cNvPr id="115" name="!!alcance:aeda6dee16"/>
          <p:cNvSpPr/>
          <p:nvPr/>
        </p:nvSpPr>
        <p:spPr>
          <a:xfrm>
            <a:off x="6251575" y="1641475"/>
            <a:ext cx="5302250" cy="4210050"/>
          </a:xfrm>
          <a:prstGeom prst="roundRect">
            <a:avLst>
              <a:gd name="adj" fmla="val 173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lcance:d818b8ef19"/>
          <p:cNvSpPr/>
          <p:nvPr/>
        </p:nvSpPr>
        <p:spPr>
          <a:xfrm>
            <a:off x="6254750" y="1644650"/>
            <a:ext cx="5295900" cy="38100"/>
          </a:xfrm>
          <a:prstGeom prst="round2SameRect">
            <a:avLst>
              <a:gd name="adj1" fmla="val 50000"/>
              <a:gd name="adj2" fmla="val 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lcance:759baa5e66"/>
          <p:cNvSpPr txBox="1"/>
          <p:nvPr/>
        </p:nvSpPr>
        <p:spPr>
          <a:xfrm>
            <a:off x="6496050" y="1841755"/>
            <a:ext cx="4909566"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E8741A"/>
                </a:solidFill>
                <a:latin typeface="Calibri"/>
              </a:rPr>
              <a:t>Campo de acción</a:t>
            </a:r>
          </a:p>
        </p:txBody>
      </p:sp>
      <p:pic>
        <p:nvPicPr>
          <p:cNvPr id="118" name="!!alcance:88cdd8814e" descr="ec9b9b2e85411bab.png"/>
          <p:cNvPicPr>
            <a:picLocks noChangeAspect="1"/>
          </p:cNvPicPr>
          <p:nvPr/>
        </p:nvPicPr>
        <p:blipFill>
          <a:blip r:embed="rId27"/>
          <a:stretch>
            <a:fillRect/>
          </a:stretch>
        </p:blipFill>
        <p:spPr>
          <a:xfrm>
            <a:off x="6496050" y="2095500"/>
            <a:ext cx="4826000" cy="1587500"/>
          </a:xfrm>
          <a:prstGeom prst="rect">
            <a:avLst/>
          </a:prstGeom>
        </p:spPr>
      </p:pic>
      <p:sp>
        <p:nvSpPr>
          <p:cNvPr id="119" name="!!alcance:6adcf29eba"/>
          <p:cNvSpPr txBox="1"/>
          <p:nvPr/>
        </p:nvSpPr>
        <p:spPr>
          <a:xfrm>
            <a:off x="6496050" y="3860561"/>
            <a:ext cx="4909566" cy="688848"/>
          </a:xfrm>
          <a:prstGeom prst="rect">
            <a:avLst/>
          </a:prstGeom>
          <a:noFill/>
        </p:spPr>
        <p:txBody>
          <a:bodyPr wrap="square" lIns="0" rIns="0" tIns="0" bIns="0" anchor="t"/>
          <a:lstStyle/>
          <a:p>
            <a:pPr algn="l">
              <a:lnSpc>
                <a:spcPts val="2712"/>
              </a:lnSpc>
              <a:spcBef>
                <a:spcPts val="0"/>
              </a:spcBef>
              <a:spcAft>
                <a:spcPts val="0"/>
              </a:spcAft>
            </a:pPr>
            <a:r>
              <a:rPr sz="2400" b="1" i="0">
                <a:solidFill>
                  <a:srgbClr val="1F2937"/>
                </a:solidFill>
                <a:latin typeface="Calibri"/>
              </a:rPr>
              <a:t>Los medios de cálculo con que ese</a:t>
            </a:r>
            <a:br/>
            <a:r>
              <a:rPr sz="2400" b="1" i="0">
                <a:solidFill>
                  <a:srgbClr val="1F2937"/>
                </a:solidFill>
                <a:latin typeface="Calibri"/>
              </a:rPr>
              <a:t>análisis se enseña</a:t>
            </a:r>
          </a:p>
        </p:txBody>
      </p:sp>
      <p:sp>
        <p:nvSpPr>
          <p:cNvPr id="120" name="!!alcance:228deb390d"/>
          <p:cNvSpPr txBox="1"/>
          <p:nvPr/>
        </p:nvSpPr>
        <p:spPr>
          <a:xfrm>
            <a:off x="6496050" y="4645906"/>
            <a:ext cx="4909566" cy="816864"/>
          </a:xfrm>
          <a:prstGeom prst="rect">
            <a:avLst/>
          </a:prstGeom>
          <a:noFill/>
        </p:spPr>
        <p:txBody>
          <a:bodyPr wrap="square" lIns="0" rIns="0" tIns="0" bIns="0" anchor="t"/>
          <a:lstStyle/>
          <a:p>
            <a:pPr algn="l">
              <a:lnSpc>
                <a:spcPts val="2144"/>
              </a:lnSpc>
              <a:spcBef>
                <a:spcPts val="0"/>
              </a:spcBef>
              <a:spcAft>
                <a:spcPts val="0"/>
              </a:spcAft>
            </a:pPr>
            <a:r>
              <a:rPr sz="1600" b="0" i="0">
                <a:solidFill>
                  <a:srgbClr val="3F4A5A"/>
                </a:solidFill>
                <a:latin typeface="Calibri"/>
              </a:rPr>
              <a:t>El software educativo que expone el procedimiento y la</a:t>
            </a:r>
            <a:br/>
            <a:r>
              <a:rPr sz="1600" b="0" i="0">
                <a:solidFill>
                  <a:srgbClr val="3F4A5A"/>
                </a:solidFill>
                <a:latin typeface="Calibri"/>
              </a:rPr>
              <a:t>memoria de cálculo que lo documenta sobre el modelo</a:t>
            </a:r>
            <a:br/>
            <a:r>
              <a:rPr sz="1600" b="0" i="0">
                <a:solidFill>
                  <a:srgbClr val="3F4A5A"/>
                </a:solidFill>
                <a:latin typeface="Calibri"/>
              </a:rPr>
              <a:t>del usuario</a:t>
            </a:r>
          </a:p>
        </p:txBody>
      </p:sp>
      <p:sp>
        <p:nvSpPr>
          <p:cNvPr id="121"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ie-izq"/>
          <p:cNvSpPr txBox="1"/>
          <p:nvPr/>
        </p:nvSpPr>
        <p:spPr>
          <a:xfrm>
            <a:off x="565150" y="6535420"/>
            <a:ext cx="3134995"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24" name="!!pie-cen"/>
          <p:cNvSpPr txBox="1"/>
          <p:nvPr/>
        </p:nvSpPr>
        <p:spPr>
          <a:xfrm>
            <a:off x="3589528" y="6535420"/>
            <a:ext cx="501288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Objeto de estudio y campo de acción · Delimitación · Alcance y limitaciones</a:t>
            </a:r>
          </a:p>
        </p:txBody>
      </p:sp>
      <p:sp>
        <p:nvSpPr>
          <p:cNvPr id="125" name="!!pie-der"/>
          <p:cNvSpPr txBox="1"/>
          <p:nvPr/>
        </p:nvSpPr>
        <p:spPr>
          <a:xfrm>
            <a:off x="8491792" y="6535420"/>
            <a:ext cx="313505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5</a:t>
            </a:r>
          </a:p>
        </p:txBody>
      </p:sp>
      <p:sp>
        <p:nvSpPr>
          <p:cNvPr id="126" name="!!alcance:1803f2d4df">
            <a:hlinkClick action="ppaction://hlinksldjump" r:id="rId28"/>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lcance:07f7c3e7aa">
            <a:hlinkClick action="ppaction://hlinksldjump" r:id="rId29"/>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lcance:45302ebe87">
            <a:hlinkClick action="ppaction://hlinksldjump" r:id="rId30"/>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lcance:c07c48e2b6">
            <a:hlinkClick action="ppaction://hlinksldjump" r:id="rId31"/>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lcance:36e88799ae">
            <a:hlinkClick action="ppaction://hlinksldjump" r:id="rId32"/>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109"/>
                                        </p:tgtEl>
                                        <p:attrNameLst>
                                          <p:attrName>style.visibility</p:attrName>
                                        </p:attrNameLst>
                                      </p:cBhvr>
                                      <p:to>
                                        <p:strVal val="visible"/>
                                      </p:to>
                                    </p:set>
                                    <p:animEffect transition="in" filter="fade">
                                      <p:cBhvr>
                                        <p:cTn id="7" dur="650"/>
                                        <p:tgtEl>
                                          <p:spTgt spid="109"/>
                                        </p:tgtEl>
                                      </p:cBhvr>
                                    </p:animEffect>
                                    <p:anim calcmode="lin" valueType="num">
                                      <p:cBhvr>
                                        <p:cTn id="8" dur="650" fill="hold"/>
                                        <p:tgtEl>
                                          <p:spTgt spid="109"/>
                                        </p:tgtEl>
                                        <p:attrNameLst>
                                          <p:attrName>ppt_x</p:attrName>
                                        </p:attrNameLst>
                                      </p:cBhvr>
                                      <p:tavLst>
                                        <p:tav tm="0">
                                          <p:val>
                                            <p:strVal val="#ppt_x"/>
                                          </p:val>
                                        </p:tav>
                                        <p:tav tm="100000">
                                          <p:val>
                                            <p:strVal val="#ppt_x"/>
                                          </p:val>
                                        </p:tav>
                                      </p:tavLst>
                                    </p:anim>
                                    <p:anim calcmode="lin" valueType="num">
                                      <p:cBhvr>
                                        <p:cTn id="9" dur="650" fill="hold"/>
                                        <p:tgtEl>
                                          <p:spTgt spid="10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110"/>
                                        </p:tgtEl>
                                        <p:attrNameLst>
                                          <p:attrName>style.visibility</p:attrName>
                                        </p:attrNameLst>
                                      </p:cBhvr>
                                      <p:to>
                                        <p:strVal val="visible"/>
                                      </p:to>
                                    </p:set>
                                    <p:animEffect transition="in" filter="fade">
                                      <p:cBhvr>
                                        <p:cTn id="12" dur="650"/>
                                        <p:tgtEl>
                                          <p:spTgt spid="110"/>
                                        </p:tgtEl>
                                      </p:cBhvr>
                                    </p:animEffect>
                                    <p:anim calcmode="lin" valueType="num">
                                      <p:cBhvr>
                                        <p:cTn id="13" dur="650" fill="hold"/>
                                        <p:tgtEl>
                                          <p:spTgt spid="110"/>
                                        </p:tgtEl>
                                        <p:attrNameLst>
                                          <p:attrName>ppt_x</p:attrName>
                                        </p:attrNameLst>
                                      </p:cBhvr>
                                      <p:tavLst>
                                        <p:tav tm="0">
                                          <p:val>
                                            <p:strVal val="#ppt_x"/>
                                          </p:val>
                                        </p:tav>
                                        <p:tav tm="100000">
                                          <p:val>
                                            <p:strVal val="#ppt_x"/>
                                          </p:val>
                                        </p:tav>
                                      </p:tavLst>
                                    </p:anim>
                                    <p:anim calcmode="lin" valueType="num">
                                      <p:cBhvr>
                                        <p:cTn id="14" dur="650" fill="hold"/>
                                        <p:tgtEl>
                                          <p:spTgt spid="1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111"/>
                                        </p:tgtEl>
                                        <p:attrNameLst>
                                          <p:attrName>style.visibility</p:attrName>
                                        </p:attrNameLst>
                                      </p:cBhvr>
                                      <p:to>
                                        <p:strVal val="visible"/>
                                      </p:to>
                                    </p:set>
                                    <p:animEffect transition="in" filter="fade">
                                      <p:cBhvr>
                                        <p:cTn id="17" dur="650"/>
                                        <p:tgtEl>
                                          <p:spTgt spid="111"/>
                                        </p:tgtEl>
                                      </p:cBhvr>
                                    </p:animEffect>
                                    <p:anim calcmode="lin" valueType="num">
                                      <p:cBhvr>
                                        <p:cTn id="18" dur="650" fill="hold"/>
                                        <p:tgtEl>
                                          <p:spTgt spid="111"/>
                                        </p:tgtEl>
                                        <p:attrNameLst>
                                          <p:attrName>ppt_x</p:attrName>
                                        </p:attrNameLst>
                                      </p:cBhvr>
                                      <p:tavLst>
                                        <p:tav tm="0">
                                          <p:val>
                                            <p:strVal val="#ppt_x"/>
                                          </p:val>
                                        </p:tav>
                                        <p:tav tm="100000">
                                          <p:val>
                                            <p:strVal val="#ppt_x"/>
                                          </p:val>
                                        </p:tav>
                                      </p:tavLst>
                                    </p:anim>
                                    <p:anim calcmode="lin" valueType="num">
                                      <p:cBhvr>
                                        <p:cTn id="19" dur="650" fill="hold"/>
                                        <p:tgtEl>
                                          <p:spTgt spid="1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150"/>
                                  </p:stCondLst>
                                  <p:childTnLst>
                                    <p:set>
                                      <p:cBhvr>
                                        <p:cTn id="21" dur="1" fill="hold">
                                          <p:stCondLst>
                                            <p:cond delay="0"/>
                                          </p:stCondLst>
                                        </p:cTn>
                                        <p:tgtEl>
                                          <p:spTgt spid="112"/>
                                        </p:tgtEl>
                                        <p:attrNameLst>
                                          <p:attrName>style.visibility</p:attrName>
                                        </p:attrNameLst>
                                      </p:cBhvr>
                                      <p:to>
                                        <p:strVal val="visible"/>
                                      </p:to>
                                    </p:set>
                                    <p:animEffect transition="in" filter="fade">
                                      <p:cBhvr>
                                        <p:cTn id="22" dur="650"/>
                                        <p:tgtEl>
                                          <p:spTgt spid="112"/>
                                        </p:tgtEl>
                                      </p:cBhvr>
                                    </p:animEffect>
                                    <p:anim calcmode="lin" valueType="num">
                                      <p:cBhvr>
                                        <p:cTn id="23" dur="650" fill="hold"/>
                                        <p:tgtEl>
                                          <p:spTgt spid="112"/>
                                        </p:tgtEl>
                                        <p:attrNameLst>
                                          <p:attrName>ppt_x</p:attrName>
                                        </p:attrNameLst>
                                      </p:cBhvr>
                                      <p:tavLst>
                                        <p:tav tm="0">
                                          <p:val>
                                            <p:strVal val="#ppt_x"/>
                                          </p:val>
                                        </p:tav>
                                        <p:tav tm="100000">
                                          <p:val>
                                            <p:strVal val="#ppt_x"/>
                                          </p:val>
                                        </p:tav>
                                      </p:tavLst>
                                    </p:anim>
                                    <p:anim calcmode="lin" valueType="num">
                                      <p:cBhvr>
                                        <p:cTn id="24" dur="650" fill="hold"/>
                                        <p:tgtEl>
                                          <p:spTgt spid="112"/>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150"/>
                                  </p:stCondLst>
                                  <p:childTnLst>
                                    <p:set>
                                      <p:cBhvr>
                                        <p:cTn id="26" dur="1" fill="hold">
                                          <p:stCondLst>
                                            <p:cond delay="0"/>
                                          </p:stCondLst>
                                        </p:cTn>
                                        <p:tgtEl>
                                          <p:spTgt spid="113"/>
                                        </p:tgtEl>
                                        <p:attrNameLst>
                                          <p:attrName>style.visibility</p:attrName>
                                        </p:attrNameLst>
                                      </p:cBhvr>
                                      <p:to>
                                        <p:strVal val="visible"/>
                                      </p:to>
                                    </p:set>
                                    <p:animEffect transition="in" filter="fade">
                                      <p:cBhvr>
                                        <p:cTn id="27" dur="650"/>
                                        <p:tgtEl>
                                          <p:spTgt spid="113"/>
                                        </p:tgtEl>
                                      </p:cBhvr>
                                    </p:animEffect>
                                    <p:anim calcmode="lin" valueType="num">
                                      <p:cBhvr>
                                        <p:cTn id="28" dur="650" fill="hold"/>
                                        <p:tgtEl>
                                          <p:spTgt spid="113"/>
                                        </p:tgtEl>
                                        <p:attrNameLst>
                                          <p:attrName>ppt_x</p:attrName>
                                        </p:attrNameLst>
                                      </p:cBhvr>
                                      <p:tavLst>
                                        <p:tav tm="0">
                                          <p:val>
                                            <p:strVal val="#ppt_x"/>
                                          </p:val>
                                        </p:tav>
                                        <p:tav tm="100000">
                                          <p:val>
                                            <p:strVal val="#ppt_x"/>
                                          </p:val>
                                        </p:tav>
                                      </p:tavLst>
                                    </p:anim>
                                    <p:anim calcmode="lin" valueType="num">
                                      <p:cBhvr>
                                        <p:cTn id="29" dur="650" fill="hold"/>
                                        <p:tgtEl>
                                          <p:spTgt spid="11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150"/>
                                  </p:stCondLst>
                                  <p:childTnLst>
                                    <p:set>
                                      <p:cBhvr>
                                        <p:cTn id="31" dur="1" fill="hold">
                                          <p:stCondLst>
                                            <p:cond delay="0"/>
                                          </p:stCondLst>
                                        </p:cTn>
                                        <p:tgtEl>
                                          <p:spTgt spid="114"/>
                                        </p:tgtEl>
                                        <p:attrNameLst>
                                          <p:attrName>style.visibility</p:attrName>
                                        </p:attrNameLst>
                                      </p:cBhvr>
                                      <p:to>
                                        <p:strVal val="visible"/>
                                      </p:to>
                                    </p:set>
                                    <p:animEffect transition="in" filter="fade">
                                      <p:cBhvr>
                                        <p:cTn id="32" dur="650"/>
                                        <p:tgtEl>
                                          <p:spTgt spid="114"/>
                                        </p:tgtEl>
                                      </p:cBhvr>
                                    </p:animEffect>
                                    <p:anim calcmode="lin" valueType="num">
                                      <p:cBhvr>
                                        <p:cTn id="33" dur="650" fill="hold"/>
                                        <p:tgtEl>
                                          <p:spTgt spid="114"/>
                                        </p:tgtEl>
                                        <p:attrNameLst>
                                          <p:attrName>ppt_x</p:attrName>
                                        </p:attrNameLst>
                                      </p:cBhvr>
                                      <p:tavLst>
                                        <p:tav tm="0">
                                          <p:val>
                                            <p:strVal val="#ppt_x"/>
                                          </p:val>
                                        </p:tav>
                                        <p:tav tm="100000">
                                          <p:val>
                                            <p:strVal val="#ppt_x"/>
                                          </p:val>
                                        </p:tav>
                                      </p:tavLst>
                                    </p:anim>
                                    <p:anim calcmode="lin" valueType="num">
                                      <p:cBhvr>
                                        <p:cTn id="34" dur="650" fill="hold"/>
                                        <p:tgtEl>
                                          <p:spTgt spid="114"/>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370"/>
                                  </p:stCondLst>
                                  <p:childTnLst>
                                    <p:set>
                                      <p:cBhvr>
                                        <p:cTn id="36" dur="1" fill="hold">
                                          <p:stCondLst>
                                            <p:cond delay="0"/>
                                          </p:stCondLst>
                                        </p:cTn>
                                        <p:tgtEl>
                                          <p:spTgt spid="115"/>
                                        </p:tgtEl>
                                        <p:attrNameLst>
                                          <p:attrName>style.visibility</p:attrName>
                                        </p:attrNameLst>
                                      </p:cBhvr>
                                      <p:to>
                                        <p:strVal val="visible"/>
                                      </p:to>
                                    </p:set>
                                    <p:animEffect transition="in" filter="fade">
                                      <p:cBhvr>
                                        <p:cTn id="37" dur="650"/>
                                        <p:tgtEl>
                                          <p:spTgt spid="115"/>
                                        </p:tgtEl>
                                      </p:cBhvr>
                                    </p:animEffect>
                                    <p:anim calcmode="lin" valueType="num">
                                      <p:cBhvr>
                                        <p:cTn id="38" dur="650" fill="hold"/>
                                        <p:tgtEl>
                                          <p:spTgt spid="115"/>
                                        </p:tgtEl>
                                        <p:attrNameLst>
                                          <p:attrName>ppt_x</p:attrName>
                                        </p:attrNameLst>
                                      </p:cBhvr>
                                      <p:tavLst>
                                        <p:tav tm="0">
                                          <p:val>
                                            <p:strVal val="#ppt_x"/>
                                          </p:val>
                                        </p:tav>
                                        <p:tav tm="100000">
                                          <p:val>
                                            <p:strVal val="#ppt_x"/>
                                          </p:val>
                                        </p:tav>
                                      </p:tavLst>
                                    </p:anim>
                                    <p:anim calcmode="lin" valueType="num">
                                      <p:cBhvr>
                                        <p:cTn id="39" dur="650" fill="hold"/>
                                        <p:tgtEl>
                                          <p:spTgt spid="115"/>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370"/>
                                  </p:stCondLst>
                                  <p:childTnLst>
                                    <p:set>
                                      <p:cBhvr>
                                        <p:cTn id="41" dur="1" fill="hold">
                                          <p:stCondLst>
                                            <p:cond delay="0"/>
                                          </p:stCondLst>
                                        </p:cTn>
                                        <p:tgtEl>
                                          <p:spTgt spid="116"/>
                                        </p:tgtEl>
                                        <p:attrNameLst>
                                          <p:attrName>style.visibility</p:attrName>
                                        </p:attrNameLst>
                                      </p:cBhvr>
                                      <p:to>
                                        <p:strVal val="visible"/>
                                      </p:to>
                                    </p:set>
                                    <p:animEffect transition="in" filter="fade">
                                      <p:cBhvr>
                                        <p:cTn id="42" dur="650"/>
                                        <p:tgtEl>
                                          <p:spTgt spid="116"/>
                                        </p:tgtEl>
                                      </p:cBhvr>
                                    </p:animEffect>
                                    <p:anim calcmode="lin" valueType="num">
                                      <p:cBhvr>
                                        <p:cTn id="43" dur="650" fill="hold"/>
                                        <p:tgtEl>
                                          <p:spTgt spid="116"/>
                                        </p:tgtEl>
                                        <p:attrNameLst>
                                          <p:attrName>ppt_x</p:attrName>
                                        </p:attrNameLst>
                                      </p:cBhvr>
                                      <p:tavLst>
                                        <p:tav tm="0">
                                          <p:val>
                                            <p:strVal val="#ppt_x"/>
                                          </p:val>
                                        </p:tav>
                                        <p:tav tm="100000">
                                          <p:val>
                                            <p:strVal val="#ppt_x"/>
                                          </p:val>
                                        </p:tav>
                                      </p:tavLst>
                                    </p:anim>
                                    <p:anim calcmode="lin" valueType="num">
                                      <p:cBhvr>
                                        <p:cTn id="44" dur="650" fill="hold"/>
                                        <p:tgtEl>
                                          <p:spTgt spid="11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370"/>
                                  </p:stCondLst>
                                  <p:childTnLst>
                                    <p:set>
                                      <p:cBhvr>
                                        <p:cTn id="46" dur="1" fill="hold">
                                          <p:stCondLst>
                                            <p:cond delay="0"/>
                                          </p:stCondLst>
                                        </p:cTn>
                                        <p:tgtEl>
                                          <p:spTgt spid="117"/>
                                        </p:tgtEl>
                                        <p:attrNameLst>
                                          <p:attrName>style.visibility</p:attrName>
                                        </p:attrNameLst>
                                      </p:cBhvr>
                                      <p:to>
                                        <p:strVal val="visible"/>
                                      </p:to>
                                    </p:set>
                                    <p:animEffect transition="in" filter="fade">
                                      <p:cBhvr>
                                        <p:cTn id="47" dur="650"/>
                                        <p:tgtEl>
                                          <p:spTgt spid="117"/>
                                        </p:tgtEl>
                                      </p:cBhvr>
                                    </p:animEffect>
                                    <p:anim calcmode="lin" valueType="num">
                                      <p:cBhvr>
                                        <p:cTn id="48" dur="650" fill="hold"/>
                                        <p:tgtEl>
                                          <p:spTgt spid="117"/>
                                        </p:tgtEl>
                                        <p:attrNameLst>
                                          <p:attrName>ppt_x</p:attrName>
                                        </p:attrNameLst>
                                      </p:cBhvr>
                                      <p:tavLst>
                                        <p:tav tm="0">
                                          <p:val>
                                            <p:strVal val="#ppt_x"/>
                                          </p:val>
                                        </p:tav>
                                        <p:tav tm="100000">
                                          <p:val>
                                            <p:strVal val="#ppt_x"/>
                                          </p:val>
                                        </p:tav>
                                      </p:tavLst>
                                    </p:anim>
                                    <p:anim calcmode="lin" valueType="num">
                                      <p:cBhvr>
                                        <p:cTn id="49" dur="650" fill="hold"/>
                                        <p:tgtEl>
                                          <p:spTgt spid="117"/>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370"/>
                                  </p:stCondLst>
                                  <p:childTnLst>
                                    <p:set>
                                      <p:cBhvr>
                                        <p:cTn id="51" dur="1" fill="hold">
                                          <p:stCondLst>
                                            <p:cond delay="0"/>
                                          </p:stCondLst>
                                        </p:cTn>
                                        <p:tgtEl>
                                          <p:spTgt spid="118"/>
                                        </p:tgtEl>
                                        <p:attrNameLst>
                                          <p:attrName>style.visibility</p:attrName>
                                        </p:attrNameLst>
                                      </p:cBhvr>
                                      <p:to>
                                        <p:strVal val="visible"/>
                                      </p:to>
                                    </p:set>
                                    <p:animEffect transition="in" filter="fade">
                                      <p:cBhvr>
                                        <p:cTn id="52" dur="650"/>
                                        <p:tgtEl>
                                          <p:spTgt spid="118"/>
                                        </p:tgtEl>
                                      </p:cBhvr>
                                    </p:animEffect>
                                    <p:anim calcmode="lin" valueType="num">
                                      <p:cBhvr>
                                        <p:cTn id="53" dur="650" fill="hold"/>
                                        <p:tgtEl>
                                          <p:spTgt spid="118"/>
                                        </p:tgtEl>
                                        <p:attrNameLst>
                                          <p:attrName>ppt_x</p:attrName>
                                        </p:attrNameLst>
                                      </p:cBhvr>
                                      <p:tavLst>
                                        <p:tav tm="0">
                                          <p:val>
                                            <p:strVal val="#ppt_x"/>
                                          </p:val>
                                        </p:tav>
                                        <p:tav tm="100000">
                                          <p:val>
                                            <p:strVal val="#ppt_x"/>
                                          </p:val>
                                        </p:tav>
                                      </p:tavLst>
                                    </p:anim>
                                    <p:anim calcmode="lin" valueType="num">
                                      <p:cBhvr>
                                        <p:cTn id="54" dur="650" fill="hold"/>
                                        <p:tgtEl>
                                          <p:spTgt spid="118"/>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370"/>
                                  </p:stCondLst>
                                  <p:childTnLst>
                                    <p:set>
                                      <p:cBhvr>
                                        <p:cTn id="56" dur="1" fill="hold">
                                          <p:stCondLst>
                                            <p:cond delay="0"/>
                                          </p:stCondLst>
                                        </p:cTn>
                                        <p:tgtEl>
                                          <p:spTgt spid="119"/>
                                        </p:tgtEl>
                                        <p:attrNameLst>
                                          <p:attrName>style.visibility</p:attrName>
                                        </p:attrNameLst>
                                      </p:cBhvr>
                                      <p:to>
                                        <p:strVal val="visible"/>
                                      </p:to>
                                    </p:set>
                                    <p:animEffect transition="in" filter="fade">
                                      <p:cBhvr>
                                        <p:cTn id="57" dur="650"/>
                                        <p:tgtEl>
                                          <p:spTgt spid="119"/>
                                        </p:tgtEl>
                                      </p:cBhvr>
                                    </p:animEffect>
                                    <p:anim calcmode="lin" valueType="num">
                                      <p:cBhvr>
                                        <p:cTn id="58" dur="650" fill="hold"/>
                                        <p:tgtEl>
                                          <p:spTgt spid="119"/>
                                        </p:tgtEl>
                                        <p:attrNameLst>
                                          <p:attrName>ppt_x</p:attrName>
                                        </p:attrNameLst>
                                      </p:cBhvr>
                                      <p:tavLst>
                                        <p:tav tm="0">
                                          <p:val>
                                            <p:strVal val="#ppt_x"/>
                                          </p:val>
                                        </p:tav>
                                        <p:tav tm="100000">
                                          <p:val>
                                            <p:strVal val="#ppt_x"/>
                                          </p:val>
                                        </p:tav>
                                      </p:tavLst>
                                    </p:anim>
                                    <p:anim calcmode="lin" valueType="num">
                                      <p:cBhvr>
                                        <p:cTn id="59" dur="650" fill="hold"/>
                                        <p:tgtEl>
                                          <p:spTgt spid="119"/>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370"/>
                                  </p:stCondLst>
                                  <p:childTnLst>
                                    <p:set>
                                      <p:cBhvr>
                                        <p:cTn id="61" dur="1" fill="hold">
                                          <p:stCondLst>
                                            <p:cond delay="0"/>
                                          </p:stCondLst>
                                        </p:cTn>
                                        <p:tgtEl>
                                          <p:spTgt spid="120"/>
                                        </p:tgtEl>
                                        <p:attrNameLst>
                                          <p:attrName>style.visibility</p:attrName>
                                        </p:attrNameLst>
                                      </p:cBhvr>
                                      <p:to>
                                        <p:strVal val="visible"/>
                                      </p:to>
                                    </p:set>
                                    <p:animEffect transition="in" filter="fade">
                                      <p:cBhvr>
                                        <p:cTn id="62" dur="650"/>
                                        <p:tgtEl>
                                          <p:spTgt spid="120"/>
                                        </p:tgtEl>
                                      </p:cBhvr>
                                    </p:animEffect>
                                    <p:anim calcmode="lin" valueType="num">
                                      <p:cBhvr>
                                        <p:cTn id="63" dur="650" fill="hold"/>
                                        <p:tgtEl>
                                          <p:spTgt spid="120"/>
                                        </p:tgtEl>
                                        <p:attrNameLst>
                                          <p:attrName>ppt_x</p:attrName>
                                        </p:attrNameLst>
                                      </p:cBhvr>
                                      <p:tavLst>
                                        <p:tav tm="0">
                                          <p:val>
                                            <p:strVal val="#ppt_x"/>
                                          </p:val>
                                        </p:tav>
                                        <p:tav tm="100000">
                                          <p:val>
                                            <p:strVal val="#ppt_x"/>
                                          </p:val>
                                        </p:tav>
                                      </p:tavLst>
                                    </p:anim>
                                    <p:anim calcmode="lin" valueType="num">
                                      <p:cBhvr>
                                        <p:cTn id="64" dur="650" fill="hold"/>
                                        <p:tgtEl>
                                          <p:spTgt spid="120"/>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0" presetClass="exit" presetSubtype="0" fill="hold" grpId="1" nodeType="clickEffect">
                                  <p:stCondLst>
                                    <p:cond delay="0"/>
                                  </p:stCondLst>
                                  <p:childTnLst>
                                    <p:animEffect transition="out" filter="fade">
                                      <p:cBhvr>
                                        <p:cTn id="68" dur="300"/>
                                        <p:tgtEl>
                                          <p:spTgt spid="109"/>
                                        </p:tgtEl>
                                      </p:cBhvr>
                                    </p:animEffect>
                                    <p:set>
                                      <p:cBhvr>
                                        <p:cTn id="69" dur="1" fill="hold">
                                          <p:stCondLst>
                                            <p:cond delay="299"/>
                                          </p:stCondLst>
                                        </p:cTn>
                                        <p:tgtEl>
                                          <p:spTgt spid="109"/>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300"/>
                                        <p:tgtEl>
                                          <p:spTgt spid="110"/>
                                        </p:tgtEl>
                                      </p:cBhvr>
                                    </p:animEffect>
                                    <p:set>
                                      <p:cBhvr>
                                        <p:cTn id="72" dur="1" fill="hold">
                                          <p:stCondLst>
                                            <p:cond delay="299"/>
                                          </p:stCondLst>
                                        </p:cTn>
                                        <p:tgtEl>
                                          <p:spTgt spid="110"/>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300"/>
                                        <p:tgtEl>
                                          <p:spTgt spid="111"/>
                                        </p:tgtEl>
                                      </p:cBhvr>
                                    </p:animEffect>
                                    <p:set>
                                      <p:cBhvr>
                                        <p:cTn id="75" dur="1" fill="hold">
                                          <p:stCondLst>
                                            <p:cond delay="299"/>
                                          </p:stCondLst>
                                        </p:cTn>
                                        <p:tgtEl>
                                          <p:spTgt spid="111"/>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300"/>
                                        <p:tgtEl>
                                          <p:spTgt spid="112"/>
                                        </p:tgtEl>
                                      </p:cBhvr>
                                    </p:animEffect>
                                    <p:set>
                                      <p:cBhvr>
                                        <p:cTn id="78" dur="1" fill="hold">
                                          <p:stCondLst>
                                            <p:cond delay="299"/>
                                          </p:stCondLst>
                                        </p:cTn>
                                        <p:tgtEl>
                                          <p:spTgt spid="112"/>
                                        </p:tgtEl>
                                        <p:attrNameLst>
                                          <p:attrName>style.visibility</p:attrName>
                                        </p:attrNameLst>
                                      </p:cBhvr>
                                      <p:to>
                                        <p:strVal val="hidden"/>
                                      </p:to>
                                    </p:set>
                                  </p:childTnLst>
                                </p:cTn>
                              </p:par>
                              <p:par>
                                <p:cTn id="79" presetID="10" presetClass="exit" presetSubtype="0" fill="hold" grpId="1" nodeType="withEffect">
                                  <p:stCondLst>
                                    <p:cond delay="0"/>
                                  </p:stCondLst>
                                  <p:childTnLst>
                                    <p:animEffect transition="out" filter="fade">
                                      <p:cBhvr>
                                        <p:cTn id="80" dur="300"/>
                                        <p:tgtEl>
                                          <p:spTgt spid="113"/>
                                        </p:tgtEl>
                                      </p:cBhvr>
                                    </p:animEffect>
                                    <p:set>
                                      <p:cBhvr>
                                        <p:cTn id="81" dur="1" fill="hold">
                                          <p:stCondLst>
                                            <p:cond delay="299"/>
                                          </p:stCondLst>
                                        </p:cTn>
                                        <p:tgtEl>
                                          <p:spTgt spid="113"/>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300"/>
                                        <p:tgtEl>
                                          <p:spTgt spid="114"/>
                                        </p:tgtEl>
                                      </p:cBhvr>
                                    </p:animEffect>
                                    <p:set>
                                      <p:cBhvr>
                                        <p:cTn id="84" dur="1" fill="hold">
                                          <p:stCondLst>
                                            <p:cond delay="299"/>
                                          </p:stCondLst>
                                        </p:cTn>
                                        <p:tgtEl>
                                          <p:spTgt spid="114"/>
                                        </p:tgtEl>
                                        <p:attrNameLst>
                                          <p:attrName>style.visibility</p:attrName>
                                        </p:attrNameLst>
                                      </p:cBhvr>
                                      <p:to>
                                        <p:strVal val="hidden"/>
                                      </p:to>
                                    </p:set>
                                  </p:childTnLst>
                                </p:cTn>
                              </p:par>
                              <p:par>
                                <p:cTn id="85" presetID="10" presetClass="exit" presetSubtype="0" fill="hold" grpId="1" nodeType="withEffect">
                                  <p:stCondLst>
                                    <p:cond delay="0"/>
                                  </p:stCondLst>
                                  <p:childTnLst>
                                    <p:animEffect transition="out" filter="fade">
                                      <p:cBhvr>
                                        <p:cTn id="86" dur="300"/>
                                        <p:tgtEl>
                                          <p:spTgt spid="115"/>
                                        </p:tgtEl>
                                      </p:cBhvr>
                                    </p:animEffect>
                                    <p:set>
                                      <p:cBhvr>
                                        <p:cTn id="87" dur="1" fill="hold">
                                          <p:stCondLst>
                                            <p:cond delay="299"/>
                                          </p:stCondLst>
                                        </p:cTn>
                                        <p:tgtEl>
                                          <p:spTgt spid="115"/>
                                        </p:tgtEl>
                                        <p:attrNameLst>
                                          <p:attrName>style.visibility</p:attrName>
                                        </p:attrNameLst>
                                      </p:cBhvr>
                                      <p:to>
                                        <p:strVal val="hidden"/>
                                      </p:to>
                                    </p:set>
                                  </p:childTnLst>
                                </p:cTn>
                              </p:par>
                              <p:par>
                                <p:cTn id="88" presetID="10" presetClass="exit" presetSubtype="0" fill="hold" grpId="1" nodeType="withEffect">
                                  <p:stCondLst>
                                    <p:cond delay="0"/>
                                  </p:stCondLst>
                                  <p:childTnLst>
                                    <p:animEffect transition="out" filter="fade">
                                      <p:cBhvr>
                                        <p:cTn id="89" dur="300"/>
                                        <p:tgtEl>
                                          <p:spTgt spid="116"/>
                                        </p:tgtEl>
                                      </p:cBhvr>
                                    </p:animEffect>
                                    <p:set>
                                      <p:cBhvr>
                                        <p:cTn id="90" dur="1" fill="hold">
                                          <p:stCondLst>
                                            <p:cond delay="299"/>
                                          </p:stCondLst>
                                        </p:cTn>
                                        <p:tgtEl>
                                          <p:spTgt spid="116"/>
                                        </p:tgtEl>
                                        <p:attrNameLst>
                                          <p:attrName>style.visibility</p:attrName>
                                        </p:attrNameLst>
                                      </p:cBhvr>
                                      <p:to>
                                        <p:strVal val="hidden"/>
                                      </p:to>
                                    </p:set>
                                  </p:childTnLst>
                                </p:cTn>
                              </p:par>
                              <p:par>
                                <p:cTn id="91" presetID="10" presetClass="exit" presetSubtype="0" fill="hold" grpId="1" nodeType="withEffect">
                                  <p:stCondLst>
                                    <p:cond delay="0"/>
                                  </p:stCondLst>
                                  <p:childTnLst>
                                    <p:animEffect transition="out" filter="fade">
                                      <p:cBhvr>
                                        <p:cTn id="92" dur="300"/>
                                        <p:tgtEl>
                                          <p:spTgt spid="117"/>
                                        </p:tgtEl>
                                      </p:cBhvr>
                                    </p:animEffect>
                                    <p:set>
                                      <p:cBhvr>
                                        <p:cTn id="93" dur="1" fill="hold">
                                          <p:stCondLst>
                                            <p:cond delay="299"/>
                                          </p:stCondLst>
                                        </p:cTn>
                                        <p:tgtEl>
                                          <p:spTgt spid="117"/>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300"/>
                                        <p:tgtEl>
                                          <p:spTgt spid="118"/>
                                        </p:tgtEl>
                                      </p:cBhvr>
                                    </p:animEffect>
                                    <p:set>
                                      <p:cBhvr>
                                        <p:cTn id="96" dur="1" fill="hold">
                                          <p:stCondLst>
                                            <p:cond delay="299"/>
                                          </p:stCondLst>
                                        </p:cTn>
                                        <p:tgtEl>
                                          <p:spTgt spid="118"/>
                                        </p:tgtEl>
                                        <p:attrNameLst>
                                          <p:attrName>style.visibility</p:attrName>
                                        </p:attrNameLst>
                                      </p:cBhvr>
                                      <p:to>
                                        <p:strVal val="hidden"/>
                                      </p:to>
                                    </p:set>
                                  </p:childTnLst>
                                </p:cTn>
                              </p:par>
                              <p:par>
                                <p:cTn id="97" presetID="10" presetClass="exit" presetSubtype="0" fill="hold" grpId="1" nodeType="withEffect">
                                  <p:stCondLst>
                                    <p:cond delay="0"/>
                                  </p:stCondLst>
                                  <p:childTnLst>
                                    <p:animEffect transition="out" filter="fade">
                                      <p:cBhvr>
                                        <p:cTn id="98" dur="300"/>
                                        <p:tgtEl>
                                          <p:spTgt spid="119"/>
                                        </p:tgtEl>
                                      </p:cBhvr>
                                    </p:animEffect>
                                    <p:set>
                                      <p:cBhvr>
                                        <p:cTn id="99" dur="1" fill="hold">
                                          <p:stCondLst>
                                            <p:cond delay="299"/>
                                          </p:stCondLst>
                                        </p:cTn>
                                        <p:tgtEl>
                                          <p:spTgt spid="119"/>
                                        </p:tgtEl>
                                        <p:attrNameLst>
                                          <p:attrName>style.visibility</p:attrName>
                                        </p:attrNameLst>
                                      </p:cBhvr>
                                      <p:to>
                                        <p:strVal val="hidden"/>
                                      </p:to>
                                    </p:set>
                                  </p:childTnLst>
                                </p:cTn>
                              </p:par>
                              <p:par>
                                <p:cTn id="100" presetID="10" presetClass="exit" presetSubtype="0" fill="hold" grpId="1" nodeType="withEffect">
                                  <p:stCondLst>
                                    <p:cond delay="0"/>
                                  </p:stCondLst>
                                  <p:childTnLst>
                                    <p:animEffect transition="out" filter="fade">
                                      <p:cBhvr>
                                        <p:cTn id="101" dur="300"/>
                                        <p:tgtEl>
                                          <p:spTgt spid="120"/>
                                        </p:tgtEl>
                                      </p:cBhvr>
                                    </p:animEffect>
                                    <p:set>
                                      <p:cBhvr>
                                        <p:cTn id="102" dur="1" fill="hold">
                                          <p:stCondLst>
                                            <p:cond delay="299"/>
                                          </p:stCondLst>
                                        </p:cTn>
                                        <p:tgtEl>
                                          <p:spTgt spid="120"/>
                                        </p:tgtEl>
                                        <p:attrNameLst>
                                          <p:attrName>style.visibility</p:attrName>
                                        </p:attrNameLst>
                                      </p:cBhvr>
                                      <p:to>
                                        <p:strVal val="hidden"/>
                                      </p:to>
                                    </p:set>
                                  </p:childTnLst>
                                </p:cTn>
                              </p:par>
                              <p:par>
                                <p:cTn id="103" presetID="53" presetClass="entr" presetSubtype="16" fill="hold" nodeType="withEffect">
                                  <p:stCondLst>
                                    <p:cond delay="250"/>
                                  </p:stCondLst>
                                  <p:childTnLst>
                                    <p:set>
                                      <p:cBhvr>
                                        <p:cTn id="104" dur="1" fill="hold">
                                          <p:stCondLst>
                                            <p:cond delay="0"/>
                                          </p:stCondLst>
                                        </p:cTn>
                                        <p:tgtEl>
                                          <p:spTgt spid="13"/>
                                        </p:tgtEl>
                                        <p:attrNameLst>
                                          <p:attrName>style.visibility</p:attrName>
                                        </p:attrNameLst>
                                      </p:cBhvr>
                                      <p:to>
                                        <p:strVal val="visible"/>
                                      </p:to>
                                    </p:set>
                                    <p:anim calcmode="lin" valueType="num">
                                      <p:cBhvr>
                                        <p:cTn id="105" dur="750" fill="hold"/>
                                        <p:tgtEl>
                                          <p:spTgt spid="13"/>
                                        </p:tgtEl>
                                        <p:attrNameLst>
                                          <p:attrName>ppt_w</p:attrName>
                                        </p:attrNameLst>
                                      </p:cBhvr>
                                      <p:tavLst>
                                        <p:tav tm="0">
                                          <p:val>
                                            <p:fltVal val="0"/>
                                          </p:val>
                                        </p:tav>
                                        <p:tav tm="100000">
                                          <p:val>
                                            <p:strVal val="#ppt_w"/>
                                          </p:val>
                                        </p:tav>
                                      </p:tavLst>
                                    </p:anim>
                                    <p:anim calcmode="lin" valueType="num">
                                      <p:cBhvr>
                                        <p:cTn id="106" dur="750" fill="hold"/>
                                        <p:tgtEl>
                                          <p:spTgt spid="13"/>
                                        </p:tgtEl>
                                        <p:attrNameLst>
                                          <p:attrName>ppt_h</p:attrName>
                                        </p:attrNameLst>
                                      </p:cBhvr>
                                      <p:tavLst>
                                        <p:tav tm="0">
                                          <p:val>
                                            <p:fltVal val="0"/>
                                          </p:val>
                                        </p:tav>
                                        <p:tav tm="100000">
                                          <p:val>
                                            <p:strVal val="#ppt_h"/>
                                          </p:val>
                                        </p:tav>
                                      </p:tavLst>
                                    </p:anim>
                                    <p:animEffect transition="in" filter="fade">
                                      <p:cBhvr>
                                        <p:cTn id="107" dur="750"/>
                                        <p:tgtEl>
                                          <p:spTgt spid="13"/>
                                        </p:tgtEl>
                                      </p:cBhvr>
                                    </p:animEffect>
                                  </p:childTnLst>
                                </p:cTn>
                              </p:par>
                              <p:par>
                                <p:cTn id="108" presetID="53" presetClass="entr" presetSubtype="16" fill="hold" grpId="0" nodeType="withEffect">
                                  <p:stCondLst>
                                    <p:cond delay="250"/>
                                  </p:stCondLst>
                                  <p:childTnLst>
                                    <p:set>
                                      <p:cBhvr>
                                        <p:cTn id="109" dur="1" fill="hold">
                                          <p:stCondLst>
                                            <p:cond delay="0"/>
                                          </p:stCondLst>
                                        </p:cTn>
                                        <p:tgtEl>
                                          <p:spTgt spid="14"/>
                                        </p:tgtEl>
                                        <p:attrNameLst>
                                          <p:attrName>style.visibility</p:attrName>
                                        </p:attrNameLst>
                                      </p:cBhvr>
                                      <p:to>
                                        <p:strVal val="visible"/>
                                      </p:to>
                                    </p:set>
                                    <p:anim calcmode="lin" valueType="num">
                                      <p:cBhvr>
                                        <p:cTn id="110" dur="750" fill="hold"/>
                                        <p:tgtEl>
                                          <p:spTgt spid="14"/>
                                        </p:tgtEl>
                                        <p:attrNameLst>
                                          <p:attrName>ppt_w</p:attrName>
                                        </p:attrNameLst>
                                      </p:cBhvr>
                                      <p:tavLst>
                                        <p:tav tm="0">
                                          <p:val>
                                            <p:fltVal val="0"/>
                                          </p:val>
                                        </p:tav>
                                        <p:tav tm="100000">
                                          <p:val>
                                            <p:strVal val="#ppt_w"/>
                                          </p:val>
                                        </p:tav>
                                      </p:tavLst>
                                    </p:anim>
                                    <p:anim calcmode="lin" valueType="num">
                                      <p:cBhvr>
                                        <p:cTn id="111" dur="750" fill="hold"/>
                                        <p:tgtEl>
                                          <p:spTgt spid="14"/>
                                        </p:tgtEl>
                                        <p:attrNameLst>
                                          <p:attrName>ppt_h</p:attrName>
                                        </p:attrNameLst>
                                      </p:cBhvr>
                                      <p:tavLst>
                                        <p:tav tm="0">
                                          <p:val>
                                            <p:fltVal val="0"/>
                                          </p:val>
                                        </p:tav>
                                        <p:tav tm="100000">
                                          <p:val>
                                            <p:strVal val="#ppt_h"/>
                                          </p:val>
                                        </p:tav>
                                      </p:tavLst>
                                    </p:anim>
                                    <p:animEffect transition="in" filter="fade">
                                      <p:cBhvr>
                                        <p:cTn id="112" dur="750"/>
                                        <p:tgtEl>
                                          <p:spTgt spid="14"/>
                                        </p:tgtEl>
                                      </p:cBhvr>
                                    </p:animEffect>
                                  </p:childTnLst>
                                </p:cTn>
                              </p:par>
                              <p:par>
                                <p:cTn id="113" presetID="53" presetClass="entr" presetSubtype="16" fill="hold" grpId="0" nodeType="withEffect">
                                  <p:stCondLst>
                                    <p:cond delay="250"/>
                                  </p:stCondLst>
                                  <p:childTnLst>
                                    <p:set>
                                      <p:cBhvr>
                                        <p:cTn id="114" dur="1" fill="hold">
                                          <p:stCondLst>
                                            <p:cond delay="0"/>
                                          </p:stCondLst>
                                        </p:cTn>
                                        <p:tgtEl>
                                          <p:spTgt spid="15"/>
                                        </p:tgtEl>
                                        <p:attrNameLst>
                                          <p:attrName>style.visibility</p:attrName>
                                        </p:attrNameLst>
                                      </p:cBhvr>
                                      <p:to>
                                        <p:strVal val="visible"/>
                                      </p:to>
                                    </p:set>
                                    <p:anim calcmode="lin" valueType="num">
                                      <p:cBhvr>
                                        <p:cTn id="115" dur="750" fill="hold"/>
                                        <p:tgtEl>
                                          <p:spTgt spid="15"/>
                                        </p:tgtEl>
                                        <p:attrNameLst>
                                          <p:attrName>ppt_w</p:attrName>
                                        </p:attrNameLst>
                                      </p:cBhvr>
                                      <p:tavLst>
                                        <p:tav tm="0">
                                          <p:val>
                                            <p:fltVal val="0"/>
                                          </p:val>
                                        </p:tav>
                                        <p:tav tm="100000">
                                          <p:val>
                                            <p:strVal val="#ppt_w"/>
                                          </p:val>
                                        </p:tav>
                                      </p:tavLst>
                                    </p:anim>
                                    <p:anim calcmode="lin" valueType="num">
                                      <p:cBhvr>
                                        <p:cTn id="116" dur="750" fill="hold"/>
                                        <p:tgtEl>
                                          <p:spTgt spid="15"/>
                                        </p:tgtEl>
                                        <p:attrNameLst>
                                          <p:attrName>ppt_h</p:attrName>
                                        </p:attrNameLst>
                                      </p:cBhvr>
                                      <p:tavLst>
                                        <p:tav tm="0">
                                          <p:val>
                                            <p:fltVal val="0"/>
                                          </p:val>
                                        </p:tav>
                                        <p:tav tm="100000">
                                          <p:val>
                                            <p:strVal val="#ppt_h"/>
                                          </p:val>
                                        </p:tav>
                                      </p:tavLst>
                                    </p:anim>
                                    <p:animEffect transition="in" filter="fade">
                                      <p:cBhvr>
                                        <p:cTn id="117" dur="750"/>
                                        <p:tgtEl>
                                          <p:spTgt spid="15"/>
                                        </p:tgtEl>
                                      </p:cBhvr>
                                    </p:animEffect>
                                  </p:childTnLst>
                                </p:cTn>
                              </p:par>
                              <p:par>
                                <p:cTn id="118" presetID="53" presetClass="entr" presetSubtype="16" fill="hold" grpId="0" nodeType="withEffect">
                                  <p:stCondLst>
                                    <p:cond delay="250"/>
                                  </p:stCondLst>
                                  <p:childTnLst>
                                    <p:set>
                                      <p:cBhvr>
                                        <p:cTn id="119" dur="1" fill="hold">
                                          <p:stCondLst>
                                            <p:cond delay="0"/>
                                          </p:stCondLst>
                                        </p:cTn>
                                        <p:tgtEl>
                                          <p:spTgt spid="16"/>
                                        </p:tgtEl>
                                        <p:attrNameLst>
                                          <p:attrName>style.visibility</p:attrName>
                                        </p:attrNameLst>
                                      </p:cBhvr>
                                      <p:to>
                                        <p:strVal val="visible"/>
                                      </p:to>
                                    </p:set>
                                    <p:anim calcmode="lin" valueType="num">
                                      <p:cBhvr>
                                        <p:cTn id="120" dur="750" fill="hold"/>
                                        <p:tgtEl>
                                          <p:spTgt spid="16"/>
                                        </p:tgtEl>
                                        <p:attrNameLst>
                                          <p:attrName>ppt_w</p:attrName>
                                        </p:attrNameLst>
                                      </p:cBhvr>
                                      <p:tavLst>
                                        <p:tav tm="0">
                                          <p:val>
                                            <p:fltVal val="0"/>
                                          </p:val>
                                        </p:tav>
                                        <p:tav tm="100000">
                                          <p:val>
                                            <p:strVal val="#ppt_w"/>
                                          </p:val>
                                        </p:tav>
                                      </p:tavLst>
                                    </p:anim>
                                    <p:anim calcmode="lin" valueType="num">
                                      <p:cBhvr>
                                        <p:cTn id="121" dur="750" fill="hold"/>
                                        <p:tgtEl>
                                          <p:spTgt spid="16"/>
                                        </p:tgtEl>
                                        <p:attrNameLst>
                                          <p:attrName>ppt_h</p:attrName>
                                        </p:attrNameLst>
                                      </p:cBhvr>
                                      <p:tavLst>
                                        <p:tav tm="0">
                                          <p:val>
                                            <p:fltVal val="0"/>
                                          </p:val>
                                        </p:tav>
                                        <p:tav tm="100000">
                                          <p:val>
                                            <p:strVal val="#ppt_h"/>
                                          </p:val>
                                        </p:tav>
                                      </p:tavLst>
                                    </p:anim>
                                    <p:animEffect transition="in" filter="fade">
                                      <p:cBhvr>
                                        <p:cTn id="122" dur="750"/>
                                        <p:tgtEl>
                                          <p:spTgt spid="16"/>
                                        </p:tgtEl>
                                      </p:cBhvr>
                                    </p:animEffect>
                                  </p:childTnLst>
                                </p:cTn>
                              </p:par>
                              <p:par>
                                <p:cTn id="123" presetID="53" presetClass="entr" presetSubtype="16" fill="hold" grpId="0" nodeType="withEffect">
                                  <p:stCondLst>
                                    <p:cond delay="250"/>
                                  </p:stCondLst>
                                  <p:childTnLst>
                                    <p:set>
                                      <p:cBhvr>
                                        <p:cTn id="124" dur="1" fill="hold">
                                          <p:stCondLst>
                                            <p:cond delay="0"/>
                                          </p:stCondLst>
                                        </p:cTn>
                                        <p:tgtEl>
                                          <p:spTgt spid="17"/>
                                        </p:tgtEl>
                                        <p:attrNameLst>
                                          <p:attrName>style.visibility</p:attrName>
                                        </p:attrNameLst>
                                      </p:cBhvr>
                                      <p:to>
                                        <p:strVal val="visible"/>
                                      </p:to>
                                    </p:set>
                                    <p:anim calcmode="lin" valueType="num">
                                      <p:cBhvr>
                                        <p:cTn id="125" dur="750" fill="hold"/>
                                        <p:tgtEl>
                                          <p:spTgt spid="17"/>
                                        </p:tgtEl>
                                        <p:attrNameLst>
                                          <p:attrName>ppt_w</p:attrName>
                                        </p:attrNameLst>
                                      </p:cBhvr>
                                      <p:tavLst>
                                        <p:tav tm="0">
                                          <p:val>
                                            <p:fltVal val="0"/>
                                          </p:val>
                                        </p:tav>
                                        <p:tav tm="100000">
                                          <p:val>
                                            <p:strVal val="#ppt_w"/>
                                          </p:val>
                                        </p:tav>
                                      </p:tavLst>
                                    </p:anim>
                                    <p:anim calcmode="lin" valueType="num">
                                      <p:cBhvr>
                                        <p:cTn id="126" dur="750" fill="hold"/>
                                        <p:tgtEl>
                                          <p:spTgt spid="17"/>
                                        </p:tgtEl>
                                        <p:attrNameLst>
                                          <p:attrName>ppt_h</p:attrName>
                                        </p:attrNameLst>
                                      </p:cBhvr>
                                      <p:tavLst>
                                        <p:tav tm="0">
                                          <p:val>
                                            <p:fltVal val="0"/>
                                          </p:val>
                                        </p:tav>
                                        <p:tav tm="100000">
                                          <p:val>
                                            <p:strVal val="#ppt_h"/>
                                          </p:val>
                                        </p:tav>
                                      </p:tavLst>
                                    </p:anim>
                                    <p:animEffect transition="in" filter="fade">
                                      <p:cBhvr>
                                        <p:cTn id="127" dur="750"/>
                                        <p:tgtEl>
                                          <p:spTgt spid="17"/>
                                        </p:tgtEl>
                                      </p:cBhvr>
                                    </p:animEffect>
                                  </p:childTnLst>
                                </p:cTn>
                              </p:par>
                              <p:par>
                                <p:cTn id="128" presetID="53" presetClass="entr" presetSubtype="16" fill="hold" grpId="0" nodeType="withEffect">
                                  <p:stCondLst>
                                    <p:cond delay="250"/>
                                  </p:stCondLst>
                                  <p:childTnLst>
                                    <p:set>
                                      <p:cBhvr>
                                        <p:cTn id="129" dur="1" fill="hold">
                                          <p:stCondLst>
                                            <p:cond delay="0"/>
                                          </p:stCondLst>
                                        </p:cTn>
                                        <p:tgtEl>
                                          <p:spTgt spid="18"/>
                                        </p:tgtEl>
                                        <p:attrNameLst>
                                          <p:attrName>style.visibility</p:attrName>
                                        </p:attrNameLst>
                                      </p:cBhvr>
                                      <p:to>
                                        <p:strVal val="visible"/>
                                      </p:to>
                                    </p:set>
                                    <p:anim calcmode="lin" valueType="num">
                                      <p:cBhvr>
                                        <p:cTn id="130" dur="750" fill="hold"/>
                                        <p:tgtEl>
                                          <p:spTgt spid="18"/>
                                        </p:tgtEl>
                                        <p:attrNameLst>
                                          <p:attrName>ppt_w</p:attrName>
                                        </p:attrNameLst>
                                      </p:cBhvr>
                                      <p:tavLst>
                                        <p:tav tm="0">
                                          <p:val>
                                            <p:fltVal val="0"/>
                                          </p:val>
                                        </p:tav>
                                        <p:tav tm="100000">
                                          <p:val>
                                            <p:strVal val="#ppt_w"/>
                                          </p:val>
                                        </p:tav>
                                      </p:tavLst>
                                    </p:anim>
                                    <p:anim calcmode="lin" valueType="num">
                                      <p:cBhvr>
                                        <p:cTn id="131" dur="750" fill="hold"/>
                                        <p:tgtEl>
                                          <p:spTgt spid="18"/>
                                        </p:tgtEl>
                                        <p:attrNameLst>
                                          <p:attrName>ppt_h</p:attrName>
                                        </p:attrNameLst>
                                      </p:cBhvr>
                                      <p:tavLst>
                                        <p:tav tm="0">
                                          <p:val>
                                            <p:fltVal val="0"/>
                                          </p:val>
                                        </p:tav>
                                        <p:tav tm="100000">
                                          <p:val>
                                            <p:strVal val="#ppt_h"/>
                                          </p:val>
                                        </p:tav>
                                      </p:tavLst>
                                    </p:anim>
                                    <p:animEffect transition="in" filter="fade">
                                      <p:cBhvr>
                                        <p:cTn id="132" dur="750"/>
                                        <p:tgtEl>
                                          <p:spTgt spid="18"/>
                                        </p:tgtEl>
                                      </p:cBhvr>
                                    </p:animEffect>
                                  </p:childTnLst>
                                </p:cTn>
                              </p:par>
                              <p:par>
                                <p:cTn id="133" presetID="53" presetClass="entr" presetSubtype="16" fill="hold" grpId="0" nodeType="withEffect">
                                  <p:stCondLst>
                                    <p:cond delay="250"/>
                                  </p:stCondLst>
                                  <p:childTnLst>
                                    <p:set>
                                      <p:cBhvr>
                                        <p:cTn id="134" dur="1" fill="hold">
                                          <p:stCondLst>
                                            <p:cond delay="0"/>
                                          </p:stCondLst>
                                        </p:cTn>
                                        <p:tgtEl>
                                          <p:spTgt spid="19"/>
                                        </p:tgtEl>
                                        <p:attrNameLst>
                                          <p:attrName>style.visibility</p:attrName>
                                        </p:attrNameLst>
                                      </p:cBhvr>
                                      <p:to>
                                        <p:strVal val="visible"/>
                                      </p:to>
                                    </p:set>
                                    <p:anim calcmode="lin" valueType="num">
                                      <p:cBhvr>
                                        <p:cTn id="135" dur="750" fill="hold"/>
                                        <p:tgtEl>
                                          <p:spTgt spid="19"/>
                                        </p:tgtEl>
                                        <p:attrNameLst>
                                          <p:attrName>ppt_w</p:attrName>
                                        </p:attrNameLst>
                                      </p:cBhvr>
                                      <p:tavLst>
                                        <p:tav tm="0">
                                          <p:val>
                                            <p:fltVal val="0"/>
                                          </p:val>
                                        </p:tav>
                                        <p:tav tm="100000">
                                          <p:val>
                                            <p:strVal val="#ppt_w"/>
                                          </p:val>
                                        </p:tav>
                                      </p:tavLst>
                                    </p:anim>
                                    <p:anim calcmode="lin" valueType="num">
                                      <p:cBhvr>
                                        <p:cTn id="136" dur="750" fill="hold"/>
                                        <p:tgtEl>
                                          <p:spTgt spid="19"/>
                                        </p:tgtEl>
                                        <p:attrNameLst>
                                          <p:attrName>ppt_h</p:attrName>
                                        </p:attrNameLst>
                                      </p:cBhvr>
                                      <p:tavLst>
                                        <p:tav tm="0">
                                          <p:val>
                                            <p:fltVal val="0"/>
                                          </p:val>
                                        </p:tav>
                                        <p:tav tm="100000">
                                          <p:val>
                                            <p:strVal val="#ppt_h"/>
                                          </p:val>
                                        </p:tav>
                                      </p:tavLst>
                                    </p:anim>
                                    <p:animEffect transition="in" filter="fade">
                                      <p:cBhvr>
                                        <p:cTn id="137" dur="750"/>
                                        <p:tgtEl>
                                          <p:spTgt spid="19"/>
                                        </p:tgtEl>
                                      </p:cBhvr>
                                    </p:animEffect>
                                  </p:childTnLst>
                                </p:cTn>
                              </p:par>
                              <p:par>
                                <p:cTn id="138" presetID="53" presetClass="entr" presetSubtype="16" fill="hold" grpId="0" nodeType="withEffect">
                                  <p:stCondLst>
                                    <p:cond delay="250"/>
                                  </p:stCondLst>
                                  <p:childTnLst>
                                    <p:set>
                                      <p:cBhvr>
                                        <p:cTn id="139" dur="1" fill="hold">
                                          <p:stCondLst>
                                            <p:cond delay="0"/>
                                          </p:stCondLst>
                                        </p:cTn>
                                        <p:tgtEl>
                                          <p:spTgt spid="20"/>
                                        </p:tgtEl>
                                        <p:attrNameLst>
                                          <p:attrName>style.visibility</p:attrName>
                                        </p:attrNameLst>
                                      </p:cBhvr>
                                      <p:to>
                                        <p:strVal val="visible"/>
                                      </p:to>
                                    </p:set>
                                    <p:anim calcmode="lin" valueType="num">
                                      <p:cBhvr>
                                        <p:cTn id="140" dur="750" fill="hold"/>
                                        <p:tgtEl>
                                          <p:spTgt spid="20"/>
                                        </p:tgtEl>
                                        <p:attrNameLst>
                                          <p:attrName>ppt_w</p:attrName>
                                        </p:attrNameLst>
                                      </p:cBhvr>
                                      <p:tavLst>
                                        <p:tav tm="0">
                                          <p:val>
                                            <p:fltVal val="0"/>
                                          </p:val>
                                        </p:tav>
                                        <p:tav tm="100000">
                                          <p:val>
                                            <p:strVal val="#ppt_w"/>
                                          </p:val>
                                        </p:tav>
                                      </p:tavLst>
                                    </p:anim>
                                    <p:anim calcmode="lin" valueType="num">
                                      <p:cBhvr>
                                        <p:cTn id="141" dur="750" fill="hold"/>
                                        <p:tgtEl>
                                          <p:spTgt spid="20"/>
                                        </p:tgtEl>
                                        <p:attrNameLst>
                                          <p:attrName>ppt_h</p:attrName>
                                        </p:attrNameLst>
                                      </p:cBhvr>
                                      <p:tavLst>
                                        <p:tav tm="0">
                                          <p:val>
                                            <p:fltVal val="0"/>
                                          </p:val>
                                        </p:tav>
                                        <p:tav tm="100000">
                                          <p:val>
                                            <p:strVal val="#ppt_h"/>
                                          </p:val>
                                        </p:tav>
                                      </p:tavLst>
                                    </p:anim>
                                    <p:animEffect transition="in" filter="fade">
                                      <p:cBhvr>
                                        <p:cTn id="142" dur="750"/>
                                        <p:tgtEl>
                                          <p:spTgt spid="20"/>
                                        </p:tgtEl>
                                      </p:cBhvr>
                                    </p:animEffect>
                                  </p:childTnLst>
                                </p:cTn>
                              </p:par>
                              <p:par>
                                <p:cTn id="143" presetID="53" presetClass="entr" presetSubtype="16" fill="hold" grpId="0" nodeType="withEffect">
                                  <p:stCondLst>
                                    <p:cond delay="250"/>
                                  </p:stCondLst>
                                  <p:childTnLst>
                                    <p:set>
                                      <p:cBhvr>
                                        <p:cTn id="144" dur="1" fill="hold">
                                          <p:stCondLst>
                                            <p:cond delay="0"/>
                                          </p:stCondLst>
                                        </p:cTn>
                                        <p:tgtEl>
                                          <p:spTgt spid="21"/>
                                        </p:tgtEl>
                                        <p:attrNameLst>
                                          <p:attrName>style.visibility</p:attrName>
                                        </p:attrNameLst>
                                      </p:cBhvr>
                                      <p:to>
                                        <p:strVal val="visible"/>
                                      </p:to>
                                    </p:set>
                                    <p:anim calcmode="lin" valueType="num">
                                      <p:cBhvr>
                                        <p:cTn id="145" dur="750" fill="hold"/>
                                        <p:tgtEl>
                                          <p:spTgt spid="21"/>
                                        </p:tgtEl>
                                        <p:attrNameLst>
                                          <p:attrName>ppt_w</p:attrName>
                                        </p:attrNameLst>
                                      </p:cBhvr>
                                      <p:tavLst>
                                        <p:tav tm="0">
                                          <p:val>
                                            <p:fltVal val="0"/>
                                          </p:val>
                                        </p:tav>
                                        <p:tav tm="100000">
                                          <p:val>
                                            <p:strVal val="#ppt_w"/>
                                          </p:val>
                                        </p:tav>
                                      </p:tavLst>
                                    </p:anim>
                                    <p:anim calcmode="lin" valueType="num">
                                      <p:cBhvr>
                                        <p:cTn id="146" dur="750" fill="hold"/>
                                        <p:tgtEl>
                                          <p:spTgt spid="21"/>
                                        </p:tgtEl>
                                        <p:attrNameLst>
                                          <p:attrName>ppt_h</p:attrName>
                                        </p:attrNameLst>
                                      </p:cBhvr>
                                      <p:tavLst>
                                        <p:tav tm="0">
                                          <p:val>
                                            <p:fltVal val="0"/>
                                          </p:val>
                                        </p:tav>
                                        <p:tav tm="100000">
                                          <p:val>
                                            <p:strVal val="#ppt_h"/>
                                          </p:val>
                                        </p:tav>
                                      </p:tavLst>
                                    </p:anim>
                                    <p:animEffect transition="in" filter="fade">
                                      <p:cBhvr>
                                        <p:cTn id="147" dur="750"/>
                                        <p:tgtEl>
                                          <p:spTgt spid="21"/>
                                        </p:tgtEl>
                                      </p:cBhvr>
                                    </p:animEffect>
                                  </p:childTnLst>
                                </p:cTn>
                              </p:par>
                              <p:par>
                                <p:cTn id="148" presetID="53" presetClass="entr" presetSubtype="16" fill="hold" grpId="0" nodeType="withEffect">
                                  <p:stCondLst>
                                    <p:cond delay="250"/>
                                  </p:stCondLst>
                                  <p:childTnLst>
                                    <p:set>
                                      <p:cBhvr>
                                        <p:cTn id="149" dur="1" fill="hold">
                                          <p:stCondLst>
                                            <p:cond delay="0"/>
                                          </p:stCondLst>
                                        </p:cTn>
                                        <p:tgtEl>
                                          <p:spTgt spid="22"/>
                                        </p:tgtEl>
                                        <p:attrNameLst>
                                          <p:attrName>style.visibility</p:attrName>
                                        </p:attrNameLst>
                                      </p:cBhvr>
                                      <p:to>
                                        <p:strVal val="visible"/>
                                      </p:to>
                                    </p:set>
                                    <p:anim calcmode="lin" valueType="num">
                                      <p:cBhvr>
                                        <p:cTn id="150" dur="750" fill="hold"/>
                                        <p:tgtEl>
                                          <p:spTgt spid="22"/>
                                        </p:tgtEl>
                                        <p:attrNameLst>
                                          <p:attrName>ppt_w</p:attrName>
                                        </p:attrNameLst>
                                      </p:cBhvr>
                                      <p:tavLst>
                                        <p:tav tm="0">
                                          <p:val>
                                            <p:fltVal val="0"/>
                                          </p:val>
                                        </p:tav>
                                        <p:tav tm="100000">
                                          <p:val>
                                            <p:strVal val="#ppt_w"/>
                                          </p:val>
                                        </p:tav>
                                      </p:tavLst>
                                    </p:anim>
                                    <p:anim calcmode="lin" valueType="num">
                                      <p:cBhvr>
                                        <p:cTn id="151" dur="750" fill="hold"/>
                                        <p:tgtEl>
                                          <p:spTgt spid="22"/>
                                        </p:tgtEl>
                                        <p:attrNameLst>
                                          <p:attrName>ppt_h</p:attrName>
                                        </p:attrNameLst>
                                      </p:cBhvr>
                                      <p:tavLst>
                                        <p:tav tm="0">
                                          <p:val>
                                            <p:fltVal val="0"/>
                                          </p:val>
                                        </p:tav>
                                        <p:tav tm="100000">
                                          <p:val>
                                            <p:strVal val="#ppt_h"/>
                                          </p:val>
                                        </p:tav>
                                      </p:tavLst>
                                    </p:anim>
                                    <p:animEffect transition="in" filter="fade">
                                      <p:cBhvr>
                                        <p:cTn id="152" dur="750"/>
                                        <p:tgtEl>
                                          <p:spTgt spid="22"/>
                                        </p:tgtEl>
                                      </p:cBhvr>
                                    </p:animEffect>
                                  </p:childTnLst>
                                </p:cTn>
                              </p:par>
                              <p:par>
                                <p:cTn id="153" presetID="53" presetClass="entr" presetSubtype="16" fill="hold" grpId="0" nodeType="withEffect">
                                  <p:stCondLst>
                                    <p:cond delay="250"/>
                                  </p:stCondLst>
                                  <p:childTnLst>
                                    <p:set>
                                      <p:cBhvr>
                                        <p:cTn id="154" dur="1" fill="hold">
                                          <p:stCondLst>
                                            <p:cond delay="0"/>
                                          </p:stCondLst>
                                        </p:cTn>
                                        <p:tgtEl>
                                          <p:spTgt spid="23"/>
                                        </p:tgtEl>
                                        <p:attrNameLst>
                                          <p:attrName>style.visibility</p:attrName>
                                        </p:attrNameLst>
                                      </p:cBhvr>
                                      <p:to>
                                        <p:strVal val="visible"/>
                                      </p:to>
                                    </p:set>
                                    <p:anim calcmode="lin" valueType="num">
                                      <p:cBhvr>
                                        <p:cTn id="155" dur="750" fill="hold"/>
                                        <p:tgtEl>
                                          <p:spTgt spid="23"/>
                                        </p:tgtEl>
                                        <p:attrNameLst>
                                          <p:attrName>ppt_w</p:attrName>
                                        </p:attrNameLst>
                                      </p:cBhvr>
                                      <p:tavLst>
                                        <p:tav tm="0">
                                          <p:val>
                                            <p:fltVal val="0"/>
                                          </p:val>
                                        </p:tav>
                                        <p:tav tm="100000">
                                          <p:val>
                                            <p:strVal val="#ppt_w"/>
                                          </p:val>
                                        </p:tav>
                                      </p:tavLst>
                                    </p:anim>
                                    <p:anim calcmode="lin" valueType="num">
                                      <p:cBhvr>
                                        <p:cTn id="156" dur="750" fill="hold"/>
                                        <p:tgtEl>
                                          <p:spTgt spid="23"/>
                                        </p:tgtEl>
                                        <p:attrNameLst>
                                          <p:attrName>ppt_h</p:attrName>
                                        </p:attrNameLst>
                                      </p:cBhvr>
                                      <p:tavLst>
                                        <p:tav tm="0">
                                          <p:val>
                                            <p:fltVal val="0"/>
                                          </p:val>
                                        </p:tav>
                                        <p:tav tm="100000">
                                          <p:val>
                                            <p:strVal val="#ppt_h"/>
                                          </p:val>
                                        </p:tav>
                                      </p:tavLst>
                                    </p:anim>
                                    <p:animEffect transition="in" filter="fade">
                                      <p:cBhvr>
                                        <p:cTn id="157" dur="750"/>
                                        <p:tgtEl>
                                          <p:spTgt spid="23"/>
                                        </p:tgtEl>
                                      </p:cBhvr>
                                    </p:animEffect>
                                  </p:childTnLst>
                                </p:cTn>
                              </p:par>
                              <p:par>
                                <p:cTn id="158" presetID="53" presetClass="entr" presetSubtype="16" fill="hold" grpId="0" nodeType="withEffect">
                                  <p:stCondLst>
                                    <p:cond delay="250"/>
                                  </p:stCondLst>
                                  <p:childTnLst>
                                    <p:set>
                                      <p:cBhvr>
                                        <p:cTn id="159" dur="1" fill="hold">
                                          <p:stCondLst>
                                            <p:cond delay="0"/>
                                          </p:stCondLst>
                                        </p:cTn>
                                        <p:tgtEl>
                                          <p:spTgt spid="24"/>
                                        </p:tgtEl>
                                        <p:attrNameLst>
                                          <p:attrName>style.visibility</p:attrName>
                                        </p:attrNameLst>
                                      </p:cBhvr>
                                      <p:to>
                                        <p:strVal val="visible"/>
                                      </p:to>
                                    </p:set>
                                    <p:anim calcmode="lin" valueType="num">
                                      <p:cBhvr>
                                        <p:cTn id="160" dur="750" fill="hold"/>
                                        <p:tgtEl>
                                          <p:spTgt spid="24"/>
                                        </p:tgtEl>
                                        <p:attrNameLst>
                                          <p:attrName>ppt_w</p:attrName>
                                        </p:attrNameLst>
                                      </p:cBhvr>
                                      <p:tavLst>
                                        <p:tav tm="0">
                                          <p:val>
                                            <p:fltVal val="0"/>
                                          </p:val>
                                        </p:tav>
                                        <p:tav tm="100000">
                                          <p:val>
                                            <p:strVal val="#ppt_w"/>
                                          </p:val>
                                        </p:tav>
                                      </p:tavLst>
                                    </p:anim>
                                    <p:anim calcmode="lin" valueType="num">
                                      <p:cBhvr>
                                        <p:cTn id="161" dur="750" fill="hold"/>
                                        <p:tgtEl>
                                          <p:spTgt spid="24"/>
                                        </p:tgtEl>
                                        <p:attrNameLst>
                                          <p:attrName>ppt_h</p:attrName>
                                        </p:attrNameLst>
                                      </p:cBhvr>
                                      <p:tavLst>
                                        <p:tav tm="0">
                                          <p:val>
                                            <p:fltVal val="0"/>
                                          </p:val>
                                        </p:tav>
                                        <p:tav tm="100000">
                                          <p:val>
                                            <p:strVal val="#ppt_h"/>
                                          </p:val>
                                        </p:tav>
                                      </p:tavLst>
                                    </p:anim>
                                    <p:animEffect transition="in" filter="fade">
                                      <p:cBhvr>
                                        <p:cTn id="162" dur="750"/>
                                        <p:tgtEl>
                                          <p:spTgt spid="24"/>
                                        </p:tgtEl>
                                      </p:cBhvr>
                                    </p:animEffect>
                                  </p:childTnLst>
                                </p:cTn>
                              </p:par>
                              <p:par>
                                <p:cTn id="163" presetID="53" presetClass="entr" presetSubtype="16" fill="hold" grpId="0" nodeType="withEffect">
                                  <p:stCondLst>
                                    <p:cond delay="250"/>
                                  </p:stCondLst>
                                  <p:childTnLst>
                                    <p:set>
                                      <p:cBhvr>
                                        <p:cTn id="164" dur="1" fill="hold">
                                          <p:stCondLst>
                                            <p:cond delay="0"/>
                                          </p:stCondLst>
                                        </p:cTn>
                                        <p:tgtEl>
                                          <p:spTgt spid="25"/>
                                        </p:tgtEl>
                                        <p:attrNameLst>
                                          <p:attrName>style.visibility</p:attrName>
                                        </p:attrNameLst>
                                      </p:cBhvr>
                                      <p:to>
                                        <p:strVal val="visible"/>
                                      </p:to>
                                    </p:set>
                                    <p:anim calcmode="lin" valueType="num">
                                      <p:cBhvr>
                                        <p:cTn id="165" dur="750" fill="hold"/>
                                        <p:tgtEl>
                                          <p:spTgt spid="25"/>
                                        </p:tgtEl>
                                        <p:attrNameLst>
                                          <p:attrName>ppt_w</p:attrName>
                                        </p:attrNameLst>
                                      </p:cBhvr>
                                      <p:tavLst>
                                        <p:tav tm="0">
                                          <p:val>
                                            <p:fltVal val="0"/>
                                          </p:val>
                                        </p:tav>
                                        <p:tav tm="100000">
                                          <p:val>
                                            <p:strVal val="#ppt_w"/>
                                          </p:val>
                                        </p:tav>
                                      </p:tavLst>
                                    </p:anim>
                                    <p:anim calcmode="lin" valueType="num">
                                      <p:cBhvr>
                                        <p:cTn id="166" dur="750" fill="hold"/>
                                        <p:tgtEl>
                                          <p:spTgt spid="25"/>
                                        </p:tgtEl>
                                        <p:attrNameLst>
                                          <p:attrName>ppt_h</p:attrName>
                                        </p:attrNameLst>
                                      </p:cBhvr>
                                      <p:tavLst>
                                        <p:tav tm="0">
                                          <p:val>
                                            <p:fltVal val="0"/>
                                          </p:val>
                                        </p:tav>
                                        <p:tav tm="100000">
                                          <p:val>
                                            <p:strVal val="#ppt_h"/>
                                          </p:val>
                                        </p:tav>
                                      </p:tavLst>
                                    </p:anim>
                                    <p:animEffect transition="in" filter="fade">
                                      <p:cBhvr>
                                        <p:cTn id="167" dur="750"/>
                                        <p:tgtEl>
                                          <p:spTgt spid="25"/>
                                        </p:tgtEl>
                                      </p:cBhvr>
                                    </p:animEffect>
                                  </p:childTnLst>
                                </p:cTn>
                              </p:par>
                              <p:par>
                                <p:cTn id="168" presetID="53" presetClass="entr" presetSubtype="16" fill="hold" grpId="0" nodeType="withEffect">
                                  <p:stCondLst>
                                    <p:cond delay="370"/>
                                  </p:stCondLst>
                                  <p:childTnLst>
                                    <p:set>
                                      <p:cBhvr>
                                        <p:cTn id="169" dur="1" fill="hold">
                                          <p:stCondLst>
                                            <p:cond delay="0"/>
                                          </p:stCondLst>
                                        </p:cTn>
                                        <p:tgtEl>
                                          <p:spTgt spid="69"/>
                                        </p:tgtEl>
                                        <p:attrNameLst>
                                          <p:attrName>style.visibility</p:attrName>
                                        </p:attrNameLst>
                                      </p:cBhvr>
                                      <p:to>
                                        <p:strVal val="visible"/>
                                      </p:to>
                                    </p:set>
                                    <p:anim calcmode="lin" valueType="num">
                                      <p:cBhvr>
                                        <p:cTn id="170" dur="750" fill="hold"/>
                                        <p:tgtEl>
                                          <p:spTgt spid="69"/>
                                        </p:tgtEl>
                                        <p:attrNameLst>
                                          <p:attrName>ppt_w</p:attrName>
                                        </p:attrNameLst>
                                      </p:cBhvr>
                                      <p:tavLst>
                                        <p:tav tm="0">
                                          <p:val>
                                            <p:fltVal val="0"/>
                                          </p:val>
                                        </p:tav>
                                        <p:tav tm="100000">
                                          <p:val>
                                            <p:strVal val="#ppt_w"/>
                                          </p:val>
                                        </p:tav>
                                      </p:tavLst>
                                    </p:anim>
                                    <p:anim calcmode="lin" valueType="num">
                                      <p:cBhvr>
                                        <p:cTn id="171" dur="750" fill="hold"/>
                                        <p:tgtEl>
                                          <p:spTgt spid="69"/>
                                        </p:tgtEl>
                                        <p:attrNameLst>
                                          <p:attrName>ppt_h</p:attrName>
                                        </p:attrNameLst>
                                      </p:cBhvr>
                                      <p:tavLst>
                                        <p:tav tm="0">
                                          <p:val>
                                            <p:fltVal val="0"/>
                                          </p:val>
                                        </p:tav>
                                        <p:tav tm="100000">
                                          <p:val>
                                            <p:strVal val="#ppt_h"/>
                                          </p:val>
                                        </p:tav>
                                      </p:tavLst>
                                    </p:anim>
                                    <p:animEffect transition="in" filter="fade">
                                      <p:cBhvr>
                                        <p:cTn id="172" dur="750"/>
                                        <p:tgtEl>
                                          <p:spTgt spid="69"/>
                                        </p:tgtEl>
                                      </p:cBhvr>
                                    </p:animEffect>
                                  </p:childTnLst>
                                </p:cTn>
                              </p:par>
                              <p:par>
                                <p:cTn id="173" presetID="53" presetClass="entr" presetSubtype="16" fill="hold" nodeType="withEffect">
                                  <p:stCondLst>
                                    <p:cond delay="370"/>
                                  </p:stCondLst>
                                  <p:childTnLst>
                                    <p:set>
                                      <p:cBhvr>
                                        <p:cTn id="174" dur="1" fill="hold">
                                          <p:stCondLst>
                                            <p:cond delay="0"/>
                                          </p:stCondLst>
                                        </p:cTn>
                                        <p:tgtEl>
                                          <p:spTgt spid="70"/>
                                        </p:tgtEl>
                                        <p:attrNameLst>
                                          <p:attrName>style.visibility</p:attrName>
                                        </p:attrNameLst>
                                      </p:cBhvr>
                                      <p:to>
                                        <p:strVal val="visible"/>
                                      </p:to>
                                    </p:set>
                                    <p:anim calcmode="lin" valueType="num">
                                      <p:cBhvr>
                                        <p:cTn id="175" dur="750" fill="hold"/>
                                        <p:tgtEl>
                                          <p:spTgt spid="70"/>
                                        </p:tgtEl>
                                        <p:attrNameLst>
                                          <p:attrName>ppt_w</p:attrName>
                                        </p:attrNameLst>
                                      </p:cBhvr>
                                      <p:tavLst>
                                        <p:tav tm="0">
                                          <p:val>
                                            <p:fltVal val="0"/>
                                          </p:val>
                                        </p:tav>
                                        <p:tav tm="100000">
                                          <p:val>
                                            <p:strVal val="#ppt_w"/>
                                          </p:val>
                                        </p:tav>
                                      </p:tavLst>
                                    </p:anim>
                                    <p:anim calcmode="lin" valueType="num">
                                      <p:cBhvr>
                                        <p:cTn id="176" dur="750" fill="hold"/>
                                        <p:tgtEl>
                                          <p:spTgt spid="70"/>
                                        </p:tgtEl>
                                        <p:attrNameLst>
                                          <p:attrName>ppt_h</p:attrName>
                                        </p:attrNameLst>
                                      </p:cBhvr>
                                      <p:tavLst>
                                        <p:tav tm="0">
                                          <p:val>
                                            <p:fltVal val="0"/>
                                          </p:val>
                                        </p:tav>
                                        <p:tav tm="100000">
                                          <p:val>
                                            <p:strVal val="#ppt_h"/>
                                          </p:val>
                                        </p:tav>
                                      </p:tavLst>
                                    </p:anim>
                                    <p:animEffect transition="in" filter="fade">
                                      <p:cBhvr>
                                        <p:cTn id="177" dur="750"/>
                                        <p:tgtEl>
                                          <p:spTgt spid="70"/>
                                        </p:tgtEl>
                                      </p:cBhvr>
                                    </p:animEffect>
                                  </p:childTnLst>
                                </p:cTn>
                              </p:par>
                              <p:par>
                                <p:cTn id="178" presetID="53" presetClass="entr" presetSubtype="16" fill="hold" grpId="0" nodeType="withEffect">
                                  <p:stCondLst>
                                    <p:cond delay="370"/>
                                  </p:stCondLst>
                                  <p:childTnLst>
                                    <p:set>
                                      <p:cBhvr>
                                        <p:cTn id="179" dur="1" fill="hold">
                                          <p:stCondLst>
                                            <p:cond delay="0"/>
                                          </p:stCondLst>
                                        </p:cTn>
                                        <p:tgtEl>
                                          <p:spTgt spid="71"/>
                                        </p:tgtEl>
                                        <p:attrNameLst>
                                          <p:attrName>style.visibility</p:attrName>
                                        </p:attrNameLst>
                                      </p:cBhvr>
                                      <p:to>
                                        <p:strVal val="visible"/>
                                      </p:to>
                                    </p:set>
                                    <p:anim calcmode="lin" valueType="num">
                                      <p:cBhvr>
                                        <p:cTn id="180" dur="750" fill="hold"/>
                                        <p:tgtEl>
                                          <p:spTgt spid="71"/>
                                        </p:tgtEl>
                                        <p:attrNameLst>
                                          <p:attrName>ppt_w</p:attrName>
                                        </p:attrNameLst>
                                      </p:cBhvr>
                                      <p:tavLst>
                                        <p:tav tm="0">
                                          <p:val>
                                            <p:fltVal val="0"/>
                                          </p:val>
                                        </p:tav>
                                        <p:tav tm="100000">
                                          <p:val>
                                            <p:strVal val="#ppt_w"/>
                                          </p:val>
                                        </p:tav>
                                      </p:tavLst>
                                    </p:anim>
                                    <p:anim calcmode="lin" valueType="num">
                                      <p:cBhvr>
                                        <p:cTn id="181" dur="750" fill="hold"/>
                                        <p:tgtEl>
                                          <p:spTgt spid="71"/>
                                        </p:tgtEl>
                                        <p:attrNameLst>
                                          <p:attrName>ppt_h</p:attrName>
                                        </p:attrNameLst>
                                      </p:cBhvr>
                                      <p:tavLst>
                                        <p:tav tm="0">
                                          <p:val>
                                            <p:fltVal val="0"/>
                                          </p:val>
                                        </p:tav>
                                        <p:tav tm="100000">
                                          <p:val>
                                            <p:strVal val="#ppt_h"/>
                                          </p:val>
                                        </p:tav>
                                      </p:tavLst>
                                    </p:anim>
                                    <p:animEffect transition="in" filter="fade">
                                      <p:cBhvr>
                                        <p:cTn id="182" dur="750"/>
                                        <p:tgtEl>
                                          <p:spTgt spid="71"/>
                                        </p:tgtEl>
                                      </p:cBhvr>
                                    </p:animEffect>
                                  </p:childTnLst>
                                </p:cTn>
                              </p:par>
                              <p:par>
                                <p:cTn id="183" presetID="53" presetClass="entr" presetSubtype="16" fill="hold" nodeType="withEffect">
                                  <p:stCondLst>
                                    <p:cond delay="370"/>
                                  </p:stCondLst>
                                  <p:childTnLst>
                                    <p:set>
                                      <p:cBhvr>
                                        <p:cTn id="184" dur="1" fill="hold">
                                          <p:stCondLst>
                                            <p:cond delay="0"/>
                                          </p:stCondLst>
                                        </p:cTn>
                                        <p:tgtEl>
                                          <p:spTgt spid="72"/>
                                        </p:tgtEl>
                                        <p:attrNameLst>
                                          <p:attrName>style.visibility</p:attrName>
                                        </p:attrNameLst>
                                      </p:cBhvr>
                                      <p:to>
                                        <p:strVal val="visible"/>
                                      </p:to>
                                    </p:set>
                                    <p:anim calcmode="lin" valueType="num">
                                      <p:cBhvr>
                                        <p:cTn id="185" dur="750" fill="hold"/>
                                        <p:tgtEl>
                                          <p:spTgt spid="72"/>
                                        </p:tgtEl>
                                        <p:attrNameLst>
                                          <p:attrName>ppt_w</p:attrName>
                                        </p:attrNameLst>
                                      </p:cBhvr>
                                      <p:tavLst>
                                        <p:tav tm="0">
                                          <p:val>
                                            <p:fltVal val="0"/>
                                          </p:val>
                                        </p:tav>
                                        <p:tav tm="100000">
                                          <p:val>
                                            <p:strVal val="#ppt_w"/>
                                          </p:val>
                                        </p:tav>
                                      </p:tavLst>
                                    </p:anim>
                                    <p:anim calcmode="lin" valueType="num">
                                      <p:cBhvr>
                                        <p:cTn id="186" dur="750" fill="hold"/>
                                        <p:tgtEl>
                                          <p:spTgt spid="72"/>
                                        </p:tgtEl>
                                        <p:attrNameLst>
                                          <p:attrName>ppt_h</p:attrName>
                                        </p:attrNameLst>
                                      </p:cBhvr>
                                      <p:tavLst>
                                        <p:tav tm="0">
                                          <p:val>
                                            <p:fltVal val="0"/>
                                          </p:val>
                                        </p:tav>
                                        <p:tav tm="100000">
                                          <p:val>
                                            <p:strVal val="#ppt_h"/>
                                          </p:val>
                                        </p:tav>
                                      </p:tavLst>
                                    </p:anim>
                                    <p:animEffect transition="in" filter="fade">
                                      <p:cBhvr>
                                        <p:cTn id="187" dur="750"/>
                                        <p:tgtEl>
                                          <p:spTgt spid="72"/>
                                        </p:tgtEl>
                                      </p:cBhvr>
                                    </p:animEffect>
                                  </p:childTnLst>
                                </p:cTn>
                              </p:par>
                              <p:par>
                                <p:cTn id="188" presetID="53" presetClass="entr" presetSubtype="16" fill="hold" grpId="0" nodeType="withEffect">
                                  <p:stCondLst>
                                    <p:cond delay="370"/>
                                  </p:stCondLst>
                                  <p:childTnLst>
                                    <p:set>
                                      <p:cBhvr>
                                        <p:cTn id="189" dur="1" fill="hold">
                                          <p:stCondLst>
                                            <p:cond delay="0"/>
                                          </p:stCondLst>
                                        </p:cTn>
                                        <p:tgtEl>
                                          <p:spTgt spid="73"/>
                                        </p:tgtEl>
                                        <p:attrNameLst>
                                          <p:attrName>style.visibility</p:attrName>
                                        </p:attrNameLst>
                                      </p:cBhvr>
                                      <p:to>
                                        <p:strVal val="visible"/>
                                      </p:to>
                                    </p:set>
                                    <p:anim calcmode="lin" valueType="num">
                                      <p:cBhvr>
                                        <p:cTn id="190" dur="750" fill="hold"/>
                                        <p:tgtEl>
                                          <p:spTgt spid="73"/>
                                        </p:tgtEl>
                                        <p:attrNameLst>
                                          <p:attrName>ppt_w</p:attrName>
                                        </p:attrNameLst>
                                      </p:cBhvr>
                                      <p:tavLst>
                                        <p:tav tm="0">
                                          <p:val>
                                            <p:fltVal val="0"/>
                                          </p:val>
                                        </p:tav>
                                        <p:tav tm="100000">
                                          <p:val>
                                            <p:strVal val="#ppt_w"/>
                                          </p:val>
                                        </p:tav>
                                      </p:tavLst>
                                    </p:anim>
                                    <p:anim calcmode="lin" valueType="num">
                                      <p:cBhvr>
                                        <p:cTn id="191" dur="750" fill="hold"/>
                                        <p:tgtEl>
                                          <p:spTgt spid="73"/>
                                        </p:tgtEl>
                                        <p:attrNameLst>
                                          <p:attrName>ppt_h</p:attrName>
                                        </p:attrNameLst>
                                      </p:cBhvr>
                                      <p:tavLst>
                                        <p:tav tm="0">
                                          <p:val>
                                            <p:fltVal val="0"/>
                                          </p:val>
                                        </p:tav>
                                        <p:tav tm="100000">
                                          <p:val>
                                            <p:strVal val="#ppt_h"/>
                                          </p:val>
                                        </p:tav>
                                      </p:tavLst>
                                    </p:anim>
                                    <p:animEffect transition="in" filter="fade">
                                      <p:cBhvr>
                                        <p:cTn id="192" dur="750"/>
                                        <p:tgtEl>
                                          <p:spTgt spid="73"/>
                                        </p:tgtEl>
                                      </p:cBhvr>
                                    </p:animEffect>
                                  </p:childTnLst>
                                </p:cTn>
                              </p:par>
                              <p:par>
                                <p:cTn id="193" presetID="53" presetClass="entr" presetSubtype="16" fill="hold" grpId="0" nodeType="withEffect">
                                  <p:stCondLst>
                                    <p:cond delay="370"/>
                                  </p:stCondLst>
                                  <p:childTnLst>
                                    <p:set>
                                      <p:cBhvr>
                                        <p:cTn id="194" dur="1" fill="hold">
                                          <p:stCondLst>
                                            <p:cond delay="0"/>
                                          </p:stCondLst>
                                        </p:cTn>
                                        <p:tgtEl>
                                          <p:spTgt spid="74"/>
                                        </p:tgtEl>
                                        <p:attrNameLst>
                                          <p:attrName>style.visibility</p:attrName>
                                        </p:attrNameLst>
                                      </p:cBhvr>
                                      <p:to>
                                        <p:strVal val="visible"/>
                                      </p:to>
                                    </p:set>
                                    <p:anim calcmode="lin" valueType="num">
                                      <p:cBhvr>
                                        <p:cTn id="195" dur="750" fill="hold"/>
                                        <p:tgtEl>
                                          <p:spTgt spid="74"/>
                                        </p:tgtEl>
                                        <p:attrNameLst>
                                          <p:attrName>ppt_w</p:attrName>
                                        </p:attrNameLst>
                                      </p:cBhvr>
                                      <p:tavLst>
                                        <p:tav tm="0">
                                          <p:val>
                                            <p:fltVal val="0"/>
                                          </p:val>
                                        </p:tav>
                                        <p:tav tm="100000">
                                          <p:val>
                                            <p:strVal val="#ppt_w"/>
                                          </p:val>
                                        </p:tav>
                                      </p:tavLst>
                                    </p:anim>
                                    <p:anim calcmode="lin" valueType="num">
                                      <p:cBhvr>
                                        <p:cTn id="196" dur="750" fill="hold"/>
                                        <p:tgtEl>
                                          <p:spTgt spid="74"/>
                                        </p:tgtEl>
                                        <p:attrNameLst>
                                          <p:attrName>ppt_h</p:attrName>
                                        </p:attrNameLst>
                                      </p:cBhvr>
                                      <p:tavLst>
                                        <p:tav tm="0">
                                          <p:val>
                                            <p:fltVal val="0"/>
                                          </p:val>
                                        </p:tav>
                                        <p:tav tm="100000">
                                          <p:val>
                                            <p:strVal val="#ppt_h"/>
                                          </p:val>
                                        </p:tav>
                                      </p:tavLst>
                                    </p:anim>
                                    <p:animEffect transition="in" filter="fade">
                                      <p:cBhvr>
                                        <p:cTn id="197" dur="750"/>
                                        <p:tgtEl>
                                          <p:spTgt spid="74"/>
                                        </p:tgtEl>
                                      </p:cBhvr>
                                    </p:animEffect>
                                  </p:childTnLst>
                                </p:cTn>
                              </p:par>
                              <p:par>
                                <p:cTn id="198" presetID="53" presetClass="entr" presetSubtype="16" fill="hold" grpId="0" nodeType="withEffect">
                                  <p:stCondLst>
                                    <p:cond delay="370"/>
                                  </p:stCondLst>
                                  <p:childTnLst>
                                    <p:set>
                                      <p:cBhvr>
                                        <p:cTn id="199" dur="1" fill="hold">
                                          <p:stCondLst>
                                            <p:cond delay="0"/>
                                          </p:stCondLst>
                                        </p:cTn>
                                        <p:tgtEl>
                                          <p:spTgt spid="75"/>
                                        </p:tgtEl>
                                        <p:attrNameLst>
                                          <p:attrName>style.visibility</p:attrName>
                                        </p:attrNameLst>
                                      </p:cBhvr>
                                      <p:to>
                                        <p:strVal val="visible"/>
                                      </p:to>
                                    </p:set>
                                    <p:anim calcmode="lin" valueType="num">
                                      <p:cBhvr>
                                        <p:cTn id="200" dur="750" fill="hold"/>
                                        <p:tgtEl>
                                          <p:spTgt spid="75"/>
                                        </p:tgtEl>
                                        <p:attrNameLst>
                                          <p:attrName>ppt_w</p:attrName>
                                        </p:attrNameLst>
                                      </p:cBhvr>
                                      <p:tavLst>
                                        <p:tav tm="0">
                                          <p:val>
                                            <p:fltVal val="0"/>
                                          </p:val>
                                        </p:tav>
                                        <p:tav tm="100000">
                                          <p:val>
                                            <p:strVal val="#ppt_w"/>
                                          </p:val>
                                        </p:tav>
                                      </p:tavLst>
                                    </p:anim>
                                    <p:anim calcmode="lin" valueType="num">
                                      <p:cBhvr>
                                        <p:cTn id="201" dur="750" fill="hold"/>
                                        <p:tgtEl>
                                          <p:spTgt spid="75"/>
                                        </p:tgtEl>
                                        <p:attrNameLst>
                                          <p:attrName>ppt_h</p:attrName>
                                        </p:attrNameLst>
                                      </p:cBhvr>
                                      <p:tavLst>
                                        <p:tav tm="0">
                                          <p:val>
                                            <p:fltVal val="0"/>
                                          </p:val>
                                        </p:tav>
                                        <p:tav tm="100000">
                                          <p:val>
                                            <p:strVal val="#ppt_h"/>
                                          </p:val>
                                        </p:tav>
                                      </p:tavLst>
                                    </p:anim>
                                    <p:animEffect transition="in" filter="fade">
                                      <p:cBhvr>
                                        <p:cTn id="202" dur="750"/>
                                        <p:tgtEl>
                                          <p:spTgt spid="75"/>
                                        </p:tgtEl>
                                      </p:cBhvr>
                                    </p:animEffect>
                                  </p:childTnLst>
                                </p:cTn>
                              </p:par>
                              <p:par>
                                <p:cTn id="203" presetID="53" presetClass="entr" presetSubtype="16" fill="hold" grpId="0" nodeType="withEffect">
                                  <p:stCondLst>
                                    <p:cond delay="370"/>
                                  </p:stCondLst>
                                  <p:childTnLst>
                                    <p:set>
                                      <p:cBhvr>
                                        <p:cTn id="204" dur="1" fill="hold">
                                          <p:stCondLst>
                                            <p:cond delay="0"/>
                                          </p:stCondLst>
                                        </p:cTn>
                                        <p:tgtEl>
                                          <p:spTgt spid="76"/>
                                        </p:tgtEl>
                                        <p:attrNameLst>
                                          <p:attrName>style.visibility</p:attrName>
                                        </p:attrNameLst>
                                      </p:cBhvr>
                                      <p:to>
                                        <p:strVal val="visible"/>
                                      </p:to>
                                    </p:set>
                                    <p:anim calcmode="lin" valueType="num">
                                      <p:cBhvr>
                                        <p:cTn id="205" dur="750" fill="hold"/>
                                        <p:tgtEl>
                                          <p:spTgt spid="76"/>
                                        </p:tgtEl>
                                        <p:attrNameLst>
                                          <p:attrName>ppt_w</p:attrName>
                                        </p:attrNameLst>
                                      </p:cBhvr>
                                      <p:tavLst>
                                        <p:tav tm="0">
                                          <p:val>
                                            <p:fltVal val="0"/>
                                          </p:val>
                                        </p:tav>
                                        <p:tav tm="100000">
                                          <p:val>
                                            <p:strVal val="#ppt_w"/>
                                          </p:val>
                                        </p:tav>
                                      </p:tavLst>
                                    </p:anim>
                                    <p:anim calcmode="lin" valueType="num">
                                      <p:cBhvr>
                                        <p:cTn id="206" dur="750" fill="hold"/>
                                        <p:tgtEl>
                                          <p:spTgt spid="76"/>
                                        </p:tgtEl>
                                        <p:attrNameLst>
                                          <p:attrName>ppt_h</p:attrName>
                                        </p:attrNameLst>
                                      </p:cBhvr>
                                      <p:tavLst>
                                        <p:tav tm="0">
                                          <p:val>
                                            <p:fltVal val="0"/>
                                          </p:val>
                                        </p:tav>
                                        <p:tav tm="100000">
                                          <p:val>
                                            <p:strVal val="#ppt_h"/>
                                          </p:val>
                                        </p:tav>
                                      </p:tavLst>
                                    </p:anim>
                                    <p:animEffect transition="in" filter="fade">
                                      <p:cBhvr>
                                        <p:cTn id="207" dur="750"/>
                                        <p:tgtEl>
                                          <p:spTgt spid="76"/>
                                        </p:tgtEl>
                                      </p:cBhvr>
                                    </p:animEffect>
                                  </p:childTnLst>
                                </p:cTn>
                              </p:par>
                              <p:par>
                                <p:cTn id="208" presetID="53" presetClass="entr" presetSubtype="16" fill="hold" nodeType="withEffect">
                                  <p:stCondLst>
                                    <p:cond delay="370"/>
                                  </p:stCondLst>
                                  <p:childTnLst>
                                    <p:set>
                                      <p:cBhvr>
                                        <p:cTn id="209" dur="1" fill="hold">
                                          <p:stCondLst>
                                            <p:cond delay="0"/>
                                          </p:stCondLst>
                                        </p:cTn>
                                        <p:tgtEl>
                                          <p:spTgt spid="77"/>
                                        </p:tgtEl>
                                        <p:attrNameLst>
                                          <p:attrName>style.visibility</p:attrName>
                                        </p:attrNameLst>
                                      </p:cBhvr>
                                      <p:to>
                                        <p:strVal val="visible"/>
                                      </p:to>
                                    </p:set>
                                    <p:anim calcmode="lin" valueType="num">
                                      <p:cBhvr>
                                        <p:cTn id="210" dur="750" fill="hold"/>
                                        <p:tgtEl>
                                          <p:spTgt spid="77"/>
                                        </p:tgtEl>
                                        <p:attrNameLst>
                                          <p:attrName>ppt_w</p:attrName>
                                        </p:attrNameLst>
                                      </p:cBhvr>
                                      <p:tavLst>
                                        <p:tav tm="0">
                                          <p:val>
                                            <p:fltVal val="0"/>
                                          </p:val>
                                        </p:tav>
                                        <p:tav tm="100000">
                                          <p:val>
                                            <p:strVal val="#ppt_w"/>
                                          </p:val>
                                        </p:tav>
                                      </p:tavLst>
                                    </p:anim>
                                    <p:anim calcmode="lin" valueType="num">
                                      <p:cBhvr>
                                        <p:cTn id="211" dur="750" fill="hold"/>
                                        <p:tgtEl>
                                          <p:spTgt spid="77"/>
                                        </p:tgtEl>
                                        <p:attrNameLst>
                                          <p:attrName>ppt_h</p:attrName>
                                        </p:attrNameLst>
                                      </p:cBhvr>
                                      <p:tavLst>
                                        <p:tav tm="0">
                                          <p:val>
                                            <p:fltVal val="0"/>
                                          </p:val>
                                        </p:tav>
                                        <p:tav tm="100000">
                                          <p:val>
                                            <p:strVal val="#ppt_h"/>
                                          </p:val>
                                        </p:tav>
                                      </p:tavLst>
                                    </p:anim>
                                    <p:animEffect transition="in" filter="fade">
                                      <p:cBhvr>
                                        <p:cTn id="212" dur="750"/>
                                        <p:tgtEl>
                                          <p:spTgt spid="77"/>
                                        </p:tgtEl>
                                      </p:cBhvr>
                                    </p:animEffect>
                                  </p:childTnLst>
                                </p:cTn>
                              </p:par>
                              <p:par>
                                <p:cTn id="213" presetID="53" presetClass="entr" presetSubtype="16" fill="hold" grpId="0" nodeType="withEffect">
                                  <p:stCondLst>
                                    <p:cond delay="370"/>
                                  </p:stCondLst>
                                  <p:childTnLst>
                                    <p:set>
                                      <p:cBhvr>
                                        <p:cTn id="214" dur="1" fill="hold">
                                          <p:stCondLst>
                                            <p:cond delay="0"/>
                                          </p:stCondLst>
                                        </p:cTn>
                                        <p:tgtEl>
                                          <p:spTgt spid="78"/>
                                        </p:tgtEl>
                                        <p:attrNameLst>
                                          <p:attrName>style.visibility</p:attrName>
                                        </p:attrNameLst>
                                      </p:cBhvr>
                                      <p:to>
                                        <p:strVal val="visible"/>
                                      </p:to>
                                    </p:set>
                                    <p:anim calcmode="lin" valueType="num">
                                      <p:cBhvr>
                                        <p:cTn id="215" dur="750" fill="hold"/>
                                        <p:tgtEl>
                                          <p:spTgt spid="78"/>
                                        </p:tgtEl>
                                        <p:attrNameLst>
                                          <p:attrName>ppt_w</p:attrName>
                                        </p:attrNameLst>
                                      </p:cBhvr>
                                      <p:tavLst>
                                        <p:tav tm="0">
                                          <p:val>
                                            <p:fltVal val="0"/>
                                          </p:val>
                                        </p:tav>
                                        <p:tav tm="100000">
                                          <p:val>
                                            <p:strVal val="#ppt_w"/>
                                          </p:val>
                                        </p:tav>
                                      </p:tavLst>
                                    </p:anim>
                                    <p:anim calcmode="lin" valueType="num">
                                      <p:cBhvr>
                                        <p:cTn id="216" dur="750" fill="hold"/>
                                        <p:tgtEl>
                                          <p:spTgt spid="78"/>
                                        </p:tgtEl>
                                        <p:attrNameLst>
                                          <p:attrName>ppt_h</p:attrName>
                                        </p:attrNameLst>
                                      </p:cBhvr>
                                      <p:tavLst>
                                        <p:tav tm="0">
                                          <p:val>
                                            <p:fltVal val="0"/>
                                          </p:val>
                                        </p:tav>
                                        <p:tav tm="100000">
                                          <p:val>
                                            <p:strVal val="#ppt_h"/>
                                          </p:val>
                                        </p:tav>
                                      </p:tavLst>
                                    </p:anim>
                                    <p:animEffect transition="in" filter="fade">
                                      <p:cBhvr>
                                        <p:cTn id="217" dur="750"/>
                                        <p:tgtEl>
                                          <p:spTgt spid="78"/>
                                        </p:tgtEl>
                                      </p:cBhvr>
                                    </p:animEffect>
                                  </p:childTnLst>
                                </p:cTn>
                              </p:par>
                              <p:par>
                                <p:cTn id="218" presetID="53" presetClass="entr" presetSubtype="16" fill="hold" grpId="0" nodeType="withEffect">
                                  <p:stCondLst>
                                    <p:cond delay="370"/>
                                  </p:stCondLst>
                                  <p:childTnLst>
                                    <p:set>
                                      <p:cBhvr>
                                        <p:cTn id="219" dur="1" fill="hold">
                                          <p:stCondLst>
                                            <p:cond delay="0"/>
                                          </p:stCondLst>
                                        </p:cTn>
                                        <p:tgtEl>
                                          <p:spTgt spid="79"/>
                                        </p:tgtEl>
                                        <p:attrNameLst>
                                          <p:attrName>style.visibility</p:attrName>
                                        </p:attrNameLst>
                                      </p:cBhvr>
                                      <p:to>
                                        <p:strVal val="visible"/>
                                      </p:to>
                                    </p:set>
                                    <p:anim calcmode="lin" valueType="num">
                                      <p:cBhvr>
                                        <p:cTn id="220" dur="750" fill="hold"/>
                                        <p:tgtEl>
                                          <p:spTgt spid="79"/>
                                        </p:tgtEl>
                                        <p:attrNameLst>
                                          <p:attrName>ppt_w</p:attrName>
                                        </p:attrNameLst>
                                      </p:cBhvr>
                                      <p:tavLst>
                                        <p:tav tm="0">
                                          <p:val>
                                            <p:fltVal val="0"/>
                                          </p:val>
                                        </p:tav>
                                        <p:tav tm="100000">
                                          <p:val>
                                            <p:strVal val="#ppt_w"/>
                                          </p:val>
                                        </p:tav>
                                      </p:tavLst>
                                    </p:anim>
                                    <p:anim calcmode="lin" valueType="num">
                                      <p:cBhvr>
                                        <p:cTn id="221" dur="750" fill="hold"/>
                                        <p:tgtEl>
                                          <p:spTgt spid="79"/>
                                        </p:tgtEl>
                                        <p:attrNameLst>
                                          <p:attrName>ppt_h</p:attrName>
                                        </p:attrNameLst>
                                      </p:cBhvr>
                                      <p:tavLst>
                                        <p:tav tm="0">
                                          <p:val>
                                            <p:fltVal val="0"/>
                                          </p:val>
                                        </p:tav>
                                        <p:tav tm="100000">
                                          <p:val>
                                            <p:strVal val="#ppt_h"/>
                                          </p:val>
                                        </p:tav>
                                      </p:tavLst>
                                    </p:anim>
                                    <p:animEffect transition="in" filter="fade">
                                      <p:cBhvr>
                                        <p:cTn id="222" dur="750"/>
                                        <p:tgtEl>
                                          <p:spTgt spid="79"/>
                                        </p:tgtEl>
                                      </p:cBhvr>
                                    </p:animEffect>
                                  </p:childTnLst>
                                </p:cTn>
                              </p:par>
                              <p:par>
                                <p:cTn id="223" presetID="53" presetClass="entr" presetSubtype="16" fill="hold" grpId="0" nodeType="withEffect">
                                  <p:stCondLst>
                                    <p:cond delay="370"/>
                                  </p:stCondLst>
                                  <p:childTnLst>
                                    <p:set>
                                      <p:cBhvr>
                                        <p:cTn id="224" dur="1" fill="hold">
                                          <p:stCondLst>
                                            <p:cond delay="0"/>
                                          </p:stCondLst>
                                        </p:cTn>
                                        <p:tgtEl>
                                          <p:spTgt spid="80"/>
                                        </p:tgtEl>
                                        <p:attrNameLst>
                                          <p:attrName>style.visibility</p:attrName>
                                        </p:attrNameLst>
                                      </p:cBhvr>
                                      <p:to>
                                        <p:strVal val="visible"/>
                                      </p:to>
                                    </p:set>
                                    <p:anim calcmode="lin" valueType="num">
                                      <p:cBhvr>
                                        <p:cTn id="225" dur="750" fill="hold"/>
                                        <p:tgtEl>
                                          <p:spTgt spid="80"/>
                                        </p:tgtEl>
                                        <p:attrNameLst>
                                          <p:attrName>ppt_w</p:attrName>
                                        </p:attrNameLst>
                                      </p:cBhvr>
                                      <p:tavLst>
                                        <p:tav tm="0">
                                          <p:val>
                                            <p:fltVal val="0"/>
                                          </p:val>
                                        </p:tav>
                                        <p:tav tm="100000">
                                          <p:val>
                                            <p:strVal val="#ppt_w"/>
                                          </p:val>
                                        </p:tav>
                                      </p:tavLst>
                                    </p:anim>
                                    <p:anim calcmode="lin" valueType="num">
                                      <p:cBhvr>
                                        <p:cTn id="226" dur="750" fill="hold"/>
                                        <p:tgtEl>
                                          <p:spTgt spid="80"/>
                                        </p:tgtEl>
                                        <p:attrNameLst>
                                          <p:attrName>ppt_h</p:attrName>
                                        </p:attrNameLst>
                                      </p:cBhvr>
                                      <p:tavLst>
                                        <p:tav tm="0">
                                          <p:val>
                                            <p:fltVal val="0"/>
                                          </p:val>
                                        </p:tav>
                                        <p:tav tm="100000">
                                          <p:val>
                                            <p:strVal val="#ppt_h"/>
                                          </p:val>
                                        </p:tav>
                                      </p:tavLst>
                                    </p:anim>
                                    <p:animEffect transition="in" filter="fade">
                                      <p:cBhvr>
                                        <p:cTn id="227" dur="750"/>
                                        <p:tgtEl>
                                          <p:spTgt spid="80"/>
                                        </p:tgtEl>
                                      </p:cBhvr>
                                    </p:animEffect>
                                  </p:childTnLst>
                                </p:cTn>
                              </p:par>
                              <p:par>
                                <p:cTn id="228" presetID="53" presetClass="entr" presetSubtype="16" fill="hold" nodeType="withEffect">
                                  <p:stCondLst>
                                    <p:cond delay="370"/>
                                  </p:stCondLst>
                                  <p:childTnLst>
                                    <p:set>
                                      <p:cBhvr>
                                        <p:cTn id="229" dur="1" fill="hold">
                                          <p:stCondLst>
                                            <p:cond delay="0"/>
                                          </p:stCondLst>
                                        </p:cTn>
                                        <p:tgtEl>
                                          <p:spTgt spid="81"/>
                                        </p:tgtEl>
                                        <p:attrNameLst>
                                          <p:attrName>style.visibility</p:attrName>
                                        </p:attrNameLst>
                                      </p:cBhvr>
                                      <p:to>
                                        <p:strVal val="visible"/>
                                      </p:to>
                                    </p:set>
                                    <p:anim calcmode="lin" valueType="num">
                                      <p:cBhvr>
                                        <p:cTn id="230" dur="750" fill="hold"/>
                                        <p:tgtEl>
                                          <p:spTgt spid="81"/>
                                        </p:tgtEl>
                                        <p:attrNameLst>
                                          <p:attrName>ppt_w</p:attrName>
                                        </p:attrNameLst>
                                      </p:cBhvr>
                                      <p:tavLst>
                                        <p:tav tm="0">
                                          <p:val>
                                            <p:fltVal val="0"/>
                                          </p:val>
                                        </p:tav>
                                        <p:tav tm="100000">
                                          <p:val>
                                            <p:strVal val="#ppt_w"/>
                                          </p:val>
                                        </p:tav>
                                      </p:tavLst>
                                    </p:anim>
                                    <p:anim calcmode="lin" valueType="num">
                                      <p:cBhvr>
                                        <p:cTn id="231" dur="750" fill="hold"/>
                                        <p:tgtEl>
                                          <p:spTgt spid="81"/>
                                        </p:tgtEl>
                                        <p:attrNameLst>
                                          <p:attrName>ppt_h</p:attrName>
                                        </p:attrNameLst>
                                      </p:cBhvr>
                                      <p:tavLst>
                                        <p:tav tm="0">
                                          <p:val>
                                            <p:fltVal val="0"/>
                                          </p:val>
                                        </p:tav>
                                        <p:tav tm="100000">
                                          <p:val>
                                            <p:strVal val="#ppt_h"/>
                                          </p:val>
                                        </p:tav>
                                      </p:tavLst>
                                    </p:anim>
                                    <p:animEffect transition="in" filter="fade">
                                      <p:cBhvr>
                                        <p:cTn id="232" dur="750"/>
                                        <p:tgtEl>
                                          <p:spTgt spid="81"/>
                                        </p:tgtEl>
                                      </p:cBhvr>
                                    </p:animEffect>
                                  </p:childTnLst>
                                </p:cTn>
                              </p:par>
                              <p:par>
                                <p:cTn id="233" presetID="53" presetClass="entr" presetSubtype="16" fill="hold" grpId="0" nodeType="withEffect">
                                  <p:stCondLst>
                                    <p:cond delay="370"/>
                                  </p:stCondLst>
                                  <p:childTnLst>
                                    <p:set>
                                      <p:cBhvr>
                                        <p:cTn id="234" dur="1" fill="hold">
                                          <p:stCondLst>
                                            <p:cond delay="0"/>
                                          </p:stCondLst>
                                        </p:cTn>
                                        <p:tgtEl>
                                          <p:spTgt spid="82"/>
                                        </p:tgtEl>
                                        <p:attrNameLst>
                                          <p:attrName>style.visibility</p:attrName>
                                        </p:attrNameLst>
                                      </p:cBhvr>
                                      <p:to>
                                        <p:strVal val="visible"/>
                                      </p:to>
                                    </p:set>
                                    <p:anim calcmode="lin" valueType="num">
                                      <p:cBhvr>
                                        <p:cTn id="235" dur="750" fill="hold"/>
                                        <p:tgtEl>
                                          <p:spTgt spid="82"/>
                                        </p:tgtEl>
                                        <p:attrNameLst>
                                          <p:attrName>ppt_w</p:attrName>
                                        </p:attrNameLst>
                                      </p:cBhvr>
                                      <p:tavLst>
                                        <p:tav tm="0">
                                          <p:val>
                                            <p:fltVal val="0"/>
                                          </p:val>
                                        </p:tav>
                                        <p:tav tm="100000">
                                          <p:val>
                                            <p:strVal val="#ppt_w"/>
                                          </p:val>
                                        </p:tav>
                                      </p:tavLst>
                                    </p:anim>
                                    <p:anim calcmode="lin" valueType="num">
                                      <p:cBhvr>
                                        <p:cTn id="236" dur="750" fill="hold"/>
                                        <p:tgtEl>
                                          <p:spTgt spid="82"/>
                                        </p:tgtEl>
                                        <p:attrNameLst>
                                          <p:attrName>ppt_h</p:attrName>
                                        </p:attrNameLst>
                                      </p:cBhvr>
                                      <p:tavLst>
                                        <p:tav tm="0">
                                          <p:val>
                                            <p:fltVal val="0"/>
                                          </p:val>
                                        </p:tav>
                                        <p:tav tm="100000">
                                          <p:val>
                                            <p:strVal val="#ppt_h"/>
                                          </p:val>
                                        </p:tav>
                                      </p:tavLst>
                                    </p:anim>
                                    <p:animEffect transition="in" filter="fade">
                                      <p:cBhvr>
                                        <p:cTn id="237" dur="750"/>
                                        <p:tgtEl>
                                          <p:spTgt spid="82"/>
                                        </p:tgtEl>
                                      </p:cBhvr>
                                    </p:animEffect>
                                  </p:childTnLst>
                                </p:cTn>
                              </p:par>
                              <p:par>
                                <p:cTn id="238" presetID="53" presetClass="entr" presetSubtype="16" fill="hold" grpId="0" nodeType="withEffect">
                                  <p:stCondLst>
                                    <p:cond delay="370"/>
                                  </p:stCondLst>
                                  <p:childTnLst>
                                    <p:set>
                                      <p:cBhvr>
                                        <p:cTn id="239" dur="1" fill="hold">
                                          <p:stCondLst>
                                            <p:cond delay="0"/>
                                          </p:stCondLst>
                                        </p:cTn>
                                        <p:tgtEl>
                                          <p:spTgt spid="83"/>
                                        </p:tgtEl>
                                        <p:attrNameLst>
                                          <p:attrName>style.visibility</p:attrName>
                                        </p:attrNameLst>
                                      </p:cBhvr>
                                      <p:to>
                                        <p:strVal val="visible"/>
                                      </p:to>
                                    </p:set>
                                    <p:anim calcmode="lin" valueType="num">
                                      <p:cBhvr>
                                        <p:cTn id="240" dur="750" fill="hold"/>
                                        <p:tgtEl>
                                          <p:spTgt spid="83"/>
                                        </p:tgtEl>
                                        <p:attrNameLst>
                                          <p:attrName>ppt_w</p:attrName>
                                        </p:attrNameLst>
                                      </p:cBhvr>
                                      <p:tavLst>
                                        <p:tav tm="0">
                                          <p:val>
                                            <p:fltVal val="0"/>
                                          </p:val>
                                        </p:tav>
                                        <p:tav tm="100000">
                                          <p:val>
                                            <p:strVal val="#ppt_w"/>
                                          </p:val>
                                        </p:tav>
                                      </p:tavLst>
                                    </p:anim>
                                    <p:anim calcmode="lin" valueType="num">
                                      <p:cBhvr>
                                        <p:cTn id="241" dur="750" fill="hold"/>
                                        <p:tgtEl>
                                          <p:spTgt spid="83"/>
                                        </p:tgtEl>
                                        <p:attrNameLst>
                                          <p:attrName>ppt_h</p:attrName>
                                        </p:attrNameLst>
                                      </p:cBhvr>
                                      <p:tavLst>
                                        <p:tav tm="0">
                                          <p:val>
                                            <p:fltVal val="0"/>
                                          </p:val>
                                        </p:tav>
                                        <p:tav tm="100000">
                                          <p:val>
                                            <p:strVal val="#ppt_h"/>
                                          </p:val>
                                        </p:tav>
                                      </p:tavLst>
                                    </p:anim>
                                    <p:animEffect transition="in" filter="fade">
                                      <p:cBhvr>
                                        <p:cTn id="242" dur="750"/>
                                        <p:tgtEl>
                                          <p:spTgt spid="83"/>
                                        </p:tgtEl>
                                      </p:cBhvr>
                                    </p:animEffect>
                                  </p:childTnLst>
                                </p:cTn>
                              </p:par>
                              <p:par>
                                <p:cTn id="243" presetID="53" presetClass="entr" presetSubtype="16" fill="hold" grpId="0" nodeType="withEffect">
                                  <p:stCondLst>
                                    <p:cond delay="370"/>
                                  </p:stCondLst>
                                  <p:childTnLst>
                                    <p:set>
                                      <p:cBhvr>
                                        <p:cTn id="244" dur="1" fill="hold">
                                          <p:stCondLst>
                                            <p:cond delay="0"/>
                                          </p:stCondLst>
                                        </p:cTn>
                                        <p:tgtEl>
                                          <p:spTgt spid="84"/>
                                        </p:tgtEl>
                                        <p:attrNameLst>
                                          <p:attrName>style.visibility</p:attrName>
                                        </p:attrNameLst>
                                      </p:cBhvr>
                                      <p:to>
                                        <p:strVal val="visible"/>
                                      </p:to>
                                    </p:set>
                                    <p:anim calcmode="lin" valueType="num">
                                      <p:cBhvr>
                                        <p:cTn id="245" dur="750" fill="hold"/>
                                        <p:tgtEl>
                                          <p:spTgt spid="84"/>
                                        </p:tgtEl>
                                        <p:attrNameLst>
                                          <p:attrName>ppt_w</p:attrName>
                                        </p:attrNameLst>
                                      </p:cBhvr>
                                      <p:tavLst>
                                        <p:tav tm="0">
                                          <p:val>
                                            <p:fltVal val="0"/>
                                          </p:val>
                                        </p:tav>
                                        <p:tav tm="100000">
                                          <p:val>
                                            <p:strVal val="#ppt_w"/>
                                          </p:val>
                                        </p:tav>
                                      </p:tavLst>
                                    </p:anim>
                                    <p:anim calcmode="lin" valueType="num">
                                      <p:cBhvr>
                                        <p:cTn id="246" dur="750" fill="hold"/>
                                        <p:tgtEl>
                                          <p:spTgt spid="84"/>
                                        </p:tgtEl>
                                        <p:attrNameLst>
                                          <p:attrName>ppt_h</p:attrName>
                                        </p:attrNameLst>
                                      </p:cBhvr>
                                      <p:tavLst>
                                        <p:tav tm="0">
                                          <p:val>
                                            <p:fltVal val="0"/>
                                          </p:val>
                                        </p:tav>
                                        <p:tav tm="100000">
                                          <p:val>
                                            <p:strVal val="#ppt_h"/>
                                          </p:val>
                                        </p:tav>
                                      </p:tavLst>
                                    </p:anim>
                                    <p:animEffect transition="in" filter="fade">
                                      <p:cBhvr>
                                        <p:cTn id="247" dur="750"/>
                                        <p:tgtEl>
                                          <p:spTgt spid="84"/>
                                        </p:tgtEl>
                                      </p:cBhvr>
                                    </p:animEffect>
                                  </p:childTnLst>
                                </p:cTn>
                              </p:par>
                              <p:par>
                                <p:cTn id="248" presetID="53" presetClass="entr" presetSubtype="16" fill="hold" nodeType="withEffect">
                                  <p:stCondLst>
                                    <p:cond delay="370"/>
                                  </p:stCondLst>
                                  <p:childTnLst>
                                    <p:set>
                                      <p:cBhvr>
                                        <p:cTn id="249" dur="1" fill="hold">
                                          <p:stCondLst>
                                            <p:cond delay="0"/>
                                          </p:stCondLst>
                                        </p:cTn>
                                        <p:tgtEl>
                                          <p:spTgt spid="85"/>
                                        </p:tgtEl>
                                        <p:attrNameLst>
                                          <p:attrName>style.visibility</p:attrName>
                                        </p:attrNameLst>
                                      </p:cBhvr>
                                      <p:to>
                                        <p:strVal val="visible"/>
                                      </p:to>
                                    </p:set>
                                    <p:anim calcmode="lin" valueType="num">
                                      <p:cBhvr>
                                        <p:cTn id="250" dur="750" fill="hold"/>
                                        <p:tgtEl>
                                          <p:spTgt spid="85"/>
                                        </p:tgtEl>
                                        <p:attrNameLst>
                                          <p:attrName>ppt_w</p:attrName>
                                        </p:attrNameLst>
                                      </p:cBhvr>
                                      <p:tavLst>
                                        <p:tav tm="0">
                                          <p:val>
                                            <p:fltVal val="0"/>
                                          </p:val>
                                        </p:tav>
                                        <p:tav tm="100000">
                                          <p:val>
                                            <p:strVal val="#ppt_w"/>
                                          </p:val>
                                        </p:tav>
                                      </p:tavLst>
                                    </p:anim>
                                    <p:anim calcmode="lin" valueType="num">
                                      <p:cBhvr>
                                        <p:cTn id="251" dur="750" fill="hold"/>
                                        <p:tgtEl>
                                          <p:spTgt spid="85"/>
                                        </p:tgtEl>
                                        <p:attrNameLst>
                                          <p:attrName>ppt_h</p:attrName>
                                        </p:attrNameLst>
                                      </p:cBhvr>
                                      <p:tavLst>
                                        <p:tav tm="0">
                                          <p:val>
                                            <p:fltVal val="0"/>
                                          </p:val>
                                        </p:tav>
                                        <p:tav tm="100000">
                                          <p:val>
                                            <p:strVal val="#ppt_h"/>
                                          </p:val>
                                        </p:tav>
                                      </p:tavLst>
                                    </p:anim>
                                    <p:animEffect transition="in" filter="fade">
                                      <p:cBhvr>
                                        <p:cTn id="252" dur="750"/>
                                        <p:tgtEl>
                                          <p:spTgt spid="85"/>
                                        </p:tgtEl>
                                      </p:cBhvr>
                                    </p:animEffect>
                                  </p:childTnLst>
                                </p:cTn>
                              </p:par>
                              <p:par>
                                <p:cTn id="253" presetID="53" presetClass="entr" presetSubtype="16" fill="hold" grpId="0" nodeType="withEffect">
                                  <p:stCondLst>
                                    <p:cond delay="370"/>
                                  </p:stCondLst>
                                  <p:childTnLst>
                                    <p:set>
                                      <p:cBhvr>
                                        <p:cTn id="254" dur="1" fill="hold">
                                          <p:stCondLst>
                                            <p:cond delay="0"/>
                                          </p:stCondLst>
                                        </p:cTn>
                                        <p:tgtEl>
                                          <p:spTgt spid="86"/>
                                        </p:tgtEl>
                                        <p:attrNameLst>
                                          <p:attrName>style.visibility</p:attrName>
                                        </p:attrNameLst>
                                      </p:cBhvr>
                                      <p:to>
                                        <p:strVal val="visible"/>
                                      </p:to>
                                    </p:set>
                                    <p:anim calcmode="lin" valueType="num">
                                      <p:cBhvr>
                                        <p:cTn id="255" dur="750" fill="hold"/>
                                        <p:tgtEl>
                                          <p:spTgt spid="86"/>
                                        </p:tgtEl>
                                        <p:attrNameLst>
                                          <p:attrName>ppt_w</p:attrName>
                                        </p:attrNameLst>
                                      </p:cBhvr>
                                      <p:tavLst>
                                        <p:tav tm="0">
                                          <p:val>
                                            <p:fltVal val="0"/>
                                          </p:val>
                                        </p:tav>
                                        <p:tav tm="100000">
                                          <p:val>
                                            <p:strVal val="#ppt_w"/>
                                          </p:val>
                                        </p:tav>
                                      </p:tavLst>
                                    </p:anim>
                                    <p:anim calcmode="lin" valueType="num">
                                      <p:cBhvr>
                                        <p:cTn id="256" dur="750" fill="hold"/>
                                        <p:tgtEl>
                                          <p:spTgt spid="86"/>
                                        </p:tgtEl>
                                        <p:attrNameLst>
                                          <p:attrName>ppt_h</p:attrName>
                                        </p:attrNameLst>
                                      </p:cBhvr>
                                      <p:tavLst>
                                        <p:tav tm="0">
                                          <p:val>
                                            <p:fltVal val="0"/>
                                          </p:val>
                                        </p:tav>
                                        <p:tav tm="100000">
                                          <p:val>
                                            <p:strVal val="#ppt_h"/>
                                          </p:val>
                                        </p:tav>
                                      </p:tavLst>
                                    </p:anim>
                                    <p:animEffect transition="in" filter="fade">
                                      <p:cBhvr>
                                        <p:cTn id="257" dur="750"/>
                                        <p:tgtEl>
                                          <p:spTgt spid="86"/>
                                        </p:tgtEl>
                                      </p:cBhvr>
                                    </p:animEffect>
                                  </p:childTnLst>
                                </p:cTn>
                              </p:par>
                              <p:par>
                                <p:cTn id="258" presetID="53" presetClass="entr" presetSubtype="16" fill="hold" grpId="0" nodeType="withEffect">
                                  <p:stCondLst>
                                    <p:cond delay="370"/>
                                  </p:stCondLst>
                                  <p:childTnLst>
                                    <p:set>
                                      <p:cBhvr>
                                        <p:cTn id="259" dur="1" fill="hold">
                                          <p:stCondLst>
                                            <p:cond delay="0"/>
                                          </p:stCondLst>
                                        </p:cTn>
                                        <p:tgtEl>
                                          <p:spTgt spid="87"/>
                                        </p:tgtEl>
                                        <p:attrNameLst>
                                          <p:attrName>style.visibility</p:attrName>
                                        </p:attrNameLst>
                                      </p:cBhvr>
                                      <p:to>
                                        <p:strVal val="visible"/>
                                      </p:to>
                                    </p:set>
                                    <p:anim calcmode="lin" valueType="num">
                                      <p:cBhvr>
                                        <p:cTn id="260" dur="750" fill="hold"/>
                                        <p:tgtEl>
                                          <p:spTgt spid="87"/>
                                        </p:tgtEl>
                                        <p:attrNameLst>
                                          <p:attrName>ppt_w</p:attrName>
                                        </p:attrNameLst>
                                      </p:cBhvr>
                                      <p:tavLst>
                                        <p:tav tm="0">
                                          <p:val>
                                            <p:fltVal val="0"/>
                                          </p:val>
                                        </p:tav>
                                        <p:tav tm="100000">
                                          <p:val>
                                            <p:strVal val="#ppt_w"/>
                                          </p:val>
                                        </p:tav>
                                      </p:tavLst>
                                    </p:anim>
                                    <p:anim calcmode="lin" valueType="num">
                                      <p:cBhvr>
                                        <p:cTn id="261" dur="750" fill="hold"/>
                                        <p:tgtEl>
                                          <p:spTgt spid="87"/>
                                        </p:tgtEl>
                                        <p:attrNameLst>
                                          <p:attrName>ppt_h</p:attrName>
                                        </p:attrNameLst>
                                      </p:cBhvr>
                                      <p:tavLst>
                                        <p:tav tm="0">
                                          <p:val>
                                            <p:fltVal val="0"/>
                                          </p:val>
                                        </p:tav>
                                        <p:tav tm="100000">
                                          <p:val>
                                            <p:strVal val="#ppt_h"/>
                                          </p:val>
                                        </p:tav>
                                      </p:tavLst>
                                    </p:anim>
                                    <p:animEffect transition="in" filter="fade">
                                      <p:cBhvr>
                                        <p:cTn id="262" dur="750"/>
                                        <p:tgtEl>
                                          <p:spTgt spid="87"/>
                                        </p:tgtEl>
                                      </p:cBhvr>
                                    </p:animEffect>
                                  </p:childTnLst>
                                </p:cTn>
                              </p:par>
                              <p:par>
                                <p:cTn id="263" presetID="53" presetClass="entr" presetSubtype="16" fill="hold" grpId="0" nodeType="withEffect">
                                  <p:stCondLst>
                                    <p:cond delay="370"/>
                                  </p:stCondLst>
                                  <p:childTnLst>
                                    <p:set>
                                      <p:cBhvr>
                                        <p:cTn id="264" dur="1" fill="hold">
                                          <p:stCondLst>
                                            <p:cond delay="0"/>
                                          </p:stCondLst>
                                        </p:cTn>
                                        <p:tgtEl>
                                          <p:spTgt spid="88"/>
                                        </p:tgtEl>
                                        <p:attrNameLst>
                                          <p:attrName>style.visibility</p:attrName>
                                        </p:attrNameLst>
                                      </p:cBhvr>
                                      <p:to>
                                        <p:strVal val="visible"/>
                                      </p:to>
                                    </p:set>
                                    <p:anim calcmode="lin" valueType="num">
                                      <p:cBhvr>
                                        <p:cTn id="265" dur="750" fill="hold"/>
                                        <p:tgtEl>
                                          <p:spTgt spid="88"/>
                                        </p:tgtEl>
                                        <p:attrNameLst>
                                          <p:attrName>ppt_w</p:attrName>
                                        </p:attrNameLst>
                                      </p:cBhvr>
                                      <p:tavLst>
                                        <p:tav tm="0">
                                          <p:val>
                                            <p:fltVal val="0"/>
                                          </p:val>
                                        </p:tav>
                                        <p:tav tm="100000">
                                          <p:val>
                                            <p:strVal val="#ppt_w"/>
                                          </p:val>
                                        </p:tav>
                                      </p:tavLst>
                                    </p:anim>
                                    <p:anim calcmode="lin" valueType="num">
                                      <p:cBhvr>
                                        <p:cTn id="266" dur="750" fill="hold"/>
                                        <p:tgtEl>
                                          <p:spTgt spid="88"/>
                                        </p:tgtEl>
                                        <p:attrNameLst>
                                          <p:attrName>ppt_h</p:attrName>
                                        </p:attrNameLst>
                                      </p:cBhvr>
                                      <p:tavLst>
                                        <p:tav tm="0">
                                          <p:val>
                                            <p:fltVal val="0"/>
                                          </p:val>
                                        </p:tav>
                                        <p:tav tm="100000">
                                          <p:val>
                                            <p:strVal val="#ppt_h"/>
                                          </p:val>
                                        </p:tav>
                                      </p:tavLst>
                                    </p:anim>
                                    <p:animEffect transition="in" filter="fade">
                                      <p:cBhvr>
                                        <p:cTn id="267" dur="750"/>
                                        <p:tgtEl>
                                          <p:spTgt spid="88"/>
                                        </p:tgtEl>
                                      </p:cBhvr>
                                    </p:animEffect>
                                  </p:childTnLst>
                                </p:cTn>
                              </p:par>
                              <p:par>
                                <p:cTn id="268" presetID="53" presetClass="entr" presetSubtype="16" fill="hold" grpId="0" nodeType="withEffect">
                                  <p:stCondLst>
                                    <p:cond delay="370"/>
                                  </p:stCondLst>
                                  <p:childTnLst>
                                    <p:set>
                                      <p:cBhvr>
                                        <p:cTn id="269" dur="1" fill="hold">
                                          <p:stCondLst>
                                            <p:cond delay="0"/>
                                          </p:stCondLst>
                                        </p:cTn>
                                        <p:tgtEl>
                                          <p:spTgt spid="89"/>
                                        </p:tgtEl>
                                        <p:attrNameLst>
                                          <p:attrName>style.visibility</p:attrName>
                                        </p:attrNameLst>
                                      </p:cBhvr>
                                      <p:to>
                                        <p:strVal val="visible"/>
                                      </p:to>
                                    </p:set>
                                    <p:anim calcmode="lin" valueType="num">
                                      <p:cBhvr>
                                        <p:cTn id="270" dur="750" fill="hold"/>
                                        <p:tgtEl>
                                          <p:spTgt spid="89"/>
                                        </p:tgtEl>
                                        <p:attrNameLst>
                                          <p:attrName>ppt_w</p:attrName>
                                        </p:attrNameLst>
                                      </p:cBhvr>
                                      <p:tavLst>
                                        <p:tav tm="0">
                                          <p:val>
                                            <p:fltVal val="0"/>
                                          </p:val>
                                        </p:tav>
                                        <p:tav tm="100000">
                                          <p:val>
                                            <p:strVal val="#ppt_w"/>
                                          </p:val>
                                        </p:tav>
                                      </p:tavLst>
                                    </p:anim>
                                    <p:anim calcmode="lin" valueType="num">
                                      <p:cBhvr>
                                        <p:cTn id="271" dur="750" fill="hold"/>
                                        <p:tgtEl>
                                          <p:spTgt spid="89"/>
                                        </p:tgtEl>
                                        <p:attrNameLst>
                                          <p:attrName>ppt_h</p:attrName>
                                        </p:attrNameLst>
                                      </p:cBhvr>
                                      <p:tavLst>
                                        <p:tav tm="0">
                                          <p:val>
                                            <p:fltVal val="0"/>
                                          </p:val>
                                        </p:tav>
                                        <p:tav tm="100000">
                                          <p:val>
                                            <p:strVal val="#ppt_h"/>
                                          </p:val>
                                        </p:tav>
                                      </p:tavLst>
                                    </p:anim>
                                    <p:animEffect transition="in" filter="fade">
                                      <p:cBhvr>
                                        <p:cTn id="272" dur="750"/>
                                        <p:tgtEl>
                                          <p:spTgt spid="89"/>
                                        </p:tgtEl>
                                      </p:cBhvr>
                                    </p:animEffect>
                                  </p:childTnLst>
                                </p:cTn>
                              </p:par>
                              <p:par>
                                <p:cTn id="273" presetID="53" presetClass="entr" presetSubtype="16" fill="hold" nodeType="withEffect">
                                  <p:stCondLst>
                                    <p:cond delay="370"/>
                                  </p:stCondLst>
                                  <p:childTnLst>
                                    <p:set>
                                      <p:cBhvr>
                                        <p:cTn id="274" dur="1" fill="hold">
                                          <p:stCondLst>
                                            <p:cond delay="0"/>
                                          </p:stCondLst>
                                        </p:cTn>
                                        <p:tgtEl>
                                          <p:spTgt spid="90"/>
                                        </p:tgtEl>
                                        <p:attrNameLst>
                                          <p:attrName>style.visibility</p:attrName>
                                        </p:attrNameLst>
                                      </p:cBhvr>
                                      <p:to>
                                        <p:strVal val="visible"/>
                                      </p:to>
                                    </p:set>
                                    <p:anim calcmode="lin" valueType="num">
                                      <p:cBhvr>
                                        <p:cTn id="275" dur="750" fill="hold"/>
                                        <p:tgtEl>
                                          <p:spTgt spid="90"/>
                                        </p:tgtEl>
                                        <p:attrNameLst>
                                          <p:attrName>ppt_w</p:attrName>
                                        </p:attrNameLst>
                                      </p:cBhvr>
                                      <p:tavLst>
                                        <p:tav tm="0">
                                          <p:val>
                                            <p:fltVal val="0"/>
                                          </p:val>
                                        </p:tav>
                                        <p:tav tm="100000">
                                          <p:val>
                                            <p:strVal val="#ppt_w"/>
                                          </p:val>
                                        </p:tav>
                                      </p:tavLst>
                                    </p:anim>
                                    <p:anim calcmode="lin" valueType="num">
                                      <p:cBhvr>
                                        <p:cTn id="276" dur="750" fill="hold"/>
                                        <p:tgtEl>
                                          <p:spTgt spid="90"/>
                                        </p:tgtEl>
                                        <p:attrNameLst>
                                          <p:attrName>ppt_h</p:attrName>
                                        </p:attrNameLst>
                                      </p:cBhvr>
                                      <p:tavLst>
                                        <p:tav tm="0">
                                          <p:val>
                                            <p:fltVal val="0"/>
                                          </p:val>
                                        </p:tav>
                                        <p:tav tm="100000">
                                          <p:val>
                                            <p:strVal val="#ppt_h"/>
                                          </p:val>
                                        </p:tav>
                                      </p:tavLst>
                                    </p:anim>
                                    <p:animEffect transition="in" filter="fade">
                                      <p:cBhvr>
                                        <p:cTn id="277" dur="750"/>
                                        <p:tgtEl>
                                          <p:spTgt spid="90"/>
                                        </p:tgtEl>
                                      </p:cBhvr>
                                    </p:animEffect>
                                  </p:childTnLst>
                                </p:cTn>
                              </p:par>
                              <p:par>
                                <p:cTn id="278" presetID="53" presetClass="entr" presetSubtype="16" fill="hold" grpId="0" nodeType="withEffect">
                                  <p:stCondLst>
                                    <p:cond delay="370"/>
                                  </p:stCondLst>
                                  <p:childTnLst>
                                    <p:set>
                                      <p:cBhvr>
                                        <p:cTn id="279" dur="1" fill="hold">
                                          <p:stCondLst>
                                            <p:cond delay="0"/>
                                          </p:stCondLst>
                                        </p:cTn>
                                        <p:tgtEl>
                                          <p:spTgt spid="91"/>
                                        </p:tgtEl>
                                        <p:attrNameLst>
                                          <p:attrName>style.visibility</p:attrName>
                                        </p:attrNameLst>
                                      </p:cBhvr>
                                      <p:to>
                                        <p:strVal val="visible"/>
                                      </p:to>
                                    </p:set>
                                    <p:anim calcmode="lin" valueType="num">
                                      <p:cBhvr>
                                        <p:cTn id="280" dur="750" fill="hold"/>
                                        <p:tgtEl>
                                          <p:spTgt spid="91"/>
                                        </p:tgtEl>
                                        <p:attrNameLst>
                                          <p:attrName>ppt_w</p:attrName>
                                        </p:attrNameLst>
                                      </p:cBhvr>
                                      <p:tavLst>
                                        <p:tav tm="0">
                                          <p:val>
                                            <p:fltVal val="0"/>
                                          </p:val>
                                        </p:tav>
                                        <p:tav tm="100000">
                                          <p:val>
                                            <p:strVal val="#ppt_w"/>
                                          </p:val>
                                        </p:tav>
                                      </p:tavLst>
                                    </p:anim>
                                    <p:anim calcmode="lin" valueType="num">
                                      <p:cBhvr>
                                        <p:cTn id="281" dur="750" fill="hold"/>
                                        <p:tgtEl>
                                          <p:spTgt spid="91"/>
                                        </p:tgtEl>
                                        <p:attrNameLst>
                                          <p:attrName>ppt_h</p:attrName>
                                        </p:attrNameLst>
                                      </p:cBhvr>
                                      <p:tavLst>
                                        <p:tav tm="0">
                                          <p:val>
                                            <p:fltVal val="0"/>
                                          </p:val>
                                        </p:tav>
                                        <p:tav tm="100000">
                                          <p:val>
                                            <p:strVal val="#ppt_h"/>
                                          </p:val>
                                        </p:tav>
                                      </p:tavLst>
                                    </p:anim>
                                    <p:animEffect transition="in" filter="fade">
                                      <p:cBhvr>
                                        <p:cTn id="282" dur="750"/>
                                        <p:tgtEl>
                                          <p:spTgt spid="91"/>
                                        </p:tgtEl>
                                      </p:cBhvr>
                                    </p:animEffect>
                                  </p:childTnLst>
                                </p:cTn>
                              </p:par>
                              <p:par>
                                <p:cTn id="283" presetID="53" presetClass="entr" presetSubtype="16" fill="hold" grpId="0" nodeType="withEffect">
                                  <p:stCondLst>
                                    <p:cond delay="370"/>
                                  </p:stCondLst>
                                  <p:childTnLst>
                                    <p:set>
                                      <p:cBhvr>
                                        <p:cTn id="284" dur="1" fill="hold">
                                          <p:stCondLst>
                                            <p:cond delay="0"/>
                                          </p:stCondLst>
                                        </p:cTn>
                                        <p:tgtEl>
                                          <p:spTgt spid="92"/>
                                        </p:tgtEl>
                                        <p:attrNameLst>
                                          <p:attrName>style.visibility</p:attrName>
                                        </p:attrNameLst>
                                      </p:cBhvr>
                                      <p:to>
                                        <p:strVal val="visible"/>
                                      </p:to>
                                    </p:set>
                                    <p:anim calcmode="lin" valueType="num">
                                      <p:cBhvr>
                                        <p:cTn id="285" dur="750" fill="hold"/>
                                        <p:tgtEl>
                                          <p:spTgt spid="92"/>
                                        </p:tgtEl>
                                        <p:attrNameLst>
                                          <p:attrName>ppt_w</p:attrName>
                                        </p:attrNameLst>
                                      </p:cBhvr>
                                      <p:tavLst>
                                        <p:tav tm="0">
                                          <p:val>
                                            <p:fltVal val="0"/>
                                          </p:val>
                                        </p:tav>
                                        <p:tav tm="100000">
                                          <p:val>
                                            <p:strVal val="#ppt_w"/>
                                          </p:val>
                                        </p:tav>
                                      </p:tavLst>
                                    </p:anim>
                                    <p:anim calcmode="lin" valueType="num">
                                      <p:cBhvr>
                                        <p:cTn id="286" dur="750" fill="hold"/>
                                        <p:tgtEl>
                                          <p:spTgt spid="92"/>
                                        </p:tgtEl>
                                        <p:attrNameLst>
                                          <p:attrName>ppt_h</p:attrName>
                                        </p:attrNameLst>
                                      </p:cBhvr>
                                      <p:tavLst>
                                        <p:tav tm="0">
                                          <p:val>
                                            <p:fltVal val="0"/>
                                          </p:val>
                                        </p:tav>
                                        <p:tav tm="100000">
                                          <p:val>
                                            <p:strVal val="#ppt_h"/>
                                          </p:val>
                                        </p:tav>
                                      </p:tavLst>
                                    </p:anim>
                                    <p:animEffect transition="in" filter="fade">
                                      <p:cBhvr>
                                        <p:cTn id="287" dur="750"/>
                                        <p:tgtEl>
                                          <p:spTgt spid="92"/>
                                        </p:tgtEl>
                                      </p:cBhvr>
                                    </p:animEffect>
                                  </p:childTnLst>
                                </p:cTn>
                              </p:par>
                              <p:par>
                                <p:cTn id="288" presetID="53" presetClass="entr" presetSubtype="16" fill="hold" grpId="0" nodeType="withEffect">
                                  <p:stCondLst>
                                    <p:cond delay="370"/>
                                  </p:stCondLst>
                                  <p:childTnLst>
                                    <p:set>
                                      <p:cBhvr>
                                        <p:cTn id="289" dur="1" fill="hold">
                                          <p:stCondLst>
                                            <p:cond delay="0"/>
                                          </p:stCondLst>
                                        </p:cTn>
                                        <p:tgtEl>
                                          <p:spTgt spid="93"/>
                                        </p:tgtEl>
                                        <p:attrNameLst>
                                          <p:attrName>style.visibility</p:attrName>
                                        </p:attrNameLst>
                                      </p:cBhvr>
                                      <p:to>
                                        <p:strVal val="visible"/>
                                      </p:to>
                                    </p:set>
                                    <p:anim calcmode="lin" valueType="num">
                                      <p:cBhvr>
                                        <p:cTn id="290" dur="750" fill="hold"/>
                                        <p:tgtEl>
                                          <p:spTgt spid="93"/>
                                        </p:tgtEl>
                                        <p:attrNameLst>
                                          <p:attrName>ppt_w</p:attrName>
                                        </p:attrNameLst>
                                      </p:cBhvr>
                                      <p:tavLst>
                                        <p:tav tm="0">
                                          <p:val>
                                            <p:fltVal val="0"/>
                                          </p:val>
                                        </p:tav>
                                        <p:tav tm="100000">
                                          <p:val>
                                            <p:strVal val="#ppt_w"/>
                                          </p:val>
                                        </p:tav>
                                      </p:tavLst>
                                    </p:anim>
                                    <p:anim calcmode="lin" valueType="num">
                                      <p:cBhvr>
                                        <p:cTn id="291" dur="750" fill="hold"/>
                                        <p:tgtEl>
                                          <p:spTgt spid="93"/>
                                        </p:tgtEl>
                                        <p:attrNameLst>
                                          <p:attrName>ppt_h</p:attrName>
                                        </p:attrNameLst>
                                      </p:cBhvr>
                                      <p:tavLst>
                                        <p:tav tm="0">
                                          <p:val>
                                            <p:fltVal val="0"/>
                                          </p:val>
                                        </p:tav>
                                        <p:tav tm="100000">
                                          <p:val>
                                            <p:strVal val="#ppt_h"/>
                                          </p:val>
                                        </p:tav>
                                      </p:tavLst>
                                    </p:anim>
                                    <p:animEffect transition="in" filter="fade">
                                      <p:cBhvr>
                                        <p:cTn id="292" dur="750"/>
                                        <p:tgtEl>
                                          <p:spTgt spid="93"/>
                                        </p:tgtEl>
                                      </p:cBhvr>
                                    </p:animEffect>
                                  </p:childTnLst>
                                </p:cTn>
                              </p:par>
                              <p:par>
                                <p:cTn id="293" presetID="53" presetClass="entr" presetSubtype="16" fill="hold" grpId="0" nodeType="withEffect">
                                  <p:stCondLst>
                                    <p:cond delay="370"/>
                                  </p:stCondLst>
                                  <p:childTnLst>
                                    <p:set>
                                      <p:cBhvr>
                                        <p:cTn id="294" dur="1" fill="hold">
                                          <p:stCondLst>
                                            <p:cond delay="0"/>
                                          </p:stCondLst>
                                        </p:cTn>
                                        <p:tgtEl>
                                          <p:spTgt spid="94"/>
                                        </p:tgtEl>
                                        <p:attrNameLst>
                                          <p:attrName>style.visibility</p:attrName>
                                        </p:attrNameLst>
                                      </p:cBhvr>
                                      <p:to>
                                        <p:strVal val="visible"/>
                                      </p:to>
                                    </p:set>
                                    <p:anim calcmode="lin" valueType="num">
                                      <p:cBhvr>
                                        <p:cTn id="295" dur="750" fill="hold"/>
                                        <p:tgtEl>
                                          <p:spTgt spid="94"/>
                                        </p:tgtEl>
                                        <p:attrNameLst>
                                          <p:attrName>ppt_w</p:attrName>
                                        </p:attrNameLst>
                                      </p:cBhvr>
                                      <p:tavLst>
                                        <p:tav tm="0">
                                          <p:val>
                                            <p:fltVal val="0"/>
                                          </p:val>
                                        </p:tav>
                                        <p:tav tm="100000">
                                          <p:val>
                                            <p:strVal val="#ppt_w"/>
                                          </p:val>
                                        </p:tav>
                                      </p:tavLst>
                                    </p:anim>
                                    <p:anim calcmode="lin" valueType="num">
                                      <p:cBhvr>
                                        <p:cTn id="296" dur="750" fill="hold"/>
                                        <p:tgtEl>
                                          <p:spTgt spid="94"/>
                                        </p:tgtEl>
                                        <p:attrNameLst>
                                          <p:attrName>ppt_h</p:attrName>
                                        </p:attrNameLst>
                                      </p:cBhvr>
                                      <p:tavLst>
                                        <p:tav tm="0">
                                          <p:val>
                                            <p:fltVal val="0"/>
                                          </p:val>
                                        </p:tav>
                                        <p:tav tm="100000">
                                          <p:val>
                                            <p:strVal val="#ppt_h"/>
                                          </p:val>
                                        </p:tav>
                                      </p:tavLst>
                                    </p:anim>
                                    <p:animEffect transition="in" filter="fade">
                                      <p:cBhvr>
                                        <p:cTn id="297" dur="750"/>
                                        <p:tgtEl>
                                          <p:spTgt spid="94"/>
                                        </p:tgtEl>
                                      </p:cBhvr>
                                    </p:animEffect>
                                  </p:childTnLst>
                                </p:cTn>
                              </p:par>
                              <p:par>
                                <p:cTn id="298" presetID="53" presetClass="entr" presetSubtype="16" fill="hold" nodeType="withEffect">
                                  <p:stCondLst>
                                    <p:cond delay="370"/>
                                  </p:stCondLst>
                                  <p:childTnLst>
                                    <p:set>
                                      <p:cBhvr>
                                        <p:cTn id="299" dur="1" fill="hold">
                                          <p:stCondLst>
                                            <p:cond delay="0"/>
                                          </p:stCondLst>
                                        </p:cTn>
                                        <p:tgtEl>
                                          <p:spTgt spid="95"/>
                                        </p:tgtEl>
                                        <p:attrNameLst>
                                          <p:attrName>style.visibility</p:attrName>
                                        </p:attrNameLst>
                                      </p:cBhvr>
                                      <p:to>
                                        <p:strVal val="visible"/>
                                      </p:to>
                                    </p:set>
                                    <p:anim calcmode="lin" valueType="num">
                                      <p:cBhvr>
                                        <p:cTn id="300" dur="750" fill="hold"/>
                                        <p:tgtEl>
                                          <p:spTgt spid="95"/>
                                        </p:tgtEl>
                                        <p:attrNameLst>
                                          <p:attrName>ppt_w</p:attrName>
                                        </p:attrNameLst>
                                      </p:cBhvr>
                                      <p:tavLst>
                                        <p:tav tm="0">
                                          <p:val>
                                            <p:fltVal val="0"/>
                                          </p:val>
                                        </p:tav>
                                        <p:tav tm="100000">
                                          <p:val>
                                            <p:strVal val="#ppt_w"/>
                                          </p:val>
                                        </p:tav>
                                      </p:tavLst>
                                    </p:anim>
                                    <p:anim calcmode="lin" valueType="num">
                                      <p:cBhvr>
                                        <p:cTn id="301" dur="750" fill="hold"/>
                                        <p:tgtEl>
                                          <p:spTgt spid="95"/>
                                        </p:tgtEl>
                                        <p:attrNameLst>
                                          <p:attrName>ppt_h</p:attrName>
                                        </p:attrNameLst>
                                      </p:cBhvr>
                                      <p:tavLst>
                                        <p:tav tm="0">
                                          <p:val>
                                            <p:fltVal val="0"/>
                                          </p:val>
                                        </p:tav>
                                        <p:tav tm="100000">
                                          <p:val>
                                            <p:strVal val="#ppt_h"/>
                                          </p:val>
                                        </p:tav>
                                      </p:tavLst>
                                    </p:anim>
                                    <p:animEffect transition="in" filter="fade">
                                      <p:cBhvr>
                                        <p:cTn id="302" dur="750"/>
                                        <p:tgtEl>
                                          <p:spTgt spid="95"/>
                                        </p:tgtEl>
                                      </p:cBhvr>
                                    </p:animEffect>
                                  </p:childTnLst>
                                </p:cTn>
                              </p:par>
                              <p:par>
                                <p:cTn id="303" presetID="53" presetClass="entr" presetSubtype="16" fill="hold" grpId="0" nodeType="withEffect">
                                  <p:stCondLst>
                                    <p:cond delay="370"/>
                                  </p:stCondLst>
                                  <p:childTnLst>
                                    <p:set>
                                      <p:cBhvr>
                                        <p:cTn id="304" dur="1" fill="hold">
                                          <p:stCondLst>
                                            <p:cond delay="0"/>
                                          </p:stCondLst>
                                        </p:cTn>
                                        <p:tgtEl>
                                          <p:spTgt spid="96"/>
                                        </p:tgtEl>
                                        <p:attrNameLst>
                                          <p:attrName>style.visibility</p:attrName>
                                        </p:attrNameLst>
                                      </p:cBhvr>
                                      <p:to>
                                        <p:strVal val="visible"/>
                                      </p:to>
                                    </p:set>
                                    <p:anim calcmode="lin" valueType="num">
                                      <p:cBhvr>
                                        <p:cTn id="305" dur="750" fill="hold"/>
                                        <p:tgtEl>
                                          <p:spTgt spid="96"/>
                                        </p:tgtEl>
                                        <p:attrNameLst>
                                          <p:attrName>ppt_w</p:attrName>
                                        </p:attrNameLst>
                                      </p:cBhvr>
                                      <p:tavLst>
                                        <p:tav tm="0">
                                          <p:val>
                                            <p:fltVal val="0"/>
                                          </p:val>
                                        </p:tav>
                                        <p:tav tm="100000">
                                          <p:val>
                                            <p:strVal val="#ppt_w"/>
                                          </p:val>
                                        </p:tav>
                                      </p:tavLst>
                                    </p:anim>
                                    <p:anim calcmode="lin" valueType="num">
                                      <p:cBhvr>
                                        <p:cTn id="306" dur="750" fill="hold"/>
                                        <p:tgtEl>
                                          <p:spTgt spid="96"/>
                                        </p:tgtEl>
                                        <p:attrNameLst>
                                          <p:attrName>ppt_h</p:attrName>
                                        </p:attrNameLst>
                                      </p:cBhvr>
                                      <p:tavLst>
                                        <p:tav tm="0">
                                          <p:val>
                                            <p:fltVal val="0"/>
                                          </p:val>
                                        </p:tav>
                                        <p:tav tm="100000">
                                          <p:val>
                                            <p:strVal val="#ppt_h"/>
                                          </p:val>
                                        </p:tav>
                                      </p:tavLst>
                                    </p:anim>
                                    <p:animEffect transition="in" filter="fade">
                                      <p:cBhvr>
                                        <p:cTn id="307" dur="750"/>
                                        <p:tgtEl>
                                          <p:spTgt spid="96"/>
                                        </p:tgtEl>
                                      </p:cBhvr>
                                    </p:animEffect>
                                  </p:childTnLst>
                                </p:cTn>
                              </p:par>
                              <p:par>
                                <p:cTn id="308" presetID="53" presetClass="entr" presetSubtype="16" fill="hold" grpId="0" nodeType="withEffect">
                                  <p:stCondLst>
                                    <p:cond delay="370"/>
                                  </p:stCondLst>
                                  <p:childTnLst>
                                    <p:set>
                                      <p:cBhvr>
                                        <p:cTn id="309" dur="1" fill="hold">
                                          <p:stCondLst>
                                            <p:cond delay="0"/>
                                          </p:stCondLst>
                                        </p:cTn>
                                        <p:tgtEl>
                                          <p:spTgt spid="97"/>
                                        </p:tgtEl>
                                        <p:attrNameLst>
                                          <p:attrName>style.visibility</p:attrName>
                                        </p:attrNameLst>
                                      </p:cBhvr>
                                      <p:to>
                                        <p:strVal val="visible"/>
                                      </p:to>
                                    </p:set>
                                    <p:anim calcmode="lin" valueType="num">
                                      <p:cBhvr>
                                        <p:cTn id="310" dur="750" fill="hold"/>
                                        <p:tgtEl>
                                          <p:spTgt spid="97"/>
                                        </p:tgtEl>
                                        <p:attrNameLst>
                                          <p:attrName>ppt_w</p:attrName>
                                        </p:attrNameLst>
                                      </p:cBhvr>
                                      <p:tavLst>
                                        <p:tav tm="0">
                                          <p:val>
                                            <p:fltVal val="0"/>
                                          </p:val>
                                        </p:tav>
                                        <p:tav tm="100000">
                                          <p:val>
                                            <p:strVal val="#ppt_w"/>
                                          </p:val>
                                        </p:tav>
                                      </p:tavLst>
                                    </p:anim>
                                    <p:anim calcmode="lin" valueType="num">
                                      <p:cBhvr>
                                        <p:cTn id="311" dur="750" fill="hold"/>
                                        <p:tgtEl>
                                          <p:spTgt spid="97"/>
                                        </p:tgtEl>
                                        <p:attrNameLst>
                                          <p:attrName>ppt_h</p:attrName>
                                        </p:attrNameLst>
                                      </p:cBhvr>
                                      <p:tavLst>
                                        <p:tav tm="0">
                                          <p:val>
                                            <p:fltVal val="0"/>
                                          </p:val>
                                        </p:tav>
                                        <p:tav tm="100000">
                                          <p:val>
                                            <p:strVal val="#ppt_h"/>
                                          </p:val>
                                        </p:tav>
                                      </p:tavLst>
                                    </p:anim>
                                    <p:animEffect transition="in" filter="fade">
                                      <p:cBhvr>
                                        <p:cTn id="312" dur="750"/>
                                        <p:tgtEl>
                                          <p:spTgt spid="97"/>
                                        </p:tgtEl>
                                      </p:cBhvr>
                                    </p:animEffect>
                                  </p:childTnLst>
                                </p:cTn>
                              </p:par>
                              <p:par>
                                <p:cTn id="313" presetID="53" presetClass="entr" presetSubtype="16" fill="hold" grpId="0" nodeType="withEffect">
                                  <p:stCondLst>
                                    <p:cond delay="370"/>
                                  </p:stCondLst>
                                  <p:childTnLst>
                                    <p:set>
                                      <p:cBhvr>
                                        <p:cTn id="314" dur="1" fill="hold">
                                          <p:stCondLst>
                                            <p:cond delay="0"/>
                                          </p:stCondLst>
                                        </p:cTn>
                                        <p:tgtEl>
                                          <p:spTgt spid="98"/>
                                        </p:tgtEl>
                                        <p:attrNameLst>
                                          <p:attrName>style.visibility</p:attrName>
                                        </p:attrNameLst>
                                      </p:cBhvr>
                                      <p:to>
                                        <p:strVal val="visible"/>
                                      </p:to>
                                    </p:set>
                                    <p:anim calcmode="lin" valueType="num">
                                      <p:cBhvr>
                                        <p:cTn id="315" dur="750" fill="hold"/>
                                        <p:tgtEl>
                                          <p:spTgt spid="98"/>
                                        </p:tgtEl>
                                        <p:attrNameLst>
                                          <p:attrName>ppt_w</p:attrName>
                                        </p:attrNameLst>
                                      </p:cBhvr>
                                      <p:tavLst>
                                        <p:tav tm="0">
                                          <p:val>
                                            <p:fltVal val="0"/>
                                          </p:val>
                                        </p:tav>
                                        <p:tav tm="100000">
                                          <p:val>
                                            <p:strVal val="#ppt_w"/>
                                          </p:val>
                                        </p:tav>
                                      </p:tavLst>
                                    </p:anim>
                                    <p:anim calcmode="lin" valueType="num">
                                      <p:cBhvr>
                                        <p:cTn id="316" dur="750" fill="hold"/>
                                        <p:tgtEl>
                                          <p:spTgt spid="98"/>
                                        </p:tgtEl>
                                        <p:attrNameLst>
                                          <p:attrName>ppt_h</p:attrName>
                                        </p:attrNameLst>
                                      </p:cBhvr>
                                      <p:tavLst>
                                        <p:tav tm="0">
                                          <p:val>
                                            <p:fltVal val="0"/>
                                          </p:val>
                                        </p:tav>
                                        <p:tav tm="100000">
                                          <p:val>
                                            <p:strVal val="#ppt_h"/>
                                          </p:val>
                                        </p:tav>
                                      </p:tavLst>
                                    </p:anim>
                                    <p:animEffect transition="in" filter="fade">
                                      <p:cBhvr>
                                        <p:cTn id="317" dur="750"/>
                                        <p:tgtEl>
                                          <p:spTgt spid="98"/>
                                        </p:tgtEl>
                                      </p:cBhvr>
                                    </p:animEffect>
                                  </p:childTnLst>
                                </p:cTn>
                              </p:par>
                              <p:par>
                                <p:cTn id="318" presetID="53" presetClass="entr" presetSubtype="16" fill="hold" grpId="0" nodeType="withEffect">
                                  <p:stCondLst>
                                    <p:cond delay="370"/>
                                  </p:stCondLst>
                                  <p:childTnLst>
                                    <p:set>
                                      <p:cBhvr>
                                        <p:cTn id="319" dur="1" fill="hold">
                                          <p:stCondLst>
                                            <p:cond delay="0"/>
                                          </p:stCondLst>
                                        </p:cTn>
                                        <p:tgtEl>
                                          <p:spTgt spid="99"/>
                                        </p:tgtEl>
                                        <p:attrNameLst>
                                          <p:attrName>style.visibility</p:attrName>
                                        </p:attrNameLst>
                                      </p:cBhvr>
                                      <p:to>
                                        <p:strVal val="visible"/>
                                      </p:to>
                                    </p:set>
                                    <p:anim calcmode="lin" valueType="num">
                                      <p:cBhvr>
                                        <p:cTn id="320" dur="750" fill="hold"/>
                                        <p:tgtEl>
                                          <p:spTgt spid="99"/>
                                        </p:tgtEl>
                                        <p:attrNameLst>
                                          <p:attrName>ppt_w</p:attrName>
                                        </p:attrNameLst>
                                      </p:cBhvr>
                                      <p:tavLst>
                                        <p:tav tm="0">
                                          <p:val>
                                            <p:fltVal val="0"/>
                                          </p:val>
                                        </p:tav>
                                        <p:tav tm="100000">
                                          <p:val>
                                            <p:strVal val="#ppt_w"/>
                                          </p:val>
                                        </p:tav>
                                      </p:tavLst>
                                    </p:anim>
                                    <p:anim calcmode="lin" valueType="num">
                                      <p:cBhvr>
                                        <p:cTn id="321" dur="750" fill="hold"/>
                                        <p:tgtEl>
                                          <p:spTgt spid="99"/>
                                        </p:tgtEl>
                                        <p:attrNameLst>
                                          <p:attrName>ppt_h</p:attrName>
                                        </p:attrNameLst>
                                      </p:cBhvr>
                                      <p:tavLst>
                                        <p:tav tm="0">
                                          <p:val>
                                            <p:fltVal val="0"/>
                                          </p:val>
                                        </p:tav>
                                        <p:tav tm="100000">
                                          <p:val>
                                            <p:strVal val="#ppt_h"/>
                                          </p:val>
                                        </p:tav>
                                      </p:tavLst>
                                    </p:anim>
                                    <p:animEffect transition="in" filter="fade">
                                      <p:cBhvr>
                                        <p:cTn id="322" dur="750"/>
                                        <p:tgtEl>
                                          <p:spTgt spid="99"/>
                                        </p:tgtEl>
                                      </p:cBhvr>
                                    </p:animEffect>
                                  </p:childTnLst>
                                </p:cTn>
                              </p:par>
                              <p:par>
                                <p:cTn id="323" presetID="53" presetClass="entr" presetSubtype="16" fill="hold" nodeType="withEffect">
                                  <p:stCondLst>
                                    <p:cond delay="370"/>
                                  </p:stCondLst>
                                  <p:childTnLst>
                                    <p:set>
                                      <p:cBhvr>
                                        <p:cTn id="324" dur="1" fill="hold">
                                          <p:stCondLst>
                                            <p:cond delay="0"/>
                                          </p:stCondLst>
                                        </p:cTn>
                                        <p:tgtEl>
                                          <p:spTgt spid="100"/>
                                        </p:tgtEl>
                                        <p:attrNameLst>
                                          <p:attrName>style.visibility</p:attrName>
                                        </p:attrNameLst>
                                      </p:cBhvr>
                                      <p:to>
                                        <p:strVal val="visible"/>
                                      </p:to>
                                    </p:set>
                                    <p:anim calcmode="lin" valueType="num">
                                      <p:cBhvr>
                                        <p:cTn id="325" dur="750" fill="hold"/>
                                        <p:tgtEl>
                                          <p:spTgt spid="100"/>
                                        </p:tgtEl>
                                        <p:attrNameLst>
                                          <p:attrName>ppt_w</p:attrName>
                                        </p:attrNameLst>
                                      </p:cBhvr>
                                      <p:tavLst>
                                        <p:tav tm="0">
                                          <p:val>
                                            <p:fltVal val="0"/>
                                          </p:val>
                                        </p:tav>
                                        <p:tav tm="100000">
                                          <p:val>
                                            <p:strVal val="#ppt_w"/>
                                          </p:val>
                                        </p:tav>
                                      </p:tavLst>
                                    </p:anim>
                                    <p:anim calcmode="lin" valueType="num">
                                      <p:cBhvr>
                                        <p:cTn id="326" dur="750" fill="hold"/>
                                        <p:tgtEl>
                                          <p:spTgt spid="100"/>
                                        </p:tgtEl>
                                        <p:attrNameLst>
                                          <p:attrName>ppt_h</p:attrName>
                                        </p:attrNameLst>
                                      </p:cBhvr>
                                      <p:tavLst>
                                        <p:tav tm="0">
                                          <p:val>
                                            <p:fltVal val="0"/>
                                          </p:val>
                                        </p:tav>
                                        <p:tav tm="100000">
                                          <p:val>
                                            <p:strVal val="#ppt_h"/>
                                          </p:val>
                                        </p:tav>
                                      </p:tavLst>
                                    </p:anim>
                                    <p:animEffect transition="in" filter="fade">
                                      <p:cBhvr>
                                        <p:cTn id="327" dur="750"/>
                                        <p:tgtEl>
                                          <p:spTgt spid="100"/>
                                        </p:tgtEl>
                                      </p:cBhvr>
                                    </p:animEffect>
                                  </p:childTnLst>
                                </p:cTn>
                              </p:par>
                              <p:par>
                                <p:cTn id="328" presetID="53" presetClass="entr" presetSubtype="16" fill="hold" grpId="0" nodeType="withEffect">
                                  <p:stCondLst>
                                    <p:cond delay="370"/>
                                  </p:stCondLst>
                                  <p:childTnLst>
                                    <p:set>
                                      <p:cBhvr>
                                        <p:cTn id="329" dur="1" fill="hold">
                                          <p:stCondLst>
                                            <p:cond delay="0"/>
                                          </p:stCondLst>
                                        </p:cTn>
                                        <p:tgtEl>
                                          <p:spTgt spid="101"/>
                                        </p:tgtEl>
                                        <p:attrNameLst>
                                          <p:attrName>style.visibility</p:attrName>
                                        </p:attrNameLst>
                                      </p:cBhvr>
                                      <p:to>
                                        <p:strVal val="visible"/>
                                      </p:to>
                                    </p:set>
                                    <p:anim calcmode="lin" valueType="num">
                                      <p:cBhvr>
                                        <p:cTn id="330" dur="750" fill="hold"/>
                                        <p:tgtEl>
                                          <p:spTgt spid="101"/>
                                        </p:tgtEl>
                                        <p:attrNameLst>
                                          <p:attrName>ppt_w</p:attrName>
                                        </p:attrNameLst>
                                      </p:cBhvr>
                                      <p:tavLst>
                                        <p:tav tm="0">
                                          <p:val>
                                            <p:fltVal val="0"/>
                                          </p:val>
                                        </p:tav>
                                        <p:tav tm="100000">
                                          <p:val>
                                            <p:strVal val="#ppt_w"/>
                                          </p:val>
                                        </p:tav>
                                      </p:tavLst>
                                    </p:anim>
                                    <p:anim calcmode="lin" valueType="num">
                                      <p:cBhvr>
                                        <p:cTn id="331" dur="750" fill="hold"/>
                                        <p:tgtEl>
                                          <p:spTgt spid="101"/>
                                        </p:tgtEl>
                                        <p:attrNameLst>
                                          <p:attrName>ppt_h</p:attrName>
                                        </p:attrNameLst>
                                      </p:cBhvr>
                                      <p:tavLst>
                                        <p:tav tm="0">
                                          <p:val>
                                            <p:fltVal val="0"/>
                                          </p:val>
                                        </p:tav>
                                        <p:tav tm="100000">
                                          <p:val>
                                            <p:strVal val="#ppt_h"/>
                                          </p:val>
                                        </p:tav>
                                      </p:tavLst>
                                    </p:anim>
                                    <p:animEffect transition="in" filter="fade">
                                      <p:cBhvr>
                                        <p:cTn id="332" dur="750"/>
                                        <p:tgtEl>
                                          <p:spTgt spid="101"/>
                                        </p:tgtEl>
                                      </p:cBhvr>
                                    </p:animEffect>
                                  </p:childTnLst>
                                </p:cTn>
                              </p:par>
                              <p:par>
                                <p:cTn id="333" presetID="53" presetClass="entr" presetSubtype="16" fill="hold" grpId="0" nodeType="withEffect">
                                  <p:stCondLst>
                                    <p:cond delay="370"/>
                                  </p:stCondLst>
                                  <p:childTnLst>
                                    <p:set>
                                      <p:cBhvr>
                                        <p:cTn id="334" dur="1" fill="hold">
                                          <p:stCondLst>
                                            <p:cond delay="0"/>
                                          </p:stCondLst>
                                        </p:cTn>
                                        <p:tgtEl>
                                          <p:spTgt spid="102"/>
                                        </p:tgtEl>
                                        <p:attrNameLst>
                                          <p:attrName>style.visibility</p:attrName>
                                        </p:attrNameLst>
                                      </p:cBhvr>
                                      <p:to>
                                        <p:strVal val="visible"/>
                                      </p:to>
                                    </p:set>
                                    <p:anim calcmode="lin" valueType="num">
                                      <p:cBhvr>
                                        <p:cTn id="335" dur="750" fill="hold"/>
                                        <p:tgtEl>
                                          <p:spTgt spid="102"/>
                                        </p:tgtEl>
                                        <p:attrNameLst>
                                          <p:attrName>ppt_w</p:attrName>
                                        </p:attrNameLst>
                                      </p:cBhvr>
                                      <p:tavLst>
                                        <p:tav tm="0">
                                          <p:val>
                                            <p:fltVal val="0"/>
                                          </p:val>
                                        </p:tav>
                                        <p:tav tm="100000">
                                          <p:val>
                                            <p:strVal val="#ppt_w"/>
                                          </p:val>
                                        </p:tav>
                                      </p:tavLst>
                                    </p:anim>
                                    <p:anim calcmode="lin" valueType="num">
                                      <p:cBhvr>
                                        <p:cTn id="336" dur="750" fill="hold"/>
                                        <p:tgtEl>
                                          <p:spTgt spid="102"/>
                                        </p:tgtEl>
                                        <p:attrNameLst>
                                          <p:attrName>ppt_h</p:attrName>
                                        </p:attrNameLst>
                                      </p:cBhvr>
                                      <p:tavLst>
                                        <p:tav tm="0">
                                          <p:val>
                                            <p:fltVal val="0"/>
                                          </p:val>
                                        </p:tav>
                                        <p:tav tm="100000">
                                          <p:val>
                                            <p:strVal val="#ppt_h"/>
                                          </p:val>
                                        </p:tav>
                                      </p:tavLst>
                                    </p:anim>
                                    <p:animEffect transition="in" filter="fade">
                                      <p:cBhvr>
                                        <p:cTn id="337" dur="750"/>
                                        <p:tgtEl>
                                          <p:spTgt spid="102"/>
                                        </p:tgtEl>
                                      </p:cBhvr>
                                    </p:animEffect>
                                  </p:childTnLst>
                                </p:cTn>
                              </p:par>
                              <p:par>
                                <p:cTn id="338" presetID="53" presetClass="entr" presetSubtype="16" fill="hold" grpId="0" nodeType="withEffect">
                                  <p:stCondLst>
                                    <p:cond delay="370"/>
                                  </p:stCondLst>
                                  <p:childTnLst>
                                    <p:set>
                                      <p:cBhvr>
                                        <p:cTn id="339" dur="1" fill="hold">
                                          <p:stCondLst>
                                            <p:cond delay="0"/>
                                          </p:stCondLst>
                                        </p:cTn>
                                        <p:tgtEl>
                                          <p:spTgt spid="103"/>
                                        </p:tgtEl>
                                        <p:attrNameLst>
                                          <p:attrName>style.visibility</p:attrName>
                                        </p:attrNameLst>
                                      </p:cBhvr>
                                      <p:to>
                                        <p:strVal val="visible"/>
                                      </p:to>
                                    </p:set>
                                    <p:anim calcmode="lin" valueType="num">
                                      <p:cBhvr>
                                        <p:cTn id="340" dur="750" fill="hold"/>
                                        <p:tgtEl>
                                          <p:spTgt spid="103"/>
                                        </p:tgtEl>
                                        <p:attrNameLst>
                                          <p:attrName>ppt_w</p:attrName>
                                        </p:attrNameLst>
                                      </p:cBhvr>
                                      <p:tavLst>
                                        <p:tav tm="0">
                                          <p:val>
                                            <p:fltVal val="0"/>
                                          </p:val>
                                        </p:tav>
                                        <p:tav tm="100000">
                                          <p:val>
                                            <p:strVal val="#ppt_w"/>
                                          </p:val>
                                        </p:tav>
                                      </p:tavLst>
                                    </p:anim>
                                    <p:anim calcmode="lin" valueType="num">
                                      <p:cBhvr>
                                        <p:cTn id="341" dur="750" fill="hold"/>
                                        <p:tgtEl>
                                          <p:spTgt spid="103"/>
                                        </p:tgtEl>
                                        <p:attrNameLst>
                                          <p:attrName>ppt_h</p:attrName>
                                        </p:attrNameLst>
                                      </p:cBhvr>
                                      <p:tavLst>
                                        <p:tav tm="0">
                                          <p:val>
                                            <p:fltVal val="0"/>
                                          </p:val>
                                        </p:tav>
                                        <p:tav tm="100000">
                                          <p:val>
                                            <p:strVal val="#ppt_h"/>
                                          </p:val>
                                        </p:tav>
                                      </p:tavLst>
                                    </p:anim>
                                    <p:animEffect transition="in" filter="fade">
                                      <p:cBhvr>
                                        <p:cTn id="342" dur="750"/>
                                        <p:tgtEl>
                                          <p:spTgt spid="103"/>
                                        </p:tgtEl>
                                      </p:cBhvr>
                                    </p:animEffect>
                                  </p:childTnLst>
                                </p:cTn>
                              </p:par>
                              <p:par>
                                <p:cTn id="343" presetID="53" presetClass="entr" presetSubtype="16" fill="hold" grpId="0" nodeType="withEffect">
                                  <p:stCondLst>
                                    <p:cond delay="370"/>
                                  </p:stCondLst>
                                  <p:childTnLst>
                                    <p:set>
                                      <p:cBhvr>
                                        <p:cTn id="344" dur="1" fill="hold">
                                          <p:stCondLst>
                                            <p:cond delay="0"/>
                                          </p:stCondLst>
                                        </p:cTn>
                                        <p:tgtEl>
                                          <p:spTgt spid="104"/>
                                        </p:tgtEl>
                                        <p:attrNameLst>
                                          <p:attrName>style.visibility</p:attrName>
                                        </p:attrNameLst>
                                      </p:cBhvr>
                                      <p:to>
                                        <p:strVal val="visible"/>
                                      </p:to>
                                    </p:set>
                                    <p:anim calcmode="lin" valueType="num">
                                      <p:cBhvr>
                                        <p:cTn id="345" dur="750" fill="hold"/>
                                        <p:tgtEl>
                                          <p:spTgt spid="104"/>
                                        </p:tgtEl>
                                        <p:attrNameLst>
                                          <p:attrName>ppt_w</p:attrName>
                                        </p:attrNameLst>
                                      </p:cBhvr>
                                      <p:tavLst>
                                        <p:tav tm="0">
                                          <p:val>
                                            <p:fltVal val="0"/>
                                          </p:val>
                                        </p:tav>
                                        <p:tav tm="100000">
                                          <p:val>
                                            <p:strVal val="#ppt_w"/>
                                          </p:val>
                                        </p:tav>
                                      </p:tavLst>
                                    </p:anim>
                                    <p:anim calcmode="lin" valueType="num">
                                      <p:cBhvr>
                                        <p:cTn id="346" dur="750" fill="hold"/>
                                        <p:tgtEl>
                                          <p:spTgt spid="104"/>
                                        </p:tgtEl>
                                        <p:attrNameLst>
                                          <p:attrName>ppt_h</p:attrName>
                                        </p:attrNameLst>
                                      </p:cBhvr>
                                      <p:tavLst>
                                        <p:tav tm="0">
                                          <p:val>
                                            <p:fltVal val="0"/>
                                          </p:val>
                                        </p:tav>
                                        <p:tav tm="100000">
                                          <p:val>
                                            <p:strVal val="#ppt_h"/>
                                          </p:val>
                                        </p:tav>
                                      </p:tavLst>
                                    </p:anim>
                                    <p:animEffect transition="in" filter="fade">
                                      <p:cBhvr>
                                        <p:cTn id="347" dur="750"/>
                                        <p:tgtEl>
                                          <p:spTgt spid="104"/>
                                        </p:tgtEl>
                                      </p:cBhvr>
                                    </p:animEffect>
                                  </p:childTnLst>
                                </p:cTn>
                              </p:par>
                              <p:par>
                                <p:cTn id="348" presetID="53" presetClass="entr" presetSubtype="16" fill="hold" nodeType="withEffect">
                                  <p:stCondLst>
                                    <p:cond delay="370"/>
                                  </p:stCondLst>
                                  <p:childTnLst>
                                    <p:set>
                                      <p:cBhvr>
                                        <p:cTn id="349" dur="1" fill="hold">
                                          <p:stCondLst>
                                            <p:cond delay="0"/>
                                          </p:stCondLst>
                                        </p:cTn>
                                        <p:tgtEl>
                                          <p:spTgt spid="105"/>
                                        </p:tgtEl>
                                        <p:attrNameLst>
                                          <p:attrName>style.visibility</p:attrName>
                                        </p:attrNameLst>
                                      </p:cBhvr>
                                      <p:to>
                                        <p:strVal val="visible"/>
                                      </p:to>
                                    </p:set>
                                    <p:anim calcmode="lin" valueType="num">
                                      <p:cBhvr>
                                        <p:cTn id="350" dur="750" fill="hold"/>
                                        <p:tgtEl>
                                          <p:spTgt spid="105"/>
                                        </p:tgtEl>
                                        <p:attrNameLst>
                                          <p:attrName>ppt_w</p:attrName>
                                        </p:attrNameLst>
                                      </p:cBhvr>
                                      <p:tavLst>
                                        <p:tav tm="0">
                                          <p:val>
                                            <p:fltVal val="0"/>
                                          </p:val>
                                        </p:tav>
                                        <p:tav tm="100000">
                                          <p:val>
                                            <p:strVal val="#ppt_w"/>
                                          </p:val>
                                        </p:tav>
                                      </p:tavLst>
                                    </p:anim>
                                    <p:anim calcmode="lin" valueType="num">
                                      <p:cBhvr>
                                        <p:cTn id="351" dur="750" fill="hold"/>
                                        <p:tgtEl>
                                          <p:spTgt spid="105"/>
                                        </p:tgtEl>
                                        <p:attrNameLst>
                                          <p:attrName>ppt_h</p:attrName>
                                        </p:attrNameLst>
                                      </p:cBhvr>
                                      <p:tavLst>
                                        <p:tav tm="0">
                                          <p:val>
                                            <p:fltVal val="0"/>
                                          </p:val>
                                        </p:tav>
                                        <p:tav tm="100000">
                                          <p:val>
                                            <p:strVal val="#ppt_h"/>
                                          </p:val>
                                        </p:tav>
                                      </p:tavLst>
                                    </p:anim>
                                    <p:animEffect transition="in" filter="fade">
                                      <p:cBhvr>
                                        <p:cTn id="352" dur="750"/>
                                        <p:tgtEl>
                                          <p:spTgt spid="105"/>
                                        </p:tgtEl>
                                      </p:cBhvr>
                                    </p:animEffect>
                                  </p:childTnLst>
                                </p:cTn>
                              </p:par>
                              <p:par>
                                <p:cTn id="353" presetID="53" presetClass="entr" presetSubtype="16" fill="hold" grpId="0" nodeType="withEffect">
                                  <p:stCondLst>
                                    <p:cond delay="370"/>
                                  </p:stCondLst>
                                  <p:childTnLst>
                                    <p:set>
                                      <p:cBhvr>
                                        <p:cTn id="354" dur="1" fill="hold">
                                          <p:stCondLst>
                                            <p:cond delay="0"/>
                                          </p:stCondLst>
                                        </p:cTn>
                                        <p:tgtEl>
                                          <p:spTgt spid="106"/>
                                        </p:tgtEl>
                                        <p:attrNameLst>
                                          <p:attrName>style.visibility</p:attrName>
                                        </p:attrNameLst>
                                      </p:cBhvr>
                                      <p:to>
                                        <p:strVal val="visible"/>
                                      </p:to>
                                    </p:set>
                                    <p:anim calcmode="lin" valueType="num">
                                      <p:cBhvr>
                                        <p:cTn id="355" dur="750" fill="hold"/>
                                        <p:tgtEl>
                                          <p:spTgt spid="106"/>
                                        </p:tgtEl>
                                        <p:attrNameLst>
                                          <p:attrName>ppt_w</p:attrName>
                                        </p:attrNameLst>
                                      </p:cBhvr>
                                      <p:tavLst>
                                        <p:tav tm="0">
                                          <p:val>
                                            <p:fltVal val="0"/>
                                          </p:val>
                                        </p:tav>
                                        <p:tav tm="100000">
                                          <p:val>
                                            <p:strVal val="#ppt_w"/>
                                          </p:val>
                                        </p:tav>
                                      </p:tavLst>
                                    </p:anim>
                                    <p:anim calcmode="lin" valueType="num">
                                      <p:cBhvr>
                                        <p:cTn id="356" dur="750" fill="hold"/>
                                        <p:tgtEl>
                                          <p:spTgt spid="106"/>
                                        </p:tgtEl>
                                        <p:attrNameLst>
                                          <p:attrName>ppt_h</p:attrName>
                                        </p:attrNameLst>
                                      </p:cBhvr>
                                      <p:tavLst>
                                        <p:tav tm="0">
                                          <p:val>
                                            <p:fltVal val="0"/>
                                          </p:val>
                                        </p:tav>
                                        <p:tav tm="100000">
                                          <p:val>
                                            <p:strVal val="#ppt_h"/>
                                          </p:val>
                                        </p:tav>
                                      </p:tavLst>
                                    </p:anim>
                                    <p:animEffect transition="in" filter="fade">
                                      <p:cBhvr>
                                        <p:cTn id="357" dur="750"/>
                                        <p:tgtEl>
                                          <p:spTgt spid="106"/>
                                        </p:tgtEl>
                                      </p:cBhvr>
                                    </p:animEffect>
                                  </p:childTnLst>
                                </p:cTn>
                              </p:par>
                              <p:par>
                                <p:cTn id="358" presetID="53" presetClass="entr" presetSubtype="16" fill="hold" grpId="0" nodeType="withEffect">
                                  <p:stCondLst>
                                    <p:cond delay="370"/>
                                  </p:stCondLst>
                                  <p:childTnLst>
                                    <p:set>
                                      <p:cBhvr>
                                        <p:cTn id="359" dur="1" fill="hold">
                                          <p:stCondLst>
                                            <p:cond delay="0"/>
                                          </p:stCondLst>
                                        </p:cTn>
                                        <p:tgtEl>
                                          <p:spTgt spid="107"/>
                                        </p:tgtEl>
                                        <p:attrNameLst>
                                          <p:attrName>style.visibility</p:attrName>
                                        </p:attrNameLst>
                                      </p:cBhvr>
                                      <p:to>
                                        <p:strVal val="visible"/>
                                      </p:to>
                                    </p:set>
                                    <p:anim calcmode="lin" valueType="num">
                                      <p:cBhvr>
                                        <p:cTn id="360" dur="750" fill="hold"/>
                                        <p:tgtEl>
                                          <p:spTgt spid="107"/>
                                        </p:tgtEl>
                                        <p:attrNameLst>
                                          <p:attrName>ppt_w</p:attrName>
                                        </p:attrNameLst>
                                      </p:cBhvr>
                                      <p:tavLst>
                                        <p:tav tm="0">
                                          <p:val>
                                            <p:fltVal val="0"/>
                                          </p:val>
                                        </p:tav>
                                        <p:tav tm="100000">
                                          <p:val>
                                            <p:strVal val="#ppt_w"/>
                                          </p:val>
                                        </p:tav>
                                      </p:tavLst>
                                    </p:anim>
                                    <p:anim calcmode="lin" valueType="num">
                                      <p:cBhvr>
                                        <p:cTn id="361" dur="750" fill="hold"/>
                                        <p:tgtEl>
                                          <p:spTgt spid="107"/>
                                        </p:tgtEl>
                                        <p:attrNameLst>
                                          <p:attrName>ppt_h</p:attrName>
                                        </p:attrNameLst>
                                      </p:cBhvr>
                                      <p:tavLst>
                                        <p:tav tm="0">
                                          <p:val>
                                            <p:fltVal val="0"/>
                                          </p:val>
                                        </p:tav>
                                        <p:tav tm="100000">
                                          <p:val>
                                            <p:strVal val="#ppt_h"/>
                                          </p:val>
                                        </p:tav>
                                      </p:tavLst>
                                    </p:anim>
                                    <p:animEffect transition="in" filter="fade">
                                      <p:cBhvr>
                                        <p:cTn id="362" dur="750"/>
                                        <p:tgtEl>
                                          <p:spTgt spid="107"/>
                                        </p:tgtEl>
                                      </p:cBhvr>
                                    </p:animEffect>
                                  </p:childTnLst>
                                </p:cTn>
                              </p:par>
                              <p:par>
                                <p:cTn id="363" presetID="53" presetClass="entr" presetSubtype="16" fill="hold" grpId="0" nodeType="withEffect">
                                  <p:stCondLst>
                                    <p:cond delay="370"/>
                                  </p:stCondLst>
                                  <p:childTnLst>
                                    <p:set>
                                      <p:cBhvr>
                                        <p:cTn id="364" dur="1" fill="hold">
                                          <p:stCondLst>
                                            <p:cond delay="0"/>
                                          </p:stCondLst>
                                        </p:cTn>
                                        <p:tgtEl>
                                          <p:spTgt spid="108"/>
                                        </p:tgtEl>
                                        <p:attrNameLst>
                                          <p:attrName>style.visibility</p:attrName>
                                        </p:attrNameLst>
                                      </p:cBhvr>
                                      <p:to>
                                        <p:strVal val="visible"/>
                                      </p:to>
                                    </p:set>
                                    <p:anim calcmode="lin" valueType="num">
                                      <p:cBhvr>
                                        <p:cTn id="365" dur="750" fill="hold"/>
                                        <p:tgtEl>
                                          <p:spTgt spid="108"/>
                                        </p:tgtEl>
                                        <p:attrNameLst>
                                          <p:attrName>ppt_w</p:attrName>
                                        </p:attrNameLst>
                                      </p:cBhvr>
                                      <p:tavLst>
                                        <p:tav tm="0">
                                          <p:val>
                                            <p:fltVal val="0"/>
                                          </p:val>
                                        </p:tav>
                                        <p:tav tm="100000">
                                          <p:val>
                                            <p:strVal val="#ppt_w"/>
                                          </p:val>
                                        </p:tav>
                                      </p:tavLst>
                                    </p:anim>
                                    <p:anim calcmode="lin" valueType="num">
                                      <p:cBhvr>
                                        <p:cTn id="366" dur="750" fill="hold"/>
                                        <p:tgtEl>
                                          <p:spTgt spid="108"/>
                                        </p:tgtEl>
                                        <p:attrNameLst>
                                          <p:attrName>ppt_h</p:attrName>
                                        </p:attrNameLst>
                                      </p:cBhvr>
                                      <p:tavLst>
                                        <p:tav tm="0">
                                          <p:val>
                                            <p:fltVal val="0"/>
                                          </p:val>
                                        </p:tav>
                                        <p:tav tm="100000">
                                          <p:val>
                                            <p:strVal val="#ppt_h"/>
                                          </p:val>
                                        </p:tav>
                                      </p:tavLst>
                                    </p:anim>
                                    <p:animEffect transition="in" filter="fade">
                                      <p:cBhvr>
                                        <p:cTn id="367" dur="750"/>
                                        <p:tgtEl>
                                          <p:spTgt spid="108"/>
                                        </p:tgtEl>
                                      </p:cBhvr>
                                    </p:animEffect>
                                  </p:childTnLst>
                                </p:cTn>
                              </p:par>
                            </p:childTnLst>
                          </p:cTn>
                        </p:par>
                      </p:childTnLst>
                    </p:cTn>
                  </p:par>
                  <p:par>
                    <p:cTn id="368" fill="hold">
                      <p:stCondLst>
                        <p:cond delay="indefinite"/>
                      </p:stCondLst>
                      <p:childTnLst>
                        <p:par>
                          <p:cTn id="369" fill="hold">
                            <p:stCondLst>
                              <p:cond delay="0"/>
                            </p:stCondLst>
                            <p:childTnLst>
                              <p:par>
                                <p:cTn id="370" presetID="10" presetClass="exit" presetSubtype="0" fill="hold" grpId="1" nodeType="clickEffect">
                                  <p:stCondLst>
                                    <p:cond delay="0"/>
                                  </p:stCondLst>
                                  <p:childTnLst>
                                    <p:animEffect transition="out" filter="fade">
                                      <p:cBhvr>
                                        <p:cTn id="371" dur="300"/>
                                        <p:tgtEl>
                                          <p:spTgt spid="69"/>
                                        </p:tgtEl>
                                      </p:cBhvr>
                                    </p:animEffect>
                                    <p:set>
                                      <p:cBhvr>
                                        <p:cTn id="372" dur="1" fill="hold">
                                          <p:stCondLst>
                                            <p:cond delay="299"/>
                                          </p:stCondLst>
                                        </p:cTn>
                                        <p:tgtEl>
                                          <p:spTgt spid="69"/>
                                        </p:tgtEl>
                                        <p:attrNameLst>
                                          <p:attrName>style.visibility</p:attrName>
                                        </p:attrNameLst>
                                      </p:cBhvr>
                                      <p:to>
                                        <p:strVal val="hidden"/>
                                      </p:to>
                                    </p:set>
                                  </p:childTnLst>
                                </p:cTn>
                              </p:par>
                              <p:par>
                                <p:cTn id="373" presetID="10" presetClass="exit" presetSubtype="0" fill="hold" nodeType="withEffect">
                                  <p:stCondLst>
                                    <p:cond delay="0"/>
                                  </p:stCondLst>
                                  <p:childTnLst>
                                    <p:animEffect transition="out" filter="fade">
                                      <p:cBhvr>
                                        <p:cTn id="374" dur="300"/>
                                        <p:tgtEl>
                                          <p:spTgt spid="70"/>
                                        </p:tgtEl>
                                      </p:cBhvr>
                                    </p:animEffect>
                                    <p:set>
                                      <p:cBhvr>
                                        <p:cTn id="375" dur="1" fill="hold">
                                          <p:stCondLst>
                                            <p:cond delay="299"/>
                                          </p:stCondLst>
                                        </p:cTn>
                                        <p:tgtEl>
                                          <p:spTgt spid="70"/>
                                        </p:tgtEl>
                                        <p:attrNameLst>
                                          <p:attrName>style.visibility</p:attrName>
                                        </p:attrNameLst>
                                      </p:cBhvr>
                                      <p:to>
                                        <p:strVal val="hidden"/>
                                      </p:to>
                                    </p:set>
                                  </p:childTnLst>
                                </p:cTn>
                              </p:par>
                              <p:par>
                                <p:cTn id="376" presetID="10" presetClass="exit" presetSubtype="0" fill="hold" grpId="1" nodeType="withEffect">
                                  <p:stCondLst>
                                    <p:cond delay="0"/>
                                  </p:stCondLst>
                                  <p:childTnLst>
                                    <p:animEffect transition="out" filter="fade">
                                      <p:cBhvr>
                                        <p:cTn id="377" dur="300"/>
                                        <p:tgtEl>
                                          <p:spTgt spid="71"/>
                                        </p:tgtEl>
                                      </p:cBhvr>
                                    </p:animEffect>
                                    <p:set>
                                      <p:cBhvr>
                                        <p:cTn id="378" dur="1" fill="hold">
                                          <p:stCondLst>
                                            <p:cond delay="299"/>
                                          </p:stCondLst>
                                        </p:cTn>
                                        <p:tgtEl>
                                          <p:spTgt spid="71"/>
                                        </p:tgtEl>
                                        <p:attrNameLst>
                                          <p:attrName>style.visibility</p:attrName>
                                        </p:attrNameLst>
                                      </p:cBhvr>
                                      <p:to>
                                        <p:strVal val="hidden"/>
                                      </p:to>
                                    </p:set>
                                  </p:childTnLst>
                                </p:cTn>
                              </p:par>
                              <p:par>
                                <p:cTn id="379" presetID="10" presetClass="exit" presetSubtype="0" fill="hold" nodeType="withEffect">
                                  <p:stCondLst>
                                    <p:cond delay="0"/>
                                  </p:stCondLst>
                                  <p:childTnLst>
                                    <p:animEffect transition="out" filter="fade">
                                      <p:cBhvr>
                                        <p:cTn id="380" dur="300"/>
                                        <p:tgtEl>
                                          <p:spTgt spid="72"/>
                                        </p:tgtEl>
                                      </p:cBhvr>
                                    </p:animEffect>
                                    <p:set>
                                      <p:cBhvr>
                                        <p:cTn id="381" dur="1" fill="hold">
                                          <p:stCondLst>
                                            <p:cond delay="299"/>
                                          </p:stCondLst>
                                        </p:cTn>
                                        <p:tgtEl>
                                          <p:spTgt spid="72"/>
                                        </p:tgtEl>
                                        <p:attrNameLst>
                                          <p:attrName>style.visibility</p:attrName>
                                        </p:attrNameLst>
                                      </p:cBhvr>
                                      <p:to>
                                        <p:strVal val="hidden"/>
                                      </p:to>
                                    </p:set>
                                  </p:childTnLst>
                                </p:cTn>
                              </p:par>
                              <p:par>
                                <p:cTn id="382" presetID="10" presetClass="exit" presetSubtype="0" fill="hold" grpId="1" nodeType="withEffect">
                                  <p:stCondLst>
                                    <p:cond delay="0"/>
                                  </p:stCondLst>
                                  <p:childTnLst>
                                    <p:animEffect transition="out" filter="fade">
                                      <p:cBhvr>
                                        <p:cTn id="383" dur="300"/>
                                        <p:tgtEl>
                                          <p:spTgt spid="73"/>
                                        </p:tgtEl>
                                      </p:cBhvr>
                                    </p:animEffect>
                                    <p:set>
                                      <p:cBhvr>
                                        <p:cTn id="384" dur="1" fill="hold">
                                          <p:stCondLst>
                                            <p:cond delay="299"/>
                                          </p:stCondLst>
                                        </p:cTn>
                                        <p:tgtEl>
                                          <p:spTgt spid="73"/>
                                        </p:tgtEl>
                                        <p:attrNameLst>
                                          <p:attrName>style.visibility</p:attrName>
                                        </p:attrNameLst>
                                      </p:cBhvr>
                                      <p:to>
                                        <p:strVal val="hidden"/>
                                      </p:to>
                                    </p:set>
                                  </p:childTnLst>
                                </p:cTn>
                              </p:par>
                              <p:par>
                                <p:cTn id="385" presetID="10" presetClass="exit" presetSubtype="0" fill="hold" grpId="1" nodeType="withEffect">
                                  <p:stCondLst>
                                    <p:cond delay="0"/>
                                  </p:stCondLst>
                                  <p:childTnLst>
                                    <p:animEffect transition="out" filter="fade">
                                      <p:cBhvr>
                                        <p:cTn id="386" dur="300"/>
                                        <p:tgtEl>
                                          <p:spTgt spid="74"/>
                                        </p:tgtEl>
                                      </p:cBhvr>
                                    </p:animEffect>
                                    <p:set>
                                      <p:cBhvr>
                                        <p:cTn id="387" dur="1" fill="hold">
                                          <p:stCondLst>
                                            <p:cond delay="299"/>
                                          </p:stCondLst>
                                        </p:cTn>
                                        <p:tgtEl>
                                          <p:spTgt spid="74"/>
                                        </p:tgtEl>
                                        <p:attrNameLst>
                                          <p:attrName>style.visibility</p:attrName>
                                        </p:attrNameLst>
                                      </p:cBhvr>
                                      <p:to>
                                        <p:strVal val="hidden"/>
                                      </p:to>
                                    </p:set>
                                  </p:childTnLst>
                                </p:cTn>
                              </p:par>
                              <p:par>
                                <p:cTn id="388" presetID="10" presetClass="exit" presetSubtype="0" fill="hold" grpId="1" nodeType="withEffect">
                                  <p:stCondLst>
                                    <p:cond delay="0"/>
                                  </p:stCondLst>
                                  <p:childTnLst>
                                    <p:animEffect transition="out" filter="fade">
                                      <p:cBhvr>
                                        <p:cTn id="389" dur="300"/>
                                        <p:tgtEl>
                                          <p:spTgt spid="75"/>
                                        </p:tgtEl>
                                      </p:cBhvr>
                                    </p:animEffect>
                                    <p:set>
                                      <p:cBhvr>
                                        <p:cTn id="390" dur="1" fill="hold">
                                          <p:stCondLst>
                                            <p:cond delay="299"/>
                                          </p:stCondLst>
                                        </p:cTn>
                                        <p:tgtEl>
                                          <p:spTgt spid="75"/>
                                        </p:tgtEl>
                                        <p:attrNameLst>
                                          <p:attrName>style.visibility</p:attrName>
                                        </p:attrNameLst>
                                      </p:cBhvr>
                                      <p:to>
                                        <p:strVal val="hidden"/>
                                      </p:to>
                                    </p:set>
                                  </p:childTnLst>
                                </p:cTn>
                              </p:par>
                              <p:par>
                                <p:cTn id="391" presetID="10" presetClass="exit" presetSubtype="0" fill="hold" grpId="1" nodeType="withEffect">
                                  <p:stCondLst>
                                    <p:cond delay="0"/>
                                  </p:stCondLst>
                                  <p:childTnLst>
                                    <p:animEffect transition="out" filter="fade">
                                      <p:cBhvr>
                                        <p:cTn id="392" dur="300"/>
                                        <p:tgtEl>
                                          <p:spTgt spid="76"/>
                                        </p:tgtEl>
                                      </p:cBhvr>
                                    </p:animEffect>
                                    <p:set>
                                      <p:cBhvr>
                                        <p:cTn id="393" dur="1" fill="hold">
                                          <p:stCondLst>
                                            <p:cond delay="299"/>
                                          </p:stCondLst>
                                        </p:cTn>
                                        <p:tgtEl>
                                          <p:spTgt spid="76"/>
                                        </p:tgtEl>
                                        <p:attrNameLst>
                                          <p:attrName>style.visibility</p:attrName>
                                        </p:attrNameLst>
                                      </p:cBhvr>
                                      <p:to>
                                        <p:strVal val="hidden"/>
                                      </p:to>
                                    </p:set>
                                  </p:childTnLst>
                                </p:cTn>
                              </p:par>
                              <p:par>
                                <p:cTn id="394" presetID="10" presetClass="exit" presetSubtype="0" fill="hold" nodeType="withEffect">
                                  <p:stCondLst>
                                    <p:cond delay="0"/>
                                  </p:stCondLst>
                                  <p:childTnLst>
                                    <p:animEffect transition="out" filter="fade">
                                      <p:cBhvr>
                                        <p:cTn id="395" dur="300"/>
                                        <p:tgtEl>
                                          <p:spTgt spid="77"/>
                                        </p:tgtEl>
                                      </p:cBhvr>
                                    </p:animEffect>
                                    <p:set>
                                      <p:cBhvr>
                                        <p:cTn id="396" dur="1" fill="hold">
                                          <p:stCondLst>
                                            <p:cond delay="299"/>
                                          </p:stCondLst>
                                        </p:cTn>
                                        <p:tgtEl>
                                          <p:spTgt spid="77"/>
                                        </p:tgtEl>
                                        <p:attrNameLst>
                                          <p:attrName>style.visibility</p:attrName>
                                        </p:attrNameLst>
                                      </p:cBhvr>
                                      <p:to>
                                        <p:strVal val="hidden"/>
                                      </p:to>
                                    </p:set>
                                  </p:childTnLst>
                                </p:cTn>
                              </p:par>
                              <p:par>
                                <p:cTn id="397" presetID="10" presetClass="exit" presetSubtype="0" fill="hold" grpId="1" nodeType="withEffect">
                                  <p:stCondLst>
                                    <p:cond delay="0"/>
                                  </p:stCondLst>
                                  <p:childTnLst>
                                    <p:animEffect transition="out" filter="fade">
                                      <p:cBhvr>
                                        <p:cTn id="398" dur="300"/>
                                        <p:tgtEl>
                                          <p:spTgt spid="78"/>
                                        </p:tgtEl>
                                      </p:cBhvr>
                                    </p:animEffect>
                                    <p:set>
                                      <p:cBhvr>
                                        <p:cTn id="399" dur="1" fill="hold">
                                          <p:stCondLst>
                                            <p:cond delay="299"/>
                                          </p:stCondLst>
                                        </p:cTn>
                                        <p:tgtEl>
                                          <p:spTgt spid="78"/>
                                        </p:tgtEl>
                                        <p:attrNameLst>
                                          <p:attrName>style.visibility</p:attrName>
                                        </p:attrNameLst>
                                      </p:cBhvr>
                                      <p:to>
                                        <p:strVal val="hidden"/>
                                      </p:to>
                                    </p:set>
                                  </p:childTnLst>
                                </p:cTn>
                              </p:par>
                              <p:par>
                                <p:cTn id="400" presetID="10" presetClass="exit" presetSubtype="0" fill="hold" grpId="1" nodeType="withEffect">
                                  <p:stCondLst>
                                    <p:cond delay="0"/>
                                  </p:stCondLst>
                                  <p:childTnLst>
                                    <p:animEffect transition="out" filter="fade">
                                      <p:cBhvr>
                                        <p:cTn id="401" dur="300"/>
                                        <p:tgtEl>
                                          <p:spTgt spid="79"/>
                                        </p:tgtEl>
                                      </p:cBhvr>
                                    </p:animEffect>
                                    <p:set>
                                      <p:cBhvr>
                                        <p:cTn id="402" dur="1" fill="hold">
                                          <p:stCondLst>
                                            <p:cond delay="299"/>
                                          </p:stCondLst>
                                        </p:cTn>
                                        <p:tgtEl>
                                          <p:spTgt spid="79"/>
                                        </p:tgtEl>
                                        <p:attrNameLst>
                                          <p:attrName>style.visibility</p:attrName>
                                        </p:attrNameLst>
                                      </p:cBhvr>
                                      <p:to>
                                        <p:strVal val="hidden"/>
                                      </p:to>
                                    </p:set>
                                  </p:childTnLst>
                                </p:cTn>
                              </p:par>
                              <p:par>
                                <p:cTn id="403" presetID="10" presetClass="exit" presetSubtype="0" fill="hold" grpId="1" nodeType="withEffect">
                                  <p:stCondLst>
                                    <p:cond delay="0"/>
                                  </p:stCondLst>
                                  <p:childTnLst>
                                    <p:animEffect transition="out" filter="fade">
                                      <p:cBhvr>
                                        <p:cTn id="404" dur="300"/>
                                        <p:tgtEl>
                                          <p:spTgt spid="80"/>
                                        </p:tgtEl>
                                      </p:cBhvr>
                                    </p:animEffect>
                                    <p:set>
                                      <p:cBhvr>
                                        <p:cTn id="405" dur="1" fill="hold">
                                          <p:stCondLst>
                                            <p:cond delay="299"/>
                                          </p:stCondLst>
                                        </p:cTn>
                                        <p:tgtEl>
                                          <p:spTgt spid="80"/>
                                        </p:tgtEl>
                                        <p:attrNameLst>
                                          <p:attrName>style.visibility</p:attrName>
                                        </p:attrNameLst>
                                      </p:cBhvr>
                                      <p:to>
                                        <p:strVal val="hidden"/>
                                      </p:to>
                                    </p:set>
                                  </p:childTnLst>
                                </p:cTn>
                              </p:par>
                              <p:par>
                                <p:cTn id="406" presetID="10" presetClass="exit" presetSubtype="0" fill="hold" nodeType="withEffect">
                                  <p:stCondLst>
                                    <p:cond delay="0"/>
                                  </p:stCondLst>
                                  <p:childTnLst>
                                    <p:animEffect transition="out" filter="fade">
                                      <p:cBhvr>
                                        <p:cTn id="407" dur="300"/>
                                        <p:tgtEl>
                                          <p:spTgt spid="81"/>
                                        </p:tgtEl>
                                      </p:cBhvr>
                                    </p:animEffect>
                                    <p:set>
                                      <p:cBhvr>
                                        <p:cTn id="408" dur="1" fill="hold">
                                          <p:stCondLst>
                                            <p:cond delay="299"/>
                                          </p:stCondLst>
                                        </p:cTn>
                                        <p:tgtEl>
                                          <p:spTgt spid="81"/>
                                        </p:tgtEl>
                                        <p:attrNameLst>
                                          <p:attrName>style.visibility</p:attrName>
                                        </p:attrNameLst>
                                      </p:cBhvr>
                                      <p:to>
                                        <p:strVal val="hidden"/>
                                      </p:to>
                                    </p:set>
                                  </p:childTnLst>
                                </p:cTn>
                              </p:par>
                              <p:par>
                                <p:cTn id="409" presetID="10" presetClass="exit" presetSubtype="0" fill="hold" grpId="1" nodeType="withEffect">
                                  <p:stCondLst>
                                    <p:cond delay="0"/>
                                  </p:stCondLst>
                                  <p:childTnLst>
                                    <p:animEffect transition="out" filter="fade">
                                      <p:cBhvr>
                                        <p:cTn id="410" dur="300"/>
                                        <p:tgtEl>
                                          <p:spTgt spid="82"/>
                                        </p:tgtEl>
                                      </p:cBhvr>
                                    </p:animEffect>
                                    <p:set>
                                      <p:cBhvr>
                                        <p:cTn id="411" dur="1" fill="hold">
                                          <p:stCondLst>
                                            <p:cond delay="299"/>
                                          </p:stCondLst>
                                        </p:cTn>
                                        <p:tgtEl>
                                          <p:spTgt spid="82"/>
                                        </p:tgtEl>
                                        <p:attrNameLst>
                                          <p:attrName>style.visibility</p:attrName>
                                        </p:attrNameLst>
                                      </p:cBhvr>
                                      <p:to>
                                        <p:strVal val="hidden"/>
                                      </p:to>
                                    </p:set>
                                  </p:childTnLst>
                                </p:cTn>
                              </p:par>
                              <p:par>
                                <p:cTn id="412" presetID="10" presetClass="exit" presetSubtype="0" fill="hold" grpId="1" nodeType="withEffect">
                                  <p:stCondLst>
                                    <p:cond delay="0"/>
                                  </p:stCondLst>
                                  <p:childTnLst>
                                    <p:animEffect transition="out" filter="fade">
                                      <p:cBhvr>
                                        <p:cTn id="413" dur="300"/>
                                        <p:tgtEl>
                                          <p:spTgt spid="83"/>
                                        </p:tgtEl>
                                      </p:cBhvr>
                                    </p:animEffect>
                                    <p:set>
                                      <p:cBhvr>
                                        <p:cTn id="414" dur="1" fill="hold">
                                          <p:stCondLst>
                                            <p:cond delay="299"/>
                                          </p:stCondLst>
                                        </p:cTn>
                                        <p:tgtEl>
                                          <p:spTgt spid="83"/>
                                        </p:tgtEl>
                                        <p:attrNameLst>
                                          <p:attrName>style.visibility</p:attrName>
                                        </p:attrNameLst>
                                      </p:cBhvr>
                                      <p:to>
                                        <p:strVal val="hidden"/>
                                      </p:to>
                                    </p:set>
                                  </p:childTnLst>
                                </p:cTn>
                              </p:par>
                              <p:par>
                                <p:cTn id="415" presetID="10" presetClass="exit" presetSubtype="0" fill="hold" grpId="1" nodeType="withEffect">
                                  <p:stCondLst>
                                    <p:cond delay="0"/>
                                  </p:stCondLst>
                                  <p:childTnLst>
                                    <p:animEffect transition="out" filter="fade">
                                      <p:cBhvr>
                                        <p:cTn id="416" dur="300"/>
                                        <p:tgtEl>
                                          <p:spTgt spid="84"/>
                                        </p:tgtEl>
                                      </p:cBhvr>
                                    </p:animEffect>
                                    <p:set>
                                      <p:cBhvr>
                                        <p:cTn id="417" dur="1" fill="hold">
                                          <p:stCondLst>
                                            <p:cond delay="299"/>
                                          </p:stCondLst>
                                        </p:cTn>
                                        <p:tgtEl>
                                          <p:spTgt spid="84"/>
                                        </p:tgtEl>
                                        <p:attrNameLst>
                                          <p:attrName>style.visibility</p:attrName>
                                        </p:attrNameLst>
                                      </p:cBhvr>
                                      <p:to>
                                        <p:strVal val="hidden"/>
                                      </p:to>
                                    </p:set>
                                  </p:childTnLst>
                                </p:cTn>
                              </p:par>
                              <p:par>
                                <p:cTn id="418" presetID="10" presetClass="exit" presetSubtype="0" fill="hold" nodeType="withEffect">
                                  <p:stCondLst>
                                    <p:cond delay="0"/>
                                  </p:stCondLst>
                                  <p:childTnLst>
                                    <p:animEffect transition="out" filter="fade">
                                      <p:cBhvr>
                                        <p:cTn id="419" dur="300"/>
                                        <p:tgtEl>
                                          <p:spTgt spid="85"/>
                                        </p:tgtEl>
                                      </p:cBhvr>
                                    </p:animEffect>
                                    <p:set>
                                      <p:cBhvr>
                                        <p:cTn id="420" dur="1" fill="hold">
                                          <p:stCondLst>
                                            <p:cond delay="299"/>
                                          </p:stCondLst>
                                        </p:cTn>
                                        <p:tgtEl>
                                          <p:spTgt spid="85"/>
                                        </p:tgtEl>
                                        <p:attrNameLst>
                                          <p:attrName>style.visibility</p:attrName>
                                        </p:attrNameLst>
                                      </p:cBhvr>
                                      <p:to>
                                        <p:strVal val="hidden"/>
                                      </p:to>
                                    </p:set>
                                  </p:childTnLst>
                                </p:cTn>
                              </p:par>
                              <p:par>
                                <p:cTn id="421" presetID="10" presetClass="exit" presetSubtype="0" fill="hold" grpId="1" nodeType="withEffect">
                                  <p:stCondLst>
                                    <p:cond delay="0"/>
                                  </p:stCondLst>
                                  <p:childTnLst>
                                    <p:animEffect transition="out" filter="fade">
                                      <p:cBhvr>
                                        <p:cTn id="422" dur="300"/>
                                        <p:tgtEl>
                                          <p:spTgt spid="86"/>
                                        </p:tgtEl>
                                      </p:cBhvr>
                                    </p:animEffect>
                                    <p:set>
                                      <p:cBhvr>
                                        <p:cTn id="423" dur="1" fill="hold">
                                          <p:stCondLst>
                                            <p:cond delay="299"/>
                                          </p:stCondLst>
                                        </p:cTn>
                                        <p:tgtEl>
                                          <p:spTgt spid="86"/>
                                        </p:tgtEl>
                                        <p:attrNameLst>
                                          <p:attrName>style.visibility</p:attrName>
                                        </p:attrNameLst>
                                      </p:cBhvr>
                                      <p:to>
                                        <p:strVal val="hidden"/>
                                      </p:to>
                                    </p:set>
                                  </p:childTnLst>
                                </p:cTn>
                              </p:par>
                              <p:par>
                                <p:cTn id="424" presetID="10" presetClass="exit" presetSubtype="0" fill="hold" grpId="1" nodeType="withEffect">
                                  <p:stCondLst>
                                    <p:cond delay="0"/>
                                  </p:stCondLst>
                                  <p:childTnLst>
                                    <p:animEffect transition="out" filter="fade">
                                      <p:cBhvr>
                                        <p:cTn id="425" dur="300"/>
                                        <p:tgtEl>
                                          <p:spTgt spid="87"/>
                                        </p:tgtEl>
                                      </p:cBhvr>
                                    </p:animEffect>
                                    <p:set>
                                      <p:cBhvr>
                                        <p:cTn id="426" dur="1" fill="hold">
                                          <p:stCondLst>
                                            <p:cond delay="299"/>
                                          </p:stCondLst>
                                        </p:cTn>
                                        <p:tgtEl>
                                          <p:spTgt spid="87"/>
                                        </p:tgtEl>
                                        <p:attrNameLst>
                                          <p:attrName>style.visibility</p:attrName>
                                        </p:attrNameLst>
                                      </p:cBhvr>
                                      <p:to>
                                        <p:strVal val="hidden"/>
                                      </p:to>
                                    </p:set>
                                  </p:childTnLst>
                                </p:cTn>
                              </p:par>
                              <p:par>
                                <p:cTn id="427" presetID="10" presetClass="exit" presetSubtype="0" fill="hold" grpId="1" nodeType="withEffect">
                                  <p:stCondLst>
                                    <p:cond delay="0"/>
                                  </p:stCondLst>
                                  <p:childTnLst>
                                    <p:animEffect transition="out" filter="fade">
                                      <p:cBhvr>
                                        <p:cTn id="428" dur="300"/>
                                        <p:tgtEl>
                                          <p:spTgt spid="88"/>
                                        </p:tgtEl>
                                      </p:cBhvr>
                                    </p:animEffect>
                                    <p:set>
                                      <p:cBhvr>
                                        <p:cTn id="429" dur="1" fill="hold">
                                          <p:stCondLst>
                                            <p:cond delay="299"/>
                                          </p:stCondLst>
                                        </p:cTn>
                                        <p:tgtEl>
                                          <p:spTgt spid="88"/>
                                        </p:tgtEl>
                                        <p:attrNameLst>
                                          <p:attrName>style.visibility</p:attrName>
                                        </p:attrNameLst>
                                      </p:cBhvr>
                                      <p:to>
                                        <p:strVal val="hidden"/>
                                      </p:to>
                                    </p:set>
                                  </p:childTnLst>
                                </p:cTn>
                              </p:par>
                              <p:par>
                                <p:cTn id="430" presetID="10" presetClass="exit" presetSubtype="0" fill="hold" grpId="1" nodeType="withEffect">
                                  <p:stCondLst>
                                    <p:cond delay="0"/>
                                  </p:stCondLst>
                                  <p:childTnLst>
                                    <p:animEffect transition="out" filter="fade">
                                      <p:cBhvr>
                                        <p:cTn id="431" dur="300"/>
                                        <p:tgtEl>
                                          <p:spTgt spid="89"/>
                                        </p:tgtEl>
                                      </p:cBhvr>
                                    </p:animEffect>
                                    <p:set>
                                      <p:cBhvr>
                                        <p:cTn id="432" dur="1" fill="hold">
                                          <p:stCondLst>
                                            <p:cond delay="299"/>
                                          </p:stCondLst>
                                        </p:cTn>
                                        <p:tgtEl>
                                          <p:spTgt spid="89"/>
                                        </p:tgtEl>
                                        <p:attrNameLst>
                                          <p:attrName>style.visibility</p:attrName>
                                        </p:attrNameLst>
                                      </p:cBhvr>
                                      <p:to>
                                        <p:strVal val="hidden"/>
                                      </p:to>
                                    </p:set>
                                  </p:childTnLst>
                                </p:cTn>
                              </p:par>
                              <p:par>
                                <p:cTn id="433" presetID="10" presetClass="exit" presetSubtype="0" fill="hold" nodeType="withEffect">
                                  <p:stCondLst>
                                    <p:cond delay="0"/>
                                  </p:stCondLst>
                                  <p:childTnLst>
                                    <p:animEffect transition="out" filter="fade">
                                      <p:cBhvr>
                                        <p:cTn id="434" dur="300"/>
                                        <p:tgtEl>
                                          <p:spTgt spid="90"/>
                                        </p:tgtEl>
                                      </p:cBhvr>
                                    </p:animEffect>
                                    <p:set>
                                      <p:cBhvr>
                                        <p:cTn id="435" dur="1" fill="hold">
                                          <p:stCondLst>
                                            <p:cond delay="299"/>
                                          </p:stCondLst>
                                        </p:cTn>
                                        <p:tgtEl>
                                          <p:spTgt spid="90"/>
                                        </p:tgtEl>
                                        <p:attrNameLst>
                                          <p:attrName>style.visibility</p:attrName>
                                        </p:attrNameLst>
                                      </p:cBhvr>
                                      <p:to>
                                        <p:strVal val="hidden"/>
                                      </p:to>
                                    </p:set>
                                  </p:childTnLst>
                                </p:cTn>
                              </p:par>
                              <p:par>
                                <p:cTn id="436" presetID="10" presetClass="exit" presetSubtype="0" fill="hold" grpId="1" nodeType="withEffect">
                                  <p:stCondLst>
                                    <p:cond delay="0"/>
                                  </p:stCondLst>
                                  <p:childTnLst>
                                    <p:animEffect transition="out" filter="fade">
                                      <p:cBhvr>
                                        <p:cTn id="437" dur="300"/>
                                        <p:tgtEl>
                                          <p:spTgt spid="91"/>
                                        </p:tgtEl>
                                      </p:cBhvr>
                                    </p:animEffect>
                                    <p:set>
                                      <p:cBhvr>
                                        <p:cTn id="438" dur="1" fill="hold">
                                          <p:stCondLst>
                                            <p:cond delay="299"/>
                                          </p:stCondLst>
                                        </p:cTn>
                                        <p:tgtEl>
                                          <p:spTgt spid="91"/>
                                        </p:tgtEl>
                                        <p:attrNameLst>
                                          <p:attrName>style.visibility</p:attrName>
                                        </p:attrNameLst>
                                      </p:cBhvr>
                                      <p:to>
                                        <p:strVal val="hidden"/>
                                      </p:to>
                                    </p:set>
                                  </p:childTnLst>
                                </p:cTn>
                              </p:par>
                              <p:par>
                                <p:cTn id="439" presetID="10" presetClass="exit" presetSubtype="0" fill="hold" grpId="1" nodeType="withEffect">
                                  <p:stCondLst>
                                    <p:cond delay="0"/>
                                  </p:stCondLst>
                                  <p:childTnLst>
                                    <p:animEffect transition="out" filter="fade">
                                      <p:cBhvr>
                                        <p:cTn id="440" dur="300"/>
                                        <p:tgtEl>
                                          <p:spTgt spid="92"/>
                                        </p:tgtEl>
                                      </p:cBhvr>
                                    </p:animEffect>
                                    <p:set>
                                      <p:cBhvr>
                                        <p:cTn id="441" dur="1" fill="hold">
                                          <p:stCondLst>
                                            <p:cond delay="299"/>
                                          </p:stCondLst>
                                        </p:cTn>
                                        <p:tgtEl>
                                          <p:spTgt spid="92"/>
                                        </p:tgtEl>
                                        <p:attrNameLst>
                                          <p:attrName>style.visibility</p:attrName>
                                        </p:attrNameLst>
                                      </p:cBhvr>
                                      <p:to>
                                        <p:strVal val="hidden"/>
                                      </p:to>
                                    </p:set>
                                  </p:childTnLst>
                                </p:cTn>
                              </p:par>
                              <p:par>
                                <p:cTn id="442" presetID="10" presetClass="exit" presetSubtype="0" fill="hold" grpId="1" nodeType="withEffect">
                                  <p:stCondLst>
                                    <p:cond delay="0"/>
                                  </p:stCondLst>
                                  <p:childTnLst>
                                    <p:animEffect transition="out" filter="fade">
                                      <p:cBhvr>
                                        <p:cTn id="443" dur="300"/>
                                        <p:tgtEl>
                                          <p:spTgt spid="93"/>
                                        </p:tgtEl>
                                      </p:cBhvr>
                                    </p:animEffect>
                                    <p:set>
                                      <p:cBhvr>
                                        <p:cTn id="444" dur="1" fill="hold">
                                          <p:stCondLst>
                                            <p:cond delay="299"/>
                                          </p:stCondLst>
                                        </p:cTn>
                                        <p:tgtEl>
                                          <p:spTgt spid="93"/>
                                        </p:tgtEl>
                                        <p:attrNameLst>
                                          <p:attrName>style.visibility</p:attrName>
                                        </p:attrNameLst>
                                      </p:cBhvr>
                                      <p:to>
                                        <p:strVal val="hidden"/>
                                      </p:to>
                                    </p:set>
                                  </p:childTnLst>
                                </p:cTn>
                              </p:par>
                              <p:par>
                                <p:cTn id="445" presetID="10" presetClass="exit" presetSubtype="0" fill="hold" grpId="1" nodeType="withEffect">
                                  <p:stCondLst>
                                    <p:cond delay="0"/>
                                  </p:stCondLst>
                                  <p:childTnLst>
                                    <p:animEffect transition="out" filter="fade">
                                      <p:cBhvr>
                                        <p:cTn id="446" dur="300"/>
                                        <p:tgtEl>
                                          <p:spTgt spid="94"/>
                                        </p:tgtEl>
                                      </p:cBhvr>
                                    </p:animEffect>
                                    <p:set>
                                      <p:cBhvr>
                                        <p:cTn id="447" dur="1" fill="hold">
                                          <p:stCondLst>
                                            <p:cond delay="299"/>
                                          </p:stCondLst>
                                        </p:cTn>
                                        <p:tgtEl>
                                          <p:spTgt spid="94"/>
                                        </p:tgtEl>
                                        <p:attrNameLst>
                                          <p:attrName>style.visibility</p:attrName>
                                        </p:attrNameLst>
                                      </p:cBhvr>
                                      <p:to>
                                        <p:strVal val="hidden"/>
                                      </p:to>
                                    </p:set>
                                  </p:childTnLst>
                                </p:cTn>
                              </p:par>
                              <p:par>
                                <p:cTn id="448" presetID="10" presetClass="exit" presetSubtype="0" fill="hold" nodeType="withEffect">
                                  <p:stCondLst>
                                    <p:cond delay="0"/>
                                  </p:stCondLst>
                                  <p:childTnLst>
                                    <p:animEffect transition="out" filter="fade">
                                      <p:cBhvr>
                                        <p:cTn id="449" dur="300"/>
                                        <p:tgtEl>
                                          <p:spTgt spid="95"/>
                                        </p:tgtEl>
                                      </p:cBhvr>
                                    </p:animEffect>
                                    <p:set>
                                      <p:cBhvr>
                                        <p:cTn id="450" dur="1" fill="hold">
                                          <p:stCondLst>
                                            <p:cond delay="299"/>
                                          </p:stCondLst>
                                        </p:cTn>
                                        <p:tgtEl>
                                          <p:spTgt spid="95"/>
                                        </p:tgtEl>
                                        <p:attrNameLst>
                                          <p:attrName>style.visibility</p:attrName>
                                        </p:attrNameLst>
                                      </p:cBhvr>
                                      <p:to>
                                        <p:strVal val="hidden"/>
                                      </p:to>
                                    </p:set>
                                  </p:childTnLst>
                                </p:cTn>
                              </p:par>
                              <p:par>
                                <p:cTn id="451" presetID="10" presetClass="exit" presetSubtype="0" fill="hold" grpId="1" nodeType="withEffect">
                                  <p:stCondLst>
                                    <p:cond delay="0"/>
                                  </p:stCondLst>
                                  <p:childTnLst>
                                    <p:animEffect transition="out" filter="fade">
                                      <p:cBhvr>
                                        <p:cTn id="452" dur="300"/>
                                        <p:tgtEl>
                                          <p:spTgt spid="96"/>
                                        </p:tgtEl>
                                      </p:cBhvr>
                                    </p:animEffect>
                                    <p:set>
                                      <p:cBhvr>
                                        <p:cTn id="453" dur="1" fill="hold">
                                          <p:stCondLst>
                                            <p:cond delay="299"/>
                                          </p:stCondLst>
                                        </p:cTn>
                                        <p:tgtEl>
                                          <p:spTgt spid="96"/>
                                        </p:tgtEl>
                                        <p:attrNameLst>
                                          <p:attrName>style.visibility</p:attrName>
                                        </p:attrNameLst>
                                      </p:cBhvr>
                                      <p:to>
                                        <p:strVal val="hidden"/>
                                      </p:to>
                                    </p:set>
                                  </p:childTnLst>
                                </p:cTn>
                              </p:par>
                              <p:par>
                                <p:cTn id="454" presetID="10" presetClass="exit" presetSubtype="0" fill="hold" grpId="1" nodeType="withEffect">
                                  <p:stCondLst>
                                    <p:cond delay="0"/>
                                  </p:stCondLst>
                                  <p:childTnLst>
                                    <p:animEffect transition="out" filter="fade">
                                      <p:cBhvr>
                                        <p:cTn id="455" dur="300"/>
                                        <p:tgtEl>
                                          <p:spTgt spid="97"/>
                                        </p:tgtEl>
                                      </p:cBhvr>
                                    </p:animEffect>
                                    <p:set>
                                      <p:cBhvr>
                                        <p:cTn id="456" dur="1" fill="hold">
                                          <p:stCondLst>
                                            <p:cond delay="299"/>
                                          </p:stCondLst>
                                        </p:cTn>
                                        <p:tgtEl>
                                          <p:spTgt spid="97"/>
                                        </p:tgtEl>
                                        <p:attrNameLst>
                                          <p:attrName>style.visibility</p:attrName>
                                        </p:attrNameLst>
                                      </p:cBhvr>
                                      <p:to>
                                        <p:strVal val="hidden"/>
                                      </p:to>
                                    </p:set>
                                  </p:childTnLst>
                                </p:cTn>
                              </p:par>
                              <p:par>
                                <p:cTn id="457" presetID="10" presetClass="exit" presetSubtype="0" fill="hold" grpId="1" nodeType="withEffect">
                                  <p:stCondLst>
                                    <p:cond delay="0"/>
                                  </p:stCondLst>
                                  <p:childTnLst>
                                    <p:animEffect transition="out" filter="fade">
                                      <p:cBhvr>
                                        <p:cTn id="458" dur="300"/>
                                        <p:tgtEl>
                                          <p:spTgt spid="98"/>
                                        </p:tgtEl>
                                      </p:cBhvr>
                                    </p:animEffect>
                                    <p:set>
                                      <p:cBhvr>
                                        <p:cTn id="459" dur="1" fill="hold">
                                          <p:stCondLst>
                                            <p:cond delay="299"/>
                                          </p:stCondLst>
                                        </p:cTn>
                                        <p:tgtEl>
                                          <p:spTgt spid="98"/>
                                        </p:tgtEl>
                                        <p:attrNameLst>
                                          <p:attrName>style.visibility</p:attrName>
                                        </p:attrNameLst>
                                      </p:cBhvr>
                                      <p:to>
                                        <p:strVal val="hidden"/>
                                      </p:to>
                                    </p:set>
                                  </p:childTnLst>
                                </p:cTn>
                              </p:par>
                              <p:par>
                                <p:cTn id="460" presetID="10" presetClass="exit" presetSubtype="0" fill="hold" grpId="1" nodeType="withEffect">
                                  <p:stCondLst>
                                    <p:cond delay="0"/>
                                  </p:stCondLst>
                                  <p:childTnLst>
                                    <p:animEffect transition="out" filter="fade">
                                      <p:cBhvr>
                                        <p:cTn id="461" dur="300"/>
                                        <p:tgtEl>
                                          <p:spTgt spid="99"/>
                                        </p:tgtEl>
                                      </p:cBhvr>
                                    </p:animEffect>
                                    <p:set>
                                      <p:cBhvr>
                                        <p:cTn id="462" dur="1" fill="hold">
                                          <p:stCondLst>
                                            <p:cond delay="299"/>
                                          </p:stCondLst>
                                        </p:cTn>
                                        <p:tgtEl>
                                          <p:spTgt spid="99"/>
                                        </p:tgtEl>
                                        <p:attrNameLst>
                                          <p:attrName>style.visibility</p:attrName>
                                        </p:attrNameLst>
                                      </p:cBhvr>
                                      <p:to>
                                        <p:strVal val="hidden"/>
                                      </p:to>
                                    </p:set>
                                  </p:childTnLst>
                                </p:cTn>
                              </p:par>
                              <p:par>
                                <p:cTn id="463" presetID="10" presetClass="exit" presetSubtype="0" fill="hold" nodeType="withEffect">
                                  <p:stCondLst>
                                    <p:cond delay="0"/>
                                  </p:stCondLst>
                                  <p:childTnLst>
                                    <p:animEffect transition="out" filter="fade">
                                      <p:cBhvr>
                                        <p:cTn id="464" dur="300"/>
                                        <p:tgtEl>
                                          <p:spTgt spid="100"/>
                                        </p:tgtEl>
                                      </p:cBhvr>
                                    </p:animEffect>
                                    <p:set>
                                      <p:cBhvr>
                                        <p:cTn id="465" dur="1" fill="hold">
                                          <p:stCondLst>
                                            <p:cond delay="299"/>
                                          </p:stCondLst>
                                        </p:cTn>
                                        <p:tgtEl>
                                          <p:spTgt spid="100"/>
                                        </p:tgtEl>
                                        <p:attrNameLst>
                                          <p:attrName>style.visibility</p:attrName>
                                        </p:attrNameLst>
                                      </p:cBhvr>
                                      <p:to>
                                        <p:strVal val="hidden"/>
                                      </p:to>
                                    </p:set>
                                  </p:childTnLst>
                                </p:cTn>
                              </p:par>
                              <p:par>
                                <p:cTn id="466" presetID="10" presetClass="exit" presetSubtype="0" fill="hold" grpId="1" nodeType="withEffect">
                                  <p:stCondLst>
                                    <p:cond delay="0"/>
                                  </p:stCondLst>
                                  <p:childTnLst>
                                    <p:animEffect transition="out" filter="fade">
                                      <p:cBhvr>
                                        <p:cTn id="467" dur="300"/>
                                        <p:tgtEl>
                                          <p:spTgt spid="101"/>
                                        </p:tgtEl>
                                      </p:cBhvr>
                                    </p:animEffect>
                                    <p:set>
                                      <p:cBhvr>
                                        <p:cTn id="468" dur="1" fill="hold">
                                          <p:stCondLst>
                                            <p:cond delay="299"/>
                                          </p:stCondLst>
                                        </p:cTn>
                                        <p:tgtEl>
                                          <p:spTgt spid="101"/>
                                        </p:tgtEl>
                                        <p:attrNameLst>
                                          <p:attrName>style.visibility</p:attrName>
                                        </p:attrNameLst>
                                      </p:cBhvr>
                                      <p:to>
                                        <p:strVal val="hidden"/>
                                      </p:to>
                                    </p:set>
                                  </p:childTnLst>
                                </p:cTn>
                              </p:par>
                              <p:par>
                                <p:cTn id="469" presetID="10" presetClass="exit" presetSubtype="0" fill="hold" grpId="1" nodeType="withEffect">
                                  <p:stCondLst>
                                    <p:cond delay="0"/>
                                  </p:stCondLst>
                                  <p:childTnLst>
                                    <p:animEffect transition="out" filter="fade">
                                      <p:cBhvr>
                                        <p:cTn id="470" dur="300"/>
                                        <p:tgtEl>
                                          <p:spTgt spid="102"/>
                                        </p:tgtEl>
                                      </p:cBhvr>
                                    </p:animEffect>
                                    <p:set>
                                      <p:cBhvr>
                                        <p:cTn id="471" dur="1" fill="hold">
                                          <p:stCondLst>
                                            <p:cond delay="299"/>
                                          </p:stCondLst>
                                        </p:cTn>
                                        <p:tgtEl>
                                          <p:spTgt spid="102"/>
                                        </p:tgtEl>
                                        <p:attrNameLst>
                                          <p:attrName>style.visibility</p:attrName>
                                        </p:attrNameLst>
                                      </p:cBhvr>
                                      <p:to>
                                        <p:strVal val="hidden"/>
                                      </p:to>
                                    </p:set>
                                  </p:childTnLst>
                                </p:cTn>
                              </p:par>
                              <p:par>
                                <p:cTn id="472" presetID="10" presetClass="exit" presetSubtype="0" fill="hold" grpId="1" nodeType="withEffect">
                                  <p:stCondLst>
                                    <p:cond delay="0"/>
                                  </p:stCondLst>
                                  <p:childTnLst>
                                    <p:animEffect transition="out" filter="fade">
                                      <p:cBhvr>
                                        <p:cTn id="473" dur="300"/>
                                        <p:tgtEl>
                                          <p:spTgt spid="103"/>
                                        </p:tgtEl>
                                      </p:cBhvr>
                                    </p:animEffect>
                                    <p:set>
                                      <p:cBhvr>
                                        <p:cTn id="474" dur="1" fill="hold">
                                          <p:stCondLst>
                                            <p:cond delay="299"/>
                                          </p:stCondLst>
                                        </p:cTn>
                                        <p:tgtEl>
                                          <p:spTgt spid="103"/>
                                        </p:tgtEl>
                                        <p:attrNameLst>
                                          <p:attrName>style.visibility</p:attrName>
                                        </p:attrNameLst>
                                      </p:cBhvr>
                                      <p:to>
                                        <p:strVal val="hidden"/>
                                      </p:to>
                                    </p:set>
                                  </p:childTnLst>
                                </p:cTn>
                              </p:par>
                              <p:par>
                                <p:cTn id="475" presetID="10" presetClass="exit" presetSubtype="0" fill="hold" grpId="1" nodeType="withEffect">
                                  <p:stCondLst>
                                    <p:cond delay="0"/>
                                  </p:stCondLst>
                                  <p:childTnLst>
                                    <p:animEffect transition="out" filter="fade">
                                      <p:cBhvr>
                                        <p:cTn id="476" dur="300"/>
                                        <p:tgtEl>
                                          <p:spTgt spid="104"/>
                                        </p:tgtEl>
                                      </p:cBhvr>
                                    </p:animEffect>
                                    <p:set>
                                      <p:cBhvr>
                                        <p:cTn id="477" dur="1" fill="hold">
                                          <p:stCondLst>
                                            <p:cond delay="299"/>
                                          </p:stCondLst>
                                        </p:cTn>
                                        <p:tgtEl>
                                          <p:spTgt spid="104"/>
                                        </p:tgtEl>
                                        <p:attrNameLst>
                                          <p:attrName>style.visibility</p:attrName>
                                        </p:attrNameLst>
                                      </p:cBhvr>
                                      <p:to>
                                        <p:strVal val="hidden"/>
                                      </p:to>
                                    </p:set>
                                  </p:childTnLst>
                                </p:cTn>
                              </p:par>
                              <p:par>
                                <p:cTn id="478" presetID="10" presetClass="exit" presetSubtype="0" fill="hold" nodeType="withEffect">
                                  <p:stCondLst>
                                    <p:cond delay="0"/>
                                  </p:stCondLst>
                                  <p:childTnLst>
                                    <p:animEffect transition="out" filter="fade">
                                      <p:cBhvr>
                                        <p:cTn id="479" dur="300"/>
                                        <p:tgtEl>
                                          <p:spTgt spid="105"/>
                                        </p:tgtEl>
                                      </p:cBhvr>
                                    </p:animEffect>
                                    <p:set>
                                      <p:cBhvr>
                                        <p:cTn id="480" dur="1" fill="hold">
                                          <p:stCondLst>
                                            <p:cond delay="299"/>
                                          </p:stCondLst>
                                        </p:cTn>
                                        <p:tgtEl>
                                          <p:spTgt spid="105"/>
                                        </p:tgtEl>
                                        <p:attrNameLst>
                                          <p:attrName>style.visibility</p:attrName>
                                        </p:attrNameLst>
                                      </p:cBhvr>
                                      <p:to>
                                        <p:strVal val="hidden"/>
                                      </p:to>
                                    </p:set>
                                  </p:childTnLst>
                                </p:cTn>
                              </p:par>
                              <p:par>
                                <p:cTn id="481" presetID="10" presetClass="exit" presetSubtype="0" fill="hold" grpId="1" nodeType="withEffect">
                                  <p:stCondLst>
                                    <p:cond delay="0"/>
                                  </p:stCondLst>
                                  <p:childTnLst>
                                    <p:animEffect transition="out" filter="fade">
                                      <p:cBhvr>
                                        <p:cTn id="482" dur="300"/>
                                        <p:tgtEl>
                                          <p:spTgt spid="106"/>
                                        </p:tgtEl>
                                      </p:cBhvr>
                                    </p:animEffect>
                                    <p:set>
                                      <p:cBhvr>
                                        <p:cTn id="483" dur="1" fill="hold">
                                          <p:stCondLst>
                                            <p:cond delay="299"/>
                                          </p:stCondLst>
                                        </p:cTn>
                                        <p:tgtEl>
                                          <p:spTgt spid="106"/>
                                        </p:tgtEl>
                                        <p:attrNameLst>
                                          <p:attrName>style.visibility</p:attrName>
                                        </p:attrNameLst>
                                      </p:cBhvr>
                                      <p:to>
                                        <p:strVal val="hidden"/>
                                      </p:to>
                                    </p:set>
                                  </p:childTnLst>
                                </p:cTn>
                              </p:par>
                              <p:par>
                                <p:cTn id="484" presetID="10" presetClass="exit" presetSubtype="0" fill="hold" grpId="1" nodeType="withEffect">
                                  <p:stCondLst>
                                    <p:cond delay="0"/>
                                  </p:stCondLst>
                                  <p:childTnLst>
                                    <p:animEffect transition="out" filter="fade">
                                      <p:cBhvr>
                                        <p:cTn id="485" dur="300"/>
                                        <p:tgtEl>
                                          <p:spTgt spid="107"/>
                                        </p:tgtEl>
                                      </p:cBhvr>
                                    </p:animEffect>
                                    <p:set>
                                      <p:cBhvr>
                                        <p:cTn id="486" dur="1" fill="hold">
                                          <p:stCondLst>
                                            <p:cond delay="299"/>
                                          </p:stCondLst>
                                        </p:cTn>
                                        <p:tgtEl>
                                          <p:spTgt spid="107"/>
                                        </p:tgtEl>
                                        <p:attrNameLst>
                                          <p:attrName>style.visibility</p:attrName>
                                        </p:attrNameLst>
                                      </p:cBhvr>
                                      <p:to>
                                        <p:strVal val="hidden"/>
                                      </p:to>
                                    </p:set>
                                  </p:childTnLst>
                                </p:cTn>
                              </p:par>
                              <p:par>
                                <p:cTn id="487" presetID="10" presetClass="exit" presetSubtype="0" fill="hold" grpId="1" nodeType="withEffect">
                                  <p:stCondLst>
                                    <p:cond delay="0"/>
                                  </p:stCondLst>
                                  <p:childTnLst>
                                    <p:animEffect transition="out" filter="fade">
                                      <p:cBhvr>
                                        <p:cTn id="488" dur="300"/>
                                        <p:tgtEl>
                                          <p:spTgt spid="108"/>
                                        </p:tgtEl>
                                      </p:cBhvr>
                                    </p:animEffect>
                                    <p:set>
                                      <p:cBhvr>
                                        <p:cTn id="489" dur="1" fill="hold">
                                          <p:stCondLst>
                                            <p:cond delay="299"/>
                                          </p:stCondLst>
                                        </p:cTn>
                                        <p:tgtEl>
                                          <p:spTgt spid="108"/>
                                        </p:tgtEl>
                                        <p:attrNameLst>
                                          <p:attrName>style.visibility</p:attrName>
                                        </p:attrNameLst>
                                      </p:cBhvr>
                                      <p:to>
                                        <p:strVal val="hidden"/>
                                      </p:to>
                                    </p:set>
                                  </p:childTnLst>
                                </p:cTn>
                              </p:par>
                              <p:par>
                                <p:cTn id="490" presetID="1" presetClass="entr" presetSubtype="0" fill="hold" nodeType="withEffect">
                                  <p:stCondLst>
                                    <p:cond delay="0"/>
                                  </p:stCondLst>
                                  <p:childTnLst>
                                    <p:set>
                                      <p:cBhvr>
                                        <p:cTn id="491" dur="1" fill="hold">
                                          <p:stCondLst>
                                            <p:cond delay="0"/>
                                          </p:stCondLst>
                                        </p:cTn>
                                        <p:tgtEl>
                                          <p:spTgt spid="12"/>
                                        </p:tgtEl>
                                        <p:attrNameLst>
                                          <p:attrName>style.visibility</p:attrName>
                                        </p:attrNameLst>
                                      </p:cBhvr>
                                      <p:to>
                                        <p:strVal val="visible"/>
                                      </p:to>
                                    </p:set>
                                  </p:childTnLst>
                                </p:cTn>
                              </p:par>
                              <p:par>
                                <p:cTn id="492" presetID="10" presetClass="exit" presetSubtype="0" fill="hold" nodeType="withEffect">
                                  <p:stCondLst>
                                    <p:cond delay="0"/>
                                  </p:stCondLst>
                                  <p:childTnLst>
                                    <p:animEffect transition="out" filter="fade">
                                      <p:cBhvr>
                                        <p:cTn id="493" dur="420"/>
                                        <p:tgtEl>
                                          <p:spTgt spid="13"/>
                                        </p:tgtEl>
                                      </p:cBhvr>
                                    </p:animEffect>
                                    <p:set>
                                      <p:cBhvr>
                                        <p:cTn id="494" dur="1" fill="hold">
                                          <p:stCondLst>
                                            <p:cond delay="419"/>
                                          </p:stCondLst>
                                        </p:cTn>
                                        <p:tgtEl>
                                          <p:spTgt spid="13"/>
                                        </p:tgtEl>
                                        <p:attrNameLst>
                                          <p:attrName>style.visibility</p:attrName>
                                        </p:attrNameLst>
                                      </p:cBhvr>
                                      <p:to>
                                        <p:strVal val="hidden"/>
                                      </p:to>
                                    </p:set>
                                  </p:childTnLst>
                                </p:cTn>
                              </p:par>
                              <p:par>
                                <p:cTn id="495" presetID="42" presetClass="entr" presetSubtype="0" fill="hold" grpId="0" nodeType="withEffect">
                                  <p:stCondLst>
                                    <p:cond delay="250"/>
                                  </p:stCondLst>
                                  <p:childTnLst>
                                    <p:set>
                                      <p:cBhvr>
                                        <p:cTn id="496" dur="1" fill="hold">
                                          <p:stCondLst>
                                            <p:cond delay="0"/>
                                          </p:stCondLst>
                                        </p:cTn>
                                        <p:tgtEl>
                                          <p:spTgt spid="47"/>
                                        </p:tgtEl>
                                        <p:attrNameLst>
                                          <p:attrName>style.visibility</p:attrName>
                                        </p:attrNameLst>
                                      </p:cBhvr>
                                      <p:to>
                                        <p:strVal val="visible"/>
                                      </p:to>
                                    </p:set>
                                    <p:animEffect transition="in" filter="fade">
                                      <p:cBhvr>
                                        <p:cTn id="497" dur="650"/>
                                        <p:tgtEl>
                                          <p:spTgt spid="47"/>
                                        </p:tgtEl>
                                      </p:cBhvr>
                                    </p:animEffect>
                                    <p:anim calcmode="lin" valueType="num">
                                      <p:cBhvr>
                                        <p:cTn id="498" dur="650" fill="hold"/>
                                        <p:tgtEl>
                                          <p:spTgt spid="47"/>
                                        </p:tgtEl>
                                        <p:attrNameLst>
                                          <p:attrName>ppt_x</p:attrName>
                                        </p:attrNameLst>
                                      </p:cBhvr>
                                      <p:tavLst>
                                        <p:tav tm="0">
                                          <p:val>
                                            <p:strVal val="#ppt_x"/>
                                          </p:val>
                                        </p:tav>
                                        <p:tav tm="100000">
                                          <p:val>
                                            <p:strVal val="#ppt_x"/>
                                          </p:val>
                                        </p:tav>
                                      </p:tavLst>
                                    </p:anim>
                                    <p:anim calcmode="lin" valueType="num">
                                      <p:cBhvr>
                                        <p:cTn id="499" dur="650" fill="hold"/>
                                        <p:tgtEl>
                                          <p:spTgt spid="47"/>
                                        </p:tgtEl>
                                        <p:attrNameLst>
                                          <p:attrName>ppt_y</p:attrName>
                                        </p:attrNameLst>
                                      </p:cBhvr>
                                      <p:tavLst>
                                        <p:tav tm="0">
                                          <p:val>
                                            <p:strVal val="#ppt_y+.1"/>
                                          </p:val>
                                        </p:tav>
                                        <p:tav tm="100000">
                                          <p:val>
                                            <p:strVal val="#ppt_y"/>
                                          </p:val>
                                        </p:tav>
                                      </p:tavLst>
                                    </p:anim>
                                  </p:childTnLst>
                                </p:cTn>
                              </p:par>
                              <p:par>
                                <p:cTn id="500" presetID="42" presetClass="entr" presetSubtype="0" fill="hold" nodeType="withEffect">
                                  <p:stCondLst>
                                    <p:cond delay="370"/>
                                  </p:stCondLst>
                                  <p:childTnLst>
                                    <p:set>
                                      <p:cBhvr>
                                        <p:cTn id="501" dur="1" fill="hold">
                                          <p:stCondLst>
                                            <p:cond delay="0"/>
                                          </p:stCondLst>
                                        </p:cTn>
                                        <p:tgtEl>
                                          <p:spTgt spid="48"/>
                                        </p:tgtEl>
                                        <p:attrNameLst>
                                          <p:attrName>style.visibility</p:attrName>
                                        </p:attrNameLst>
                                      </p:cBhvr>
                                      <p:to>
                                        <p:strVal val="visible"/>
                                      </p:to>
                                    </p:set>
                                    <p:animEffect transition="in" filter="fade">
                                      <p:cBhvr>
                                        <p:cTn id="502" dur="650"/>
                                        <p:tgtEl>
                                          <p:spTgt spid="48"/>
                                        </p:tgtEl>
                                      </p:cBhvr>
                                    </p:animEffect>
                                    <p:anim calcmode="lin" valueType="num">
                                      <p:cBhvr>
                                        <p:cTn id="503" dur="650" fill="hold"/>
                                        <p:tgtEl>
                                          <p:spTgt spid="48"/>
                                        </p:tgtEl>
                                        <p:attrNameLst>
                                          <p:attrName>ppt_x</p:attrName>
                                        </p:attrNameLst>
                                      </p:cBhvr>
                                      <p:tavLst>
                                        <p:tav tm="0">
                                          <p:val>
                                            <p:strVal val="#ppt_x"/>
                                          </p:val>
                                        </p:tav>
                                        <p:tav tm="100000">
                                          <p:val>
                                            <p:strVal val="#ppt_x"/>
                                          </p:val>
                                        </p:tav>
                                      </p:tavLst>
                                    </p:anim>
                                    <p:anim calcmode="lin" valueType="num">
                                      <p:cBhvr>
                                        <p:cTn id="504" dur="650" fill="hold"/>
                                        <p:tgtEl>
                                          <p:spTgt spid="48"/>
                                        </p:tgtEl>
                                        <p:attrNameLst>
                                          <p:attrName>ppt_y</p:attrName>
                                        </p:attrNameLst>
                                      </p:cBhvr>
                                      <p:tavLst>
                                        <p:tav tm="0">
                                          <p:val>
                                            <p:strVal val="#ppt_y+.1"/>
                                          </p:val>
                                        </p:tav>
                                        <p:tav tm="100000">
                                          <p:val>
                                            <p:strVal val="#ppt_y"/>
                                          </p:val>
                                        </p:tav>
                                      </p:tavLst>
                                    </p:anim>
                                  </p:childTnLst>
                                </p:cTn>
                              </p:par>
                              <p:par>
                                <p:cTn id="505" presetID="1" presetClass="mediacall" presetSubtype="0" fill="hold" nodeType="withEffect">
                                  <p:stCondLst>
                                    <p:cond delay="370"/>
                                  </p:stCondLst>
                                  <p:childTnLst>
                                    <p:cmd type="call" cmd="playFrom(0.0)">
                                      <p:cBhvr>
                                        <p:cTn id="506" dur="60000" fill="hold"/>
                                        <p:tgtEl>
                                          <p:spTgt spid="48"/>
                                        </p:tgtEl>
                                      </p:cBhvr>
                                    </p:cmd>
                                  </p:childTnLst>
                                </p:cTn>
                              </p:par>
                              <p:par>
                                <p:cTn id="507" presetID="42" presetClass="entr" presetSubtype="0" fill="hold" grpId="0" nodeType="withEffect">
                                  <p:stCondLst>
                                    <p:cond delay="490"/>
                                  </p:stCondLst>
                                  <p:childTnLst>
                                    <p:set>
                                      <p:cBhvr>
                                        <p:cTn id="508" dur="1" fill="hold">
                                          <p:stCondLst>
                                            <p:cond delay="0"/>
                                          </p:stCondLst>
                                        </p:cTn>
                                        <p:tgtEl>
                                          <p:spTgt spid="49"/>
                                        </p:tgtEl>
                                        <p:attrNameLst>
                                          <p:attrName>style.visibility</p:attrName>
                                        </p:attrNameLst>
                                      </p:cBhvr>
                                      <p:to>
                                        <p:strVal val="visible"/>
                                      </p:to>
                                    </p:set>
                                    <p:animEffect transition="in" filter="fade">
                                      <p:cBhvr>
                                        <p:cTn id="509" dur="650"/>
                                        <p:tgtEl>
                                          <p:spTgt spid="49"/>
                                        </p:tgtEl>
                                      </p:cBhvr>
                                    </p:animEffect>
                                    <p:anim calcmode="lin" valueType="num">
                                      <p:cBhvr>
                                        <p:cTn id="510" dur="650" fill="hold"/>
                                        <p:tgtEl>
                                          <p:spTgt spid="49"/>
                                        </p:tgtEl>
                                        <p:attrNameLst>
                                          <p:attrName>ppt_x</p:attrName>
                                        </p:attrNameLst>
                                      </p:cBhvr>
                                      <p:tavLst>
                                        <p:tav tm="0">
                                          <p:val>
                                            <p:strVal val="#ppt_x"/>
                                          </p:val>
                                        </p:tav>
                                        <p:tav tm="100000">
                                          <p:val>
                                            <p:strVal val="#ppt_x"/>
                                          </p:val>
                                        </p:tav>
                                      </p:tavLst>
                                    </p:anim>
                                    <p:anim calcmode="lin" valueType="num">
                                      <p:cBhvr>
                                        <p:cTn id="511" dur="650" fill="hold"/>
                                        <p:tgtEl>
                                          <p:spTgt spid="49"/>
                                        </p:tgtEl>
                                        <p:attrNameLst>
                                          <p:attrName>ppt_y</p:attrName>
                                        </p:attrNameLst>
                                      </p:cBhvr>
                                      <p:tavLst>
                                        <p:tav tm="0">
                                          <p:val>
                                            <p:strVal val="#ppt_y+.1"/>
                                          </p:val>
                                        </p:tav>
                                        <p:tav tm="100000">
                                          <p:val>
                                            <p:strVal val="#ppt_y"/>
                                          </p:val>
                                        </p:tav>
                                      </p:tavLst>
                                    </p:anim>
                                  </p:childTnLst>
                                </p:cTn>
                              </p:par>
                              <p:par>
                                <p:cTn id="512" presetID="42" presetClass="entr" presetSubtype="0" fill="hold" grpId="0" nodeType="withEffect">
                                  <p:stCondLst>
                                    <p:cond delay="490"/>
                                  </p:stCondLst>
                                  <p:childTnLst>
                                    <p:set>
                                      <p:cBhvr>
                                        <p:cTn id="513" dur="1" fill="hold">
                                          <p:stCondLst>
                                            <p:cond delay="0"/>
                                          </p:stCondLst>
                                        </p:cTn>
                                        <p:tgtEl>
                                          <p:spTgt spid="50"/>
                                        </p:tgtEl>
                                        <p:attrNameLst>
                                          <p:attrName>style.visibility</p:attrName>
                                        </p:attrNameLst>
                                      </p:cBhvr>
                                      <p:to>
                                        <p:strVal val="visible"/>
                                      </p:to>
                                    </p:set>
                                    <p:animEffect transition="in" filter="fade">
                                      <p:cBhvr>
                                        <p:cTn id="514" dur="650"/>
                                        <p:tgtEl>
                                          <p:spTgt spid="50"/>
                                        </p:tgtEl>
                                      </p:cBhvr>
                                    </p:animEffect>
                                    <p:anim calcmode="lin" valueType="num">
                                      <p:cBhvr>
                                        <p:cTn id="515" dur="650" fill="hold"/>
                                        <p:tgtEl>
                                          <p:spTgt spid="50"/>
                                        </p:tgtEl>
                                        <p:attrNameLst>
                                          <p:attrName>ppt_x</p:attrName>
                                        </p:attrNameLst>
                                      </p:cBhvr>
                                      <p:tavLst>
                                        <p:tav tm="0">
                                          <p:val>
                                            <p:strVal val="#ppt_x"/>
                                          </p:val>
                                        </p:tav>
                                        <p:tav tm="100000">
                                          <p:val>
                                            <p:strVal val="#ppt_x"/>
                                          </p:val>
                                        </p:tav>
                                      </p:tavLst>
                                    </p:anim>
                                    <p:anim calcmode="lin" valueType="num">
                                      <p:cBhvr>
                                        <p:cTn id="516" dur="650" fill="hold"/>
                                        <p:tgtEl>
                                          <p:spTgt spid="50"/>
                                        </p:tgtEl>
                                        <p:attrNameLst>
                                          <p:attrName>ppt_y</p:attrName>
                                        </p:attrNameLst>
                                      </p:cBhvr>
                                      <p:tavLst>
                                        <p:tav tm="0">
                                          <p:val>
                                            <p:strVal val="#ppt_y+.1"/>
                                          </p:val>
                                        </p:tav>
                                        <p:tav tm="100000">
                                          <p:val>
                                            <p:strVal val="#ppt_y"/>
                                          </p:val>
                                        </p:tav>
                                      </p:tavLst>
                                    </p:anim>
                                  </p:childTnLst>
                                </p:cTn>
                              </p:par>
                              <p:par>
                                <p:cTn id="517" presetID="42" presetClass="entr" presetSubtype="0" fill="hold" grpId="0" nodeType="withEffect">
                                  <p:stCondLst>
                                    <p:cond delay="490"/>
                                  </p:stCondLst>
                                  <p:childTnLst>
                                    <p:set>
                                      <p:cBhvr>
                                        <p:cTn id="518" dur="1" fill="hold">
                                          <p:stCondLst>
                                            <p:cond delay="0"/>
                                          </p:stCondLst>
                                        </p:cTn>
                                        <p:tgtEl>
                                          <p:spTgt spid="51"/>
                                        </p:tgtEl>
                                        <p:attrNameLst>
                                          <p:attrName>style.visibility</p:attrName>
                                        </p:attrNameLst>
                                      </p:cBhvr>
                                      <p:to>
                                        <p:strVal val="visible"/>
                                      </p:to>
                                    </p:set>
                                    <p:animEffect transition="in" filter="fade">
                                      <p:cBhvr>
                                        <p:cTn id="519" dur="650"/>
                                        <p:tgtEl>
                                          <p:spTgt spid="51"/>
                                        </p:tgtEl>
                                      </p:cBhvr>
                                    </p:animEffect>
                                    <p:anim calcmode="lin" valueType="num">
                                      <p:cBhvr>
                                        <p:cTn id="520" dur="650" fill="hold"/>
                                        <p:tgtEl>
                                          <p:spTgt spid="51"/>
                                        </p:tgtEl>
                                        <p:attrNameLst>
                                          <p:attrName>ppt_x</p:attrName>
                                        </p:attrNameLst>
                                      </p:cBhvr>
                                      <p:tavLst>
                                        <p:tav tm="0">
                                          <p:val>
                                            <p:strVal val="#ppt_x"/>
                                          </p:val>
                                        </p:tav>
                                        <p:tav tm="100000">
                                          <p:val>
                                            <p:strVal val="#ppt_x"/>
                                          </p:val>
                                        </p:tav>
                                      </p:tavLst>
                                    </p:anim>
                                    <p:anim calcmode="lin" valueType="num">
                                      <p:cBhvr>
                                        <p:cTn id="521" dur="650" fill="hold"/>
                                        <p:tgtEl>
                                          <p:spTgt spid="51"/>
                                        </p:tgtEl>
                                        <p:attrNameLst>
                                          <p:attrName>ppt_y</p:attrName>
                                        </p:attrNameLst>
                                      </p:cBhvr>
                                      <p:tavLst>
                                        <p:tav tm="0">
                                          <p:val>
                                            <p:strVal val="#ppt_y+.1"/>
                                          </p:val>
                                        </p:tav>
                                        <p:tav tm="100000">
                                          <p:val>
                                            <p:strVal val="#ppt_y"/>
                                          </p:val>
                                        </p:tav>
                                      </p:tavLst>
                                    </p:anim>
                                  </p:childTnLst>
                                </p:cTn>
                              </p:par>
                              <p:par>
                                <p:cTn id="522" presetID="42" presetClass="entr" presetSubtype="0" fill="hold" grpId="0" nodeType="withEffect">
                                  <p:stCondLst>
                                    <p:cond delay="490"/>
                                  </p:stCondLst>
                                  <p:childTnLst>
                                    <p:set>
                                      <p:cBhvr>
                                        <p:cTn id="523" dur="1" fill="hold">
                                          <p:stCondLst>
                                            <p:cond delay="0"/>
                                          </p:stCondLst>
                                        </p:cTn>
                                        <p:tgtEl>
                                          <p:spTgt spid="52"/>
                                        </p:tgtEl>
                                        <p:attrNameLst>
                                          <p:attrName>style.visibility</p:attrName>
                                        </p:attrNameLst>
                                      </p:cBhvr>
                                      <p:to>
                                        <p:strVal val="visible"/>
                                      </p:to>
                                    </p:set>
                                    <p:animEffect transition="in" filter="fade">
                                      <p:cBhvr>
                                        <p:cTn id="524" dur="650"/>
                                        <p:tgtEl>
                                          <p:spTgt spid="52"/>
                                        </p:tgtEl>
                                      </p:cBhvr>
                                    </p:animEffect>
                                    <p:anim calcmode="lin" valueType="num">
                                      <p:cBhvr>
                                        <p:cTn id="525" dur="650" fill="hold"/>
                                        <p:tgtEl>
                                          <p:spTgt spid="52"/>
                                        </p:tgtEl>
                                        <p:attrNameLst>
                                          <p:attrName>ppt_x</p:attrName>
                                        </p:attrNameLst>
                                      </p:cBhvr>
                                      <p:tavLst>
                                        <p:tav tm="0">
                                          <p:val>
                                            <p:strVal val="#ppt_x"/>
                                          </p:val>
                                        </p:tav>
                                        <p:tav tm="100000">
                                          <p:val>
                                            <p:strVal val="#ppt_x"/>
                                          </p:val>
                                        </p:tav>
                                      </p:tavLst>
                                    </p:anim>
                                    <p:anim calcmode="lin" valueType="num">
                                      <p:cBhvr>
                                        <p:cTn id="526" dur="650" fill="hold"/>
                                        <p:tgtEl>
                                          <p:spTgt spid="52"/>
                                        </p:tgtEl>
                                        <p:attrNameLst>
                                          <p:attrName>ppt_y</p:attrName>
                                        </p:attrNameLst>
                                      </p:cBhvr>
                                      <p:tavLst>
                                        <p:tav tm="0">
                                          <p:val>
                                            <p:strVal val="#ppt_y+.1"/>
                                          </p:val>
                                        </p:tav>
                                        <p:tav tm="100000">
                                          <p:val>
                                            <p:strVal val="#ppt_y"/>
                                          </p:val>
                                        </p:tav>
                                      </p:tavLst>
                                    </p:anim>
                                  </p:childTnLst>
                                </p:cTn>
                              </p:par>
                              <p:par>
                                <p:cTn id="527" presetID="42" presetClass="entr" presetSubtype="0" fill="hold" grpId="0" nodeType="withEffect">
                                  <p:stCondLst>
                                    <p:cond delay="490"/>
                                  </p:stCondLst>
                                  <p:childTnLst>
                                    <p:set>
                                      <p:cBhvr>
                                        <p:cTn id="528" dur="1" fill="hold">
                                          <p:stCondLst>
                                            <p:cond delay="0"/>
                                          </p:stCondLst>
                                        </p:cTn>
                                        <p:tgtEl>
                                          <p:spTgt spid="53"/>
                                        </p:tgtEl>
                                        <p:attrNameLst>
                                          <p:attrName>style.visibility</p:attrName>
                                        </p:attrNameLst>
                                      </p:cBhvr>
                                      <p:to>
                                        <p:strVal val="visible"/>
                                      </p:to>
                                    </p:set>
                                    <p:animEffect transition="in" filter="fade">
                                      <p:cBhvr>
                                        <p:cTn id="529" dur="650"/>
                                        <p:tgtEl>
                                          <p:spTgt spid="53"/>
                                        </p:tgtEl>
                                      </p:cBhvr>
                                    </p:animEffect>
                                    <p:anim calcmode="lin" valueType="num">
                                      <p:cBhvr>
                                        <p:cTn id="530" dur="650" fill="hold"/>
                                        <p:tgtEl>
                                          <p:spTgt spid="53"/>
                                        </p:tgtEl>
                                        <p:attrNameLst>
                                          <p:attrName>ppt_x</p:attrName>
                                        </p:attrNameLst>
                                      </p:cBhvr>
                                      <p:tavLst>
                                        <p:tav tm="0">
                                          <p:val>
                                            <p:strVal val="#ppt_x"/>
                                          </p:val>
                                        </p:tav>
                                        <p:tav tm="100000">
                                          <p:val>
                                            <p:strVal val="#ppt_x"/>
                                          </p:val>
                                        </p:tav>
                                      </p:tavLst>
                                    </p:anim>
                                    <p:anim calcmode="lin" valueType="num">
                                      <p:cBhvr>
                                        <p:cTn id="531" dur="650" fill="hold"/>
                                        <p:tgtEl>
                                          <p:spTgt spid="53"/>
                                        </p:tgtEl>
                                        <p:attrNameLst>
                                          <p:attrName>ppt_y</p:attrName>
                                        </p:attrNameLst>
                                      </p:cBhvr>
                                      <p:tavLst>
                                        <p:tav tm="0">
                                          <p:val>
                                            <p:strVal val="#ppt_y+.1"/>
                                          </p:val>
                                        </p:tav>
                                        <p:tav tm="100000">
                                          <p:val>
                                            <p:strVal val="#ppt_y"/>
                                          </p:val>
                                        </p:tav>
                                      </p:tavLst>
                                    </p:anim>
                                  </p:childTnLst>
                                </p:cTn>
                              </p:par>
                              <p:par>
                                <p:cTn id="532" presetID="42" presetClass="entr" presetSubtype="0" fill="hold" nodeType="withEffect">
                                  <p:stCondLst>
                                    <p:cond delay="490"/>
                                  </p:stCondLst>
                                  <p:childTnLst>
                                    <p:set>
                                      <p:cBhvr>
                                        <p:cTn id="533" dur="1" fill="hold">
                                          <p:stCondLst>
                                            <p:cond delay="0"/>
                                          </p:stCondLst>
                                        </p:cTn>
                                        <p:tgtEl>
                                          <p:spTgt spid="54"/>
                                        </p:tgtEl>
                                        <p:attrNameLst>
                                          <p:attrName>style.visibility</p:attrName>
                                        </p:attrNameLst>
                                      </p:cBhvr>
                                      <p:to>
                                        <p:strVal val="visible"/>
                                      </p:to>
                                    </p:set>
                                    <p:animEffect transition="in" filter="fade">
                                      <p:cBhvr>
                                        <p:cTn id="534" dur="650"/>
                                        <p:tgtEl>
                                          <p:spTgt spid="54"/>
                                        </p:tgtEl>
                                      </p:cBhvr>
                                    </p:animEffect>
                                    <p:anim calcmode="lin" valueType="num">
                                      <p:cBhvr>
                                        <p:cTn id="535" dur="650" fill="hold"/>
                                        <p:tgtEl>
                                          <p:spTgt spid="54"/>
                                        </p:tgtEl>
                                        <p:attrNameLst>
                                          <p:attrName>ppt_x</p:attrName>
                                        </p:attrNameLst>
                                      </p:cBhvr>
                                      <p:tavLst>
                                        <p:tav tm="0">
                                          <p:val>
                                            <p:strVal val="#ppt_x"/>
                                          </p:val>
                                        </p:tav>
                                        <p:tav tm="100000">
                                          <p:val>
                                            <p:strVal val="#ppt_x"/>
                                          </p:val>
                                        </p:tav>
                                      </p:tavLst>
                                    </p:anim>
                                    <p:anim calcmode="lin" valueType="num">
                                      <p:cBhvr>
                                        <p:cTn id="536" dur="650" fill="hold"/>
                                        <p:tgtEl>
                                          <p:spTgt spid="54"/>
                                        </p:tgtEl>
                                        <p:attrNameLst>
                                          <p:attrName>ppt_y</p:attrName>
                                        </p:attrNameLst>
                                      </p:cBhvr>
                                      <p:tavLst>
                                        <p:tav tm="0">
                                          <p:val>
                                            <p:strVal val="#ppt_y+.1"/>
                                          </p:val>
                                        </p:tav>
                                        <p:tav tm="100000">
                                          <p:val>
                                            <p:strVal val="#ppt_y"/>
                                          </p:val>
                                        </p:tav>
                                      </p:tavLst>
                                    </p:anim>
                                  </p:childTnLst>
                                </p:cTn>
                              </p:par>
                              <p:par>
                                <p:cTn id="537" presetID="42" presetClass="entr" presetSubtype="0" fill="hold" grpId="0" nodeType="withEffect">
                                  <p:stCondLst>
                                    <p:cond delay="490"/>
                                  </p:stCondLst>
                                  <p:childTnLst>
                                    <p:set>
                                      <p:cBhvr>
                                        <p:cTn id="538" dur="1" fill="hold">
                                          <p:stCondLst>
                                            <p:cond delay="0"/>
                                          </p:stCondLst>
                                        </p:cTn>
                                        <p:tgtEl>
                                          <p:spTgt spid="55"/>
                                        </p:tgtEl>
                                        <p:attrNameLst>
                                          <p:attrName>style.visibility</p:attrName>
                                        </p:attrNameLst>
                                      </p:cBhvr>
                                      <p:to>
                                        <p:strVal val="visible"/>
                                      </p:to>
                                    </p:set>
                                    <p:animEffect transition="in" filter="fade">
                                      <p:cBhvr>
                                        <p:cTn id="539" dur="650"/>
                                        <p:tgtEl>
                                          <p:spTgt spid="55"/>
                                        </p:tgtEl>
                                      </p:cBhvr>
                                    </p:animEffect>
                                    <p:anim calcmode="lin" valueType="num">
                                      <p:cBhvr>
                                        <p:cTn id="540" dur="650" fill="hold"/>
                                        <p:tgtEl>
                                          <p:spTgt spid="55"/>
                                        </p:tgtEl>
                                        <p:attrNameLst>
                                          <p:attrName>ppt_x</p:attrName>
                                        </p:attrNameLst>
                                      </p:cBhvr>
                                      <p:tavLst>
                                        <p:tav tm="0">
                                          <p:val>
                                            <p:strVal val="#ppt_x"/>
                                          </p:val>
                                        </p:tav>
                                        <p:tav tm="100000">
                                          <p:val>
                                            <p:strVal val="#ppt_x"/>
                                          </p:val>
                                        </p:tav>
                                      </p:tavLst>
                                    </p:anim>
                                    <p:anim calcmode="lin" valueType="num">
                                      <p:cBhvr>
                                        <p:cTn id="541" dur="650" fill="hold"/>
                                        <p:tgtEl>
                                          <p:spTgt spid="55"/>
                                        </p:tgtEl>
                                        <p:attrNameLst>
                                          <p:attrName>ppt_y</p:attrName>
                                        </p:attrNameLst>
                                      </p:cBhvr>
                                      <p:tavLst>
                                        <p:tav tm="0">
                                          <p:val>
                                            <p:strVal val="#ppt_y+.1"/>
                                          </p:val>
                                        </p:tav>
                                        <p:tav tm="100000">
                                          <p:val>
                                            <p:strVal val="#ppt_y"/>
                                          </p:val>
                                        </p:tav>
                                      </p:tavLst>
                                    </p:anim>
                                  </p:childTnLst>
                                </p:cTn>
                              </p:par>
                              <p:par>
                                <p:cTn id="542" presetID="42" presetClass="entr" presetSubtype="0" fill="hold" nodeType="withEffect">
                                  <p:stCondLst>
                                    <p:cond delay="490"/>
                                  </p:stCondLst>
                                  <p:childTnLst>
                                    <p:set>
                                      <p:cBhvr>
                                        <p:cTn id="543" dur="1" fill="hold">
                                          <p:stCondLst>
                                            <p:cond delay="0"/>
                                          </p:stCondLst>
                                        </p:cTn>
                                        <p:tgtEl>
                                          <p:spTgt spid="56"/>
                                        </p:tgtEl>
                                        <p:attrNameLst>
                                          <p:attrName>style.visibility</p:attrName>
                                        </p:attrNameLst>
                                      </p:cBhvr>
                                      <p:to>
                                        <p:strVal val="visible"/>
                                      </p:to>
                                    </p:set>
                                    <p:animEffect transition="in" filter="fade">
                                      <p:cBhvr>
                                        <p:cTn id="544" dur="650"/>
                                        <p:tgtEl>
                                          <p:spTgt spid="56"/>
                                        </p:tgtEl>
                                      </p:cBhvr>
                                    </p:animEffect>
                                    <p:anim calcmode="lin" valueType="num">
                                      <p:cBhvr>
                                        <p:cTn id="545" dur="650" fill="hold"/>
                                        <p:tgtEl>
                                          <p:spTgt spid="56"/>
                                        </p:tgtEl>
                                        <p:attrNameLst>
                                          <p:attrName>ppt_x</p:attrName>
                                        </p:attrNameLst>
                                      </p:cBhvr>
                                      <p:tavLst>
                                        <p:tav tm="0">
                                          <p:val>
                                            <p:strVal val="#ppt_x"/>
                                          </p:val>
                                        </p:tav>
                                        <p:tav tm="100000">
                                          <p:val>
                                            <p:strVal val="#ppt_x"/>
                                          </p:val>
                                        </p:tav>
                                      </p:tavLst>
                                    </p:anim>
                                    <p:anim calcmode="lin" valueType="num">
                                      <p:cBhvr>
                                        <p:cTn id="546" dur="650" fill="hold"/>
                                        <p:tgtEl>
                                          <p:spTgt spid="56"/>
                                        </p:tgtEl>
                                        <p:attrNameLst>
                                          <p:attrName>ppt_y</p:attrName>
                                        </p:attrNameLst>
                                      </p:cBhvr>
                                      <p:tavLst>
                                        <p:tav tm="0">
                                          <p:val>
                                            <p:strVal val="#ppt_y+.1"/>
                                          </p:val>
                                        </p:tav>
                                        <p:tav tm="100000">
                                          <p:val>
                                            <p:strVal val="#ppt_y"/>
                                          </p:val>
                                        </p:tav>
                                      </p:tavLst>
                                    </p:anim>
                                  </p:childTnLst>
                                </p:cTn>
                              </p:par>
                              <p:par>
                                <p:cTn id="547" presetID="42" presetClass="entr" presetSubtype="0" fill="hold" grpId="0" nodeType="withEffect">
                                  <p:stCondLst>
                                    <p:cond delay="490"/>
                                  </p:stCondLst>
                                  <p:childTnLst>
                                    <p:set>
                                      <p:cBhvr>
                                        <p:cTn id="548" dur="1" fill="hold">
                                          <p:stCondLst>
                                            <p:cond delay="0"/>
                                          </p:stCondLst>
                                        </p:cTn>
                                        <p:tgtEl>
                                          <p:spTgt spid="57"/>
                                        </p:tgtEl>
                                        <p:attrNameLst>
                                          <p:attrName>style.visibility</p:attrName>
                                        </p:attrNameLst>
                                      </p:cBhvr>
                                      <p:to>
                                        <p:strVal val="visible"/>
                                      </p:to>
                                    </p:set>
                                    <p:animEffect transition="in" filter="fade">
                                      <p:cBhvr>
                                        <p:cTn id="549" dur="650"/>
                                        <p:tgtEl>
                                          <p:spTgt spid="57"/>
                                        </p:tgtEl>
                                      </p:cBhvr>
                                    </p:animEffect>
                                    <p:anim calcmode="lin" valueType="num">
                                      <p:cBhvr>
                                        <p:cTn id="550" dur="650" fill="hold"/>
                                        <p:tgtEl>
                                          <p:spTgt spid="57"/>
                                        </p:tgtEl>
                                        <p:attrNameLst>
                                          <p:attrName>ppt_x</p:attrName>
                                        </p:attrNameLst>
                                      </p:cBhvr>
                                      <p:tavLst>
                                        <p:tav tm="0">
                                          <p:val>
                                            <p:strVal val="#ppt_x"/>
                                          </p:val>
                                        </p:tav>
                                        <p:tav tm="100000">
                                          <p:val>
                                            <p:strVal val="#ppt_x"/>
                                          </p:val>
                                        </p:tav>
                                      </p:tavLst>
                                    </p:anim>
                                    <p:anim calcmode="lin" valueType="num">
                                      <p:cBhvr>
                                        <p:cTn id="551" dur="650" fill="hold"/>
                                        <p:tgtEl>
                                          <p:spTgt spid="57"/>
                                        </p:tgtEl>
                                        <p:attrNameLst>
                                          <p:attrName>ppt_y</p:attrName>
                                        </p:attrNameLst>
                                      </p:cBhvr>
                                      <p:tavLst>
                                        <p:tav tm="0">
                                          <p:val>
                                            <p:strVal val="#ppt_y+.1"/>
                                          </p:val>
                                        </p:tav>
                                        <p:tav tm="100000">
                                          <p:val>
                                            <p:strVal val="#ppt_y"/>
                                          </p:val>
                                        </p:tav>
                                      </p:tavLst>
                                    </p:anim>
                                  </p:childTnLst>
                                </p:cTn>
                              </p:par>
                              <p:par>
                                <p:cTn id="552" presetID="42" presetClass="entr" presetSubtype="0" fill="hold" grpId="0" nodeType="withEffect">
                                  <p:stCondLst>
                                    <p:cond delay="610"/>
                                  </p:stCondLst>
                                  <p:childTnLst>
                                    <p:set>
                                      <p:cBhvr>
                                        <p:cTn id="553" dur="1" fill="hold">
                                          <p:stCondLst>
                                            <p:cond delay="0"/>
                                          </p:stCondLst>
                                        </p:cTn>
                                        <p:tgtEl>
                                          <p:spTgt spid="58"/>
                                        </p:tgtEl>
                                        <p:attrNameLst>
                                          <p:attrName>style.visibility</p:attrName>
                                        </p:attrNameLst>
                                      </p:cBhvr>
                                      <p:to>
                                        <p:strVal val="visible"/>
                                      </p:to>
                                    </p:set>
                                    <p:animEffect transition="in" filter="fade">
                                      <p:cBhvr>
                                        <p:cTn id="554" dur="650"/>
                                        <p:tgtEl>
                                          <p:spTgt spid="58"/>
                                        </p:tgtEl>
                                      </p:cBhvr>
                                    </p:animEffect>
                                    <p:anim calcmode="lin" valueType="num">
                                      <p:cBhvr>
                                        <p:cTn id="555" dur="650" fill="hold"/>
                                        <p:tgtEl>
                                          <p:spTgt spid="58"/>
                                        </p:tgtEl>
                                        <p:attrNameLst>
                                          <p:attrName>ppt_x</p:attrName>
                                        </p:attrNameLst>
                                      </p:cBhvr>
                                      <p:tavLst>
                                        <p:tav tm="0">
                                          <p:val>
                                            <p:strVal val="#ppt_x"/>
                                          </p:val>
                                        </p:tav>
                                        <p:tav tm="100000">
                                          <p:val>
                                            <p:strVal val="#ppt_x"/>
                                          </p:val>
                                        </p:tav>
                                      </p:tavLst>
                                    </p:anim>
                                    <p:anim calcmode="lin" valueType="num">
                                      <p:cBhvr>
                                        <p:cTn id="556" dur="650" fill="hold"/>
                                        <p:tgtEl>
                                          <p:spTgt spid="58"/>
                                        </p:tgtEl>
                                        <p:attrNameLst>
                                          <p:attrName>ppt_y</p:attrName>
                                        </p:attrNameLst>
                                      </p:cBhvr>
                                      <p:tavLst>
                                        <p:tav tm="0">
                                          <p:val>
                                            <p:strVal val="#ppt_y+.1"/>
                                          </p:val>
                                        </p:tav>
                                        <p:tav tm="100000">
                                          <p:val>
                                            <p:strVal val="#ppt_y"/>
                                          </p:val>
                                        </p:tav>
                                      </p:tavLst>
                                    </p:anim>
                                  </p:childTnLst>
                                </p:cTn>
                              </p:par>
                              <p:par>
                                <p:cTn id="557" presetID="42" presetClass="entr" presetSubtype="0" fill="hold" grpId="0" nodeType="withEffect">
                                  <p:stCondLst>
                                    <p:cond delay="610"/>
                                  </p:stCondLst>
                                  <p:childTnLst>
                                    <p:set>
                                      <p:cBhvr>
                                        <p:cTn id="558" dur="1" fill="hold">
                                          <p:stCondLst>
                                            <p:cond delay="0"/>
                                          </p:stCondLst>
                                        </p:cTn>
                                        <p:tgtEl>
                                          <p:spTgt spid="59"/>
                                        </p:tgtEl>
                                        <p:attrNameLst>
                                          <p:attrName>style.visibility</p:attrName>
                                        </p:attrNameLst>
                                      </p:cBhvr>
                                      <p:to>
                                        <p:strVal val="visible"/>
                                      </p:to>
                                    </p:set>
                                    <p:animEffect transition="in" filter="fade">
                                      <p:cBhvr>
                                        <p:cTn id="559" dur="650"/>
                                        <p:tgtEl>
                                          <p:spTgt spid="59"/>
                                        </p:tgtEl>
                                      </p:cBhvr>
                                    </p:animEffect>
                                    <p:anim calcmode="lin" valueType="num">
                                      <p:cBhvr>
                                        <p:cTn id="560" dur="650" fill="hold"/>
                                        <p:tgtEl>
                                          <p:spTgt spid="59"/>
                                        </p:tgtEl>
                                        <p:attrNameLst>
                                          <p:attrName>ppt_x</p:attrName>
                                        </p:attrNameLst>
                                      </p:cBhvr>
                                      <p:tavLst>
                                        <p:tav tm="0">
                                          <p:val>
                                            <p:strVal val="#ppt_x"/>
                                          </p:val>
                                        </p:tav>
                                        <p:tav tm="100000">
                                          <p:val>
                                            <p:strVal val="#ppt_x"/>
                                          </p:val>
                                        </p:tav>
                                      </p:tavLst>
                                    </p:anim>
                                    <p:anim calcmode="lin" valueType="num">
                                      <p:cBhvr>
                                        <p:cTn id="561" dur="650" fill="hold"/>
                                        <p:tgtEl>
                                          <p:spTgt spid="59"/>
                                        </p:tgtEl>
                                        <p:attrNameLst>
                                          <p:attrName>ppt_y</p:attrName>
                                        </p:attrNameLst>
                                      </p:cBhvr>
                                      <p:tavLst>
                                        <p:tav tm="0">
                                          <p:val>
                                            <p:strVal val="#ppt_y+.1"/>
                                          </p:val>
                                        </p:tav>
                                        <p:tav tm="100000">
                                          <p:val>
                                            <p:strVal val="#ppt_y"/>
                                          </p:val>
                                        </p:tav>
                                      </p:tavLst>
                                    </p:anim>
                                  </p:childTnLst>
                                </p:cTn>
                              </p:par>
                              <p:par>
                                <p:cTn id="562" presetID="42" presetClass="entr" presetSubtype="0" fill="hold" grpId="0" nodeType="withEffect">
                                  <p:stCondLst>
                                    <p:cond delay="610"/>
                                  </p:stCondLst>
                                  <p:childTnLst>
                                    <p:set>
                                      <p:cBhvr>
                                        <p:cTn id="563" dur="1" fill="hold">
                                          <p:stCondLst>
                                            <p:cond delay="0"/>
                                          </p:stCondLst>
                                        </p:cTn>
                                        <p:tgtEl>
                                          <p:spTgt spid="60"/>
                                        </p:tgtEl>
                                        <p:attrNameLst>
                                          <p:attrName>style.visibility</p:attrName>
                                        </p:attrNameLst>
                                      </p:cBhvr>
                                      <p:to>
                                        <p:strVal val="visible"/>
                                      </p:to>
                                    </p:set>
                                    <p:animEffect transition="in" filter="fade">
                                      <p:cBhvr>
                                        <p:cTn id="564" dur="650"/>
                                        <p:tgtEl>
                                          <p:spTgt spid="60"/>
                                        </p:tgtEl>
                                      </p:cBhvr>
                                    </p:animEffect>
                                    <p:anim calcmode="lin" valueType="num">
                                      <p:cBhvr>
                                        <p:cTn id="565" dur="650" fill="hold"/>
                                        <p:tgtEl>
                                          <p:spTgt spid="60"/>
                                        </p:tgtEl>
                                        <p:attrNameLst>
                                          <p:attrName>ppt_x</p:attrName>
                                        </p:attrNameLst>
                                      </p:cBhvr>
                                      <p:tavLst>
                                        <p:tav tm="0">
                                          <p:val>
                                            <p:strVal val="#ppt_x"/>
                                          </p:val>
                                        </p:tav>
                                        <p:tav tm="100000">
                                          <p:val>
                                            <p:strVal val="#ppt_x"/>
                                          </p:val>
                                        </p:tav>
                                      </p:tavLst>
                                    </p:anim>
                                    <p:anim calcmode="lin" valueType="num">
                                      <p:cBhvr>
                                        <p:cTn id="566" dur="650" fill="hold"/>
                                        <p:tgtEl>
                                          <p:spTgt spid="60"/>
                                        </p:tgtEl>
                                        <p:attrNameLst>
                                          <p:attrName>ppt_y</p:attrName>
                                        </p:attrNameLst>
                                      </p:cBhvr>
                                      <p:tavLst>
                                        <p:tav tm="0">
                                          <p:val>
                                            <p:strVal val="#ppt_y+.1"/>
                                          </p:val>
                                        </p:tav>
                                        <p:tav tm="100000">
                                          <p:val>
                                            <p:strVal val="#ppt_y"/>
                                          </p:val>
                                        </p:tav>
                                      </p:tavLst>
                                    </p:anim>
                                  </p:childTnLst>
                                </p:cTn>
                              </p:par>
                              <p:par>
                                <p:cTn id="567" presetID="42" presetClass="entr" presetSubtype="0" fill="hold" grpId="0" nodeType="withEffect">
                                  <p:stCondLst>
                                    <p:cond delay="610"/>
                                  </p:stCondLst>
                                  <p:childTnLst>
                                    <p:set>
                                      <p:cBhvr>
                                        <p:cTn id="568" dur="1" fill="hold">
                                          <p:stCondLst>
                                            <p:cond delay="0"/>
                                          </p:stCondLst>
                                        </p:cTn>
                                        <p:tgtEl>
                                          <p:spTgt spid="61"/>
                                        </p:tgtEl>
                                        <p:attrNameLst>
                                          <p:attrName>style.visibility</p:attrName>
                                        </p:attrNameLst>
                                      </p:cBhvr>
                                      <p:to>
                                        <p:strVal val="visible"/>
                                      </p:to>
                                    </p:set>
                                    <p:animEffect transition="in" filter="fade">
                                      <p:cBhvr>
                                        <p:cTn id="569" dur="650"/>
                                        <p:tgtEl>
                                          <p:spTgt spid="61"/>
                                        </p:tgtEl>
                                      </p:cBhvr>
                                    </p:animEffect>
                                    <p:anim calcmode="lin" valueType="num">
                                      <p:cBhvr>
                                        <p:cTn id="570" dur="650" fill="hold"/>
                                        <p:tgtEl>
                                          <p:spTgt spid="61"/>
                                        </p:tgtEl>
                                        <p:attrNameLst>
                                          <p:attrName>ppt_x</p:attrName>
                                        </p:attrNameLst>
                                      </p:cBhvr>
                                      <p:tavLst>
                                        <p:tav tm="0">
                                          <p:val>
                                            <p:strVal val="#ppt_x"/>
                                          </p:val>
                                        </p:tav>
                                        <p:tav tm="100000">
                                          <p:val>
                                            <p:strVal val="#ppt_x"/>
                                          </p:val>
                                        </p:tav>
                                      </p:tavLst>
                                    </p:anim>
                                    <p:anim calcmode="lin" valueType="num">
                                      <p:cBhvr>
                                        <p:cTn id="571" dur="650" fill="hold"/>
                                        <p:tgtEl>
                                          <p:spTgt spid="61"/>
                                        </p:tgtEl>
                                        <p:attrNameLst>
                                          <p:attrName>ppt_y</p:attrName>
                                        </p:attrNameLst>
                                      </p:cBhvr>
                                      <p:tavLst>
                                        <p:tav tm="0">
                                          <p:val>
                                            <p:strVal val="#ppt_y+.1"/>
                                          </p:val>
                                        </p:tav>
                                        <p:tav tm="100000">
                                          <p:val>
                                            <p:strVal val="#ppt_y"/>
                                          </p:val>
                                        </p:tav>
                                      </p:tavLst>
                                    </p:anim>
                                  </p:childTnLst>
                                </p:cTn>
                              </p:par>
                              <p:par>
                                <p:cTn id="572" presetID="42" presetClass="entr" presetSubtype="0" fill="hold" grpId="0" nodeType="withEffect">
                                  <p:stCondLst>
                                    <p:cond delay="610"/>
                                  </p:stCondLst>
                                  <p:childTnLst>
                                    <p:set>
                                      <p:cBhvr>
                                        <p:cTn id="573" dur="1" fill="hold">
                                          <p:stCondLst>
                                            <p:cond delay="0"/>
                                          </p:stCondLst>
                                        </p:cTn>
                                        <p:tgtEl>
                                          <p:spTgt spid="62"/>
                                        </p:tgtEl>
                                        <p:attrNameLst>
                                          <p:attrName>style.visibility</p:attrName>
                                        </p:attrNameLst>
                                      </p:cBhvr>
                                      <p:to>
                                        <p:strVal val="visible"/>
                                      </p:to>
                                    </p:set>
                                    <p:animEffect transition="in" filter="fade">
                                      <p:cBhvr>
                                        <p:cTn id="574" dur="650"/>
                                        <p:tgtEl>
                                          <p:spTgt spid="62"/>
                                        </p:tgtEl>
                                      </p:cBhvr>
                                    </p:animEffect>
                                    <p:anim calcmode="lin" valueType="num">
                                      <p:cBhvr>
                                        <p:cTn id="575" dur="650" fill="hold"/>
                                        <p:tgtEl>
                                          <p:spTgt spid="62"/>
                                        </p:tgtEl>
                                        <p:attrNameLst>
                                          <p:attrName>ppt_x</p:attrName>
                                        </p:attrNameLst>
                                      </p:cBhvr>
                                      <p:tavLst>
                                        <p:tav tm="0">
                                          <p:val>
                                            <p:strVal val="#ppt_x"/>
                                          </p:val>
                                        </p:tav>
                                        <p:tav tm="100000">
                                          <p:val>
                                            <p:strVal val="#ppt_x"/>
                                          </p:val>
                                        </p:tav>
                                      </p:tavLst>
                                    </p:anim>
                                    <p:anim calcmode="lin" valueType="num">
                                      <p:cBhvr>
                                        <p:cTn id="576" dur="650" fill="hold"/>
                                        <p:tgtEl>
                                          <p:spTgt spid="62"/>
                                        </p:tgtEl>
                                        <p:attrNameLst>
                                          <p:attrName>ppt_y</p:attrName>
                                        </p:attrNameLst>
                                      </p:cBhvr>
                                      <p:tavLst>
                                        <p:tav tm="0">
                                          <p:val>
                                            <p:strVal val="#ppt_y+.1"/>
                                          </p:val>
                                        </p:tav>
                                        <p:tav tm="100000">
                                          <p:val>
                                            <p:strVal val="#ppt_y"/>
                                          </p:val>
                                        </p:tav>
                                      </p:tavLst>
                                    </p:anim>
                                  </p:childTnLst>
                                </p:cTn>
                              </p:par>
                              <p:par>
                                <p:cTn id="577" presetID="42" presetClass="entr" presetSubtype="0" fill="hold" nodeType="withEffect">
                                  <p:stCondLst>
                                    <p:cond delay="610"/>
                                  </p:stCondLst>
                                  <p:childTnLst>
                                    <p:set>
                                      <p:cBhvr>
                                        <p:cTn id="578" dur="1" fill="hold">
                                          <p:stCondLst>
                                            <p:cond delay="0"/>
                                          </p:stCondLst>
                                        </p:cTn>
                                        <p:tgtEl>
                                          <p:spTgt spid="63"/>
                                        </p:tgtEl>
                                        <p:attrNameLst>
                                          <p:attrName>style.visibility</p:attrName>
                                        </p:attrNameLst>
                                      </p:cBhvr>
                                      <p:to>
                                        <p:strVal val="visible"/>
                                      </p:to>
                                    </p:set>
                                    <p:animEffect transition="in" filter="fade">
                                      <p:cBhvr>
                                        <p:cTn id="579" dur="650"/>
                                        <p:tgtEl>
                                          <p:spTgt spid="63"/>
                                        </p:tgtEl>
                                      </p:cBhvr>
                                    </p:animEffect>
                                    <p:anim calcmode="lin" valueType="num">
                                      <p:cBhvr>
                                        <p:cTn id="580" dur="650" fill="hold"/>
                                        <p:tgtEl>
                                          <p:spTgt spid="63"/>
                                        </p:tgtEl>
                                        <p:attrNameLst>
                                          <p:attrName>ppt_x</p:attrName>
                                        </p:attrNameLst>
                                      </p:cBhvr>
                                      <p:tavLst>
                                        <p:tav tm="0">
                                          <p:val>
                                            <p:strVal val="#ppt_x"/>
                                          </p:val>
                                        </p:tav>
                                        <p:tav tm="100000">
                                          <p:val>
                                            <p:strVal val="#ppt_x"/>
                                          </p:val>
                                        </p:tav>
                                      </p:tavLst>
                                    </p:anim>
                                    <p:anim calcmode="lin" valueType="num">
                                      <p:cBhvr>
                                        <p:cTn id="581" dur="650" fill="hold"/>
                                        <p:tgtEl>
                                          <p:spTgt spid="63"/>
                                        </p:tgtEl>
                                        <p:attrNameLst>
                                          <p:attrName>ppt_y</p:attrName>
                                        </p:attrNameLst>
                                      </p:cBhvr>
                                      <p:tavLst>
                                        <p:tav tm="0">
                                          <p:val>
                                            <p:strVal val="#ppt_y+.1"/>
                                          </p:val>
                                        </p:tav>
                                        <p:tav tm="100000">
                                          <p:val>
                                            <p:strVal val="#ppt_y"/>
                                          </p:val>
                                        </p:tav>
                                      </p:tavLst>
                                    </p:anim>
                                  </p:childTnLst>
                                </p:cTn>
                              </p:par>
                              <p:par>
                                <p:cTn id="582" presetID="42" presetClass="entr" presetSubtype="0" fill="hold" grpId="0" nodeType="withEffect">
                                  <p:stCondLst>
                                    <p:cond delay="610"/>
                                  </p:stCondLst>
                                  <p:childTnLst>
                                    <p:set>
                                      <p:cBhvr>
                                        <p:cTn id="583" dur="1" fill="hold">
                                          <p:stCondLst>
                                            <p:cond delay="0"/>
                                          </p:stCondLst>
                                        </p:cTn>
                                        <p:tgtEl>
                                          <p:spTgt spid="64"/>
                                        </p:tgtEl>
                                        <p:attrNameLst>
                                          <p:attrName>style.visibility</p:attrName>
                                        </p:attrNameLst>
                                      </p:cBhvr>
                                      <p:to>
                                        <p:strVal val="visible"/>
                                      </p:to>
                                    </p:set>
                                    <p:animEffect transition="in" filter="fade">
                                      <p:cBhvr>
                                        <p:cTn id="584" dur="650"/>
                                        <p:tgtEl>
                                          <p:spTgt spid="64"/>
                                        </p:tgtEl>
                                      </p:cBhvr>
                                    </p:animEffect>
                                    <p:anim calcmode="lin" valueType="num">
                                      <p:cBhvr>
                                        <p:cTn id="585" dur="650" fill="hold"/>
                                        <p:tgtEl>
                                          <p:spTgt spid="64"/>
                                        </p:tgtEl>
                                        <p:attrNameLst>
                                          <p:attrName>ppt_x</p:attrName>
                                        </p:attrNameLst>
                                      </p:cBhvr>
                                      <p:tavLst>
                                        <p:tav tm="0">
                                          <p:val>
                                            <p:strVal val="#ppt_x"/>
                                          </p:val>
                                        </p:tav>
                                        <p:tav tm="100000">
                                          <p:val>
                                            <p:strVal val="#ppt_x"/>
                                          </p:val>
                                        </p:tav>
                                      </p:tavLst>
                                    </p:anim>
                                    <p:anim calcmode="lin" valueType="num">
                                      <p:cBhvr>
                                        <p:cTn id="586" dur="650" fill="hold"/>
                                        <p:tgtEl>
                                          <p:spTgt spid="64"/>
                                        </p:tgtEl>
                                        <p:attrNameLst>
                                          <p:attrName>ppt_y</p:attrName>
                                        </p:attrNameLst>
                                      </p:cBhvr>
                                      <p:tavLst>
                                        <p:tav tm="0">
                                          <p:val>
                                            <p:strVal val="#ppt_y+.1"/>
                                          </p:val>
                                        </p:tav>
                                        <p:tav tm="100000">
                                          <p:val>
                                            <p:strVal val="#ppt_y"/>
                                          </p:val>
                                        </p:tav>
                                      </p:tavLst>
                                    </p:anim>
                                  </p:childTnLst>
                                </p:cTn>
                              </p:par>
                              <p:par>
                                <p:cTn id="587" presetID="42" presetClass="entr" presetSubtype="0" fill="hold" nodeType="withEffect">
                                  <p:stCondLst>
                                    <p:cond delay="610"/>
                                  </p:stCondLst>
                                  <p:childTnLst>
                                    <p:set>
                                      <p:cBhvr>
                                        <p:cTn id="588" dur="1" fill="hold">
                                          <p:stCondLst>
                                            <p:cond delay="0"/>
                                          </p:stCondLst>
                                        </p:cTn>
                                        <p:tgtEl>
                                          <p:spTgt spid="65"/>
                                        </p:tgtEl>
                                        <p:attrNameLst>
                                          <p:attrName>style.visibility</p:attrName>
                                        </p:attrNameLst>
                                      </p:cBhvr>
                                      <p:to>
                                        <p:strVal val="visible"/>
                                      </p:to>
                                    </p:set>
                                    <p:animEffect transition="in" filter="fade">
                                      <p:cBhvr>
                                        <p:cTn id="589" dur="650"/>
                                        <p:tgtEl>
                                          <p:spTgt spid="65"/>
                                        </p:tgtEl>
                                      </p:cBhvr>
                                    </p:animEffect>
                                    <p:anim calcmode="lin" valueType="num">
                                      <p:cBhvr>
                                        <p:cTn id="590" dur="650" fill="hold"/>
                                        <p:tgtEl>
                                          <p:spTgt spid="65"/>
                                        </p:tgtEl>
                                        <p:attrNameLst>
                                          <p:attrName>ppt_x</p:attrName>
                                        </p:attrNameLst>
                                      </p:cBhvr>
                                      <p:tavLst>
                                        <p:tav tm="0">
                                          <p:val>
                                            <p:strVal val="#ppt_x"/>
                                          </p:val>
                                        </p:tav>
                                        <p:tav tm="100000">
                                          <p:val>
                                            <p:strVal val="#ppt_x"/>
                                          </p:val>
                                        </p:tav>
                                      </p:tavLst>
                                    </p:anim>
                                    <p:anim calcmode="lin" valueType="num">
                                      <p:cBhvr>
                                        <p:cTn id="591" dur="650" fill="hold"/>
                                        <p:tgtEl>
                                          <p:spTgt spid="65"/>
                                        </p:tgtEl>
                                        <p:attrNameLst>
                                          <p:attrName>ppt_y</p:attrName>
                                        </p:attrNameLst>
                                      </p:cBhvr>
                                      <p:tavLst>
                                        <p:tav tm="0">
                                          <p:val>
                                            <p:strVal val="#ppt_y+.1"/>
                                          </p:val>
                                        </p:tav>
                                        <p:tav tm="100000">
                                          <p:val>
                                            <p:strVal val="#ppt_y"/>
                                          </p:val>
                                        </p:tav>
                                      </p:tavLst>
                                    </p:anim>
                                  </p:childTnLst>
                                </p:cTn>
                              </p:par>
                              <p:par>
                                <p:cTn id="592" presetID="42" presetClass="entr" presetSubtype="0" fill="hold" grpId="0" nodeType="withEffect">
                                  <p:stCondLst>
                                    <p:cond delay="610"/>
                                  </p:stCondLst>
                                  <p:childTnLst>
                                    <p:set>
                                      <p:cBhvr>
                                        <p:cTn id="593" dur="1" fill="hold">
                                          <p:stCondLst>
                                            <p:cond delay="0"/>
                                          </p:stCondLst>
                                        </p:cTn>
                                        <p:tgtEl>
                                          <p:spTgt spid="66"/>
                                        </p:tgtEl>
                                        <p:attrNameLst>
                                          <p:attrName>style.visibility</p:attrName>
                                        </p:attrNameLst>
                                      </p:cBhvr>
                                      <p:to>
                                        <p:strVal val="visible"/>
                                      </p:to>
                                    </p:set>
                                    <p:animEffect transition="in" filter="fade">
                                      <p:cBhvr>
                                        <p:cTn id="594" dur="650"/>
                                        <p:tgtEl>
                                          <p:spTgt spid="66"/>
                                        </p:tgtEl>
                                      </p:cBhvr>
                                    </p:animEffect>
                                    <p:anim calcmode="lin" valueType="num">
                                      <p:cBhvr>
                                        <p:cTn id="595" dur="650" fill="hold"/>
                                        <p:tgtEl>
                                          <p:spTgt spid="66"/>
                                        </p:tgtEl>
                                        <p:attrNameLst>
                                          <p:attrName>ppt_x</p:attrName>
                                        </p:attrNameLst>
                                      </p:cBhvr>
                                      <p:tavLst>
                                        <p:tav tm="0">
                                          <p:val>
                                            <p:strVal val="#ppt_x"/>
                                          </p:val>
                                        </p:tav>
                                        <p:tav tm="100000">
                                          <p:val>
                                            <p:strVal val="#ppt_x"/>
                                          </p:val>
                                        </p:tav>
                                      </p:tavLst>
                                    </p:anim>
                                    <p:anim calcmode="lin" valueType="num">
                                      <p:cBhvr>
                                        <p:cTn id="596" dur="650" fill="hold"/>
                                        <p:tgtEl>
                                          <p:spTgt spid="66"/>
                                        </p:tgtEl>
                                        <p:attrNameLst>
                                          <p:attrName>ppt_y</p:attrName>
                                        </p:attrNameLst>
                                      </p:cBhvr>
                                      <p:tavLst>
                                        <p:tav tm="0">
                                          <p:val>
                                            <p:strVal val="#ppt_y+.1"/>
                                          </p:val>
                                        </p:tav>
                                        <p:tav tm="100000">
                                          <p:val>
                                            <p:strVal val="#ppt_y"/>
                                          </p:val>
                                        </p:tav>
                                      </p:tavLst>
                                    </p:anim>
                                  </p:childTnLst>
                                </p:cTn>
                              </p:par>
                              <p:par>
                                <p:cTn id="597" presetID="42" presetClass="entr" presetSubtype="0" fill="hold" nodeType="withEffect">
                                  <p:stCondLst>
                                    <p:cond delay="610"/>
                                  </p:stCondLst>
                                  <p:childTnLst>
                                    <p:set>
                                      <p:cBhvr>
                                        <p:cTn id="598" dur="1" fill="hold">
                                          <p:stCondLst>
                                            <p:cond delay="0"/>
                                          </p:stCondLst>
                                        </p:cTn>
                                        <p:tgtEl>
                                          <p:spTgt spid="67"/>
                                        </p:tgtEl>
                                        <p:attrNameLst>
                                          <p:attrName>style.visibility</p:attrName>
                                        </p:attrNameLst>
                                      </p:cBhvr>
                                      <p:to>
                                        <p:strVal val="visible"/>
                                      </p:to>
                                    </p:set>
                                    <p:animEffect transition="in" filter="fade">
                                      <p:cBhvr>
                                        <p:cTn id="599" dur="650"/>
                                        <p:tgtEl>
                                          <p:spTgt spid="67"/>
                                        </p:tgtEl>
                                      </p:cBhvr>
                                    </p:animEffect>
                                    <p:anim calcmode="lin" valueType="num">
                                      <p:cBhvr>
                                        <p:cTn id="600" dur="650" fill="hold"/>
                                        <p:tgtEl>
                                          <p:spTgt spid="67"/>
                                        </p:tgtEl>
                                        <p:attrNameLst>
                                          <p:attrName>ppt_x</p:attrName>
                                        </p:attrNameLst>
                                      </p:cBhvr>
                                      <p:tavLst>
                                        <p:tav tm="0">
                                          <p:val>
                                            <p:strVal val="#ppt_x"/>
                                          </p:val>
                                        </p:tav>
                                        <p:tav tm="100000">
                                          <p:val>
                                            <p:strVal val="#ppt_x"/>
                                          </p:val>
                                        </p:tav>
                                      </p:tavLst>
                                    </p:anim>
                                    <p:anim calcmode="lin" valueType="num">
                                      <p:cBhvr>
                                        <p:cTn id="601" dur="650" fill="hold"/>
                                        <p:tgtEl>
                                          <p:spTgt spid="67"/>
                                        </p:tgtEl>
                                        <p:attrNameLst>
                                          <p:attrName>ppt_y</p:attrName>
                                        </p:attrNameLst>
                                      </p:cBhvr>
                                      <p:tavLst>
                                        <p:tav tm="0">
                                          <p:val>
                                            <p:strVal val="#ppt_y+.1"/>
                                          </p:val>
                                        </p:tav>
                                        <p:tav tm="100000">
                                          <p:val>
                                            <p:strVal val="#ppt_y"/>
                                          </p:val>
                                        </p:tav>
                                      </p:tavLst>
                                    </p:anim>
                                  </p:childTnLst>
                                </p:cTn>
                              </p:par>
                              <p:par>
                                <p:cTn id="602" presetID="42" presetClass="entr" presetSubtype="0" fill="hold" grpId="0" nodeType="withEffect">
                                  <p:stCondLst>
                                    <p:cond delay="610"/>
                                  </p:stCondLst>
                                  <p:childTnLst>
                                    <p:set>
                                      <p:cBhvr>
                                        <p:cTn id="603" dur="1" fill="hold">
                                          <p:stCondLst>
                                            <p:cond delay="0"/>
                                          </p:stCondLst>
                                        </p:cTn>
                                        <p:tgtEl>
                                          <p:spTgt spid="68"/>
                                        </p:tgtEl>
                                        <p:attrNameLst>
                                          <p:attrName>style.visibility</p:attrName>
                                        </p:attrNameLst>
                                      </p:cBhvr>
                                      <p:to>
                                        <p:strVal val="visible"/>
                                      </p:to>
                                    </p:set>
                                    <p:animEffect transition="in" filter="fade">
                                      <p:cBhvr>
                                        <p:cTn id="604" dur="650"/>
                                        <p:tgtEl>
                                          <p:spTgt spid="68"/>
                                        </p:tgtEl>
                                      </p:cBhvr>
                                    </p:animEffect>
                                    <p:anim calcmode="lin" valueType="num">
                                      <p:cBhvr>
                                        <p:cTn id="605" dur="650" fill="hold"/>
                                        <p:tgtEl>
                                          <p:spTgt spid="68"/>
                                        </p:tgtEl>
                                        <p:attrNameLst>
                                          <p:attrName>ppt_x</p:attrName>
                                        </p:attrNameLst>
                                      </p:cBhvr>
                                      <p:tavLst>
                                        <p:tav tm="0">
                                          <p:val>
                                            <p:strVal val="#ppt_x"/>
                                          </p:val>
                                        </p:tav>
                                        <p:tav tm="100000">
                                          <p:val>
                                            <p:strVal val="#ppt_x"/>
                                          </p:val>
                                        </p:tav>
                                      </p:tavLst>
                                    </p:anim>
                                    <p:anim calcmode="lin" valueType="num">
                                      <p:cBhvr>
                                        <p:cTn id="606" dur="65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607" fill="hold">
                      <p:stCondLst>
                        <p:cond delay="indefinite"/>
                      </p:stCondLst>
                      <p:childTnLst>
                        <p:par>
                          <p:cTn id="608" fill="hold">
                            <p:stCondLst>
                              <p:cond delay="0"/>
                            </p:stCondLst>
                            <p:childTnLst>
                              <p:par>
                                <p:cTn id="609" presetID="10" presetClass="exit" presetSubtype="0" fill="hold" grpId="1" nodeType="clickEffect">
                                  <p:stCondLst>
                                    <p:cond delay="0"/>
                                  </p:stCondLst>
                                  <p:childTnLst>
                                    <p:animEffect transition="out" filter="fade">
                                      <p:cBhvr>
                                        <p:cTn id="610" dur="300"/>
                                        <p:tgtEl>
                                          <p:spTgt spid="47"/>
                                        </p:tgtEl>
                                      </p:cBhvr>
                                    </p:animEffect>
                                    <p:set>
                                      <p:cBhvr>
                                        <p:cTn id="611" dur="1" fill="hold">
                                          <p:stCondLst>
                                            <p:cond delay="299"/>
                                          </p:stCondLst>
                                        </p:cTn>
                                        <p:tgtEl>
                                          <p:spTgt spid="47"/>
                                        </p:tgtEl>
                                        <p:attrNameLst>
                                          <p:attrName>style.visibility</p:attrName>
                                        </p:attrNameLst>
                                      </p:cBhvr>
                                      <p:to>
                                        <p:strVal val="hidden"/>
                                      </p:to>
                                    </p:set>
                                  </p:childTnLst>
                                </p:cTn>
                              </p:par>
                              <p:par>
                                <p:cTn id="612" presetID="10" presetClass="exit" presetSubtype="0" fill="hold" nodeType="withEffect">
                                  <p:stCondLst>
                                    <p:cond delay="0"/>
                                  </p:stCondLst>
                                  <p:childTnLst>
                                    <p:animEffect transition="out" filter="fade">
                                      <p:cBhvr>
                                        <p:cTn id="613" dur="300"/>
                                        <p:tgtEl>
                                          <p:spTgt spid="48"/>
                                        </p:tgtEl>
                                      </p:cBhvr>
                                    </p:animEffect>
                                    <p:set>
                                      <p:cBhvr>
                                        <p:cTn id="614" dur="1" fill="hold">
                                          <p:stCondLst>
                                            <p:cond delay="299"/>
                                          </p:stCondLst>
                                        </p:cTn>
                                        <p:tgtEl>
                                          <p:spTgt spid="48"/>
                                        </p:tgtEl>
                                        <p:attrNameLst>
                                          <p:attrName>style.visibility</p:attrName>
                                        </p:attrNameLst>
                                      </p:cBhvr>
                                      <p:to>
                                        <p:strVal val="hidden"/>
                                      </p:to>
                                    </p:set>
                                  </p:childTnLst>
                                </p:cTn>
                              </p:par>
                              <p:par>
                                <p:cTn id="615" presetID="10" presetClass="exit" presetSubtype="0" fill="hold" grpId="1" nodeType="withEffect">
                                  <p:stCondLst>
                                    <p:cond delay="0"/>
                                  </p:stCondLst>
                                  <p:childTnLst>
                                    <p:animEffect transition="out" filter="fade">
                                      <p:cBhvr>
                                        <p:cTn id="616" dur="300"/>
                                        <p:tgtEl>
                                          <p:spTgt spid="49"/>
                                        </p:tgtEl>
                                      </p:cBhvr>
                                    </p:animEffect>
                                    <p:set>
                                      <p:cBhvr>
                                        <p:cTn id="617" dur="1" fill="hold">
                                          <p:stCondLst>
                                            <p:cond delay="299"/>
                                          </p:stCondLst>
                                        </p:cTn>
                                        <p:tgtEl>
                                          <p:spTgt spid="49"/>
                                        </p:tgtEl>
                                        <p:attrNameLst>
                                          <p:attrName>style.visibility</p:attrName>
                                        </p:attrNameLst>
                                      </p:cBhvr>
                                      <p:to>
                                        <p:strVal val="hidden"/>
                                      </p:to>
                                    </p:set>
                                  </p:childTnLst>
                                </p:cTn>
                              </p:par>
                              <p:par>
                                <p:cTn id="618" presetID="10" presetClass="exit" presetSubtype="0" fill="hold" grpId="1" nodeType="withEffect">
                                  <p:stCondLst>
                                    <p:cond delay="0"/>
                                  </p:stCondLst>
                                  <p:childTnLst>
                                    <p:animEffect transition="out" filter="fade">
                                      <p:cBhvr>
                                        <p:cTn id="619" dur="300"/>
                                        <p:tgtEl>
                                          <p:spTgt spid="50"/>
                                        </p:tgtEl>
                                      </p:cBhvr>
                                    </p:animEffect>
                                    <p:set>
                                      <p:cBhvr>
                                        <p:cTn id="620" dur="1" fill="hold">
                                          <p:stCondLst>
                                            <p:cond delay="299"/>
                                          </p:stCondLst>
                                        </p:cTn>
                                        <p:tgtEl>
                                          <p:spTgt spid="50"/>
                                        </p:tgtEl>
                                        <p:attrNameLst>
                                          <p:attrName>style.visibility</p:attrName>
                                        </p:attrNameLst>
                                      </p:cBhvr>
                                      <p:to>
                                        <p:strVal val="hidden"/>
                                      </p:to>
                                    </p:set>
                                  </p:childTnLst>
                                </p:cTn>
                              </p:par>
                              <p:par>
                                <p:cTn id="621" presetID="10" presetClass="exit" presetSubtype="0" fill="hold" grpId="1" nodeType="withEffect">
                                  <p:stCondLst>
                                    <p:cond delay="0"/>
                                  </p:stCondLst>
                                  <p:childTnLst>
                                    <p:animEffect transition="out" filter="fade">
                                      <p:cBhvr>
                                        <p:cTn id="622" dur="300"/>
                                        <p:tgtEl>
                                          <p:spTgt spid="51"/>
                                        </p:tgtEl>
                                      </p:cBhvr>
                                    </p:animEffect>
                                    <p:set>
                                      <p:cBhvr>
                                        <p:cTn id="623" dur="1" fill="hold">
                                          <p:stCondLst>
                                            <p:cond delay="299"/>
                                          </p:stCondLst>
                                        </p:cTn>
                                        <p:tgtEl>
                                          <p:spTgt spid="51"/>
                                        </p:tgtEl>
                                        <p:attrNameLst>
                                          <p:attrName>style.visibility</p:attrName>
                                        </p:attrNameLst>
                                      </p:cBhvr>
                                      <p:to>
                                        <p:strVal val="hidden"/>
                                      </p:to>
                                    </p:set>
                                  </p:childTnLst>
                                </p:cTn>
                              </p:par>
                              <p:par>
                                <p:cTn id="624" presetID="10" presetClass="exit" presetSubtype="0" fill="hold" grpId="1" nodeType="withEffect">
                                  <p:stCondLst>
                                    <p:cond delay="0"/>
                                  </p:stCondLst>
                                  <p:childTnLst>
                                    <p:animEffect transition="out" filter="fade">
                                      <p:cBhvr>
                                        <p:cTn id="625" dur="300"/>
                                        <p:tgtEl>
                                          <p:spTgt spid="52"/>
                                        </p:tgtEl>
                                      </p:cBhvr>
                                    </p:animEffect>
                                    <p:set>
                                      <p:cBhvr>
                                        <p:cTn id="626" dur="1" fill="hold">
                                          <p:stCondLst>
                                            <p:cond delay="299"/>
                                          </p:stCondLst>
                                        </p:cTn>
                                        <p:tgtEl>
                                          <p:spTgt spid="52"/>
                                        </p:tgtEl>
                                        <p:attrNameLst>
                                          <p:attrName>style.visibility</p:attrName>
                                        </p:attrNameLst>
                                      </p:cBhvr>
                                      <p:to>
                                        <p:strVal val="hidden"/>
                                      </p:to>
                                    </p:set>
                                  </p:childTnLst>
                                </p:cTn>
                              </p:par>
                              <p:par>
                                <p:cTn id="627" presetID="10" presetClass="exit" presetSubtype="0" fill="hold" grpId="1" nodeType="withEffect">
                                  <p:stCondLst>
                                    <p:cond delay="0"/>
                                  </p:stCondLst>
                                  <p:childTnLst>
                                    <p:animEffect transition="out" filter="fade">
                                      <p:cBhvr>
                                        <p:cTn id="628" dur="300"/>
                                        <p:tgtEl>
                                          <p:spTgt spid="53"/>
                                        </p:tgtEl>
                                      </p:cBhvr>
                                    </p:animEffect>
                                    <p:set>
                                      <p:cBhvr>
                                        <p:cTn id="629" dur="1" fill="hold">
                                          <p:stCondLst>
                                            <p:cond delay="299"/>
                                          </p:stCondLst>
                                        </p:cTn>
                                        <p:tgtEl>
                                          <p:spTgt spid="53"/>
                                        </p:tgtEl>
                                        <p:attrNameLst>
                                          <p:attrName>style.visibility</p:attrName>
                                        </p:attrNameLst>
                                      </p:cBhvr>
                                      <p:to>
                                        <p:strVal val="hidden"/>
                                      </p:to>
                                    </p:set>
                                  </p:childTnLst>
                                </p:cTn>
                              </p:par>
                              <p:par>
                                <p:cTn id="630" presetID="10" presetClass="exit" presetSubtype="0" fill="hold" nodeType="withEffect">
                                  <p:stCondLst>
                                    <p:cond delay="0"/>
                                  </p:stCondLst>
                                  <p:childTnLst>
                                    <p:animEffect transition="out" filter="fade">
                                      <p:cBhvr>
                                        <p:cTn id="631" dur="300"/>
                                        <p:tgtEl>
                                          <p:spTgt spid="54"/>
                                        </p:tgtEl>
                                      </p:cBhvr>
                                    </p:animEffect>
                                    <p:set>
                                      <p:cBhvr>
                                        <p:cTn id="632" dur="1" fill="hold">
                                          <p:stCondLst>
                                            <p:cond delay="299"/>
                                          </p:stCondLst>
                                        </p:cTn>
                                        <p:tgtEl>
                                          <p:spTgt spid="54"/>
                                        </p:tgtEl>
                                        <p:attrNameLst>
                                          <p:attrName>style.visibility</p:attrName>
                                        </p:attrNameLst>
                                      </p:cBhvr>
                                      <p:to>
                                        <p:strVal val="hidden"/>
                                      </p:to>
                                    </p:set>
                                  </p:childTnLst>
                                </p:cTn>
                              </p:par>
                              <p:par>
                                <p:cTn id="633" presetID="10" presetClass="exit" presetSubtype="0" fill="hold" grpId="1" nodeType="withEffect">
                                  <p:stCondLst>
                                    <p:cond delay="0"/>
                                  </p:stCondLst>
                                  <p:childTnLst>
                                    <p:animEffect transition="out" filter="fade">
                                      <p:cBhvr>
                                        <p:cTn id="634" dur="300"/>
                                        <p:tgtEl>
                                          <p:spTgt spid="55"/>
                                        </p:tgtEl>
                                      </p:cBhvr>
                                    </p:animEffect>
                                    <p:set>
                                      <p:cBhvr>
                                        <p:cTn id="635" dur="1" fill="hold">
                                          <p:stCondLst>
                                            <p:cond delay="299"/>
                                          </p:stCondLst>
                                        </p:cTn>
                                        <p:tgtEl>
                                          <p:spTgt spid="55"/>
                                        </p:tgtEl>
                                        <p:attrNameLst>
                                          <p:attrName>style.visibility</p:attrName>
                                        </p:attrNameLst>
                                      </p:cBhvr>
                                      <p:to>
                                        <p:strVal val="hidden"/>
                                      </p:to>
                                    </p:set>
                                  </p:childTnLst>
                                </p:cTn>
                              </p:par>
                              <p:par>
                                <p:cTn id="636" presetID="10" presetClass="exit" presetSubtype="0" fill="hold" nodeType="withEffect">
                                  <p:stCondLst>
                                    <p:cond delay="0"/>
                                  </p:stCondLst>
                                  <p:childTnLst>
                                    <p:animEffect transition="out" filter="fade">
                                      <p:cBhvr>
                                        <p:cTn id="637" dur="300"/>
                                        <p:tgtEl>
                                          <p:spTgt spid="56"/>
                                        </p:tgtEl>
                                      </p:cBhvr>
                                    </p:animEffect>
                                    <p:set>
                                      <p:cBhvr>
                                        <p:cTn id="638" dur="1" fill="hold">
                                          <p:stCondLst>
                                            <p:cond delay="299"/>
                                          </p:stCondLst>
                                        </p:cTn>
                                        <p:tgtEl>
                                          <p:spTgt spid="56"/>
                                        </p:tgtEl>
                                        <p:attrNameLst>
                                          <p:attrName>style.visibility</p:attrName>
                                        </p:attrNameLst>
                                      </p:cBhvr>
                                      <p:to>
                                        <p:strVal val="hidden"/>
                                      </p:to>
                                    </p:set>
                                  </p:childTnLst>
                                </p:cTn>
                              </p:par>
                              <p:par>
                                <p:cTn id="639" presetID="10" presetClass="exit" presetSubtype="0" fill="hold" grpId="1" nodeType="withEffect">
                                  <p:stCondLst>
                                    <p:cond delay="0"/>
                                  </p:stCondLst>
                                  <p:childTnLst>
                                    <p:animEffect transition="out" filter="fade">
                                      <p:cBhvr>
                                        <p:cTn id="640" dur="300"/>
                                        <p:tgtEl>
                                          <p:spTgt spid="57"/>
                                        </p:tgtEl>
                                      </p:cBhvr>
                                    </p:animEffect>
                                    <p:set>
                                      <p:cBhvr>
                                        <p:cTn id="641" dur="1" fill="hold">
                                          <p:stCondLst>
                                            <p:cond delay="299"/>
                                          </p:stCondLst>
                                        </p:cTn>
                                        <p:tgtEl>
                                          <p:spTgt spid="57"/>
                                        </p:tgtEl>
                                        <p:attrNameLst>
                                          <p:attrName>style.visibility</p:attrName>
                                        </p:attrNameLst>
                                      </p:cBhvr>
                                      <p:to>
                                        <p:strVal val="hidden"/>
                                      </p:to>
                                    </p:set>
                                  </p:childTnLst>
                                </p:cTn>
                              </p:par>
                              <p:par>
                                <p:cTn id="642" presetID="10" presetClass="exit" presetSubtype="0" fill="hold" grpId="1" nodeType="withEffect">
                                  <p:stCondLst>
                                    <p:cond delay="0"/>
                                  </p:stCondLst>
                                  <p:childTnLst>
                                    <p:animEffect transition="out" filter="fade">
                                      <p:cBhvr>
                                        <p:cTn id="643" dur="300"/>
                                        <p:tgtEl>
                                          <p:spTgt spid="58"/>
                                        </p:tgtEl>
                                      </p:cBhvr>
                                    </p:animEffect>
                                    <p:set>
                                      <p:cBhvr>
                                        <p:cTn id="644" dur="1" fill="hold">
                                          <p:stCondLst>
                                            <p:cond delay="299"/>
                                          </p:stCondLst>
                                        </p:cTn>
                                        <p:tgtEl>
                                          <p:spTgt spid="58"/>
                                        </p:tgtEl>
                                        <p:attrNameLst>
                                          <p:attrName>style.visibility</p:attrName>
                                        </p:attrNameLst>
                                      </p:cBhvr>
                                      <p:to>
                                        <p:strVal val="hidden"/>
                                      </p:to>
                                    </p:set>
                                  </p:childTnLst>
                                </p:cTn>
                              </p:par>
                              <p:par>
                                <p:cTn id="645" presetID="10" presetClass="exit" presetSubtype="0" fill="hold" grpId="1" nodeType="withEffect">
                                  <p:stCondLst>
                                    <p:cond delay="0"/>
                                  </p:stCondLst>
                                  <p:childTnLst>
                                    <p:animEffect transition="out" filter="fade">
                                      <p:cBhvr>
                                        <p:cTn id="646" dur="300"/>
                                        <p:tgtEl>
                                          <p:spTgt spid="59"/>
                                        </p:tgtEl>
                                      </p:cBhvr>
                                    </p:animEffect>
                                    <p:set>
                                      <p:cBhvr>
                                        <p:cTn id="647" dur="1" fill="hold">
                                          <p:stCondLst>
                                            <p:cond delay="299"/>
                                          </p:stCondLst>
                                        </p:cTn>
                                        <p:tgtEl>
                                          <p:spTgt spid="59"/>
                                        </p:tgtEl>
                                        <p:attrNameLst>
                                          <p:attrName>style.visibility</p:attrName>
                                        </p:attrNameLst>
                                      </p:cBhvr>
                                      <p:to>
                                        <p:strVal val="hidden"/>
                                      </p:to>
                                    </p:set>
                                  </p:childTnLst>
                                </p:cTn>
                              </p:par>
                              <p:par>
                                <p:cTn id="648" presetID="10" presetClass="exit" presetSubtype="0" fill="hold" grpId="1" nodeType="withEffect">
                                  <p:stCondLst>
                                    <p:cond delay="0"/>
                                  </p:stCondLst>
                                  <p:childTnLst>
                                    <p:animEffect transition="out" filter="fade">
                                      <p:cBhvr>
                                        <p:cTn id="649" dur="300"/>
                                        <p:tgtEl>
                                          <p:spTgt spid="60"/>
                                        </p:tgtEl>
                                      </p:cBhvr>
                                    </p:animEffect>
                                    <p:set>
                                      <p:cBhvr>
                                        <p:cTn id="650" dur="1" fill="hold">
                                          <p:stCondLst>
                                            <p:cond delay="299"/>
                                          </p:stCondLst>
                                        </p:cTn>
                                        <p:tgtEl>
                                          <p:spTgt spid="60"/>
                                        </p:tgtEl>
                                        <p:attrNameLst>
                                          <p:attrName>style.visibility</p:attrName>
                                        </p:attrNameLst>
                                      </p:cBhvr>
                                      <p:to>
                                        <p:strVal val="hidden"/>
                                      </p:to>
                                    </p:set>
                                  </p:childTnLst>
                                </p:cTn>
                              </p:par>
                              <p:par>
                                <p:cTn id="651" presetID="10" presetClass="exit" presetSubtype="0" fill="hold" grpId="1" nodeType="withEffect">
                                  <p:stCondLst>
                                    <p:cond delay="0"/>
                                  </p:stCondLst>
                                  <p:childTnLst>
                                    <p:animEffect transition="out" filter="fade">
                                      <p:cBhvr>
                                        <p:cTn id="652" dur="300"/>
                                        <p:tgtEl>
                                          <p:spTgt spid="61"/>
                                        </p:tgtEl>
                                      </p:cBhvr>
                                    </p:animEffect>
                                    <p:set>
                                      <p:cBhvr>
                                        <p:cTn id="653" dur="1" fill="hold">
                                          <p:stCondLst>
                                            <p:cond delay="299"/>
                                          </p:stCondLst>
                                        </p:cTn>
                                        <p:tgtEl>
                                          <p:spTgt spid="61"/>
                                        </p:tgtEl>
                                        <p:attrNameLst>
                                          <p:attrName>style.visibility</p:attrName>
                                        </p:attrNameLst>
                                      </p:cBhvr>
                                      <p:to>
                                        <p:strVal val="hidden"/>
                                      </p:to>
                                    </p:set>
                                  </p:childTnLst>
                                </p:cTn>
                              </p:par>
                              <p:par>
                                <p:cTn id="654" presetID="10" presetClass="exit" presetSubtype="0" fill="hold" grpId="1" nodeType="withEffect">
                                  <p:stCondLst>
                                    <p:cond delay="0"/>
                                  </p:stCondLst>
                                  <p:childTnLst>
                                    <p:animEffect transition="out" filter="fade">
                                      <p:cBhvr>
                                        <p:cTn id="655" dur="300"/>
                                        <p:tgtEl>
                                          <p:spTgt spid="62"/>
                                        </p:tgtEl>
                                      </p:cBhvr>
                                    </p:animEffect>
                                    <p:set>
                                      <p:cBhvr>
                                        <p:cTn id="656" dur="1" fill="hold">
                                          <p:stCondLst>
                                            <p:cond delay="299"/>
                                          </p:stCondLst>
                                        </p:cTn>
                                        <p:tgtEl>
                                          <p:spTgt spid="62"/>
                                        </p:tgtEl>
                                        <p:attrNameLst>
                                          <p:attrName>style.visibility</p:attrName>
                                        </p:attrNameLst>
                                      </p:cBhvr>
                                      <p:to>
                                        <p:strVal val="hidden"/>
                                      </p:to>
                                    </p:set>
                                  </p:childTnLst>
                                </p:cTn>
                              </p:par>
                              <p:par>
                                <p:cTn id="657" presetID="10" presetClass="exit" presetSubtype="0" fill="hold" nodeType="withEffect">
                                  <p:stCondLst>
                                    <p:cond delay="0"/>
                                  </p:stCondLst>
                                  <p:childTnLst>
                                    <p:animEffect transition="out" filter="fade">
                                      <p:cBhvr>
                                        <p:cTn id="658" dur="300"/>
                                        <p:tgtEl>
                                          <p:spTgt spid="63"/>
                                        </p:tgtEl>
                                      </p:cBhvr>
                                    </p:animEffect>
                                    <p:set>
                                      <p:cBhvr>
                                        <p:cTn id="659" dur="1" fill="hold">
                                          <p:stCondLst>
                                            <p:cond delay="299"/>
                                          </p:stCondLst>
                                        </p:cTn>
                                        <p:tgtEl>
                                          <p:spTgt spid="63"/>
                                        </p:tgtEl>
                                        <p:attrNameLst>
                                          <p:attrName>style.visibility</p:attrName>
                                        </p:attrNameLst>
                                      </p:cBhvr>
                                      <p:to>
                                        <p:strVal val="hidden"/>
                                      </p:to>
                                    </p:set>
                                  </p:childTnLst>
                                </p:cTn>
                              </p:par>
                              <p:par>
                                <p:cTn id="660" presetID="10" presetClass="exit" presetSubtype="0" fill="hold" grpId="1" nodeType="withEffect">
                                  <p:stCondLst>
                                    <p:cond delay="0"/>
                                  </p:stCondLst>
                                  <p:childTnLst>
                                    <p:animEffect transition="out" filter="fade">
                                      <p:cBhvr>
                                        <p:cTn id="661" dur="300"/>
                                        <p:tgtEl>
                                          <p:spTgt spid="64"/>
                                        </p:tgtEl>
                                      </p:cBhvr>
                                    </p:animEffect>
                                    <p:set>
                                      <p:cBhvr>
                                        <p:cTn id="662" dur="1" fill="hold">
                                          <p:stCondLst>
                                            <p:cond delay="299"/>
                                          </p:stCondLst>
                                        </p:cTn>
                                        <p:tgtEl>
                                          <p:spTgt spid="64"/>
                                        </p:tgtEl>
                                        <p:attrNameLst>
                                          <p:attrName>style.visibility</p:attrName>
                                        </p:attrNameLst>
                                      </p:cBhvr>
                                      <p:to>
                                        <p:strVal val="hidden"/>
                                      </p:to>
                                    </p:set>
                                  </p:childTnLst>
                                </p:cTn>
                              </p:par>
                              <p:par>
                                <p:cTn id="663" presetID="10" presetClass="exit" presetSubtype="0" fill="hold" nodeType="withEffect">
                                  <p:stCondLst>
                                    <p:cond delay="0"/>
                                  </p:stCondLst>
                                  <p:childTnLst>
                                    <p:animEffect transition="out" filter="fade">
                                      <p:cBhvr>
                                        <p:cTn id="664" dur="300"/>
                                        <p:tgtEl>
                                          <p:spTgt spid="65"/>
                                        </p:tgtEl>
                                      </p:cBhvr>
                                    </p:animEffect>
                                    <p:set>
                                      <p:cBhvr>
                                        <p:cTn id="665" dur="1" fill="hold">
                                          <p:stCondLst>
                                            <p:cond delay="299"/>
                                          </p:stCondLst>
                                        </p:cTn>
                                        <p:tgtEl>
                                          <p:spTgt spid="65"/>
                                        </p:tgtEl>
                                        <p:attrNameLst>
                                          <p:attrName>style.visibility</p:attrName>
                                        </p:attrNameLst>
                                      </p:cBhvr>
                                      <p:to>
                                        <p:strVal val="hidden"/>
                                      </p:to>
                                    </p:set>
                                  </p:childTnLst>
                                </p:cTn>
                              </p:par>
                              <p:par>
                                <p:cTn id="666" presetID="10" presetClass="exit" presetSubtype="0" fill="hold" grpId="1" nodeType="withEffect">
                                  <p:stCondLst>
                                    <p:cond delay="0"/>
                                  </p:stCondLst>
                                  <p:childTnLst>
                                    <p:animEffect transition="out" filter="fade">
                                      <p:cBhvr>
                                        <p:cTn id="667" dur="300"/>
                                        <p:tgtEl>
                                          <p:spTgt spid="66"/>
                                        </p:tgtEl>
                                      </p:cBhvr>
                                    </p:animEffect>
                                    <p:set>
                                      <p:cBhvr>
                                        <p:cTn id="668" dur="1" fill="hold">
                                          <p:stCondLst>
                                            <p:cond delay="299"/>
                                          </p:stCondLst>
                                        </p:cTn>
                                        <p:tgtEl>
                                          <p:spTgt spid="66"/>
                                        </p:tgtEl>
                                        <p:attrNameLst>
                                          <p:attrName>style.visibility</p:attrName>
                                        </p:attrNameLst>
                                      </p:cBhvr>
                                      <p:to>
                                        <p:strVal val="hidden"/>
                                      </p:to>
                                    </p:set>
                                  </p:childTnLst>
                                </p:cTn>
                              </p:par>
                              <p:par>
                                <p:cTn id="669" presetID="10" presetClass="exit" presetSubtype="0" fill="hold" nodeType="withEffect">
                                  <p:stCondLst>
                                    <p:cond delay="0"/>
                                  </p:stCondLst>
                                  <p:childTnLst>
                                    <p:animEffect transition="out" filter="fade">
                                      <p:cBhvr>
                                        <p:cTn id="670" dur="300"/>
                                        <p:tgtEl>
                                          <p:spTgt spid="67"/>
                                        </p:tgtEl>
                                      </p:cBhvr>
                                    </p:animEffect>
                                    <p:set>
                                      <p:cBhvr>
                                        <p:cTn id="671" dur="1" fill="hold">
                                          <p:stCondLst>
                                            <p:cond delay="299"/>
                                          </p:stCondLst>
                                        </p:cTn>
                                        <p:tgtEl>
                                          <p:spTgt spid="67"/>
                                        </p:tgtEl>
                                        <p:attrNameLst>
                                          <p:attrName>style.visibility</p:attrName>
                                        </p:attrNameLst>
                                      </p:cBhvr>
                                      <p:to>
                                        <p:strVal val="hidden"/>
                                      </p:to>
                                    </p:set>
                                  </p:childTnLst>
                                </p:cTn>
                              </p:par>
                              <p:par>
                                <p:cTn id="672" presetID="10" presetClass="exit" presetSubtype="0" fill="hold" grpId="1" nodeType="withEffect">
                                  <p:stCondLst>
                                    <p:cond delay="0"/>
                                  </p:stCondLst>
                                  <p:childTnLst>
                                    <p:animEffect transition="out" filter="fade">
                                      <p:cBhvr>
                                        <p:cTn id="673" dur="300"/>
                                        <p:tgtEl>
                                          <p:spTgt spid="68"/>
                                        </p:tgtEl>
                                      </p:cBhvr>
                                    </p:animEffect>
                                    <p:set>
                                      <p:cBhvr>
                                        <p:cTn id="674" dur="1" fill="hold">
                                          <p:stCondLst>
                                            <p:cond delay="299"/>
                                          </p:stCondLst>
                                        </p:cTn>
                                        <p:tgtEl>
                                          <p:spTgt spid="68"/>
                                        </p:tgtEl>
                                        <p:attrNameLst>
                                          <p:attrName>style.visibility</p:attrName>
                                        </p:attrNameLst>
                                      </p:cBhvr>
                                      <p:to>
                                        <p:strVal val="hidden"/>
                                      </p:to>
                                    </p:set>
                                  </p:childTnLst>
                                </p:cTn>
                              </p:par>
                              <p:par>
                                <p:cTn id="675" presetID="1" presetClass="entr" presetSubtype="0" fill="hold" nodeType="withEffect">
                                  <p:stCondLst>
                                    <p:cond delay="0"/>
                                  </p:stCondLst>
                                  <p:childTnLst>
                                    <p:set>
                                      <p:cBhvr>
                                        <p:cTn id="676" dur="1" fill="hold">
                                          <p:stCondLst>
                                            <p:cond delay="0"/>
                                          </p:stCondLst>
                                        </p:cTn>
                                        <p:tgtEl>
                                          <p:spTgt spid="11"/>
                                        </p:tgtEl>
                                        <p:attrNameLst>
                                          <p:attrName>style.visibility</p:attrName>
                                        </p:attrNameLst>
                                      </p:cBhvr>
                                      <p:to>
                                        <p:strVal val="visible"/>
                                      </p:to>
                                    </p:set>
                                  </p:childTnLst>
                                </p:cTn>
                              </p:par>
                              <p:par>
                                <p:cTn id="677" presetID="10" presetClass="exit" presetSubtype="0" fill="hold" nodeType="withEffect">
                                  <p:stCondLst>
                                    <p:cond delay="0"/>
                                  </p:stCondLst>
                                  <p:childTnLst>
                                    <p:animEffect transition="out" filter="fade">
                                      <p:cBhvr>
                                        <p:cTn id="678" dur="420"/>
                                        <p:tgtEl>
                                          <p:spTgt spid="12"/>
                                        </p:tgtEl>
                                      </p:cBhvr>
                                    </p:animEffect>
                                    <p:set>
                                      <p:cBhvr>
                                        <p:cTn id="679" dur="1" fill="hold">
                                          <p:stCondLst>
                                            <p:cond delay="419"/>
                                          </p:stCondLst>
                                        </p:cTn>
                                        <p:tgtEl>
                                          <p:spTgt spid="12"/>
                                        </p:tgtEl>
                                        <p:attrNameLst>
                                          <p:attrName>style.visibility</p:attrName>
                                        </p:attrNameLst>
                                      </p:cBhvr>
                                      <p:to>
                                        <p:strVal val="hidden"/>
                                      </p:to>
                                    </p:set>
                                  </p:childTnLst>
                                </p:cTn>
                              </p:par>
                              <p:par>
                                <p:cTn id="680" presetID="42" presetClass="entr" presetSubtype="0" fill="hold" grpId="0" nodeType="withEffect">
                                  <p:stCondLst>
                                    <p:cond delay="250"/>
                                  </p:stCondLst>
                                  <p:childTnLst>
                                    <p:set>
                                      <p:cBhvr>
                                        <p:cTn id="681" dur="1" fill="hold">
                                          <p:stCondLst>
                                            <p:cond delay="0"/>
                                          </p:stCondLst>
                                        </p:cTn>
                                        <p:tgtEl>
                                          <p:spTgt spid="26"/>
                                        </p:tgtEl>
                                        <p:attrNameLst>
                                          <p:attrName>style.visibility</p:attrName>
                                        </p:attrNameLst>
                                      </p:cBhvr>
                                      <p:to>
                                        <p:strVal val="visible"/>
                                      </p:to>
                                    </p:set>
                                    <p:animEffect transition="in" filter="fade">
                                      <p:cBhvr>
                                        <p:cTn id="682" dur="650"/>
                                        <p:tgtEl>
                                          <p:spTgt spid="26"/>
                                        </p:tgtEl>
                                      </p:cBhvr>
                                    </p:animEffect>
                                    <p:anim calcmode="lin" valueType="num">
                                      <p:cBhvr>
                                        <p:cTn id="683" dur="650" fill="hold"/>
                                        <p:tgtEl>
                                          <p:spTgt spid="26"/>
                                        </p:tgtEl>
                                        <p:attrNameLst>
                                          <p:attrName>ppt_x</p:attrName>
                                        </p:attrNameLst>
                                      </p:cBhvr>
                                      <p:tavLst>
                                        <p:tav tm="0">
                                          <p:val>
                                            <p:strVal val="#ppt_x"/>
                                          </p:val>
                                        </p:tav>
                                        <p:tav tm="100000">
                                          <p:val>
                                            <p:strVal val="#ppt_x"/>
                                          </p:val>
                                        </p:tav>
                                      </p:tavLst>
                                    </p:anim>
                                    <p:anim calcmode="lin" valueType="num">
                                      <p:cBhvr>
                                        <p:cTn id="684" dur="650" fill="hold"/>
                                        <p:tgtEl>
                                          <p:spTgt spid="26"/>
                                        </p:tgtEl>
                                        <p:attrNameLst>
                                          <p:attrName>ppt_y</p:attrName>
                                        </p:attrNameLst>
                                      </p:cBhvr>
                                      <p:tavLst>
                                        <p:tav tm="0">
                                          <p:val>
                                            <p:strVal val="#ppt_y+.1"/>
                                          </p:val>
                                        </p:tav>
                                        <p:tav tm="100000">
                                          <p:val>
                                            <p:strVal val="#ppt_y"/>
                                          </p:val>
                                        </p:tav>
                                      </p:tavLst>
                                    </p:anim>
                                  </p:childTnLst>
                                </p:cTn>
                              </p:par>
                              <p:par>
                                <p:cTn id="685" presetID="42" presetClass="entr" presetSubtype="0" fill="hold" grpId="0" nodeType="withEffect">
                                  <p:stCondLst>
                                    <p:cond delay="370"/>
                                  </p:stCondLst>
                                  <p:childTnLst>
                                    <p:set>
                                      <p:cBhvr>
                                        <p:cTn id="686" dur="1" fill="hold">
                                          <p:stCondLst>
                                            <p:cond delay="0"/>
                                          </p:stCondLst>
                                        </p:cTn>
                                        <p:tgtEl>
                                          <p:spTgt spid="27"/>
                                        </p:tgtEl>
                                        <p:attrNameLst>
                                          <p:attrName>style.visibility</p:attrName>
                                        </p:attrNameLst>
                                      </p:cBhvr>
                                      <p:to>
                                        <p:strVal val="visible"/>
                                      </p:to>
                                    </p:set>
                                    <p:animEffect transition="in" filter="fade">
                                      <p:cBhvr>
                                        <p:cTn id="687" dur="650"/>
                                        <p:tgtEl>
                                          <p:spTgt spid="27"/>
                                        </p:tgtEl>
                                      </p:cBhvr>
                                    </p:animEffect>
                                    <p:anim calcmode="lin" valueType="num">
                                      <p:cBhvr>
                                        <p:cTn id="688" dur="650" fill="hold"/>
                                        <p:tgtEl>
                                          <p:spTgt spid="27"/>
                                        </p:tgtEl>
                                        <p:attrNameLst>
                                          <p:attrName>ppt_x</p:attrName>
                                        </p:attrNameLst>
                                      </p:cBhvr>
                                      <p:tavLst>
                                        <p:tav tm="0">
                                          <p:val>
                                            <p:strVal val="#ppt_x"/>
                                          </p:val>
                                        </p:tav>
                                        <p:tav tm="100000">
                                          <p:val>
                                            <p:strVal val="#ppt_x"/>
                                          </p:val>
                                        </p:tav>
                                      </p:tavLst>
                                    </p:anim>
                                    <p:anim calcmode="lin" valueType="num">
                                      <p:cBhvr>
                                        <p:cTn id="689" dur="650" fill="hold"/>
                                        <p:tgtEl>
                                          <p:spTgt spid="27"/>
                                        </p:tgtEl>
                                        <p:attrNameLst>
                                          <p:attrName>ppt_y</p:attrName>
                                        </p:attrNameLst>
                                      </p:cBhvr>
                                      <p:tavLst>
                                        <p:tav tm="0">
                                          <p:val>
                                            <p:strVal val="#ppt_y+.1"/>
                                          </p:val>
                                        </p:tav>
                                        <p:tav tm="100000">
                                          <p:val>
                                            <p:strVal val="#ppt_y"/>
                                          </p:val>
                                        </p:tav>
                                      </p:tavLst>
                                    </p:anim>
                                  </p:childTnLst>
                                </p:cTn>
                              </p:par>
                              <p:par>
                                <p:cTn id="690" presetID="42" presetClass="entr" presetSubtype="0" fill="hold" grpId="0" nodeType="withEffect">
                                  <p:stCondLst>
                                    <p:cond delay="370"/>
                                  </p:stCondLst>
                                  <p:childTnLst>
                                    <p:set>
                                      <p:cBhvr>
                                        <p:cTn id="691" dur="1" fill="hold">
                                          <p:stCondLst>
                                            <p:cond delay="0"/>
                                          </p:stCondLst>
                                        </p:cTn>
                                        <p:tgtEl>
                                          <p:spTgt spid="28"/>
                                        </p:tgtEl>
                                        <p:attrNameLst>
                                          <p:attrName>style.visibility</p:attrName>
                                        </p:attrNameLst>
                                      </p:cBhvr>
                                      <p:to>
                                        <p:strVal val="visible"/>
                                      </p:to>
                                    </p:set>
                                    <p:animEffect transition="in" filter="fade">
                                      <p:cBhvr>
                                        <p:cTn id="692" dur="650"/>
                                        <p:tgtEl>
                                          <p:spTgt spid="28"/>
                                        </p:tgtEl>
                                      </p:cBhvr>
                                    </p:animEffect>
                                    <p:anim calcmode="lin" valueType="num">
                                      <p:cBhvr>
                                        <p:cTn id="693" dur="650" fill="hold"/>
                                        <p:tgtEl>
                                          <p:spTgt spid="28"/>
                                        </p:tgtEl>
                                        <p:attrNameLst>
                                          <p:attrName>ppt_x</p:attrName>
                                        </p:attrNameLst>
                                      </p:cBhvr>
                                      <p:tavLst>
                                        <p:tav tm="0">
                                          <p:val>
                                            <p:strVal val="#ppt_x"/>
                                          </p:val>
                                        </p:tav>
                                        <p:tav tm="100000">
                                          <p:val>
                                            <p:strVal val="#ppt_x"/>
                                          </p:val>
                                        </p:tav>
                                      </p:tavLst>
                                    </p:anim>
                                    <p:anim calcmode="lin" valueType="num">
                                      <p:cBhvr>
                                        <p:cTn id="694" dur="650" fill="hold"/>
                                        <p:tgtEl>
                                          <p:spTgt spid="28"/>
                                        </p:tgtEl>
                                        <p:attrNameLst>
                                          <p:attrName>ppt_y</p:attrName>
                                        </p:attrNameLst>
                                      </p:cBhvr>
                                      <p:tavLst>
                                        <p:tav tm="0">
                                          <p:val>
                                            <p:strVal val="#ppt_y+.1"/>
                                          </p:val>
                                        </p:tav>
                                        <p:tav tm="100000">
                                          <p:val>
                                            <p:strVal val="#ppt_y"/>
                                          </p:val>
                                        </p:tav>
                                      </p:tavLst>
                                    </p:anim>
                                  </p:childTnLst>
                                </p:cTn>
                              </p:par>
                              <p:par>
                                <p:cTn id="695" presetID="42" presetClass="entr" presetSubtype="0" fill="hold" nodeType="withEffect">
                                  <p:stCondLst>
                                    <p:cond delay="370"/>
                                  </p:stCondLst>
                                  <p:childTnLst>
                                    <p:set>
                                      <p:cBhvr>
                                        <p:cTn id="696" dur="1" fill="hold">
                                          <p:stCondLst>
                                            <p:cond delay="0"/>
                                          </p:stCondLst>
                                        </p:cTn>
                                        <p:tgtEl>
                                          <p:spTgt spid="29"/>
                                        </p:tgtEl>
                                        <p:attrNameLst>
                                          <p:attrName>style.visibility</p:attrName>
                                        </p:attrNameLst>
                                      </p:cBhvr>
                                      <p:to>
                                        <p:strVal val="visible"/>
                                      </p:to>
                                    </p:set>
                                    <p:animEffect transition="in" filter="fade">
                                      <p:cBhvr>
                                        <p:cTn id="697" dur="650"/>
                                        <p:tgtEl>
                                          <p:spTgt spid="29"/>
                                        </p:tgtEl>
                                      </p:cBhvr>
                                    </p:animEffect>
                                    <p:anim calcmode="lin" valueType="num">
                                      <p:cBhvr>
                                        <p:cTn id="698" dur="650" fill="hold"/>
                                        <p:tgtEl>
                                          <p:spTgt spid="29"/>
                                        </p:tgtEl>
                                        <p:attrNameLst>
                                          <p:attrName>ppt_x</p:attrName>
                                        </p:attrNameLst>
                                      </p:cBhvr>
                                      <p:tavLst>
                                        <p:tav tm="0">
                                          <p:val>
                                            <p:strVal val="#ppt_x"/>
                                          </p:val>
                                        </p:tav>
                                        <p:tav tm="100000">
                                          <p:val>
                                            <p:strVal val="#ppt_x"/>
                                          </p:val>
                                        </p:tav>
                                      </p:tavLst>
                                    </p:anim>
                                    <p:anim calcmode="lin" valueType="num">
                                      <p:cBhvr>
                                        <p:cTn id="699" dur="650" fill="hold"/>
                                        <p:tgtEl>
                                          <p:spTgt spid="29"/>
                                        </p:tgtEl>
                                        <p:attrNameLst>
                                          <p:attrName>ppt_y</p:attrName>
                                        </p:attrNameLst>
                                      </p:cBhvr>
                                      <p:tavLst>
                                        <p:tav tm="0">
                                          <p:val>
                                            <p:strVal val="#ppt_y+.1"/>
                                          </p:val>
                                        </p:tav>
                                        <p:tav tm="100000">
                                          <p:val>
                                            <p:strVal val="#ppt_y"/>
                                          </p:val>
                                        </p:tav>
                                      </p:tavLst>
                                    </p:anim>
                                  </p:childTnLst>
                                </p:cTn>
                              </p:par>
                              <p:par>
                                <p:cTn id="700" presetID="42" presetClass="entr" presetSubtype="0" fill="hold" grpId="0" nodeType="withEffect">
                                  <p:stCondLst>
                                    <p:cond delay="370"/>
                                  </p:stCondLst>
                                  <p:childTnLst>
                                    <p:set>
                                      <p:cBhvr>
                                        <p:cTn id="701" dur="1" fill="hold">
                                          <p:stCondLst>
                                            <p:cond delay="0"/>
                                          </p:stCondLst>
                                        </p:cTn>
                                        <p:tgtEl>
                                          <p:spTgt spid="30"/>
                                        </p:tgtEl>
                                        <p:attrNameLst>
                                          <p:attrName>style.visibility</p:attrName>
                                        </p:attrNameLst>
                                      </p:cBhvr>
                                      <p:to>
                                        <p:strVal val="visible"/>
                                      </p:to>
                                    </p:set>
                                    <p:animEffect transition="in" filter="fade">
                                      <p:cBhvr>
                                        <p:cTn id="702" dur="650"/>
                                        <p:tgtEl>
                                          <p:spTgt spid="30"/>
                                        </p:tgtEl>
                                      </p:cBhvr>
                                    </p:animEffect>
                                    <p:anim calcmode="lin" valueType="num">
                                      <p:cBhvr>
                                        <p:cTn id="703" dur="650" fill="hold"/>
                                        <p:tgtEl>
                                          <p:spTgt spid="30"/>
                                        </p:tgtEl>
                                        <p:attrNameLst>
                                          <p:attrName>ppt_x</p:attrName>
                                        </p:attrNameLst>
                                      </p:cBhvr>
                                      <p:tavLst>
                                        <p:tav tm="0">
                                          <p:val>
                                            <p:strVal val="#ppt_x"/>
                                          </p:val>
                                        </p:tav>
                                        <p:tav tm="100000">
                                          <p:val>
                                            <p:strVal val="#ppt_x"/>
                                          </p:val>
                                        </p:tav>
                                      </p:tavLst>
                                    </p:anim>
                                    <p:anim calcmode="lin" valueType="num">
                                      <p:cBhvr>
                                        <p:cTn id="704" dur="650" fill="hold"/>
                                        <p:tgtEl>
                                          <p:spTgt spid="30"/>
                                        </p:tgtEl>
                                        <p:attrNameLst>
                                          <p:attrName>ppt_y</p:attrName>
                                        </p:attrNameLst>
                                      </p:cBhvr>
                                      <p:tavLst>
                                        <p:tav tm="0">
                                          <p:val>
                                            <p:strVal val="#ppt_y+.1"/>
                                          </p:val>
                                        </p:tav>
                                        <p:tav tm="100000">
                                          <p:val>
                                            <p:strVal val="#ppt_y"/>
                                          </p:val>
                                        </p:tav>
                                      </p:tavLst>
                                    </p:anim>
                                  </p:childTnLst>
                                </p:cTn>
                              </p:par>
                              <p:par>
                                <p:cTn id="705" presetID="42" presetClass="entr" presetSubtype="0" fill="hold" grpId="0" nodeType="withEffect">
                                  <p:stCondLst>
                                    <p:cond delay="370"/>
                                  </p:stCondLst>
                                  <p:childTnLst>
                                    <p:set>
                                      <p:cBhvr>
                                        <p:cTn id="706" dur="1" fill="hold">
                                          <p:stCondLst>
                                            <p:cond delay="0"/>
                                          </p:stCondLst>
                                        </p:cTn>
                                        <p:tgtEl>
                                          <p:spTgt spid="31"/>
                                        </p:tgtEl>
                                        <p:attrNameLst>
                                          <p:attrName>style.visibility</p:attrName>
                                        </p:attrNameLst>
                                      </p:cBhvr>
                                      <p:to>
                                        <p:strVal val="visible"/>
                                      </p:to>
                                    </p:set>
                                    <p:animEffect transition="in" filter="fade">
                                      <p:cBhvr>
                                        <p:cTn id="707" dur="650"/>
                                        <p:tgtEl>
                                          <p:spTgt spid="31"/>
                                        </p:tgtEl>
                                      </p:cBhvr>
                                    </p:animEffect>
                                    <p:anim calcmode="lin" valueType="num">
                                      <p:cBhvr>
                                        <p:cTn id="708" dur="650" fill="hold"/>
                                        <p:tgtEl>
                                          <p:spTgt spid="31"/>
                                        </p:tgtEl>
                                        <p:attrNameLst>
                                          <p:attrName>ppt_x</p:attrName>
                                        </p:attrNameLst>
                                      </p:cBhvr>
                                      <p:tavLst>
                                        <p:tav tm="0">
                                          <p:val>
                                            <p:strVal val="#ppt_x"/>
                                          </p:val>
                                        </p:tav>
                                        <p:tav tm="100000">
                                          <p:val>
                                            <p:strVal val="#ppt_x"/>
                                          </p:val>
                                        </p:tav>
                                      </p:tavLst>
                                    </p:anim>
                                    <p:anim calcmode="lin" valueType="num">
                                      <p:cBhvr>
                                        <p:cTn id="709" dur="650" fill="hold"/>
                                        <p:tgtEl>
                                          <p:spTgt spid="31"/>
                                        </p:tgtEl>
                                        <p:attrNameLst>
                                          <p:attrName>ppt_y</p:attrName>
                                        </p:attrNameLst>
                                      </p:cBhvr>
                                      <p:tavLst>
                                        <p:tav tm="0">
                                          <p:val>
                                            <p:strVal val="#ppt_y+.1"/>
                                          </p:val>
                                        </p:tav>
                                        <p:tav tm="100000">
                                          <p:val>
                                            <p:strVal val="#ppt_y"/>
                                          </p:val>
                                        </p:tav>
                                      </p:tavLst>
                                    </p:anim>
                                  </p:childTnLst>
                                </p:cTn>
                              </p:par>
                              <p:par>
                                <p:cTn id="710" presetID="42" presetClass="entr" presetSubtype="0" fill="hold" grpId="0" nodeType="withEffect">
                                  <p:stCondLst>
                                    <p:cond delay="490"/>
                                  </p:stCondLst>
                                  <p:childTnLst>
                                    <p:set>
                                      <p:cBhvr>
                                        <p:cTn id="711" dur="1" fill="hold">
                                          <p:stCondLst>
                                            <p:cond delay="0"/>
                                          </p:stCondLst>
                                        </p:cTn>
                                        <p:tgtEl>
                                          <p:spTgt spid="32"/>
                                        </p:tgtEl>
                                        <p:attrNameLst>
                                          <p:attrName>style.visibility</p:attrName>
                                        </p:attrNameLst>
                                      </p:cBhvr>
                                      <p:to>
                                        <p:strVal val="visible"/>
                                      </p:to>
                                    </p:set>
                                    <p:animEffect transition="in" filter="fade">
                                      <p:cBhvr>
                                        <p:cTn id="712" dur="650"/>
                                        <p:tgtEl>
                                          <p:spTgt spid="32"/>
                                        </p:tgtEl>
                                      </p:cBhvr>
                                    </p:animEffect>
                                    <p:anim calcmode="lin" valueType="num">
                                      <p:cBhvr>
                                        <p:cTn id="713" dur="650" fill="hold"/>
                                        <p:tgtEl>
                                          <p:spTgt spid="32"/>
                                        </p:tgtEl>
                                        <p:attrNameLst>
                                          <p:attrName>ppt_x</p:attrName>
                                        </p:attrNameLst>
                                      </p:cBhvr>
                                      <p:tavLst>
                                        <p:tav tm="0">
                                          <p:val>
                                            <p:strVal val="#ppt_x"/>
                                          </p:val>
                                        </p:tav>
                                        <p:tav tm="100000">
                                          <p:val>
                                            <p:strVal val="#ppt_x"/>
                                          </p:val>
                                        </p:tav>
                                      </p:tavLst>
                                    </p:anim>
                                    <p:anim calcmode="lin" valueType="num">
                                      <p:cBhvr>
                                        <p:cTn id="714" dur="650" fill="hold"/>
                                        <p:tgtEl>
                                          <p:spTgt spid="32"/>
                                        </p:tgtEl>
                                        <p:attrNameLst>
                                          <p:attrName>ppt_y</p:attrName>
                                        </p:attrNameLst>
                                      </p:cBhvr>
                                      <p:tavLst>
                                        <p:tav tm="0">
                                          <p:val>
                                            <p:strVal val="#ppt_y+.1"/>
                                          </p:val>
                                        </p:tav>
                                        <p:tav tm="100000">
                                          <p:val>
                                            <p:strVal val="#ppt_y"/>
                                          </p:val>
                                        </p:tav>
                                      </p:tavLst>
                                    </p:anim>
                                  </p:childTnLst>
                                </p:cTn>
                              </p:par>
                              <p:par>
                                <p:cTn id="715" presetID="42" presetClass="entr" presetSubtype="0" fill="hold" grpId="0" nodeType="withEffect">
                                  <p:stCondLst>
                                    <p:cond delay="490"/>
                                  </p:stCondLst>
                                  <p:childTnLst>
                                    <p:set>
                                      <p:cBhvr>
                                        <p:cTn id="716" dur="1" fill="hold">
                                          <p:stCondLst>
                                            <p:cond delay="0"/>
                                          </p:stCondLst>
                                        </p:cTn>
                                        <p:tgtEl>
                                          <p:spTgt spid="33"/>
                                        </p:tgtEl>
                                        <p:attrNameLst>
                                          <p:attrName>style.visibility</p:attrName>
                                        </p:attrNameLst>
                                      </p:cBhvr>
                                      <p:to>
                                        <p:strVal val="visible"/>
                                      </p:to>
                                    </p:set>
                                    <p:animEffect transition="in" filter="fade">
                                      <p:cBhvr>
                                        <p:cTn id="717" dur="650"/>
                                        <p:tgtEl>
                                          <p:spTgt spid="33"/>
                                        </p:tgtEl>
                                      </p:cBhvr>
                                    </p:animEffect>
                                    <p:anim calcmode="lin" valueType="num">
                                      <p:cBhvr>
                                        <p:cTn id="718" dur="650" fill="hold"/>
                                        <p:tgtEl>
                                          <p:spTgt spid="33"/>
                                        </p:tgtEl>
                                        <p:attrNameLst>
                                          <p:attrName>ppt_x</p:attrName>
                                        </p:attrNameLst>
                                      </p:cBhvr>
                                      <p:tavLst>
                                        <p:tav tm="0">
                                          <p:val>
                                            <p:strVal val="#ppt_x"/>
                                          </p:val>
                                        </p:tav>
                                        <p:tav tm="100000">
                                          <p:val>
                                            <p:strVal val="#ppt_x"/>
                                          </p:val>
                                        </p:tav>
                                      </p:tavLst>
                                    </p:anim>
                                    <p:anim calcmode="lin" valueType="num">
                                      <p:cBhvr>
                                        <p:cTn id="719" dur="650" fill="hold"/>
                                        <p:tgtEl>
                                          <p:spTgt spid="33"/>
                                        </p:tgtEl>
                                        <p:attrNameLst>
                                          <p:attrName>ppt_y</p:attrName>
                                        </p:attrNameLst>
                                      </p:cBhvr>
                                      <p:tavLst>
                                        <p:tav tm="0">
                                          <p:val>
                                            <p:strVal val="#ppt_y+.1"/>
                                          </p:val>
                                        </p:tav>
                                        <p:tav tm="100000">
                                          <p:val>
                                            <p:strVal val="#ppt_y"/>
                                          </p:val>
                                        </p:tav>
                                      </p:tavLst>
                                    </p:anim>
                                  </p:childTnLst>
                                </p:cTn>
                              </p:par>
                              <p:par>
                                <p:cTn id="720" presetID="42" presetClass="entr" presetSubtype="0" fill="hold" nodeType="withEffect">
                                  <p:stCondLst>
                                    <p:cond delay="490"/>
                                  </p:stCondLst>
                                  <p:childTnLst>
                                    <p:set>
                                      <p:cBhvr>
                                        <p:cTn id="721" dur="1" fill="hold">
                                          <p:stCondLst>
                                            <p:cond delay="0"/>
                                          </p:stCondLst>
                                        </p:cTn>
                                        <p:tgtEl>
                                          <p:spTgt spid="34"/>
                                        </p:tgtEl>
                                        <p:attrNameLst>
                                          <p:attrName>style.visibility</p:attrName>
                                        </p:attrNameLst>
                                      </p:cBhvr>
                                      <p:to>
                                        <p:strVal val="visible"/>
                                      </p:to>
                                    </p:set>
                                    <p:animEffect transition="in" filter="fade">
                                      <p:cBhvr>
                                        <p:cTn id="722" dur="650"/>
                                        <p:tgtEl>
                                          <p:spTgt spid="34"/>
                                        </p:tgtEl>
                                      </p:cBhvr>
                                    </p:animEffect>
                                    <p:anim calcmode="lin" valueType="num">
                                      <p:cBhvr>
                                        <p:cTn id="723" dur="650" fill="hold"/>
                                        <p:tgtEl>
                                          <p:spTgt spid="34"/>
                                        </p:tgtEl>
                                        <p:attrNameLst>
                                          <p:attrName>ppt_x</p:attrName>
                                        </p:attrNameLst>
                                      </p:cBhvr>
                                      <p:tavLst>
                                        <p:tav tm="0">
                                          <p:val>
                                            <p:strVal val="#ppt_x"/>
                                          </p:val>
                                        </p:tav>
                                        <p:tav tm="100000">
                                          <p:val>
                                            <p:strVal val="#ppt_x"/>
                                          </p:val>
                                        </p:tav>
                                      </p:tavLst>
                                    </p:anim>
                                    <p:anim calcmode="lin" valueType="num">
                                      <p:cBhvr>
                                        <p:cTn id="724" dur="650" fill="hold"/>
                                        <p:tgtEl>
                                          <p:spTgt spid="34"/>
                                        </p:tgtEl>
                                        <p:attrNameLst>
                                          <p:attrName>ppt_y</p:attrName>
                                        </p:attrNameLst>
                                      </p:cBhvr>
                                      <p:tavLst>
                                        <p:tav tm="0">
                                          <p:val>
                                            <p:strVal val="#ppt_y+.1"/>
                                          </p:val>
                                        </p:tav>
                                        <p:tav tm="100000">
                                          <p:val>
                                            <p:strVal val="#ppt_y"/>
                                          </p:val>
                                        </p:tav>
                                      </p:tavLst>
                                    </p:anim>
                                  </p:childTnLst>
                                </p:cTn>
                              </p:par>
                              <p:par>
                                <p:cTn id="725" presetID="42" presetClass="entr" presetSubtype="0" fill="hold" grpId="0" nodeType="withEffect">
                                  <p:stCondLst>
                                    <p:cond delay="490"/>
                                  </p:stCondLst>
                                  <p:childTnLst>
                                    <p:set>
                                      <p:cBhvr>
                                        <p:cTn id="726" dur="1" fill="hold">
                                          <p:stCondLst>
                                            <p:cond delay="0"/>
                                          </p:stCondLst>
                                        </p:cTn>
                                        <p:tgtEl>
                                          <p:spTgt spid="35"/>
                                        </p:tgtEl>
                                        <p:attrNameLst>
                                          <p:attrName>style.visibility</p:attrName>
                                        </p:attrNameLst>
                                      </p:cBhvr>
                                      <p:to>
                                        <p:strVal val="visible"/>
                                      </p:to>
                                    </p:set>
                                    <p:animEffect transition="in" filter="fade">
                                      <p:cBhvr>
                                        <p:cTn id="727" dur="650"/>
                                        <p:tgtEl>
                                          <p:spTgt spid="35"/>
                                        </p:tgtEl>
                                      </p:cBhvr>
                                    </p:animEffect>
                                    <p:anim calcmode="lin" valueType="num">
                                      <p:cBhvr>
                                        <p:cTn id="728" dur="650" fill="hold"/>
                                        <p:tgtEl>
                                          <p:spTgt spid="35"/>
                                        </p:tgtEl>
                                        <p:attrNameLst>
                                          <p:attrName>ppt_x</p:attrName>
                                        </p:attrNameLst>
                                      </p:cBhvr>
                                      <p:tavLst>
                                        <p:tav tm="0">
                                          <p:val>
                                            <p:strVal val="#ppt_x"/>
                                          </p:val>
                                        </p:tav>
                                        <p:tav tm="100000">
                                          <p:val>
                                            <p:strVal val="#ppt_x"/>
                                          </p:val>
                                        </p:tav>
                                      </p:tavLst>
                                    </p:anim>
                                    <p:anim calcmode="lin" valueType="num">
                                      <p:cBhvr>
                                        <p:cTn id="729" dur="650" fill="hold"/>
                                        <p:tgtEl>
                                          <p:spTgt spid="35"/>
                                        </p:tgtEl>
                                        <p:attrNameLst>
                                          <p:attrName>ppt_y</p:attrName>
                                        </p:attrNameLst>
                                      </p:cBhvr>
                                      <p:tavLst>
                                        <p:tav tm="0">
                                          <p:val>
                                            <p:strVal val="#ppt_y+.1"/>
                                          </p:val>
                                        </p:tav>
                                        <p:tav tm="100000">
                                          <p:val>
                                            <p:strVal val="#ppt_y"/>
                                          </p:val>
                                        </p:tav>
                                      </p:tavLst>
                                    </p:anim>
                                  </p:childTnLst>
                                </p:cTn>
                              </p:par>
                              <p:par>
                                <p:cTn id="730" presetID="42" presetClass="entr" presetSubtype="0" fill="hold" grpId="0" nodeType="withEffect">
                                  <p:stCondLst>
                                    <p:cond delay="490"/>
                                  </p:stCondLst>
                                  <p:childTnLst>
                                    <p:set>
                                      <p:cBhvr>
                                        <p:cTn id="731" dur="1" fill="hold">
                                          <p:stCondLst>
                                            <p:cond delay="0"/>
                                          </p:stCondLst>
                                        </p:cTn>
                                        <p:tgtEl>
                                          <p:spTgt spid="36"/>
                                        </p:tgtEl>
                                        <p:attrNameLst>
                                          <p:attrName>style.visibility</p:attrName>
                                        </p:attrNameLst>
                                      </p:cBhvr>
                                      <p:to>
                                        <p:strVal val="visible"/>
                                      </p:to>
                                    </p:set>
                                    <p:animEffect transition="in" filter="fade">
                                      <p:cBhvr>
                                        <p:cTn id="732" dur="650"/>
                                        <p:tgtEl>
                                          <p:spTgt spid="36"/>
                                        </p:tgtEl>
                                      </p:cBhvr>
                                    </p:animEffect>
                                    <p:anim calcmode="lin" valueType="num">
                                      <p:cBhvr>
                                        <p:cTn id="733" dur="650" fill="hold"/>
                                        <p:tgtEl>
                                          <p:spTgt spid="36"/>
                                        </p:tgtEl>
                                        <p:attrNameLst>
                                          <p:attrName>ppt_x</p:attrName>
                                        </p:attrNameLst>
                                      </p:cBhvr>
                                      <p:tavLst>
                                        <p:tav tm="0">
                                          <p:val>
                                            <p:strVal val="#ppt_x"/>
                                          </p:val>
                                        </p:tav>
                                        <p:tav tm="100000">
                                          <p:val>
                                            <p:strVal val="#ppt_x"/>
                                          </p:val>
                                        </p:tav>
                                      </p:tavLst>
                                    </p:anim>
                                    <p:anim calcmode="lin" valueType="num">
                                      <p:cBhvr>
                                        <p:cTn id="734" dur="650" fill="hold"/>
                                        <p:tgtEl>
                                          <p:spTgt spid="36"/>
                                        </p:tgtEl>
                                        <p:attrNameLst>
                                          <p:attrName>ppt_y</p:attrName>
                                        </p:attrNameLst>
                                      </p:cBhvr>
                                      <p:tavLst>
                                        <p:tav tm="0">
                                          <p:val>
                                            <p:strVal val="#ppt_y+.1"/>
                                          </p:val>
                                        </p:tav>
                                        <p:tav tm="100000">
                                          <p:val>
                                            <p:strVal val="#ppt_y"/>
                                          </p:val>
                                        </p:tav>
                                      </p:tavLst>
                                    </p:anim>
                                  </p:childTnLst>
                                </p:cTn>
                              </p:par>
                              <p:par>
                                <p:cTn id="735" presetID="42" presetClass="entr" presetSubtype="0" fill="hold" grpId="0" nodeType="withEffect">
                                  <p:stCondLst>
                                    <p:cond delay="610"/>
                                  </p:stCondLst>
                                  <p:childTnLst>
                                    <p:set>
                                      <p:cBhvr>
                                        <p:cTn id="736" dur="1" fill="hold">
                                          <p:stCondLst>
                                            <p:cond delay="0"/>
                                          </p:stCondLst>
                                        </p:cTn>
                                        <p:tgtEl>
                                          <p:spTgt spid="37"/>
                                        </p:tgtEl>
                                        <p:attrNameLst>
                                          <p:attrName>style.visibility</p:attrName>
                                        </p:attrNameLst>
                                      </p:cBhvr>
                                      <p:to>
                                        <p:strVal val="visible"/>
                                      </p:to>
                                    </p:set>
                                    <p:animEffect transition="in" filter="fade">
                                      <p:cBhvr>
                                        <p:cTn id="737" dur="650"/>
                                        <p:tgtEl>
                                          <p:spTgt spid="37"/>
                                        </p:tgtEl>
                                      </p:cBhvr>
                                    </p:animEffect>
                                    <p:anim calcmode="lin" valueType="num">
                                      <p:cBhvr>
                                        <p:cTn id="738" dur="650" fill="hold"/>
                                        <p:tgtEl>
                                          <p:spTgt spid="37"/>
                                        </p:tgtEl>
                                        <p:attrNameLst>
                                          <p:attrName>ppt_x</p:attrName>
                                        </p:attrNameLst>
                                      </p:cBhvr>
                                      <p:tavLst>
                                        <p:tav tm="0">
                                          <p:val>
                                            <p:strVal val="#ppt_x"/>
                                          </p:val>
                                        </p:tav>
                                        <p:tav tm="100000">
                                          <p:val>
                                            <p:strVal val="#ppt_x"/>
                                          </p:val>
                                        </p:tav>
                                      </p:tavLst>
                                    </p:anim>
                                    <p:anim calcmode="lin" valueType="num">
                                      <p:cBhvr>
                                        <p:cTn id="739" dur="650" fill="hold"/>
                                        <p:tgtEl>
                                          <p:spTgt spid="37"/>
                                        </p:tgtEl>
                                        <p:attrNameLst>
                                          <p:attrName>ppt_y</p:attrName>
                                        </p:attrNameLst>
                                      </p:cBhvr>
                                      <p:tavLst>
                                        <p:tav tm="0">
                                          <p:val>
                                            <p:strVal val="#ppt_y+.1"/>
                                          </p:val>
                                        </p:tav>
                                        <p:tav tm="100000">
                                          <p:val>
                                            <p:strVal val="#ppt_y"/>
                                          </p:val>
                                        </p:tav>
                                      </p:tavLst>
                                    </p:anim>
                                  </p:childTnLst>
                                </p:cTn>
                              </p:par>
                              <p:par>
                                <p:cTn id="740" presetID="42" presetClass="entr" presetSubtype="0" fill="hold" grpId="0" nodeType="withEffect">
                                  <p:stCondLst>
                                    <p:cond delay="610"/>
                                  </p:stCondLst>
                                  <p:childTnLst>
                                    <p:set>
                                      <p:cBhvr>
                                        <p:cTn id="741" dur="1" fill="hold">
                                          <p:stCondLst>
                                            <p:cond delay="0"/>
                                          </p:stCondLst>
                                        </p:cTn>
                                        <p:tgtEl>
                                          <p:spTgt spid="38"/>
                                        </p:tgtEl>
                                        <p:attrNameLst>
                                          <p:attrName>style.visibility</p:attrName>
                                        </p:attrNameLst>
                                      </p:cBhvr>
                                      <p:to>
                                        <p:strVal val="visible"/>
                                      </p:to>
                                    </p:set>
                                    <p:animEffect transition="in" filter="fade">
                                      <p:cBhvr>
                                        <p:cTn id="742" dur="650"/>
                                        <p:tgtEl>
                                          <p:spTgt spid="38"/>
                                        </p:tgtEl>
                                      </p:cBhvr>
                                    </p:animEffect>
                                    <p:anim calcmode="lin" valueType="num">
                                      <p:cBhvr>
                                        <p:cTn id="743" dur="650" fill="hold"/>
                                        <p:tgtEl>
                                          <p:spTgt spid="38"/>
                                        </p:tgtEl>
                                        <p:attrNameLst>
                                          <p:attrName>ppt_x</p:attrName>
                                        </p:attrNameLst>
                                      </p:cBhvr>
                                      <p:tavLst>
                                        <p:tav tm="0">
                                          <p:val>
                                            <p:strVal val="#ppt_x"/>
                                          </p:val>
                                        </p:tav>
                                        <p:tav tm="100000">
                                          <p:val>
                                            <p:strVal val="#ppt_x"/>
                                          </p:val>
                                        </p:tav>
                                      </p:tavLst>
                                    </p:anim>
                                    <p:anim calcmode="lin" valueType="num">
                                      <p:cBhvr>
                                        <p:cTn id="744" dur="650" fill="hold"/>
                                        <p:tgtEl>
                                          <p:spTgt spid="38"/>
                                        </p:tgtEl>
                                        <p:attrNameLst>
                                          <p:attrName>ppt_y</p:attrName>
                                        </p:attrNameLst>
                                      </p:cBhvr>
                                      <p:tavLst>
                                        <p:tav tm="0">
                                          <p:val>
                                            <p:strVal val="#ppt_y+.1"/>
                                          </p:val>
                                        </p:tav>
                                        <p:tav tm="100000">
                                          <p:val>
                                            <p:strVal val="#ppt_y"/>
                                          </p:val>
                                        </p:tav>
                                      </p:tavLst>
                                    </p:anim>
                                  </p:childTnLst>
                                </p:cTn>
                              </p:par>
                              <p:par>
                                <p:cTn id="745" presetID="42" presetClass="entr" presetSubtype="0" fill="hold" nodeType="withEffect">
                                  <p:stCondLst>
                                    <p:cond delay="610"/>
                                  </p:stCondLst>
                                  <p:childTnLst>
                                    <p:set>
                                      <p:cBhvr>
                                        <p:cTn id="746" dur="1" fill="hold">
                                          <p:stCondLst>
                                            <p:cond delay="0"/>
                                          </p:stCondLst>
                                        </p:cTn>
                                        <p:tgtEl>
                                          <p:spTgt spid="39"/>
                                        </p:tgtEl>
                                        <p:attrNameLst>
                                          <p:attrName>style.visibility</p:attrName>
                                        </p:attrNameLst>
                                      </p:cBhvr>
                                      <p:to>
                                        <p:strVal val="visible"/>
                                      </p:to>
                                    </p:set>
                                    <p:animEffect transition="in" filter="fade">
                                      <p:cBhvr>
                                        <p:cTn id="747" dur="650"/>
                                        <p:tgtEl>
                                          <p:spTgt spid="39"/>
                                        </p:tgtEl>
                                      </p:cBhvr>
                                    </p:animEffect>
                                    <p:anim calcmode="lin" valueType="num">
                                      <p:cBhvr>
                                        <p:cTn id="748" dur="650" fill="hold"/>
                                        <p:tgtEl>
                                          <p:spTgt spid="39"/>
                                        </p:tgtEl>
                                        <p:attrNameLst>
                                          <p:attrName>ppt_x</p:attrName>
                                        </p:attrNameLst>
                                      </p:cBhvr>
                                      <p:tavLst>
                                        <p:tav tm="0">
                                          <p:val>
                                            <p:strVal val="#ppt_x"/>
                                          </p:val>
                                        </p:tav>
                                        <p:tav tm="100000">
                                          <p:val>
                                            <p:strVal val="#ppt_x"/>
                                          </p:val>
                                        </p:tav>
                                      </p:tavLst>
                                    </p:anim>
                                    <p:anim calcmode="lin" valueType="num">
                                      <p:cBhvr>
                                        <p:cTn id="749" dur="650" fill="hold"/>
                                        <p:tgtEl>
                                          <p:spTgt spid="39"/>
                                        </p:tgtEl>
                                        <p:attrNameLst>
                                          <p:attrName>ppt_y</p:attrName>
                                        </p:attrNameLst>
                                      </p:cBhvr>
                                      <p:tavLst>
                                        <p:tav tm="0">
                                          <p:val>
                                            <p:strVal val="#ppt_y+.1"/>
                                          </p:val>
                                        </p:tav>
                                        <p:tav tm="100000">
                                          <p:val>
                                            <p:strVal val="#ppt_y"/>
                                          </p:val>
                                        </p:tav>
                                      </p:tavLst>
                                    </p:anim>
                                  </p:childTnLst>
                                </p:cTn>
                              </p:par>
                              <p:par>
                                <p:cTn id="750" presetID="42" presetClass="entr" presetSubtype="0" fill="hold" grpId="0" nodeType="withEffect">
                                  <p:stCondLst>
                                    <p:cond delay="610"/>
                                  </p:stCondLst>
                                  <p:childTnLst>
                                    <p:set>
                                      <p:cBhvr>
                                        <p:cTn id="751" dur="1" fill="hold">
                                          <p:stCondLst>
                                            <p:cond delay="0"/>
                                          </p:stCondLst>
                                        </p:cTn>
                                        <p:tgtEl>
                                          <p:spTgt spid="40"/>
                                        </p:tgtEl>
                                        <p:attrNameLst>
                                          <p:attrName>style.visibility</p:attrName>
                                        </p:attrNameLst>
                                      </p:cBhvr>
                                      <p:to>
                                        <p:strVal val="visible"/>
                                      </p:to>
                                    </p:set>
                                    <p:animEffect transition="in" filter="fade">
                                      <p:cBhvr>
                                        <p:cTn id="752" dur="650"/>
                                        <p:tgtEl>
                                          <p:spTgt spid="40"/>
                                        </p:tgtEl>
                                      </p:cBhvr>
                                    </p:animEffect>
                                    <p:anim calcmode="lin" valueType="num">
                                      <p:cBhvr>
                                        <p:cTn id="753" dur="650" fill="hold"/>
                                        <p:tgtEl>
                                          <p:spTgt spid="40"/>
                                        </p:tgtEl>
                                        <p:attrNameLst>
                                          <p:attrName>ppt_x</p:attrName>
                                        </p:attrNameLst>
                                      </p:cBhvr>
                                      <p:tavLst>
                                        <p:tav tm="0">
                                          <p:val>
                                            <p:strVal val="#ppt_x"/>
                                          </p:val>
                                        </p:tav>
                                        <p:tav tm="100000">
                                          <p:val>
                                            <p:strVal val="#ppt_x"/>
                                          </p:val>
                                        </p:tav>
                                      </p:tavLst>
                                    </p:anim>
                                    <p:anim calcmode="lin" valueType="num">
                                      <p:cBhvr>
                                        <p:cTn id="754" dur="650" fill="hold"/>
                                        <p:tgtEl>
                                          <p:spTgt spid="40"/>
                                        </p:tgtEl>
                                        <p:attrNameLst>
                                          <p:attrName>ppt_y</p:attrName>
                                        </p:attrNameLst>
                                      </p:cBhvr>
                                      <p:tavLst>
                                        <p:tav tm="0">
                                          <p:val>
                                            <p:strVal val="#ppt_y+.1"/>
                                          </p:val>
                                        </p:tav>
                                        <p:tav tm="100000">
                                          <p:val>
                                            <p:strVal val="#ppt_y"/>
                                          </p:val>
                                        </p:tav>
                                      </p:tavLst>
                                    </p:anim>
                                  </p:childTnLst>
                                </p:cTn>
                              </p:par>
                              <p:par>
                                <p:cTn id="755" presetID="42" presetClass="entr" presetSubtype="0" fill="hold" grpId="0" nodeType="withEffect">
                                  <p:stCondLst>
                                    <p:cond delay="610"/>
                                  </p:stCondLst>
                                  <p:childTnLst>
                                    <p:set>
                                      <p:cBhvr>
                                        <p:cTn id="756" dur="1" fill="hold">
                                          <p:stCondLst>
                                            <p:cond delay="0"/>
                                          </p:stCondLst>
                                        </p:cTn>
                                        <p:tgtEl>
                                          <p:spTgt spid="41"/>
                                        </p:tgtEl>
                                        <p:attrNameLst>
                                          <p:attrName>style.visibility</p:attrName>
                                        </p:attrNameLst>
                                      </p:cBhvr>
                                      <p:to>
                                        <p:strVal val="visible"/>
                                      </p:to>
                                    </p:set>
                                    <p:animEffect transition="in" filter="fade">
                                      <p:cBhvr>
                                        <p:cTn id="757" dur="650"/>
                                        <p:tgtEl>
                                          <p:spTgt spid="41"/>
                                        </p:tgtEl>
                                      </p:cBhvr>
                                    </p:animEffect>
                                    <p:anim calcmode="lin" valueType="num">
                                      <p:cBhvr>
                                        <p:cTn id="758" dur="650" fill="hold"/>
                                        <p:tgtEl>
                                          <p:spTgt spid="41"/>
                                        </p:tgtEl>
                                        <p:attrNameLst>
                                          <p:attrName>ppt_x</p:attrName>
                                        </p:attrNameLst>
                                      </p:cBhvr>
                                      <p:tavLst>
                                        <p:tav tm="0">
                                          <p:val>
                                            <p:strVal val="#ppt_x"/>
                                          </p:val>
                                        </p:tav>
                                        <p:tav tm="100000">
                                          <p:val>
                                            <p:strVal val="#ppt_x"/>
                                          </p:val>
                                        </p:tav>
                                      </p:tavLst>
                                    </p:anim>
                                    <p:anim calcmode="lin" valueType="num">
                                      <p:cBhvr>
                                        <p:cTn id="759" dur="650" fill="hold"/>
                                        <p:tgtEl>
                                          <p:spTgt spid="41"/>
                                        </p:tgtEl>
                                        <p:attrNameLst>
                                          <p:attrName>ppt_y</p:attrName>
                                        </p:attrNameLst>
                                      </p:cBhvr>
                                      <p:tavLst>
                                        <p:tav tm="0">
                                          <p:val>
                                            <p:strVal val="#ppt_y+.1"/>
                                          </p:val>
                                        </p:tav>
                                        <p:tav tm="100000">
                                          <p:val>
                                            <p:strVal val="#ppt_y"/>
                                          </p:val>
                                        </p:tav>
                                      </p:tavLst>
                                    </p:anim>
                                  </p:childTnLst>
                                </p:cTn>
                              </p:par>
                              <p:par>
                                <p:cTn id="760" presetID="42" presetClass="entr" presetSubtype="0" fill="hold" grpId="0" nodeType="withEffect">
                                  <p:stCondLst>
                                    <p:cond delay="730"/>
                                  </p:stCondLst>
                                  <p:childTnLst>
                                    <p:set>
                                      <p:cBhvr>
                                        <p:cTn id="761" dur="1" fill="hold">
                                          <p:stCondLst>
                                            <p:cond delay="0"/>
                                          </p:stCondLst>
                                        </p:cTn>
                                        <p:tgtEl>
                                          <p:spTgt spid="42"/>
                                        </p:tgtEl>
                                        <p:attrNameLst>
                                          <p:attrName>style.visibility</p:attrName>
                                        </p:attrNameLst>
                                      </p:cBhvr>
                                      <p:to>
                                        <p:strVal val="visible"/>
                                      </p:to>
                                    </p:set>
                                    <p:animEffect transition="in" filter="fade">
                                      <p:cBhvr>
                                        <p:cTn id="762" dur="650"/>
                                        <p:tgtEl>
                                          <p:spTgt spid="42"/>
                                        </p:tgtEl>
                                      </p:cBhvr>
                                    </p:animEffect>
                                    <p:anim calcmode="lin" valueType="num">
                                      <p:cBhvr>
                                        <p:cTn id="763" dur="650" fill="hold"/>
                                        <p:tgtEl>
                                          <p:spTgt spid="42"/>
                                        </p:tgtEl>
                                        <p:attrNameLst>
                                          <p:attrName>ppt_x</p:attrName>
                                        </p:attrNameLst>
                                      </p:cBhvr>
                                      <p:tavLst>
                                        <p:tav tm="0">
                                          <p:val>
                                            <p:strVal val="#ppt_x"/>
                                          </p:val>
                                        </p:tav>
                                        <p:tav tm="100000">
                                          <p:val>
                                            <p:strVal val="#ppt_x"/>
                                          </p:val>
                                        </p:tav>
                                      </p:tavLst>
                                    </p:anim>
                                    <p:anim calcmode="lin" valueType="num">
                                      <p:cBhvr>
                                        <p:cTn id="764" dur="650" fill="hold"/>
                                        <p:tgtEl>
                                          <p:spTgt spid="42"/>
                                        </p:tgtEl>
                                        <p:attrNameLst>
                                          <p:attrName>ppt_y</p:attrName>
                                        </p:attrNameLst>
                                      </p:cBhvr>
                                      <p:tavLst>
                                        <p:tav tm="0">
                                          <p:val>
                                            <p:strVal val="#ppt_y+.1"/>
                                          </p:val>
                                        </p:tav>
                                        <p:tav tm="100000">
                                          <p:val>
                                            <p:strVal val="#ppt_y"/>
                                          </p:val>
                                        </p:tav>
                                      </p:tavLst>
                                    </p:anim>
                                  </p:childTnLst>
                                </p:cTn>
                              </p:par>
                              <p:par>
                                <p:cTn id="765" presetID="42" presetClass="entr" presetSubtype="0" fill="hold" grpId="0" nodeType="withEffect">
                                  <p:stCondLst>
                                    <p:cond delay="730"/>
                                  </p:stCondLst>
                                  <p:childTnLst>
                                    <p:set>
                                      <p:cBhvr>
                                        <p:cTn id="766" dur="1" fill="hold">
                                          <p:stCondLst>
                                            <p:cond delay="0"/>
                                          </p:stCondLst>
                                        </p:cTn>
                                        <p:tgtEl>
                                          <p:spTgt spid="43"/>
                                        </p:tgtEl>
                                        <p:attrNameLst>
                                          <p:attrName>style.visibility</p:attrName>
                                        </p:attrNameLst>
                                      </p:cBhvr>
                                      <p:to>
                                        <p:strVal val="visible"/>
                                      </p:to>
                                    </p:set>
                                    <p:animEffect transition="in" filter="fade">
                                      <p:cBhvr>
                                        <p:cTn id="767" dur="650"/>
                                        <p:tgtEl>
                                          <p:spTgt spid="43"/>
                                        </p:tgtEl>
                                      </p:cBhvr>
                                    </p:animEffect>
                                    <p:anim calcmode="lin" valueType="num">
                                      <p:cBhvr>
                                        <p:cTn id="768" dur="650" fill="hold"/>
                                        <p:tgtEl>
                                          <p:spTgt spid="43"/>
                                        </p:tgtEl>
                                        <p:attrNameLst>
                                          <p:attrName>ppt_x</p:attrName>
                                        </p:attrNameLst>
                                      </p:cBhvr>
                                      <p:tavLst>
                                        <p:tav tm="0">
                                          <p:val>
                                            <p:strVal val="#ppt_x"/>
                                          </p:val>
                                        </p:tav>
                                        <p:tav tm="100000">
                                          <p:val>
                                            <p:strVal val="#ppt_x"/>
                                          </p:val>
                                        </p:tav>
                                      </p:tavLst>
                                    </p:anim>
                                    <p:anim calcmode="lin" valueType="num">
                                      <p:cBhvr>
                                        <p:cTn id="769" dur="650" fill="hold"/>
                                        <p:tgtEl>
                                          <p:spTgt spid="43"/>
                                        </p:tgtEl>
                                        <p:attrNameLst>
                                          <p:attrName>ppt_y</p:attrName>
                                        </p:attrNameLst>
                                      </p:cBhvr>
                                      <p:tavLst>
                                        <p:tav tm="0">
                                          <p:val>
                                            <p:strVal val="#ppt_y+.1"/>
                                          </p:val>
                                        </p:tav>
                                        <p:tav tm="100000">
                                          <p:val>
                                            <p:strVal val="#ppt_y"/>
                                          </p:val>
                                        </p:tav>
                                      </p:tavLst>
                                    </p:anim>
                                  </p:childTnLst>
                                </p:cTn>
                              </p:par>
                              <p:par>
                                <p:cTn id="770" presetID="42" presetClass="entr" presetSubtype="0" fill="hold" nodeType="withEffect">
                                  <p:stCondLst>
                                    <p:cond delay="730"/>
                                  </p:stCondLst>
                                  <p:childTnLst>
                                    <p:set>
                                      <p:cBhvr>
                                        <p:cTn id="771" dur="1" fill="hold">
                                          <p:stCondLst>
                                            <p:cond delay="0"/>
                                          </p:stCondLst>
                                        </p:cTn>
                                        <p:tgtEl>
                                          <p:spTgt spid="44"/>
                                        </p:tgtEl>
                                        <p:attrNameLst>
                                          <p:attrName>style.visibility</p:attrName>
                                        </p:attrNameLst>
                                      </p:cBhvr>
                                      <p:to>
                                        <p:strVal val="visible"/>
                                      </p:to>
                                    </p:set>
                                    <p:animEffect transition="in" filter="fade">
                                      <p:cBhvr>
                                        <p:cTn id="772" dur="650"/>
                                        <p:tgtEl>
                                          <p:spTgt spid="44"/>
                                        </p:tgtEl>
                                      </p:cBhvr>
                                    </p:animEffect>
                                    <p:anim calcmode="lin" valueType="num">
                                      <p:cBhvr>
                                        <p:cTn id="773" dur="650" fill="hold"/>
                                        <p:tgtEl>
                                          <p:spTgt spid="44"/>
                                        </p:tgtEl>
                                        <p:attrNameLst>
                                          <p:attrName>ppt_x</p:attrName>
                                        </p:attrNameLst>
                                      </p:cBhvr>
                                      <p:tavLst>
                                        <p:tav tm="0">
                                          <p:val>
                                            <p:strVal val="#ppt_x"/>
                                          </p:val>
                                        </p:tav>
                                        <p:tav tm="100000">
                                          <p:val>
                                            <p:strVal val="#ppt_x"/>
                                          </p:val>
                                        </p:tav>
                                      </p:tavLst>
                                    </p:anim>
                                    <p:anim calcmode="lin" valueType="num">
                                      <p:cBhvr>
                                        <p:cTn id="774" dur="650" fill="hold"/>
                                        <p:tgtEl>
                                          <p:spTgt spid="44"/>
                                        </p:tgtEl>
                                        <p:attrNameLst>
                                          <p:attrName>ppt_y</p:attrName>
                                        </p:attrNameLst>
                                      </p:cBhvr>
                                      <p:tavLst>
                                        <p:tav tm="0">
                                          <p:val>
                                            <p:strVal val="#ppt_y+.1"/>
                                          </p:val>
                                        </p:tav>
                                        <p:tav tm="100000">
                                          <p:val>
                                            <p:strVal val="#ppt_y"/>
                                          </p:val>
                                        </p:tav>
                                      </p:tavLst>
                                    </p:anim>
                                  </p:childTnLst>
                                </p:cTn>
                              </p:par>
                              <p:par>
                                <p:cTn id="775" presetID="42" presetClass="entr" presetSubtype="0" fill="hold" grpId="0" nodeType="withEffect">
                                  <p:stCondLst>
                                    <p:cond delay="730"/>
                                  </p:stCondLst>
                                  <p:childTnLst>
                                    <p:set>
                                      <p:cBhvr>
                                        <p:cTn id="776" dur="1" fill="hold">
                                          <p:stCondLst>
                                            <p:cond delay="0"/>
                                          </p:stCondLst>
                                        </p:cTn>
                                        <p:tgtEl>
                                          <p:spTgt spid="45"/>
                                        </p:tgtEl>
                                        <p:attrNameLst>
                                          <p:attrName>style.visibility</p:attrName>
                                        </p:attrNameLst>
                                      </p:cBhvr>
                                      <p:to>
                                        <p:strVal val="visible"/>
                                      </p:to>
                                    </p:set>
                                    <p:animEffect transition="in" filter="fade">
                                      <p:cBhvr>
                                        <p:cTn id="777" dur="650"/>
                                        <p:tgtEl>
                                          <p:spTgt spid="45"/>
                                        </p:tgtEl>
                                      </p:cBhvr>
                                    </p:animEffect>
                                    <p:anim calcmode="lin" valueType="num">
                                      <p:cBhvr>
                                        <p:cTn id="778" dur="650" fill="hold"/>
                                        <p:tgtEl>
                                          <p:spTgt spid="45"/>
                                        </p:tgtEl>
                                        <p:attrNameLst>
                                          <p:attrName>ppt_x</p:attrName>
                                        </p:attrNameLst>
                                      </p:cBhvr>
                                      <p:tavLst>
                                        <p:tav tm="0">
                                          <p:val>
                                            <p:strVal val="#ppt_x"/>
                                          </p:val>
                                        </p:tav>
                                        <p:tav tm="100000">
                                          <p:val>
                                            <p:strVal val="#ppt_x"/>
                                          </p:val>
                                        </p:tav>
                                      </p:tavLst>
                                    </p:anim>
                                    <p:anim calcmode="lin" valueType="num">
                                      <p:cBhvr>
                                        <p:cTn id="779" dur="650" fill="hold"/>
                                        <p:tgtEl>
                                          <p:spTgt spid="45"/>
                                        </p:tgtEl>
                                        <p:attrNameLst>
                                          <p:attrName>ppt_y</p:attrName>
                                        </p:attrNameLst>
                                      </p:cBhvr>
                                      <p:tavLst>
                                        <p:tav tm="0">
                                          <p:val>
                                            <p:strVal val="#ppt_y+.1"/>
                                          </p:val>
                                        </p:tav>
                                        <p:tav tm="100000">
                                          <p:val>
                                            <p:strVal val="#ppt_y"/>
                                          </p:val>
                                        </p:tav>
                                      </p:tavLst>
                                    </p:anim>
                                  </p:childTnLst>
                                </p:cTn>
                              </p:par>
                              <p:par>
                                <p:cTn id="780" presetID="42" presetClass="entr" presetSubtype="0" fill="hold" grpId="0" nodeType="withEffect">
                                  <p:stCondLst>
                                    <p:cond delay="730"/>
                                  </p:stCondLst>
                                  <p:childTnLst>
                                    <p:set>
                                      <p:cBhvr>
                                        <p:cTn id="781" dur="1" fill="hold">
                                          <p:stCondLst>
                                            <p:cond delay="0"/>
                                          </p:stCondLst>
                                        </p:cTn>
                                        <p:tgtEl>
                                          <p:spTgt spid="46"/>
                                        </p:tgtEl>
                                        <p:attrNameLst>
                                          <p:attrName>style.visibility</p:attrName>
                                        </p:attrNameLst>
                                      </p:cBhvr>
                                      <p:to>
                                        <p:strVal val="visible"/>
                                      </p:to>
                                    </p:set>
                                    <p:animEffect transition="in" filter="fade">
                                      <p:cBhvr>
                                        <p:cTn id="782" dur="650"/>
                                        <p:tgtEl>
                                          <p:spTgt spid="46"/>
                                        </p:tgtEl>
                                      </p:cBhvr>
                                    </p:animEffect>
                                    <p:anim calcmode="lin" valueType="num">
                                      <p:cBhvr>
                                        <p:cTn id="783" dur="650" fill="hold"/>
                                        <p:tgtEl>
                                          <p:spTgt spid="46"/>
                                        </p:tgtEl>
                                        <p:attrNameLst>
                                          <p:attrName>ppt_x</p:attrName>
                                        </p:attrNameLst>
                                      </p:cBhvr>
                                      <p:tavLst>
                                        <p:tav tm="0">
                                          <p:val>
                                            <p:strVal val="#ppt_x"/>
                                          </p:val>
                                        </p:tav>
                                        <p:tav tm="100000">
                                          <p:val>
                                            <p:strVal val="#ppt_x"/>
                                          </p:val>
                                        </p:tav>
                                      </p:tavLst>
                                    </p:anim>
                                    <p:anim calcmode="lin" valueType="num">
                                      <p:cBhvr>
                                        <p:cTn id="784" dur="65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785" repeatCount="indefinite" fill="hold" display="0">
                  <p:stCondLst>
                    <p:cond delay="indefinite"/>
                  </p:stCondLst>
                  <p:endCondLst>
                    <p:cond evt="onStopAudio" delay="0">
                      <p:tgtEl>
                        <p:sldTgt/>
                      </p:tgtEl>
                    </p:cond>
                  </p:endCondLst>
                </p:cTn>
                <p:tgtEl>
                  <p:spTgt spid="48"/>
                </p:tgtEl>
              </p:cMediaNode>
            </p:video>
          </p:childTnLst>
        </p:cTn>
      </p:par>
    </p:tnLst>
    <p:bldLst>
      <p:bldP spid="14" grpId="0"/>
      <p:bldP spid="15" grpId="0"/>
      <p:bldP spid="16" grpId="0"/>
      <p:bldP spid="17" grpId="0"/>
      <p:bldP spid="18" grpId="0"/>
      <p:bldP spid="19" grpId="0"/>
      <p:bldP spid="20" grpId="0"/>
      <p:bldP spid="21" grpId="0"/>
      <p:bldP spid="22" grpId="0"/>
      <p:bldP spid="23" grpId="0" animBg="1"/>
      <p:bldP spid="24" grpId="0"/>
      <p:bldP spid="25" grpId="0" animBg="1"/>
      <p:bldP spid="26" grpId="0"/>
      <p:bldP spid="27" grpId="0" animBg="1"/>
      <p:bldP spid="28" grpId="0" animBg="1"/>
      <p:bldP spid="30" grpId="0"/>
      <p:bldP spid="31" grpId="0"/>
      <p:bldP spid="32" grpId="0" animBg="1"/>
      <p:bldP spid="33" grpId="0" animBg="1"/>
      <p:bldP spid="35" grpId="0"/>
      <p:bldP spid="36" grpId="0"/>
      <p:bldP spid="37" grpId="0" animBg="1"/>
      <p:bldP spid="38" grpId="0" animBg="1"/>
      <p:bldP spid="40" grpId="0"/>
      <p:bldP spid="41" grpId="0"/>
      <p:bldP spid="42" grpId="0" animBg="1"/>
      <p:bldP spid="43" grpId="0" animBg="1"/>
      <p:bldP spid="45" grpId="0"/>
      <p:bldP spid="46" grpId="0"/>
      <p:bldP spid="47" grpId="0"/>
      <p:bldP spid="47" grpId="1"/>
      <p:bldP spid="49" grpId="0" animBg="1"/>
      <p:bldP spid="49" grpId="1" animBg="1"/>
      <p:bldP spid="50" grpId="0"/>
      <p:bldP spid="50" grpId="1"/>
      <p:bldP spid="51" grpId="0" animBg="1"/>
      <p:bldP spid="51" grpId="1" animBg="1"/>
      <p:bldP spid="52" grpId="0"/>
      <p:bldP spid="52" grpId="1"/>
      <p:bldP spid="53" grpId="0"/>
      <p:bldP spid="53" grpId="1"/>
      <p:bldP spid="55" grpId="0"/>
      <p:bldP spid="55" grpId="1"/>
      <p:bldP spid="57" grpId="0"/>
      <p:bldP spid="57" grpId="1"/>
      <p:bldP spid="58" grpId="0" animBg="1"/>
      <p:bldP spid="58" grpId="1" animBg="1"/>
      <p:bldP spid="59" grpId="0"/>
      <p:bldP spid="59" grpId="1"/>
      <p:bldP spid="60" grpId="0" animBg="1"/>
      <p:bldP spid="60" grpId="1" animBg="1"/>
      <p:bldP spid="61" grpId="0"/>
      <p:bldP spid="61" grpId="1"/>
      <p:bldP spid="62" grpId="0"/>
      <p:bldP spid="62" grpId="1"/>
      <p:bldP spid="64" grpId="0"/>
      <p:bldP spid="64" grpId="1"/>
      <p:bldP spid="66" grpId="0"/>
      <p:bldP spid="66" grpId="1"/>
      <p:bldP spid="68" grpId="0"/>
      <p:bldP spid="68" grpId="1"/>
      <p:bldP spid="69" grpId="0"/>
      <p:bldP spid="69" grpId="1"/>
      <p:bldP spid="71" grpId="0" animBg="1"/>
      <p:bldP spid="71" grpId="1" animBg="1"/>
      <p:bldP spid="73" grpId="0"/>
      <p:bldP spid="73" grpId="1"/>
      <p:bldP spid="74" grpId="0" animBg="1"/>
      <p:bldP spid="74" grpId="1" animBg="1"/>
      <p:bldP spid="75" grpId="0"/>
      <p:bldP spid="75" grpId="1"/>
      <p:bldP spid="76" grpId="0" animBg="1"/>
      <p:bldP spid="76" grpId="1" animBg="1"/>
      <p:bldP spid="78" grpId="0"/>
      <p:bldP spid="78" grpId="1"/>
      <p:bldP spid="79" grpId="0" animBg="1"/>
      <p:bldP spid="79" grpId="1" animBg="1"/>
      <p:bldP spid="80" grpId="0" animBg="1"/>
      <p:bldP spid="80" grpId="1" animBg="1"/>
      <p:bldP spid="82" grpId="0"/>
      <p:bldP spid="82" grpId="1"/>
      <p:bldP spid="83" grpId="0" animBg="1"/>
      <p:bldP spid="83" grpId="1" animBg="1"/>
      <p:bldP spid="84" grpId="0" animBg="1"/>
      <p:bldP spid="84" grpId="1" animBg="1"/>
      <p:bldP spid="86" grpId="0"/>
      <p:bldP spid="86" grpId="1"/>
      <p:bldP spid="87" grpId="0" animBg="1"/>
      <p:bldP spid="87" grpId="1" animBg="1"/>
      <p:bldP spid="88" grpId="0"/>
      <p:bldP spid="88" grpId="1"/>
      <p:bldP spid="89" grpId="0" animBg="1"/>
      <p:bldP spid="89" grpId="1" animBg="1"/>
      <p:bldP spid="91" grpId="0"/>
      <p:bldP spid="91" grpId="1"/>
      <p:bldP spid="92" grpId="0" animBg="1"/>
      <p:bldP spid="92" grpId="1" animBg="1"/>
      <p:bldP spid="93" grpId="0"/>
      <p:bldP spid="93" grpId="1"/>
      <p:bldP spid="94" grpId="0" animBg="1"/>
      <p:bldP spid="94" grpId="1" animBg="1"/>
      <p:bldP spid="96" grpId="0"/>
      <p:bldP spid="96" grpId="1"/>
      <p:bldP spid="97" grpId="0" animBg="1"/>
      <p:bldP spid="97" grpId="1" animBg="1"/>
      <p:bldP spid="98" grpId="0"/>
      <p:bldP spid="98" grpId="1"/>
      <p:bldP spid="99" grpId="0" animBg="1"/>
      <p:bldP spid="99" grpId="1" animBg="1"/>
      <p:bldP spid="101" grpId="0"/>
      <p:bldP spid="101" grpId="1"/>
      <p:bldP spid="102" grpId="0" animBg="1"/>
      <p:bldP spid="102" grpId="1" animBg="1"/>
      <p:bldP spid="103" grpId="0"/>
      <p:bldP spid="103" grpId="1"/>
      <p:bldP spid="104" grpId="0" animBg="1"/>
      <p:bldP spid="104" grpId="1" animBg="1"/>
      <p:bldP spid="106" grpId="0"/>
      <p:bldP spid="106" grpId="1"/>
      <p:bldP spid="107" grpId="0" animBg="1"/>
      <p:bldP spid="107" grpId="1" animBg="1"/>
      <p:bldP spid="108" grpId="0"/>
      <p:bldP spid="108" grpId="1"/>
      <p:bldP spid="109" grpId="0" animBg="1"/>
      <p:bldP spid="109" grpId="1" animBg="1"/>
      <p:bldP spid="110" grpId="0" animBg="1"/>
      <p:bldP spid="110" grpId="1" animBg="1"/>
      <p:bldP spid="111" grpId="0"/>
      <p:bldP spid="111" grpId="1"/>
      <p:bldP spid="113" grpId="0"/>
      <p:bldP spid="113" grpId="1"/>
      <p:bldP spid="114" grpId="0"/>
      <p:bldP spid="114" grpId="1"/>
      <p:bldP spid="115" grpId="0" animBg="1"/>
      <p:bldP spid="115" grpId="1" animBg="1"/>
      <p:bldP spid="116" grpId="0" animBg="1"/>
      <p:bldP spid="116" grpId="1" animBg="1"/>
      <p:bldP spid="117" grpId="0"/>
      <p:bldP spid="117" grpId="1"/>
      <p:bldP spid="119" grpId="0"/>
      <p:bldP spid="119" grpId="1"/>
      <p:bldP spid="120" grpId="0"/>
      <p:bldP spid="120" grpId="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¿Por qué el plano?</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lano:a5bbd30700"/>
          <p:cNvSpPr/>
          <p:nvPr/>
        </p:nvSpPr>
        <p:spPr>
          <a:xfrm>
            <a:off x="3622675" y="1616075"/>
            <a:ext cx="2533650" cy="4375150"/>
          </a:xfrm>
          <a:prstGeom prst="roundRect">
            <a:avLst>
              <a:gd name="adj" fmla="val 288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lano:40e6e6d2ff"/>
          <p:cNvSpPr txBox="1"/>
          <p:nvPr/>
        </p:nvSpPr>
        <p:spPr>
          <a:xfrm>
            <a:off x="3600450" y="1742255"/>
            <a:ext cx="2578100" cy="310070"/>
          </a:xfrm>
          <a:prstGeom prst="rect">
            <a:avLst/>
          </a:prstGeom>
          <a:noFill/>
        </p:spPr>
        <p:txBody>
          <a:bodyPr wrap="square" lIns="0" rIns="0" tIns="0" bIns="0" anchor="t"/>
          <a:lstStyle/>
          <a:p>
            <a:pPr algn="ctr">
              <a:lnSpc>
                <a:spcPts val="2442"/>
              </a:lnSpc>
              <a:spcBef>
                <a:spcPts val="0"/>
              </a:spcBef>
              <a:spcAft>
                <a:spcPts val="0"/>
              </a:spcAft>
            </a:pPr>
            <a:r>
              <a:rPr sz="2000" b="1" i="0">
                <a:solidFill>
                  <a:srgbClr val="1F2937"/>
                </a:solidFill>
                <a:latin typeface="Calibri"/>
              </a:rPr>
              <a:t>Barra</a:t>
            </a:r>
            <a:r>
              <a:rPr sz="2000" b="0" i="0">
                <a:solidFill>
                  <a:srgbClr val="3F4A5A"/>
                </a:solidFill>
                <a:latin typeface="Calibri"/>
              </a:rPr>
              <a:t> · 1D</a:t>
            </a:r>
          </a:p>
        </p:txBody>
      </p:sp>
      <p:sp>
        <p:nvSpPr>
          <p:cNvPr id="13" name="!!plano:c2c32a7d3f"/>
          <p:cNvSpPr txBox="1"/>
          <p:nvPr/>
        </p:nvSpPr>
        <p:spPr>
          <a:xfrm>
            <a:off x="3600450" y="2095755"/>
            <a:ext cx="2578100" cy="193802"/>
          </a:xfrm>
          <a:prstGeom prst="rect">
            <a:avLst/>
          </a:prstGeom>
          <a:noFill/>
        </p:spPr>
        <p:txBody>
          <a:bodyPr wrap="square" lIns="0" rIns="0" tIns="0" bIns="0" anchor="t"/>
          <a:lstStyle/>
          <a:p>
            <a:pPr algn="ctr">
              <a:lnSpc>
                <a:spcPts val="1526"/>
              </a:lnSpc>
              <a:spcBef>
                <a:spcPts val="0"/>
              </a:spcBef>
              <a:spcAft>
                <a:spcPts val="0"/>
              </a:spcAft>
            </a:pPr>
            <a:r>
              <a:rPr sz="1250" b="0" i="0">
                <a:solidFill>
                  <a:srgbClr val="5B6575"/>
                </a:solidFill>
                <a:latin typeface="Calibri"/>
              </a:rPr>
              <a:t>punto de partida habitual</a:t>
            </a:r>
          </a:p>
        </p:txBody>
      </p:sp>
      <p:sp>
        <p:nvSpPr>
          <p:cNvPr id="14" name="!!plano:a978b548cd"/>
          <p:cNvSpPr/>
          <p:nvPr/>
        </p:nvSpPr>
        <p:spPr>
          <a:xfrm>
            <a:off x="6327775" y="1622425"/>
            <a:ext cx="2520950" cy="4362450"/>
          </a:xfrm>
          <a:prstGeom prst="roundRect">
            <a:avLst>
              <a:gd name="adj" fmla="val 2644"/>
            </a:avLst>
          </a:prstGeom>
          <a:solidFill>
            <a:srgbClr val="FDF1E2"/>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lano:bbb4f71a9b"/>
          <p:cNvSpPr txBox="1"/>
          <p:nvPr/>
        </p:nvSpPr>
        <p:spPr>
          <a:xfrm>
            <a:off x="6311900" y="1754955"/>
            <a:ext cx="2552700" cy="310070"/>
          </a:xfrm>
          <a:prstGeom prst="rect">
            <a:avLst/>
          </a:prstGeom>
          <a:noFill/>
        </p:spPr>
        <p:txBody>
          <a:bodyPr wrap="square" lIns="0" rIns="0" tIns="0" bIns="0" anchor="t"/>
          <a:lstStyle/>
          <a:p>
            <a:pPr algn="ctr">
              <a:lnSpc>
                <a:spcPts val="2442"/>
              </a:lnSpc>
              <a:spcBef>
                <a:spcPts val="0"/>
              </a:spcBef>
              <a:spcAft>
                <a:spcPts val="0"/>
              </a:spcAft>
            </a:pPr>
            <a:r>
              <a:rPr sz="2000" b="1" i="0">
                <a:solidFill>
                  <a:srgbClr val="1F2937"/>
                </a:solidFill>
                <a:latin typeface="Calibri"/>
              </a:rPr>
              <a:t>Plano</a:t>
            </a:r>
            <a:r>
              <a:rPr sz="2000" b="0" i="0">
                <a:solidFill>
                  <a:srgbClr val="3F4A5A"/>
                </a:solidFill>
                <a:latin typeface="Calibri"/>
              </a:rPr>
              <a:t> · 2D</a:t>
            </a:r>
          </a:p>
        </p:txBody>
      </p:sp>
      <p:sp>
        <p:nvSpPr>
          <p:cNvPr id="16" name="!!plano:35f0dafd12"/>
          <p:cNvSpPr/>
          <p:nvPr/>
        </p:nvSpPr>
        <p:spPr>
          <a:xfrm>
            <a:off x="7219760" y="2101850"/>
            <a:ext cx="736918" cy="24765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ano:bdfa7fb822"/>
          <p:cNvSpPr txBox="1"/>
          <p:nvPr/>
        </p:nvSpPr>
        <p:spPr>
          <a:xfrm>
            <a:off x="7295960" y="2137524"/>
            <a:ext cx="584518" cy="186055"/>
          </a:xfrm>
          <a:prstGeom prst="rect">
            <a:avLst/>
          </a:prstGeom>
          <a:noFill/>
        </p:spPr>
        <p:txBody>
          <a:bodyPr wrap="square" lIns="0" rIns="0" tIns="0" bIns="0" anchor="t"/>
          <a:lstStyle/>
          <a:p>
            <a:pPr algn="ctr">
              <a:lnSpc>
                <a:spcPts val="1465"/>
              </a:lnSpc>
              <a:spcBef>
                <a:spcPts val="0"/>
              </a:spcBef>
              <a:spcAft>
                <a:spcPts val="0"/>
              </a:spcAft>
            </a:pPr>
            <a:r>
              <a:rPr sz="1200" b="1" i="0" spc="24">
                <a:solidFill>
                  <a:srgbClr val="FFFFFF"/>
                </a:solidFill>
                <a:latin typeface="Calibri"/>
              </a:rPr>
              <a:t>EduFEM</a:t>
            </a:r>
          </a:p>
        </p:txBody>
      </p:sp>
      <p:sp>
        <p:nvSpPr>
          <p:cNvPr id="18" name="!!plano:9a7110c67a"/>
          <p:cNvSpPr/>
          <p:nvPr/>
        </p:nvSpPr>
        <p:spPr>
          <a:xfrm>
            <a:off x="9020175" y="1616075"/>
            <a:ext cx="2533650" cy="4375150"/>
          </a:xfrm>
          <a:prstGeom prst="roundRect">
            <a:avLst>
              <a:gd name="adj" fmla="val 288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lano:dda32abbba"/>
          <p:cNvSpPr txBox="1"/>
          <p:nvPr/>
        </p:nvSpPr>
        <p:spPr>
          <a:xfrm>
            <a:off x="8997950" y="1742255"/>
            <a:ext cx="2578100" cy="310070"/>
          </a:xfrm>
          <a:prstGeom prst="rect">
            <a:avLst/>
          </a:prstGeom>
          <a:noFill/>
        </p:spPr>
        <p:txBody>
          <a:bodyPr wrap="square" lIns="0" rIns="0" tIns="0" bIns="0" anchor="t"/>
          <a:lstStyle/>
          <a:p>
            <a:pPr algn="ctr">
              <a:lnSpc>
                <a:spcPts val="2442"/>
              </a:lnSpc>
              <a:spcBef>
                <a:spcPts val="0"/>
              </a:spcBef>
              <a:spcAft>
                <a:spcPts val="0"/>
              </a:spcAft>
            </a:pPr>
            <a:r>
              <a:rPr sz="2000" b="1" i="0">
                <a:solidFill>
                  <a:srgbClr val="1F2937"/>
                </a:solidFill>
                <a:latin typeface="Calibri"/>
              </a:rPr>
              <a:t>Sólido</a:t>
            </a:r>
            <a:r>
              <a:rPr sz="2000" b="0" i="0">
                <a:solidFill>
                  <a:srgbClr val="3F4A5A"/>
                </a:solidFill>
                <a:latin typeface="Calibri"/>
              </a:rPr>
              <a:t> · 3D</a:t>
            </a:r>
          </a:p>
        </p:txBody>
      </p:sp>
      <p:sp>
        <p:nvSpPr>
          <p:cNvPr id="20" name="!!plano:317f16df8d"/>
          <p:cNvSpPr txBox="1"/>
          <p:nvPr/>
        </p:nvSpPr>
        <p:spPr>
          <a:xfrm>
            <a:off x="8997950" y="2095755"/>
            <a:ext cx="2578100" cy="193802"/>
          </a:xfrm>
          <a:prstGeom prst="rect">
            <a:avLst/>
          </a:prstGeom>
          <a:noFill/>
        </p:spPr>
        <p:txBody>
          <a:bodyPr wrap="square" lIns="0" rIns="0" tIns="0" bIns="0" anchor="t"/>
          <a:lstStyle/>
          <a:p>
            <a:pPr algn="ctr">
              <a:lnSpc>
                <a:spcPts val="1526"/>
              </a:lnSpc>
              <a:spcBef>
                <a:spcPts val="0"/>
              </a:spcBef>
              <a:spcAft>
                <a:spcPts val="0"/>
              </a:spcAft>
            </a:pPr>
            <a:r>
              <a:rPr sz="1250" b="0" i="0">
                <a:solidFill>
                  <a:srgbClr val="5B6575"/>
                </a:solidFill>
                <a:latin typeface="Calibri"/>
              </a:rPr>
              <a:t>hexaedro de ocho nodos</a:t>
            </a:r>
          </a:p>
        </p:txBody>
      </p:sp>
      <p:sp>
        <p:nvSpPr>
          <p:cNvPr id="21"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e-izq"/>
          <p:cNvSpPr txBox="1"/>
          <p:nvPr/>
        </p:nvSpPr>
        <p:spPr>
          <a:xfrm>
            <a:off x="565150" y="6535420"/>
            <a:ext cx="452856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4" name="!!pie-cen"/>
          <p:cNvSpPr txBox="1"/>
          <p:nvPr/>
        </p:nvSpPr>
        <p:spPr>
          <a:xfrm>
            <a:off x="4979480" y="6535420"/>
            <a:ext cx="2233041"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Alcance y limitaciones</a:t>
            </a:r>
          </a:p>
        </p:txBody>
      </p:sp>
      <p:sp>
        <p:nvSpPr>
          <p:cNvPr id="25" name="!!pie-der"/>
          <p:cNvSpPr txBox="1"/>
          <p:nvPr/>
        </p:nvSpPr>
        <p:spPr>
          <a:xfrm>
            <a:off x="7098284" y="6535420"/>
            <a:ext cx="452856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6</a:t>
            </a:r>
          </a:p>
        </p:txBody>
      </p:sp>
      <p:pic>
        <p:nvPicPr>
          <p:cNvPr id="26" name="!!plano:c6a317c767" descr="2ae89238946684a2.png"/>
          <p:cNvPicPr>
            <a:picLocks noChangeAspect="1"/>
          </p:cNvPicPr>
          <p:nvPr/>
        </p:nvPicPr>
        <p:blipFill>
          <a:blip r:embed="rId2"/>
          <a:stretch>
            <a:fillRect/>
          </a:stretch>
        </p:blipFill>
        <p:spPr>
          <a:xfrm>
            <a:off x="635000" y="1358900"/>
            <a:ext cx="10922000" cy="4902200"/>
          </a:xfrm>
          <a:prstGeom prst="rect">
            <a:avLst/>
          </a:prstGeom>
        </p:spPr>
      </p:pic>
      <p:pic>
        <p:nvPicPr>
          <p:cNvPr id="27" name="!!plano:f0a9b90435" descr="d444c04574d40ed5.png"/>
          <p:cNvPicPr>
            <a:picLocks noChangeAspect="1"/>
          </p:cNvPicPr>
          <p:nvPr/>
        </p:nvPicPr>
        <p:blipFill>
          <a:blip r:embed="rId3"/>
          <a:stretch>
            <a:fillRect/>
          </a:stretch>
        </p:blipFill>
        <p:spPr>
          <a:xfrm>
            <a:off x="635000" y="1358900"/>
            <a:ext cx="10922000" cy="4902200"/>
          </a:xfrm>
          <a:prstGeom prst="rect">
            <a:avLst/>
          </a:prstGeom>
        </p:spPr>
      </p:pic>
      <p:pic>
        <p:nvPicPr>
          <p:cNvPr id="28" name="!!plano:f5bf7f6151" descr="7e53a323968c2b23.png"/>
          <p:cNvPicPr>
            <a:picLocks noChangeAspect="1"/>
          </p:cNvPicPr>
          <p:nvPr/>
        </p:nvPicPr>
        <p:blipFill>
          <a:blip r:embed="rId4"/>
          <a:stretch>
            <a:fillRect/>
          </a:stretch>
        </p:blipFill>
        <p:spPr>
          <a:xfrm>
            <a:off x="635000" y="1358900"/>
            <a:ext cx="10922000" cy="4902200"/>
          </a:xfrm>
          <a:prstGeom prst="rect">
            <a:avLst/>
          </a:prstGeom>
        </p:spPr>
      </p:pic>
      <p:sp>
        <p:nvSpPr>
          <p:cNvPr id="29" name="!!plano:8544e421e5"/>
          <p:cNvSpPr txBox="1"/>
          <p:nvPr/>
        </p:nvSpPr>
        <p:spPr>
          <a:xfrm>
            <a:off x="1193800" y="1428918"/>
            <a:ext cx="1863026" cy="294576"/>
          </a:xfrm>
          <a:prstGeom prst="rect">
            <a:avLst/>
          </a:prstGeom>
          <a:noFill/>
        </p:spPr>
        <p:txBody>
          <a:bodyPr wrap="square" lIns="0" rIns="0" tIns="0" bIns="0" anchor="t"/>
          <a:lstStyle/>
          <a:p>
            <a:pPr algn="l">
              <a:lnSpc>
                <a:spcPts val="2320"/>
              </a:lnSpc>
              <a:spcBef>
                <a:spcPts val="0"/>
              </a:spcBef>
              <a:spcAft>
                <a:spcPts val="0"/>
              </a:spcAft>
            </a:pPr>
            <a:r>
              <a:rPr sz="1900" b="1" i="0">
                <a:solidFill>
                  <a:srgbClr val="1F2937"/>
                </a:solidFill>
                <a:latin typeface="Calibri"/>
              </a:rPr>
              <a:t>Plano</a:t>
            </a:r>
            <a:r>
              <a:rPr sz="1900" b="0" i="0">
                <a:solidFill>
                  <a:srgbClr val="3F4A5A"/>
                </a:solidFill>
                <a:latin typeface="Calibri"/>
              </a:rPr>
              <a:t> · Q4</a:t>
            </a:r>
          </a:p>
        </p:txBody>
      </p:sp>
      <p:sp>
        <p:nvSpPr>
          <p:cNvPr id="30" name="!!plano:5c6c0c5bba"/>
          <p:cNvSpPr/>
          <p:nvPr/>
        </p:nvSpPr>
        <p:spPr>
          <a:xfrm>
            <a:off x="2269109" y="1471104"/>
            <a:ext cx="736918" cy="24765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lano:1087dba06a"/>
          <p:cNvSpPr txBox="1"/>
          <p:nvPr/>
        </p:nvSpPr>
        <p:spPr>
          <a:xfrm>
            <a:off x="2370709" y="1506779"/>
            <a:ext cx="584518" cy="186055"/>
          </a:xfrm>
          <a:prstGeom prst="rect">
            <a:avLst/>
          </a:prstGeom>
          <a:noFill/>
        </p:spPr>
        <p:txBody>
          <a:bodyPr wrap="square" lIns="0" rIns="0" tIns="0" bIns="0" anchor="t"/>
          <a:lstStyle/>
          <a:p>
            <a:pPr algn="l">
              <a:lnSpc>
                <a:spcPts val="1465"/>
              </a:lnSpc>
              <a:spcBef>
                <a:spcPts val="0"/>
              </a:spcBef>
              <a:spcAft>
                <a:spcPts val="0"/>
              </a:spcAft>
            </a:pPr>
            <a:r>
              <a:rPr sz="1200" b="1" i="0" spc="24">
                <a:solidFill>
                  <a:srgbClr val="FFFFFF"/>
                </a:solidFill>
                <a:latin typeface="Calibri"/>
              </a:rPr>
              <a:t>EduFEM</a:t>
            </a:r>
          </a:p>
        </p:txBody>
      </p:sp>
      <p:sp>
        <p:nvSpPr>
          <p:cNvPr id="32" name="!!plano:2a79a8cefe"/>
          <p:cNvSpPr txBox="1"/>
          <p:nvPr/>
        </p:nvSpPr>
        <p:spPr>
          <a:xfrm>
            <a:off x="5016500" y="1428918"/>
            <a:ext cx="4158043" cy="294576"/>
          </a:xfrm>
          <a:prstGeom prst="rect">
            <a:avLst/>
          </a:prstGeom>
          <a:noFill/>
        </p:spPr>
        <p:txBody>
          <a:bodyPr wrap="square" lIns="0" rIns="0" tIns="0" bIns="0" anchor="t"/>
          <a:lstStyle/>
          <a:p>
            <a:pPr algn="l">
              <a:lnSpc>
                <a:spcPts val="2320"/>
              </a:lnSpc>
              <a:spcBef>
                <a:spcPts val="0"/>
              </a:spcBef>
              <a:spcAft>
                <a:spcPts val="0"/>
              </a:spcAft>
            </a:pPr>
            <a:r>
              <a:rPr sz="1900" b="1" i="0">
                <a:solidFill>
                  <a:srgbClr val="1F2937"/>
                </a:solidFill>
                <a:latin typeface="Calibri"/>
              </a:rPr>
              <a:t>Sólido</a:t>
            </a:r>
            <a:r>
              <a:rPr sz="1900" b="0" i="0">
                <a:solidFill>
                  <a:srgbClr val="3F4A5A"/>
                </a:solidFill>
                <a:latin typeface="Calibri"/>
              </a:rPr>
              <a:t> · hexaedro de ocho nodos</a:t>
            </a:r>
            <a:r>
              <a:rPr sz="1520" b="1" i="0">
                <a:solidFill>
                  <a:srgbClr val="5B6575"/>
                </a:solidFill>
                <a:latin typeface="Calibri"/>
              </a:rPr>
              <a:t> [2, p. 218]</a:t>
            </a:r>
          </a:p>
        </p:txBody>
      </p:sp>
      <p:sp>
        <p:nvSpPr>
          <p:cNvPr id="33" name="!!plano:c8c76daa2c"/>
          <p:cNvSpPr txBox="1"/>
          <p:nvPr/>
        </p:nvSpPr>
        <p:spPr>
          <a:xfrm>
            <a:off x="635000" y="1938204"/>
            <a:ext cx="592646" cy="224790"/>
          </a:xfrm>
          <a:prstGeom prst="rect">
            <a:avLst/>
          </a:prstGeom>
          <a:noFill/>
        </p:spPr>
        <p:txBody>
          <a:bodyPr wrap="square" lIns="0" rIns="0" tIns="0" bIns="0" anchor="t"/>
          <a:lstStyle/>
          <a:p>
            <a:pPr algn="l">
              <a:lnSpc>
                <a:spcPts val="1770"/>
              </a:lnSpc>
              <a:spcBef>
                <a:spcPts val="0"/>
              </a:spcBef>
              <a:spcAft>
                <a:spcPts val="0"/>
              </a:spcAft>
            </a:pPr>
            <a:r>
              <a:rPr sz="1600" b="1" i="0">
                <a:solidFill>
                  <a:srgbClr val="1F2937"/>
                </a:solidFill>
                <a:latin typeface="Cambria"/>
              </a:rPr>
              <a:t>D</a:t>
            </a:r>
            <a:r>
              <a:rPr sz="1450" b="1" i="0">
                <a:solidFill>
                  <a:srgbClr val="1F2937"/>
                </a:solidFill>
                <a:latin typeface="Calibri"/>
              </a:rPr>
              <a:t> 3 × 3</a:t>
            </a:r>
          </a:p>
        </p:txBody>
      </p:sp>
      <p:sp>
        <p:nvSpPr>
          <p:cNvPr id="34" name="!!plano:513dae66c2"/>
          <p:cNvSpPr txBox="1"/>
          <p:nvPr/>
        </p:nvSpPr>
        <p:spPr>
          <a:xfrm>
            <a:off x="1460500" y="1938204"/>
            <a:ext cx="582422" cy="224790"/>
          </a:xfrm>
          <a:prstGeom prst="rect">
            <a:avLst/>
          </a:prstGeom>
          <a:noFill/>
        </p:spPr>
        <p:txBody>
          <a:bodyPr wrap="square" lIns="0" rIns="0" tIns="0" bIns="0" anchor="t"/>
          <a:lstStyle/>
          <a:p>
            <a:pPr algn="l">
              <a:lnSpc>
                <a:spcPts val="1770"/>
              </a:lnSpc>
              <a:spcBef>
                <a:spcPts val="0"/>
              </a:spcBef>
              <a:spcAft>
                <a:spcPts val="0"/>
              </a:spcAft>
            </a:pPr>
            <a:r>
              <a:rPr sz="1600" b="1" i="0">
                <a:solidFill>
                  <a:srgbClr val="1F2937"/>
                </a:solidFill>
                <a:latin typeface="Cambria"/>
              </a:rPr>
              <a:t>B</a:t>
            </a:r>
            <a:r>
              <a:rPr sz="1450" b="1" i="0">
                <a:solidFill>
                  <a:srgbClr val="1F2937"/>
                </a:solidFill>
                <a:latin typeface="Calibri"/>
              </a:rPr>
              <a:t> 3 × 8</a:t>
            </a:r>
          </a:p>
        </p:txBody>
      </p:sp>
      <p:sp>
        <p:nvSpPr>
          <p:cNvPr id="35" name="!!plano:570899148e"/>
          <p:cNvSpPr txBox="1"/>
          <p:nvPr/>
        </p:nvSpPr>
        <p:spPr>
          <a:xfrm>
            <a:off x="2603500" y="1938204"/>
            <a:ext cx="650748" cy="224790"/>
          </a:xfrm>
          <a:prstGeom prst="rect">
            <a:avLst/>
          </a:prstGeom>
          <a:noFill/>
        </p:spPr>
        <p:txBody>
          <a:bodyPr wrap="square" lIns="0" rIns="0" tIns="0" bIns="0" anchor="t"/>
          <a:lstStyle/>
          <a:p>
            <a:pPr algn="l">
              <a:lnSpc>
                <a:spcPts val="1770"/>
              </a:lnSpc>
              <a:spcBef>
                <a:spcPts val="0"/>
              </a:spcBef>
              <a:spcAft>
                <a:spcPts val="0"/>
              </a:spcAft>
            </a:pPr>
            <a:r>
              <a:rPr sz="1600" b="1" i="0">
                <a:solidFill>
                  <a:srgbClr val="1F2937"/>
                </a:solidFill>
                <a:latin typeface="Cambria"/>
              </a:rPr>
              <a:t>k</a:t>
            </a:r>
            <a:r>
              <a:rPr sz="1600" b="1" i="0" baseline="-25000">
                <a:solidFill>
                  <a:srgbClr val="1F2937"/>
                </a:solidFill>
                <a:latin typeface="Cambria"/>
              </a:rPr>
              <a:t>e</a:t>
            </a:r>
            <a:r>
              <a:rPr sz="1450" b="1" i="0">
                <a:solidFill>
                  <a:srgbClr val="1F2937"/>
                </a:solidFill>
                <a:latin typeface="Calibri"/>
              </a:rPr>
              <a:t> 8 × 8</a:t>
            </a:r>
          </a:p>
        </p:txBody>
      </p:sp>
      <p:sp>
        <p:nvSpPr>
          <p:cNvPr id="36" name="!!plano:b1ad4b8d91"/>
          <p:cNvSpPr txBox="1"/>
          <p:nvPr/>
        </p:nvSpPr>
        <p:spPr>
          <a:xfrm>
            <a:off x="4445000" y="1938204"/>
            <a:ext cx="592646" cy="224790"/>
          </a:xfrm>
          <a:prstGeom prst="rect">
            <a:avLst/>
          </a:prstGeom>
          <a:noFill/>
        </p:spPr>
        <p:txBody>
          <a:bodyPr wrap="square" lIns="0" rIns="0" tIns="0" bIns="0" anchor="t"/>
          <a:lstStyle/>
          <a:p>
            <a:pPr algn="l">
              <a:lnSpc>
                <a:spcPts val="1770"/>
              </a:lnSpc>
              <a:spcBef>
                <a:spcPts val="0"/>
              </a:spcBef>
              <a:spcAft>
                <a:spcPts val="0"/>
              </a:spcAft>
            </a:pPr>
            <a:r>
              <a:rPr sz="1600" b="1" i="0">
                <a:solidFill>
                  <a:srgbClr val="1F2937"/>
                </a:solidFill>
                <a:latin typeface="Cambria"/>
              </a:rPr>
              <a:t>D</a:t>
            </a:r>
            <a:r>
              <a:rPr sz="1450" b="1" i="0">
                <a:solidFill>
                  <a:srgbClr val="1F2937"/>
                </a:solidFill>
                <a:latin typeface="Calibri"/>
              </a:rPr>
              <a:t> 6 × 6</a:t>
            </a:r>
          </a:p>
        </p:txBody>
      </p:sp>
      <p:sp>
        <p:nvSpPr>
          <p:cNvPr id="37" name="!!plano:c0fc4030e8"/>
          <p:cNvSpPr txBox="1"/>
          <p:nvPr/>
        </p:nvSpPr>
        <p:spPr>
          <a:xfrm>
            <a:off x="5270500" y="1938204"/>
            <a:ext cx="675767" cy="224790"/>
          </a:xfrm>
          <a:prstGeom prst="rect">
            <a:avLst/>
          </a:prstGeom>
          <a:noFill/>
        </p:spPr>
        <p:txBody>
          <a:bodyPr wrap="square" lIns="0" rIns="0" tIns="0" bIns="0" anchor="t"/>
          <a:lstStyle/>
          <a:p>
            <a:pPr algn="l">
              <a:lnSpc>
                <a:spcPts val="1770"/>
              </a:lnSpc>
              <a:spcBef>
                <a:spcPts val="0"/>
              </a:spcBef>
              <a:spcAft>
                <a:spcPts val="0"/>
              </a:spcAft>
            </a:pPr>
            <a:r>
              <a:rPr sz="1600" b="1" i="0">
                <a:solidFill>
                  <a:srgbClr val="1F2937"/>
                </a:solidFill>
                <a:latin typeface="Cambria"/>
              </a:rPr>
              <a:t>B</a:t>
            </a:r>
            <a:r>
              <a:rPr sz="1450" b="1" i="0">
                <a:solidFill>
                  <a:srgbClr val="1F2937"/>
                </a:solidFill>
                <a:latin typeface="Calibri"/>
              </a:rPr>
              <a:t> 6 × 24</a:t>
            </a:r>
          </a:p>
        </p:txBody>
      </p:sp>
      <p:sp>
        <p:nvSpPr>
          <p:cNvPr id="38" name="!!plano:4bfe4c9ffd"/>
          <p:cNvSpPr txBox="1"/>
          <p:nvPr/>
        </p:nvSpPr>
        <p:spPr>
          <a:xfrm>
            <a:off x="8331200" y="1938204"/>
            <a:ext cx="837501" cy="224790"/>
          </a:xfrm>
          <a:prstGeom prst="rect">
            <a:avLst/>
          </a:prstGeom>
          <a:noFill/>
        </p:spPr>
        <p:txBody>
          <a:bodyPr wrap="square" lIns="0" rIns="0" tIns="0" bIns="0" anchor="t"/>
          <a:lstStyle/>
          <a:p>
            <a:pPr algn="l">
              <a:lnSpc>
                <a:spcPts val="1770"/>
              </a:lnSpc>
              <a:spcBef>
                <a:spcPts val="0"/>
              </a:spcBef>
              <a:spcAft>
                <a:spcPts val="0"/>
              </a:spcAft>
            </a:pPr>
            <a:r>
              <a:rPr sz="1600" b="1" i="0">
                <a:solidFill>
                  <a:srgbClr val="1F2937"/>
                </a:solidFill>
                <a:latin typeface="Cambria"/>
              </a:rPr>
              <a:t>k</a:t>
            </a:r>
            <a:r>
              <a:rPr sz="1600" b="1" i="0" baseline="-25000">
                <a:solidFill>
                  <a:srgbClr val="1F2937"/>
                </a:solidFill>
                <a:latin typeface="Cambria"/>
              </a:rPr>
              <a:t>e</a:t>
            </a:r>
            <a:r>
              <a:rPr sz="1450" b="1" i="0">
                <a:solidFill>
                  <a:srgbClr val="1F2937"/>
                </a:solidFill>
                <a:latin typeface="Calibri"/>
              </a:rPr>
              <a:t> 24 × 24</a:t>
            </a:r>
          </a:p>
        </p:txBody>
      </p:sp>
      <p:sp>
        <p:nvSpPr>
          <p:cNvPr id="39" name="!!plano:54bb1e0257"/>
          <p:cNvSpPr/>
          <p:nvPr/>
        </p:nvSpPr>
        <p:spPr>
          <a:xfrm>
            <a:off x="8388350" y="2863850"/>
            <a:ext cx="414147" cy="209550"/>
          </a:xfrm>
          <a:prstGeom prst="roundRect">
            <a:avLst>
              <a:gd name="adj" fmla="val 21212"/>
            </a:avLst>
          </a:prstGeom>
          <a:solidFill>
            <a:srgbClr val="FFFFFF"/>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lano:734f911542"/>
          <p:cNvSpPr txBox="1"/>
          <p:nvPr/>
        </p:nvSpPr>
        <p:spPr>
          <a:xfrm>
            <a:off x="8458200" y="2887812"/>
            <a:ext cx="325247"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E8741A"/>
                </a:solidFill>
                <a:latin typeface="Calibri"/>
              </a:rPr>
              <a:t>8 × 8</a:t>
            </a:r>
          </a:p>
        </p:txBody>
      </p:sp>
      <p:sp>
        <p:nvSpPr>
          <p:cNvPr id="41" name="!!plano:800b32c79d"/>
          <p:cNvSpPr txBox="1"/>
          <p:nvPr/>
        </p:nvSpPr>
        <p:spPr>
          <a:xfrm>
            <a:off x="1016000" y="3380772"/>
            <a:ext cx="2979420" cy="492125"/>
          </a:xfrm>
          <a:prstGeom prst="rect">
            <a:avLst/>
          </a:prstGeom>
          <a:noFill/>
        </p:spPr>
        <p:txBody>
          <a:bodyPr wrap="square" lIns="0" rIns="0" tIns="0" bIns="0" anchor="t"/>
          <a:lstStyle/>
          <a:p>
            <a:pPr algn="l">
              <a:lnSpc>
                <a:spcPts val="1938"/>
              </a:lnSpc>
              <a:spcBef>
                <a:spcPts val="0"/>
              </a:spcBef>
              <a:spcAft>
                <a:spcPts val="0"/>
              </a:spcAft>
            </a:pPr>
            <a:r>
              <a:rPr sz="1550" b="1" i="0">
                <a:solidFill>
                  <a:srgbClr val="2E8B57"/>
                </a:solidFill>
                <a:latin typeface="Calibri"/>
              </a:rPr>
              <a:t>Matrices de tamaño legible: cada</a:t>
            </a:r>
            <a:br/>
            <a:r>
              <a:rPr sz="1550" b="1" i="0">
                <a:solidFill>
                  <a:srgbClr val="2E8B57"/>
                </a:solidFill>
                <a:latin typeface="Calibri"/>
              </a:rPr>
              <a:t>operación puede exhibirse</a:t>
            </a:r>
          </a:p>
        </p:txBody>
      </p:sp>
      <p:sp>
        <p:nvSpPr>
          <p:cNvPr id="42" name="!!plano:35f534a02a"/>
          <p:cNvSpPr/>
          <p:nvPr/>
        </p:nvSpPr>
        <p:spPr>
          <a:xfrm>
            <a:off x="635000" y="3378200"/>
            <a:ext cx="279400" cy="2794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lano:27bf849f17"/>
          <p:cNvSpPr txBox="1"/>
          <p:nvPr/>
        </p:nvSpPr>
        <p:spPr>
          <a:xfrm>
            <a:off x="609600" y="3446748"/>
            <a:ext cx="330200" cy="171450"/>
          </a:xfrm>
          <a:prstGeom prst="rect">
            <a:avLst/>
          </a:prstGeom>
          <a:noFill/>
        </p:spPr>
        <p:txBody>
          <a:bodyPr wrap="square" lIns="0" rIns="0" tIns="0" bIns="0" anchor="t"/>
          <a:lstStyle/>
          <a:p>
            <a:pPr algn="ctr">
              <a:lnSpc>
                <a:spcPts val="1350"/>
              </a:lnSpc>
              <a:spcBef>
                <a:spcPts val="0"/>
              </a:spcBef>
              <a:spcAft>
                <a:spcPts val="0"/>
              </a:spcAft>
            </a:pPr>
            <a:r>
              <a:rPr sz="1350" b="1" i="0">
                <a:solidFill>
                  <a:srgbClr val="FFFFFF"/>
                </a:solidFill>
                <a:latin typeface="Calibri"/>
              </a:rPr>
              <a:t>✓</a:t>
            </a:r>
          </a:p>
        </p:txBody>
      </p:sp>
      <p:sp>
        <p:nvSpPr>
          <p:cNvPr id="44" name="!!plano:908d766892"/>
          <p:cNvSpPr txBox="1"/>
          <p:nvPr/>
        </p:nvSpPr>
        <p:spPr>
          <a:xfrm>
            <a:off x="4445000" y="3264535"/>
            <a:ext cx="3497580" cy="539750"/>
          </a:xfrm>
          <a:prstGeom prst="rect">
            <a:avLst/>
          </a:prstGeom>
          <a:noFill/>
        </p:spPr>
        <p:txBody>
          <a:bodyPr wrap="square" lIns="0" rIns="0" tIns="0" bIns="0" anchor="t"/>
          <a:lstStyle/>
          <a:p>
            <a:pPr algn="l">
              <a:lnSpc>
                <a:spcPts val="2125"/>
              </a:lnSpc>
              <a:spcBef>
                <a:spcPts val="0"/>
              </a:spcBef>
              <a:spcAft>
                <a:spcPts val="0"/>
              </a:spcAft>
            </a:pPr>
            <a:r>
              <a:rPr sz="1700" b="1" i="0">
                <a:solidFill>
                  <a:srgbClr val="C0392B"/>
                </a:solidFill>
                <a:latin typeface="Cambria"/>
              </a:rPr>
              <a:t>k</a:t>
            </a:r>
            <a:r>
              <a:rPr sz="1700" b="1" i="0" baseline="-25000">
                <a:solidFill>
                  <a:srgbClr val="C0392B"/>
                </a:solidFill>
                <a:latin typeface="Cambria"/>
              </a:rPr>
              <a:t>e</a:t>
            </a:r>
            <a:r>
              <a:rPr sz="1700" b="1" i="0">
                <a:solidFill>
                  <a:srgbClr val="C0392B"/>
                </a:solidFill>
                <a:latin typeface="Calibri"/>
              </a:rPr>
              <a:t> de 24 × 24: impracticable seguirla</a:t>
            </a:r>
            <a:br/>
            <a:r>
              <a:rPr sz="1700" b="1" i="0">
                <a:solidFill>
                  <a:srgbClr val="C0392B"/>
                </a:solidFill>
                <a:latin typeface="Calibri"/>
              </a:rPr>
              <a:t>paso a paso</a:t>
            </a:r>
          </a:p>
        </p:txBody>
      </p:sp>
      <p:sp>
        <p:nvSpPr>
          <p:cNvPr id="45" name="!!plano:218713009e"/>
          <p:cNvSpPr/>
          <p:nvPr/>
        </p:nvSpPr>
        <p:spPr>
          <a:xfrm>
            <a:off x="635000" y="5194300"/>
            <a:ext cx="3302000" cy="1016000"/>
          </a:xfrm>
          <a:prstGeom prst="roundRect">
            <a:avLst>
              <a:gd name="adj" fmla="val 7500"/>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lano:218713009e·2"/>
          <p:cNvSpPr/>
          <p:nvPr/>
        </p:nvSpPr>
        <p:spPr>
          <a:xfrm>
            <a:off x="635000" y="5194300"/>
            <a:ext cx="330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lano:218713009e·3"/>
          <p:cNvSpPr/>
          <p:nvPr/>
        </p:nvSpPr>
        <p:spPr>
          <a:xfrm>
            <a:off x="3930650" y="5194300"/>
            <a:ext cx="6350" cy="101600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lano:218713009e·4"/>
          <p:cNvSpPr/>
          <p:nvPr/>
        </p:nvSpPr>
        <p:spPr>
          <a:xfrm>
            <a:off x="635000" y="6203950"/>
            <a:ext cx="330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lano:218713009e·5"/>
          <p:cNvSpPr/>
          <p:nvPr/>
        </p:nvSpPr>
        <p:spPr>
          <a:xfrm>
            <a:off x="635000" y="5194300"/>
            <a:ext cx="50800" cy="10160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lano:06a22f7e7f"/>
          <p:cNvSpPr txBox="1"/>
          <p:nvPr/>
        </p:nvSpPr>
        <p:spPr>
          <a:xfrm>
            <a:off x="838200" y="5368093"/>
            <a:ext cx="2998851" cy="226378"/>
          </a:xfrm>
          <a:prstGeom prst="rect">
            <a:avLst/>
          </a:prstGeom>
          <a:noFill/>
        </p:spPr>
        <p:txBody>
          <a:bodyPr wrap="square" lIns="0" rIns="0" tIns="0" bIns="0" anchor="t"/>
          <a:lstStyle/>
          <a:p>
            <a:pPr algn="l">
              <a:lnSpc>
                <a:spcPts val="1782"/>
              </a:lnSpc>
              <a:spcBef>
                <a:spcPts val="0"/>
              </a:spcBef>
              <a:spcAft>
                <a:spcPts val="0"/>
              </a:spcAft>
            </a:pPr>
            <a:r>
              <a:rPr sz="1550" b="1" i="0">
                <a:solidFill>
                  <a:srgbClr val="1F2937"/>
                </a:solidFill>
                <a:latin typeface="Calibri"/>
              </a:rPr>
              <a:t>Plano (2D): la dimensión mínima</a:t>
            </a:r>
          </a:p>
        </p:txBody>
      </p:sp>
      <p:sp>
        <p:nvSpPr>
          <p:cNvPr id="51" name="!!plano:e233392535"/>
          <p:cNvSpPr txBox="1"/>
          <p:nvPr/>
        </p:nvSpPr>
        <p:spPr>
          <a:xfrm>
            <a:off x="838200" y="5630608"/>
            <a:ext cx="2998851" cy="412750"/>
          </a:xfrm>
          <a:prstGeom prst="rect">
            <a:avLst/>
          </a:prstGeom>
          <a:noFill/>
        </p:spPr>
        <p:txBody>
          <a:bodyPr wrap="square" lIns="0" rIns="0" tIns="0" bIns="0" anchor="t"/>
          <a:lstStyle/>
          <a:p>
            <a:pPr algn="l">
              <a:lnSpc>
                <a:spcPts val="1625"/>
              </a:lnSpc>
              <a:spcBef>
                <a:spcPts val="0"/>
              </a:spcBef>
              <a:spcAft>
                <a:spcPts val="0"/>
              </a:spcAft>
            </a:pPr>
            <a:r>
              <a:rPr sz="1300" b="0" i="0">
                <a:solidFill>
                  <a:srgbClr val="3F4A5A"/>
                </a:solidFill>
                <a:latin typeface="Calibri"/>
              </a:rPr>
              <a:t>toda la formulación, con matrices que</a:t>
            </a:r>
            <a:br/>
            <a:r>
              <a:rPr sz="1300" b="0" i="0">
                <a:solidFill>
                  <a:srgbClr val="3F4A5A"/>
                </a:solidFill>
                <a:latin typeface="Calibri"/>
              </a:rPr>
              <a:t>todavía se leen</a:t>
            </a:r>
          </a:p>
        </p:txBody>
      </p:sp>
      <p:sp>
        <p:nvSpPr>
          <p:cNvPr id="52" name="!!plano:19d347a778"/>
          <p:cNvSpPr txBox="1"/>
          <p:nvPr/>
        </p:nvSpPr>
        <p:spPr>
          <a:xfrm>
            <a:off x="3893820" y="5131266"/>
            <a:ext cx="4404360" cy="240284"/>
          </a:xfrm>
          <a:prstGeom prst="rect">
            <a:avLst/>
          </a:prstGeom>
          <a:noFill/>
        </p:spPr>
        <p:txBody>
          <a:bodyPr wrap="square" lIns="0" rIns="0" tIns="0" bIns="0" anchor="t"/>
          <a:lstStyle/>
          <a:p>
            <a:pPr algn="ctr">
              <a:lnSpc>
                <a:spcPts val="1892"/>
              </a:lnSpc>
              <a:spcBef>
                <a:spcPts val="0"/>
              </a:spcBef>
              <a:spcAft>
                <a:spcPts val="0"/>
              </a:spcAft>
            </a:pPr>
            <a:r>
              <a:rPr sz="1550" b="1" i="0">
                <a:solidFill>
                  <a:srgbClr val="E8741A"/>
                </a:solidFill>
                <a:latin typeface="Calibri"/>
              </a:rPr>
              <a:t>La misma formulación en 2D y en 3D</a:t>
            </a:r>
            <a:r>
              <a:rPr sz="1250" b="1" i="0">
                <a:solidFill>
                  <a:srgbClr val="3F4A5A"/>
                </a:solidFill>
                <a:latin typeface="Calibri"/>
              </a:rPr>
              <a:t> [1, 4]</a:t>
            </a:r>
          </a:p>
        </p:txBody>
      </p:sp>
      <p:sp>
        <p:nvSpPr>
          <p:cNvPr id="53" name="!!plano:ff000e10dc"/>
          <p:cNvSpPr txBox="1"/>
          <p:nvPr/>
        </p:nvSpPr>
        <p:spPr>
          <a:xfrm>
            <a:off x="3893820" y="5397755"/>
            <a:ext cx="4404360" cy="193802"/>
          </a:xfrm>
          <a:prstGeom prst="rect">
            <a:avLst/>
          </a:prstGeom>
          <a:noFill/>
        </p:spPr>
        <p:txBody>
          <a:bodyPr wrap="square" lIns="0" rIns="0" tIns="0" bIns="0" anchor="t"/>
          <a:lstStyle/>
          <a:p>
            <a:pPr algn="ctr">
              <a:lnSpc>
                <a:spcPts val="1526"/>
              </a:lnSpc>
              <a:spcBef>
                <a:spcPts val="0"/>
              </a:spcBef>
              <a:spcAft>
                <a:spcPts val="0"/>
              </a:spcAft>
            </a:pPr>
            <a:r>
              <a:rPr sz="1250" b="0" i="0">
                <a:solidFill>
                  <a:srgbClr val="3F4A5A"/>
                </a:solidFill>
                <a:latin typeface="Calibri"/>
              </a:rPr>
              <a:t>mapeo isoparamétrico · cuadratura de Gauss · ensamblaje</a:t>
            </a:r>
          </a:p>
        </p:txBody>
      </p:sp>
      <p:sp>
        <p:nvSpPr>
          <p:cNvPr id="54" name="!!plano:76c0b9646b"/>
          <p:cNvSpPr/>
          <p:nvPr/>
        </p:nvSpPr>
        <p:spPr>
          <a:xfrm>
            <a:off x="8255000" y="5194300"/>
            <a:ext cx="3302000" cy="1016000"/>
          </a:xfrm>
          <a:prstGeom prst="roundRect">
            <a:avLst>
              <a:gd name="adj" fmla="val 7500"/>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lano:76c0b9646b·2"/>
          <p:cNvSpPr/>
          <p:nvPr/>
        </p:nvSpPr>
        <p:spPr>
          <a:xfrm>
            <a:off x="8255000" y="5194300"/>
            <a:ext cx="330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lano:76c0b9646b·3"/>
          <p:cNvSpPr/>
          <p:nvPr/>
        </p:nvSpPr>
        <p:spPr>
          <a:xfrm>
            <a:off x="11506200" y="5194300"/>
            <a:ext cx="50800" cy="1016000"/>
          </a:xfrm>
          <a:prstGeom prst="rect">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lano:76c0b9646b·4"/>
          <p:cNvSpPr/>
          <p:nvPr/>
        </p:nvSpPr>
        <p:spPr>
          <a:xfrm>
            <a:off x="8255000" y="6203950"/>
            <a:ext cx="330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lano:76c0b9646b·5"/>
          <p:cNvSpPr/>
          <p:nvPr/>
        </p:nvSpPr>
        <p:spPr>
          <a:xfrm>
            <a:off x="8255000" y="5194300"/>
            <a:ext cx="6350" cy="101600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lano:0c5653f079"/>
          <p:cNvSpPr txBox="1"/>
          <p:nvPr/>
        </p:nvSpPr>
        <p:spPr>
          <a:xfrm>
            <a:off x="8354949" y="5471281"/>
            <a:ext cx="2998851" cy="226378"/>
          </a:xfrm>
          <a:prstGeom prst="rect">
            <a:avLst/>
          </a:prstGeom>
          <a:noFill/>
        </p:spPr>
        <p:txBody>
          <a:bodyPr wrap="square" lIns="0" rIns="0" tIns="0" bIns="0" anchor="t"/>
          <a:lstStyle/>
          <a:p>
            <a:pPr algn="r">
              <a:lnSpc>
                <a:spcPts val="1782"/>
              </a:lnSpc>
              <a:spcBef>
                <a:spcPts val="0"/>
              </a:spcBef>
              <a:spcAft>
                <a:spcPts val="0"/>
              </a:spcAft>
            </a:pPr>
            <a:r>
              <a:rPr sz="1550" b="1" i="0">
                <a:solidFill>
                  <a:srgbClr val="1F2937"/>
                </a:solidFill>
                <a:latin typeface="Calibri"/>
              </a:rPr>
              <a:t>Sólido (3D)</a:t>
            </a:r>
          </a:p>
        </p:txBody>
      </p:sp>
      <p:sp>
        <p:nvSpPr>
          <p:cNvPr id="60" name="!!plano:d9e18b14c1"/>
          <p:cNvSpPr txBox="1"/>
          <p:nvPr/>
        </p:nvSpPr>
        <p:spPr>
          <a:xfrm>
            <a:off x="8354949" y="5733796"/>
            <a:ext cx="2998851" cy="206375"/>
          </a:xfrm>
          <a:prstGeom prst="rect">
            <a:avLst/>
          </a:prstGeom>
          <a:noFill/>
        </p:spPr>
        <p:txBody>
          <a:bodyPr wrap="square" lIns="0" rIns="0" tIns="0" bIns="0" anchor="t"/>
          <a:lstStyle/>
          <a:p>
            <a:pPr algn="r">
              <a:lnSpc>
                <a:spcPts val="1625"/>
              </a:lnSpc>
              <a:spcBef>
                <a:spcPts val="0"/>
              </a:spcBef>
              <a:spcAft>
                <a:spcPts val="0"/>
              </a:spcAft>
            </a:pPr>
            <a:r>
              <a:rPr sz="1300" b="0" i="0">
                <a:solidFill>
                  <a:srgbClr val="3F4A5A"/>
                </a:solidFill>
                <a:latin typeface="Calibri"/>
              </a:rPr>
              <a:t>línea de continuación del proyecto</a:t>
            </a:r>
          </a:p>
        </p:txBody>
      </p:sp>
      <p:sp>
        <p:nvSpPr>
          <p:cNvPr id="61" name="!!plano:c8d3dd443e"/>
          <p:cNvSpPr txBox="1"/>
          <p:nvPr/>
        </p:nvSpPr>
        <p:spPr>
          <a:xfrm>
            <a:off x="579120" y="4181568"/>
            <a:ext cx="2849880" cy="456692"/>
          </a:xfrm>
          <a:prstGeom prst="rect">
            <a:avLst/>
          </a:prstGeom>
          <a:noFill/>
        </p:spPr>
        <p:txBody>
          <a:bodyPr wrap="square" lIns="0" rIns="0" tIns="0" bIns="0" anchor="t"/>
          <a:lstStyle/>
          <a:p>
            <a:pPr algn="r">
              <a:lnSpc>
                <a:spcPts val="1798"/>
              </a:lnSpc>
              <a:spcBef>
                <a:spcPts val="0"/>
              </a:spcBef>
              <a:spcAft>
                <a:spcPts val="0"/>
              </a:spcAft>
            </a:pPr>
            <a:r>
              <a:rPr sz="1550" b="1" i="0">
                <a:solidFill>
                  <a:srgbClr val="1F2937"/>
                </a:solidFill>
                <a:latin typeface="Calibri"/>
              </a:rPr>
              <a:t>Mapeo de un cuadrado de</a:t>
            </a:r>
            <a:br/>
            <a:r>
              <a:rPr sz="1550" b="1" i="0">
                <a:solidFill>
                  <a:srgbClr val="1F2937"/>
                </a:solidFill>
                <a:latin typeface="Calibri"/>
              </a:rPr>
              <a:t>referencia al elemento</a:t>
            </a:r>
          </a:p>
        </p:txBody>
      </p:sp>
      <p:sp>
        <p:nvSpPr>
          <p:cNvPr id="62" name="!!plano:05ab1f0313"/>
          <p:cNvSpPr txBox="1"/>
          <p:nvPr/>
        </p:nvSpPr>
        <p:spPr>
          <a:xfrm>
            <a:off x="579120" y="4854477"/>
            <a:ext cx="2849880" cy="228346"/>
          </a:xfrm>
          <a:prstGeom prst="rect">
            <a:avLst/>
          </a:prstGeom>
          <a:noFill/>
        </p:spPr>
        <p:txBody>
          <a:bodyPr wrap="square" lIns="0" rIns="0" tIns="0" bIns="0" anchor="t"/>
          <a:lstStyle/>
          <a:p>
            <a:pPr algn="r">
              <a:lnSpc>
                <a:spcPts val="1798"/>
              </a:lnSpc>
              <a:spcBef>
                <a:spcPts val="0"/>
              </a:spcBef>
              <a:spcAft>
                <a:spcPts val="0"/>
              </a:spcAft>
            </a:pPr>
            <a:r>
              <a:rPr sz="1550" b="1" i="0">
                <a:solidFill>
                  <a:srgbClr val="1F2937"/>
                </a:solidFill>
                <a:latin typeface="Calibri"/>
              </a:rPr>
              <a:t>Jacobiano como matriz</a:t>
            </a:r>
          </a:p>
        </p:txBody>
      </p:sp>
      <p:sp>
        <p:nvSpPr>
          <p:cNvPr id="63" name="!!plano:59bc24197e"/>
          <p:cNvSpPr txBox="1"/>
          <p:nvPr/>
        </p:nvSpPr>
        <p:spPr>
          <a:xfrm>
            <a:off x="579120" y="5413277"/>
            <a:ext cx="2849880" cy="228346"/>
          </a:xfrm>
          <a:prstGeom prst="rect">
            <a:avLst/>
          </a:prstGeom>
          <a:noFill/>
        </p:spPr>
        <p:txBody>
          <a:bodyPr wrap="square" lIns="0" rIns="0" tIns="0" bIns="0" anchor="t"/>
          <a:lstStyle/>
          <a:p>
            <a:pPr algn="r">
              <a:lnSpc>
                <a:spcPts val="1798"/>
              </a:lnSpc>
              <a:spcBef>
                <a:spcPts val="0"/>
              </a:spcBef>
              <a:spcAft>
                <a:spcPts val="0"/>
              </a:spcAft>
            </a:pPr>
            <a:r>
              <a:rPr sz="1550" b="1" i="0">
                <a:solidFill>
                  <a:srgbClr val="1F2937"/>
                </a:solidFill>
                <a:latin typeface="Calibri"/>
              </a:rPr>
              <a:t>Cuadratura en dos direcciones</a:t>
            </a:r>
          </a:p>
        </p:txBody>
      </p:sp>
      <p:sp>
        <p:nvSpPr>
          <p:cNvPr id="64" name="!!plano:f1b3fcb041"/>
          <p:cNvSpPr/>
          <p:nvPr/>
        </p:nvSpPr>
        <p:spPr>
          <a:xfrm>
            <a:off x="4721225" y="4238625"/>
            <a:ext cx="336550" cy="336550"/>
          </a:xfrm>
          <a:prstGeom prst="ellipse">
            <a:avLst/>
          </a:prstGeom>
          <a:solidFill>
            <a:srgbClr val="FBE9E7"/>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lano:78a19095ce"/>
          <p:cNvSpPr txBox="1"/>
          <p:nvPr/>
        </p:nvSpPr>
        <p:spPr>
          <a:xfrm>
            <a:off x="4705350" y="4314126"/>
            <a:ext cx="3683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C0392B"/>
                </a:solidFill>
                <a:latin typeface="Calibri"/>
              </a:rPr>
              <a:t>✗</a:t>
            </a:r>
          </a:p>
        </p:txBody>
      </p:sp>
      <p:sp>
        <p:nvSpPr>
          <p:cNvPr id="66" name="!!plano:f51098f84a"/>
          <p:cNvSpPr/>
          <p:nvPr/>
        </p:nvSpPr>
        <p:spPr>
          <a:xfrm>
            <a:off x="4721225" y="4797425"/>
            <a:ext cx="336550" cy="336550"/>
          </a:xfrm>
          <a:prstGeom prst="ellipse">
            <a:avLst/>
          </a:prstGeom>
          <a:solidFill>
            <a:srgbClr val="FBE9E7"/>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lano:2774847f64"/>
          <p:cNvSpPr txBox="1"/>
          <p:nvPr/>
        </p:nvSpPr>
        <p:spPr>
          <a:xfrm>
            <a:off x="4705350" y="4872926"/>
            <a:ext cx="3683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C0392B"/>
                </a:solidFill>
                <a:latin typeface="Calibri"/>
              </a:rPr>
              <a:t>✗</a:t>
            </a:r>
          </a:p>
        </p:txBody>
      </p:sp>
      <p:sp>
        <p:nvSpPr>
          <p:cNvPr id="68" name="!!plano:b80045a8cd"/>
          <p:cNvSpPr/>
          <p:nvPr/>
        </p:nvSpPr>
        <p:spPr>
          <a:xfrm>
            <a:off x="4721225" y="5356225"/>
            <a:ext cx="336550" cy="336550"/>
          </a:xfrm>
          <a:prstGeom prst="ellipse">
            <a:avLst/>
          </a:prstGeom>
          <a:solidFill>
            <a:srgbClr val="FBE9E7"/>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lano:0912f14248"/>
          <p:cNvSpPr txBox="1"/>
          <p:nvPr/>
        </p:nvSpPr>
        <p:spPr>
          <a:xfrm>
            <a:off x="4705350" y="5431726"/>
            <a:ext cx="3683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C0392B"/>
                </a:solidFill>
                <a:latin typeface="Calibri"/>
              </a:rPr>
              <a:t>✗</a:t>
            </a:r>
          </a:p>
        </p:txBody>
      </p:sp>
      <p:sp>
        <p:nvSpPr>
          <p:cNvPr id="70" name="!!plano:123bc3c2ae"/>
          <p:cNvSpPr/>
          <p:nvPr/>
        </p:nvSpPr>
        <p:spPr>
          <a:xfrm>
            <a:off x="7410450" y="422910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lano:e09812d525"/>
          <p:cNvSpPr txBox="1"/>
          <p:nvPr/>
        </p:nvSpPr>
        <p:spPr>
          <a:xfrm>
            <a:off x="7385050" y="4314126"/>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FFFFFF"/>
                </a:solidFill>
                <a:latin typeface="Calibri"/>
              </a:rPr>
              <a:t>✓</a:t>
            </a:r>
          </a:p>
        </p:txBody>
      </p:sp>
      <p:sp>
        <p:nvSpPr>
          <p:cNvPr id="72" name="!!plano:2fe37cd6ac"/>
          <p:cNvSpPr/>
          <p:nvPr/>
        </p:nvSpPr>
        <p:spPr>
          <a:xfrm>
            <a:off x="7410450" y="478790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lano:8d833aa03e"/>
          <p:cNvSpPr txBox="1"/>
          <p:nvPr/>
        </p:nvSpPr>
        <p:spPr>
          <a:xfrm>
            <a:off x="7385050" y="4872926"/>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FFFFFF"/>
                </a:solidFill>
                <a:latin typeface="Calibri"/>
              </a:rPr>
              <a:t>✓</a:t>
            </a:r>
          </a:p>
        </p:txBody>
      </p:sp>
      <p:sp>
        <p:nvSpPr>
          <p:cNvPr id="74" name="!!plano:0a812ab9e7"/>
          <p:cNvSpPr/>
          <p:nvPr/>
        </p:nvSpPr>
        <p:spPr>
          <a:xfrm>
            <a:off x="7410450" y="534670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lano:738522d02c"/>
          <p:cNvSpPr txBox="1"/>
          <p:nvPr/>
        </p:nvSpPr>
        <p:spPr>
          <a:xfrm>
            <a:off x="7385050" y="5431726"/>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FFFFFF"/>
                </a:solidFill>
                <a:latin typeface="Calibri"/>
              </a:rPr>
              <a:t>✓</a:t>
            </a:r>
          </a:p>
        </p:txBody>
      </p:sp>
      <p:sp>
        <p:nvSpPr>
          <p:cNvPr id="76" name="!!plano:55ec594e03"/>
          <p:cNvSpPr/>
          <p:nvPr/>
        </p:nvSpPr>
        <p:spPr>
          <a:xfrm>
            <a:off x="10109200" y="422910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lano:d9a3fbd52e"/>
          <p:cNvSpPr txBox="1"/>
          <p:nvPr/>
        </p:nvSpPr>
        <p:spPr>
          <a:xfrm>
            <a:off x="10083800" y="4314126"/>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FFFFFF"/>
                </a:solidFill>
                <a:latin typeface="Calibri"/>
              </a:rPr>
              <a:t>✓</a:t>
            </a:r>
          </a:p>
        </p:txBody>
      </p:sp>
      <p:sp>
        <p:nvSpPr>
          <p:cNvPr id="78" name="!!plano:7b8780df5a"/>
          <p:cNvSpPr/>
          <p:nvPr/>
        </p:nvSpPr>
        <p:spPr>
          <a:xfrm>
            <a:off x="10109200" y="478790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lano:3436ed98f9"/>
          <p:cNvSpPr txBox="1"/>
          <p:nvPr/>
        </p:nvSpPr>
        <p:spPr>
          <a:xfrm>
            <a:off x="10083800" y="4872926"/>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FFFFFF"/>
                </a:solidFill>
                <a:latin typeface="Calibri"/>
              </a:rPr>
              <a:t>✓</a:t>
            </a:r>
          </a:p>
        </p:txBody>
      </p:sp>
      <p:sp>
        <p:nvSpPr>
          <p:cNvPr id="80" name="!!plano:0f3555f2f4"/>
          <p:cNvSpPr/>
          <p:nvPr/>
        </p:nvSpPr>
        <p:spPr>
          <a:xfrm>
            <a:off x="10109200" y="5346700"/>
            <a:ext cx="355600" cy="3556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lano:9cd10d47f6"/>
          <p:cNvSpPr txBox="1"/>
          <p:nvPr/>
        </p:nvSpPr>
        <p:spPr>
          <a:xfrm>
            <a:off x="10083800" y="5431726"/>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FFFFFF"/>
                </a:solidFill>
                <a:latin typeface="Calibri"/>
              </a:rPr>
              <a:t>✓</a:t>
            </a:r>
          </a:p>
        </p:txBody>
      </p:sp>
      <p:sp>
        <p:nvSpPr>
          <p:cNvPr id="82" name="!!plano:1803f2d4df">
            <a:hlinkClick action="ppaction://hlinksldjump" r:id="rId5"/>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lano:07f7c3e7aa">
            <a:hlinkClick action="ppaction://hlinksldjump" r:id="rId6"/>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lano:45302ebe87">
            <a:hlinkClick action="ppaction://hlinksldjump" r:id="rId7"/>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lano:c07c48e2b6">
            <a:hlinkClick action="ppaction://hlinksldjump" r:id="rId8"/>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lano:36e88799ae">
            <a:hlinkClick action="ppaction://hlinksldjump" r:id="rId9"/>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50"/>
                                        <p:tgtEl>
                                          <p:spTgt spid="11"/>
                                        </p:tgtEl>
                                      </p:cBhvr>
                                    </p:animEffect>
                                    <p:anim calcmode="lin" valueType="num">
                                      <p:cBhvr>
                                        <p:cTn id="8" dur="650" fill="hold"/>
                                        <p:tgtEl>
                                          <p:spTgt spid="11"/>
                                        </p:tgtEl>
                                        <p:attrNameLst>
                                          <p:attrName>ppt_x</p:attrName>
                                        </p:attrNameLst>
                                      </p:cBhvr>
                                      <p:tavLst>
                                        <p:tav tm="0">
                                          <p:val>
                                            <p:strVal val="#ppt_x"/>
                                          </p:val>
                                        </p:tav>
                                        <p:tav tm="100000">
                                          <p:val>
                                            <p:strVal val="#ppt_x"/>
                                          </p:val>
                                        </p:tav>
                                      </p:tavLst>
                                    </p:anim>
                                    <p:anim calcmode="lin" valueType="num">
                                      <p:cBhvr>
                                        <p:cTn id="9" dur="65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650"/>
                                        <p:tgtEl>
                                          <p:spTgt spid="12"/>
                                        </p:tgtEl>
                                      </p:cBhvr>
                                    </p:animEffect>
                                    <p:anim calcmode="lin" valueType="num">
                                      <p:cBhvr>
                                        <p:cTn id="13" dur="650" fill="hold"/>
                                        <p:tgtEl>
                                          <p:spTgt spid="12"/>
                                        </p:tgtEl>
                                        <p:attrNameLst>
                                          <p:attrName>ppt_x</p:attrName>
                                        </p:attrNameLst>
                                      </p:cBhvr>
                                      <p:tavLst>
                                        <p:tav tm="0">
                                          <p:val>
                                            <p:strVal val="#ppt_x"/>
                                          </p:val>
                                        </p:tav>
                                        <p:tav tm="100000">
                                          <p:val>
                                            <p:strVal val="#ppt_x"/>
                                          </p:val>
                                        </p:tav>
                                      </p:tavLst>
                                    </p:anim>
                                    <p:anim calcmode="lin" valueType="num">
                                      <p:cBhvr>
                                        <p:cTn id="14" dur="65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650"/>
                                        <p:tgtEl>
                                          <p:spTgt spid="13"/>
                                        </p:tgtEl>
                                      </p:cBhvr>
                                    </p:animEffect>
                                    <p:anim calcmode="lin" valueType="num">
                                      <p:cBhvr>
                                        <p:cTn id="18" dur="650" fill="hold"/>
                                        <p:tgtEl>
                                          <p:spTgt spid="13"/>
                                        </p:tgtEl>
                                        <p:attrNameLst>
                                          <p:attrName>ppt_x</p:attrName>
                                        </p:attrNameLst>
                                      </p:cBhvr>
                                      <p:tavLst>
                                        <p:tav tm="0">
                                          <p:val>
                                            <p:strVal val="#ppt_x"/>
                                          </p:val>
                                        </p:tav>
                                        <p:tav tm="100000">
                                          <p:val>
                                            <p:strVal val="#ppt_x"/>
                                          </p:val>
                                        </p:tav>
                                      </p:tavLst>
                                    </p:anim>
                                    <p:anim calcmode="lin" valueType="num">
                                      <p:cBhvr>
                                        <p:cTn id="19" dur="650" fill="hold"/>
                                        <p:tgtEl>
                                          <p:spTgt spid="1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37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650"/>
                                        <p:tgtEl>
                                          <p:spTgt spid="14"/>
                                        </p:tgtEl>
                                      </p:cBhvr>
                                    </p:animEffect>
                                    <p:anim calcmode="lin" valueType="num">
                                      <p:cBhvr>
                                        <p:cTn id="23" dur="650" fill="hold"/>
                                        <p:tgtEl>
                                          <p:spTgt spid="14"/>
                                        </p:tgtEl>
                                        <p:attrNameLst>
                                          <p:attrName>ppt_x</p:attrName>
                                        </p:attrNameLst>
                                      </p:cBhvr>
                                      <p:tavLst>
                                        <p:tav tm="0">
                                          <p:val>
                                            <p:strVal val="#ppt_x"/>
                                          </p:val>
                                        </p:tav>
                                        <p:tav tm="100000">
                                          <p:val>
                                            <p:strVal val="#ppt_x"/>
                                          </p:val>
                                        </p:tav>
                                      </p:tavLst>
                                    </p:anim>
                                    <p:anim calcmode="lin" valueType="num">
                                      <p:cBhvr>
                                        <p:cTn id="24" dur="65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37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650"/>
                                        <p:tgtEl>
                                          <p:spTgt spid="15"/>
                                        </p:tgtEl>
                                      </p:cBhvr>
                                    </p:animEffect>
                                    <p:anim calcmode="lin" valueType="num">
                                      <p:cBhvr>
                                        <p:cTn id="28" dur="650" fill="hold"/>
                                        <p:tgtEl>
                                          <p:spTgt spid="15"/>
                                        </p:tgtEl>
                                        <p:attrNameLst>
                                          <p:attrName>ppt_x</p:attrName>
                                        </p:attrNameLst>
                                      </p:cBhvr>
                                      <p:tavLst>
                                        <p:tav tm="0">
                                          <p:val>
                                            <p:strVal val="#ppt_x"/>
                                          </p:val>
                                        </p:tav>
                                        <p:tav tm="100000">
                                          <p:val>
                                            <p:strVal val="#ppt_x"/>
                                          </p:val>
                                        </p:tav>
                                      </p:tavLst>
                                    </p:anim>
                                    <p:anim calcmode="lin" valueType="num">
                                      <p:cBhvr>
                                        <p:cTn id="29" dur="65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37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650"/>
                                        <p:tgtEl>
                                          <p:spTgt spid="16"/>
                                        </p:tgtEl>
                                      </p:cBhvr>
                                    </p:animEffect>
                                    <p:anim calcmode="lin" valueType="num">
                                      <p:cBhvr>
                                        <p:cTn id="33" dur="650" fill="hold"/>
                                        <p:tgtEl>
                                          <p:spTgt spid="16"/>
                                        </p:tgtEl>
                                        <p:attrNameLst>
                                          <p:attrName>ppt_x</p:attrName>
                                        </p:attrNameLst>
                                      </p:cBhvr>
                                      <p:tavLst>
                                        <p:tav tm="0">
                                          <p:val>
                                            <p:strVal val="#ppt_x"/>
                                          </p:val>
                                        </p:tav>
                                        <p:tav tm="100000">
                                          <p:val>
                                            <p:strVal val="#ppt_x"/>
                                          </p:val>
                                        </p:tav>
                                      </p:tavLst>
                                    </p:anim>
                                    <p:anim calcmode="lin" valueType="num">
                                      <p:cBhvr>
                                        <p:cTn id="34" dur="65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37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650"/>
                                        <p:tgtEl>
                                          <p:spTgt spid="17"/>
                                        </p:tgtEl>
                                      </p:cBhvr>
                                    </p:animEffect>
                                    <p:anim calcmode="lin" valueType="num">
                                      <p:cBhvr>
                                        <p:cTn id="38" dur="650" fill="hold"/>
                                        <p:tgtEl>
                                          <p:spTgt spid="17"/>
                                        </p:tgtEl>
                                        <p:attrNameLst>
                                          <p:attrName>ppt_x</p:attrName>
                                        </p:attrNameLst>
                                      </p:cBhvr>
                                      <p:tavLst>
                                        <p:tav tm="0">
                                          <p:val>
                                            <p:strVal val="#ppt_x"/>
                                          </p:val>
                                        </p:tav>
                                        <p:tav tm="100000">
                                          <p:val>
                                            <p:strVal val="#ppt_x"/>
                                          </p:val>
                                        </p:tav>
                                      </p:tavLst>
                                    </p:anim>
                                    <p:anim calcmode="lin" valueType="num">
                                      <p:cBhvr>
                                        <p:cTn id="39" dur="650" fill="hold"/>
                                        <p:tgtEl>
                                          <p:spTgt spid="1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59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650"/>
                                        <p:tgtEl>
                                          <p:spTgt spid="18"/>
                                        </p:tgtEl>
                                      </p:cBhvr>
                                    </p:animEffect>
                                    <p:anim calcmode="lin" valueType="num">
                                      <p:cBhvr>
                                        <p:cTn id="43" dur="650" fill="hold"/>
                                        <p:tgtEl>
                                          <p:spTgt spid="18"/>
                                        </p:tgtEl>
                                        <p:attrNameLst>
                                          <p:attrName>ppt_x</p:attrName>
                                        </p:attrNameLst>
                                      </p:cBhvr>
                                      <p:tavLst>
                                        <p:tav tm="0">
                                          <p:val>
                                            <p:strVal val="#ppt_x"/>
                                          </p:val>
                                        </p:tav>
                                        <p:tav tm="100000">
                                          <p:val>
                                            <p:strVal val="#ppt_x"/>
                                          </p:val>
                                        </p:tav>
                                      </p:tavLst>
                                    </p:anim>
                                    <p:anim calcmode="lin" valueType="num">
                                      <p:cBhvr>
                                        <p:cTn id="44" dur="650" fill="hold"/>
                                        <p:tgtEl>
                                          <p:spTgt spid="18"/>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59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650"/>
                                        <p:tgtEl>
                                          <p:spTgt spid="19"/>
                                        </p:tgtEl>
                                      </p:cBhvr>
                                    </p:animEffect>
                                    <p:anim calcmode="lin" valueType="num">
                                      <p:cBhvr>
                                        <p:cTn id="48" dur="650" fill="hold"/>
                                        <p:tgtEl>
                                          <p:spTgt spid="19"/>
                                        </p:tgtEl>
                                        <p:attrNameLst>
                                          <p:attrName>ppt_x</p:attrName>
                                        </p:attrNameLst>
                                      </p:cBhvr>
                                      <p:tavLst>
                                        <p:tav tm="0">
                                          <p:val>
                                            <p:strVal val="#ppt_x"/>
                                          </p:val>
                                        </p:tav>
                                        <p:tav tm="100000">
                                          <p:val>
                                            <p:strVal val="#ppt_x"/>
                                          </p:val>
                                        </p:tav>
                                      </p:tavLst>
                                    </p:anim>
                                    <p:anim calcmode="lin" valueType="num">
                                      <p:cBhvr>
                                        <p:cTn id="49" dur="650" fill="hold"/>
                                        <p:tgtEl>
                                          <p:spTgt spid="1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59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650"/>
                                        <p:tgtEl>
                                          <p:spTgt spid="20"/>
                                        </p:tgtEl>
                                      </p:cBhvr>
                                    </p:animEffect>
                                    <p:anim calcmode="lin" valueType="num">
                                      <p:cBhvr>
                                        <p:cTn id="53" dur="650" fill="hold"/>
                                        <p:tgtEl>
                                          <p:spTgt spid="20"/>
                                        </p:tgtEl>
                                        <p:attrNameLst>
                                          <p:attrName>ppt_x</p:attrName>
                                        </p:attrNameLst>
                                      </p:cBhvr>
                                      <p:tavLst>
                                        <p:tav tm="0">
                                          <p:val>
                                            <p:strVal val="#ppt_x"/>
                                          </p:val>
                                        </p:tav>
                                        <p:tav tm="100000">
                                          <p:val>
                                            <p:strVal val="#ppt_x"/>
                                          </p:val>
                                        </p:tav>
                                      </p:tavLst>
                                    </p:anim>
                                    <p:anim calcmode="lin" valueType="num">
                                      <p:cBhvr>
                                        <p:cTn id="54" dur="650" fill="hold"/>
                                        <p:tgtEl>
                                          <p:spTgt spid="20"/>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810"/>
                                  </p:stCondLst>
                                  <p:childTnLst>
                                    <p:set>
                                      <p:cBhvr>
                                        <p:cTn id="56" dur="1" fill="hold">
                                          <p:stCondLst>
                                            <p:cond delay="0"/>
                                          </p:stCondLst>
                                        </p:cTn>
                                        <p:tgtEl>
                                          <p:spTgt spid="61"/>
                                        </p:tgtEl>
                                        <p:attrNameLst>
                                          <p:attrName>style.visibility</p:attrName>
                                        </p:attrNameLst>
                                      </p:cBhvr>
                                      <p:to>
                                        <p:strVal val="visible"/>
                                      </p:to>
                                    </p:set>
                                    <p:animEffect transition="in" filter="fade">
                                      <p:cBhvr>
                                        <p:cTn id="57" dur="650"/>
                                        <p:tgtEl>
                                          <p:spTgt spid="61"/>
                                        </p:tgtEl>
                                      </p:cBhvr>
                                    </p:animEffect>
                                    <p:anim calcmode="lin" valueType="num">
                                      <p:cBhvr>
                                        <p:cTn id="58" dur="650" fill="hold"/>
                                        <p:tgtEl>
                                          <p:spTgt spid="61"/>
                                        </p:tgtEl>
                                        <p:attrNameLst>
                                          <p:attrName>ppt_x</p:attrName>
                                        </p:attrNameLst>
                                      </p:cBhvr>
                                      <p:tavLst>
                                        <p:tav tm="0">
                                          <p:val>
                                            <p:strVal val="#ppt_x"/>
                                          </p:val>
                                        </p:tav>
                                        <p:tav tm="100000">
                                          <p:val>
                                            <p:strVal val="#ppt_x"/>
                                          </p:val>
                                        </p:tav>
                                      </p:tavLst>
                                    </p:anim>
                                    <p:anim calcmode="lin" valueType="num">
                                      <p:cBhvr>
                                        <p:cTn id="59" dur="650" fill="hold"/>
                                        <p:tgtEl>
                                          <p:spTgt spid="61"/>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880"/>
                                  </p:stCondLst>
                                  <p:childTnLst>
                                    <p:set>
                                      <p:cBhvr>
                                        <p:cTn id="61" dur="1" fill="hold">
                                          <p:stCondLst>
                                            <p:cond delay="0"/>
                                          </p:stCondLst>
                                        </p:cTn>
                                        <p:tgtEl>
                                          <p:spTgt spid="62"/>
                                        </p:tgtEl>
                                        <p:attrNameLst>
                                          <p:attrName>style.visibility</p:attrName>
                                        </p:attrNameLst>
                                      </p:cBhvr>
                                      <p:to>
                                        <p:strVal val="visible"/>
                                      </p:to>
                                    </p:set>
                                    <p:animEffect transition="in" filter="fade">
                                      <p:cBhvr>
                                        <p:cTn id="62" dur="650"/>
                                        <p:tgtEl>
                                          <p:spTgt spid="62"/>
                                        </p:tgtEl>
                                      </p:cBhvr>
                                    </p:animEffect>
                                    <p:anim calcmode="lin" valueType="num">
                                      <p:cBhvr>
                                        <p:cTn id="63" dur="650" fill="hold"/>
                                        <p:tgtEl>
                                          <p:spTgt spid="62"/>
                                        </p:tgtEl>
                                        <p:attrNameLst>
                                          <p:attrName>ppt_x</p:attrName>
                                        </p:attrNameLst>
                                      </p:cBhvr>
                                      <p:tavLst>
                                        <p:tav tm="0">
                                          <p:val>
                                            <p:strVal val="#ppt_x"/>
                                          </p:val>
                                        </p:tav>
                                        <p:tav tm="100000">
                                          <p:val>
                                            <p:strVal val="#ppt_x"/>
                                          </p:val>
                                        </p:tav>
                                      </p:tavLst>
                                    </p:anim>
                                    <p:anim calcmode="lin" valueType="num">
                                      <p:cBhvr>
                                        <p:cTn id="64" dur="650" fill="hold"/>
                                        <p:tgtEl>
                                          <p:spTgt spid="62"/>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95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650"/>
                                        <p:tgtEl>
                                          <p:spTgt spid="63"/>
                                        </p:tgtEl>
                                      </p:cBhvr>
                                    </p:animEffect>
                                    <p:anim calcmode="lin" valueType="num">
                                      <p:cBhvr>
                                        <p:cTn id="68" dur="650" fill="hold"/>
                                        <p:tgtEl>
                                          <p:spTgt spid="63"/>
                                        </p:tgtEl>
                                        <p:attrNameLst>
                                          <p:attrName>ppt_x</p:attrName>
                                        </p:attrNameLst>
                                      </p:cBhvr>
                                      <p:tavLst>
                                        <p:tav tm="0">
                                          <p:val>
                                            <p:strVal val="#ppt_x"/>
                                          </p:val>
                                        </p:tav>
                                        <p:tav tm="100000">
                                          <p:val>
                                            <p:strVal val="#ppt_x"/>
                                          </p:val>
                                        </p:tav>
                                      </p:tavLst>
                                    </p:anim>
                                    <p:anim calcmode="lin" valueType="num">
                                      <p:cBhvr>
                                        <p:cTn id="69" dur="650" fill="hold"/>
                                        <p:tgtEl>
                                          <p:spTgt spid="63"/>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10" presetClass="exit" presetSubtype="0" fill="hold" grpId="1" nodeType="clickEffect">
                                  <p:stCondLst>
                                    <p:cond delay="0"/>
                                  </p:stCondLst>
                                  <p:childTnLst>
                                    <p:animEffect transition="out" filter="fade">
                                      <p:cBhvr>
                                        <p:cTn id="73" dur="300"/>
                                        <p:tgtEl>
                                          <p:spTgt spid="11"/>
                                        </p:tgtEl>
                                      </p:cBhvr>
                                    </p:animEffect>
                                    <p:set>
                                      <p:cBhvr>
                                        <p:cTn id="74" dur="1" fill="hold">
                                          <p:stCondLst>
                                            <p:cond delay="299"/>
                                          </p:stCondLst>
                                        </p:cTn>
                                        <p:tgtEl>
                                          <p:spTgt spid="11"/>
                                        </p:tgtEl>
                                        <p:attrNameLst>
                                          <p:attrName>style.visibility</p:attrName>
                                        </p:attrNameLst>
                                      </p:cBhvr>
                                      <p:to>
                                        <p:strVal val="hidden"/>
                                      </p:to>
                                    </p:set>
                                  </p:childTnLst>
                                </p:cTn>
                              </p:par>
                              <p:par>
                                <p:cTn id="75" presetID="10" presetClass="exit" presetSubtype="0" fill="hold" grpId="1" nodeType="withEffect">
                                  <p:stCondLst>
                                    <p:cond delay="0"/>
                                  </p:stCondLst>
                                  <p:childTnLst>
                                    <p:animEffect transition="out" filter="fade">
                                      <p:cBhvr>
                                        <p:cTn id="76" dur="300"/>
                                        <p:tgtEl>
                                          <p:spTgt spid="12"/>
                                        </p:tgtEl>
                                      </p:cBhvr>
                                    </p:animEffect>
                                    <p:set>
                                      <p:cBhvr>
                                        <p:cTn id="77" dur="1" fill="hold">
                                          <p:stCondLst>
                                            <p:cond delay="299"/>
                                          </p:stCondLst>
                                        </p:cTn>
                                        <p:tgtEl>
                                          <p:spTgt spid="12"/>
                                        </p:tgtEl>
                                        <p:attrNameLst>
                                          <p:attrName>style.visibility</p:attrName>
                                        </p:attrNameLst>
                                      </p:cBhvr>
                                      <p:to>
                                        <p:strVal val="hidden"/>
                                      </p:to>
                                    </p:set>
                                  </p:childTnLst>
                                </p:cTn>
                              </p:par>
                              <p:par>
                                <p:cTn id="78" presetID="10" presetClass="exit" presetSubtype="0" fill="hold" grpId="1" nodeType="withEffect">
                                  <p:stCondLst>
                                    <p:cond delay="0"/>
                                  </p:stCondLst>
                                  <p:childTnLst>
                                    <p:animEffect transition="out" filter="fade">
                                      <p:cBhvr>
                                        <p:cTn id="79" dur="300"/>
                                        <p:tgtEl>
                                          <p:spTgt spid="13"/>
                                        </p:tgtEl>
                                      </p:cBhvr>
                                    </p:animEffect>
                                    <p:set>
                                      <p:cBhvr>
                                        <p:cTn id="80" dur="1" fill="hold">
                                          <p:stCondLst>
                                            <p:cond delay="299"/>
                                          </p:stCondLst>
                                        </p:cTn>
                                        <p:tgtEl>
                                          <p:spTgt spid="13"/>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300"/>
                                        <p:tgtEl>
                                          <p:spTgt spid="14"/>
                                        </p:tgtEl>
                                      </p:cBhvr>
                                    </p:animEffect>
                                    <p:set>
                                      <p:cBhvr>
                                        <p:cTn id="83" dur="1" fill="hold">
                                          <p:stCondLst>
                                            <p:cond delay="299"/>
                                          </p:stCondLst>
                                        </p:cTn>
                                        <p:tgtEl>
                                          <p:spTgt spid="14"/>
                                        </p:tgtEl>
                                        <p:attrNameLst>
                                          <p:attrName>style.visibility</p:attrName>
                                        </p:attrNameLst>
                                      </p:cBhvr>
                                      <p:to>
                                        <p:strVal val="hidden"/>
                                      </p:to>
                                    </p:set>
                                  </p:childTnLst>
                                </p:cTn>
                              </p:par>
                              <p:par>
                                <p:cTn id="84" presetID="10" presetClass="exit" presetSubtype="0" fill="hold" grpId="1" nodeType="withEffect">
                                  <p:stCondLst>
                                    <p:cond delay="0"/>
                                  </p:stCondLst>
                                  <p:childTnLst>
                                    <p:animEffect transition="out" filter="fade">
                                      <p:cBhvr>
                                        <p:cTn id="85" dur="300"/>
                                        <p:tgtEl>
                                          <p:spTgt spid="15"/>
                                        </p:tgtEl>
                                      </p:cBhvr>
                                    </p:animEffect>
                                    <p:set>
                                      <p:cBhvr>
                                        <p:cTn id="86" dur="1" fill="hold">
                                          <p:stCondLst>
                                            <p:cond delay="299"/>
                                          </p:stCondLst>
                                        </p:cTn>
                                        <p:tgtEl>
                                          <p:spTgt spid="15"/>
                                        </p:tgtEl>
                                        <p:attrNameLst>
                                          <p:attrName>style.visibility</p:attrName>
                                        </p:attrNameLst>
                                      </p:cBhvr>
                                      <p:to>
                                        <p:strVal val="hidden"/>
                                      </p:to>
                                    </p:set>
                                  </p:childTnLst>
                                </p:cTn>
                              </p:par>
                              <p:par>
                                <p:cTn id="87" presetID="10" presetClass="exit" presetSubtype="0" fill="hold" grpId="1" nodeType="withEffect">
                                  <p:stCondLst>
                                    <p:cond delay="0"/>
                                  </p:stCondLst>
                                  <p:childTnLst>
                                    <p:animEffect transition="out" filter="fade">
                                      <p:cBhvr>
                                        <p:cTn id="88" dur="300"/>
                                        <p:tgtEl>
                                          <p:spTgt spid="16"/>
                                        </p:tgtEl>
                                      </p:cBhvr>
                                    </p:animEffect>
                                    <p:set>
                                      <p:cBhvr>
                                        <p:cTn id="89" dur="1" fill="hold">
                                          <p:stCondLst>
                                            <p:cond delay="299"/>
                                          </p:stCondLst>
                                        </p:cTn>
                                        <p:tgtEl>
                                          <p:spTgt spid="16"/>
                                        </p:tgtEl>
                                        <p:attrNameLst>
                                          <p:attrName>style.visibility</p:attrName>
                                        </p:attrNameLst>
                                      </p:cBhvr>
                                      <p:to>
                                        <p:strVal val="hidden"/>
                                      </p:to>
                                    </p:set>
                                  </p:childTnLst>
                                </p:cTn>
                              </p:par>
                              <p:par>
                                <p:cTn id="90" presetID="10" presetClass="exit" presetSubtype="0" fill="hold" grpId="1" nodeType="withEffect">
                                  <p:stCondLst>
                                    <p:cond delay="0"/>
                                  </p:stCondLst>
                                  <p:childTnLst>
                                    <p:animEffect transition="out" filter="fade">
                                      <p:cBhvr>
                                        <p:cTn id="91" dur="300"/>
                                        <p:tgtEl>
                                          <p:spTgt spid="17"/>
                                        </p:tgtEl>
                                      </p:cBhvr>
                                    </p:animEffect>
                                    <p:set>
                                      <p:cBhvr>
                                        <p:cTn id="92" dur="1" fill="hold">
                                          <p:stCondLst>
                                            <p:cond delay="299"/>
                                          </p:stCondLst>
                                        </p:cTn>
                                        <p:tgtEl>
                                          <p:spTgt spid="17"/>
                                        </p:tgtEl>
                                        <p:attrNameLst>
                                          <p:attrName>style.visibility</p:attrName>
                                        </p:attrNameLst>
                                      </p:cBhvr>
                                      <p:to>
                                        <p:strVal val="hidden"/>
                                      </p:to>
                                    </p:set>
                                  </p:childTnLst>
                                </p:cTn>
                              </p:par>
                              <p:par>
                                <p:cTn id="93" presetID="10" presetClass="exit" presetSubtype="0" fill="hold" grpId="1" nodeType="withEffect">
                                  <p:stCondLst>
                                    <p:cond delay="0"/>
                                  </p:stCondLst>
                                  <p:childTnLst>
                                    <p:animEffect transition="out" filter="fade">
                                      <p:cBhvr>
                                        <p:cTn id="94" dur="300"/>
                                        <p:tgtEl>
                                          <p:spTgt spid="18"/>
                                        </p:tgtEl>
                                      </p:cBhvr>
                                    </p:animEffect>
                                    <p:set>
                                      <p:cBhvr>
                                        <p:cTn id="95" dur="1" fill="hold">
                                          <p:stCondLst>
                                            <p:cond delay="299"/>
                                          </p:stCondLst>
                                        </p:cTn>
                                        <p:tgtEl>
                                          <p:spTgt spid="18"/>
                                        </p:tgtEl>
                                        <p:attrNameLst>
                                          <p:attrName>style.visibility</p:attrName>
                                        </p:attrNameLst>
                                      </p:cBhvr>
                                      <p:to>
                                        <p:strVal val="hidden"/>
                                      </p:to>
                                    </p:set>
                                  </p:childTnLst>
                                </p:cTn>
                              </p:par>
                              <p:par>
                                <p:cTn id="96" presetID="10" presetClass="exit" presetSubtype="0" fill="hold" grpId="1" nodeType="withEffect">
                                  <p:stCondLst>
                                    <p:cond delay="0"/>
                                  </p:stCondLst>
                                  <p:childTnLst>
                                    <p:animEffect transition="out" filter="fade">
                                      <p:cBhvr>
                                        <p:cTn id="97" dur="300"/>
                                        <p:tgtEl>
                                          <p:spTgt spid="19"/>
                                        </p:tgtEl>
                                      </p:cBhvr>
                                    </p:animEffect>
                                    <p:set>
                                      <p:cBhvr>
                                        <p:cTn id="98" dur="1" fill="hold">
                                          <p:stCondLst>
                                            <p:cond delay="299"/>
                                          </p:stCondLst>
                                        </p:cTn>
                                        <p:tgtEl>
                                          <p:spTgt spid="19"/>
                                        </p:tgtEl>
                                        <p:attrNameLst>
                                          <p:attrName>style.visibility</p:attrName>
                                        </p:attrNameLst>
                                      </p:cBhvr>
                                      <p:to>
                                        <p:strVal val="hidden"/>
                                      </p:to>
                                    </p:set>
                                  </p:childTnLst>
                                </p:cTn>
                              </p:par>
                              <p:par>
                                <p:cTn id="99" presetID="10" presetClass="exit" presetSubtype="0" fill="hold" grpId="1" nodeType="withEffect">
                                  <p:stCondLst>
                                    <p:cond delay="0"/>
                                  </p:stCondLst>
                                  <p:childTnLst>
                                    <p:animEffect transition="out" filter="fade">
                                      <p:cBhvr>
                                        <p:cTn id="100" dur="300"/>
                                        <p:tgtEl>
                                          <p:spTgt spid="20"/>
                                        </p:tgtEl>
                                      </p:cBhvr>
                                    </p:animEffect>
                                    <p:set>
                                      <p:cBhvr>
                                        <p:cTn id="101" dur="1" fill="hold">
                                          <p:stCondLst>
                                            <p:cond delay="299"/>
                                          </p:stCondLst>
                                        </p:cTn>
                                        <p:tgtEl>
                                          <p:spTgt spid="20"/>
                                        </p:tgtEl>
                                        <p:attrNameLst>
                                          <p:attrName>style.visibility</p:attrName>
                                        </p:attrNameLst>
                                      </p:cBhvr>
                                      <p:to>
                                        <p:strVal val="hidden"/>
                                      </p:to>
                                    </p:set>
                                  </p:childTnLst>
                                </p:cTn>
                              </p:par>
                              <p:par>
                                <p:cTn id="102" presetID="10" presetClass="exit" presetSubtype="0" fill="hold" grpId="1" nodeType="withEffect">
                                  <p:stCondLst>
                                    <p:cond delay="0"/>
                                  </p:stCondLst>
                                  <p:childTnLst>
                                    <p:animEffect transition="out" filter="fade">
                                      <p:cBhvr>
                                        <p:cTn id="103" dur="300"/>
                                        <p:tgtEl>
                                          <p:spTgt spid="61"/>
                                        </p:tgtEl>
                                      </p:cBhvr>
                                    </p:animEffect>
                                    <p:set>
                                      <p:cBhvr>
                                        <p:cTn id="104" dur="1" fill="hold">
                                          <p:stCondLst>
                                            <p:cond delay="299"/>
                                          </p:stCondLst>
                                        </p:cTn>
                                        <p:tgtEl>
                                          <p:spTgt spid="61"/>
                                        </p:tgtEl>
                                        <p:attrNameLst>
                                          <p:attrName>style.visibility</p:attrName>
                                        </p:attrNameLst>
                                      </p:cBhvr>
                                      <p:to>
                                        <p:strVal val="hidden"/>
                                      </p:to>
                                    </p:set>
                                  </p:childTnLst>
                                </p:cTn>
                              </p:par>
                              <p:par>
                                <p:cTn id="105" presetID="10" presetClass="exit" presetSubtype="0" fill="hold" grpId="1" nodeType="withEffect">
                                  <p:stCondLst>
                                    <p:cond delay="0"/>
                                  </p:stCondLst>
                                  <p:childTnLst>
                                    <p:animEffect transition="out" filter="fade">
                                      <p:cBhvr>
                                        <p:cTn id="106" dur="300"/>
                                        <p:tgtEl>
                                          <p:spTgt spid="62"/>
                                        </p:tgtEl>
                                      </p:cBhvr>
                                    </p:animEffect>
                                    <p:set>
                                      <p:cBhvr>
                                        <p:cTn id="107" dur="1" fill="hold">
                                          <p:stCondLst>
                                            <p:cond delay="299"/>
                                          </p:stCondLst>
                                        </p:cTn>
                                        <p:tgtEl>
                                          <p:spTgt spid="62"/>
                                        </p:tgtEl>
                                        <p:attrNameLst>
                                          <p:attrName>style.visibility</p:attrName>
                                        </p:attrNameLst>
                                      </p:cBhvr>
                                      <p:to>
                                        <p:strVal val="hidden"/>
                                      </p:to>
                                    </p:set>
                                  </p:childTnLst>
                                </p:cTn>
                              </p:par>
                              <p:par>
                                <p:cTn id="108" presetID="10" presetClass="exit" presetSubtype="0" fill="hold" grpId="1" nodeType="withEffect">
                                  <p:stCondLst>
                                    <p:cond delay="0"/>
                                  </p:stCondLst>
                                  <p:childTnLst>
                                    <p:animEffect transition="out" filter="fade">
                                      <p:cBhvr>
                                        <p:cTn id="109" dur="300"/>
                                        <p:tgtEl>
                                          <p:spTgt spid="63"/>
                                        </p:tgtEl>
                                      </p:cBhvr>
                                    </p:animEffect>
                                    <p:set>
                                      <p:cBhvr>
                                        <p:cTn id="110" dur="1" fill="hold">
                                          <p:stCondLst>
                                            <p:cond delay="299"/>
                                          </p:stCondLst>
                                        </p:cTn>
                                        <p:tgtEl>
                                          <p:spTgt spid="63"/>
                                        </p:tgtEl>
                                        <p:attrNameLst>
                                          <p:attrName>style.visibility</p:attrName>
                                        </p:attrNameLst>
                                      </p:cBhvr>
                                      <p:to>
                                        <p:strVal val="hidden"/>
                                      </p:to>
                                    </p:set>
                                  </p:childTnLst>
                                </p:cTn>
                              </p:par>
                              <p:par>
                                <p:cTn id="111" presetID="10" presetClass="exit" presetSubtype="0" fill="hold" grpId="0" nodeType="withEffect">
                                  <p:stCondLst>
                                    <p:cond delay="0"/>
                                  </p:stCondLst>
                                  <p:childTnLst>
                                    <p:animEffect transition="out" filter="fade">
                                      <p:cBhvr>
                                        <p:cTn id="112" dur="300"/>
                                        <p:tgtEl>
                                          <p:spTgt spid="64"/>
                                        </p:tgtEl>
                                      </p:cBhvr>
                                    </p:animEffect>
                                    <p:set>
                                      <p:cBhvr>
                                        <p:cTn id="113" dur="1" fill="hold">
                                          <p:stCondLst>
                                            <p:cond delay="299"/>
                                          </p:stCondLst>
                                        </p:cTn>
                                        <p:tgtEl>
                                          <p:spTgt spid="64"/>
                                        </p:tgtEl>
                                        <p:attrNameLst>
                                          <p:attrName>style.visibility</p:attrName>
                                        </p:attrNameLst>
                                      </p:cBhvr>
                                      <p:to>
                                        <p:strVal val="hidden"/>
                                      </p:to>
                                    </p:set>
                                  </p:childTnLst>
                                </p:cTn>
                              </p:par>
                              <p:par>
                                <p:cTn id="114" presetID="10" presetClass="exit" presetSubtype="0" fill="hold" grpId="0" nodeType="withEffect">
                                  <p:stCondLst>
                                    <p:cond delay="0"/>
                                  </p:stCondLst>
                                  <p:childTnLst>
                                    <p:animEffect transition="out" filter="fade">
                                      <p:cBhvr>
                                        <p:cTn id="115" dur="300"/>
                                        <p:tgtEl>
                                          <p:spTgt spid="65"/>
                                        </p:tgtEl>
                                      </p:cBhvr>
                                    </p:animEffect>
                                    <p:set>
                                      <p:cBhvr>
                                        <p:cTn id="116" dur="1" fill="hold">
                                          <p:stCondLst>
                                            <p:cond delay="299"/>
                                          </p:stCondLst>
                                        </p:cTn>
                                        <p:tgtEl>
                                          <p:spTgt spid="65"/>
                                        </p:tgtEl>
                                        <p:attrNameLst>
                                          <p:attrName>style.visibility</p:attrName>
                                        </p:attrNameLst>
                                      </p:cBhvr>
                                      <p:to>
                                        <p:strVal val="hidden"/>
                                      </p:to>
                                    </p:set>
                                  </p:childTnLst>
                                </p:cTn>
                              </p:par>
                              <p:par>
                                <p:cTn id="117" presetID="10" presetClass="exit" presetSubtype="0" fill="hold" grpId="0" nodeType="withEffect">
                                  <p:stCondLst>
                                    <p:cond delay="0"/>
                                  </p:stCondLst>
                                  <p:childTnLst>
                                    <p:animEffect transition="out" filter="fade">
                                      <p:cBhvr>
                                        <p:cTn id="118" dur="300"/>
                                        <p:tgtEl>
                                          <p:spTgt spid="66"/>
                                        </p:tgtEl>
                                      </p:cBhvr>
                                    </p:animEffect>
                                    <p:set>
                                      <p:cBhvr>
                                        <p:cTn id="119" dur="1" fill="hold">
                                          <p:stCondLst>
                                            <p:cond delay="299"/>
                                          </p:stCondLst>
                                        </p:cTn>
                                        <p:tgtEl>
                                          <p:spTgt spid="66"/>
                                        </p:tgtEl>
                                        <p:attrNameLst>
                                          <p:attrName>style.visibility</p:attrName>
                                        </p:attrNameLst>
                                      </p:cBhvr>
                                      <p:to>
                                        <p:strVal val="hidden"/>
                                      </p:to>
                                    </p:set>
                                  </p:childTnLst>
                                </p:cTn>
                              </p:par>
                              <p:par>
                                <p:cTn id="120" presetID="10" presetClass="exit" presetSubtype="0" fill="hold" grpId="0" nodeType="withEffect">
                                  <p:stCondLst>
                                    <p:cond delay="0"/>
                                  </p:stCondLst>
                                  <p:childTnLst>
                                    <p:animEffect transition="out" filter="fade">
                                      <p:cBhvr>
                                        <p:cTn id="121" dur="300"/>
                                        <p:tgtEl>
                                          <p:spTgt spid="67"/>
                                        </p:tgtEl>
                                      </p:cBhvr>
                                    </p:animEffect>
                                    <p:set>
                                      <p:cBhvr>
                                        <p:cTn id="122" dur="1" fill="hold">
                                          <p:stCondLst>
                                            <p:cond delay="299"/>
                                          </p:stCondLst>
                                        </p:cTn>
                                        <p:tgtEl>
                                          <p:spTgt spid="67"/>
                                        </p:tgtEl>
                                        <p:attrNameLst>
                                          <p:attrName>style.visibility</p:attrName>
                                        </p:attrNameLst>
                                      </p:cBhvr>
                                      <p:to>
                                        <p:strVal val="hidden"/>
                                      </p:to>
                                    </p:set>
                                  </p:childTnLst>
                                </p:cTn>
                              </p:par>
                              <p:par>
                                <p:cTn id="123" presetID="10" presetClass="exit" presetSubtype="0" fill="hold" grpId="0" nodeType="withEffect">
                                  <p:stCondLst>
                                    <p:cond delay="0"/>
                                  </p:stCondLst>
                                  <p:childTnLst>
                                    <p:animEffect transition="out" filter="fade">
                                      <p:cBhvr>
                                        <p:cTn id="124" dur="300"/>
                                        <p:tgtEl>
                                          <p:spTgt spid="68"/>
                                        </p:tgtEl>
                                      </p:cBhvr>
                                    </p:animEffect>
                                    <p:set>
                                      <p:cBhvr>
                                        <p:cTn id="125" dur="1" fill="hold">
                                          <p:stCondLst>
                                            <p:cond delay="299"/>
                                          </p:stCondLst>
                                        </p:cTn>
                                        <p:tgtEl>
                                          <p:spTgt spid="68"/>
                                        </p:tgtEl>
                                        <p:attrNameLst>
                                          <p:attrName>style.visibility</p:attrName>
                                        </p:attrNameLst>
                                      </p:cBhvr>
                                      <p:to>
                                        <p:strVal val="hidden"/>
                                      </p:to>
                                    </p:set>
                                  </p:childTnLst>
                                </p:cTn>
                              </p:par>
                              <p:par>
                                <p:cTn id="126" presetID="10" presetClass="exit" presetSubtype="0" fill="hold" grpId="0" nodeType="withEffect">
                                  <p:stCondLst>
                                    <p:cond delay="0"/>
                                  </p:stCondLst>
                                  <p:childTnLst>
                                    <p:animEffect transition="out" filter="fade">
                                      <p:cBhvr>
                                        <p:cTn id="127" dur="300"/>
                                        <p:tgtEl>
                                          <p:spTgt spid="69"/>
                                        </p:tgtEl>
                                      </p:cBhvr>
                                    </p:animEffect>
                                    <p:set>
                                      <p:cBhvr>
                                        <p:cTn id="128" dur="1" fill="hold">
                                          <p:stCondLst>
                                            <p:cond delay="299"/>
                                          </p:stCondLst>
                                        </p:cTn>
                                        <p:tgtEl>
                                          <p:spTgt spid="69"/>
                                        </p:tgtEl>
                                        <p:attrNameLst>
                                          <p:attrName>style.visibility</p:attrName>
                                        </p:attrNameLst>
                                      </p:cBhvr>
                                      <p:to>
                                        <p:strVal val="hidden"/>
                                      </p:to>
                                    </p:set>
                                  </p:childTnLst>
                                </p:cTn>
                              </p:par>
                              <p:par>
                                <p:cTn id="129" presetID="10" presetClass="exit" presetSubtype="0" fill="hold" grpId="0" nodeType="withEffect">
                                  <p:stCondLst>
                                    <p:cond delay="0"/>
                                  </p:stCondLst>
                                  <p:childTnLst>
                                    <p:animEffect transition="out" filter="fade">
                                      <p:cBhvr>
                                        <p:cTn id="130" dur="300"/>
                                        <p:tgtEl>
                                          <p:spTgt spid="70"/>
                                        </p:tgtEl>
                                      </p:cBhvr>
                                    </p:animEffect>
                                    <p:set>
                                      <p:cBhvr>
                                        <p:cTn id="131" dur="1" fill="hold">
                                          <p:stCondLst>
                                            <p:cond delay="299"/>
                                          </p:stCondLst>
                                        </p:cTn>
                                        <p:tgtEl>
                                          <p:spTgt spid="70"/>
                                        </p:tgtEl>
                                        <p:attrNameLst>
                                          <p:attrName>style.visibility</p:attrName>
                                        </p:attrNameLst>
                                      </p:cBhvr>
                                      <p:to>
                                        <p:strVal val="hidden"/>
                                      </p:to>
                                    </p:set>
                                  </p:childTnLst>
                                </p:cTn>
                              </p:par>
                              <p:par>
                                <p:cTn id="132" presetID="10" presetClass="exit" presetSubtype="0" fill="hold" grpId="0" nodeType="withEffect">
                                  <p:stCondLst>
                                    <p:cond delay="0"/>
                                  </p:stCondLst>
                                  <p:childTnLst>
                                    <p:animEffect transition="out" filter="fade">
                                      <p:cBhvr>
                                        <p:cTn id="133" dur="300"/>
                                        <p:tgtEl>
                                          <p:spTgt spid="71"/>
                                        </p:tgtEl>
                                      </p:cBhvr>
                                    </p:animEffect>
                                    <p:set>
                                      <p:cBhvr>
                                        <p:cTn id="134" dur="1" fill="hold">
                                          <p:stCondLst>
                                            <p:cond delay="299"/>
                                          </p:stCondLst>
                                        </p:cTn>
                                        <p:tgtEl>
                                          <p:spTgt spid="71"/>
                                        </p:tgtEl>
                                        <p:attrNameLst>
                                          <p:attrName>style.visibility</p:attrName>
                                        </p:attrNameLst>
                                      </p:cBhvr>
                                      <p:to>
                                        <p:strVal val="hidden"/>
                                      </p:to>
                                    </p:set>
                                  </p:childTnLst>
                                </p:cTn>
                              </p:par>
                              <p:par>
                                <p:cTn id="135" presetID="10" presetClass="exit" presetSubtype="0" fill="hold" grpId="0" nodeType="withEffect">
                                  <p:stCondLst>
                                    <p:cond delay="0"/>
                                  </p:stCondLst>
                                  <p:childTnLst>
                                    <p:animEffect transition="out" filter="fade">
                                      <p:cBhvr>
                                        <p:cTn id="136" dur="300"/>
                                        <p:tgtEl>
                                          <p:spTgt spid="72"/>
                                        </p:tgtEl>
                                      </p:cBhvr>
                                    </p:animEffect>
                                    <p:set>
                                      <p:cBhvr>
                                        <p:cTn id="137" dur="1" fill="hold">
                                          <p:stCondLst>
                                            <p:cond delay="299"/>
                                          </p:stCondLst>
                                        </p:cTn>
                                        <p:tgtEl>
                                          <p:spTgt spid="72"/>
                                        </p:tgtEl>
                                        <p:attrNameLst>
                                          <p:attrName>style.visibility</p:attrName>
                                        </p:attrNameLst>
                                      </p:cBhvr>
                                      <p:to>
                                        <p:strVal val="hidden"/>
                                      </p:to>
                                    </p:set>
                                  </p:childTnLst>
                                </p:cTn>
                              </p:par>
                              <p:par>
                                <p:cTn id="138" presetID="10" presetClass="exit" presetSubtype="0" fill="hold" grpId="0" nodeType="withEffect">
                                  <p:stCondLst>
                                    <p:cond delay="0"/>
                                  </p:stCondLst>
                                  <p:childTnLst>
                                    <p:animEffect transition="out" filter="fade">
                                      <p:cBhvr>
                                        <p:cTn id="139" dur="300"/>
                                        <p:tgtEl>
                                          <p:spTgt spid="73"/>
                                        </p:tgtEl>
                                      </p:cBhvr>
                                    </p:animEffect>
                                    <p:set>
                                      <p:cBhvr>
                                        <p:cTn id="140" dur="1" fill="hold">
                                          <p:stCondLst>
                                            <p:cond delay="299"/>
                                          </p:stCondLst>
                                        </p:cTn>
                                        <p:tgtEl>
                                          <p:spTgt spid="73"/>
                                        </p:tgtEl>
                                        <p:attrNameLst>
                                          <p:attrName>style.visibility</p:attrName>
                                        </p:attrNameLst>
                                      </p:cBhvr>
                                      <p:to>
                                        <p:strVal val="hidden"/>
                                      </p:to>
                                    </p:set>
                                  </p:childTnLst>
                                </p:cTn>
                              </p:par>
                              <p:par>
                                <p:cTn id="141" presetID="10" presetClass="exit" presetSubtype="0" fill="hold" grpId="0" nodeType="withEffect">
                                  <p:stCondLst>
                                    <p:cond delay="0"/>
                                  </p:stCondLst>
                                  <p:childTnLst>
                                    <p:animEffect transition="out" filter="fade">
                                      <p:cBhvr>
                                        <p:cTn id="142" dur="300"/>
                                        <p:tgtEl>
                                          <p:spTgt spid="74"/>
                                        </p:tgtEl>
                                      </p:cBhvr>
                                    </p:animEffect>
                                    <p:set>
                                      <p:cBhvr>
                                        <p:cTn id="143" dur="1" fill="hold">
                                          <p:stCondLst>
                                            <p:cond delay="299"/>
                                          </p:stCondLst>
                                        </p:cTn>
                                        <p:tgtEl>
                                          <p:spTgt spid="74"/>
                                        </p:tgtEl>
                                        <p:attrNameLst>
                                          <p:attrName>style.visibility</p:attrName>
                                        </p:attrNameLst>
                                      </p:cBhvr>
                                      <p:to>
                                        <p:strVal val="hidden"/>
                                      </p:to>
                                    </p:set>
                                  </p:childTnLst>
                                </p:cTn>
                              </p:par>
                              <p:par>
                                <p:cTn id="144" presetID="10" presetClass="exit" presetSubtype="0" fill="hold" grpId="0" nodeType="withEffect">
                                  <p:stCondLst>
                                    <p:cond delay="0"/>
                                  </p:stCondLst>
                                  <p:childTnLst>
                                    <p:animEffect transition="out" filter="fade">
                                      <p:cBhvr>
                                        <p:cTn id="145" dur="300"/>
                                        <p:tgtEl>
                                          <p:spTgt spid="75"/>
                                        </p:tgtEl>
                                      </p:cBhvr>
                                    </p:animEffect>
                                    <p:set>
                                      <p:cBhvr>
                                        <p:cTn id="146" dur="1" fill="hold">
                                          <p:stCondLst>
                                            <p:cond delay="299"/>
                                          </p:stCondLst>
                                        </p:cTn>
                                        <p:tgtEl>
                                          <p:spTgt spid="75"/>
                                        </p:tgtEl>
                                        <p:attrNameLst>
                                          <p:attrName>style.visibility</p:attrName>
                                        </p:attrNameLst>
                                      </p:cBhvr>
                                      <p:to>
                                        <p:strVal val="hidden"/>
                                      </p:to>
                                    </p:set>
                                  </p:childTnLst>
                                </p:cTn>
                              </p:par>
                              <p:par>
                                <p:cTn id="147" presetID="10" presetClass="exit" presetSubtype="0" fill="hold" grpId="0" nodeType="withEffect">
                                  <p:stCondLst>
                                    <p:cond delay="0"/>
                                  </p:stCondLst>
                                  <p:childTnLst>
                                    <p:animEffect transition="out" filter="fade">
                                      <p:cBhvr>
                                        <p:cTn id="148" dur="300"/>
                                        <p:tgtEl>
                                          <p:spTgt spid="76"/>
                                        </p:tgtEl>
                                      </p:cBhvr>
                                    </p:animEffect>
                                    <p:set>
                                      <p:cBhvr>
                                        <p:cTn id="149" dur="1" fill="hold">
                                          <p:stCondLst>
                                            <p:cond delay="299"/>
                                          </p:stCondLst>
                                        </p:cTn>
                                        <p:tgtEl>
                                          <p:spTgt spid="76"/>
                                        </p:tgtEl>
                                        <p:attrNameLst>
                                          <p:attrName>style.visibility</p:attrName>
                                        </p:attrNameLst>
                                      </p:cBhvr>
                                      <p:to>
                                        <p:strVal val="hidden"/>
                                      </p:to>
                                    </p:set>
                                  </p:childTnLst>
                                </p:cTn>
                              </p:par>
                              <p:par>
                                <p:cTn id="150" presetID="10" presetClass="exit" presetSubtype="0" fill="hold" grpId="0" nodeType="withEffect">
                                  <p:stCondLst>
                                    <p:cond delay="0"/>
                                  </p:stCondLst>
                                  <p:childTnLst>
                                    <p:animEffect transition="out" filter="fade">
                                      <p:cBhvr>
                                        <p:cTn id="151" dur="300"/>
                                        <p:tgtEl>
                                          <p:spTgt spid="77"/>
                                        </p:tgtEl>
                                      </p:cBhvr>
                                    </p:animEffect>
                                    <p:set>
                                      <p:cBhvr>
                                        <p:cTn id="152" dur="1" fill="hold">
                                          <p:stCondLst>
                                            <p:cond delay="299"/>
                                          </p:stCondLst>
                                        </p:cTn>
                                        <p:tgtEl>
                                          <p:spTgt spid="77"/>
                                        </p:tgtEl>
                                        <p:attrNameLst>
                                          <p:attrName>style.visibility</p:attrName>
                                        </p:attrNameLst>
                                      </p:cBhvr>
                                      <p:to>
                                        <p:strVal val="hidden"/>
                                      </p:to>
                                    </p:set>
                                  </p:childTnLst>
                                </p:cTn>
                              </p:par>
                              <p:par>
                                <p:cTn id="153" presetID="10" presetClass="exit" presetSubtype="0" fill="hold" grpId="0" nodeType="withEffect">
                                  <p:stCondLst>
                                    <p:cond delay="0"/>
                                  </p:stCondLst>
                                  <p:childTnLst>
                                    <p:animEffect transition="out" filter="fade">
                                      <p:cBhvr>
                                        <p:cTn id="154" dur="300"/>
                                        <p:tgtEl>
                                          <p:spTgt spid="78"/>
                                        </p:tgtEl>
                                      </p:cBhvr>
                                    </p:animEffect>
                                    <p:set>
                                      <p:cBhvr>
                                        <p:cTn id="155" dur="1" fill="hold">
                                          <p:stCondLst>
                                            <p:cond delay="299"/>
                                          </p:stCondLst>
                                        </p:cTn>
                                        <p:tgtEl>
                                          <p:spTgt spid="78"/>
                                        </p:tgtEl>
                                        <p:attrNameLst>
                                          <p:attrName>style.visibility</p:attrName>
                                        </p:attrNameLst>
                                      </p:cBhvr>
                                      <p:to>
                                        <p:strVal val="hidden"/>
                                      </p:to>
                                    </p:set>
                                  </p:childTnLst>
                                </p:cTn>
                              </p:par>
                              <p:par>
                                <p:cTn id="156" presetID="10" presetClass="exit" presetSubtype="0" fill="hold" grpId="0" nodeType="withEffect">
                                  <p:stCondLst>
                                    <p:cond delay="0"/>
                                  </p:stCondLst>
                                  <p:childTnLst>
                                    <p:animEffect transition="out" filter="fade">
                                      <p:cBhvr>
                                        <p:cTn id="157" dur="300"/>
                                        <p:tgtEl>
                                          <p:spTgt spid="79"/>
                                        </p:tgtEl>
                                      </p:cBhvr>
                                    </p:animEffect>
                                    <p:set>
                                      <p:cBhvr>
                                        <p:cTn id="158" dur="1" fill="hold">
                                          <p:stCondLst>
                                            <p:cond delay="299"/>
                                          </p:stCondLst>
                                        </p:cTn>
                                        <p:tgtEl>
                                          <p:spTgt spid="79"/>
                                        </p:tgtEl>
                                        <p:attrNameLst>
                                          <p:attrName>style.visibility</p:attrName>
                                        </p:attrNameLst>
                                      </p:cBhvr>
                                      <p:to>
                                        <p:strVal val="hidden"/>
                                      </p:to>
                                    </p:set>
                                  </p:childTnLst>
                                </p:cTn>
                              </p:par>
                              <p:par>
                                <p:cTn id="159" presetID="10" presetClass="exit" presetSubtype="0" fill="hold" grpId="0" nodeType="withEffect">
                                  <p:stCondLst>
                                    <p:cond delay="0"/>
                                  </p:stCondLst>
                                  <p:childTnLst>
                                    <p:animEffect transition="out" filter="fade">
                                      <p:cBhvr>
                                        <p:cTn id="160" dur="300"/>
                                        <p:tgtEl>
                                          <p:spTgt spid="80"/>
                                        </p:tgtEl>
                                      </p:cBhvr>
                                    </p:animEffect>
                                    <p:set>
                                      <p:cBhvr>
                                        <p:cTn id="161" dur="1" fill="hold">
                                          <p:stCondLst>
                                            <p:cond delay="299"/>
                                          </p:stCondLst>
                                        </p:cTn>
                                        <p:tgtEl>
                                          <p:spTgt spid="80"/>
                                        </p:tgtEl>
                                        <p:attrNameLst>
                                          <p:attrName>style.visibility</p:attrName>
                                        </p:attrNameLst>
                                      </p:cBhvr>
                                      <p:to>
                                        <p:strVal val="hidden"/>
                                      </p:to>
                                    </p:set>
                                  </p:childTnLst>
                                </p:cTn>
                              </p:par>
                              <p:par>
                                <p:cTn id="162" presetID="10" presetClass="exit" presetSubtype="0" fill="hold" grpId="0" nodeType="withEffect">
                                  <p:stCondLst>
                                    <p:cond delay="0"/>
                                  </p:stCondLst>
                                  <p:childTnLst>
                                    <p:animEffect transition="out" filter="fade">
                                      <p:cBhvr>
                                        <p:cTn id="163" dur="300"/>
                                        <p:tgtEl>
                                          <p:spTgt spid="81"/>
                                        </p:tgtEl>
                                      </p:cBhvr>
                                    </p:animEffect>
                                    <p:set>
                                      <p:cBhvr>
                                        <p:cTn id="164" dur="1" fill="hold">
                                          <p:stCondLst>
                                            <p:cond delay="299"/>
                                          </p:stCondLst>
                                        </p:cTn>
                                        <p:tgtEl>
                                          <p:spTgt spid="81"/>
                                        </p:tgtEl>
                                        <p:attrNameLst>
                                          <p:attrName>style.visibility</p:attrName>
                                        </p:attrNameLst>
                                      </p:cBhvr>
                                      <p:to>
                                        <p:strVal val="hidden"/>
                                      </p:to>
                                    </p:set>
                                  </p:childTnLst>
                                </p:cTn>
                              </p:par>
                              <p:par>
                                <p:cTn id="165" presetID="1" presetClass="entr" presetSubtype="0" fill="hold" nodeType="withEffect">
                                  <p:stCondLst>
                                    <p:cond delay="0"/>
                                  </p:stCondLst>
                                  <p:childTnLst>
                                    <p:set>
                                      <p:cBhvr>
                                        <p:cTn id="166" dur="1" fill="hold">
                                          <p:stCondLst>
                                            <p:cond delay="0"/>
                                          </p:stCondLst>
                                        </p:cTn>
                                        <p:tgtEl>
                                          <p:spTgt spid="27"/>
                                        </p:tgtEl>
                                        <p:attrNameLst>
                                          <p:attrName>style.visibility</p:attrName>
                                        </p:attrNameLst>
                                      </p:cBhvr>
                                      <p:to>
                                        <p:strVal val="visible"/>
                                      </p:to>
                                    </p:set>
                                  </p:childTnLst>
                                </p:cTn>
                              </p:par>
                              <p:par>
                                <p:cTn id="167" presetID="10" presetClass="exit" presetSubtype="0" fill="hold" nodeType="withEffect">
                                  <p:stCondLst>
                                    <p:cond delay="0"/>
                                  </p:stCondLst>
                                  <p:childTnLst>
                                    <p:animEffect transition="out" filter="fade">
                                      <p:cBhvr>
                                        <p:cTn id="168" dur="420"/>
                                        <p:tgtEl>
                                          <p:spTgt spid="28"/>
                                        </p:tgtEl>
                                      </p:cBhvr>
                                    </p:animEffect>
                                    <p:set>
                                      <p:cBhvr>
                                        <p:cTn id="169" dur="1" fill="hold">
                                          <p:stCondLst>
                                            <p:cond delay="419"/>
                                          </p:stCondLst>
                                        </p:cTn>
                                        <p:tgtEl>
                                          <p:spTgt spid="28"/>
                                        </p:tgtEl>
                                        <p:attrNameLst>
                                          <p:attrName>style.visibility</p:attrName>
                                        </p:attrNameLst>
                                      </p:cBhvr>
                                      <p:to>
                                        <p:strVal val="hidden"/>
                                      </p:to>
                                    </p:set>
                                  </p:childTnLst>
                                </p:cTn>
                              </p:par>
                              <p:par>
                                <p:cTn id="170" presetID="42" presetClass="entr" presetSubtype="0" fill="hold" grpId="0" nodeType="withEffect">
                                  <p:stCondLst>
                                    <p:cond delay="250"/>
                                  </p:stCondLst>
                                  <p:childTnLst>
                                    <p:set>
                                      <p:cBhvr>
                                        <p:cTn id="171" dur="1" fill="hold">
                                          <p:stCondLst>
                                            <p:cond delay="0"/>
                                          </p:stCondLst>
                                        </p:cTn>
                                        <p:tgtEl>
                                          <p:spTgt spid="29"/>
                                        </p:tgtEl>
                                        <p:attrNameLst>
                                          <p:attrName>style.visibility</p:attrName>
                                        </p:attrNameLst>
                                      </p:cBhvr>
                                      <p:to>
                                        <p:strVal val="visible"/>
                                      </p:to>
                                    </p:set>
                                    <p:animEffect transition="in" filter="fade">
                                      <p:cBhvr>
                                        <p:cTn id="172" dur="650"/>
                                        <p:tgtEl>
                                          <p:spTgt spid="29"/>
                                        </p:tgtEl>
                                      </p:cBhvr>
                                    </p:animEffect>
                                    <p:anim calcmode="lin" valueType="num">
                                      <p:cBhvr>
                                        <p:cTn id="173" dur="650" fill="hold"/>
                                        <p:tgtEl>
                                          <p:spTgt spid="29"/>
                                        </p:tgtEl>
                                        <p:attrNameLst>
                                          <p:attrName>ppt_x</p:attrName>
                                        </p:attrNameLst>
                                      </p:cBhvr>
                                      <p:tavLst>
                                        <p:tav tm="0">
                                          <p:val>
                                            <p:strVal val="#ppt_x"/>
                                          </p:val>
                                        </p:tav>
                                        <p:tav tm="100000">
                                          <p:val>
                                            <p:strVal val="#ppt_x"/>
                                          </p:val>
                                        </p:tav>
                                      </p:tavLst>
                                    </p:anim>
                                    <p:anim calcmode="lin" valueType="num">
                                      <p:cBhvr>
                                        <p:cTn id="174" dur="650" fill="hold"/>
                                        <p:tgtEl>
                                          <p:spTgt spid="29"/>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250"/>
                                  </p:stCondLst>
                                  <p:childTnLst>
                                    <p:set>
                                      <p:cBhvr>
                                        <p:cTn id="176" dur="1" fill="hold">
                                          <p:stCondLst>
                                            <p:cond delay="0"/>
                                          </p:stCondLst>
                                        </p:cTn>
                                        <p:tgtEl>
                                          <p:spTgt spid="30"/>
                                        </p:tgtEl>
                                        <p:attrNameLst>
                                          <p:attrName>style.visibility</p:attrName>
                                        </p:attrNameLst>
                                      </p:cBhvr>
                                      <p:to>
                                        <p:strVal val="visible"/>
                                      </p:to>
                                    </p:set>
                                    <p:animEffect transition="in" filter="fade">
                                      <p:cBhvr>
                                        <p:cTn id="177" dur="650"/>
                                        <p:tgtEl>
                                          <p:spTgt spid="30"/>
                                        </p:tgtEl>
                                      </p:cBhvr>
                                    </p:animEffect>
                                    <p:anim calcmode="lin" valueType="num">
                                      <p:cBhvr>
                                        <p:cTn id="178" dur="650" fill="hold"/>
                                        <p:tgtEl>
                                          <p:spTgt spid="30"/>
                                        </p:tgtEl>
                                        <p:attrNameLst>
                                          <p:attrName>ppt_x</p:attrName>
                                        </p:attrNameLst>
                                      </p:cBhvr>
                                      <p:tavLst>
                                        <p:tav tm="0">
                                          <p:val>
                                            <p:strVal val="#ppt_x"/>
                                          </p:val>
                                        </p:tav>
                                        <p:tav tm="100000">
                                          <p:val>
                                            <p:strVal val="#ppt_x"/>
                                          </p:val>
                                        </p:tav>
                                      </p:tavLst>
                                    </p:anim>
                                    <p:anim calcmode="lin" valueType="num">
                                      <p:cBhvr>
                                        <p:cTn id="179" dur="650" fill="hold"/>
                                        <p:tgtEl>
                                          <p:spTgt spid="30"/>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250"/>
                                  </p:stCondLst>
                                  <p:childTnLst>
                                    <p:set>
                                      <p:cBhvr>
                                        <p:cTn id="181" dur="1" fill="hold">
                                          <p:stCondLst>
                                            <p:cond delay="0"/>
                                          </p:stCondLst>
                                        </p:cTn>
                                        <p:tgtEl>
                                          <p:spTgt spid="31"/>
                                        </p:tgtEl>
                                        <p:attrNameLst>
                                          <p:attrName>style.visibility</p:attrName>
                                        </p:attrNameLst>
                                      </p:cBhvr>
                                      <p:to>
                                        <p:strVal val="visible"/>
                                      </p:to>
                                    </p:set>
                                    <p:animEffect transition="in" filter="fade">
                                      <p:cBhvr>
                                        <p:cTn id="182" dur="650"/>
                                        <p:tgtEl>
                                          <p:spTgt spid="31"/>
                                        </p:tgtEl>
                                      </p:cBhvr>
                                    </p:animEffect>
                                    <p:anim calcmode="lin" valueType="num">
                                      <p:cBhvr>
                                        <p:cTn id="183" dur="650" fill="hold"/>
                                        <p:tgtEl>
                                          <p:spTgt spid="31"/>
                                        </p:tgtEl>
                                        <p:attrNameLst>
                                          <p:attrName>ppt_x</p:attrName>
                                        </p:attrNameLst>
                                      </p:cBhvr>
                                      <p:tavLst>
                                        <p:tav tm="0">
                                          <p:val>
                                            <p:strVal val="#ppt_x"/>
                                          </p:val>
                                        </p:tav>
                                        <p:tav tm="100000">
                                          <p:val>
                                            <p:strVal val="#ppt_x"/>
                                          </p:val>
                                        </p:tav>
                                      </p:tavLst>
                                    </p:anim>
                                    <p:anim calcmode="lin" valueType="num">
                                      <p:cBhvr>
                                        <p:cTn id="184" dur="650" fill="hold"/>
                                        <p:tgtEl>
                                          <p:spTgt spid="31"/>
                                        </p:tgtEl>
                                        <p:attrNameLst>
                                          <p:attrName>ppt_y</p:attrName>
                                        </p:attrNameLst>
                                      </p:cBhvr>
                                      <p:tavLst>
                                        <p:tav tm="0">
                                          <p:val>
                                            <p:strVal val="#ppt_y+.1"/>
                                          </p:val>
                                        </p:tav>
                                        <p:tav tm="100000">
                                          <p:val>
                                            <p:strVal val="#ppt_y"/>
                                          </p:val>
                                        </p:tav>
                                      </p:tavLst>
                                    </p:anim>
                                  </p:childTnLst>
                                </p:cTn>
                              </p:par>
                              <p:par>
                                <p:cTn id="185" presetID="42" presetClass="entr" presetSubtype="0" fill="hold" grpId="0" nodeType="withEffect">
                                  <p:stCondLst>
                                    <p:cond delay="320"/>
                                  </p:stCondLst>
                                  <p:childTnLst>
                                    <p:set>
                                      <p:cBhvr>
                                        <p:cTn id="186" dur="1" fill="hold">
                                          <p:stCondLst>
                                            <p:cond delay="0"/>
                                          </p:stCondLst>
                                        </p:cTn>
                                        <p:tgtEl>
                                          <p:spTgt spid="32"/>
                                        </p:tgtEl>
                                        <p:attrNameLst>
                                          <p:attrName>style.visibility</p:attrName>
                                        </p:attrNameLst>
                                      </p:cBhvr>
                                      <p:to>
                                        <p:strVal val="visible"/>
                                      </p:to>
                                    </p:set>
                                    <p:animEffect transition="in" filter="fade">
                                      <p:cBhvr>
                                        <p:cTn id="187" dur="650"/>
                                        <p:tgtEl>
                                          <p:spTgt spid="32"/>
                                        </p:tgtEl>
                                      </p:cBhvr>
                                    </p:animEffect>
                                    <p:anim calcmode="lin" valueType="num">
                                      <p:cBhvr>
                                        <p:cTn id="188" dur="650" fill="hold"/>
                                        <p:tgtEl>
                                          <p:spTgt spid="32"/>
                                        </p:tgtEl>
                                        <p:attrNameLst>
                                          <p:attrName>ppt_x</p:attrName>
                                        </p:attrNameLst>
                                      </p:cBhvr>
                                      <p:tavLst>
                                        <p:tav tm="0">
                                          <p:val>
                                            <p:strVal val="#ppt_x"/>
                                          </p:val>
                                        </p:tav>
                                        <p:tav tm="100000">
                                          <p:val>
                                            <p:strVal val="#ppt_x"/>
                                          </p:val>
                                        </p:tav>
                                      </p:tavLst>
                                    </p:anim>
                                    <p:anim calcmode="lin" valueType="num">
                                      <p:cBhvr>
                                        <p:cTn id="189" dur="650" fill="hold"/>
                                        <p:tgtEl>
                                          <p:spTgt spid="32"/>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390"/>
                                  </p:stCondLst>
                                  <p:childTnLst>
                                    <p:set>
                                      <p:cBhvr>
                                        <p:cTn id="191" dur="1" fill="hold">
                                          <p:stCondLst>
                                            <p:cond delay="0"/>
                                          </p:stCondLst>
                                        </p:cTn>
                                        <p:tgtEl>
                                          <p:spTgt spid="33"/>
                                        </p:tgtEl>
                                        <p:attrNameLst>
                                          <p:attrName>style.visibility</p:attrName>
                                        </p:attrNameLst>
                                      </p:cBhvr>
                                      <p:to>
                                        <p:strVal val="visible"/>
                                      </p:to>
                                    </p:set>
                                    <p:animEffect transition="in" filter="fade">
                                      <p:cBhvr>
                                        <p:cTn id="192" dur="650"/>
                                        <p:tgtEl>
                                          <p:spTgt spid="33"/>
                                        </p:tgtEl>
                                      </p:cBhvr>
                                    </p:animEffect>
                                    <p:anim calcmode="lin" valueType="num">
                                      <p:cBhvr>
                                        <p:cTn id="193" dur="650" fill="hold"/>
                                        <p:tgtEl>
                                          <p:spTgt spid="33"/>
                                        </p:tgtEl>
                                        <p:attrNameLst>
                                          <p:attrName>ppt_x</p:attrName>
                                        </p:attrNameLst>
                                      </p:cBhvr>
                                      <p:tavLst>
                                        <p:tav tm="0">
                                          <p:val>
                                            <p:strVal val="#ppt_x"/>
                                          </p:val>
                                        </p:tav>
                                        <p:tav tm="100000">
                                          <p:val>
                                            <p:strVal val="#ppt_x"/>
                                          </p:val>
                                        </p:tav>
                                      </p:tavLst>
                                    </p:anim>
                                    <p:anim calcmode="lin" valueType="num">
                                      <p:cBhvr>
                                        <p:cTn id="194" dur="650" fill="hold"/>
                                        <p:tgtEl>
                                          <p:spTgt spid="33"/>
                                        </p:tgtEl>
                                        <p:attrNameLst>
                                          <p:attrName>ppt_y</p:attrName>
                                        </p:attrNameLst>
                                      </p:cBhvr>
                                      <p:tavLst>
                                        <p:tav tm="0">
                                          <p:val>
                                            <p:strVal val="#ppt_y+.1"/>
                                          </p:val>
                                        </p:tav>
                                        <p:tav tm="100000">
                                          <p:val>
                                            <p:strVal val="#ppt_y"/>
                                          </p:val>
                                        </p:tav>
                                      </p:tavLst>
                                    </p:anim>
                                  </p:childTnLst>
                                </p:cTn>
                              </p:par>
                              <p:par>
                                <p:cTn id="195" presetID="42" presetClass="entr" presetSubtype="0" fill="hold" grpId="0" nodeType="withEffect">
                                  <p:stCondLst>
                                    <p:cond delay="460"/>
                                  </p:stCondLst>
                                  <p:childTnLst>
                                    <p:set>
                                      <p:cBhvr>
                                        <p:cTn id="196" dur="1" fill="hold">
                                          <p:stCondLst>
                                            <p:cond delay="0"/>
                                          </p:stCondLst>
                                        </p:cTn>
                                        <p:tgtEl>
                                          <p:spTgt spid="34"/>
                                        </p:tgtEl>
                                        <p:attrNameLst>
                                          <p:attrName>style.visibility</p:attrName>
                                        </p:attrNameLst>
                                      </p:cBhvr>
                                      <p:to>
                                        <p:strVal val="visible"/>
                                      </p:to>
                                    </p:set>
                                    <p:animEffect transition="in" filter="fade">
                                      <p:cBhvr>
                                        <p:cTn id="197" dur="650"/>
                                        <p:tgtEl>
                                          <p:spTgt spid="34"/>
                                        </p:tgtEl>
                                      </p:cBhvr>
                                    </p:animEffect>
                                    <p:anim calcmode="lin" valueType="num">
                                      <p:cBhvr>
                                        <p:cTn id="198" dur="650" fill="hold"/>
                                        <p:tgtEl>
                                          <p:spTgt spid="34"/>
                                        </p:tgtEl>
                                        <p:attrNameLst>
                                          <p:attrName>ppt_x</p:attrName>
                                        </p:attrNameLst>
                                      </p:cBhvr>
                                      <p:tavLst>
                                        <p:tav tm="0">
                                          <p:val>
                                            <p:strVal val="#ppt_x"/>
                                          </p:val>
                                        </p:tav>
                                        <p:tav tm="100000">
                                          <p:val>
                                            <p:strVal val="#ppt_x"/>
                                          </p:val>
                                        </p:tav>
                                      </p:tavLst>
                                    </p:anim>
                                    <p:anim calcmode="lin" valueType="num">
                                      <p:cBhvr>
                                        <p:cTn id="199" dur="650" fill="hold"/>
                                        <p:tgtEl>
                                          <p:spTgt spid="34"/>
                                        </p:tgtEl>
                                        <p:attrNameLst>
                                          <p:attrName>ppt_y</p:attrName>
                                        </p:attrNameLst>
                                      </p:cBhvr>
                                      <p:tavLst>
                                        <p:tav tm="0">
                                          <p:val>
                                            <p:strVal val="#ppt_y+.1"/>
                                          </p:val>
                                        </p:tav>
                                        <p:tav tm="100000">
                                          <p:val>
                                            <p:strVal val="#ppt_y"/>
                                          </p:val>
                                        </p:tav>
                                      </p:tavLst>
                                    </p:anim>
                                  </p:childTnLst>
                                </p:cTn>
                              </p:par>
                              <p:par>
                                <p:cTn id="200" presetID="42" presetClass="entr" presetSubtype="0" fill="hold" grpId="0" nodeType="withEffect">
                                  <p:stCondLst>
                                    <p:cond delay="530"/>
                                  </p:stCondLst>
                                  <p:childTnLst>
                                    <p:set>
                                      <p:cBhvr>
                                        <p:cTn id="201" dur="1" fill="hold">
                                          <p:stCondLst>
                                            <p:cond delay="0"/>
                                          </p:stCondLst>
                                        </p:cTn>
                                        <p:tgtEl>
                                          <p:spTgt spid="35"/>
                                        </p:tgtEl>
                                        <p:attrNameLst>
                                          <p:attrName>style.visibility</p:attrName>
                                        </p:attrNameLst>
                                      </p:cBhvr>
                                      <p:to>
                                        <p:strVal val="visible"/>
                                      </p:to>
                                    </p:set>
                                    <p:animEffect transition="in" filter="fade">
                                      <p:cBhvr>
                                        <p:cTn id="202" dur="650"/>
                                        <p:tgtEl>
                                          <p:spTgt spid="35"/>
                                        </p:tgtEl>
                                      </p:cBhvr>
                                    </p:animEffect>
                                    <p:anim calcmode="lin" valueType="num">
                                      <p:cBhvr>
                                        <p:cTn id="203" dur="650" fill="hold"/>
                                        <p:tgtEl>
                                          <p:spTgt spid="35"/>
                                        </p:tgtEl>
                                        <p:attrNameLst>
                                          <p:attrName>ppt_x</p:attrName>
                                        </p:attrNameLst>
                                      </p:cBhvr>
                                      <p:tavLst>
                                        <p:tav tm="0">
                                          <p:val>
                                            <p:strVal val="#ppt_x"/>
                                          </p:val>
                                        </p:tav>
                                        <p:tav tm="100000">
                                          <p:val>
                                            <p:strVal val="#ppt_x"/>
                                          </p:val>
                                        </p:tav>
                                      </p:tavLst>
                                    </p:anim>
                                    <p:anim calcmode="lin" valueType="num">
                                      <p:cBhvr>
                                        <p:cTn id="204" dur="650" fill="hold"/>
                                        <p:tgtEl>
                                          <p:spTgt spid="35"/>
                                        </p:tgtEl>
                                        <p:attrNameLst>
                                          <p:attrName>ppt_y</p:attrName>
                                        </p:attrNameLst>
                                      </p:cBhvr>
                                      <p:tavLst>
                                        <p:tav tm="0">
                                          <p:val>
                                            <p:strVal val="#ppt_y+.1"/>
                                          </p:val>
                                        </p:tav>
                                        <p:tav tm="100000">
                                          <p:val>
                                            <p:strVal val="#ppt_y"/>
                                          </p:val>
                                        </p:tav>
                                      </p:tavLst>
                                    </p:anim>
                                  </p:childTnLst>
                                </p:cTn>
                              </p:par>
                              <p:par>
                                <p:cTn id="205" presetID="42" presetClass="entr" presetSubtype="0" fill="hold" grpId="0" nodeType="withEffect">
                                  <p:stCondLst>
                                    <p:cond delay="600"/>
                                  </p:stCondLst>
                                  <p:childTnLst>
                                    <p:set>
                                      <p:cBhvr>
                                        <p:cTn id="206" dur="1" fill="hold">
                                          <p:stCondLst>
                                            <p:cond delay="0"/>
                                          </p:stCondLst>
                                        </p:cTn>
                                        <p:tgtEl>
                                          <p:spTgt spid="36"/>
                                        </p:tgtEl>
                                        <p:attrNameLst>
                                          <p:attrName>style.visibility</p:attrName>
                                        </p:attrNameLst>
                                      </p:cBhvr>
                                      <p:to>
                                        <p:strVal val="visible"/>
                                      </p:to>
                                    </p:set>
                                    <p:animEffect transition="in" filter="fade">
                                      <p:cBhvr>
                                        <p:cTn id="207" dur="650"/>
                                        <p:tgtEl>
                                          <p:spTgt spid="36"/>
                                        </p:tgtEl>
                                      </p:cBhvr>
                                    </p:animEffect>
                                    <p:anim calcmode="lin" valueType="num">
                                      <p:cBhvr>
                                        <p:cTn id="208" dur="650" fill="hold"/>
                                        <p:tgtEl>
                                          <p:spTgt spid="36"/>
                                        </p:tgtEl>
                                        <p:attrNameLst>
                                          <p:attrName>ppt_x</p:attrName>
                                        </p:attrNameLst>
                                      </p:cBhvr>
                                      <p:tavLst>
                                        <p:tav tm="0">
                                          <p:val>
                                            <p:strVal val="#ppt_x"/>
                                          </p:val>
                                        </p:tav>
                                        <p:tav tm="100000">
                                          <p:val>
                                            <p:strVal val="#ppt_x"/>
                                          </p:val>
                                        </p:tav>
                                      </p:tavLst>
                                    </p:anim>
                                    <p:anim calcmode="lin" valueType="num">
                                      <p:cBhvr>
                                        <p:cTn id="209" dur="650" fill="hold"/>
                                        <p:tgtEl>
                                          <p:spTgt spid="36"/>
                                        </p:tgtEl>
                                        <p:attrNameLst>
                                          <p:attrName>ppt_y</p:attrName>
                                        </p:attrNameLst>
                                      </p:cBhvr>
                                      <p:tavLst>
                                        <p:tav tm="0">
                                          <p:val>
                                            <p:strVal val="#ppt_y+.1"/>
                                          </p:val>
                                        </p:tav>
                                        <p:tav tm="100000">
                                          <p:val>
                                            <p:strVal val="#ppt_y"/>
                                          </p:val>
                                        </p:tav>
                                      </p:tavLst>
                                    </p:anim>
                                  </p:childTnLst>
                                </p:cTn>
                              </p:par>
                              <p:par>
                                <p:cTn id="210" presetID="42" presetClass="entr" presetSubtype="0" fill="hold" grpId="0" nodeType="withEffect">
                                  <p:stCondLst>
                                    <p:cond delay="670"/>
                                  </p:stCondLst>
                                  <p:childTnLst>
                                    <p:set>
                                      <p:cBhvr>
                                        <p:cTn id="211" dur="1" fill="hold">
                                          <p:stCondLst>
                                            <p:cond delay="0"/>
                                          </p:stCondLst>
                                        </p:cTn>
                                        <p:tgtEl>
                                          <p:spTgt spid="37"/>
                                        </p:tgtEl>
                                        <p:attrNameLst>
                                          <p:attrName>style.visibility</p:attrName>
                                        </p:attrNameLst>
                                      </p:cBhvr>
                                      <p:to>
                                        <p:strVal val="visible"/>
                                      </p:to>
                                    </p:set>
                                    <p:animEffect transition="in" filter="fade">
                                      <p:cBhvr>
                                        <p:cTn id="212" dur="650"/>
                                        <p:tgtEl>
                                          <p:spTgt spid="37"/>
                                        </p:tgtEl>
                                      </p:cBhvr>
                                    </p:animEffect>
                                    <p:anim calcmode="lin" valueType="num">
                                      <p:cBhvr>
                                        <p:cTn id="213" dur="650" fill="hold"/>
                                        <p:tgtEl>
                                          <p:spTgt spid="37"/>
                                        </p:tgtEl>
                                        <p:attrNameLst>
                                          <p:attrName>ppt_x</p:attrName>
                                        </p:attrNameLst>
                                      </p:cBhvr>
                                      <p:tavLst>
                                        <p:tav tm="0">
                                          <p:val>
                                            <p:strVal val="#ppt_x"/>
                                          </p:val>
                                        </p:tav>
                                        <p:tav tm="100000">
                                          <p:val>
                                            <p:strVal val="#ppt_x"/>
                                          </p:val>
                                        </p:tav>
                                      </p:tavLst>
                                    </p:anim>
                                    <p:anim calcmode="lin" valueType="num">
                                      <p:cBhvr>
                                        <p:cTn id="214" dur="650" fill="hold"/>
                                        <p:tgtEl>
                                          <p:spTgt spid="37"/>
                                        </p:tgtEl>
                                        <p:attrNameLst>
                                          <p:attrName>ppt_y</p:attrName>
                                        </p:attrNameLst>
                                      </p:cBhvr>
                                      <p:tavLst>
                                        <p:tav tm="0">
                                          <p:val>
                                            <p:strVal val="#ppt_y+.1"/>
                                          </p:val>
                                        </p:tav>
                                        <p:tav tm="100000">
                                          <p:val>
                                            <p:strVal val="#ppt_y"/>
                                          </p:val>
                                        </p:tav>
                                      </p:tavLst>
                                    </p:anim>
                                  </p:childTnLst>
                                </p:cTn>
                              </p:par>
                              <p:par>
                                <p:cTn id="215" presetID="42" presetClass="entr" presetSubtype="0" fill="hold" grpId="0" nodeType="withEffect">
                                  <p:stCondLst>
                                    <p:cond delay="740"/>
                                  </p:stCondLst>
                                  <p:childTnLst>
                                    <p:set>
                                      <p:cBhvr>
                                        <p:cTn id="216" dur="1" fill="hold">
                                          <p:stCondLst>
                                            <p:cond delay="0"/>
                                          </p:stCondLst>
                                        </p:cTn>
                                        <p:tgtEl>
                                          <p:spTgt spid="38"/>
                                        </p:tgtEl>
                                        <p:attrNameLst>
                                          <p:attrName>style.visibility</p:attrName>
                                        </p:attrNameLst>
                                      </p:cBhvr>
                                      <p:to>
                                        <p:strVal val="visible"/>
                                      </p:to>
                                    </p:set>
                                    <p:animEffect transition="in" filter="fade">
                                      <p:cBhvr>
                                        <p:cTn id="217" dur="650"/>
                                        <p:tgtEl>
                                          <p:spTgt spid="38"/>
                                        </p:tgtEl>
                                      </p:cBhvr>
                                    </p:animEffect>
                                    <p:anim calcmode="lin" valueType="num">
                                      <p:cBhvr>
                                        <p:cTn id="218" dur="650" fill="hold"/>
                                        <p:tgtEl>
                                          <p:spTgt spid="38"/>
                                        </p:tgtEl>
                                        <p:attrNameLst>
                                          <p:attrName>ppt_x</p:attrName>
                                        </p:attrNameLst>
                                      </p:cBhvr>
                                      <p:tavLst>
                                        <p:tav tm="0">
                                          <p:val>
                                            <p:strVal val="#ppt_x"/>
                                          </p:val>
                                        </p:tav>
                                        <p:tav tm="100000">
                                          <p:val>
                                            <p:strVal val="#ppt_x"/>
                                          </p:val>
                                        </p:tav>
                                      </p:tavLst>
                                    </p:anim>
                                    <p:anim calcmode="lin" valueType="num">
                                      <p:cBhvr>
                                        <p:cTn id="219" dur="650" fill="hold"/>
                                        <p:tgtEl>
                                          <p:spTgt spid="38"/>
                                        </p:tgtEl>
                                        <p:attrNameLst>
                                          <p:attrName>ppt_y</p:attrName>
                                        </p:attrNameLst>
                                      </p:cBhvr>
                                      <p:tavLst>
                                        <p:tav tm="0">
                                          <p:val>
                                            <p:strVal val="#ppt_y+.1"/>
                                          </p:val>
                                        </p:tav>
                                        <p:tav tm="100000">
                                          <p:val>
                                            <p:strVal val="#ppt_y"/>
                                          </p:val>
                                        </p:tav>
                                      </p:tavLst>
                                    </p:anim>
                                  </p:childTnLst>
                                </p:cTn>
                              </p:par>
                              <p:par>
                                <p:cTn id="220" presetID="42" presetClass="entr" presetSubtype="0" fill="hold" grpId="0" nodeType="withEffect">
                                  <p:stCondLst>
                                    <p:cond delay="810"/>
                                  </p:stCondLst>
                                  <p:childTnLst>
                                    <p:set>
                                      <p:cBhvr>
                                        <p:cTn id="221" dur="1" fill="hold">
                                          <p:stCondLst>
                                            <p:cond delay="0"/>
                                          </p:stCondLst>
                                        </p:cTn>
                                        <p:tgtEl>
                                          <p:spTgt spid="39"/>
                                        </p:tgtEl>
                                        <p:attrNameLst>
                                          <p:attrName>style.visibility</p:attrName>
                                        </p:attrNameLst>
                                      </p:cBhvr>
                                      <p:to>
                                        <p:strVal val="visible"/>
                                      </p:to>
                                    </p:set>
                                    <p:animEffect transition="in" filter="fade">
                                      <p:cBhvr>
                                        <p:cTn id="222" dur="650"/>
                                        <p:tgtEl>
                                          <p:spTgt spid="39"/>
                                        </p:tgtEl>
                                      </p:cBhvr>
                                    </p:animEffect>
                                    <p:anim calcmode="lin" valueType="num">
                                      <p:cBhvr>
                                        <p:cTn id="223" dur="650" fill="hold"/>
                                        <p:tgtEl>
                                          <p:spTgt spid="39"/>
                                        </p:tgtEl>
                                        <p:attrNameLst>
                                          <p:attrName>ppt_x</p:attrName>
                                        </p:attrNameLst>
                                      </p:cBhvr>
                                      <p:tavLst>
                                        <p:tav tm="0">
                                          <p:val>
                                            <p:strVal val="#ppt_x"/>
                                          </p:val>
                                        </p:tav>
                                        <p:tav tm="100000">
                                          <p:val>
                                            <p:strVal val="#ppt_x"/>
                                          </p:val>
                                        </p:tav>
                                      </p:tavLst>
                                    </p:anim>
                                    <p:anim calcmode="lin" valueType="num">
                                      <p:cBhvr>
                                        <p:cTn id="224" dur="650" fill="hold"/>
                                        <p:tgtEl>
                                          <p:spTgt spid="39"/>
                                        </p:tgtEl>
                                        <p:attrNameLst>
                                          <p:attrName>ppt_y</p:attrName>
                                        </p:attrNameLst>
                                      </p:cBhvr>
                                      <p:tavLst>
                                        <p:tav tm="0">
                                          <p:val>
                                            <p:strVal val="#ppt_y+.1"/>
                                          </p:val>
                                        </p:tav>
                                        <p:tav tm="100000">
                                          <p:val>
                                            <p:strVal val="#ppt_y"/>
                                          </p:val>
                                        </p:tav>
                                      </p:tavLst>
                                    </p:anim>
                                  </p:childTnLst>
                                </p:cTn>
                              </p:par>
                              <p:par>
                                <p:cTn id="225" presetID="42" presetClass="entr" presetSubtype="0" fill="hold" grpId="0" nodeType="withEffect">
                                  <p:stCondLst>
                                    <p:cond delay="810"/>
                                  </p:stCondLst>
                                  <p:childTnLst>
                                    <p:set>
                                      <p:cBhvr>
                                        <p:cTn id="226" dur="1" fill="hold">
                                          <p:stCondLst>
                                            <p:cond delay="0"/>
                                          </p:stCondLst>
                                        </p:cTn>
                                        <p:tgtEl>
                                          <p:spTgt spid="40"/>
                                        </p:tgtEl>
                                        <p:attrNameLst>
                                          <p:attrName>style.visibility</p:attrName>
                                        </p:attrNameLst>
                                      </p:cBhvr>
                                      <p:to>
                                        <p:strVal val="visible"/>
                                      </p:to>
                                    </p:set>
                                    <p:animEffect transition="in" filter="fade">
                                      <p:cBhvr>
                                        <p:cTn id="227" dur="650"/>
                                        <p:tgtEl>
                                          <p:spTgt spid="40"/>
                                        </p:tgtEl>
                                      </p:cBhvr>
                                    </p:animEffect>
                                    <p:anim calcmode="lin" valueType="num">
                                      <p:cBhvr>
                                        <p:cTn id="228" dur="650" fill="hold"/>
                                        <p:tgtEl>
                                          <p:spTgt spid="40"/>
                                        </p:tgtEl>
                                        <p:attrNameLst>
                                          <p:attrName>ppt_x</p:attrName>
                                        </p:attrNameLst>
                                      </p:cBhvr>
                                      <p:tavLst>
                                        <p:tav tm="0">
                                          <p:val>
                                            <p:strVal val="#ppt_x"/>
                                          </p:val>
                                        </p:tav>
                                        <p:tav tm="100000">
                                          <p:val>
                                            <p:strVal val="#ppt_x"/>
                                          </p:val>
                                        </p:tav>
                                      </p:tavLst>
                                    </p:anim>
                                    <p:anim calcmode="lin" valueType="num">
                                      <p:cBhvr>
                                        <p:cTn id="229" dur="650" fill="hold"/>
                                        <p:tgtEl>
                                          <p:spTgt spid="40"/>
                                        </p:tgtEl>
                                        <p:attrNameLst>
                                          <p:attrName>ppt_y</p:attrName>
                                        </p:attrNameLst>
                                      </p:cBhvr>
                                      <p:tavLst>
                                        <p:tav tm="0">
                                          <p:val>
                                            <p:strVal val="#ppt_y+.1"/>
                                          </p:val>
                                        </p:tav>
                                        <p:tav tm="100000">
                                          <p:val>
                                            <p:strVal val="#ppt_y"/>
                                          </p:val>
                                        </p:tav>
                                      </p:tavLst>
                                    </p:anim>
                                  </p:childTnLst>
                                </p:cTn>
                              </p:par>
                              <p:par>
                                <p:cTn id="230" presetID="42" presetClass="entr" presetSubtype="0" fill="hold" grpId="0" nodeType="withEffect">
                                  <p:stCondLst>
                                    <p:cond delay="880"/>
                                  </p:stCondLst>
                                  <p:childTnLst>
                                    <p:set>
                                      <p:cBhvr>
                                        <p:cTn id="231" dur="1" fill="hold">
                                          <p:stCondLst>
                                            <p:cond delay="0"/>
                                          </p:stCondLst>
                                        </p:cTn>
                                        <p:tgtEl>
                                          <p:spTgt spid="41"/>
                                        </p:tgtEl>
                                        <p:attrNameLst>
                                          <p:attrName>style.visibility</p:attrName>
                                        </p:attrNameLst>
                                      </p:cBhvr>
                                      <p:to>
                                        <p:strVal val="visible"/>
                                      </p:to>
                                    </p:set>
                                    <p:animEffect transition="in" filter="fade">
                                      <p:cBhvr>
                                        <p:cTn id="232" dur="650"/>
                                        <p:tgtEl>
                                          <p:spTgt spid="41"/>
                                        </p:tgtEl>
                                      </p:cBhvr>
                                    </p:animEffect>
                                    <p:anim calcmode="lin" valueType="num">
                                      <p:cBhvr>
                                        <p:cTn id="233" dur="650" fill="hold"/>
                                        <p:tgtEl>
                                          <p:spTgt spid="41"/>
                                        </p:tgtEl>
                                        <p:attrNameLst>
                                          <p:attrName>ppt_x</p:attrName>
                                        </p:attrNameLst>
                                      </p:cBhvr>
                                      <p:tavLst>
                                        <p:tav tm="0">
                                          <p:val>
                                            <p:strVal val="#ppt_x"/>
                                          </p:val>
                                        </p:tav>
                                        <p:tav tm="100000">
                                          <p:val>
                                            <p:strVal val="#ppt_x"/>
                                          </p:val>
                                        </p:tav>
                                      </p:tavLst>
                                    </p:anim>
                                    <p:anim calcmode="lin" valueType="num">
                                      <p:cBhvr>
                                        <p:cTn id="234" dur="650" fill="hold"/>
                                        <p:tgtEl>
                                          <p:spTgt spid="41"/>
                                        </p:tgtEl>
                                        <p:attrNameLst>
                                          <p:attrName>ppt_y</p:attrName>
                                        </p:attrNameLst>
                                      </p:cBhvr>
                                      <p:tavLst>
                                        <p:tav tm="0">
                                          <p:val>
                                            <p:strVal val="#ppt_y+.1"/>
                                          </p:val>
                                        </p:tav>
                                        <p:tav tm="100000">
                                          <p:val>
                                            <p:strVal val="#ppt_y"/>
                                          </p:val>
                                        </p:tav>
                                      </p:tavLst>
                                    </p:anim>
                                  </p:childTnLst>
                                </p:cTn>
                              </p:par>
                              <p:par>
                                <p:cTn id="235" presetID="42" presetClass="entr" presetSubtype="0" fill="hold" grpId="0" nodeType="withEffect">
                                  <p:stCondLst>
                                    <p:cond delay="880"/>
                                  </p:stCondLst>
                                  <p:childTnLst>
                                    <p:set>
                                      <p:cBhvr>
                                        <p:cTn id="236" dur="1" fill="hold">
                                          <p:stCondLst>
                                            <p:cond delay="0"/>
                                          </p:stCondLst>
                                        </p:cTn>
                                        <p:tgtEl>
                                          <p:spTgt spid="42"/>
                                        </p:tgtEl>
                                        <p:attrNameLst>
                                          <p:attrName>style.visibility</p:attrName>
                                        </p:attrNameLst>
                                      </p:cBhvr>
                                      <p:to>
                                        <p:strVal val="visible"/>
                                      </p:to>
                                    </p:set>
                                    <p:animEffect transition="in" filter="fade">
                                      <p:cBhvr>
                                        <p:cTn id="237" dur="650"/>
                                        <p:tgtEl>
                                          <p:spTgt spid="42"/>
                                        </p:tgtEl>
                                      </p:cBhvr>
                                    </p:animEffect>
                                    <p:anim calcmode="lin" valueType="num">
                                      <p:cBhvr>
                                        <p:cTn id="238" dur="650" fill="hold"/>
                                        <p:tgtEl>
                                          <p:spTgt spid="42"/>
                                        </p:tgtEl>
                                        <p:attrNameLst>
                                          <p:attrName>ppt_x</p:attrName>
                                        </p:attrNameLst>
                                      </p:cBhvr>
                                      <p:tavLst>
                                        <p:tav tm="0">
                                          <p:val>
                                            <p:strVal val="#ppt_x"/>
                                          </p:val>
                                        </p:tav>
                                        <p:tav tm="100000">
                                          <p:val>
                                            <p:strVal val="#ppt_x"/>
                                          </p:val>
                                        </p:tav>
                                      </p:tavLst>
                                    </p:anim>
                                    <p:anim calcmode="lin" valueType="num">
                                      <p:cBhvr>
                                        <p:cTn id="239" dur="650" fill="hold"/>
                                        <p:tgtEl>
                                          <p:spTgt spid="42"/>
                                        </p:tgtEl>
                                        <p:attrNameLst>
                                          <p:attrName>ppt_y</p:attrName>
                                        </p:attrNameLst>
                                      </p:cBhvr>
                                      <p:tavLst>
                                        <p:tav tm="0">
                                          <p:val>
                                            <p:strVal val="#ppt_y+.1"/>
                                          </p:val>
                                        </p:tav>
                                        <p:tav tm="100000">
                                          <p:val>
                                            <p:strVal val="#ppt_y"/>
                                          </p:val>
                                        </p:tav>
                                      </p:tavLst>
                                    </p:anim>
                                  </p:childTnLst>
                                </p:cTn>
                              </p:par>
                              <p:par>
                                <p:cTn id="240" presetID="42" presetClass="entr" presetSubtype="0" fill="hold" grpId="0" nodeType="withEffect">
                                  <p:stCondLst>
                                    <p:cond delay="880"/>
                                  </p:stCondLst>
                                  <p:childTnLst>
                                    <p:set>
                                      <p:cBhvr>
                                        <p:cTn id="241" dur="1" fill="hold">
                                          <p:stCondLst>
                                            <p:cond delay="0"/>
                                          </p:stCondLst>
                                        </p:cTn>
                                        <p:tgtEl>
                                          <p:spTgt spid="43"/>
                                        </p:tgtEl>
                                        <p:attrNameLst>
                                          <p:attrName>style.visibility</p:attrName>
                                        </p:attrNameLst>
                                      </p:cBhvr>
                                      <p:to>
                                        <p:strVal val="visible"/>
                                      </p:to>
                                    </p:set>
                                    <p:animEffect transition="in" filter="fade">
                                      <p:cBhvr>
                                        <p:cTn id="242" dur="650"/>
                                        <p:tgtEl>
                                          <p:spTgt spid="43"/>
                                        </p:tgtEl>
                                      </p:cBhvr>
                                    </p:animEffect>
                                    <p:anim calcmode="lin" valueType="num">
                                      <p:cBhvr>
                                        <p:cTn id="243" dur="650" fill="hold"/>
                                        <p:tgtEl>
                                          <p:spTgt spid="43"/>
                                        </p:tgtEl>
                                        <p:attrNameLst>
                                          <p:attrName>ppt_x</p:attrName>
                                        </p:attrNameLst>
                                      </p:cBhvr>
                                      <p:tavLst>
                                        <p:tav tm="0">
                                          <p:val>
                                            <p:strVal val="#ppt_x"/>
                                          </p:val>
                                        </p:tav>
                                        <p:tav tm="100000">
                                          <p:val>
                                            <p:strVal val="#ppt_x"/>
                                          </p:val>
                                        </p:tav>
                                      </p:tavLst>
                                    </p:anim>
                                    <p:anim calcmode="lin" valueType="num">
                                      <p:cBhvr>
                                        <p:cTn id="244" dur="650" fill="hold"/>
                                        <p:tgtEl>
                                          <p:spTgt spid="43"/>
                                        </p:tgtEl>
                                        <p:attrNameLst>
                                          <p:attrName>ppt_y</p:attrName>
                                        </p:attrNameLst>
                                      </p:cBhvr>
                                      <p:tavLst>
                                        <p:tav tm="0">
                                          <p:val>
                                            <p:strVal val="#ppt_y+.1"/>
                                          </p:val>
                                        </p:tav>
                                        <p:tav tm="100000">
                                          <p:val>
                                            <p:strVal val="#ppt_y"/>
                                          </p:val>
                                        </p:tav>
                                      </p:tavLst>
                                    </p:anim>
                                  </p:childTnLst>
                                </p:cTn>
                              </p:par>
                              <p:par>
                                <p:cTn id="245" presetID="42" presetClass="entr" presetSubtype="0" fill="hold" grpId="0" nodeType="withEffect">
                                  <p:stCondLst>
                                    <p:cond delay="950"/>
                                  </p:stCondLst>
                                  <p:childTnLst>
                                    <p:set>
                                      <p:cBhvr>
                                        <p:cTn id="246" dur="1" fill="hold">
                                          <p:stCondLst>
                                            <p:cond delay="0"/>
                                          </p:stCondLst>
                                        </p:cTn>
                                        <p:tgtEl>
                                          <p:spTgt spid="44"/>
                                        </p:tgtEl>
                                        <p:attrNameLst>
                                          <p:attrName>style.visibility</p:attrName>
                                        </p:attrNameLst>
                                      </p:cBhvr>
                                      <p:to>
                                        <p:strVal val="visible"/>
                                      </p:to>
                                    </p:set>
                                    <p:animEffect transition="in" filter="fade">
                                      <p:cBhvr>
                                        <p:cTn id="247" dur="650"/>
                                        <p:tgtEl>
                                          <p:spTgt spid="44"/>
                                        </p:tgtEl>
                                      </p:cBhvr>
                                    </p:animEffect>
                                    <p:anim calcmode="lin" valueType="num">
                                      <p:cBhvr>
                                        <p:cTn id="248" dur="650" fill="hold"/>
                                        <p:tgtEl>
                                          <p:spTgt spid="44"/>
                                        </p:tgtEl>
                                        <p:attrNameLst>
                                          <p:attrName>ppt_x</p:attrName>
                                        </p:attrNameLst>
                                      </p:cBhvr>
                                      <p:tavLst>
                                        <p:tav tm="0">
                                          <p:val>
                                            <p:strVal val="#ppt_x"/>
                                          </p:val>
                                        </p:tav>
                                        <p:tav tm="100000">
                                          <p:val>
                                            <p:strVal val="#ppt_x"/>
                                          </p:val>
                                        </p:tav>
                                      </p:tavLst>
                                    </p:anim>
                                    <p:anim calcmode="lin" valueType="num">
                                      <p:cBhvr>
                                        <p:cTn id="249" dur="65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250" fill="hold">
                      <p:stCondLst>
                        <p:cond delay="indefinite"/>
                      </p:stCondLst>
                      <p:childTnLst>
                        <p:par>
                          <p:cTn id="251" fill="hold">
                            <p:stCondLst>
                              <p:cond delay="0"/>
                            </p:stCondLst>
                            <p:childTnLst>
                              <p:par>
                                <p:cTn id="252" presetID="1" presetClass="entr" presetSubtype="0" fill="hold" nodeType="clickEffect">
                                  <p:stCondLst>
                                    <p:cond delay="0"/>
                                  </p:stCondLst>
                                  <p:childTnLst>
                                    <p:set>
                                      <p:cBhvr>
                                        <p:cTn id="253" dur="1" fill="hold">
                                          <p:stCondLst>
                                            <p:cond delay="0"/>
                                          </p:stCondLst>
                                        </p:cTn>
                                        <p:tgtEl>
                                          <p:spTgt spid="26"/>
                                        </p:tgtEl>
                                        <p:attrNameLst>
                                          <p:attrName>style.visibility</p:attrName>
                                        </p:attrNameLst>
                                      </p:cBhvr>
                                      <p:to>
                                        <p:strVal val="visible"/>
                                      </p:to>
                                    </p:set>
                                  </p:childTnLst>
                                </p:cTn>
                              </p:par>
                              <p:par>
                                <p:cTn id="254" presetID="10" presetClass="exit" presetSubtype="0" fill="hold" nodeType="withEffect">
                                  <p:stCondLst>
                                    <p:cond delay="0"/>
                                  </p:stCondLst>
                                  <p:childTnLst>
                                    <p:animEffect transition="out" filter="fade">
                                      <p:cBhvr>
                                        <p:cTn id="255" dur="420"/>
                                        <p:tgtEl>
                                          <p:spTgt spid="27"/>
                                        </p:tgtEl>
                                      </p:cBhvr>
                                    </p:animEffect>
                                    <p:set>
                                      <p:cBhvr>
                                        <p:cTn id="256" dur="1" fill="hold">
                                          <p:stCondLst>
                                            <p:cond delay="419"/>
                                          </p:stCondLst>
                                        </p:cTn>
                                        <p:tgtEl>
                                          <p:spTgt spid="27"/>
                                        </p:tgtEl>
                                        <p:attrNameLst>
                                          <p:attrName>style.visibility</p:attrName>
                                        </p:attrNameLst>
                                      </p:cBhvr>
                                      <p:to>
                                        <p:strVal val="hidden"/>
                                      </p:to>
                                    </p:set>
                                  </p:childTnLst>
                                </p:cTn>
                              </p:par>
                              <p:par>
                                <p:cTn id="257" presetID="42" presetClass="entr" presetSubtype="0" fill="hold" grpId="0" nodeType="withEffect">
                                  <p:stCondLst>
                                    <p:cond delay="0"/>
                                  </p:stCondLst>
                                  <p:childTnLst>
                                    <p:set>
                                      <p:cBhvr>
                                        <p:cTn id="258" dur="1" fill="hold">
                                          <p:stCondLst>
                                            <p:cond delay="0"/>
                                          </p:stCondLst>
                                        </p:cTn>
                                        <p:tgtEl>
                                          <p:spTgt spid="45"/>
                                        </p:tgtEl>
                                        <p:attrNameLst>
                                          <p:attrName>style.visibility</p:attrName>
                                        </p:attrNameLst>
                                      </p:cBhvr>
                                      <p:to>
                                        <p:strVal val="visible"/>
                                      </p:to>
                                    </p:set>
                                    <p:animEffect transition="in" filter="fade">
                                      <p:cBhvr>
                                        <p:cTn id="259" dur="650"/>
                                        <p:tgtEl>
                                          <p:spTgt spid="45"/>
                                        </p:tgtEl>
                                      </p:cBhvr>
                                    </p:animEffect>
                                    <p:anim calcmode="lin" valueType="num">
                                      <p:cBhvr>
                                        <p:cTn id="260" dur="650" fill="hold"/>
                                        <p:tgtEl>
                                          <p:spTgt spid="45"/>
                                        </p:tgtEl>
                                        <p:attrNameLst>
                                          <p:attrName>ppt_x</p:attrName>
                                        </p:attrNameLst>
                                      </p:cBhvr>
                                      <p:tavLst>
                                        <p:tav tm="0">
                                          <p:val>
                                            <p:strVal val="#ppt_x"/>
                                          </p:val>
                                        </p:tav>
                                        <p:tav tm="100000">
                                          <p:val>
                                            <p:strVal val="#ppt_x"/>
                                          </p:val>
                                        </p:tav>
                                      </p:tavLst>
                                    </p:anim>
                                    <p:anim calcmode="lin" valueType="num">
                                      <p:cBhvr>
                                        <p:cTn id="261" dur="650" fill="hold"/>
                                        <p:tgtEl>
                                          <p:spTgt spid="45"/>
                                        </p:tgtEl>
                                        <p:attrNameLst>
                                          <p:attrName>ppt_y</p:attrName>
                                        </p:attrNameLst>
                                      </p:cBhvr>
                                      <p:tavLst>
                                        <p:tav tm="0">
                                          <p:val>
                                            <p:strVal val="#ppt_y+.1"/>
                                          </p:val>
                                        </p:tav>
                                        <p:tav tm="100000">
                                          <p:val>
                                            <p:strVal val="#ppt_y"/>
                                          </p:val>
                                        </p:tav>
                                      </p:tavLst>
                                    </p:anim>
                                  </p:childTnLst>
                                </p:cTn>
                              </p:par>
                              <p:par>
                                <p:cTn id="262" presetID="42" presetClass="entr" presetSubtype="0" fill="hold" grpId="0" nodeType="withEffect">
                                  <p:stCondLst>
                                    <p:cond delay="0"/>
                                  </p:stCondLst>
                                  <p:childTnLst>
                                    <p:set>
                                      <p:cBhvr>
                                        <p:cTn id="263" dur="1" fill="hold">
                                          <p:stCondLst>
                                            <p:cond delay="0"/>
                                          </p:stCondLst>
                                        </p:cTn>
                                        <p:tgtEl>
                                          <p:spTgt spid="46"/>
                                        </p:tgtEl>
                                        <p:attrNameLst>
                                          <p:attrName>style.visibility</p:attrName>
                                        </p:attrNameLst>
                                      </p:cBhvr>
                                      <p:to>
                                        <p:strVal val="visible"/>
                                      </p:to>
                                    </p:set>
                                    <p:animEffect transition="in" filter="fade">
                                      <p:cBhvr>
                                        <p:cTn id="264" dur="650"/>
                                        <p:tgtEl>
                                          <p:spTgt spid="46"/>
                                        </p:tgtEl>
                                      </p:cBhvr>
                                    </p:animEffect>
                                    <p:anim calcmode="lin" valueType="num">
                                      <p:cBhvr>
                                        <p:cTn id="265" dur="650" fill="hold"/>
                                        <p:tgtEl>
                                          <p:spTgt spid="46"/>
                                        </p:tgtEl>
                                        <p:attrNameLst>
                                          <p:attrName>ppt_x</p:attrName>
                                        </p:attrNameLst>
                                      </p:cBhvr>
                                      <p:tavLst>
                                        <p:tav tm="0">
                                          <p:val>
                                            <p:strVal val="#ppt_x"/>
                                          </p:val>
                                        </p:tav>
                                        <p:tav tm="100000">
                                          <p:val>
                                            <p:strVal val="#ppt_x"/>
                                          </p:val>
                                        </p:tav>
                                      </p:tavLst>
                                    </p:anim>
                                    <p:anim calcmode="lin" valueType="num">
                                      <p:cBhvr>
                                        <p:cTn id="266" dur="650" fill="hold"/>
                                        <p:tgtEl>
                                          <p:spTgt spid="46"/>
                                        </p:tgtEl>
                                        <p:attrNameLst>
                                          <p:attrName>ppt_y</p:attrName>
                                        </p:attrNameLst>
                                      </p:cBhvr>
                                      <p:tavLst>
                                        <p:tav tm="0">
                                          <p:val>
                                            <p:strVal val="#ppt_y+.1"/>
                                          </p:val>
                                        </p:tav>
                                        <p:tav tm="100000">
                                          <p:val>
                                            <p:strVal val="#ppt_y"/>
                                          </p:val>
                                        </p:tav>
                                      </p:tavLst>
                                    </p:anim>
                                  </p:childTnLst>
                                </p:cTn>
                              </p:par>
                              <p:par>
                                <p:cTn id="267" presetID="42" presetClass="entr" presetSubtype="0" fill="hold" grpId="0" nodeType="withEffect">
                                  <p:stCondLst>
                                    <p:cond delay="0"/>
                                  </p:stCondLst>
                                  <p:childTnLst>
                                    <p:set>
                                      <p:cBhvr>
                                        <p:cTn id="268" dur="1" fill="hold">
                                          <p:stCondLst>
                                            <p:cond delay="0"/>
                                          </p:stCondLst>
                                        </p:cTn>
                                        <p:tgtEl>
                                          <p:spTgt spid="47"/>
                                        </p:tgtEl>
                                        <p:attrNameLst>
                                          <p:attrName>style.visibility</p:attrName>
                                        </p:attrNameLst>
                                      </p:cBhvr>
                                      <p:to>
                                        <p:strVal val="visible"/>
                                      </p:to>
                                    </p:set>
                                    <p:animEffect transition="in" filter="fade">
                                      <p:cBhvr>
                                        <p:cTn id="269" dur="650"/>
                                        <p:tgtEl>
                                          <p:spTgt spid="47"/>
                                        </p:tgtEl>
                                      </p:cBhvr>
                                    </p:animEffect>
                                    <p:anim calcmode="lin" valueType="num">
                                      <p:cBhvr>
                                        <p:cTn id="270" dur="650" fill="hold"/>
                                        <p:tgtEl>
                                          <p:spTgt spid="47"/>
                                        </p:tgtEl>
                                        <p:attrNameLst>
                                          <p:attrName>ppt_x</p:attrName>
                                        </p:attrNameLst>
                                      </p:cBhvr>
                                      <p:tavLst>
                                        <p:tav tm="0">
                                          <p:val>
                                            <p:strVal val="#ppt_x"/>
                                          </p:val>
                                        </p:tav>
                                        <p:tav tm="100000">
                                          <p:val>
                                            <p:strVal val="#ppt_x"/>
                                          </p:val>
                                        </p:tav>
                                      </p:tavLst>
                                    </p:anim>
                                    <p:anim calcmode="lin" valueType="num">
                                      <p:cBhvr>
                                        <p:cTn id="271" dur="650" fill="hold"/>
                                        <p:tgtEl>
                                          <p:spTgt spid="47"/>
                                        </p:tgtEl>
                                        <p:attrNameLst>
                                          <p:attrName>ppt_y</p:attrName>
                                        </p:attrNameLst>
                                      </p:cBhvr>
                                      <p:tavLst>
                                        <p:tav tm="0">
                                          <p:val>
                                            <p:strVal val="#ppt_y+.1"/>
                                          </p:val>
                                        </p:tav>
                                        <p:tav tm="100000">
                                          <p:val>
                                            <p:strVal val="#ppt_y"/>
                                          </p:val>
                                        </p:tav>
                                      </p:tavLst>
                                    </p:anim>
                                  </p:childTnLst>
                                </p:cTn>
                              </p:par>
                              <p:par>
                                <p:cTn id="272" presetID="42" presetClass="entr" presetSubtype="0" fill="hold" grpId="0" nodeType="withEffect">
                                  <p:stCondLst>
                                    <p:cond delay="0"/>
                                  </p:stCondLst>
                                  <p:childTnLst>
                                    <p:set>
                                      <p:cBhvr>
                                        <p:cTn id="273" dur="1" fill="hold">
                                          <p:stCondLst>
                                            <p:cond delay="0"/>
                                          </p:stCondLst>
                                        </p:cTn>
                                        <p:tgtEl>
                                          <p:spTgt spid="48"/>
                                        </p:tgtEl>
                                        <p:attrNameLst>
                                          <p:attrName>style.visibility</p:attrName>
                                        </p:attrNameLst>
                                      </p:cBhvr>
                                      <p:to>
                                        <p:strVal val="visible"/>
                                      </p:to>
                                    </p:set>
                                    <p:animEffect transition="in" filter="fade">
                                      <p:cBhvr>
                                        <p:cTn id="274" dur="650"/>
                                        <p:tgtEl>
                                          <p:spTgt spid="48"/>
                                        </p:tgtEl>
                                      </p:cBhvr>
                                    </p:animEffect>
                                    <p:anim calcmode="lin" valueType="num">
                                      <p:cBhvr>
                                        <p:cTn id="275" dur="650" fill="hold"/>
                                        <p:tgtEl>
                                          <p:spTgt spid="48"/>
                                        </p:tgtEl>
                                        <p:attrNameLst>
                                          <p:attrName>ppt_x</p:attrName>
                                        </p:attrNameLst>
                                      </p:cBhvr>
                                      <p:tavLst>
                                        <p:tav tm="0">
                                          <p:val>
                                            <p:strVal val="#ppt_x"/>
                                          </p:val>
                                        </p:tav>
                                        <p:tav tm="100000">
                                          <p:val>
                                            <p:strVal val="#ppt_x"/>
                                          </p:val>
                                        </p:tav>
                                      </p:tavLst>
                                    </p:anim>
                                    <p:anim calcmode="lin" valueType="num">
                                      <p:cBhvr>
                                        <p:cTn id="276" dur="650" fill="hold"/>
                                        <p:tgtEl>
                                          <p:spTgt spid="48"/>
                                        </p:tgtEl>
                                        <p:attrNameLst>
                                          <p:attrName>ppt_y</p:attrName>
                                        </p:attrNameLst>
                                      </p:cBhvr>
                                      <p:tavLst>
                                        <p:tav tm="0">
                                          <p:val>
                                            <p:strVal val="#ppt_y+.1"/>
                                          </p:val>
                                        </p:tav>
                                        <p:tav tm="100000">
                                          <p:val>
                                            <p:strVal val="#ppt_y"/>
                                          </p:val>
                                        </p:tav>
                                      </p:tavLst>
                                    </p:anim>
                                  </p:childTnLst>
                                </p:cTn>
                              </p:par>
                              <p:par>
                                <p:cTn id="277" presetID="42" presetClass="entr" presetSubtype="0" fill="hold" grpId="0" nodeType="withEffect">
                                  <p:stCondLst>
                                    <p:cond delay="0"/>
                                  </p:stCondLst>
                                  <p:childTnLst>
                                    <p:set>
                                      <p:cBhvr>
                                        <p:cTn id="278" dur="1" fill="hold">
                                          <p:stCondLst>
                                            <p:cond delay="0"/>
                                          </p:stCondLst>
                                        </p:cTn>
                                        <p:tgtEl>
                                          <p:spTgt spid="49"/>
                                        </p:tgtEl>
                                        <p:attrNameLst>
                                          <p:attrName>style.visibility</p:attrName>
                                        </p:attrNameLst>
                                      </p:cBhvr>
                                      <p:to>
                                        <p:strVal val="visible"/>
                                      </p:to>
                                    </p:set>
                                    <p:animEffect transition="in" filter="fade">
                                      <p:cBhvr>
                                        <p:cTn id="279" dur="650"/>
                                        <p:tgtEl>
                                          <p:spTgt spid="49"/>
                                        </p:tgtEl>
                                      </p:cBhvr>
                                    </p:animEffect>
                                    <p:anim calcmode="lin" valueType="num">
                                      <p:cBhvr>
                                        <p:cTn id="280" dur="650" fill="hold"/>
                                        <p:tgtEl>
                                          <p:spTgt spid="49"/>
                                        </p:tgtEl>
                                        <p:attrNameLst>
                                          <p:attrName>ppt_x</p:attrName>
                                        </p:attrNameLst>
                                      </p:cBhvr>
                                      <p:tavLst>
                                        <p:tav tm="0">
                                          <p:val>
                                            <p:strVal val="#ppt_x"/>
                                          </p:val>
                                        </p:tav>
                                        <p:tav tm="100000">
                                          <p:val>
                                            <p:strVal val="#ppt_x"/>
                                          </p:val>
                                        </p:tav>
                                      </p:tavLst>
                                    </p:anim>
                                    <p:anim calcmode="lin" valueType="num">
                                      <p:cBhvr>
                                        <p:cTn id="281" dur="650" fill="hold"/>
                                        <p:tgtEl>
                                          <p:spTgt spid="49"/>
                                        </p:tgtEl>
                                        <p:attrNameLst>
                                          <p:attrName>ppt_y</p:attrName>
                                        </p:attrNameLst>
                                      </p:cBhvr>
                                      <p:tavLst>
                                        <p:tav tm="0">
                                          <p:val>
                                            <p:strVal val="#ppt_y+.1"/>
                                          </p:val>
                                        </p:tav>
                                        <p:tav tm="100000">
                                          <p:val>
                                            <p:strVal val="#ppt_y"/>
                                          </p:val>
                                        </p:tav>
                                      </p:tavLst>
                                    </p:anim>
                                  </p:childTnLst>
                                </p:cTn>
                              </p:par>
                              <p:par>
                                <p:cTn id="282" presetID="42" presetClass="entr" presetSubtype="0" fill="hold" grpId="0" nodeType="withEffect">
                                  <p:stCondLst>
                                    <p:cond delay="0"/>
                                  </p:stCondLst>
                                  <p:childTnLst>
                                    <p:set>
                                      <p:cBhvr>
                                        <p:cTn id="283" dur="1" fill="hold">
                                          <p:stCondLst>
                                            <p:cond delay="0"/>
                                          </p:stCondLst>
                                        </p:cTn>
                                        <p:tgtEl>
                                          <p:spTgt spid="50"/>
                                        </p:tgtEl>
                                        <p:attrNameLst>
                                          <p:attrName>style.visibility</p:attrName>
                                        </p:attrNameLst>
                                      </p:cBhvr>
                                      <p:to>
                                        <p:strVal val="visible"/>
                                      </p:to>
                                    </p:set>
                                    <p:animEffect transition="in" filter="fade">
                                      <p:cBhvr>
                                        <p:cTn id="284" dur="650"/>
                                        <p:tgtEl>
                                          <p:spTgt spid="50"/>
                                        </p:tgtEl>
                                      </p:cBhvr>
                                    </p:animEffect>
                                    <p:anim calcmode="lin" valueType="num">
                                      <p:cBhvr>
                                        <p:cTn id="285" dur="650" fill="hold"/>
                                        <p:tgtEl>
                                          <p:spTgt spid="50"/>
                                        </p:tgtEl>
                                        <p:attrNameLst>
                                          <p:attrName>ppt_x</p:attrName>
                                        </p:attrNameLst>
                                      </p:cBhvr>
                                      <p:tavLst>
                                        <p:tav tm="0">
                                          <p:val>
                                            <p:strVal val="#ppt_x"/>
                                          </p:val>
                                        </p:tav>
                                        <p:tav tm="100000">
                                          <p:val>
                                            <p:strVal val="#ppt_x"/>
                                          </p:val>
                                        </p:tav>
                                      </p:tavLst>
                                    </p:anim>
                                    <p:anim calcmode="lin" valueType="num">
                                      <p:cBhvr>
                                        <p:cTn id="286" dur="650" fill="hold"/>
                                        <p:tgtEl>
                                          <p:spTgt spid="50"/>
                                        </p:tgtEl>
                                        <p:attrNameLst>
                                          <p:attrName>ppt_y</p:attrName>
                                        </p:attrNameLst>
                                      </p:cBhvr>
                                      <p:tavLst>
                                        <p:tav tm="0">
                                          <p:val>
                                            <p:strVal val="#ppt_y+.1"/>
                                          </p:val>
                                        </p:tav>
                                        <p:tav tm="100000">
                                          <p:val>
                                            <p:strVal val="#ppt_y"/>
                                          </p:val>
                                        </p:tav>
                                      </p:tavLst>
                                    </p:anim>
                                  </p:childTnLst>
                                </p:cTn>
                              </p:par>
                              <p:par>
                                <p:cTn id="287" presetID="42" presetClass="entr" presetSubtype="0" fill="hold" grpId="0" nodeType="withEffect">
                                  <p:stCondLst>
                                    <p:cond delay="0"/>
                                  </p:stCondLst>
                                  <p:childTnLst>
                                    <p:set>
                                      <p:cBhvr>
                                        <p:cTn id="288" dur="1" fill="hold">
                                          <p:stCondLst>
                                            <p:cond delay="0"/>
                                          </p:stCondLst>
                                        </p:cTn>
                                        <p:tgtEl>
                                          <p:spTgt spid="51"/>
                                        </p:tgtEl>
                                        <p:attrNameLst>
                                          <p:attrName>style.visibility</p:attrName>
                                        </p:attrNameLst>
                                      </p:cBhvr>
                                      <p:to>
                                        <p:strVal val="visible"/>
                                      </p:to>
                                    </p:set>
                                    <p:animEffect transition="in" filter="fade">
                                      <p:cBhvr>
                                        <p:cTn id="289" dur="650"/>
                                        <p:tgtEl>
                                          <p:spTgt spid="51"/>
                                        </p:tgtEl>
                                      </p:cBhvr>
                                    </p:animEffect>
                                    <p:anim calcmode="lin" valueType="num">
                                      <p:cBhvr>
                                        <p:cTn id="290" dur="650" fill="hold"/>
                                        <p:tgtEl>
                                          <p:spTgt spid="51"/>
                                        </p:tgtEl>
                                        <p:attrNameLst>
                                          <p:attrName>ppt_x</p:attrName>
                                        </p:attrNameLst>
                                      </p:cBhvr>
                                      <p:tavLst>
                                        <p:tav tm="0">
                                          <p:val>
                                            <p:strVal val="#ppt_x"/>
                                          </p:val>
                                        </p:tav>
                                        <p:tav tm="100000">
                                          <p:val>
                                            <p:strVal val="#ppt_x"/>
                                          </p:val>
                                        </p:tav>
                                      </p:tavLst>
                                    </p:anim>
                                    <p:anim calcmode="lin" valueType="num">
                                      <p:cBhvr>
                                        <p:cTn id="291" dur="650" fill="hold"/>
                                        <p:tgtEl>
                                          <p:spTgt spid="51"/>
                                        </p:tgtEl>
                                        <p:attrNameLst>
                                          <p:attrName>ppt_y</p:attrName>
                                        </p:attrNameLst>
                                      </p:cBhvr>
                                      <p:tavLst>
                                        <p:tav tm="0">
                                          <p:val>
                                            <p:strVal val="#ppt_y+.1"/>
                                          </p:val>
                                        </p:tav>
                                        <p:tav tm="100000">
                                          <p:val>
                                            <p:strVal val="#ppt_y"/>
                                          </p:val>
                                        </p:tav>
                                      </p:tavLst>
                                    </p:anim>
                                  </p:childTnLst>
                                </p:cTn>
                              </p:par>
                              <p:par>
                                <p:cTn id="292" presetID="42" presetClass="entr" presetSubtype="0" fill="hold" grpId="0" nodeType="withEffect">
                                  <p:stCondLst>
                                    <p:cond delay="120"/>
                                  </p:stCondLst>
                                  <p:childTnLst>
                                    <p:set>
                                      <p:cBhvr>
                                        <p:cTn id="293" dur="1" fill="hold">
                                          <p:stCondLst>
                                            <p:cond delay="0"/>
                                          </p:stCondLst>
                                        </p:cTn>
                                        <p:tgtEl>
                                          <p:spTgt spid="52"/>
                                        </p:tgtEl>
                                        <p:attrNameLst>
                                          <p:attrName>style.visibility</p:attrName>
                                        </p:attrNameLst>
                                      </p:cBhvr>
                                      <p:to>
                                        <p:strVal val="visible"/>
                                      </p:to>
                                    </p:set>
                                    <p:animEffect transition="in" filter="fade">
                                      <p:cBhvr>
                                        <p:cTn id="294" dur="650"/>
                                        <p:tgtEl>
                                          <p:spTgt spid="52"/>
                                        </p:tgtEl>
                                      </p:cBhvr>
                                    </p:animEffect>
                                    <p:anim calcmode="lin" valueType="num">
                                      <p:cBhvr>
                                        <p:cTn id="295" dur="650" fill="hold"/>
                                        <p:tgtEl>
                                          <p:spTgt spid="52"/>
                                        </p:tgtEl>
                                        <p:attrNameLst>
                                          <p:attrName>ppt_x</p:attrName>
                                        </p:attrNameLst>
                                      </p:cBhvr>
                                      <p:tavLst>
                                        <p:tav tm="0">
                                          <p:val>
                                            <p:strVal val="#ppt_x"/>
                                          </p:val>
                                        </p:tav>
                                        <p:tav tm="100000">
                                          <p:val>
                                            <p:strVal val="#ppt_x"/>
                                          </p:val>
                                        </p:tav>
                                      </p:tavLst>
                                    </p:anim>
                                    <p:anim calcmode="lin" valueType="num">
                                      <p:cBhvr>
                                        <p:cTn id="296" dur="650" fill="hold"/>
                                        <p:tgtEl>
                                          <p:spTgt spid="52"/>
                                        </p:tgtEl>
                                        <p:attrNameLst>
                                          <p:attrName>ppt_y</p:attrName>
                                        </p:attrNameLst>
                                      </p:cBhvr>
                                      <p:tavLst>
                                        <p:tav tm="0">
                                          <p:val>
                                            <p:strVal val="#ppt_y+.1"/>
                                          </p:val>
                                        </p:tav>
                                        <p:tav tm="100000">
                                          <p:val>
                                            <p:strVal val="#ppt_y"/>
                                          </p:val>
                                        </p:tav>
                                      </p:tavLst>
                                    </p:anim>
                                  </p:childTnLst>
                                </p:cTn>
                              </p:par>
                              <p:par>
                                <p:cTn id="297" presetID="42" presetClass="entr" presetSubtype="0" fill="hold" grpId="0" nodeType="withEffect">
                                  <p:stCondLst>
                                    <p:cond delay="120"/>
                                  </p:stCondLst>
                                  <p:childTnLst>
                                    <p:set>
                                      <p:cBhvr>
                                        <p:cTn id="298" dur="1" fill="hold">
                                          <p:stCondLst>
                                            <p:cond delay="0"/>
                                          </p:stCondLst>
                                        </p:cTn>
                                        <p:tgtEl>
                                          <p:spTgt spid="53"/>
                                        </p:tgtEl>
                                        <p:attrNameLst>
                                          <p:attrName>style.visibility</p:attrName>
                                        </p:attrNameLst>
                                      </p:cBhvr>
                                      <p:to>
                                        <p:strVal val="visible"/>
                                      </p:to>
                                    </p:set>
                                    <p:animEffect transition="in" filter="fade">
                                      <p:cBhvr>
                                        <p:cTn id="299" dur="650"/>
                                        <p:tgtEl>
                                          <p:spTgt spid="53"/>
                                        </p:tgtEl>
                                      </p:cBhvr>
                                    </p:animEffect>
                                    <p:anim calcmode="lin" valueType="num">
                                      <p:cBhvr>
                                        <p:cTn id="300" dur="650" fill="hold"/>
                                        <p:tgtEl>
                                          <p:spTgt spid="53"/>
                                        </p:tgtEl>
                                        <p:attrNameLst>
                                          <p:attrName>ppt_x</p:attrName>
                                        </p:attrNameLst>
                                      </p:cBhvr>
                                      <p:tavLst>
                                        <p:tav tm="0">
                                          <p:val>
                                            <p:strVal val="#ppt_x"/>
                                          </p:val>
                                        </p:tav>
                                        <p:tav tm="100000">
                                          <p:val>
                                            <p:strVal val="#ppt_x"/>
                                          </p:val>
                                        </p:tav>
                                      </p:tavLst>
                                    </p:anim>
                                    <p:anim calcmode="lin" valueType="num">
                                      <p:cBhvr>
                                        <p:cTn id="301" dur="650" fill="hold"/>
                                        <p:tgtEl>
                                          <p:spTgt spid="53"/>
                                        </p:tgtEl>
                                        <p:attrNameLst>
                                          <p:attrName>ppt_y</p:attrName>
                                        </p:attrNameLst>
                                      </p:cBhvr>
                                      <p:tavLst>
                                        <p:tav tm="0">
                                          <p:val>
                                            <p:strVal val="#ppt_y+.1"/>
                                          </p:val>
                                        </p:tav>
                                        <p:tav tm="100000">
                                          <p:val>
                                            <p:strVal val="#ppt_y"/>
                                          </p:val>
                                        </p:tav>
                                      </p:tavLst>
                                    </p:anim>
                                  </p:childTnLst>
                                </p:cTn>
                              </p:par>
                              <p:par>
                                <p:cTn id="302" presetID="42" presetClass="entr" presetSubtype="0" fill="hold" grpId="0" nodeType="withEffect">
                                  <p:stCondLst>
                                    <p:cond delay="240"/>
                                  </p:stCondLst>
                                  <p:childTnLst>
                                    <p:set>
                                      <p:cBhvr>
                                        <p:cTn id="303" dur="1" fill="hold">
                                          <p:stCondLst>
                                            <p:cond delay="0"/>
                                          </p:stCondLst>
                                        </p:cTn>
                                        <p:tgtEl>
                                          <p:spTgt spid="54"/>
                                        </p:tgtEl>
                                        <p:attrNameLst>
                                          <p:attrName>style.visibility</p:attrName>
                                        </p:attrNameLst>
                                      </p:cBhvr>
                                      <p:to>
                                        <p:strVal val="visible"/>
                                      </p:to>
                                    </p:set>
                                    <p:animEffect transition="in" filter="fade">
                                      <p:cBhvr>
                                        <p:cTn id="304" dur="650"/>
                                        <p:tgtEl>
                                          <p:spTgt spid="54"/>
                                        </p:tgtEl>
                                      </p:cBhvr>
                                    </p:animEffect>
                                    <p:anim calcmode="lin" valueType="num">
                                      <p:cBhvr>
                                        <p:cTn id="305" dur="650" fill="hold"/>
                                        <p:tgtEl>
                                          <p:spTgt spid="54"/>
                                        </p:tgtEl>
                                        <p:attrNameLst>
                                          <p:attrName>ppt_x</p:attrName>
                                        </p:attrNameLst>
                                      </p:cBhvr>
                                      <p:tavLst>
                                        <p:tav tm="0">
                                          <p:val>
                                            <p:strVal val="#ppt_x"/>
                                          </p:val>
                                        </p:tav>
                                        <p:tav tm="100000">
                                          <p:val>
                                            <p:strVal val="#ppt_x"/>
                                          </p:val>
                                        </p:tav>
                                      </p:tavLst>
                                    </p:anim>
                                    <p:anim calcmode="lin" valueType="num">
                                      <p:cBhvr>
                                        <p:cTn id="306" dur="650" fill="hold"/>
                                        <p:tgtEl>
                                          <p:spTgt spid="54"/>
                                        </p:tgtEl>
                                        <p:attrNameLst>
                                          <p:attrName>ppt_y</p:attrName>
                                        </p:attrNameLst>
                                      </p:cBhvr>
                                      <p:tavLst>
                                        <p:tav tm="0">
                                          <p:val>
                                            <p:strVal val="#ppt_y+.1"/>
                                          </p:val>
                                        </p:tav>
                                        <p:tav tm="100000">
                                          <p:val>
                                            <p:strVal val="#ppt_y"/>
                                          </p:val>
                                        </p:tav>
                                      </p:tavLst>
                                    </p:anim>
                                  </p:childTnLst>
                                </p:cTn>
                              </p:par>
                              <p:par>
                                <p:cTn id="307" presetID="42" presetClass="entr" presetSubtype="0" fill="hold" grpId="0" nodeType="withEffect">
                                  <p:stCondLst>
                                    <p:cond delay="240"/>
                                  </p:stCondLst>
                                  <p:childTnLst>
                                    <p:set>
                                      <p:cBhvr>
                                        <p:cTn id="308" dur="1" fill="hold">
                                          <p:stCondLst>
                                            <p:cond delay="0"/>
                                          </p:stCondLst>
                                        </p:cTn>
                                        <p:tgtEl>
                                          <p:spTgt spid="55"/>
                                        </p:tgtEl>
                                        <p:attrNameLst>
                                          <p:attrName>style.visibility</p:attrName>
                                        </p:attrNameLst>
                                      </p:cBhvr>
                                      <p:to>
                                        <p:strVal val="visible"/>
                                      </p:to>
                                    </p:set>
                                    <p:animEffect transition="in" filter="fade">
                                      <p:cBhvr>
                                        <p:cTn id="309" dur="650"/>
                                        <p:tgtEl>
                                          <p:spTgt spid="55"/>
                                        </p:tgtEl>
                                      </p:cBhvr>
                                    </p:animEffect>
                                    <p:anim calcmode="lin" valueType="num">
                                      <p:cBhvr>
                                        <p:cTn id="310" dur="650" fill="hold"/>
                                        <p:tgtEl>
                                          <p:spTgt spid="55"/>
                                        </p:tgtEl>
                                        <p:attrNameLst>
                                          <p:attrName>ppt_x</p:attrName>
                                        </p:attrNameLst>
                                      </p:cBhvr>
                                      <p:tavLst>
                                        <p:tav tm="0">
                                          <p:val>
                                            <p:strVal val="#ppt_x"/>
                                          </p:val>
                                        </p:tav>
                                        <p:tav tm="100000">
                                          <p:val>
                                            <p:strVal val="#ppt_x"/>
                                          </p:val>
                                        </p:tav>
                                      </p:tavLst>
                                    </p:anim>
                                    <p:anim calcmode="lin" valueType="num">
                                      <p:cBhvr>
                                        <p:cTn id="311" dur="650" fill="hold"/>
                                        <p:tgtEl>
                                          <p:spTgt spid="55"/>
                                        </p:tgtEl>
                                        <p:attrNameLst>
                                          <p:attrName>ppt_y</p:attrName>
                                        </p:attrNameLst>
                                      </p:cBhvr>
                                      <p:tavLst>
                                        <p:tav tm="0">
                                          <p:val>
                                            <p:strVal val="#ppt_y+.1"/>
                                          </p:val>
                                        </p:tav>
                                        <p:tav tm="100000">
                                          <p:val>
                                            <p:strVal val="#ppt_y"/>
                                          </p:val>
                                        </p:tav>
                                      </p:tavLst>
                                    </p:anim>
                                  </p:childTnLst>
                                </p:cTn>
                              </p:par>
                              <p:par>
                                <p:cTn id="312" presetID="42" presetClass="entr" presetSubtype="0" fill="hold" grpId="0" nodeType="withEffect">
                                  <p:stCondLst>
                                    <p:cond delay="240"/>
                                  </p:stCondLst>
                                  <p:childTnLst>
                                    <p:set>
                                      <p:cBhvr>
                                        <p:cTn id="313" dur="1" fill="hold">
                                          <p:stCondLst>
                                            <p:cond delay="0"/>
                                          </p:stCondLst>
                                        </p:cTn>
                                        <p:tgtEl>
                                          <p:spTgt spid="56"/>
                                        </p:tgtEl>
                                        <p:attrNameLst>
                                          <p:attrName>style.visibility</p:attrName>
                                        </p:attrNameLst>
                                      </p:cBhvr>
                                      <p:to>
                                        <p:strVal val="visible"/>
                                      </p:to>
                                    </p:set>
                                    <p:animEffect transition="in" filter="fade">
                                      <p:cBhvr>
                                        <p:cTn id="314" dur="650"/>
                                        <p:tgtEl>
                                          <p:spTgt spid="56"/>
                                        </p:tgtEl>
                                      </p:cBhvr>
                                    </p:animEffect>
                                    <p:anim calcmode="lin" valueType="num">
                                      <p:cBhvr>
                                        <p:cTn id="315" dur="650" fill="hold"/>
                                        <p:tgtEl>
                                          <p:spTgt spid="56"/>
                                        </p:tgtEl>
                                        <p:attrNameLst>
                                          <p:attrName>ppt_x</p:attrName>
                                        </p:attrNameLst>
                                      </p:cBhvr>
                                      <p:tavLst>
                                        <p:tav tm="0">
                                          <p:val>
                                            <p:strVal val="#ppt_x"/>
                                          </p:val>
                                        </p:tav>
                                        <p:tav tm="100000">
                                          <p:val>
                                            <p:strVal val="#ppt_x"/>
                                          </p:val>
                                        </p:tav>
                                      </p:tavLst>
                                    </p:anim>
                                    <p:anim calcmode="lin" valueType="num">
                                      <p:cBhvr>
                                        <p:cTn id="316" dur="650" fill="hold"/>
                                        <p:tgtEl>
                                          <p:spTgt spid="56"/>
                                        </p:tgtEl>
                                        <p:attrNameLst>
                                          <p:attrName>ppt_y</p:attrName>
                                        </p:attrNameLst>
                                      </p:cBhvr>
                                      <p:tavLst>
                                        <p:tav tm="0">
                                          <p:val>
                                            <p:strVal val="#ppt_y+.1"/>
                                          </p:val>
                                        </p:tav>
                                        <p:tav tm="100000">
                                          <p:val>
                                            <p:strVal val="#ppt_y"/>
                                          </p:val>
                                        </p:tav>
                                      </p:tavLst>
                                    </p:anim>
                                  </p:childTnLst>
                                </p:cTn>
                              </p:par>
                              <p:par>
                                <p:cTn id="317" presetID="42" presetClass="entr" presetSubtype="0" fill="hold" grpId="0" nodeType="withEffect">
                                  <p:stCondLst>
                                    <p:cond delay="240"/>
                                  </p:stCondLst>
                                  <p:childTnLst>
                                    <p:set>
                                      <p:cBhvr>
                                        <p:cTn id="318" dur="1" fill="hold">
                                          <p:stCondLst>
                                            <p:cond delay="0"/>
                                          </p:stCondLst>
                                        </p:cTn>
                                        <p:tgtEl>
                                          <p:spTgt spid="57"/>
                                        </p:tgtEl>
                                        <p:attrNameLst>
                                          <p:attrName>style.visibility</p:attrName>
                                        </p:attrNameLst>
                                      </p:cBhvr>
                                      <p:to>
                                        <p:strVal val="visible"/>
                                      </p:to>
                                    </p:set>
                                    <p:animEffect transition="in" filter="fade">
                                      <p:cBhvr>
                                        <p:cTn id="319" dur="650"/>
                                        <p:tgtEl>
                                          <p:spTgt spid="57"/>
                                        </p:tgtEl>
                                      </p:cBhvr>
                                    </p:animEffect>
                                    <p:anim calcmode="lin" valueType="num">
                                      <p:cBhvr>
                                        <p:cTn id="320" dur="650" fill="hold"/>
                                        <p:tgtEl>
                                          <p:spTgt spid="57"/>
                                        </p:tgtEl>
                                        <p:attrNameLst>
                                          <p:attrName>ppt_x</p:attrName>
                                        </p:attrNameLst>
                                      </p:cBhvr>
                                      <p:tavLst>
                                        <p:tav tm="0">
                                          <p:val>
                                            <p:strVal val="#ppt_x"/>
                                          </p:val>
                                        </p:tav>
                                        <p:tav tm="100000">
                                          <p:val>
                                            <p:strVal val="#ppt_x"/>
                                          </p:val>
                                        </p:tav>
                                      </p:tavLst>
                                    </p:anim>
                                    <p:anim calcmode="lin" valueType="num">
                                      <p:cBhvr>
                                        <p:cTn id="321" dur="650" fill="hold"/>
                                        <p:tgtEl>
                                          <p:spTgt spid="57"/>
                                        </p:tgtEl>
                                        <p:attrNameLst>
                                          <p:attrName>ppt_y</p:attrName>
                                        </p:attrNameLst>
                                      </p:cBhvr>
                                      <p:tavLst>
                                        <p:tav tm="0">
                                          <p:val>
                                            <p:strVal val="#ppt_y+.1"/>
                                          </p:val>
                                        </p:tav>
                                        <p:tav tm="100000">
                                          <p:val>
                                            <p:strVal val="#ppt_y"/>
                                          </p:val>
                                        </p:tav>
                                      </p:tavLst>
                                    </p:anim>
                                  </p:childTnLst>
                                </p:cTn>
                              </p:par>
                              <p:par>
                                <p:cTn id="322" presetID="42" presetClass="entr" presetSubtype="0" fill="hold" grpId="0" nodeType="withEffect">
                                  <p:stCondLst>
                                    <p:cond delay="240"/>
                                  </p:stCondLst>
                                  <p:childTnLst>
                                    <p:set>
                                      <p:cBhvr>
                                        <p:cTn id="323" dur="1" fill="hold">
                                          <p:stCondLst>
                                            <p:cond delay="0"/>
                                          </p:stCondLst>
                                        </p:cTn>
                                        <p:tgtEl>
                                          <p:spTgt spid="58"/>
                                        </p:tgtEl>
                                        <p:attrNameLst>
                                          <p:attrName>style.visibility</p:attrName>
                                        </p:attrNameLst>
                                      </p:cBhvr>
                                      <p:to>
                                        <p:strVal val="visible"/>
                                      </p:to>
                                    </p:set>
                                    <p:animEffect transition="in" filter="fade">
                                      <p:cBhvr>
                                        <p:cTn id="324" dur="650"/>
                                        <p:tgtEl>
                                          <p:spTgt spid="58"/>
                                        </p:tgtEl>
                                      </p:cBhvr>
                                    </p:animEffect>
                                    <p:anim calcmode="lin" valueType="num">
                                      <p:cBhvr>
                                        <p:cTn id="325" dur="650" fill="hold"/>
                                        <p:tgtEl>
                                          <p:spTgt spid="58"/>
                                        </p:tgtEl>
                                        <p:attrNameLst>
                                          <p:attrName>ppt_x</p:attrName>
                                        </p:attrNameLst>
                                      </p:cBhvr>
                                      <p:tavLst>
                                        <p:tav tm="0">
                                          <p:val>
                                            <p:strVal val="#ppt_x"/>
                                          </p:val>
                                        </p:tav>
                                        <p:tav tm="100000">
                                          <p:val>
                                            <p:strVal val="#ppt_x"/>
                                          </p:val>
                                        </p:tav>
                                      </p:tavLst>
                                    </p:anim>
                                    <p:anim calcmode="lin" valueType="num">
                                      <p:cBhvr>
                                        <p:cTn id="326" dur="650" fill="hold"/>
                                        <p:tgtEl>
                                          <p:spTgt spid="58"/>
                                        </p:tgtEl>
                                        <p:attrNameLst>
                                          <p:attrName>ppt_y</p:attrName>
                                        </p:attrNameLst>
                                      </p:cBhvr>
                                      <p:tavLst>
                                        <p:tav tm="0">
                                          <p:val>
                                            <p:strVal val="#ppt_y+.1"/>
                                          </p:val>
                                        </p:tav>
                                        <p:tav tm="100000">
                                          <p:val>
                                            <p:strVal val="#ppt_y"/>
                                          </p:val>
                                        </p:tav>
                                      </p:tavLst>
                                    </p:anim>
                                  </p:childTnLst>
                                </p:cTn>
                              </p:par>
                              <p:par>
                                <p:cTn id="327" presetID="42" presetClass="entr" presetSubtype="0" fill="hold" grpId="0" nodeType="withEffect">
                                  <p:stCondLst>
                                    <p:cond delay="240"/>
                                  </p:stCondLst>
                                  <p:childTnLst>
                                    <p:set>
                                      <p:cBhvr>
                                        <p:cTn id="328" dur="1" fill="hold">
                                          <p:stCondLst>
                                            <p:cond delay="0"/>
                                          </p:stCondLst>
                                        </p:cTn>
                                        <p:tgtEl>
                                          <p:spTgt spid="59"/>
                                        </p:tgtEl>
                                        <p:attrNameLst>
                                          <p:attrName>style.visibility</p:attrName>
                                        </p:attrNameLst>
                                      </p:cBhvr>
                                      <p:to>
                                        <p:strVal val="visible"/>
                                      </p:to>
                                    </p:set>
                                    <p:animEffect transition="in" filter="fade">
                                      <p:cBhvr>
                                        <p:cTn id="329" dur="650"/>
                                        <p:tgtEl>
                                          <p:spTgt spid="59"/>
                                        </p:tgtEl>
                                      </p:cBhvr>
                                    </p:animEffect>
                                    <p:anim calcmode="lin" valueType="num">
                                      <p:cBhvr>
                                        <p:cTn id="330" dur="650" fill="hold"/>
                                        <p:tgtEl>
                                          <p:spTgt spid="59"/>
                                        </p:tgtEl>
                                        <p:attrNameLst>
                                          <p:attrName>ppt_x</p:attrName>
                                        </p:attrNameLst>
                                      </p:cBhvr>
                                      <p:tavLst>
                                        <p:tav tm="0">
                                          <p:val>
                                            <p:strVal val="#ppt_x"/>
                                          </p:val>
                                        </p:tav>
                                        <p:tav tm="100000">
                                          <p:val>
                                            <p:strVal val="#ppt_x"/>
                                          </p:val>
                                        </p:tav>
                                      </p:tavLst>
                                    </p:anim>
                                    <p:anim calcmode="lin" valueType="num">
                                      <p:cBhvr>
                                        <p:cTn id="331" dur="650" fill="hold"/>
                                        <p:tgtEl>
                                          <p:spTgt spid="59"/>
                                        </p:tgtEl>
                                        <p:attrNameLst>
                                          <p:attrName>ppt_y</p:attrName>
                                        </p:attrNameLst>
                                      </p:cBhvr>
                                      <p:tavLst>
                                        <p:tav tm="0">
                                          <p:val>
                                            <p:strVal val="#ppt_y+.1"/>
                                          </p:val>
                                        </p:tav>
                                        <p:tav tm="100000">
                                          <p:val>
                                            <p:strVal val="#ppt_y"/>
                                          </p:val>
                                        </p:tav>
                                      </p:tavLst>
                                    </p:anim>
                                  </p:childTnLst>
                                </p:cTn>
                              </p:par>
                              <p:par>
                                <p:cTn id="332" presetID="42" presetClass="entr" presetSubtype="0" fill="hold" grpId="0" nodeType="withEffect">
                                  <p:stCondLst>
                                    <p:cond delay="240"/>
                                  </p:stCondLst>
                                  <p:childTnLst>
                                    <p:set>
                                      <p:cBhvr>
                                        <p:cTn id="333" dur="1" fill="hold">
                                          <p:stCondLst>
                                            <p:cond delay="0"/>
                                          </p:stCondLst>
                                        </p:cTn>
                                        <p:tgtEl>
                                          <p:spTgt spid="60"/>
                                        </p:tgtEl>
                                        <p:attrNameLst>
                                          <p:attrName>style.visibility</p:attrName>
                                        </p:attrNameLst>
                                      </p:cBhvr>
                                      <p:to>
                                        <p:strVal val="visible"/>
                                      </p:to>
                                    </p:set>
                                    <p:animEffect transition="in" filter="fade">
                                      <p:cBhvr>
                                        <p:cTn id="334" dur="650"/>
                                        <p:tgtEl>
                                          <p:spTgt spid="60"/>
                                        </p:tgtEl>
                                      </p:cBhvr>
                                    </p:animEffect>
                                    <p:anim calcmode="lin" valueType="num">
                                      <p:cBhvr>
                                        <p:cTn id="335" dur="650" fill="hold"/>
                                        <p:tgtEl>
                                          <p:spTgt spid="60"/>
                                        </p:tgtEl>
                                        <p:attrNameLst>
                                          <p:attrName>ppt_x</p:attrName>
                                        </p:attrNameLst>
                                      </p:cBhvr>
                                      <p:tavLst>
                                        <p:tav tm="0">
                                          <p:val>
                                            <p:strVal val="#ppt_x"/>
                                          </p:val>
                                        </p:tav>
                                        <p:tav tm="100000">
                                          <p:val>
                                            <p:strVal val="#ppt_x"/>
                                          </p:val>
                                        </p:tav>
                                      </p:tavLst>
                                    </p:anim>
                                    <p:anim calcmode="lin" valueType="num">
                                      <p:cBhvr>
                                        <p:cTn id="336" dur="65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p:bldP spid="12" grpId="1"/>
      <p:bldP spid="13" grpId="0"/>
      <p:bldP spid="13" grpId="1"/>
      <p:bldP spid="14" grpId="0" animBg="1"/>
      <p:bldP spid="14" grpId="1" animBg="1"/>
      <p:bldP spid="15" grpId="0"/>
      <p:bldP spid="15" grpId="1"/>
      <p:bldP spid="16" grpId="0" animBg="1"/>
      <p:bldP spid="16" grpId="1" animBg="1"/>
      <p:bldP spid="17" grpId="0"/>
      <p:bldP spid="17" grpId="1"/>
      <p:bldP spid="18" grpId="0" animBg="1"/>
      <p:bldP spid="18" grpId="1" animBg="1"/>
      <p:bldP spid="19" grpId="0"/>
      <p:bldP spid="19" grpId="1"/>
      <p:bldP spid="20" grpId="0"/>
      <p:bldP spid="20" grpId="1"/>
      <p:bldP spid="29" grpId="0"/>
      <p:bldP spid="30" grpId="0" animBg="1"/>
      <p:bldP spid="31" grpId="0"/>
      <p:bldP spid="32" grpId="0"/>
      <p:bldP spid="33" grpId="0"/>
      <p:bldP spid="34" grpId="0"/>
      <p:bldP spid="35" grpId="0"/>
      <p:bldP spid="36" grpId="0"/>
      <p:bldP spid="37" grpId="0"/>
      <p:bldP spid="38" grpId="0"/>
      <p:bldP spid="39" grpId="0" animBg="1"/>
      <p:bldP spid="40" grpId="0"/>
      <p:bldP spid="41" grpId="0"/>
      <p:bldP spid="42" grpId="0" animBg="1"/>
      <p:bldP spid="43" grpId="0"/>
      <p:bldP spid="44" grpId="0"/>
      <p:bldP spid="45" grpId="0" animBg="1"/>
      <p:bldP spid="46" grpId="0" animBg="1"/>
      <p:bldP spid="47" grpId="0" animBg="1"/>
      <p:bldP spid="48" grpId="0" animBg="1"/>
      <p:bldP spid="49" grpId="0" animBg="1"/>
      <p:bldP spid="50" grpId="0"/>
      <p:bldP spid="51" grpId="0"/>
      <p:bldP spid="52" grpId="0"/>
      <p:bldP spid="53" grpId="0"/>
      <p:bldP spid="54" grpId="0" animBg="1"/>
      <p:bldP spid="55" grpId="0" animBg="1"/>
      <p:bldP spid="56" grpId="0" animBg="1"/>
      <p:bldP spid="57" grpId="0" animBg="1"/>
      <p:bldP spid="58" grpId="0" animBg="1"/>
      <p:bldP spid="59" grpId="0"/>
      <p:bldP spid="60" grpId="0"/>
      <p:bldP spid="61" grpId="0"/>
      <p:bldP spid="61" grpId="1"/>
      <p:bldP spid="62" grpId="0"/>
      <p:bldP spid="62" grpId="1"/>
      <p:bldP spid="63" grpId="0"/>
      <p:bldP spid="63" grpId="1"/>
      <p:bldP spid="64" grpId="0" animBg="1"/>
      <p:bldP spid="65" grpId="0"/>
      <p:bldP spid="66" grpId="0" animBg="1"/>
      <p:bldP spid="67" grpId="0"/>
      <p:bldP spid="68" grpId="0" animBg="1"/>
      <p:bldP spid="69" grpId="0"/>
      <p:bldP spid="70" grpId="0" animBg="1"/>
      <p:bldP spid="71" grpId="0"/>
      <p:bldP spid="72" grpId="0" animBg="1"/>
      <p:bldP spid="73" grpId="0"/>
      <p:bldP spid="74" grpId="0" animBg="1"/>
      <p:bldP spid="75" grpId="0"/>
      <p:bldP spid="76" grpId="0" animBg="1"/>
      <p:bldP spid="77" grpId="0"/>
      <p:bldP spid="78" grpId="0" animBg="1"/>
      <p:bldP spid="79" grpId="0"/>
      <p:bldP spid="80" grpId="0" animBg="1"/>
      <p:bldP spid="81" grpId="0"/>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Objetivo general y tres objetivos específicos</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bjetivos:a42809455d"/>
          <p:cNvSpPr/>
          <p:nvPr/>
        </p:nvSpPr>
        <p:spPr>
          <a:xfrm>
            <a:off x="635000" y="1498600"/>
            <a:ext cx="3403600" cy="2780411"/>
          </a:xfrm>
          <a:prstGeom prst="roundRect">
            <a:avLst>
              <a:gd name="adj" fmla="val 4567"/>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bjetivos:a42809455d·2"/>
          <p:cNvSpPr/>
          <p:nvPr/>
        </p:nvSpPr>
        <p:spPr>
          <a:xfrm>
            <a:off x="635000" y="1498600"/>
            <a:ext cx="3403600"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bjetivos:a42809455d·3"/>
          <p:cNvSpPr/>
          <p:nvPr/>
        </p:nvSpPr>
        <p:spPr>
          <a:xfrm>
            <a:off x="4032250" y="1498600"/>
            <a:ext cx="6350" cy="2780411"/>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bjetivos:a42809455d·4"/>
          <p:cNvSpPr/>
          <p:nvPr/>
        </p:nvSpPr>
        <p:spPr>
          <a:xfrm>
            <a:off x="635000" y="4272661"/>
            <a:ext cx="34036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bjetivos:a42809455d·5"/>
          <p:cNvSpPr/>
          <p:nvPr/>
        </p:nvSpPr>
        <p:spPr>
          <a:xfrm>
            <a:off x="635000" y="1498600"/>
            <a:ext cx="6350" cy="2780411"/>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bjetivos:91fd859023"/>
          <p:cNvSpPr/>
          <p:nvPr/>
        </p:nvSpPr>
        <p:spPr>
          <a:xfrm>
            <a:off x="819150" y="1701800"/>
            <a:ext cx="381000" cy="3810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bjetivos:fc284bdd30"/>
          <p:cNvSpPr txBox="1"/>
          <p:nvPr/>
        </p:nvSpPr>
        <p:spPr>
          <a:xfrm>
            <a:off x="793750" y="1810068"/>
            <a:ext cx="431800" cy="190500"/>
          </a:xfrm>
          <a:prstGeom prst="rect">
            <a:avLst/>
          </a:prstGeom>
          <a:noFill/>
        </p:spPr>
        <p:txBody>
          <a:bodyPr wrap="square" lIns="0" rIns="0" tIns="0" bIns="0" anchor="t"/>
          <a:lstStyle/>
          <a:p>
            <a:pPr algn="ctr">
              <a:lnSpc>
                <a:spcPts val="1500"/>
              </a:lnSpc>
              <a:spcBef>
                <a:spcPts val="0"/>
              </a:spcBef>
              <a:spcAft>
                <a:spcPts val="0"/>
              </a:spcAft>
            </a:pPr>
            <a:r>
              <a:rPr sz="1500" b="1" i="0">
                <a:solidFill>
                  <a:srgbClr val="FFFFFF"/>
                </a:solidFill>
                <a:latin typeface="Calibri"/>
              </a:rPr>
              <a:t>1</a:t>
            </a:r>
          </a:p>
        </p:txBody>
      </p:sp>
      <p:sp>
        <p:nvSpPr>
          <p:cNvPr id="18" name="!!objetivos:e19ee01f9b"/>
          <p:cNvSpPr/>
          <p:nvPr/>
        </p:nvSpPr>
        <p:spPr>
          <a:xfrm>
            <a:off x="3000883" y="1755775"/>
            <a:ext cx="850392" cy="27305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bjetivos:bdaf745e35"/>
          <p:cNvSpPr txBox="1"/>
          <p:nvPr/>
        </p:nvSpPr>
        <p:spPr>
          <a:xfrm>
            <a:off x="3105658" y="1825879"/>
            <a:ext cx="691642"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Capítulo 1</a:t>
            </a:r>
          </a:p>
        </p:txBody>
      </p:sp>
      <p:sp>
        <p:nvSpPr>
          <p:cNvPr id="20" name="!!objetivos:378476deea"/>
          <p:cNvSpPr txBox="1"/>
          <p:nvPr/>
        </p:nvSpPr>
        <p:spPr>
          <a:xfrm>
            <a:off x="819150" y="2227605"/>
            <a:ext cx="3096006" cy="320040"/>
          </a:xfrm>
          <a:prstGeom prst="rect">
            <a:avLst/>
          </a:prstGeom>
          <a:noFill/>
        </p:spPr>
        <p:txBody>
          <a:bodyPr wrap="square" lIns="0" rIns="0" tIns="0" bIns="0" anchor="t"/>
          <a:lstStyle/>
          <a:p>
            <a:pPr algn="l">
              <a:lnSpc>
                <a:spcPts val="2520"/>
              </a:lnSpc>
              <a:spcBef>
                <a:spcPts val="0"/>
              </a:spcBef>
              <a:spcAft>
                <a:spcPts val="0"/>
              </a:spcAft>
            </a:pPr>
            <a:r>
              <a:rPr sz="2400" b="1" i="0">
                <a:solidFill>
                  <a:srgbClr val="1F2937"/>
                </a:solidFill>
                <a:latin typeface="Calibri"/>
              </a:rPr>
              <a:t>Fundamentar</a:t>
            </a:r>
          </a:p>
        </p:txBody>
      </p:sp>
      <p:sp>
        <p:nvSpPr>
          <p:cNvPr id="21" name="!!objetivos:10df15791e"/>
          <p:cNvSpPr txBox="1"/>
          <p:nvPr/>
        </p:nvSpPr>
        <p:spPr>
          <a:xfrm>
            <a:off x="819150" y="2627699"/>
            <a:ext cx="3096006" cy="967232"/>
          </a:xfrm>
          <a:prstGeom prst="rect">
            <a:avLst/>
          </a:prstGeom>
          <a:noFill/>
        </p:spPr>
        <p:txBody>
          <a:bodyPr wrap="square" lIns="0" rIns="0" tIns="0" bIns="0" anchor="t"/>
          <a:lstStyle/>
          <a:p>
            <a:pPr algn="l">
              <a:lnSpc>
                <a:spcPts val="1904"/>
              </a:lnSpc>
              <a:spcBef>
                <a:spcPts val="0"/>
              </a:spcBef>
              <a:spcAft>
                <a:spcPts val="0"/>
              </a:spcAft>
            </a:pPr>
            <a:r>
              <a:rPr sz="1400" b="0" i="0">
                <a:solidFill>
                  <a:srgbClr val="3F4A5A"/>
                </a:solidFill>
                <a:latin typeface="Calibri"/>
              </a:rPr>
              <a:t>teóricamente el MEF en elasticidad plana</a:t>
            </a:r>
            <a:br/>
            <a:r>
              <a:rPr sz="1400" b="0" i="0">
                <a:solidFill>
                  <a:srgbClr val="3F4A5A"/>
                </a:solidFill>
                <a:latin typeface="Calibri"/>
              </a:rPr>
              <a:t>con elementos Q4 y Q9, y el estado del</a:t>
            </a:r>
            <a:br/>
            <a:r>
              <a:rPr sz="1400" b="0" i="0">
                <a:solidFill>
                  <a:srgbClr val="3F4A5A"/>
                </a:solidFill>
                <a:latin typeface="Calibri"/>
              </a:rPr>
              <a:t>arte del software para su enseñanza,</a:t>
            </a:r>
            <a:r>
              <a:rPr sz="1400" b="1" i="0">
                <a:solidFill>
                  <a:srgbClr val="1F2937"/>
                </a:solidFill>
                <a:latin typeface="Calibri"/>
              </a:rPr>
              <a:t> para</a:t>
            </a:r>
            <a:br/>
            <a:r>
              <a:rPr sz="1400" b="1" i="0">
                <a:solidFill>
                  <a:srgbClr val="1F2937"/>
                </a:solidFill>
                <a:latin typeface="Calibri"/>
              </a:rPr>
              <a:t>fijar los requisitos de la herramienta</a:t>
            </a:r>
            <a:r>
              <a:rPr sz="1400" b="0" i="0">
                <a:solidFill>
                  <a:srgbClr val="3F4A5A"/>
                </a:solidFill>
                <a:latin typeface="Calibri"/>
              </a:rPr>
              <a:t>.</a:t>
            </a:r>
          </a:p>
        </p:txBody>
      </p:sp>
      <p:sp>
        <p:nvSpPr>
          <p:cNvPr id="22" name="!!objetivos:909daaec2d"/>
          <p:cNvSpPr txBox="1"/>
          <p:nvPr/>
        </p:nvSpPr>
        <p:spPr>
          <a:xfrm>
            <a:off x="4013200" y="2767521"/>
            <a:ext cx="406400" cy="292100"/>
          </a:xfrm>
          <a:prstGeom prst="rect">
            <a:avLst/>
          </a:prstGeom>
          <a:noFill/>
        </p:spPr>
        <p:txBody>
          <a:bodyPr wrap="square" lIns="0" rIns="0" tIns="0" bIns="0" anchor="t"/>
          <a:lstStyle/>
          <a:p>
            <a:pPr algn="ctr">
              <a:lnSpc>
                <a:spcPts val="2300"/>
              </a:lnSpc>
              <a:spcBef>
                <a:spcPts val="0"/>
              </a:spcBef>
              <a:spcAft>
                <a:spcPts val="0"/>
              </a:spcAft>
            </a:pPr>
            <a:r>
              <a:rPr sz="2300" b="1" i="0">
                <a:solidFill>
                  <a:srgbClr val="E8741A"/>
                </a:solidFill>
                <a:latin typeface="Calibri"/>
              </a:rPr>
              <a:t>→</a:t>
            </a:r>
          </a:p>
        </p:txBody>
      </p:sp>
      <p:sp>
        <p:nvSpPr>
          <p:cNvPr id="23" name="!!objetivos:e3ad424fa8"/>
          <p:cNvSpPr/>
          <p:nvPr/>
        </p:nvSpPr>
        <p:spPr>
          <a:xfrm>
            <a:off x="4394200" y="1498600"/>
            <a:ext cx="3403600" cy="2780411"/>
          </a:xfrm>
          <a:prstGeom prst="roundRect">
            <a:avLst>
              <a:gd name="adj" fmla="val 4567"/>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bjetivos:e3ad424fa8·2"/>
          <p:cNvSpPr/>
          <p:nvPr/>
        </p:nvSpPr>
        <p:spPr>
          <a:xfrm>
            <a:off x="4394200" y="1498600"/>
            <a:ext cx="3403600"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bjetivos:e3ad424fa8·3"/>
          <p:cNvSpPr/>
          <p:nvPr/>
        </p:nvSpPr>
        <p:spPr>
          <a:xfrm>
            <a:off x="7791450" y="1498600"/>
            <a:ext cx="6350" cy="2780411"/>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bjetivos:e3ad424fa8·4"/>
          <p:cNvSpPr/>
          <p:nvPr/>
        </p:nvSpPr>
        <p:spPr>
          <a:xfrm>
            <a:off x="4394200" y="4272661"/>
            <a:ext cx="34036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bjetivos:e3ad424fa8·5"/>
          <p:cNvSpPr/>
          <p:nvPr/>
        </p:nvSpPr>
        <p:spPr>
          <a:xfrm>
            <a:off x="4394200" y="1498600"/>
            <a:ext cx="6350" cy="2780411"/>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bjetivos:45e7615142"/>
          <p:cNvSpPr/>
          <p:nvPr/>
        </p:nvSpPr>
        <p:spPr>
          <a:xfrm>
            <a:off x="4578350" y="1701800"/>
            <a:ext cx="381000" cy="3810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bjetivos:ec6a7058c8"/>
          <p:cNvSpPr txBox="1"/>
          <p:nvPr/>
        </p:nvSpPr>
        <p:spPr>
          <a:xfrm>
            <a:off x="4552950" y="1810068"/>
            <a:ext cx="431800" cy="190500"/>
          </a:xfrm>
          <a:prstGeom prst="rect">
            <a:avLst/>
          </a:prstGeom>
          <a:noFill/>
        </p:spPr>
        <p:txBody>
          <a:bodyPr wrap="square" lIns="0" rIns="0" tIns="0" bIns="0" anchor="t"/>
          <a:lstStyle/>
          <a:p>
            <a:pPr algn="ctr">
              <a:lnSpc>
                <a:spcPts val="1500"/>
              </a:lnSpc>
              <a:spcBef>
                <a:spcPts val="0"/>
              </a:spcBef>
              <a:spcAft>
                <a:spcPts val="0"/>
              </a:spcAft>
            </a:pPr>
            <a:r>
              <a:rPr sz="1500" b="1" i="0">
                <a:solidFill>
                  <a:srgbClr val="FFFFFF"/>
                </a:solidFill>
                <a:latin typeface="Calibri"/>
              </a:rPr>
              <a:t>2</a:t>
            </a:r>
          </a:p>
        </p:txBody>
      </p:sp>
      <p:sp>
        <p:nvSpPr>
          <p:cNvPr id="30" name="!!objetivos:ee1374e16b"/>
          <p:cNvSpPr/>
          <p:nvPr/>
        </p:nvSpPr>
        <p:spPr>
          <a:xfrm>
            <a:off x="6760083" y="1755775"/>
            <a:ext cx="850392" cy="27305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bjetivos:e96d2ca30b"/>
          <p:cNvSpPr txBox="1"/>
          <p:nvPr/>
        </p:nvSpPr>
        <p:spPr>
          <a:xfrm>
            <a:off x="6864858" y="1825879"/>
            <a:ext cx="691642"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Capítulo 2</a:t>
            </a:r>
          </a:p>
        </p:txBody>
      </p:sp>
      <p:sp>
        <p:nvSpPr>
          <p:cNvPr id="32" name="!!objetivos:88aef49649"/>
          <p:cNvSpPr txBox="1"/>
          <p:nvPr/>
        </p:nvSpPr>
        <p:spPr>
          <a:xfrm>
            <a:off x="4578350" y="2227605"/>
            <a:ext cx="3096006" cy="320040"/>
          </a:xfrm>
          <a:prstGeom prst="rect">
            <a:avLst/>
          </a:prstGeom>
          <a:noFill/>
        </p:spPr>
        <p:txBody>
          <a:bodyPr wrap="square" lIns="0" rIns="0" tIns="0" bIns="0" anchor="t"/>
          <a:lstStyle/>
          <a:p>
            <a:pPr algn="l">
              <a:lnSpc>
                <a:spcPts val="2520"/>
              </a:lnSpc>
              <a:spcBef>
                <a:spcPts val="0"/>
              </a:spcBef>
              <a:spcAft>
                <a:spcPts val="0"/>
              </a:spcAft>
            </a:pPr>
            <a:r>
              <a:rPr sz="2400" b="1" i="0">
                <a:solidFill>
                  <a:srgbClr val="1F2937"/>
                </a:solidFill>
                <a:latin typeface="Calibri"/>
              </a:rPr>
              <a:t>Desarrollar</a:t>
            </a:r>
          </a:p>
        </p:txBody>
      </p:sp>
      <p:sp>
        <p:nvSpPr>
          <p:cNvPr id="33" name="!!objetivos:0554546b5c"/>
          <p:cNvSpPr txBox="1"/>
          <p:nvPr/>
        </p:nvSpPr>
        <p:spPr>
          <a:xfrm>
            <a:off x="4578350" y="2627699"/>
            <a:ext cx="3096006" cy="1209040"/>
          </a:xfrm>
          <a:prstGeom prst="rect">
            <a:avLst/>
          </a:prstGeom>
          <a:noFill/>
        </p:spPr>
        <p:txBody>
          <a:bodyPr wrap="square" lIns="0" rIns="0" tIns="0" bIns="0" anchor="t"/>
          <a:lstStyle/>
          <a:p>
            <a:pPr algn="l">
              <a:lnSpc>
                <a:spcPts val="1904"/>
              </a:lnSpc>
              <a:spcBef>
                <a:spcPts val="0"/>
              </a:spcBef>
              <a:spcAft>
                <a:spcPts val="0"/>
              </a:spcAft>
            </a:pPr>
            <a:r>
              <a:rPr sz="1400" b="0" i="0">
                <a:solidFill>
                  <a:srgbClr val="3F4A5A"/>
                </a:solidFill>
                <a:latin typeface="Calibri"/>
              </a:rPr>
              <a:t>EduFEM en Python —motor de cálculo,</a:t>
            </a:r>
            <a:br/>
            <a:r>
              <a:rPr sz="1400" b="0" i="0">
                <a:solidFill>
                  <a:srgbClr val="3F4A5A"/>
                </a:solidFill>
                <a:latin typeface="Calibri"/>
              </a:rPr>
              <a:t>interfaz, módulos educativos y memoria</a:t>
            </a:r>
            <a:br/>
            <a:r>
              <a:rPr sz="1400" b="0" i="0">
                <a:solidFill>
                  <a:srgbClr val="3F4A5A"/>
                </a:solidFill>
                <a:latin typeface="Calibri"/>
              </a:rPr>
              <a:t>de cálculo—</a:t>
            </a:r>
            <a:r>
              <a:rPr sz="1400" b="1" i="0">
                <a:solidFill>
                  <a:srgbClr val="1F2937"/>
                </a:solidFill>
                <a:latin typeface="Calibri"/>
              </a:rPr>
              <a:t> para exponer el</a:t>
            </a:r>
            <a:br/>
            <a:r>
              <a:rPr sz="1400" b="1" i="0">
                <a:solidFill>
                  <a:srgbClr val="1F2937"/>
                </a:solidFill>
                <a:latin typeface="Calibri"/>
              </a:rPr>
              <a:t>procedimiento de cálculo etapa por</a:t>
            </a:r>
            <a:br/>
            <a:r>
              <a:rPr sz="1400" b="1" i="0">
                <a:solidFill>
                  <a:srgbClr val="1F2937"/>
                </a:solidFill>
                <a:latin typeface="Calibri"/>
              </a:rPr>
              <a:t>etapa sobre el modelo del usuario</a:t>
            </a:r>
            <a:r>
              <a:rPr sz="1400" b="0" i="0">
                <a:solidFill>
                  <a:srgbClr val="3F4A5A"/>
                </a:solidFill>
                <a:latin typeface="Calibri"/>
              </a:rPr>
              <a:t>.</a:t>
            </a:r>
          </a:p>
        </p:txBody>
      </p:sp>
      <p:sp>
        <p:nvSpPr>
          <p:cNvPr id="34" name="!!objetivos:1d5a6b636e"/>
          <p:cNvSpPr txBox="1"/>
          <p:nvPr/>
        </p:nvSpPr>
        <p:spPr>
          <a:xfrm>
            <a:off x="7772400" y="2767521"/>
            <a:ext cx="406400" cy="292100"/>
          </a:xfrm>
          <a:prstGeom prst="rect">
            <a:avLst/>
          </a:prstGeom>
          <a:noFill/>
        </p:spPr>
        <p:txBody>
          <a:bodyPr wrap="square" lIns="0" rIns="0" tIns="0" bIns="0" anchor="t"/>
          <a:lstStyle/>
          <a:p>
            <a:pPr algn="ctr">
              <a:lnSpc>
                <a:spcPts val="2300"/>
              </a:lnSpc>
              <a:spcBef>
                <a:spcPts val="0"/>
              </a:spcBef>
              <a:spcAft>
                <a:spcPts val="0"/>
              </a:spcAft>
            </a:pPr>
            <a:r>
              <a:rPr sz="2300" b="1" i="0">
                <a:solidFill>
                  <a:srgbClr val="E8741A"/>
                </a:solidFill>
                <a:latin typeface="Calibri"/>
              </a:rPr>
              <a:t>→</a:t>
            </a:r>
          </a:p>
        </p:txBody>
      </p:sp>
      <p:sp>
        <p:nvSpPr>
          <p:cNvPr id="35" name="!!objetivos:bf808b197f"/>
          <p:cNvSpPr/>
          <p:nvPr/>
        </p:nvSpPr>
        <p:spPr>
          <a:xfrm>
            <a:off x="8153400" y="1498600"/>
            <a:ext cx="3403600" cy="2780411"/>
          </a:xfrm>
          <a:prstGeom prst="roundRect">
            <a:avLst>
              <a:gd name="adj" fmla="val 4567"/>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bjetivos:bf808b197f·2"/>
          <p:cNvSpPr/>
          <p:nvPr/>
        </p:nvSpPr>
        <p:spPr>
          <a:xfrm>
            <a:off x="8153400" y="1498600"/>
            <a:ext cx="3403600"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bjetivos:bf808b197f·3"/>
          <p:cNvSpPr/>
          <p:nvPr/>
        </p:nvSpPr>
        <p:spPr>
          <a:xfrm>
            <a:off x="11550650" y="1498600"/>
            <a:ext cx="6350" cy="2780411"/>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bjetivos:bf808b197f·4"/>
          <p:cNvSpPr/>
          <p:nvPr/>
        </p:nvSpPr>
        <p:spPr>
          <a:xfrm>
            <a:off x="8153400" y="4272661"/>
            <a:ext cx="34036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bjetivos:bf808b197f·5"/>
          <p:cNvSpPr/>
          <p:nvPr/>
        </p:nvSpPr>
        <p:spPr>
          <a:xfrm>
            <a:off x="8153400" y="1498600"/>
            <a:ext cx="6350" cy="2780411"/>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bjetivos:3ca4406f9d"/>
          <p:cNvSpPr/>
          <p:nvPr/>
        </p:nvSpPr>
        <p:spPr>
          <a:xfrm>
            <a:off x="8337550" y="1701800"/>
            <a:ext cx="381000" cy="3810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bjetivos:2d4e487ed7"/>
          <p:cNvSpPr txBox="1"/>
          <p:nvPr/>
        </p:nvSpPr>
        <p:spPr>
          <a:xfrm>
            <a:off x="8312150" y="1810068"/>
            <a:ext cx="431800" cy="190500"/>
          </a:xfrm>
          <a:prstGeom prst="rect">
            <a:avLst/>
          </a:prstGeom>
          <a:noFill/>
        </p:spPr>
        <p:txBody>
          <a:bodyPr wrap="square" lIns="0" rIns="0" tIns="0" bIns="0" anchor="t"/>
          <a:lstStyle/>
          <a:p>
            <a:pPr algn="ctr">
              <a:lnSpc>
                <a:spcPts val="1500"/>
              </a:lnSpc>
              <a:spcBef>
                <a:spcPts val="0"/>
              </a:spcBef>
              <a:spcAft>
                <a:spcPts val="0"/>
              </a:spcAft>
            </a:pPr>
            <a:r>
              <a:rPr sz="1500" b="1" i="0">
                <a:solidFill>
                  <a:srgbClr val="FFFFFF"/>
                </a:solidFill>
                <a:latin typeface="Calibri"/>
              </a:rPr>
              <a:t>3</a:t>
            </a:r>
          </a:p>
        </p:txBody>
      </p:sp>
      <p:sp>
        <p:nvSpPr>
          <p:cNvPr id="42" name="!!objetivos:580b2a1415"/>
          <p:cNvSpPr/>
          <p:nvPr/>
        </p:nvSpPr>
        <p:spPr>
          <a:xfrm>
            <a:off x="10519283" y="1755775"/>
            <a:ext cx="850392" cy="27305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bjetivos:7005a8adf8"/>
          <p:cNvSpPr txBox="1"/>
          <p:nvPr/>
        </p:nvSpPr>
        <p:spPr>
          <a:xfrm>
            <a:off x="10624058" y="1825879"/>
            <a:ext cx="691642"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Capítulo 3</a:t>
            </a:r>
          </a:p>
        </p:txBody>
      </p:sp>
      <p:sp>
        <p:nvSpPr>
          <p:cNvPr id="44" name="!!objetivos:5a7b7053d9"/>
          <p:cNvSpPr txBox="1"/>
          <p:nvPr/>
        </p:nvSpPr>
        <p:spPr>
          <a:xfrm>
            <a:off x="8337550" y="2227605"/>
            <a:ext cx="3096006" cy="320040"/>
          </a:xfrm>
          <a:prstGeom prst="rect">
            <a:avLst/>
          </a:prstGeom>
          <a:noFill/>
        </p:spPr>
        <p:txBody>
          <a:bodyPr wrap="square" lIns="0" rIns="0" tIns="0" bIns="0" anchor="t"/>
          <a:lstStyle/>
          <a:p>
            <a:pPr algn="l">
              <a:lnSpc>
                <a:spcPts val="2520"/>
              </a:lnSpc>
              <a:spcBef>
                <a:spcPts val="0"/>
              </a:spcBef>
              <a:spcAft>
                <a:spcPts val="0"/>
              </a:spcAft>
            </a:pPr>
            <a:r>
              <a:rPr sz="2400" b="1" i="0">
                <a:solidFill>
                  <a:srgbClr val="1F2937"/>
                </a:solidFill>
                <a:latin typeface="Calibri"/>
              </a:rPr>
              <a:t>Verificar y validar</a:t>
            </a:r>
          </a:p>
        </p:txBody>
      </p:sp>
      <p:sp>
        <p:nvSpPr>
          <p:cNvPr id="45" name="!!objetivos:cf82d73353"/>
          <p:cNvSpPr txBox="1"/>
          <p:nvPr/>
        </p:nvSpPr>
        <p:spPr>
          <a:xfrm>
            <a:off x="8337550" y="2627699"/>
            <a:ext cx="3096006" cy="1450848"/>
          </a:xfrm>
          <a:prstGeom prst="rect">
            <a:avLst/>
          </a:prstGeom>
          <a:noFill/>
        </p:spPr>
        <p:txBody>
          <a:bodyPr wrap="square" lIns="0" rIns="0" tIns="0" bIns="0" anchor="t"/>
          <a:lstStyle/>
          <a:p>
            <a:pPr algn="l">
              <a:lnSpc>
                <a:spcPts val="1904"/>
              </a:lnSpc>
              <a:spcBef>
                <a:spcPts val="0"/>
              </a:spcBef>
              <a:spcAft>
                <a:spcPts val="0"/>
              </a:spcAft>
            </a:pPr>
            <a:r>
              <a:rPr sz="1400" b="0" i="0">
                <a:solidFill>
                  <a:srgbClr val="3F4A5A"/>
                </a:solidFill>
                <a:latin typeface="Calibri"/>
              </a:rPr>
              <a:t>EduFEM, midiendo la cobertura de su</a:t>
            </a:r>
            <a:br/>
            <a:r>
              <a:rPr sz="1400" b="0" i="0">
                <a:solidFill>
                  <a:srgbClr val="3F4A5A"/>
                </a:solidFill>
                <a:latin typeface="Calibri"/>
              </a:rPr>
              <a:t>procedimiento de cálculo y la exactitud</a:t>
            </a:r>
            <a:br/>
            <a:r>
              <a:rPr sz="1400" b="0" i="0">
                <a:solidFill>
                  <a:srgbClr val="3F4A5A"/>
                </a:solidFill>
                <a:latin typeface="Calibri"/>
              </a:rPr>
              <a:t>de su motor frente a soluciones exactas y</a:t>
            </a:r>
            <a:br/>
            <a:r>
              <a:rPr sz="1400" b="0" i="0">
                <a:solidFill>
                  <a:srgbClr val="3F4A5A"/>
                </a:solidFill>
                <a:latin typeface="Calibri"/>
              </a:rPr>
              <a:t>referencias externas,</a:t>
            </a:r>
            <a:r>
              <a:rPr sz="1400" b="1" i="0">
                <a:solidFill>
                  <a:srgbClr val="1F2937"/>
                </a:solidFill>
                <a:latin typeface="Calibri"/>
              </a:rPr>
              <a:t> para establecer si</a:t>
            </a:r>
            <a:br/>
            <a:r>
              <a:rPr sz="1400" b="1" i="0">
                <a:solidFill>
                  <a:srgbClr val="1F2937"/>
                </a:solidFill>
                <a:latin typeface="Calibri"/>
              </a:rPr>
              <a:t>ese procedimiento es trazable y</a:t>
            </a:r>
            <a:br/>
            <a:r>
              <a:rPr sz="1400" b="1" i="0">
                <a:solidFill>
                  <a:srgbClr val="1F2937"/>
                </a:solidFill>
                <a:latin typeface="Calibri"/>
              </a:rPr>
              <a:t>verificable</a:t>
            </a:r>
            <a:r>
              <a:rPr sz="1400" b="0" i="0">
                <a:solidFill>
                  <a:srgbClr val="3F4A5A"/>
                </a:solidFill>
                <a:latin typeface="Calibri"/>
              </a:rPr>
              <a:t>.</a:t>
            </a:r>
          </a:p>
        </p:txBody>
      </p:sp>
      <p:sp>
        <p:nvSpPr>
          <p:cNvPr id="46" name="!!objetivos:45e9aaea81"/>
          <p:cNvSpPr/>
          <p:nvPr/>
        </p:nvSpPr>
        <p:spPr>
          <a:xfrm>
            <a:off x="635000" y="5557520"/>
            <a:ext cx="109220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bjetivos:45e9aaea81·2"/>
          <p:cNvSpPr/>
          <p:nvPr/>
        </p:nvSpPr>
        <p:spPr>
          <a:xfrm>
            <a:off x="635000" y="555752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bjetivos:050bab9411"/>
          <p:cNvSpPr txBox="1"/>
          <p:nvPr/>
        </p:nvSpPr>
        <p:spPr>
          <a:xfrm>
            <a:off x="876300" y="5674284"/>
            <a:ext cx="177292"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49" name="!!objetivos:adf02a0f94"/>
          <p:cNvSpPr txBox="1"/>
          <p:nvPr/>
        </p:nvSpPr>
        <p:spPr>
          <a:xfrm>
            <a:off x="1142492" y="5707242"/>
            <a:ext cx="7629080" cy="240157"/>
          </a:xfrm>
          <a:prstGeom prst="rect">
            <a:avLst/>
          </a:prstGeom>
          <a:noFill/>
        </p:spPr>
        <p:txBody>
          <a:bodyPr wrap="square" lIns="0" rIns="0" tIns="0" bIns="0" anchor="t"/>
          <a:lstStyle/>
          <a:p>
            <a:pPr algn="l">
              <a:lnSpc>
                <a:spcPts val="1891"/>
              </a:lnSpc>
              <a:spcBef>
                <a:spcPts val="0"/>
              </a:spcBef>
              <a:spcAft>
                <a:spcPts val="0"/>
              </a:spcAft>
            </a:pPr>
            <a:r>
              <a:rPr sz="1550" b="1" i="0">
                <a:solidFill>
                  <a:srgbClr val="1B2A4A"/>
                </a:solidFill>
                <a:latin typeface="Calibri"/>
              </a:rPr>
              <a:t>Cada capítulo lleva por título su objetivo. En las conclusiones, cada uno recibe su respuesta.</a:t>
            </a:r>
          </a:p>
        </p:txBody>
      </p:sp>
      <p:sp>
        <p:nvSpPr>
          <p:cNvPr id="50" name="!!objetivos:968b7dba2a"/>
          <p:cNvSpPr/>
          <p:nvPr/>
        </p:nvSpPr>
        <p:spPr>
          <a:xfrm>
            <a:off x="568325" y="1283272"/>
            <a:ext cx="2654300" cy="1749806"/>
          </a:xfrm>
          <a:prstGeom prst="roundRect">
            <a:avLst>
              <a:gd name="adj" fmla="val 417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bjetivos:b122a4c8f1"/>
          <p:cNvSpPr txBox="1"/>
          <p:nvPr/>
        </p:nvSpPr>
        <p:spPr>
          <a:xfrm>
            <a:off x="736600" y="1458215"/>
            <a:ext cx="23685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Qué</a:t>
            </a:r>
          </a:p>
        </p:txBody>
      </p:sp>
      <p:sp>
        <p:nvSpPr>
          <p:cNvPr id="52" name="!!objetivos:361e919c94"/>
          <p:cNvSpPr txBox="1"/>
          <p:nvPr/>
        </p:nvSpPr>
        <p:spPr>
          <a:xfrm>
            <a:off x="736600" y="1724463"/>
            <a:ext cx="2368550" cy="1089660"/>
          </a:xfrm>
          <a:prstGeom prst="rect">
            <a:avLst/>
          </a:prstGeom>
          <a:noFill/>
        </p:spPr>
        <p:txBody>
          <a:bodyPr wrap="square" lIns="0" rIns="0" tIns="0" bIns="0" anchor="t"/>
          <a:lstStyle/>
          <a:p>
            <a:pPr algn="l">
              <a:lnSpc>
                <a:spcPts val="2145"/>
              </a:lnSpc>
              <a:spcBef>
                <a:spcPts val="0"/>
              </a:spcBef>
              <a:spcAft>
                <a:spcPts val="0"/>
              </a:spcAft>
            </a:pPr>
            <a:r>
              <a:rPr sz="1650" b="1" i="0">
                <a:solidFill>
                  <a:srgbClr val="3F4A5A"/>
                </a:solidFill>
                <a:latin typeface="Calibri"/>
              </a:rPr>
              <a:t>Desarrollar un software</a:t>
            </a:r>
            <a:br/>
            <a:r>
              <a:rPr sz="1650" b="1" i="0">
                <a:solidFill>
                  <a:srgbClr val="3F4A5A"/>
                </a:solidFill>
                <a:latin typeface="Calibri"/>
              </a:rPr>
              <a:t>educativo</a:t>
            </a:r>
            <a:r>
              <a:rPr sz="1650" b="0" i="0">
                <a:solidFill>
                  <a:srgbClr val="3F4A5A"/>
                </a:solidFill>
                <a:latin typeface="Calibri"/>
              </a:rPr>
              <a:t> de elementos</a:t>
            </a:r>
            <a:br/>
            <a:r>
              <a:rPr sz="1650" b="0" i="0">
                <a:solidFill>
                  <a:srgbClr val="3F4A5A"/>
                </a:solidFill>
                <a:latin typeface="Calibri"/>
              </a:rPr>
              <a:t>finitos para el análisis</a:t>
            </a:r>
            <a:br/>
            <a:r>
              <a:rPr sz="1650" b="0" i="0">
                <a:solidFill>
                  <a:srgbClr val="3F4A5A"/>
                </a:solidFill>
                <a:latin typeface="Calibri"/>
              </a:rPr>
              <a:t>estructural</a:t>
            </a:r>
          </a:p>
        </p:txBody>
      </p:sp>
      <p:sp>
        <p:nvSpPr>
          <p:cNvPr id="53" name="!!objetivos:b89d22e6a1"/>
          <p:cNvSpPr/>
          <p:nvPr/>
        </p:nvSpPr>
        <p:spPr>
          <a:xfrm>
            <a:off x="3368675" y="1283272"/>
            <a:ext cx="2654300" cy="1749806"/>
          </a:xfrm>
          <a:prstGeom prst="roundRect">
            <a:avLst>
              <a:gd name="adj" fmla="val 417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bjetivos:79ef3a1f56"/>
          <p:cNvSpPr txBox="1"/>
          <p:nvPr/>
        </p:nvSpPr>
        <p:spPr>
          <a:xfrm>
            <a:off x="3536950" y="1458215"/>
            <a:ext cx="23685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Cómo</a:t>
            </a:r>
          </a:p>
        </p:txBody>
      </p:sp>
      <p:sp>
        <p:nvSpPr>
          <p:cNvPr id="55" name="!!objetivos:dd3917d648"/>
          <p:cNvSpPr txBox="1"/>
          <p:nvPr/>
        </p:nvSpPr>
        <p:spPr>
          <a:xfrm>
            <a:off x="3536950" y="1724463"/>
            <a:ext cx="2368550" cy="544830"/>
          </a:xfrm>
          <a:prstGeom prst="rect">
            <a:avLst/>
          </a:prstGeom>
          <a:noFill/>
        </p:spPr>
        <p:txBody>
          <a:bodyPr wrap="square" lIns="0" rIns="0" tIns="0" bIns="0" anchor="t"/>
          <a:lstStyle/>
          <a:p>
            <a:pPr algn="l">
              <a:lnSpc>
                <a:spcPts val="2145"/>
              </a:lnSpc>
              <a:spcBef>
                <a:spcPts val="0"/>
              </a:spcBef>
              <a:spcAft>
                <a:spcPts val="0"/>
              </a:spcAft>
            </a:pPr>
            <a:r>
              <a:rPr sz="1650" b="0" i="0">
                <a:solidFill>
                  <a:srgbClr val="3F4A5A"/>
                </a:solidFill>
                <a:latin typeface="Calibri"/>
              </a:rPr>
              <a:t>Empleando el lenguaje de</a:t>
            </a:r>
            <a:br/>
            <a:r>
              <a:rPr sz="1650" b="0" i="0">
                <a:solidFill>
                  <a:srgbClr val="3F4A5A"/>
                </a:solidFill>
                <a:latin typeface="Calibri"/>
              </a:rPr>
              <a:t>programación</a:t>
            </a:r>
            <a:r>
              <a:rPr sz="1650" b="1" i="0">
                <a:solidFill>
                  <a:srgbClr val="3F4A5A"/>
                </a:solidFill>
                <a:latin typeface="Calibri"/>
              </a:rPr>
              <a:t> Python</a:t>
            </a:r>
          </a:p>
        </p:txBody>
      </p:sp>
      <p:sp>
        <p:nvSpPr>
          <p:cNvPr id="56" name="!!objetivos:66e36e7f12"/>
          <p:cNvSpPr/>
          <p:nvPr/>
        </p:nvSpPr>
        <p:spPr>
          <a:xfrm>
            <a:off x="6165850" y="1280096"/>
            <a:ext cx="2660650" cy="1756156"/>
          </a:xfrm>
          <a:prstGeom prst="roundRect">
            <a:avLst>
              <a:gd name="adj" fmla="val 4339"/>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bjetivos:66e36e7f12·2"/>
          <p:cNvSpPr/>
          <p:nvPr/>
        </p:nvSpPr>
        <p:spPr>
          <a:xfrm>
            <a:off x="6165850" y="1280096"/>
            <a:ext cx="2660650" cy="3175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bjetivos:66e36e7f12·3"/>
          <p:cNvSpPr/>
          <p:nvPr/>
        </p:nvSpPr>
        <p:spPr>
          <a:xfrm>
            <a:off x="8820150" y="1280096"/>
            <a:ext cx="6350" cy="1756156"/>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bjetivos:66e36e7f12·4"/>
          <p:cNvSpPr/>
          <p:nvPr/>
        </p:nvSpPr>
        <p:spPr>
          <a:xfrm>
            <a:off x="6165850" y="3029902"/>
            <a:ext cx="26606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bjetivos:66e36e7f12·5"/>
          <p:cNvSpPr/>
          <p:nvPr/>
        </p:nvSpPr>
        <p:spPr>
          <a:xfrm>
            <a:off x="6165850" y="1280096"/>
            <a:ext cx="6350" cy="1756156"/>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bjetivos:02fa9c784f"/>
          <p:cNvSpPr txBox="1"/>
          <p:nvPr/>
        </p:nvSpPr>
        <p:spPr>
          <a:xfrm>
            <a:off x="6337300" y="1483615"/>
            <a:ext cx="23685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0D6EFD"/>
                </a:solidFill>
                <a:latin typeface="Calibri"/>
              </a:rPr>
              <a:t>Por qué</a:t>
            </a:r>
          </a:p>
        </p:txBody>
      </p:sp>
      <p:sp>
        <p:nvSpPr>
          <p:cNvPr id="62" name="!!objetivos:7fbb4469ec"/>
          <p:cNvSpPr txBox="1"/>
          <p:nvPr/>
        </p:nvSpPr>
        <p:spPr>
          <a:xfrm>
            <a:off x="6337300" y="1749863"/>
            <a:ext cx="2368550" cy="1089660"/>
          </a:xfrm>
          <a:prstGeom prst="rect">
            <a:avLst/>
          </a:prstGeom>
          <a:noFill/>
        </p:spPr>
        <p:txBody>
          <a:bodyPr wrap="square" lIns="0" rIns="0" tIns="0" bIns="0" anchor="t"/>
          <a:lstStyle/>
          <a:p>
            <a:pPr algn="l">
              <a:lnSpc>
                <a:spcPts val="2145"/>
              </a:lnSpc>
              <a:spcBef>
                <a:spcPts val="0"/>
              </a:spcBef>
              <a:spcAft>
                <a:spcPts val="0"/>
              </a:spcAft>
            </a:pPr>
            <a:r>
              <a:rPr sz="1650" b="0" i="0">
                <a:solidFill>
                  <a:srgbClr val="3F4A5A"/>
                </a:solidFill>
                <a:latin typeface="Calibri"/>
              </a:rPr>
              <a:t>Debido a la</a:t>
            </a:r>
            <a:r>
              <a:rPr sz="1650" b="1" i="0">
                <a:solidFill>
                  <a:srgbClr val="3F4A5A"/>
                </a:solidFill>
                <a:latin typeface="Calibri"/>
              </a:rPr>
              <a:t> escasa</a:t>
            </a:r>
            <a:br/>
            <a:r>
              <a:rPr sz="1650" b="1" i="0">
                <a:solidFill>
                  <a:srgbClr val="3F4A5A"/>
                </a:solidFill>
                <a:latin typeface="Calibri"/>
              </a:rPr>
              <a:t>transparencia del</a:t>
            </a:r>
            <a:br/>
            <a:r>
              <a:rPr sz="1650" b="1" i="0">
                <a:solidFill>
                  <a:srgbClr val="3F4A5A"/>
                </a:solidFill>
                <a:latin typeface="Calibri"/>
              </a:rPr>
              <a:t>procedimiento de cálculo</a:t>
            </a:r>
            <a:br/>
            <a:r>
              <a:rPr sz="1650" b="0" i="0">
                <a:solidFill>
                  <a:srgbClr val="3F4A5A"/>
                </a:solidFill>
                <a:latin typeface="Calibri"/>
              </a:rPr>
              <a:t>del software de análisis</a:t>
            </a:r>
          </a:p>
        </p:txBody>
      </p:sp>
      <p:sp>
        <p:nvSpPr>
          <p:cNvPr id="63" name="!!objetivos:c290b7787c"/>
          <p:cNvSpPr/>
          <p:nvPr/>
        </p:nvSpPr>
        <p:spPr>
          <a:xfrm>
            <a:off x="8966200" y="1280096"/>
            <a:ext cx="2660650" cy="1756156"/>
          </a:xfrm>
          <a:prstGeom prst="roundRect">
            <a:avLst>
              <a:gd name="adj" fmla="val 4339"/>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bjetivos:c290b7787c·2"/>
          <p:cNvSpPr/>
          <p:nvPr/>
        </p:nvSpPr>
        <p:spPr>
          <a:xfrm>
            <a:off x="8966200" y="1280096"/>
            <a:ext cx="2660650" cy="31750"/>
          </a:xfrm>
          <a:prstGeom prst="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bjetivos:c290b7787c·3"/>
          <p:cNvSpPr/>
          <p:nvPr/>
        </p:nvSpPr>
        <p:spPr>
          <a:xfrm>
            <a:off x="11620500" y="1280096"/>
            <a:ext cx="6350" cy="1756156"/>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bjetivos:c290b7787c·4"/>
          <p:cNvSpPr/>
          <p:nvPr/>
        </p:nvSpPr>
        <p:spPr>
          <a:xfrm>
            <a:off x="8966200" y="3029902"/>
            <a:ext cx="26606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bjetivos:c290b7787c·5"/>
          <p:cNvSpPr/>
          <p:nvPr/>
        </p:nvSpPr>
        <p:spPr>
          <a:xfrm>
            <a:off x="8966200" y="1280096"/>
            <a:ext cx="6350" cy="1756156"/>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bjetivos:6eabbcddbf"/>
          <p:cNvSpPr txBox="1"/>
          <p:nvPr/>
        </p:nvSpPr>
        <p:spPr>
          <a:xfrm>
            <a:off x="9137650" y="1483615"/>
            <a:ext cx="236855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6F42C1"/>
                </a:solidFill>
                <a:latin typeface="Calibri"/>
              </a:rPr>
              <a:t>Para qué</a:t>
            </a:r>
          </a:p>
        </p:txBody>
      </p:sp>
      <p:sp>
        <p:nvSpPr>
          <p:cNvPr id="69" name="!!objetivos:accf949fed"/>
          <p:cNvSpPr txBox="1"/>
          <p:nvPr/>
        </p:nvSpPr>
        <p:spPr>
          <a:xfrm>
            <a:off x="9137650" y="1749863"/>
            <a:ext cx="2368550" cy="1089660"/>
          </a:xfrm>
          <a:prstGeom prst="rect">
            <a:avLst/>
          </a:prstGeom>
          <a:noFill/>
        </p:spPr>
        <p:txBody>
          <a:bodyPr wrap="square" lIns="0" rIns="0" tIns="0" bIns="0" anchor="t"/>
          <a:lstStyle/>
          <a:p>
            <a:pPr algn="l">
              <a:lnSpc>
                <a:spcPts val="2145"/>
              </a:lnSpc>
              <a:spcBef>
                <a:spcPts val="0"/>
              </a:spcBef>
              <a:spcAft>
                <a:spcPts val="0"/>
              </a:spcAft>
            </a:pPr>
            <a:r>
              <a:rPr sz="1650" b="0" i="0">
                <a:solidFill>
                  <a:srgbClr val="3F4A5A"/>
                </a:solidFill>
                <a:latin typeface="Calibri"/>
              </a:rPr>
              <a:t>Para mejorar la</a:t>
            </a:r>
            <a:br/>
            <a:r>
              <a:rPr sz="1650" b="1" i="0">
                <a:solidFill>
                  <a:srgbClr val="3F4A5A"/>
                </a:solidFill>
                <a:latin typeface="Calibri"/>
              </a:rPr>
              <a:t>trazabilidad y la</a:t>
            </a:r>
            <a:br/>
            <a:r>
              <a:rPr sz="1650" b="1" i="0">
                <a:solidFill>
                  <a:srgbClr val="3F4A5A"/>
                </a:solidFill>
                <a:latin typeface="Calibri"/>
              </a:rPr>
              <a:t>verificabilidad</a:t>
            </a:r>
            <a:r>
              <a:rPr sz="1650" b="0" i="0">
                <a:solidFill>
                  <a:srgbClr val="3F4A5A"/>
                </a:solidFill>
                <a:latin typeface="Calibri"/>
              </a:rPr>
              <a:t> del</a:t>
            </a:r>
            <a:br/>
            <a:r>
              <a:rPr sz="1650" b="0" i="0">
                <a:solidFill>
                  <a:srgbClr val="3F4A5A"/>
                </a:solidFill>
                <a:latin typeface="Calibri"/>
              </a:rPr>
              <a:t>procedimiento de cálculo</a:t>
            </a:r>
          </a:p>
        </p:txBody>
      </p:sp>
      <p:sp>
        <p:nvSpPr>
          <p:cNvPr id="70" name="!!objetivos:2cdbad6dcb"/>
          <p:cNvSpPr/>
          <p:nvPr/>
        </p:nvSpPr>
        <p:spPr>
          <a:xfrm>
            <a:off x="568325" y="3255391"/>
            <a:ext cx="11055350" cy="1608646"/>
          </a:xfrm>
          <a:prstGeom prst="roundRect">
            <a:avLst>
              <a:gd name="adj" fmla="val 453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bjetivos:7280e9db0c"/>
          <p:cNvSpPr txBox="1"/>
          <p:nvPr/>
        </p:nvSpPr>
        <p:spPr>
          <a:xfrm>
            <a:off x="800100" y="3442971"/>
            <a:ext cx="10803636"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Objetivo general</a:t>
            </a:r>
          </a:p>
        </p:txBody>
      </p:sp>
      <p:sp>
        <p:nvSpPr>
          <p:cNvPr id="72" name="!!objetivos:80747247e2"/>
          <p:cNvSpPr/>
          <p:nvPr/>
        </p:nvSpPr>
        <p:spPr>
          <a:xfrm>
            <a:off x="800100" y="3728466"/>
            <a:ext cx="10357866" cy="279400"/>
          </a:xfrm>
          <a:prstGeom prst="roundRect">
            <a:avLst>
              <a:gd name="adj" fmla="val 18181"/>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bjetivos:78b5097da5"/>
          <p:cNvSpPr/>
          <p:nvPr/>
        </p:nvSpPr>
        <p:spPr>
          <a:xfrm>
            <a:off x="800100" y="4053014"/>
            <a:ext cx="2073656" cy="279400"/>
          </a:xfrm>
          <a:prstGeom prst="roundRect">
            <a:avLst>
              <a:gd name="adj" fmla="val 18181"/>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bjetivos:dde6687d32"/>
          <p:cNvSpPr/>
          <p:nvPr/>
        </p:nvSpPr>
        <p:spPr>
          <a:xfrm>
            <a:off x="2982532" y="4021264"/>
            <a:ext cx="8157591" cy="311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bjetivos:dde6687d32·2"/>
          <p:cNvSpPr/>
          <p:nvPr/>
        </p:nvSpPr>
        <p:spPr>
          <a:xfrm>
            <a:off x="2982532" y="4021264"/>
            <a:ext cx="8157591" cy="3175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bjetivos:0f83b11843"/>
          <p:cNvSpPr/>
          <p:nvPr/>
        </p:nvSpPr>
        <p:spPr>
          <a:xfrm>
            <a:off x="800100" y="4345813"/>
            <a:ext cx="7215759" cy="311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bjetivos:0f83b11843·2"/>
          <p:cNvSpPr/>
          <p:nvPr/>
        </p:nvSpPr>
        <p:spPr>
          <a:xfrm>
            <a:off x="800100" y="4345813"/>
            <a:ext cx="7215759" cy="31750"/>
          </a:xfrm>
          <a:prstGeom prst="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bjetivos:4ba5706a5c"/>
          <p:cNvSpPr txBox="1"/>
          <p:nvPr/>
        </p:nvSpPr>
        <p:spPr>
          <a:xfrm>
            <a:off x="800100" y="3702248"/>
            <a:ext cx="10803636" cy="973836"/>
          </a:xfrm>
          <a:prstGeom prst="rect">
            <a:avLst/>
          </a:prstGeom>
          <a:noFill/>
        </p:spPr>
        <p:txBody>
          <a:bodyPr wrap="square" lIns="0" rIns="0" tIns="0" bIns="0" anchor="t"/>
          <a:lstStyle/>
          <a:p>
            <a:pPr algn="l">
              <a:lnSpc>
                <a:spcPts val="2556"/>
              </a:lnSpc>
              <a:spcBef>
                <a:spcPts val="0"/>
              </a:spcBef>
              <a:spcAft>
                <a:spcPts val="0"/>
              </a:spcAft>
            </a:pPr>
            <a:r>
              <a:rPr sz="1800" b="1" i="0">
                <a:solidFill>
                  <a:srgbClr val="E8741A"/>
                </a:solidFill>
                <a:latin typeface="Calibri"/>
              </a:rPr>
              <a:t>Desarrollar un software educativo de elementos finitos para el análisis estructural, empleando el lenguaje de</a:t>
            </a:r>
            <a:br/>
            <a:r>
              <a:rPr sz="1800" b="1" i="0">
                <a:solidFill>
                  <a:srgbClr val="E8741A"/>
                </a:solidFill>
                <a:latin typeface="Calibri"/>
              </a:rPr>
              <a:t>programación Python</a:t>
            </a:r>
            <a:r>
              <a:rPr sz="1800" b="0" i="0">
                <a:solidFill>
                  <a:srgbClr val="1F2937"/>
                </a:solidFill>
                <a:latin typeface="Calibri"/>
              </a:rPr>
              <a:t>,</a:t>
            </a:r>
            <a:r>
              <a:rPr sz="1800" b="1" i="0">
                <a:solidFill>
                  <a:srgbClr val="0D6EFD"/>
                </a:solidFill>
                <a:latin typeface="Calibri"/>
              </a:rPr>
              <a:t> debido a la escasa transparencia del procedimiento de cálculo del software de análisis</a:t>
            </a:r>
            <a:r>
              <a:rPr sz="1800" b="0" i="0">
                <a:solidFill>
                  <a:srgbClr val="1F2937"/>
                </a:solidFill>
                <a:latin typeface="Calibri"/>
              </a:rPr>
              <a:t>,</a:t>
            </a:r>
            <a:br/>
            <a:r>
              <a:rPr sz="1800" b="1" i="0">
                <a:solidFill>
                  <a:srgbClr val="6F42C1"/>
                </a:solidFill>
                <a:latin typeface="Calibri"/>
              </a:rPr>
              <a:t>para mejorar la trazabilidad y la verificabilidad del procedimiento de cálculo</a:t>
            </a:r>
            <a:r>
              <a:rPr sz="1800" b="0" i="0">
                <a:solidFill>
                  <a:srgbClr val="1F2937"/>
                </a:solidFill>
                <a:latin typeface="Calibri"/>
              </a:rPr>
              <a:t>.</a:t>
            </a:r>
          </a:p>
        </p:txBody>
      </p:sp>
      <p:sp>
        <p:nvSpPr>
          <p:cNvPr id="79" name="!!objetivos:71b485e60e"/>
          <p:cNvSpPr/>
          <p:nvPr/>
        </p:nvSpPr>
        <p:spPr>
          <a:xfrm>
            <a:off x="635000" y="5557520"/>
            <a:ext cx="109220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bjetivos:71b485e60e·2"/>
          <p:cNvSpPr/>
          <p:nvPr/>
        </p:nvSpPr>
        <p:spPr>
          <a:xfrm>
            <a:off x="635000" y="555752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bjetivos:6929307a7e"/>
          <p:cNvSpPr txBox="1"/>
          <p:nvPr/>
        </p:nvSpPr>
        <p:spPr>
          <a:xfrm>
            <a:off x="876300" y="5674284"/>
            <a:ext cx="268097"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82" name="!!objetivos:a9a46aa1e2"/>
          <p:cNvSpPr txBox="1"/>
          <p:nvPr/>
        </p:nvSpPr>
        <p:spPr>
          <a:xfrm>
            <a:off x="1233297" y="5709224"/>
            <a:ext cx="9410446" cy="247904"/>
          </a:xfrm>
          <a:prstGeom prst="rect">
            <a:avLst/>
          </a:prstGeom>
          <a:noFill/>
        </p:spPr>
        <p:txBody>
          <a:bodyPr wrap="square" lIns="0" rIns="0" tIns="0" bIns="0" anchor="t"/>
          <a:lstStyle/>
          <a:p>
            <a:pPr algn="l">
              <a:lnSpc>
                <a:spcPts val="1952"/>
              </a:lnSpc>
              <a:spcBef>
                <a:spcPts val="0"/>
              </a:spcBef>
              <a:spcAft>
                <a:spcPts val="0"/>
              </a:spcAft>
            </a:pPr>
            <a:r>
              <a:rPr sz="1600" b="1" i="0">
                <a:solidFill>
                  <a:srgbClr val="1B2A4A"/>
                </a:solidFill>
                <a:latin typeface="Calibri"/>
              </a:rPr>
              <a:t>Con el verbo sustantivado —«Desarrollo de software educativo…»—, la parte resaltada es el</a:t>
            </a:r>
            <a:r>
              <a:rPr sz="1600" b="1" i="0">
                <a:solidFill>
                  <a:srgbClr val="E8741A"/>
                </a:solidFill>
                <a:latin typeface="Calibri"/>
              </a:rPr>
              <a:t> título de la tesis</a:t>
            </a:r>
            <a:r>
              <a:rPr sz="1600" b="1" i="0">
                <a:solidFill>
                  <a:srgbClr val="1B2A4A"/>
                </a:solidFill>
                <a:latin typeface="Calibri"/>
              </a:rPr>
              <a:t>.</a:t>
            </a:r>
          </a:p>
        </p:txBody>
      </p:sp>
      <p:sp>
        <p:nvSpPr>
          <p:cNvPr id="83"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ie-izq"/>
          <p:cNvSpPr txBox="1"/>
          <p:nvPr/>
        </p:nvSpPr>
        <p:spPr>
          <a:xfrm>
            <a:off x="565150" y="6535420"/>
            <a:ext cx="485863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86" name="!!pie-cen"/>
          <p:cNvSpPr txBox="1"/>
          <p:nvPr/>
        </p:nvSpPr>
        <p:spPr>
          <a:xfrm>
            <a:off x="5303139" y="6535420"/>
            <a:ext cx="1585595"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Objetivos</a:t>
            </a:r>
          </a:p>
        </p:txBody>
      </p:sp>
      <p:sp>
        <p:nvSpPr>
          <p:cNvPr id="87" name="!!pie-der"/>
          <p:cNvSpPr txBox="1"/>
          <p:nvPr/>
        </p:nvSpPr>
        <p:spPr>
          <a:xfrm>
            <a:off x="6768084" y="6535420"/>
            <a:ext cx="485876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7</a:t>
            </a:r>
          </a:p>
        </p:txBody>
      </p:sp>
      <p:sp>
        <p:nvSpPr>
          <p:cNvPr id="88" name="!!objetivos:1803f2d4df">
            <a:hlinkClick action="ppaction://hlinksldjump" r:id="rId2"/>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bjetivos:07f7c3e7aa">
            <a:hlinkClick action="ppaction://hlinksldjump" r:id="rId3"/>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bjetivos:45302ebe87">
            <a:hlinkClick action="ppaction://hlinksldjump" r:id="rId4"/>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bjetivos:c07c48e2b6">
            <a:hlinkClick action="ppaction://hlinksldjump" r:id="rId5"/>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bjetivos:36e88799ae">
            <a:hlinkClick action="ppaction://hlinksldjump" r:id="rId6"/>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650"/>
                                        <p:tgtEl>
                                          <p:spTgt spid="50"/>
                                        </p:tgtEl>
                                      </p:cBhvr>
                                    </p:animEffect>
                                    <p:anim calcmode="lin" valueType="num">
                                      <p:cBhvr>
                                        <p:cTn id="8" dur="650" fill="hold"/>
                                        <p:tgtEl>
                                          <p:spTgt spid="50"/>
                                        </p:tgtEl>
                                        <p:attrNameLst>
                                          <p:attrName>ppt_x</p:attrName>
                                        </p:attrNameLst>
                                      </p:cBhvr>
                                      <p:tavLst>
                                        <p:tav tm="0">
                                          <p:val>
                                            <p:strVal val="#ppt_x"/>
                                          </p:val>
                                        </p:tav>
                                        <p:tav tm="100000">
                                          <p:val>
                                            <p:strVal val="#ppt_x"/>
                                          </p:val>
                                        </p:tav>
                                      </p:tavLst>
                                    </p:anim>
                                    <p:anim calcmode="lin" valueType="num">
                                      <p:cBhvr>
                                        <p:cTn id="9" dur="650" fill="hold"/>
                                        <p:tgtEl>
                                          <p:spTgt spid="5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51"/>
                                        </p:tgtEl>
                                        <p:attrNameLst>
                                          <p:attrName>style.visibility</p:attrName>
                                        </p:attrNameLst>
                                      </p:cBhvr>
                                      <p:to>
                                        <p:strVal val="visible"/>
                                      </p:to>
                                    </p:set>
                                    <p:animEffect transition="in" filter="fade">
                                      <p:cBhvr>
                                        <p:cTn id="12" dur="650"/>
                                        <p:tgtEl>
                                          <p:spTgt spid="51"/>
                                        </p:tgtEl>
                                      </p:cBhvr>
                                    </p:animEffect>
                                    <p:anim calcmode="lin" valueType="num">
                                      <p:cBhvr>
                                        <p:cTn id="13" dur="650" fill="hold"/>
                                        <p:tgtEl>
                                          <p:spTgt spid="51"/>
                                        </p:tgtEl>
                                        <p:attrNameLst>
                                          <p:attrName>ppt_x</p:attrName>
                                        </p:attrNameLst>
                                      </p:cBhvr>
                                      <p:tavLst>
                                        <p:tav tm="0">
                                          <p:val>
                                            <p:strVal val="#ppt_x"/>
                                          </p:val>
                                        </p:tav>
                                        <p:tav tm="100000">
                                          <p:val>
                                            <p:strVal val="#ppt_x"/>
                                          </p:val>
                                        </p:tav>
                                      </p:tavLst>
                                    </p:anim>
                                    <p:anim calcmode="lin" valueType="num">
                                      <p:cBhvr>
                                        <p:cTn id="14" dur="650" fill="hold"/>
                                        <p:tgtEl>
                                          <p:spTgt spid="5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650"/>
                                        <p:tgtEl>
                                          <p:spTgt spid="52"/>
                                        </p:tgtEl>
                                      </p:cBhvr>
                                    </p:animEffect>
                                    <p:anim calcmode="lin" valueType="num">
                                      <p:cBhvr>
                                        <p:cTn id="18" dur="650" fill="hold"/>
                                        <p:tgtEl>
                                          <p:spTgt spid="52"/>
                                        </p:tgtEl>
                                        <p:attrNameLst>
                                          <p:attrName>ppt_x</p:attrName>
                                        </p:attrNameLst>
                                      </p:cBhvr>
                                      <p:tavLst>
                                        <p:tav tm="0">
                                          <p:val>
                                            <p:strVal val="#ppt_x"/>
                                          </p:val>
                                        </p:tav>
                                        <p:tav tm="100000">
                                          <p:val>
                                            <p:strVal val="#ppt_x"/>
                                          </p:val>
                                        </p:tav>
                                      </p:tavLst>
                                    </p:anim>
                                    <p:anim calcmode="lin" valueType="num">
                                      <p:cBhvr>
                                        <p:cTn id="19" dur="650" fill="hold"/>
                                        <p:tgtEl>
                                          <p:spTgt spid="5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370"/>
                                  </p:stCondLst>
                                  <p:childTnLst>
                                    <p:set>
                                      <p:cBhvr>
                                        <p:cTn id="21" dur="1" fill="hold">
                                          <p:stCondLst>
                                            <p:cond delay="0"/>
                                          </p:stCondLst>
                                        </p:cTn>
                                        <p:tgtEl>
                                          <p:spTgt spid="53"/>
                                        </p:tgtEl>
                                        <p:attrNameLst>
                                          <p:attrName>style.visibility</p:attrName>
                                        </p:attrNameLst>
                                      </p:cBhvr>
                                      <p:to>
                                        <p:strVal val="visible"/>
                                      </p:to>
                                    </p:set>
                                    <p:animEffect transition="in" filter="fade">
                                      <p:cBhvr>
                                        <p:cTn id="22" dur="650"/>
                                        <p:tgtEl>
                                          <p:spTgt spid="53"/>
                                        </p:tgtEl>
                                      </p:cBhvr>
                                    </p:animEffect>
                                    <p:anim calcmode="lin" valueType="num">
                                      <p:cBhvr>
                                        <p:cTn id="23" dur="650" fill="hold"/>
                                        <p:tgtEl>
                                          <p:spTgt spid="53"/>
                                        </p:tgtEl>
                                        <p:attrNameLst>
                                          <p:attrName>ppt_x</p:attrName>
                                        </p:attrNameLst>
                                      </p:cBhvr>
                                      <p:tavLst>
                                        <p:tav tm="0">
                                          <p:val>
                                            <p:strVal val="#ppt_x"/>
                                          </p:val>
                                        </p:tav>
                                        <p:tav tm="100000">
                                          <p:val>
                                            <p:strVal val="#ppt_x"/>
                                          </p:val>
                                        </p:tav>
                                      </p:tavLst>
                                    </p:anim>
                                    <p:anim calcmode="lin" valueType="num">
                                      <p:cBhvr>
                                        <p:cTn id="24" dur="650" fill="hold"/>
                                        <p:tgtEl>
                                          <p:spTgt spid="5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37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650"/>
                                        <p:tgtEl>
                                          <p:spTgt spid="54"/>
                                        </p:tgtEl>
                                      </p:cBhvr>
                                    </p:animEffect>
                                    <p:anim calcmode="lin" valueType="num">
                                      <p:cBhvr>
                                        <p:cTn id="28" dur="650" fill="hold"/>
                                        <p:tgtEl>
                                          <p:spTgt spid="54"/>
                                        </p:tgtEl>
                                        <p:attrNameLst>
                                          <p:attrName>ppt_x</p:attrName>
                                        </p:attrNameLst>
                                      </p:cBhvr>
                                      <p:tavLst>
                                        <p:tav tm="0">
                                          <p:val>
                                            <p:strVal val="#ppt_x"/>
                                          </p:val>
                                        </p:tav>
                                        <p:tav tm="100000">
                                          <p:val>
                                            <p:strVal val="#ppt_x"/>
                                          </p:val>
                                        </p:tav>
                                      </p:tavLst>
                                    </p:anim>
                                    <p:anim calcmode="lin" valueType="num">
                                      <p:cBhvr>
                                        <p:cTn id="29" dur="650" fill="hold"/>
                                        <p:tgtEl>
                                          <p:spTgt spid="5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370"/>
                                  </p:stCondLst>
                                  <p:childTnLst>
                                    <p:set>
                                      <p:cBhvr>
                                        <p:cTn id="31" dur="1" fill="hold">
                                          <p:stCondLst>
                                            <p:cond delay="0"/>
                                          </p:stCondLst>
                                        </p:cTn>
                                        <p:tgtEl>
                                          <p:spTgt spid="55"/>
                                        </p:tgtEl>
                                        <p:attrNameLst>
                                          <p:attrName>style.visibility</p:attrName>
                                        </p:attrNameLst>
                                      </p:cBhvr>
                                      <p:to>
                                        <p:strVal val="visible"/>
                                      </p:to>
                                    </p:set>
                                    <p:animEffect transition="in" filter="fade">
                                      <p:cBhvr>
                                        <p:cTn id="32" dur="650"/>
                                        <p:tgtEl>
                                          <p:spTgt spid="55"/>
                                        </p:tgtEl>
                                      </p:cBhvr>
                                    </p:animEffect>
                                    <p:anim calcmode="lin" valueType="num">
                                      <p:cBhvr>
                                        <p:cTn id="33" dur="650" fill="hold"/>
                                        <p:tgtEl>
                                          <p:spTgt spid="55"/>
                                        </p:tgtEl>
                                        <p:attrNameLst>
                                          <p:attrName>ppt_x</p:attrName>
                                        </p:attrNameLst>
                                      </p:cBhvr>
                                      <p:tavLst>
                                        <p:tav tm="0">
                                          <p:val>
                                            <p:strVal val="#ppt_x"/>
                                          </p:val>
                                        </p:tav>
                                        <p:tav tm="100000">
                                          <p:val>
                                            <p:strVal val="#ppt_x"/>
                                          </p:val>
                                        </p:tav>
                                      </p:tavLst>
                                    </p:anim>
                                    <p:anim calcmode="lin" valueType="num">
                                      <p:cBhvr>
                                        <p:cTn id="34" dur="650" fill="hold"/>
                                        <p:tgtEl>
                                          <p:spTgt spid="55"/>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590"/>
                                  </p:stCondLst>
                                  <p:childTnLst>
                                    <p:set>
                                      <p:cBhvr>
                                        <p:cTn id="36" dur="1" fill="hold">
                                          <p:stCondLst>
                                            <p:cond delay="0"/>
                                          </p:stCondLst>
                                        </p:cTn>
                                        <p:tgtEl>
                                          <p:spTgt spid="56"/>
                                        </p:tgtEl>
                                        <p:attrNameLst>
                                          <p:attrName>style.visibility</p:attrName>
                                        </p:attrNameLst>
                                      </p:cBhvr>
                                      <p:to>
                                        <p:strVal val="visible"/>
                                      </p:to>
                                    </p:set>
                                    <p:animEffect transition="in" filter="fade">
                                      <p:cBhvr>
                                        <p:cTn id="37" dur="650"/>
                                        <p:tgtEl>
                                          <p:spTgt spid="56"/>
                                        </p:tgtEl>
                                      </p:cBhvr>
                                    </p:animEffect>
                                    <p:anim calcmode="lin" valueType="num">
                                      <p:cBhvr>
                                        <p:cTn id="38" dur="650" fill="hold"/>
                                        <p:tgtEl>
                                          <p:spTgt spid="56"/>
                                        </p:tgtEl>
                                        <p:attrNameLst>
                                          <p:attrName>ppt_x</p:attrName>
                                        </p:attrNameLst>
                                      </p:cBhvr>
                                      <p:tavLst>
                                        <p:tav tm="0">
                                          <p:val>
                                            <p:strVal val="#ppt_x"/>
                                          </p:val>
                                        </p:tav>
                                        <p:tav tm="100000">
                                          <p:val>
                                            <p:strVal val="#ppt_x"/>
                                          </p:val>
                                        </p:tav>
                                      </p:tavLst>
                                    </p:anim>
                                    <p:anim calcmode="lin" valueType="num">
                                      <p:cBhvr>
                                        <p:cTn id="39" dur="650" fill="hold"/>
                                        <p:tgtEl>
                                          <p:spTgt spid="56"/>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590"/>
                                  </p:stCondLst>
                                  <p:childTnLst>
                                    <p:set>
                                      <p:cBhvr>
                                        <p:cTn id="41" dur="1" fill="hold">
                                          <p:stCondLst>
                                            <p:cond delay="0"/>
                                          </p:stCondLst>
                                        </p:cTn>
                                        <p:tgtEl>
                                          <p:spTgt spid="57"/>
                                        </p:tgtEl>
                                        <p:attrNameLst>
                                          <p:attrName>style.visibility</p:attrName>
                                        </p:attrNameLst>
                                      </p:cBhvr>
                                      <p:to>
                                        <p:strVal val="visible"/>
                                      </p:to>
                                    </p:set>
                                    <p:animEffect transition="in" filter="fade">
                                      <p:cBhvr>
                                        <p:cTn id="42" dur="650"/>
                                        <p:tgtEl>
                                          <p:spTgt spid="57"/>
                                        </p:tgtEl>
                                      </p:cBhvr>
                                    </p:animEffect>
                                    <p:anim calcmode="lin" valueType="num">
                                      <p:cBhvr>
                                        <p:cTn id="43" dur="650" fill="hold"/>
                                        <p:tgtEl>
                                          <p:spTgt spid="57"/>
                                        </p:tgtEl>
                                        <p:attrNameLst>
                                          <p:attrName>ppt_x</p:attrName>
                                        </p:attrNameLst>
                                      </p:cBhvr>
                                      <p:tavLst>
                                        <p:tav tm="0">
                                          <p:val>
                                            <p:strVal val="#ppt_x"/>
                                          </p:val>
                                        </p:tav>
                                        <p:tav tm="100000">
                                          <p:val>
                                            <p:strVal val="#ppt_x"/>
                                          </p:val>
                                        </p:tav>
                                      </p:tavLst>
                                    </p:anim>
                                    <p:anim calcmode="lin" valueType="num">
                                      <p:cBhvr>
                                        <p:cTn id="44" dur="650" fill="hold"/>
                                        <p:tgtEl>
                                          <p:spTgt spid="57"/>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590"/>
                                  </p:stCondLst>
                                  <p:childTnLst>
                                    <p:set>
                                      <p:cBhvr>
                                        <p:cTn id="46" dur="1" fill="hold">
                                          <p:stCondLst>
                                            <p:cond delay="0"/>
                                          </p:stCondLst>
                                        </p:cTn>
                                        <p:tgtEl>
                                          <p:spTgt spid="58"/>
                                        </p:tgtEl>
                                        <p:attrNameLst>
                                          <p:attrName>style.visibility</p:attrName>
                                        </p:attrNameLst>
                                      </p:cBhvr>
                                      <p:to>
                                        <p:strVal val="visible"/>
                                      </p:to>
                                    </p:set>
                                    <p:animEffect transition="in" filter="fade">
                                      <p:cBhvr>
                                        <p:cTn id="47" dur="650"/>
                                        <p:tgtEl>
                                          <p:spTgt spid="58"/>
                                        </p:tgtEl>
                                      </p:cBhvr>
                                    </p:animEffect>
                                    <p:anim calcmode="lin" valueType="num">
                                      <p:cBhvr>
                                        <p:cTn id="48" dur="650" fill="hold"/>
                                        <p:tgtEl>
                                          <p:spTgt spid="58"/>
                                        </p:tgtEl>
                                        <p:attrNameLst>
                                          <p:attrName>ppt_x</p:attrName>
                                        </p:attrNameLst>
                                      </p:cBhvr>
                                      <p:tavLst>
                                        <p:tav tm="0">
                                          <p:val>
                                            <p:strVal val="#ppt_x"/>
                                          </p:val>
                                        </p:tav>
                                        <p:tav tm="100000">
                                          <p:val>
                                            <p:strVal val="#ppt_x"/>
                                          </p:val>
                                        </p:tav>
                                      </p:tavLst>
                                    </p:anim>
                                    <p:anim calcmode="lin" valueType="num">
                                      <p:cBhvr>
                                        <p:cTn id="49" dur="650" fill="hold"/>
                                        <p:tgtEl>
                                          <p:spTgt spid="58"/>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590"/>
                                  </p:stCondLst>
                                  <p:childTnLst>
                                    <p:set>
                                      <p:cBhvr>
                                        <p:cTn id="51" dur="1" fill="hold">
                                          <p:stCondLst>
                                            <p:cond delay="0"/>
                                          </p:stCondLst>
                                        </p:cTn>
                                        <p:tgtEl>
                                          <p:spTgt spid="59"/>
                                        </p:tgtEl>
                                        <p:attrNameLst>
                                          <p:attrName>style.visibility</p:attrName>
                                        </p:attrNameLst>
                                      </p:cBhvr>
                                      <p:to>
                                        <p:strVal val="visible"/>
                                      </p:to>
                                    </p:set>
                                    <p:animEffect transition="in" filter="fade">
                                      <p:cBhvr>
                                        <p:cTn id="52" dur="650"/>
                                        <p:tgtEl>
                                          <p:spTgt spid="59"/>
                                        </p:tgtEl>
                                      </p:cBhvr>
                                    </p:animEffect>
                                    <p:anim calcmode="lin" valueType="num">
                                      <p:cBhvr>
                                        <p:cTn id="53" dur="650" fill="hold"/>
                                        <p:tgtEl>
                                          <p:spTgt spid="59"/>
                                        </p:tgtEl>
                                        <p:attrNameLst>
                                          <p:attrName>ppt_x</p:attrName>
                                        </p:attrNameLst>
                                      </p:cBhvr>
                                      <p:tavLst>
                                        <p:tav tm="0">
                                          <p:val>
                                            <p:strVal val="#ppt_x"/>
                                          </p:val>
                                        </p:tav>
                                        <p:tav tm="100000">
                                          <p:val>
                                            <p:strVal val="#ppt_x"/>
                                          </p:val>
                                        </p:tav>
                                      </p:tavLst>
                                    </p:anim>
                                    <p:anim calcmode="lin" valueType="num">
                                      <p:cBhvr>
                                        <p:cTn id="54" dur="650" fill="hold"/>
                                        <p:tgtEl>
                                          <p:spTgt spid="59"/>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590"/>
                                  </p:stCondLst>
                                  <p:childTnLst>
                                    <p:set>
                                      <p:cBhvr>
                                        <p:cTn id="56" dur="1" fill="hold">
                                          <p:stCondLst>
                                            <p:cond delay="0"/>
                                          </p:stCondLst>
                                        </p:cTn>
                                        <p:tgtEl>
                                          <p:spTgt spid="60"/>
                                        </p:tgtEl>
                                        <p:attrNameLst>
                                          <p:attrName>style.visibility</p:attrName>
                                        </p:attrNameLst>
                                      </p:cBhvr>
                                      <p:to>
                                        <p:strVal val="visible"/>
                                      </p:to>
                                    </p:set>
                                    <p:animEffect transition="in" filter="fade">
                                      <p:cBhvr>
                                        <p:cTn id="57" dur="650"/>
                                        <p:tgtEl>
                                          <p:spTgt spid="60"/>
                                        </p:tgtEl>
                                      </p:cBhvr>
                                    </p:animEffect>
                                    <p:anim calcmode="lin" valueType="num">
                                      <p:cBhvr>
                                        <p:cTn id="58" dur="650" fill="hold"/>
                                        <p:tgtEl>
                                          <p:spTgt spid="60"/>
                                        </p:tgtEl>
                                        <p:attrNameLst>
                                          <p:attrName>ppt_x</p:attrName>
                                        </p:attrNameLst>
                                      </p:cBhvr>
                                      <p:tavLst>
                                        <p:tav tm="0">
                                          <p:val>
                                            <p:strVal val="#ppt_x"/>
                                          </p:val>
                                        </p:tav>
                                        <p:tav tm="100000">
                                          <p:val>
                                            <p:strVal val="#ppt_x"/>
                                          </p:val>
                                        </p:tav>
                                      </p:tavLst>
                                    </p:anim>
                                    <p:anim calcmode="lin" valueType="num">
                                      <p:cBhvr>
                                        <p:cTn id="59" dur="650" fill="hold"/>
                                        <p:tgtEl>
                                          <p:spTgt spid="60"/>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59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650"/>
                                        <p:tgtEl>
                                          <p:spTgt spid="61"/>
                                        </p:tgtEl>
                                      </p:cBhvr>
                                    </p:animEffect>
                                    <p:anim calcmode="lin" valueType="num">
                                      <p:cBhvr>
                                        <p:cTn id="63" dur="650" fill="hold"/>
                                        <p:tgtEl>
                                          <p:spTgt spid="61"/>
                                        </p:tgtEl>
                                        <p:attrNameLst>
                                          <p:attrName>ppt_x</p:attrName>
                                        </p:attrNameLst>
                                      </p:cBhvr>
                                      <p:tavLst>
                                        <p:tav tm="0">
                                          <p:val>
                                            <p:strVal val="#ppt_x"/>
                                          </p:val>
                                        </p:tav>
                                        <p:tav tm="100000">
                                          <p:val>
                                            <p:strVal val="#ppt_x"/>
                                          </p:val>
                                        </p:tav>
                                      </p:tavLst>
                                    </p:anim>
                                    <p:anim calcmode="lin" valueType="num">
                                      <p:cBhvr>
                                        <p:cTn id="64" dur="650" fill="hold"/>
                                        <p:tgtEl>
                                          <p:spTgt spid="6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59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650"/>
                                        <p:tgtEl>
                                          <p:spTgt spid="62"/>
                                        </p:tgtEl>
                                      </p:cBhvr>
                                    </p:animEffect>
                                    <p:anim calcmode="lin" valueType="num">
                                      <p:cBhvr>
                                        <p:cTn id="68" dur="650" fill="hold"/>
                                        <p:tgtEl>
                                          <p:spTgt spid="62"/>
                                        </p:tgtEl>
                                        <p:attrNameLst>
                                          <p:attrName>ppt_x</p:attrName>
                                        </p:attrNameLst>
                                      </p:cBhvr>
                                      <p:tavLst>
                                        <p:tav tm="0">
                                          <p:val>
                                            <p:strVal val="#ppt_x"/>
                                          </p:val>
                                        </p:tav>
                                        <p:tav tm="100000">
                                          <p:val>
                                            <p:strVal val="#ppt_x"/>
                                          </p:val>
                                        </p:tav>
                                      </p:tavLst>
                                    </p:anim>
                                    <p:anim calcmode="lin" valueType="num">
                                      <p:cBhvr>
                                        <p:cTn id="69" dur="650" fill="hold"/>
                                        <p:tgtEl>
                                          <p:spTgt spid="62"/>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810"/>
                                  </p:stCondLst>
                                  <p:childTnLst>
                                    <p:set>
                                      <p:cBhvr>
                                        <p:cTn id="71" dur="1" fill="hold">
                                          <p:stCondLst>
                                            <p:cond delay="0"/>
                                          </p:stCondLst>
                                        </p:cTn>
                                        <p:tgtEl>
                                          <p:spTgt spid="63"/>
                                        </p:tgtEl>
                                        <p:attrNameLst>
                                          <p:attrName>style.visibility</p:attrName>
                                        </p:attrNameLst>
                                      </p:cBhvr>
                                      <p:to>
                                        <p:strVal val="visible"/>
                                      </p:to>
                                    </p:set>
                                    <p:animEffect transition="in" filter="fade">
                                      <p:cBhvr>
                                        <p:cTn id="72" dur="650"/>
                                        <p:tgtEl>
                                          <p:spTgt spid="63"/>
                                        </p:tgtEl>
                                      </p:cBhvr>
                                    </p:animEffect>
                                    <p:anim calcmode="lin" valueType="num">
                                      <p:cBhvr>
                                        <p:cTn id="73" dur="650" fill="hold"/>
                                        <p:tgtEl>
                                          <p:spTgt spid="63"/>
                                        </p:tgtEl>
                                        <p:attrNameLst>
                                          <p:attrName>ppt_x</p:attrName>
                                        </p:attrNameLst>
                                      </p:cBhvr>
                                      <p:tavLst>
                                        <p:tav tm="0">
                                          <p:val>
                                            <p:strVal val="#ppt_x"/>
                                          </p:val>
                                        </p:tav>
                                        <p:tav tm="100000">
                                          <p:val>
                                            <p:strVal val="#ppt_x"/>
                                          </p:val>
                                        </p:tav>
                                      </p:tavLst>
                                    </p:anim>
                                    <p:anim calcmode="lin" valueType="num">
                                      <p:cBhvr>
                                        <p:cTn id="74" dur="650" fill="hold"/>
                                        <p:tgtEl>
                                          <p:spTgt spid="63"/>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810"/>
                                  </p:stCondLst>
                                  <p:childTnLst>
                                    <p:set>
                                      <p:cBhvr>
                                        <p:cTn id="76" dur="1" fill="hold">
                                          <p:stCondLst>
                                            <p:cond delay="0"/>
                                          </p:stCondLst>
                                        </p:cTn>
                                        <p:tgtEl>
                                          <p:spTgt spid="64"/>
                                        </p:tgtEl>
                                        <p:attrNameLst>
                                          <p:attrName>style.visibility</p:attrName>
                                        </p:attrNameLst>
                                      </p:cBhvr>
                                      <p:to>
                                        <p:strVal val="visible"/>
                                      </p:to>
                                    </p:set>
                                    <p:animEffect transition="in" filter="fade">
                                      <p:cBhvr>
                                        <p:cTn id="77" dur="650"/>
                                        <p:tgtEl>
                                          <p:spTgt spid="64"/>
                                        </p:tgtEl>
                                      </p:cBhvr>
                                    </p:animEffect>
                                    <p:anim calcmode="lin" valueType="num">
                                      <p:cBhvr>
                                        <p:cTn id="78" dur="650" fill="hold"/>
                                        <p:tgtEl>
                                          <p:spTgt spid="64"/>
                                        </p:tgtEl>
                                        <p:attrNameLst>
                                          <p:attrName>ppt_x</p:attrName>
                                        </p:attrNameLst>
                                      </p:cBhvr>
                                      <p:tavLst>
                                        <p:tav tm="0">
                                          <p:val>
                                            <p:strVal val="#ppt_x"/>
                                          </p:val>
                                        </p:tav>
                                        <p:tav tm="100000">
                                          <p:val>
                                            <p:strVal val="#ppt_x"/>
                                          </p:val>
                                        </p:tav>
                                      </p:tavLst>
                                    </p:anim>
                                    <p:anim calcmode="lin" valueType="num">
                                      <p:cBhvr>
                                        <p:cTn id="79" dur="650" fill="hold"/>
                                        <p:tgtEl>
                                          <p:spTgt spid="64"/>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810"/>
                                  </p:stCondLst>
                                  <p:childTnLst>
                                    <p:set>
                                      <p:cBhvr>
                                        <p:cTn id="81" dur="1" fill="hold">
                                          <p:stCondLst>
                                            <p:cond delay="0"/>
                                          </p:stCondLst>
                                        </p:cTn>
                                        <p:tgtEl>
                                          <p:spTgt spid="65"/>
                                        </p:tgtEl>
                                        <p:attrNameLst>
                                          <p:attrName>style.visibility</p:attrName>
                                        </p:attrNameLst>
                                      </p:cBhvr>
                                      <p:to>
                                        <p:strVal val="visible"/>
                                      </p:to>
                                    </p:set>
                                    <p:animEffect transition="in" filter="fade">
                                      <p:cBhvr>
                                        <p:cTn id="82" dur="650"/>
                                        <p:tgtEl>
                                          <p:spTgt spid="65"/>
                                        </p:tgtEl>
                                      </p:cBhvr>
                                    </p:animEffect>
                                    <p:anim calcmode="lin" valueType="num">
                                      <p:cBhvr>
                                        <p:cTn id="83" dur="650" fill="hold"/>
                                        <p:tgtEl>
                                          <p:spTgt spid="65"/>
                                        </p:tgtEl>
                                        <p:attrNameLst>
                                          <p:attrName>ppt_x</p:attrName>
                                        </p:attrNameLst>
                                      </p:cBhvr>
                                      <p:tavLst>
                                        <p:tav tm="0">
                                          <p:val>
                                            <p:strVal val="#ppt_x"/>
                                          </p:val>
                                        </p:tav>
                                        <p:tav tm="100000">
                                          <p:val>
                                            <p:strVal val="#ppt_x"/>
                                          </p:val>
                                        </p:tav>
                                      </p:tavLst>
                                    </p:anim>
                                    <p:anim calcmode="lin" valueType="num">
                                      <p:cBhvr>
                                        <p:cTn id="84" dur="650" fill="hold"/>
                                        <p:tgtEl>
                                          <p:spTgt spid="65"/>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810"/>
                                  </p:stCondLst>
                                  <p:childTnLst>
                                    <p:set>
                                      <p:cBhvr>
                                        <p:cTn id="86" dur="1" fill="hold">
                                          <p:stCondLst>
                                            <p:cond delay="0"/>
                                          </p:stCondLst>
                                        </p:cTn>
                                        <p:tgtEl>
                                          <p:spTgt spid="66"/>
                                        </p:tgtEl>
                                        <p:attrNameLst>
                                          <p:attrName>style.visibility</p:attrName>
                                        </p:attrNameLst>
                                      </p:cBhvr>
                                      <p:to>
                                        <p:strVal val="visible"/>
                                      </p:to>
                                    </p:set>
                                    <p:animEffect transition="in" filter="fade">
                                      <p:cBhvr>
                                        <p:cTn id="87" dur="650"/>
                                        <p:tgtEl>
                                          <p:spTgt spid="66"/>
                                        </p:tgtEl>
                                      </p:cBhvr>
                                    </p:animEffect>
                                    <p:anim calcmode="lin" valueType="num">
                                      <p:cBhvr>
                                        <p:cTn id="88" dur="650" fill="hold"/>
                                        <p:tgtEl>
                                          <p:spTgt spid="66"/>
                                        </p:tgtEl>
                                        <p:attrNameLst>
                                          <p:attrName>ppt_x</p:attrName>
                                        </p:attrNameLst>
                                      </p:cBhvr>
                                      <p:tavLst>
                                        <p:tav tm="0">
                                          <p:val>
                                            <p:strVal val="#ppt_x"/>
                                          </p:val>
                                        </p:tav>
                                        <p:tav tm="100000">
                                          <p:val>
                                            <p:strVal val="#ppt_x"/>
                                          </p:val>
                                        </p:tav>
                                      </p:tavLst>
                                    </p:anim>
                                    <p:anim calcmode="lin" valueType="num">
                                      <p:cBhvr>
                                        <p:cTn id="89" dur="650" fill="hold"/>
                                        <p:tgtEl>
                                          <p:spTgt spid="66"/>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810"/>
                                  </p:stCondLst>
                                  <p:childTnLst>
                                    <p:set>
                                      <p:cBhvr>
                                        <p:cTn id="91" dur="1" fill="hold">
                                          <p:stCondLst>
                                            <p:cond delay="0"/>
                                          </p:stCondLst>
                                        </p:cTn>
                                        <p:tgtEl>
                                          <p:spTgt spid="67"/>
                                        </p:tgtEl>
                                        <p:attrNameLst>
                                          <p:attrName>style.visibility</p:attrName>
                                        </p:attrNameLst>
                                      </p:cBhvr>
                                      <p:to>
                                        <p:strVal val="visible"/>
                                      </p:to>
                                    </p:set>
                                    <p:animEffect transition="in" filter="fade">
                                      <p:cBhvr>
                                        <p:cTn id="92" dur="650"/>
                                        <p:tgtEl>
                                          <p:spTgt spid="67"/>
                                        </p:tgtEl>
                                      </p:cBhvr>
                                    </p:animEffect>
                                    <p:anim calcmode="lin" valueType="num">
                                      <p:cBhvr>
                                        <p:cTn id="93" dur="650" fill="hold"/>
                                        <p:tgtEl>
                                          <p:spTgt spid="67"/>
                                        </p:tgtEl>
                                        <p:attrNameLst>
                                          <p:attrName>ppt_x</p:attrName>
                                        </p:attrNameLst>
                                      </p:cBhvr>
                                      <p:tavLst>
                                        <p:tav tm="0">
                                          <p:val>
                                            <p:strVal val="#ppt_x"/>
                                          </p:val>
                                        </p:tav>
                                        <p:tav tm="100000">
                                          <p:val>
                                            <p:strVal val="#ppt_x"/>
                                          </p:val>
                                        </p:tav>
                                      </p:tavLst>
                                    </p:anim>
                                    <p:anim calcmode="lin" valueType="num">
                                      <p:cBhvr>
                                        <p:cTn id="94" dur="650" fill="hold"/>
                                        <p:tgtEl>
                                          <p:spTgt spid="67"/>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810"/>
                                  </p:stCondLst>
                                  <p:childTnLst>
                                    <p:set>
                                      <p:cBhvr>
                                        <p:cTn id="96" dur="1" fill="hold">
                                          <p:stCondLst>
                                            <p:cond delay="0"/>
                                          </p:stCondLst>
                                        </p:cTn>
                                        <p:tgtEl>
                                          <p:spTgt spid="68"/>
                                        </p:tgtEl>
                                        <p:attrNameLst>
                                          <p:attrName>style.visibility</p:attrName>
                                        </p:attrNameLst>
                                      </p:cBhvr>
                                      <p:to>
                                        <p:strVal val="visible"/>
                                      </p:to>
                                    </p:set>
                                    <p:animEffect transition="in" filter="fade">
                                      <p:cBhvr>
                                        <p:cTn id="97" dur="650"/>
                                        <p:tgtEl>
                                          <p:spTgt spid="68"/>
                                        </p:tgtEl>
                                      </p:cBhvr>
                                    </p:animEffect>
                                    <p:anim calcmode="lin" valueType="num">
                                      <p:cBhvr>
                                        <p:cTn id="98" dur="650" fill="hold"/>
                                        <p:tgtEl>
                                          <p:spTgt spid="68"/>
                                        </p:tgtEl>
                                        <p:attrNameLst>
                                          <p:attrName>ppt_x</p:attrName>
                                        </p:attrNameLst>
                                      </p:cBhvr>
                                      <p:tavLst>
                                        <p:tav tm="0">
                                          <p:val>
                                            <p:strVal val="#ppt_x"/>
                                          </p:val>
                                        </p:tav>
                                        <p:tav tm="100000">
                                          <p:val>
                                            <p:strVal val="#ppt_x"/>
                                          </p:val>
                                        </p:tav>
                                      </p:tavLst>
                                    </p:anim>
                                    <p:anim calcmode="lin" valueType="num">
                                      <p:cBhvr>
                                        <p:cTn id="99" dur="650" fill="hold"/>
                                        <p:tgtEl>
                                          <p:spTgt spid="68"/>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810"/>
                                  </p:stCondLst>
                                  <p:childTnLst>
                                    <p:set>
                                      <p:cBhvr>
                                        <p:cTn id="101" dur="1" fill="hold">
                                          <p:stCondLst>
                                            <p:cond delay="0"/>
                                          </p:stCondLst>
                                        </p:cTn>
                                        <p:tgtEl>
                                          <p:spTgt spid="69"/>
                                        </p:tgtEl>
                                        <p:attrNameLst>
                                          <p:attrName>style.visibility</p:attrName>
                                        </p:attrNameLst>
                                      </p:cBhvr>
                                      <p:to>
                                        <p:strVal val="visible"/>
                                      </p:to>
                                    </p:set>
                                    <p:animEffect transition="in" filter="fade">
                                      <p:cBhvr>
                                        <p:cTn id="102" dur="650"/>
                                        <p:tgtEl>
                                          <p:spTgt spid="69"/>
                                        </p:tgtEl>
                                      </p:cBhvr>
                                    </p:animEffect>
                                    <p:anim calcmode="lin" valueType="num">
                                      <p:cBhvr>
                                        <p:cTn id="103" dur="650" fill="hold"/>
                                        <p:tgtEl>
                                          <p:spTgt spid="69"/>
                                        </p:tgtEl>
                                        <p:attrNameLst>
                                          <p:attrName>ppt_x</p:attrName>
                                        </p:attrNameLst>
                                      </p:cBhvr>
                                      <p:tavLst>
                                        <p:tav tm="0">
                                          <p:val>
                                            <p:strVal val="#ppt_x"/>
                                          </p:val>
                                        </p:tav>
                                        <p:tav tm="100000">
                                          <p:val>
                                            <p:strVal val="#ppt_x"/>
                                          </p:val>
                                        </p:tav>
                                      </p:tavLst>
                                    </p:anim>
                                    <p:anim calcmode="lin" valueType="num">
                                      <p:cBhvr>
                                        <p:cTn id="104" dur="65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grpId="0" nodeType="clickEffect">
                                  <p:stCondLst>
                                    <p:cond delay="0"/>
                                  </p:stCondLst>
                                  <p:childTnLst>
                                    <p:set>
                                      <p:cBhvr>
                                        <p:cTn id="108" dur="1" fill="hold">
                                          <p:stCondLst>
                                            <p:cond delay="0"/>
                                          </p:stCondLst>
                                        </p:cTn>
                                        <p:tgtEl>
                                          <p:spTgt spid="70"/>
                                        </p:tgtEl>
                                        <p:attrNameLst>
                                          <p:attrName>style.visibility</p:attrName>
                                        </p:attrNameLst>
                                      </p:cBhvr>
                                      <p:to>
                                        <p:strVal val="visible"/>
                                      </p:to>
                                    </p:set>
                                    <p:animEffect transition="in" filter="fade">
                                      <p:cBhvr>
                                        <p:cTn id="109" dur="650"/>
                                        <p:tgtEl>
                                          <p:spTgt spid="70"/>
                                        </p:tgtEl>
                                      </p:cBhvr>
                                    </p:animEffect>
                                    <p:anim calcmode="lin" valueType="num">
                                      <p:cBhvr>
                                        <p:cTn id="110" dur="650" fill="hold"/>
                                        <p:tgtEl>
                                          <p:spTgt spid="70"/>
                                        </p:tgtEl>
                                        <p:attrNameLst>
                                          <p:attrName>ppt_x</p:attrName>
                                        </p:attrNameLst>
                                      </p:cBhvr>
                                      <p:tavLst>
                                        <p:tav tm="0">
                                          <p:val>
                                            <p:strVal val="#ppt_x"/>
                                          </p:val>
                                        </p:tav>
                                        <p:tav tm="100000">
                                          <p:val>
                                            <p:strVal val="#ppt_x"/>
                                          </p:val>
                                        </p:tav>
                                      </p:tavLst>
                                    </p:anim>
                                    <p:anim calcmode="lin" valueType="num">
                                      <p:cBhvr>
                                        <p:cTn id="111" dur="650" fill="hold"/>
                                        <p:tgtEl>
                                          <p:spTgt spid="70"/>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71"/>
                                        </p:tgtEl>
                                        <p:attrNameLst>
                                          <p:attrName>style.visibility</p:attrName>
                                        </p:attrNameLst>
                                      </p:cBhvr>
                                      <p:to>
                                        <p:strVal val="visible"/>
                                      </p:to>
                                    </p:set>
                                    <p:animEffect transition="in" filter="fade">
                                      <p:cBhvr>
                                        <p:cTn id="114" dur="650"/>
                                        <p:tgtEl>
                                          <p:spTgt spid="71"/>
                                        </p:tgtEl>
                                      </p:cBhvr>
                                    </p:animEffect>
                                    <p:anim calcmode="lin" valueType="num">
                                      <p:cBhvr>
                                        <p:cTn id="115" dur="650" fill="hold"/>
                                        <p:tgtEl>
                                          <p:spTgt spid="71"/>
                                        </p:tgtEl>
                                        <p:attrNameLst>
                                          <p:attrName>ppt_x</p:attrName>
                                        </p:attrNameLst>
                                      </p:cBhvr>
                                      <p:tavLst>
                                        <p:tav tm="0">
                                          <p:val>
                                            <p:strVal val="#ppt_x"/>
                                          </p:val>
                                        </p:tav>
                                        <p:tav tm="100000">
                                          <p:val>
                                            <p:strVal val="#ppt_x"/>
                                          </p:val>
                                        </p:tav>
                                      </p:tavLst>
                                    </p:anim>
                                    <p:anim calcmode="lin" valueType="num">
                                      <p:cBhvr>
                                        <p:cTn id="116" dur="650" fill="hold"/>
                                        <p:tgtEl>
                                          <p:spTgt spid="71"/>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72"/>
                                        </p:tgtEl>
                                        <p:attrNameLst>
                                          <p:attrName>style.visibility</p:attrName>
                                        </p:attrNameLst>
                                      </p:cBhvr>
                                      <p:to>
                                        <p:strVal val="visible"/>
                                      </p:to>
                                    </p:set>
                                    <p:animEffect transition="in" filter="fade">
                                      <p:cBhvr>
                                        <p:cTn id="119" dur="650"/>
                                        <p:tgtEl>
                                          <p:spTgt spid="72"/>
                                        </p:tgtEl>
                                      </p:cBhvr>
                                    </p:animEffect>
                                    <p:anim calcmode="lin" valueType="num">
                                      <p:cBhvr>
                                        <p:cTn id="120" dur="650" fill="hold"/>
                                        <p:tgtEl>
                                          <p:spTgt spid="72"/>
                                        </p:tgtEl>
                                        <p:attrNameLst>
                                          <p:attrName>ppt_x</p:attrName>
                                        </p:attrNameLst>
                                      </p:cBhvr>
                                      <p:tavLst>
                                        <p:tav tm="0">
                                          <p:val>
                                            <p:strVal val="#ppt_x"/>
                                          </p:val>
                                        </p:tav>
                                        <p:tav tm="100000">
                                          <p:val>
                                            <p:strVal val="#ppt_x"/>
                                          </p:val>
                                        </p:tav>
                                      </p:tavLst>
                                    </p:anim>
                                    <p:anim calcmode="lin" valueType="num">
                                      <p:cBhvr>
                                        <p:cTn id="121" dur="650" fill="hold"/>
                                        <p:tgtEl>
                                          <p:spTgt spid="72"/>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73"/>
                                        </p:tgtEl>
                                        <p:attrNameLst>
                                          <p:attrName>style.visibility</p:attrName>
                                        </p:attrNameLst>
                                      </p:cBhvr>
                                      <p:to>
                                        <p:strVal val="visible"/>
                                      </p:to>
                                    </p:set>
                                    <p:animEffect transition="in" filter="fade">
                                      <p:cBhvr>
                                        <p:cTn id="124" dur="650"/>
                                        <p:tgtEl>
                                          <p:spTgt spid="73"/>
                                        </p:tgtEl>
                                      </p:cBhvr>
                                    </p:animEffect>
                                    <p:anim calcmode="lin" valueType="num">
                                      <p:cBhvr>
                                        <p:cTn id="125" dur="650" fill="hold"/>
                                        <p:tgtEl>
                                          <p:spTgt spid="73"/>
                                        </p:tgtEl>
                                        <p:attrNameLst>
                                          <p:attrName>ppt_x</p:attrName>
                                        </p:attrNameLst>
                                      </p:cBhvr>
                                      <p:tavLst>
                                        <p:tav tm="0">
                                          <p:val>
                                            <p:strVal val="#ppt_x"/>
                                          </p:val>
                                        </p:tav>
                                        <p:tav tm="100000">
                                          <p:val>
                                            <p:strVal val="#ppt_x"/>
                                          </p:val>
                                        </p:tav>
                                      </p:tavLst>
                                    </p:anim>
                                    <p:anim calcmode="lin" valueType="num">
                                      <p:cBhvr>
                                        <p:cTn id="126" dur="650" fill="hold"/>
                                        <p:tgtEl>
                                          <p:spTgt spid="73"/>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74"/>
                                        </p:tgtEl>
                                        <p:attrNameLst>
                                          <p:attrName>style.visibility</p:attrName>
                                        </p:attrNameLst>
                                      </p:cBhvr>
                                      <p:to>
                                        <p:strVal val="visible"/>
                                      </p:to>
                                    </p:set>
                                    <p:animEffect transition="in" filter="fade">
                                      <p:cBhvr>
                                        <p:cTn id="129" dur="650"/>
                                        <p:tgtEl>
                                          <p:spTgt spid="74"/>
                                        </p:tgtEl>
                                      </p:cBhvr>
                                    </p:animEffect>
                                    <p:anim calcmode="lin" valueType="num">
                                      <p:cBhvr>
                                        <p:cTn id="130" dur="650" fill="hold"/>
                                        <p:tgtEl>
                                          <p:spTgt spid="74"/>
                                        </p:tgtEl>
                                        <p:attrNameLst>
                                          <p:attrName>ppt_x</p:attrName>
                                        </p:attrNameLst>
                                      </p:cBhvr>
                                      <p:tavLst>
                                        <p:tav tm="0">
                                          <p:val>
                                            <p:strVal val="#ppt_x"/>
                                          </p:val>
                                        </p:tav>
                                        <p:tav tm="100000">
                                          <p:val>
                                            <p:strVal val="#ppt_x"/>
                                          </p:val>
                                        </p:tav>
                                      </p:tavLst>
                                    </p:anim>
                                    <p:anim calcmode="lin" valueType="num">
                                      <p:cBhvr>
                                        <p:cTn id="131" dur="650" fill="hold"/>
                                        <p:tgtEl>
                                          <p:spTgt spid="74"/>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75"/>
                                        </p:tgtEl>
                                        <p:attrNameLst>
                                          <p:attrName>style.visibility</p:attrName>
                                        </p:attrNameLst>
                                      </p:cBhvr>
                                      <p:to>
                                        <p:strVal val="visible"/>
                                      </p:to>
                                    </p:set>
                                    <p:animEffect transition="in" filter="fade">
                                      <p:cBhvr>
                                        <p:cTn id="134" dur="650"/>
                                        <p:tgtEl>
                                          <p:spTgt spid="75"/>
                                        </p:tgtEl>
                                      </p:cBhvr>
                                    </p:animEffect>
                                    <p:anim calcmode="lin" valueType="num">
                                      <p:cBhvr>
                                        <p:cTn id="135" dur="650" fill="hold"/>
                                        <p:tgtEl>
                                          <p:spTgt spid="75"/>
                                        </p:tgtEl>
                                        <p:attrNameLst>
                                          <p:attrName>ppt_x</p:attrName>
                                        </p:attrNameLst>
                                      </p:cBhvr>
                                      <p:tavLst>
                                        <p:tav tm="0">
                                          <p:val>
                                            <p:strVal val="#ppt_x"/>
                                          </p:val>
                                        </p:tav>
                                        <p:tav tm="100000">
                                          <p:val>
                                            <p:strVal val="#ppt_x"/>
                                          </p:val>
                                        </p:tav>
                                      </p:tavLst>
                                    </p:anim>
                                    <p:anim calcmode="lin" valueType="num">
                                      <p:cBhvr>
                                        <p:cTn id="136" dur="650" fill="hold"/>
                                        <p:tgtEl>
                                          <p:spTgt spid="75"/>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76"/>
                                        </p:tgtEl>
                                        <p:attrNameLst>
                                          <p:attrName>style.visibility</p:attrName>
                                        </p:attrNameLst>
                                      </p:cBhvr>
                                      <p:to>
                                        <p:strVal val="visible"/>
                                      </p:to>
                                    </p:set>
                                    <p:animEffect transition="in" filter="fade">
                                      <p:cBhvr>
                                        <p:cTn id="139" dur="650"/>
                                        <p:tgtEl>
                                          <p:spTgt spid="76"/>
                                        </p:tgtEl>
                                      </p:cBhvr>
                                    </p:animEffect>
                                    <p:anim calcmode="lin" valueType="num">
                                      <p:cBhvr>
                                        <p:cTn id="140" dur="650" fill="hold"/>
                                        <p:tgtEl>
                                          <p:spTgt spid="76"/>
                                        </p:tgtEl>
                                        <p:attrNameLst>
                                          <p:attrName>ppt_x</p:attrName>
                                        </p:attrNameLst>
                                      </p:cBhvr>
                                      <p:tavLst>
                                        <p:tav tm="0">
                                          <p:val>
                                            <p:strVal val="#ppt_x"/>
                                          </p:val>
                                        </p:tav>
                                        <p:tav tm="100000">
                                          <p:val>
                                            <p:strVal val="#ppt_x"/>
                                          </p:val>
                                        </p:tav>
                                      </p:tavLst>
                                    </p:anim>
                                    <p:anim calcmode="lin" valueType="num">
                                      <p:cBhvr>
                                        <p:cTn id="141" dur="650" fill="hold"/>
                                        <p:tgtEl>
                                          <p:spTgt spid="76"/>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77"/>
                                        </p:tgtEl>
                                        <p:attrNameLst>
                                          <p:attrName>style.visibility</p:attrName>
                                        </p:attrNameLst>
                                      </p:cBhvr>
                                      <p:to>
                                        <p:strVal val="visible"/>
                                      </p:to>
                                    </p:set>
                                    <p:animEffect transition="in" filter="fade">
                                      <p:cBhvr>
                                        <p:cTn id="144" dur="650"/>
                                        <p:tgtEl>
                                          <p:spTgt spid="77"/>
                                        </p:tgtEl>
                                      </p:cBhvr>
                                    </p:animEffect>
                                    <p:anim calcmode="lin" valueType="num">
                                      <p:cBhvr>
                                        <p:cTn id="145" dur="650" fill="hold"/>
                                        <p:tgtEl>
                                          <p:spTgt spid="77"/>
                                        </p:tgtEl>
                                        <p:attrNameLst>
                                          <p:attrName>ppt_x</p:attrName>
                                        </p:attrNameLst>
                                      </p:cBhvr>
                                      <p:tavLst>
                                        <p:tav tm="0">
                                          <p:val>
                                            <p:strVal val="#ppt_x"/>
                                          </p:val>
                                        </p:tav>
                                        <p:tav tm="100000">
                                          <p:val>
                                            <p:strVal val="#ppt_x"/>
                                          </p:val>
                                        </p:tav>
                                      </p:tavLst>
                                    </p:anim>
                                    <p:anim calcmode="lin" valueType="num">
                                      <p:cBhvr>
                                        <p:cTn id="146" dur="650" fill="hold"/>
                                        <p:tgtEl>
                                          <p:spTgt spid="77"/>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78"/>
                                        </p:tgtEl>
                                        <p:attrNameLst>
                                          <p:attrName>style.visibility</p:attrName>
                                        </p:attrNameLst>
                                      </p:cBhvr>
                                      <p:to>
                                        <p:strVal val="visible"/>
                                      </p:to>
                                    </p:set>
                                    <p:animEffect transition="in" filter="fade">
                                      <p:cBhvr>
                                        <p:cTn id="149" dur="650"/>
                                        <p:tgtEl>
                                          <p:spTgt spid="78"/>
                                        </p:tgtEl>
                                      </p:cBhvr>
                                    </p:animEffect>
                                    <p:anim calcmode="lin" valueType="num">
                                      <p:cBhvr>
                                        <p:cTn id="150" dur="650" fill="hold"/>
                                        <p:tgtEl>
                                          <p:spTgt spid="78"/>
                                        </p:tgtEl>
                                        <p:attrNameLst>
                                          <p:attrName>ppt_x</p:attrName>
                                        </p:attrNameLst>
                                      </p:cBhvr>
                                      <p:tavLst>
                                        <p:tav tm="0">
                                          <p:val>
                                            <p:strVal val="#ppt_x"/>
                                          </p:val>
                                        </p:tav>
                                        <p:tav tm="100000">
                                          <p:val>
                                            <p:strVal val="#ppt_x"/>
                                          </p:val>
                                        </p:tav>
                                      </p:tavLst>
                                    </p:anim>
                                    <p:anim calcmode="lin" valueType="num">
                                      <p:cBhvr>
                                        <p:cTn id="151" dur="650" fill="hold"/>
                                        <p:tgtEl>
                                          <p:spTgt spid="78"/>
                                        </p:tgtEl>
                                        <p:attrNameLst>
                                          <p:attrName>ppt_y</p:attrName>
                                        </p:attrNameLst>
                                      </p:cBhvr>
                                      <p:tavLst>
                                        <p:tav tm="0">
                                          <p:val>
                                            <p:strVal val="#ppt_y+.1"/>
                                          </p:val>
                                        </p:tav>
                                        <p:tav tm="100000">
                                          <p:val>
                                            <p:strVal val="#ppt_y"/>
                                          </p:val>
                                        </p:tav>
                                      </p:tavLst>
                                    </p:anim>
                                  </p:childTnLst>
                                </p:cTn>
                              </p:par>
                              <p:par>
                                <p:cTn id="152" presetID="22" presetClass="entr" presetSubtype="8" fill="hold" grpId="0" nodeType="withEffect">
                                  <p:stCondLst>
                                    <p:cond delay="120"/>
                                  </p:stCondLst>
                                  <p:childTnLst>
                                    <p:set>
                                      <p:cBhvr>
                                        <p:cTn id="153" dur="1" fill="hold">
                                          <p:stCondLst>
                                            <p:cond delay="0"/>
                                          </p:stCondLst>
                                        </p:cTn>
                                        <p:tgtEl>
                                          <p:spTgt spid="79"/>
                                        </p:tgtEl>
                                        <p:attrNameLst>
                                          <p:attrName>style.visibility</p:attrName>
                                        </p:attrNameLst>
                                      </p:cBhvr>
                                      <p:to>
                                        <p:strVal val="visible"/>
                                      </p:to>
                                    </p:set>
                                    <p:animEffect transition="in" filter="wipe(left)">
                                      <p:cBhvr>
                                        <p:cTn id="154" dur="500"/>
                                        <p:tgtEl>
                                          <p:spTgt spid="79"/>
                                        </p:tgtEl>
                                      </p:cBhvr>
                                    </p:animEffect>
                                  </p:childTnLst>
                                </p:cTn>
                              </p:par>
                              <p:par>
                                <p:cTn id="155" presetID="22" presetClass="entr" presetSubtype="8" fill="hold" grpId="0" nodeType="withEffect">
                                  <p:stCondLst>
                                    <p:cond delay="120"/>
                                  </p:stCondLst>
                                  <p:childTnLst>
                                    <p:set>
                                      <p:cBhvr>
                                        <p:cTn id="156" dur="1" fill="hold">
                                          <p:stCondLst>
                                            <p:cond delay="0"/>
                                          </p:stCondLst>
                                        </p:cTn>
                                        <p:tgtEl>
                                          <p:spTgt spid="80"/>
                                        </p:tgtEl>
                                        <p:attrNameLst>
                                          <p:attrName>style.visibility</p:attrName>
                                        </p:attrNameLst>
                                      </p:cBhvr>
                                      <p:to>
                                        <p:strVal val="visible"/>
                                      </p:to>
                                    </p:set>
                                    <p:animEffect transition="in" filter="wipe(left)">
                                      <p:cBhvr>
                                        <p:cTn id="157" dur="500"/>
                                        <p:tgtEl>
                                          <p:spTgt spid="80"/>
                                        </p:tgtEl>
                                      </p:cBhvr>
                                    </p:animEffect>
                                  </p:childTnLst>
                                </p:cTn>
                              </p:par>
                              <p:par>
                                <p:cTn id="158" presetID="22" presetClass="entr" presetSubtype="8" fill="hold" grpId="0" nodeType="withEffect">
                                  <p:stCondLst>
                                    <p:cond delay="120"/>
                                  </p:stCondLst>
                                  <p:childTnLst>
                                    <p:set>
                                      <p:cBhvr>
                                        <p:cTn id="159" dur="1" fill="hold">
                                          <p:stCondLst>
                                            <p:cond delay="0"/>
                                          </p:stCondLst>
                                        </p:cTn>
                                        <p:tgtEl>
                                          <p:spTgt spid="81"/>
                                        </p:tgtEl>
                                        <p:attrNameLst>
                                          <p:attrName>style.visibility</p:attrName>
                                        </p:attrNameLst>
                                      </p:cBhvr>
                                      <p:to>
                                        <p:strVal val="visible"/>
                                      </p:to>
                                    </p:set>
                                    <p:animEffect transition="in" filter="wipe(left)">
                                      <p:cBhvr>
                                        <p:cTn id="160" dur="500"/>
                                        <p:tgtEl>
                                          <p:spTgt spid="81"/>
                                        </p:tgtEl>
                                      </p:cBhvr>
                                    </p:animEffect>
                                  </p:childTnLst>
                                </p:cTn>
                              </p:par>
                              <p:par>
                                <p:cTn id="161" presetID="22" presetClass="entr" presetSubtype="8" fill="hold" grpId="0" nodeType="withEffect">
                                  <p:stCondLst>
                                    <p:cond delay="120"/>
                                  </p:stCondLst>
                                  <p:childTnLst>
                                    <p:set>
                                      <p:cBhvr>
                                        <p:cTn id="162" dur="1" fill="hold">
                                          <p:stCondLst>
                                            <p:cond delay="0"/>
                                          </p:stCondLst>
                                        </p:cTn>
                                        <p:tgtEl>
                                          <p:spTgt spid="82"/>
                                        </p:tgtEl>
                                        <p:attrNameLst>
                                          <p:attrName>style.visibility</p:attrName>
                                        </p:attrNameLst>
                                      </p:cBhvr>
                                      <p:to>
                                        <p:strVal val="visible"/>
                                      </p:to>
                                    </p:set>
                                    <p:animEffect transition="in" filter="wipe(left)">
                                      <p:cBhvr>
                                        <p:cTn id="163" dur="500"/>
                                        <p:tgtEl>
                                          <p:spTgt spid="82"/>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xit" presetSubtype="0" fill="hold" grpId="1" nodeType="clickEffect">
                                  <p:stCondLst>
                                    <p:cond delay="0"/>
                                  </p:stCondLst>
                                  <p:childTnLst>
                                    <p:animEffect transition="out" filter="fade">
                                      <p:cBhvr>
                                        <p:cTn id="167" dur="300"/>
                                        <p:tgtEl>
                                          <p:spTgt spid="50"/>
                                        </p:tgtEl>
                                      </p:cBhvr>
                                    </p:animEffect>
                                    <p:set>
                                      <p:cBhvr>
                                        <p:cTn id="168" dur="1" fill="hold">
                                          <p:stCondLst>
                                            <p:cond delay="299"/>
                                          </p:stCondLst>
                                        </p:cTn>
                                        <p:tgtEl>
                                          <p:spTgt spid="50"/>
                                        </p:tgtEl>
                                        <p:attrNameLst>
                                          <p:attrName>style.visibility</p:attrName>
                                        </p:attrNameLst>
                                      </p:cBhvr>
                                      <p:to>
                                        <p:strVal val="hidden"/>
                                      </p:to>
                                    </p:set>
                                  </p:childTnLst>
                                </p:cTn>
                              </p:par>
                              <p:par>
                                <p:cTn id="169" presetID="10" presetClass="exit" presetSubtype="0" fill="hold" grpId="1" nodeType="withEffect">
                                  <p:stCondLst>
                                    <p:cond delay="0"/>
                                  </p:stCondLst>
                                  <p:childTnLst>
                                    <p:animEffect transition="out" filter="fade">
                                      <p:cBhvr>
                                        <p:cTn id="170" dur="300"/>
                                        <p:tgtEl>
                                          <p:spTgt spid="51"/>
                                        </p:tgtEl>
                                      </p:cBhvr>
                                    </p:animEffect>
                                    <p:set>
                                      <p:cBhvr>
                                        <p:cTn id="171" dur="1" fill="hold">
                                          <p:stCondLst>
                                            <p:cond delay="299"/>
                                          </p:stCondLst>
                                        </p:cTn>
                                        <p:tgtEl>
                                          <p:spTgt spid="51"/>
                                        </p:tgtEl>
                                        <p:attrNameLst>
                                          <p:attrName>style.visibility</p:attrName>
                                        </p:attrNameLst>
                                      </p:cBhvr>
                                      <p:to>
                                        <p:strVal val="hidden"/>
                                      </p:to>
                                    </p:set>
                                  </p:childTnLst>
                                </p:cTn>
                              </p:par>
                              <p:par>
                                <p:cTn id="172" presetID="10" presetClass="exit" presetSubtype="0" fill="hold" grpId="1" nodeType="withEffect">
                                  <p:stCondLst>
                                    <p:cond delay="0"/>
                                  </p:stCondLst>
                                  <p:childTnLst>
                                    <p:animEffect transition="out" filter="fade">
                                      <p:cBhvr>
                                        <p:cTn id="173" dur="300"/>
                                        <p:tgtEl>
                                          <p:spTgt spid="52"/>
                                        </p:tgtEl>
                                      </p:cBhvr>
                                    </p:animEffect>
                                    <p:set>
                                      <p:cBhvr>
                                        <p:cTn id="174" dur="1" fill="hold">
                                          <p:stCondLst>
                                            <p:cond delay="299"/>
                                          </p:stCondLst>
                                        </p:cTn>
                                        <p:tgtEl>
                                          <p:spTgt spid="52"/>
                                        </p:tgtEl>
                                        <p:attrNameLst>
                                          <p:attrName>style.visibility</p:attrName>
                                        </p:attrNameLst>
                                      </p:cBhvr>
                                      <p:to>
                                        <p:strVal val="hidden"/>
                                      </p:to>
                                    </p:set>
                                  </p:childTnLst>
                                </p:cTn>
                              </p:par>
                              <p:par>
                                <p:cTn id="175" presetID="10" presetClass="exit" presetSubtype="0" fill="hold" grpId="1" nodeType="withEffect">
                                  <p:stCondLst>
                                    <p:cond delay="0"/>
                                  </p:stCondLst>
                                  <p:childTnLst>
                                    <p:animEffect transition="out" filter="fade">
                                      <p:cBhvr>
                                        <p:cTn id="176" dur="300"/>
                                        <p:tgtEl>
                                          <p:spTgt spid="53"/>
                                        </p:tgtEl>
                                      </p:cBhvr>
                                    </p:animEffect>
                                    <p:set>
                                      <p:cBhvr>
                                        <p:cTn id="177" dur="1" fill="hold">
                                          <p:stCondLst>
                                            <p:cond delay="299"/>
                                          </p:stCondLst>
                                        </p:cTn>
                                        <p:tgtEl>
                                          <p:spTgt spid="53"/>
                                        </p:tgtEl>
                                        <p:attrNameLst>
                                          <p:attrName>style.visibility</p:attrName>
                                        </p:attrNameLst>
                                      </p:cBhvr>
                                      <p:to>
                                        <p:strVal val="hidden"/>
                                      </p:to>
                                    </p:set>
                                  </p:childTnLst>
                                </p:cTn>
                              </p:par>
                              <p:par>
                                <p:cTn id="178" presetID="10" presetClass="exit" presetSubtype="0" fill="hold" grpId="1" nodeType="withEffect">
                                  <p:stCondLst>
                                    <p:cond delay="0"/>
                                  </p:stCondLst>
                                  <p:childTnLst>
                                    <p:animEffect transition="out" filter="fade">
                                      <p:cBhvr>
                                        <p:cTn id="179" dur="300"/>
                                        <p:tgtEl>
                                          <p:spTgt spid="54"/>
                                        </p:tgtEl>
                                      </p:cBhvr>
                                    </p:animEffect>
                                    <p:set>
                                      <p:cBhvr>
                                        <p:cTn id="180" dur="1" fill="hold">
                                          <p:stCondLst>
                                            <p:cond delay="299"/>
                                          </p:stCondLst>
                                        </p:cTn>
                                        <p:tgtEl>
                                          <p:spTgt spid="54"/>
                                        </p:tgtEl>
                                        <p:attrNameLst>
                                          <p:attrName>style.visibility</p:attrName>
                                        </p:attrNameLst>
                                      </p:cBhvr>
                                      <p:to>
                                        <p:strVal val="hidden"/>
                                      </p:to>
                                    </p:set>
                                  </p:childTnLst>
                                </p:cTn>
                              </p:par>
                              <p:par>
                                <p:cTn id="181" presetID="10" presetClass="exit" presetSubtype="0" fill="hold" grpId="1" nodeType="withEffect">
                                  <p:stCondLst>
                                    <p:cond delay="0"/>
                                  </p:stCondLst>
                                  <p:childTnLst>
                                    <p:animEffect transition="out" filter="fade">
                                      <p:cBhvr>
                                        <p:cTn id="182" dur="300"/>
                                        <p:tgtEl>
                                          <p:spTgt spid="55"/>
                                        </p:tgtEl>
                                      </p:cBhvr>
                                    </p:animEffect>
                                    <p:set>
                                      <p:cBhvr>
                                        <p:cTn id="183" dur="1" fill="hold">
                                          <p:stCondLst>
                                            <p:cond delay="299"/>
                                          </p:stCondLst>
                                        </p:cTn>
                                        <p:tgtEl>
                                          <p:spTgt spid="55"/>
                                        </p:tgtEl>
                                        <p:attrNameLst>
                                          <p:attrName>style.visibility</p:attrName>
                                        </p:attrNameLst>
                                      </p:cBhvr>
                                      <p:to>
                                        <p:strVal val="hidden"/>
                                      </p:to>
                                    </p:set>
                                  </p:childTnLst>
                                </p:cTn>
                              </p:par>
                              <p:par>
                                <p:cTn id="184" presetID="10" presetClass="exit" presetSubtype="0" fill="hold" grpId="1" nodeType="withEffect">
                                  <p:stCondLst>
                                    <p:cond delay="0"/>
                                  </p:stCondLst>
                                  <p:childTnLst>
                                    <p:animEffect transition="out" filter="fade">
                                      <p:cBhvr>
                                        <p:cTn id="185" dur="300"/>
                                        <p:tgtEl>
                                          <p:spTgt spid="56"/>
                                        </p:tgtEl>
                                      </p:cBhvr>
                                    </p:animEffect>
                                    <p:set>
                                      <p:cBhvr>
                                        <p:cTn id="186" dur="1" fill="hold">
                                          <p:stCondLst>
                                            <p:cond delay="299"/>
                                          </p:stCondLst>
                                        </p:cTn>
                                        <p:tgtEl>
                                          <p:spTgt spid="56"/>
                                        </p:tgtEl>
                                        <p:attrNameLst>
                                          <p:attrName>style.visibility</p:attrName>
                                        </p:attrNameLst>
                                      </p:cBhvr>
                                      <p:to>
                                        <p:strVal val="hidden"/>
                                      </p:to>
                                    </p:set>
                                  </p:childTnLst>
                                </p:cTn>
                              </p:par>
                              <p:par>
                                <p:cTn id="187" presetID="10" presetClass="exit" presetSubtype="0" fill="hold" grpId="1" nodeType="withEffect">
                                  <p:stCondLst>
                                    <p:cond delay="0"/>
                                  </p:stCondLst>
                                  <p:childTnLst>
                                    <p:animEffect transition="out" filter="fade">
                                      <p:cBhvr>
                                        <p:cTn id="188" dur="300"/>
                                        <p:tgtEl>
                                          <p:spTgt spid="57"/>
                                        </p:tgtEl>
                                      </p:cBhvr>
                                    </p:animEffect>
                                    <p:set>
                                      <p:cBhvr>
                                        <p:cTn id="189" dur="1" fill="hold">
                                          <p:stCondLst>
                                            <p:cond delay="299"/>
                                          </p:stCondLst>
                                        </p:cTn>
                                        <p:tgtEl>
                                          <p:spTgt spid="57"/>
                                        </p:tgtEl>
                                        <p:attrNameLst>
                                          <p:attrName>style.visibility</p:attrName>
                                        </p:attrNameLst>
                                      </p:cBhvr>
                                      <p:to>
                                        <p:strVal val="hidden"/>
                                      </p:to>
                                    </p:set>
                                  </p:childTnLst>
                                </p:cTn>
                              </p:par>
                              <p:par>
                                <p:cTn id="190" presetID="10" presetClass="exit" presetSubtype="0" fill="hold" grpId="1" nodeType="withEffect">
                                  <p:stCondLst>
                                    <p:cond delay="0"/>
                                  </p:stCondLst>
                                  <p:childTnLst>
                                    <p:animEffect transition="out" filter="fade">
                                      <p:cBhvr>
                                        <p:cTn id="191" dur="300"/>
                                        <p:tgtEl>
                                          <p:spTgt spid="58"/>
                                        </p:tgtEl>
                                      </p:cBhvr>
                                    </p:animEffect>
                                    <p:set>
                                      <p:cBhvr>
                                        <p:cTn id="192" dur="1" fill="hold">
                                          <p:stCondLst>
                                            <p:cond delay="299"/>
                                          </p:stCondLst>
                                        </p:cTn>
                                        <p:tgtEl>
                                          <p:spTgt spid="58"/>
                                        </p:tgtEl>
                                        <p:attrNameLst>
                                          <p:attrName>style.visibility</p:attrName>
                                        </p:attrNameLst>
                                      </p:cBhvr>
                                      <p:to>
                                        <p:strVal val="hidden"/>
                                      </p:to>
                                    </p:set>
                                  </p:childTnLst>
                                </p:cTn>
                              </p:par>
                              <p:par>
                                <p:cTn id="193" presetID="10" presetClass="exit" presetSubtype="0" fill="hold" grpId="1" nodeType="withEffect">
                                  <p:stCondLst>
                                    <p:cond delay="0"/>
                                  </p:stCondLst>
                                  <p:childTnLst>
                                    <p:animEffect transition="out" filter="fade">
                                      <p:cBhvr>
                                        <p:cTn id="194" dur="300"/>
                                        <p:tgtEl>
                                          <p:spTgt spid="59"/>
                                        </p:tgtEl>
                                      </p:cBhvr>
                                    </p:animEffect>
                                    <p:set>
                                      <p:cBhvr>
                                        <p:cTn id="195" dur="1" fill="hold">
                                          <p:stCondLst>
                                            <p:cond delay="299"/>
                                          </p:stCondLst>
                                        </p:cTn>
                                        <p:tgtEl>
                                          <p:spTgt spid="59"/>
                                        </p:tgtEl>
                                        <p:attrNameLst>
                                          <p:attrName>style.visibility</p:attrName>
                                        </p:attrNameLst>
                                      </p:cBhvr>
                                      <p:to>
                                        <p:strVal val="hidden"/>
                                      </p:to>
                                    </p:set>
                                  </p:childTnLst>
                                </p:cTn>
                              </p:par>
                              <p:par>
                                <p:cTn id="196" presetID="10" presetClass="exit" presetSubtype="0" fill="hold" grpId="1" nodeType="withEffect">
                                  <p:stCondLst>
                                    <p:cond delay="0"/>
                                  </p:stCondLst>
                                  <p:childTnLst>
                                    <p:animEffect transition="out" filter="fade">
                                      <p:cBhvr>
                                        <p:cTn id="197" dur="300"/>
                                        <p:tgtEl>
                                          <p:spTgt spid="60"/>
                                        </p:tgtEl>
                                      </p:cBhvr>
                                    </p:animEffect>
                                    <p:set>
                                      <p:cBhvr>
                                        <p:cTn id="198" dur="1" fill="hold">
                                          <p:stCondLst>
                                            <p:cond delay="299"/>
                                          </p:stCondLst>
                                        </p:cTn>
                                        <p:tgtEl>
                                          <p:spTgt spid="60"/>
                                        </p:tgtEl>
                                        <p:attrNameLst>
                                          <p:attrName>style.visibility</p:attrName>
                                        </p:attrNameLst>
                                      </p:cBhvr>
                                      <p:to>
                                        <p:strVal val="hidden"/>
                                      </p:to>
                                    </p:set>
                                  </p:childTnLst>
                                </p:cTn>
                              </p:par>
                              <p:par>
                                <p:cTn id="199" presetID="10" presetClass="exit" presetSubtype="0" fill="hold" grpId="1" nodeType="withEffect">
                                  <p:stCondLst>
                                    <p:cond delay="0"/>
                                  </p:stCondLst>
                                  <p:childTnLst>
                                    <p:animEffect transition="out" filter="fade">
                                      <p:cBhvr>
                                        <p:cTn id="200" dur="300"/>
                                        <p:tgtEl>
                                          <p:spTgt spid="61"/>
                                        </p:tgtEl>
                                      </p:cBhvr>
                                    </p:animEffect>
                                    <p:set>
                                      <p:cBhvr>
                                        <p:cTn id="201" dur="1" fill="hold">
                                          <p:stCondLst>
                                            <p:cond delay="299"/>
                                          </p:stCondLst>
                                        </p:cTn>
                                        <p:tgtEl>
                                          <p:spTgt spid="61"/>
                                        </p:tgtEl>
                                        <p:attrNameLst>
                                          <p:attrName>style.visibility</p:attrName>
                                        </p:attrNameLst>
                                      </p:cBhvr>
                                      <p:to>
                                        <p:strVal val="hidden"/>
                                      </p:to>
                                    </p:set>
                                  </p:childTnLst>
                                </p:cTn>
                              </p:par>
                              <p:par>
                                <p:cTn id="202" presetID="10" presetClass="exit" presetSubtype="0" fill="hold" grpId="1" nodeType="withEffect">
                                  <p:stCondLst>
                                    <p:cond delay="0"/>
                                  </p:stCondLst>
                                  <p:childTnLst>
                                    <p:animEffect transition="out" filter="fade">
                                      <p:cBhvr>
                                        <p:cTn id="203" dur="300"/>
                                        <p:tgtEl>
                                          <p:spTgt spid="62"/>
                                        </p:tgtEl>
                                      </p:cBhvr>
                                    </p:animEffect>
                                    <p:set>
                                      <p:cBhvr>
                                        <p:cTn id="204" dur="1" fill="hold">
                                          <p:stCondLst>
                                            <p:cond delay="299"/>
                                          </p:stCondLst>
                                        </p:cTn>
                                        <p:tgtEl>
                                          <p:spTgt spid="62"/>
                                        </p:tgtEl>
                                        <p:attrNameLst>
                                          <p:attrName>style.visibility</p:attrName>
                                        </p:attrNameLst>
                                      </p:cBhvr>
                                      <p:to>
                                        <p:strVal val="hidden"/>
                                      </p:to>
                                    </p:set>
                                  </p:childTnLst>
                                </p:cTn>
                              </p:par>
                              <p:par>
                                <p:cTn id="205" presetID="10" presetClass="exit" presetSubtype="0" fill="hold" grpId="1" nodeType="withEffect">
                                  <p:stCondLst>
                                    <p:cond delay="0"/>
                                  </p:stCondLst>
                                  <p:childTnLst>
                                    <p:animEffect transition="out" filter="fade">
                                      <p:cBhvr>
                                        <p:cTn id="206" dur="300"/>
                                        <p:tgtEl>
                                          <p:spTgt spid="63"/>
                                        </p:tgtEl>
                                      </p:cBhvr>
                                    </p:animEffect>
                                    <p:set>
                                      <p:cBhvr>
                                        <p:cTn id="207" dur="1" fill="hold">
                                          <p:stCondLst>
                                            <p:cond delay="299"/>
                                          </p:stCondLst>
                                        </p:cTn>
                                        <p:tgtEl>
                                          <p:spTgt spid="63"/>
                                        </p:tgtEl>
                                        <p:attrNameLst>
                                          <p:attrName>style.visibility</p:attrName>
                                        </p:attrNameLst>
                                      </p:cBhvr>
                                      <p:to>
                                        <p:strVal val="hidden"/>
                                      </p:to>
                                    </p:set>
                                  </p:childTnLst>
                                </p:cTn>
                              </p:par>
                              <p:par>
                                <p:cTn id="208" presetID="10" presetClass="exit" presetSubtype="0" fill="hold" grpId="1" nodeType="withEffect">
                                  <p:stCondLst>
                                    <p:cond delay="0"/>
                                  </p:stCondLst>
                                  <p:childTnLst>
                                    <p:animEffect transition="out" filter="fade">
                                      <p:cBhvr>
                                        <p:cTn id="209" dur="300"/>
                                        <p:tgtEl>
                                          <p:spTgt spid="64"/>
                                        </p:tgtEl>
                                      </p:cBhvr>
                                    </p:animEffect>
                                    <p:set>
                                      <p:cBhvr>
                                        <p:cTn id="210" dur="1" fill="hold">
                                          <p:stCondLst>
                                            <p:cond delay="299"/>
                                          </p:stCondLst>
                                        </p:cTn>
                                        <p:tgtEl>
                                          <p:spTgt spid="64"/>
                                        </p:tgtEl>
                                        <p:attrNameLst>
                                          <p:attrName>style.visibility</p:attrName>
                                        </p:attrNameLst>
                                      </p:cBhvr>
                                      <p:to>
                                        <p:strVal val="hidden"/>
                                      </p:to>
                                    </p:set>
                                  </p:childTnLst>
                                </p:cTn>
                              </p:par>
                              <p:par>
                                <p:cTn id="211" presetID="10" presetClass="exit" presetSubtype="0" fill="hold" grpId="1" nodeType="withEffect">
                                  <p:stCondLst>
                                    <p:cond delay="0"/>
                                  </p:stCondLst>
                                  <p:childTnLst>
                                    <p:animEffect transition="out" filter="fade">
                                      <p:cBhvr>
                                        <p:cTn id="212" dur="300"/>
                                        <p:tgtEl>
                                          <p:spTgt spid="65"/>
                                        </p:tgtEl>
                                      </p:cBhvr>
                                    </p:animEffect>
                                    <p:set>
                                      <p:cBhvr>
                                        <p:cTn id="213" dur="1" fill="hold">
                                          <p:stCondLst>
                                            <p:cond delay="299"/>
                                          </p:stCondLst>
                                        </p:cTn>
                                        <p:tgtEl>
                                          <p:spTgt spid="65"/>
                                        </p:tgtEl>
                                        <p:attrNameLst>
                                          <p:attrName>style.visibility</p:attrName>
                                        </p:attrNameLst>
                                      </p:cBhvr>
                                      <p:to>
                                        <p:strVal val="hidden"/>
                                      </p:to>
                                    </p:set>
                                  </p:childTnLst>
                                </p:cTn>
                              </p:par>
                              <p:par>
                                <p:cTn id="214" presetID="10" presetClass="exit" presetSubtype="0" fill="hold" grpId="1" nodeType="withEffect">
                                  <p:stCondLst>
                                    <p:cond delay="0"/>
                                  </p:stCondLst>
                                  <p:childTnLst>
                                    <p:animEffect transition="out" filter="fade">
                                      <p:cBhvr>
                                        <p:cTn id="215" dur="300"/>
                                        <p:tgtEl>
                                          <p:spTgt spid="66"/>
                                        </p:tgtEl>
                                      </p:cBhvr>
                                    </p:animEffect>
                                    <p:set>
                                      <p:cBhvr>
                                        <p:cTn id="216" dur="1" fill="hold">
                                          <p:stCondLst>
                                            <p:cond delay="299"/>
                                          </p:stCondLst>
                                        </p:cTn>
                                        <p:tgtEl>
                                          <p:spTgt spid="66"/>
                                        </p:tgtEl>
                                        <p:attrNameLst>
                                          <p:attrName>style.visibility</p:attrName>
                                        </p:attrNameLst>
                                      </p:cBhvr>
                                      <p:to>
                                        <p:strVal val="hidden"/>
                                      </p:to>
                                    </p:set>
                                  </p:childTnLst>
                                </p:cTn>
                              </p:par>
                              <p:par>
                                <p:cTn id="217" presetID="10" presetClass="exit" presetSubtype="0" fill="hold" grpId="1" nodeType="withEffect">
                                  <p:stCondLst>
                                    <p:cond delay="0"/>
                                  </p:stCondLst>
                                  <p:childTnLst>
                                    <p:animEffect transition="out" filter="fade">
                                      <p:cBhvr>
                                        <p:cTn id="218" dur="300"/>
                                        <p:tgtEl>
                                          <p:spTgt spid="67"/>
                                        </p:tgtEl>
                                      </p:cBhvr>
                                    </p:animEffect>
                                    <p:set>
                                      <p:cBhvr>
                                        <p:cTn id="219" dur="1" fill="hold">
                                          <p:stCondLst>
                                            <p:cond delay="299"/>
                                          </p:stCondLst>
                                        </p:cTn>
                                        <p:tgtEl>
                                          <p:spTgt spid="67"/>
                                        </p:tgtEl>
                                        <p:attrNameLst>
                                          <p:attrName>style.visibility</p:attrName>
                                        </p:attrNameLst>
                                      </p:cBhvr>
                                      <p:to>
                                        <p:strVal val="hidden"/>
                                      </p:to>
                                    </p:set>
                                  </p:childTnLst>
                                </p:cTn>
                              </p:par>
                              <p:par>
                                <p:cTn id="220" presetID="10" presetClass="exit" presetSubtype="0" fill="hold" grpId="1" nodeType="withEffect">
                                  <p:stCondLst>
                                    <p:cond delay="0"/>
                                  </p:stCondLst>
                                  <p:childTnLst>
                                    <p:animEffect transition="out" filter="fade">
                                      <p:cBhvr>
                                        <p:cTn id="221" dur="300"/>
                                        <p:tgtEl>
                                          <p:spTgt spid="68"/>
                                        </p:tgtEl>
                                      </p:cBhvr>
                                    </p:animEffect>
                                    <p:set>
                                      <p:cBhvr>
                                        <p:cTn id="222" dur="1" fill="hold">
                                          <p:stCondLst>
                                            <p:cond delay="299"/>
                                          </p:stCondLst>
                                        </p:cTn>
                                        <p:tgtEl>
                                          <p:spTgt spid="68"/>
                                        </p:tgtEl>
                                        <p:attrNameLst>
                                          <p:attrName>style.visibility</p:attrName>
                                        </p:attrNameLst>
                                      </p:cBhvr>
                                      <p:to>
                                        <p:strVal val="hidden"/>
                                      </p:to>
                                    </p:set>
                                  </p:childTnLst>
                                </p:cTn>
                              </p:par>
                              <p:par>
                                <p:cTn id="223" presetID="10" presetClass="exit" presetSubtype="0" fill="hold" grpId="1" nodeType="withEffect">
                                  <p:stCondLst>
                                    <p:cond delay="0"/>
                                  </p:stCondLst>
                                  <p:childTnLst>
                                    <p:animEffect transition="out" filter="fade">
                                      <p:cBhvr>
                                        <p:cTn id="224" dur="300"/>
                                        <p:tgtEl>
                                          <p:spTgt spid="69"/>
                                        </p:tgtEl>
                                      </p:cBhvr>
                                    </p:animEffect>
                                    <p:set>
                                      <p:cBhvr>
                                        <p:cTn id="225" dur="1" fill="hold">
                                          <p:stCondLst>
                                            <p:cond delay="299"/>
                                          </p:stCondLst>
                                        </p:cTn>
                                        <p:tgtEl>
                                          <p:spTgt spid="69"/>
                                        </p:tgtEl>
                                        <p:attrNameLst>
                                          <p:attrName>style.visibility</p:attrName>
                                        </p:attrNameLst>
                                      </p:cBhvr>
                                      <p:to>
                                        <p:strVal val="hidden"/>
                                      </p:to>
                                    </p:set>
                                  </p:childTnLst>
                                </p:cTn>
                              </p:par>
                              <p:par>
                                <p:cTn id="226" presetID="10" presetClass="exit" presetSubtype="0" fill="hold" grpId="1" nodeType="withEffect">
                                  <p:stCondLst>
                                    <p:cond delay="0"/>
                                  </p:stCondLst>
                                  <p:childTnLst>
                                    <p:animEffect transition="out" filter="fade">
                                      <p:cBhvr>
                                        <p:cTn id="227" dur="300"/>
                                        <p:tgtEl>
                                          <p:spTgt spid="70"/>
                                        </p:tgtEl>
                                      </p:cBhvr>
                                    </p:animEffect>
                                    <p:set>
                                      <p:cBhvr>
                                        <p:cTn id="228" dur="1" fill="hold">
                                          <p:stCondLst>
                                            <p:cond delay="299"/>
                                          </p:stCondLst>
                                        </p:cTn>
                                        <p:tgtEl>
                                          <p:spTgt spid="70"/>
                                        </p:tgtEl>
                                        <p:attrNameLst>
                                          <p:attrName>style.visibility</p:attrName>
                                        </p:attrNameLst>
                                      </p:cBhvr>
                                      <p:to>
                                        <p:strVal val="hidden"/>
                                      </p:to>
                                    </p:set>
                                  </p:childTnLst>
                                </p:cTn>
                              </p:par>
                              <p:par>
                                <p:cTn id="229" presetID="10" presetClass="exit" presetSubtype="0" fill="hold" grpId="1" nodeType="withEffect">
                                  <p:stCondLst>
                                    <p:cond delay="0"/>
                                  </p:stCondLst>
                                  <p:childTnLst>
                                    <p:animEffect transition="out" filter="fade">
                                      <p:cBhvr>
                                        <p:cTn id="230" dur="300"/>
                                        <p:tgtEl>
                                          <p:spTgt spid="71"/>
                                        </p:tgtEl>
                                      </p:cBhvr>
                                    </p:animEffect>
                                    <p:set>
                                      <p:cBhvr>
                                        <p:cTn id="231" dur="1" fill="hold">
                                          <p:stCondLst>
                                            <p:cond delay="299"/>
                                          </p:stCondLst>
                                        </p:cTn>
                                        <p:tgtEl>
                                          <p:spTgt spid="71"/>
                                        </p:tgtEl>
                                        <p:attrNameLst>
                                          <p:attrName>style.visibility</p:attrName>
                                        </p:attrNameLst>
                                      </p:cBhvr>
                                      <p:to>
                                        <p:strVal val="hidden"/>
                                      </p:to>
                                    </p:set>
                                  </p:childTnLst>
                                </p:cTn>
                              </p:par>
                              <p:par>
                                <p:cTn id="232" presetID="10" presetClass="exit" presetSubtype="0" fill="hold" grpId="1" nodeType="withEffect">
                                  <p:stCondLst>
                                    <p:cond delay="0"/>
                                  </p:stCondLst>
                                  <p:childTnLst>
                                    <p:animEffect transition="out" filter="fade">
                                      <p:cBhvr>
                                        <p:cTn id="233" dur="300"/>
                                        <p:tgtEl>
                                          <p:spTgt spid="72"/>
                                        </p:tgtEl>
                                      </p:cBhvr>
                                    </p:animEffect>
                                    <p:set>
                                      <p:cBhvr>
                                        <p:cTn id="234" dur="1" fill="hold">
                                          <p:stCondLst>
                                            <p:cond delay="299"/>
                                          </p:stCondLst>
                                        </p:cTn>
                                        <p:tgtEl>
                                          <p:spTgt spid="72"/>
                                        </p:tgtEl>
                                        <p:attrNameLst>
                                          <p:attrName>style.visibility</p:attrName>
                                        </p:attrNameLst>
                                      </p:cBhvr>
                                      <p:to>
                                        <p:strVal val="hidden"/>
                                      </p:to>
                                    </p:set>
                                  </p:childTnLst>
                                </p:cTn>
                              </p:par>
                              <p:par>
                                <p:cTn id="235" presetID="10" presetClass="exit" presetSubtype="0" fill="hold" grpId="1" nodeType="withEffect">
                                  <p:stCondLst>
                                    <p:cond delay="0"/>
                                  </p:stCondLst>
                                  <p:childTnLst>
                                    <p:animEffect transition="out" filter="fade">
                                      <p:cBhvr>
                                        <p:cTn id="236" dur="300"/>
                                        <p:tgtEl>
                                          <p:spTgt spid="73"/>
                                        </p:tgtEl>
                                      </p:cBhvr>
                                    </p:animEffect>
                                    <p:set>
                                      <p:cBhvr>
                                        <p:cTn id="237" dur="1" fill="hold">
                                          <p:stCondLst>
                                            <p:cond delay="299"/>
                                          </p:stCondLst>
                                        </p:cTn>
                                        <p:tgtEl>
                                          <p:spTgt spid="73"/>
                                        </p:tgtEl>
                                        <p:attrNameLst>
                                          <p:attrName>style.visibility</p:attrName>
                                        </p:attrNameLst>
                                      </p:cBhvr>
                                      <p:to>
                                        <p:strVal val="hidden"/>
                                      </p:to>
                                    </p:set>
                                  </p:childTnLst>
                                </p:cTn>
                              </p:par>
                              <p:par>
                                <p:cTn id="238" presetID="10" presetClass="exit" presetSubtype="0" fill="hold" grpId="1" nodeType="withEffect">
                                  <p:stCondLst>
                                    <p:cond delay="0"/>
                                  </p:stCondLst>
                                  <p:childTnLst>
                                    <p:animEffect transition="out" filter="fade">
                                      <p:cBhvr>
                                        <p:cTn id="239" dur="300"/>
                                        <p:tgtEl>
                                          <p:spTgt spid="74"/>
                                        </p:tgtEl>
                                      </p:cBhvr>
                                    </p:animEffect>
                                    <p:set>
                                      <p:cBhvr>
                                        <p:cTn id="240" dur="1" fill="hold">
                                          <p:stCondLst>
                                            <p:cond delay="299"/>
                                          </p:stCondLst>
                                        </p:cTn>
                                        <p:tgtEl>
                                          <p:spTgt spid="74"/>
                                        </p:tgtEl>
                                        <p:attrNameLst>
                                          <p:attrName>style.visibility</p:attrName>
                                        </p:attrNameLst>
                                      </p:cBhvr>
                                      <p:to>
                                        <p:strVal val="hidden"/>
                                      </p:to>
                                    </p:set>
                                  </p:childTnLst>
                                </p:cTn>
                              </p:par>
                              <p:par>
                                <p:cTn id="241" presetID="10" presetClass="exit" presetSubtype="0" fill="hold" grpId="1" nodeType="withEffect">
                                  <p:stCondLst>
                                    <p:cond delay="0"/>
                                  </p:stCondLst>
                                  <p:childTnLst>
                                    <p:animEffect transition="out" filter="fade">
                                      <p:cBhvr>
                                        <p:cTn id="242" dur="300"/>
                                        <p:tgtEl>
                                          <p:spTgt spid="75"/>
                                        </p:tgtEl>
                                      </p:cBhvr>
                                    </p:animEffect>
                                    <p:set>
                                      <p:cBhvr>
                                        <p:cTn id="243" dur="1" fill="hold">
                                          <p:stCondLst>
                                            <p:cond delay="299"/>
                                          </p:stCondLst>
                                        </p:cTn>
                                        <p:tgtEl>
                                          <p:spTgt spid="75"/>
                                        </p:tgtEl>
                                        <p:attrNameLst>
                                          <p:attrName>style.visibility</p:attrName>
                                        </p:attrNameLst>
                                      </p:cBhvr>
                                      <p:to>
                                        <p:strVal val="hidden"/>
                                      </p:to>
                                    </p:set>
                                  </p:childTnLst>
                                </p:cTn>
                              </p:par>
                              <p:par>
                                <p:cTn id="244" presetID="10" presetClass="exit" presetSubtype="0" fill="hold" grpId="1" nodeType="withEffect">
                                  <p:stCondLst>
                                    <p:cond delay="0"/>
                                  </p:stCondLst>
                                  <p:childTnLst>
                                    <p:animEffect transition="out" filter="fade">
                                      <p:cBhvr>
                                        <p:cTn id="245" dur="300"/>
                                        <p:tgtEl>
                                          <p:spTgt spid="76"/>
                                        </p:tgtEl>
                                      </p:cBhvr>
                                    </p:animEffect>
                                    <p:set>
                                      <p:cBhvr>
                                        <p:cTn id="246" dur="1" fill="hold">
                                          <p:stCondLst>
                                            <p:cond delay="299"/>
                                          </p:stCondLst>
                                        </p:cTn>
                                        <p:tgtEl>
                                          <p:spTgt spid="76"/>
                                        </p:tgtEl>
                                        <p:attrNameLst>
                                          <p:attrName>style.visibility</p:attrName>
                                        </p:attrNameLst>
                                      </p:cBhvr>
                                      <p:to>
                                        <p:strVal val="hidden"/>
                                      </p:to>
                                    </p:set>
                                  </p:childTnLst>
                                </p:cTn>
                              </p:par>
                              <p:par>
                                <p:cTn id="247" presetID="10" presetClass="exit" presetSubtype="0" fill="hold" grpId="1" nodeType="withEffect">
                                  <p:stCondLst>
                                    <p:cond delay="0"/>
                                  </p:stCondLst>
                                  <p:childTnLst>
                                    <p:animEffect transition="out" filter="fade">
                                      <p:cBhvr>
                                        <p:cTn id="248" dur="300"/>
                                        <p:tgtEl>
                                          <p:spTgt spid="77"/>
                                        </p:tgtEl>
                                      </p:cBhvr>
                                    </p:animEffect>
                                    <p:set>
                                      <p:cBhvr>
                                        <p:cTn id="249" dur="1" fill="hold">
                                          <p:stCondLst>
                                            <p:cond delay="299"/>
                                          </p:stCondLst>
                                        </p:cTn>
                                        <p:tgtEl>
                                          <p:spTgt spid="77"/>
                                        </p:tgtEl>
                                        <p:attrNameLst>
                                          <p:attrName>style.visibility</p:attrName>
                                        </p:attrNameLst>
                                      </p:cBhvr>
                                      <p:to>
                                        <p:strVal val="hidden"/>
                                      </p:to>
                                    </p:set>
                                  </p:childTnLst>
                                </p:cTn>
                              </p:par>
                              <p:par>
                                <p:cTn id="250" presetID="10" presetClass="exit" presetSubtype="0" fill="hold" grpId="1" nodeType="withEffect">
                                  <p:stCondLst>
                                    <p:cond delay="0"/>
                                  </p:stCondLst>
                                  <p:childTnLst>
                                    <p:animEffect transition="out" filter="fade">
                                      <p:cBhvr>
                                        <p:cTn id="251" dur="300"/>
                                        <p:tgtEl>
                                          <p:spTgt spid="78"/>
                                        </p:tgtEl>
                                      </p:cBhvr>
                                    </p:animEffect>
                                    <p:set>
                                      <p:cBhvr>
                                        <p:cTn id="252" dur="1" fill="hold">
                                          <p:stCondLst>
                                            <p:cond delay="299"/>
                                          </p:stCondLst>
                                        </p:cTn>
                                        <p:tgtEl>
                                          <p:spTgt spid="78"/>
                                        </p:tgtEl>
                                        <p:attrNameLst>
                                          <p:attrName>style.visibility</p:attrName>
                                        </p:attrNameLst>
                                      </p:cBhvr>
                                      <p:to>
                                        <p:strVal val="hidden"/>
                                      </p:to>
                                    </p:set>
                                  </p:childTnLst>
                                </p:cTn>
                              </p:par>
                              <p:par>
                                <p:cTn id="253" presetID="10" presetClass="exit" presetSubtype="0" fill="hold" grpId="1" nodeType="withEffect">
                                  <p:stCondLst>
                                    <p:cond delay="0"/>
                                  </p:stCondLst>
                                  <p:childTnLst>
                                    <p:animEffect transition="out" filter="fade">
                                      <p:cBhvr>
                                        <p:cTn id="254" dur="300"/>
                                        <p:tgtEl>
                                          <p:spTgt spid="79"/>
                                        </p:tgtEl>
                                      </p:cBhvr>
                                    </p:animEffect>
                                    <p:set>
                                      <p:cBhvr>
                                        <p:cTn id="255" dur="1" fill="hold">
                                          <p:stCondLst>
                                            <p:cond delay="299"/>
                                          </p:stCondLst>
                                        </p:cTn>
                                        <p:tgtEl>
                                          <p:spTgt spid="79"/>
                                        </p:tgtEl>
                                        <p:attrNameLst>
                                          <p:attrName>style.visibility</p:attrName>
                                        </p:attrNameLst>
                                      </p:cBhvr>
                                      <p:to>
                                        <p:strVal val="hidden"/>
                                      </p:to>
                                    </p:set>
                                  </p:childTnLst>
                                </p:cTn>
                              </p:par>
                              <p:par>
                                <p:cTn id="256" presetID="10" presetClass="exit" presetSubtype="0" fill="hold" grpId="1" nodeType="withEffect">
                                  <p:stCondLst>
                                    <p:cond delay="0"/>
                                  </p:stCondLst>
                                  <p:childTnLst>
                                    <p:animEffect transition="out" filter="fade">
                                      <p:cBhvr>
                                        <p:cTn id="257" dur="300"/>
                                        <p:tgtEl>
                                          <p:spTgt spid="80"/>
                                        </p:tgtEl>
                                      </p:cBhvr>
                                    </p:animEffect>
                                    <p:set>
                                      <p:cBhvr>
                                        <p:cTn id="258" dur="1" fill="hold">
                                          <p:stCondLst>
                                            <p:cond delay="299"/>
                                          </p:stCondLst>
                                        </p:cTn>
                                        <p:tgtEl>
                                          <p:spTgt spid="80"/>
                                        </p:tgtEl>
                                        <p:attrNameLst>
                                          <p:attrName>style.visibility</p:attrName>
                                        </p:attrNameLst>
                                      </p:cBhvr>
                                      <p:to>
                                        <p:strVal val="hidden"/>
                                      </p:to>
                                    </p:set>
                                  </p:childTnLst>
                                </p:cTn>
                              </p:par>
                              <p:par>
                                <p:cTn id="259" presetID="10" presetClass="exit" presetSubtype="0" fill="hold" grpId="1" nodeType="withEffect">
                                  <p:stCondLst>
                                    <p:cond delay="0"/>
                                  </p:stCondLst>
                                  <p:childTnLst>
                                    <p:animEffect transition="out" filter="fade">
                                      <p:cBhvr>
                                        <p:cTn id="260" dur="300"/>
                                        <p:tgtEl>
                                          <p:spTgt spid="81"/>
                                        </p:tgtEl>
                                      </p:cBhvr>
                                    </p:animEffect>
                                    <p:set>
                                      <p:cBhvr>
                                        <p:cTn id="261" dur="1" fill="hold">
                                          <p:stCondLst>
                                            <p:cond delay="299"/>
                                          </p:stCondLst>
                                        </p:cTn>
                                        <p:tgtEl>
                                          <p:spTgt spid="81"/>
                                        </p:tgtEl>
                                        <p:attrNameLst>
                                          <p:attrName>style.visibility</p:attrName>
                                        </p:attrNameLst>
                                      </p:cBhvr>
                                      <p:to>
                                        <p:strVal val="hidden"/>
                                      </p:to>
                                    </p:set>
                                  </p:childTnLst>
                                </p:cTn>
                              </p:par>
                              <p:par>
                                <p:cTn id="262" presetID="10" presetClass="exit" presetSubtype="0" fill="hold" grpId="1" nodeType="withEffect">
                                  <p:stCondLst>
                                    <p:cond delay="0"/>
                                  </p:stCondLst>
                                  <p:childTnLst>
                                    <p:animEffect transition="out" filter="fade">
                                      <p:cBhvr>
                                        <p:cTn id="263" dur="300"/>
                                        <p:tgtEl>
                                          <p:spTgt spid="82"/>
                                        </p:tgtEl>
                                      </p:cBhvr>
                                    </p:animEffect>
                                    <p:set>
                                      <p:cBhvr>
                                        <p:cTn id="264" dur="1" fill="hold">
                                          <p:stCondLst>
                                            <p:cond delay="299"/>
                                          </p:stCondLst>
                                        </p:cTn>
                                        <p:tgtEl>
                                          <p:spTgt spid="82"/>
                                        </p:tgtEl>
                                        <p:attrNameLst>
                                          <p:attrName>style.visibility</p:attrName>
                                        </p:attrNameLst>
                                      </p:cBhvr>
                                      <p:to>
                                        <p:strVal val="hidden"/>
                                      </p:to>
                                    </p:set>
                                  </p:childTnLst>
                                </p:cTn>
                              </p:par>
                              <p:par>
                                <p:cTn id="265" presetID="42" presetClass="entr" presetSubtype="0" fill="hold" grpId="0" nodeType="withEffect">
                                  <p:stCondLst>
                                    <p:cond delay="250"/>
                                  </p:stCondLst>
                                  <p:childTnLst>
                                    <p:set>
                                      <p:cBhvr>
                                        <p:cTn id="266" dur="1" fill="hold">
                                          <p:stCondLst>
                                            <p:cond delay="0"/>
                                          </p:stCondLst>
                                        </p:cTn>
                                        <p:tgtEl>
                                          <p:spTgt spid="11"/>
                                        </p:tgtEl>
                                        <p:attrNameLst>
                                          <p:attrName>style.visibility</p:attrName>
                                        </p:attrNameLst>
                                      </p:cBhvr>
                                      <p:to>
                                        <p:strVal val="visible"/>
                                      </p:to>
                                    </p:set>
                                    <p:animEffect transition="in" filter="fade">
                                      <p:cBhvr>
                                        <p:cTn id="267" dur="650"/>
                                        <p:tgtEl>
                                          <p:spTgt spid="11"/>
                                        </p:tgtEl>
                                      </p:cBhvr>
                                    </p:animEffect>
                                    <p:anim calcmode="lin" valueType="num">
                                      <p:cBhvr>
                                        <p:cTn id="268" dur="650" fill="hold"/>
                                        <p:tgtEl>
                                          <p:spTgt spid="11"/>
                                        </p:tgtEl>
                                        <p:attrNameLst>
                                          <p:attrName>ppt_x</p:attrName>
                                        </p:attrNameLst>
                                      </p:cBhvr>
                                      <p:tavLst>
                                        <p:tav tm="0">
                                          <p:val>
                                            <p:strVal val="#ppt_x"/>
                                          </p:val>
                                        </p:tav>
                                        <p:tav tm="100000">
                                          <p:val>
                                            <p:strVal val="#ppt_x"/>
                                          </p:val>
                                        </p:tav>
                                      </p:tavLst>
                                    </p:anim>
                                    <p:anim calcmode="lin" valueType="num">
                                      <p:cBhvr>
                                        <p:cTn id="269" dur="650" fill="hold"/>
                                        <p:tgtEl>
                                          <p:spTgt spid="11"/>
                                        </p:tgtEl>
                                        <p:attrNameLst>
                                          <p:attrName>ppt_y</p:attrName>
                                        </p:attrNameLst>
                                      </p:cBhvr>
                                      <p:tavLst>
                                        <p:tav tm="0">
                                          <p:val>
                                            <p:strVal val="#ppt_y+.1"/>
                                          </p:val>
                                        </p:tav>
                                        <p:tav tm="100000">
                                          <p:val>
                                            <p:strVal val="#ppt_y"/>
                                          </p:val>
                                        </p:tav>
                                      </p:tavLst>
                                    </p:anim>
                                  </p:childTnLst>
                                </p:cTn>
                              </p:par>
                              <p:par>
                                <p:cTn id="270" presetID="42" presetClass="entr" presetSubtype="0" fill="hold" grpId="0" nodeType="withEffect">
                                  <p:stCondLst>
                                    <p:cond delay="250"/>
                                  </p:stCondLst>
                                  <p:childTnLst>
                                    <p:set>
                                      <p:cBhvr>
                                        <p:cTn id="271" dur="1" fill="hold">
                                          <p:stCondLst>
                                            <p:cond delay="0"/>
                                          </p:stCondLst>
                                        </p:cTn>
                                        <p:tgtEl>
                                          <p:spTgt spid="12"/>
                                        </p:tgtEl>
                                        <p:attrNameLst>
                                          <p:attrName>style.visibility</p:attrName>
                                        </p:attrNameLst>
                                      </p:cBhvr>
                                      <p:to>
                                        <p:strVal val="visible"/>
                                      </p:to>
                                    </p:set>
                                    <p:animEffect transition="in" filter="fade">
                                      <p:cBhvr>
                                        <p:cTn id="272" dur="650"/>
                                        <p:tgtEl>
                                          <p:spTgt spid="12"/>
                                        </p:tgtEl>
                                      </p:cBhvr>
                                    </p:animEffect>
                                    <p:anim calcmode="lin" valueType="num">
                                      <p:cBhvr>
                                        <p:cTn id="273" dur="650" fill="hold"/>
                                        <p:tgtEl>
                                          <p:spTgt spid="12"/>
                                        </p:tgtEl>
                                        <p:attrNameLst>
                                          <p:attrName>ppt_x</p:attrName>
                                        </p:attrNameLst>
                                      </p:cBhvr>
                                      <p:tavLst>
                                        <p:tav tm="0">
                                          <p:val>
                                            <p:strVal val="#ppt_x"/>
                                          </p:val>
                                        </p:tav>
                                        <p:tav tm="100000">
                                          <p:val>
                                            <p:strVal val="#ppt_x"/>
                                          </p:val>
                                        </p:tav>
                                      </p:tavLst>
                                    </p:anim>
                                    <p:anim calcmode="lin" valueType="num">
                                      <p:cBhvr>
                                        <p:cTn id="274" dur="650" fill="hold"/>
                                        <p:tgtEl>
                                          <p:spTgt spid="12"/>
                                        </p:tgtEl>
                                        <p:attrNameLst>
                                          <p:attrName>ppt_y</p:attrName>
                                        </p:attrNameLst>
                                      </p:cBhvr>
                                      <p:tavLst>
                                        <p:tav tm="0">
                                          <p:val>
                                            <p:strVal val="#ppt_y+.1"/>
                                          </p:val>
                                        </p:tav>
                                        <p:tav tm="100000">
                                          <p:val>
                                            <p:strVal val="#ppt_y"/>
                                          </p:val>
                                        </p:tav>
                                      </p:tavLst>
                                    </p:anim>
                                  </p:childTnLst>
                                </p:cTn>
                              </p:par>
                              <p:par>
                                <p:cTn id="275" presetID="42" presetClass="entr" presetSubtype="0" fill="hold" grpId="0" nodeType="withEffect">
                                  <p:stCondLst>
                                    <p:cond delay="250"/>
                                  </p:stCondLst>
                                  <p:childTnLst>
                                    <p:set>
                                      <p:cBhvr>
                                        <p:cTn id="276" dur="1" fill="hold">
                                          <p:stCondLst>
                                            <p:cond delay="0"/>
                                          </p:stCondLst>
                                        </p:cTn>
                                        <p:tgtEl>
                                          <p:spTgt spid="13"/>
                                        </p:tgtEl>
                                        <p:attrNameLst>
                                          <p:attrName>style.visibility</p:attrName>
                                        </p:attrNameLst>
                                      </p:cBhvr>
                                      <p:to>
                                        <p:strVal val="visible"/>
                                      </p:to>
                                    </p:set>
                                    <p:animEffect transition="in" filter="fade">
                                      <p:cBhvr>
                                        <p:cTn id="277" dur="650"/>
                                        <p:tgtEl>
                                          <p:spTgt spid="13"/>
                                        </p:tgtEl>
                                      </p:cBhvr>
                                    </p:animEffect>
                                    <p:anim calcmode="lin" valueType="num">
                                      <p:cBhvr>
                                        <p:cTn id="278" dur="650" fill="hold"/>
                                        <p:tgtEl>
                                          <p:spTgt spid="13"/>
                                        </p:tgtEl>
                                        <p:attrNameLst>
                                          <p:attrName>ppt_x</p:attrName>
                                        </p:attrNameLst>
                                      </p:cBhvr>
                                      <p:tavLst>
                                        <p:tav tm="0">
                                          <p:val>
                                            <p:strVal val="#ppt_x"/>
                                          </p:val>
                                        </p:tav>
                                        <p:tav tm="100000">
                                          <p:val>
                                            <p:strVal val="#ppt_x"/>
                                          </p:val>
                                        </p:tav>
                                      </p:tavLst>
                                    </p:anim>
                                    <p:anim calcmode="lin" valueType="num">
                                      <p:cBhvr>
                                        <p:cTn id="279" dur="650" fill="hold"/>
                                        <p:tgtEl>
                                          <p:spTgt spid="13"/>
                                        </p:tgtEl>
                                        <p:attrNameLst>
                                          <p:attrName>ppt_y</p:attrName>
                                        </p:attrNameLst>
                                      </p:cBhvr>
                                      <p:tavLst>
                                        <p:tav tm="0">
                                          <p:val>
                                            <p:strVal val="#ppt_y+.1"/>
                                          </p:val>
                                        </p:tav>
                                        <p:tav tm="100000">
                                          <p:val>
                                            <p:strVal val="#ppt_y"/>
                                          </p:val>
                                        </p:tav>
                                      </p:tavLst>
                                    </p:anim>
                                  </p:childTnLst>
                                </p:cTn>
                              </p:par>
                              <p:par>
                                <p:cTn id="280" presetID="42" presetClass="entr" presetSubtype="0" fill="hold" grpId="0" nodeType="withEffect">
                                  <p:stCondLst>
                                    <p:cond delay="250"/>
                                  </p:stCondLst>
                                  <p:childTnLst>
                                    <p:set>
                                      <p:cBhvr>
                                        <p:cTn id="281" dur="1" fill="hold">
                                          <p:stCondLst>
                                            <p:cond delay="0"/>
                                          </p:stCondLst>
                                        </p:cTn>
                                        <p:tgtEl>
                                          <p:spTgt spid="14"/>
                                        </p:tgtEl>
                                        <p:attrNameLst>
                                          <p:attrName>style.visibility</p:attrName>
                                        </p:attrNameLst>
                                      </p:cBhvr>
                                      <p:to>
                                        <p:strVal val="visible"/>
                                      </p:to>
                                    </p:set>
                                    <p:animEffect transition="in" filter="fade">
                                      <p:cBhvr>
                                        <p:cTn id="282" dur="650"/>
                                        <p:tgtEl>
                                          <p:spTgt spid="14"/>
                                        </p:tgtEl>
                                      </p:cBhvr>
                                    </p:animEffect>
                                    <p:anim calcmode="lin" valueType="num">
                                      <p:cBhvr>
                                        <p:cTn id="283" dur="650" fill="hold"/>
                                        <p:tgtEl>
                                          <p:spTgt spid="14"/>
                                        </p:tgtEl>
                                        <p:attrNameLst>
                                          <p:attrName>ppt_x</p:attrName>
                                        </p:attrNameLst>
                                      </p:cBhvr>
                                      <p:tavLst>
                                        <p:tav tm="0">
                                          <p:val>
                                            <p:strVal val="#ppt_x"/>
                                          </p:val>
                                        </p:tav>
                                        <p:tav tm="100000">
                                          <p:val>
                                            <p:strVal val="#ppt_x"/>
                                          </p:val>
                                        </p:tav>
                                      </p:tavLst>
                                    </p:anim>
                                    <p:anim calcmode="lin" valueType="num">
                                      <p:cBhvr>
                                        <p:cTn id="284" dur="650" fill="hold"/>
                                        <p:tgtEl>
                                          <p:spTgt spid="14"/>
                                        </p:tgtEl>
                                        <p:attrNameLst>
                                          <p:attrName>ppt_y</p:attrName>
                                        </p:attrNameLst>
                                      </p:cBhvr>
                                      <p:tavLst>
                                        <p:tav tm="0">
                                          <p:val>
                                            <p:strVal val="#ppt_y+.1"/>
                                          </p:val>
                                        </p:tav>
                                        <p:tav tm="100000">
                                          <p:val>
                                            <p:strVal val="#ppt_y"/>
                                          </p:val>
                                        </p:tav>
                                      </p:tavLst>
                                    </p:anim>
                                  </p:childTnLst>
                                </p:cTn>
                              </p:par>
                              <p:par>
                                <p:cTn id="285" presetID="42" presetClass="entr" presetSubtype="0" fill="hold" grpId="0" nodeType="withEffect">
                                  <p:stCondLst>
                                    <p:cond delay="250"/>
                                  </p:stCondLst>
                                  <p:childTnLst>
                                    <p:set>
                                      <p:cBhvr>
                                        <p:cTn id="286" dur="1" fill="hold">
                                          <p:stCondLst>
                                            <p:cond delay="0"/>
                                          </p:stCondLst>
                                        </p:cTn>
                                        <p:tgtEl>
                                          <p:spTgt spid="15"/>
                                        </p:tgtEl>
                                        <p:attrNameLst>
                                          <p:attrName>style.visibility</p:attrName>
                                        </p:attrNameLst>
                                      </p:cBhvr>
                                      <p:to>
                                        <p:strVal val="visible"/>
                                      </p:to>
                                    </p:set>
                                    <p:animEffect transition="in" filter="fade">
                                      <p:cBhvr>
                                        <p:cTn id="287" dur="650"/>
                                        <p:tgtEl>
                                          <p:spTgt spid="15"/>
                                        </p:tgtEl>
                                      </p:cBhvr>
                                    </p:animEffect>
                                    <p:anim calcmode="lin" valueType="num">
                                      <p:cBhvr>
                                        <p:cTn id="288" dur="650" fill="hold"/>
                                        <p:tgtEl>
                                          <p:spTgt spid="15"/>
                                        </p:tgtEl>
                                        <p:attrNameLst>
                                          <p:attrName>ppt_x</p:attrName>
                                        </p:attrNameLst>
                                      </p:cBhvr>
                                      <p:tavLst>
                                        <p:tav tm="0">
                                          <p:val>
                                            <p:strVal val="#ppt_x"/>
                                          </p:val>
                                        </p:tav>
                                        <p:tav tm="100000">
                                          <p:val>
                                            <p:strVal val="#ppt_x"/>
                                          </p:val>
                                        </p:tav>
                                      </p:tavLst>
                                    </p:anim>
                                    <p:anim calcmode="lin" valueType="num">
                                      <p:cBhvr>
                                        <p:cTn id="289" dur="650" fill="hold"/>
                                        <p:tgtEl>
                                          <p:spTgt spid="15"/>
                                        </p:tgtEl>
                                        <p:attrNameLst>
                                          <p:attrName>ppt_y</p:attrName>
                                        </p:attrNameLst>
                                      </p:cBhvr>
                                      <p:tavLst>
                                        <p:tav tm="0">
                                          <p:val>
                                            <p:strVal val="#ppt_y+.1"/>
                                          </p:val>
                                        </p:tav>
                                        <p:tav tm="100000">
                                          <p:val>
                                            <p:strVal val="#ppt_y"/>
                                          </p:val>
                                        </p:tav>
                                      </p:tavLst>
                                    </p:anim>
                                  </p:childTnLst>
                                </p:cTn>
                              </p:par>
                              <p:par>
                                <p:cTn id="290" presetID="42" presetClass="entr" presetSubtype="0" fill="hold" grpId="0" nodeType="withEffect">
                                  <p:stCondLst>
                                    <p:cond delay="250"/>
                                  </p:stCondLst>
                                  <p:childTnLst>
                                    <p:set>
                                      <p:cBhvr>
                                        <p:cTn id="291" dur="1" fill="hold">
                                          <p:stCondLst>
                                            <p:cond delay="0"/>
                                          </p:stCondLst>
                                        </p:cTn>
                                        <p:tgtEl>
                                          <p:spTgt spid="16"/>
                                        </p:tgtEl>
                                        <p:attrNameLst>
                                          <p:attrName>style.visibility</p:attrName>
                                        </p:attrNameLst>
                                      </p:cBhvr>
                                      <p:to>
                                        <p:strVal val="visible"/>
                                      </p:to>
                                    </p:set>
                                    <p:animEffect transition="in" filter="fade">
                                      <p:cBhvr>
                                        <p:cTn id="292" dur="650"/>
                                        <p:tgtEl>
                                          <p:spTgt spid="16"/>
                                        </p:tgtEl>
                                      </p:cBhvr>
                                    </p:animEffect>
                                    <p:anim calcmode="lin" valueType="num">
                                      <p:cBhvr>
                                        <p:cTn id="293" dur="650" fill="hold"/>
                                        <p:tgtEl>
                                          <p:spTgt spid="16"/>
                                        </p:tgtEl>
                                        <p:attrNameLst>
                                          <p:attrName>ppt_x</p:attrName>
                                        </p:attrNameLst>
                                      </p:cBhvr>
                                      <p:tavLst>
                                        <p:tav tm="0">
                                          <p:val>
                                            <p:strVal val="#ppt_x"/>
                                          </p:val>
                                        </p:tav>
                                        <p:tav tm="100000">
                                          <p:val>
                                            <p:strVal val="#ppt_x"/>
                                          </p:val>
                                        </p:tav>
                                      </p:tavLst>
                                    </p:anim>
                                    <p:anim calcmode="lin" valueType="num">
                                      <p:cBhvr>
                                        <p:cTn id="294" dur="650" fill="hold"/>
                                        <p:tgtEl>
                                          <p:spTgt spid="16"/>
                                        </p:tgtEl>
                                        <p:attrNameLst>
                                          <p:attrName>ppt_y</p:attrName>
                                        </p:attrNameLst>
                                      </p:cBhvr>
                                      <p:tavLst>
                                        <p:tav tm="0">
                                          <p:val>
                                            <p:strVal val="#ppt_y+.1"/>
                                          </p:val>
                                        </p:tav>
                                        <p:tav tm="100000">
                                          <p:val>
                                            <p:strVal val="#ppt_y"/>
                                          </p:val>
                                        </p:tav>
                                      </p:tavLst>
                                    </p:anim>
                                  </p:childTnLst>
                                </p:cTn>
                              </p:par>
                              <p:par>
                                <p:cTn id="295" presetID="42" presetClass="entr" presetSubtype="0" fill="hold" grpId="0" nodeType="withEffect">
                                  <p:stCondLst>
                                    <p:cond delay="250"/>
                                  </p:stCondLst>
                                  <p:childTnLst>
                                    <p:set>
                                      <p:cBhvr>
                                        <p:cTn id="296" dur="1" fill="hold">
                                          <p:stCondLst>
                                            <p:cond delay="0"/>
                                          </p:stCondLst>
                                        </p:cTn>
                                        <p:tgtEl>
                                          <p:spTgt spid="17"/>
                                        </p:tgtEl>
                                        <p:attrNameLst>
                                          <p:attrName>style.visibility</p:attrName>
                                        </p:attrNameLst>
                                      </p:cBhvr>
                                      <p:to>
                                        <p:strVal val="visible"/>
                                      </p:to>
                                    </p:set>
                                    <p:animEffect transition="in" filter="fade">
                                      <p:cBhvr>
                                        <p:cTn id="297" dur="650"/>
                                        <p:tgtEl>
                                          <p:spTgt spid="17"/>
                                        </p:tgtEl>
                                      </p:cBhvr>
                                    </p:animEffect>
                                    <p:anim calcmode="lin" valueType="num">
                                      <p:cBhvr>
                                        <p:cTn id="298" dur="650" fill="hold"/>
                                        <p:tgtEl>
                                          <p:spTgt spid="17"/>
                                        </p:tgtEl>
                                        <p:attrNameLst>
                                          <p:attrName>ppt_x</p:attrName>
                                        </p:attrNameLst>
                                      </p:cBhvr>
                                      <p:tavLst>
                                        <p:tav tm="0">
                                          <p:val>
                                            <p:strVal val="#ppt_x"/>
                                          </p:val>
                                        </p:tav>
                                        <p:tav tm="100000">
                                          <p:val>
                                            <p:strVal val="#ppt_x"/>
                                          </p:val>
                                        </p:tav>
                                      </p:tavLst>
                                    </p:anim>
                                    <p:anim calcmode="lin" valueType="num">
                                      <p:cBhvr>
                                        <p:cTn id="299" dur="650" fill="hold"/>
                                        <p:tgtEl>
                                          <p:spTgt spid="17"/>
                                        </p:tgtEl>
                                        <p:attrNameLst>
                                          <p:attrName>ppt_y</p:attrName>
                                        </p:attrNameLst>
                                      </p:cBhvr>
                                      <p:tavLst>
                                        <p:tav tm="0">
                                          <p:val>
                                            <p:strVal val="#ppt_y+.1"/>
                                          </p:val>
                                        </p:tav>
                                        <p:tav tm="100000">
                                          <p:val>
                                            <p:strVal val="#ppt_y"/>
                                          </p:val>
                                        </p:tav>
                                      </p:tavLst>
                                    </p:anim>
                                  </p:childTnLst>
                                </p:cTn>
                              </p:par>
                              <p:par>
                                <p:cTn id="300" presetID="42" presetClass="entr" presetSubtype="0" fill="hold" grpId="0" nodeType="withEffect">
                                  <p:stCondLst>
                                    <p:cond delay="250"/>
                                  </p:stCondLst>
                                  <p:childTnLst>
                                    <p:set>
                                      <p:cBhvr>
                                        <p:cTn id="301" dur="1" fill="hold">
                                          <p:stCondLst>
                                            <p:cond delay="0"/>
                                          </p:stCondLst>
                                        </p:cTn>
                                        <p:tgtEl>
                                          <p:spTgt spid="18"/>
                                        </p:tgtEl>
                                        <p:attrNameLst>
                                          <p:attrName>style.visibility</p:attrName>
                                        </p:attrNameLst>
                                      </p:cBhvr>
                                      <p:to>
                                        <p:strVal val="visible"/>
                                      </p:to>
                                    </p:set>
                                    <p:animEffect transition="in" filter="fade">
                                      <p:cBhvr>
                                        <p:cTn id="302" dur="650"/>
                                        <p:tgtEl>
                                          <p:spTgt spid="18"/>
                                        </p:tgtEl>
                                      </p:cBhvr>
                                    </p:animEffect>
                                    <p:anim calcmode="lin" valueType="num">
                                      <p:cBhvr>
                                        <p:cTn id="303" dur="650" fill="hold"/>
                                        <p:tgtEl>
                                          <p:spTgt spid="18"/>
                                        </p:tgtEl>
                                        <p:attrNameLst>
                                          <p:attrName>ppt_x</p:attrName>
                                        </p:attrNameLst>
                                      </p:cBhvr>
                                      <p:tavLst>
                                        <p:tav tm="0">
                                          <p:val>
                                            <p:strVal val="#ppt_x"/>
                                          </p:val>
                                        </p:tav>
                                        <p:tav tm="100000">
                                          <p:val>
                                            <p:strVal val="#ppt_x"/>
                                          </p:val>
                                        </p:tav>
                                      </p:tavLst>
                                    </p:anim>
                                    <p:anim calcmode="lin" valueType="num">
                                      <p:cBhvr>
                                        <p:cTn id="304" dur="650" fill="hold"/>
                                        <p:tgtEl>
                                          <p:spTgt spid="18"/>
                                        </p:tgtEl>
                                        <p:attrNameLst>
                                          <p:attrName>ppt_y</p:attrName>
                                        </p:attrNameLst>
                                      </p:cBhvr>
                                      <p:tavLst>
                                        <p:tav tm="0">
                                          <p:val>
                                            <p:strVal val="#ppt_y+.1"/>
                                          </p:val>
                                        </p:tav>
                                        <p:tav tm="100000">
                                          <p:val>
                                            <p:strVal val="#ppt_y"/>
                                          </p:val>
                                        </p:tav>
                                      </p:tavLst>
                                    </p:anim>
                                  </p:childTnLst>
                                </p:cTn>
                              </p:par>
                              <p:par>
                                <p:cTn id="305" presetID="42" presetClass="entr" presetSubtype="0" fill="hold" grpId="0" nodeType="withEffect">
                                  <p:stCondLst>
                                    <p:cond delay="250"/>
                                  </p:stCondLst>
                                  <p:childTnLst>
                                    <p:set>
                                      <p:cBhvr>
                                        <p:cTn id="306" dur="1" fill="hold">
                                          <p:stCondLst>
                                            <p:cond delay="0"/>
                                          </p:stCondLst>
                                        </p:cTn>
                                        <p:tgtEl>
                                          <p:spTgt spid="19"/>
                                        </p:tgtEl>
                                        <p:attrNameLst>
                                          <p:attrName>style.visibility</p:attrName>
                                        </p:attrNameLst>
                                      </p:cBhvr>
                                      <p:to>
                                        <p:strVal val="visible"/>
                                      </p:to>
                                    </p:set>
                                    <p:animEffect transition="in" filter="fade">
                                      <p:cBhvr>
                                        <p:cTn id="307" dur="650"/>
                                        <p:tgtEl>
                                          <p:spTgt spid="19"/>
                                        </p:tgtEl>
                                      </p:cBhvr>
                                    </p:animEffect>
                                    <p:anim calcmode="lin" valueType="num">
                                      <p:cBhvr>
                                        <p:cTn id="308" dur="650" fill="hold"/>
                                        <p:tgtEl>
                                          <p:spTgt spid="19"/>
                                        </p:tgtEl>
                                        <p:attrNameLst>
                                          <p:attrName>ppt_x</p:attrName>
                                        </p:attrNameLst>
                                      </p:cBhvr>
                                      <p:tavLst>
                                        <p:tav tm="0">
                                          <p:val>
                                            <p:strVal val="#ppt_x"/>
                                          </p:val>
                                        </p:tav>
                                        <p:tav tm="100000">
                                          <p:val>
                                            <p:strVal val="#ppt_x"/>
                                          </p:val>
                                        </p:tav>
                                      </p:tavLst>
                                    </p:anim>
                                    <p:anim calcmode="lin" valueType="num">
                                      <p:cBhvr>
                                        <p:cTn id="309" dur="650" fill="hold"/>
                                        <p:tgtEl>
                                          <p:spTgt spid="19"/>
                                        </p:tgtEl>
                                        <p:attrNameLst>
                                          <p:attrName>ppt_y</p:attrName>
                                        </p:attrNameLst>
                                      </p:cBhvr>
                                      <p:tavLst>
                                        <p:tav tm="0">
                                          <p:val>
                                            <p:strVal val="#ppt_y+.1"/>
                                          </p:val>
                                        </p:tav>
                                        <p:tav tm="100000">
                                          <p:val>
                                            <p:strVal val="#ppt_y"/>
                                          </p:val>
                                        </p:tav>
                                      </p:tavLst>
                                    </p:anim>
                                  </p:childTnLst>
                                </p:cTn>
                              </p:par>
                              <p:par>
                                <p:cTn id="310" presetID="42" presetClass="entr" presetSubtype="0" fill="hold" grpId="0" nodeType="withEffect">
                                  <p:stCondLst>
                                    <p:cond delay="250"/>
                                  </p:stCondLst>
                                  <p:childTnLst>
                                    <p:set>
                                      <p:cBhvr>
                                        <p:cTn id="311" dur="1" fill="hold">
                                          <p:stCondLst>
                                            <p:cond delay="0"/>
                                          </p:stCondLst>
                                        </p:cTn>
                                        <p:tgtEl>
                                          <p:spTgt spid="20"/>
                                        </p:tgtEl>
                                        <p:attrNameLst>
                                          <p:attrName>style.visibility</p:attrName>
                                        </p:attrNameLst>
                                      </p:cBhvr>
                                      <p:to>
                                        <p:strVal val="visible"/>
                                      </p:to>
                                    </p:set>
                                    <p:animEffect transition="in" filter="fade">
                                      <p:cBhvr>
                                        <p:cTn id="312" dur="650"/>
                                        <p:tgtEl>
                                          <p:spTgt spid="20"/>
                                        </p:tgtEl>
                                      </p:cBhvr>
                                    </p:animEffect>
                                    <p:anim calcmode="lin" valueType="num">
                                      <p:cBhvr>
                                        <p:cTn id="313" dur="650" fill="hold"/>
                                        <p:tgtEl>
                                          <p:spTgt spid="20"/>
                                        </p:tgtEl>
                                        <p:attrNameLst>
                                          <p:attrName>ppt_x</p:attrName>
                                        </p:attrNameLst>
                                      </p:cBhvr>
                                      <p:tavLst>
                                        <p:tav tm="0">
                                          <p:val>
                                            <p:strVal val="#ppt_x"/>
                                          </p:val>
                                        </p:tav>
                                        <p:tav tm="100000">
                                          <p:val>
                                            <p:strVal val="#ppt_x"/>
                                          </p:val>
                                        </p:tav>
                                      </p:tavLst>
                                    </p:anim>
                                    <p:anim calcmode="lin" valueType="num">
                                      <p:cBhvr>
                                        <p:cTn id="314" dur="650" fill="hold"/>
                                        <p:tgtEl>
                                          <p:spTgt spid="20"/>
                                        </p:tgtEl>
                                        <p:attrNameLst>
                                          <p:attrName>ppt_y</p:attrName>
                                        </p:attrNameLst>
                                      </p:cBhvr>
                                      <p:tavLst>
                                        <p:tav tm="0">
                                          <p:val>
                                            <p:strVal val="#ppt_y+.1"/>
                                          </p:val>
                                        </p:tav>
                                        <p:tav tm="100000">
                                          <p:val>
                                            <p:strVal val="#ppt_y"/>
                                          </p:val>
                                        </p:tav>
                                      </p:tavLst>
                                    </p:anim>
                                  </p:childTnLst>
                                </p:cTn>
                              </p:par>
                              <p:par>
                                <p:cTn id="315" presetID="42" presetClass="entr" presetSubtype="0" fill="hold" grpId="0" nodeType="withEffect">
                                  <p:stCondLst>
                                    <p:cond delay="250"/>
                                  </p:stCondLst>
                                  <p:childTnLst>
                                    <p:set>
                                      <p:cBhvr>
                                        <p:cTn id="316" dur="1" fill="hold">
                                          <p:stCondLst>
                                            <p:cond delay="0"/>
                                          </p:stCondLst>
                                        </p:cTn>
                                        <p:tgtEl>
                                          <p:spTgt spid="21"/>
                                        </p:tgtEl>
                                        <p:attrNameLst>
                                          <p:attrName>style.visibility</p:attrName>
                                        </p:attrNameLst>
                                      </p:cBhvr>
                                      <p:to>
                                        <p:strVal val="visible"/>
                                      </p:to>
                                    </p:set>
                                    <p:animEffect transition="in" filter="fade">
                                      <p:cBhvr>
                                        <p:cTn id="317" dur="650"/>
                                        <p:tgtEl>
                                          <p:spTgt spid="21"/>
                                        </p:tgtEl>
                                      </p:cBhvr>
                                    </p:animEffect>
                                    <p:anim calcmode="lin" valueType="num">
                                      <p:cBhvr>
                                        <p:cTn id="318" dur="650" fill="hold"/>
                                        <p:tgtEl>
                                          <p:spTgt spid="21"/>
                                        </p:tgtEl>
                                        <p:attrNameLst>
                                          <p:attrName>ppt_x</p:attrName>
                                        </p:attrNameLst>
                                      </p:cBhvr>
                                      <p:tavLst>
                                        <p:tav tm="0">
                                          <p:val>
                                            <p:strVal val="#ppt_x"/>
                                          </p:val>
                                        </p:tav>
                                        <p:tav tm="100000">
                                          <p:val>
                                            <p:strVal val="#ppt_x"/>
                                          </p:val>
                                        </p:tav>
                                      </p:tavLst>
                                    </p:anim>
                                    <p:anim calcmode="lin" valueType="num">
                                      <p:cBhvr>
                                        <p:cTn id="319" dur="650" fill="hold"/>
                                        <p:tgtEl>
                                          <p:spTgt spid="21"/>
                                        </p:tgtEl>
                                        <p:attrNameLst>
                                          <p:attrName>ppt_y</p:attrName>
                                        </p:attrNameLst>
                                      </p:cBhvr>
                                      <p:tavLst>
                                        <p:tav tm="0">
                                          <p:val>
                                            <p:strVal val="#ppt_y+.1"/>
                                          </p:val>
                                        </p:tav>
                                        <p:tav tm="100000">
                                          <p:val>
                                            <p:strVal val="#ppt_y"/>
                                          </p:val>
                                        </p:tav>
                                      </p:tavLst>
                                    </p:anim>
                                  </p:childTnLst>
                                </p:cTn>
                              </p:par>
                              <p:par>
                                <p:cTn id="320" presetID="42" presetClass="entr" presetSubtype="0" fill="hold" grpId="0" nodeType="withEffect">
                                  <p:stCondLst>
                                    <p:cond delay="250"/>
                                  </p:stCondLst>
                                  <p:childTnLst>
                                    <p:set>
                                      <p:cBhvr>
                                        <p:cTn id="321" dur="1" fill="hold">
                                          <p:stCondLst>
                                            <p:cond delay="0"/>
                                          </p:stCondLst>
                                        </p:cTn>
                                        <p:tgtEl>
                                          <p:spTgt spid="22"/>
                                        </p:tgtEl>
                                        <p:attrNameLst>
                                          <p:attrName>style.visibility</p:attrName>
                                        </p:attrNameLst>
                                      </p:cBhvr>
                                      <p:to>
                                        <p:strVal val="visible"/>
                                      </p:to>
                                    </p:set>
                                    <p:animEffect transition="in" filter="fade">
                                      <p:cBhvr>
                                        <p:cTn id="322" dur="650"/>
                                        <p:tgtEl>
                                          <p:spTgt spid="22"/>
                                        </p:tgtEl>
                                      </p:cBhvr>
                                    </p:animEffect>
                                    <p:anim calcmode="lin" valueType="num">
                                      <p:cBhvr>
                                        <p:cTn id="323" dur="650" fill="hold"/>
                                        <p:tgtEl>
                                          <p:spTgt spid="22"/>
                                        </p:tgtEl>
                                        <p:attrNameLst>
                                          <p:attrName>ppt_x</p:attrName>
                                        </p:attrNameLst>
                                      </p:cBhvr>
                                      <p:tavLst>
                                        <p:tav tm="0">
                                          <p:val>
                                            <p:strVal val="#ppt_x"/>
                                          </p:val>
                                        </p:tav>
                                        <p:tav tm="100000">
                                          <p:val>
                                            <p:strVal val="#ppt_x"/>
                                          </p:val>
                                        </p:tav>
                                      </p:tavLst>
                                    </p:anim>
                                    <p:anim calcmode="lin" valueType="num">
                                      <p:cBhvr>
                                        <p:cTn id="324" dur="650" fill="hold"/>
                                        <p:tgtEl>
                                          <p:spTgt spid="22"/>
                                        </p:tgtEl>
                                        <p:attrNameLst>
                                          <p:attrName>ppt_y</p:attrName>
                                        </p:attrNameLst>
                                      </p:cBhvr>
                                      <p:tavLst>
                                        <p:tav tm="0">
                                          <p:val>
                                            <p:strVal val="#ppt_y+.1"/>
                                          </p:val>
                                        </p:tav>
                                        <p:tav tm="100000">
                                          <p:val>
                                            <p:strVal val="#ppt_y"/>
                                          </p:val>
                                        </p:tav>
                                      </p:tavLst>
                                    </p:anim>
                                  </p:childTnLst>
                                </p:cTn>
                              </p:par>
                              <p:par>
                                <p:cTn id="325" presetID="42" presetClass="entr" presetSubtype="0" fill="hold" grpId="0" nodeType="withEffect">
                                  <p:stCondLst>
                                    <p:cond delay="250"/>
                                  </p:stCondLst>
                                  <p:childTnLst>
                                    <p:set>
                                      <p:cBhvr>
                                        <p:cTn id="326" dur="1" fill="hold">
                                          <p:stCondLst>
                                            <p:cond delay="0"/>
                                          </p:stCondLst>
                                        </p:cTn>
                                        <p:tgtEl>
                                          <p:spTgt spid="23"/>
                                        </p:tgtEl>
                                        <p:attrNameLst>
                                          <p:attrName>style.visibility</p:attrName>
                                        </p:attrNameLst>
                                      </p:cBhvr>
                                      <p:to>
                                        <p:strVal val="visible"/>
                                      </p:to>
                                    </p:set>
                                    <p:animEffect transition="in" filter="fade">
                                      <p:cBhvr>
                                        <p:cTn id="327" dur="650"/>
                                        <p:tgtEl>
                                          <p:spTgt spid="23"/>
                                        </p:tgtEl>
                                      </p:cBhvr>
                                    </p:animEffect>
                                    <p:anim calcmode="lin" valueType="num">
                                      <p:cBhvr>
                                        <p:cTn id="328" dur="650" fill="hold"/>
                                        <p:tgtEl>
                                          <p:spTgt spid="23"/>
                                        </p:tgtEl>
                                        <p:attrNameLst>
                                          <p:attrName>ppt_x</p:attrName>
                                        </p:attrNameLst>
                                      </p:cBhvr>
                                      <p:tavLst>
                                        <p:tav tm="0">
                                          <p:val>
                                            <p:strVal val="#ppt_x"/>
                                          </p:val>
                                        </p:tav>
                                        <p:tav tm="100000">
                                          <p:val>
                                            <p:strVal val="#ppt_x"/>
                                          </p:val>
                                        </p:tav>
                                      </p:tavLst>
                                    </p:anim>
                                    <p:anim calcmode="lin" valueType="num">
                                      <p:cBhvr>
                                        <p:cTn id="329" dur="650" fill="hold"/>
                                        <p:tgtEl>
                                          <p:spTgt spid="23"/>
                                        </p:tgtEl>
                                        <p:attrNameLst>
                                          <p:attrName>ppt_y</p:attrName>
                                        </p:attrNameLst>
                                      </p:cBhvr>
                                      <p:tavLst>
                                        <p:tav tm="0">
                                          <p:val>
                                            <p:strVal val="#ppt_y+.1"/>
                                          </p:val>
                                        </p:tav>
                                        <p:tav tm="100000">
                                          <p:val>
                                            <p:strVal val="#ppt_y"/>
                                          </p:val>
                                        </p:tav>
                                      </p:tavLst>
                                    </p:anim>
                                  </p:childTnLst>
                                </p:cTn>
                              </p:par>
                              <p:par>
                                <p:cTn id="330" presetID="42" presetClass="entr" presetSubtype="0" fill="hold" grpId="0" nodeType="withEffect">
                                  <p:stCondLst>
                                    <p:cond delay="250"/>
                                  </p:stCondLst>
                                  <p:childTnLst>
                                    <p:set>
                                      <p:cBhvr>
                                        <p:cTn id="331" dur="1" fill="hold">
                                          <p:stCondLst>
                                            <p:cond delay="0"/>
                                          </p:stCondLst>
                                        </p:cTn>
                                        <p:tgtEl>
                                          <p:spTgt spid="24"/>
                                        </p:tgtEl>
                                        <p:attrNameLst>
                                          <p:attrName>style.visibility</p:attrName>
                                        </p:attrNameLst>
                                      </p:cBhvr>
                                      <p:to>
                                        <p:strVal val="visible"/>
                                      </p:to>
                                    </p:set>
                                    <p:animEffect transition="in" filter="fade">
                                      <p:cBhvr>
                                        <p:cTn id="332" dur="650"/>
                                        <p:tgtEl>
                                          <p:spTgt spid="24"/>
                                        </p:tgtEl>
                                      </p:cBhvr>
                                    </p:animEffect>
                                    <p:anim calcmode="lin" valueType="num">
                                      <p:cBhvr>
                                        <p:cTn id="333" dur="650" fill="hold"/>
                                        <p:tgtEl>
                                          <p:spTgt spid="24"/>
                                        </p:tgtEl>
                                        <p:attrNameLst>
                                          <p:attrName>ppt_x</p:attrName>
                                        </p:attrNameLst>
                                      </p:cBhvr>
                                      <p:tavLst>
                                        <p:tav tm="0">
                                          <p:val>
                                            <p:strVal val="#ppt_x"/>
                                          </p:val>
                                        </p:tav>
                                        <p:tav tm="100000">
                                          <p:val>
                                            <p:strVal val="#ppt_x"/>
                                          </p:val>
                                        </p:tav>
                                      </p:tavLst>
                                    </p:anim>
                                    <p:anim calcmode="lin" valueType="num">
                                      <p:cBhvr>
                                        <p:cTn id="334" dur="650" fill="hold"/>
                                        <p:tgtEl>
                                          <p:spTgt spid="24"/>
                                        </p:tgtEl>
                                        <p:attrNameLst>
                                          <p:attrName>ppt_y</p:attrName>
                                        </p:attrNameLst>
                                      </p:cBhvr>
                                      <p:tavLst>
                                        <p:tav tm="0">
                                          <p:val>
                                            <p:strVal val="#ppt_y+.1"/>
                                          </p:val>
                                        </p:tav>
                                        <p:tav tm="100000">
                                          <p:val>
                                            <p:strVal val="#ppt_y"/>
                                          </p:val>
                                        </p:tav>
                                      </p:tavLst>
                                    </p:anim>
                                  </p:childTnLst>
                                </p:cTn>
                              </p:par>
                              <p:par>
                                <p:cTn id="335" presetID="42" presetClass="entr" presetSubtype="0" fill="hold" grpId="0" nodeType="withEffect">
                                  <p:stCondLst>
                                    <p:cond delay="250"/>
                                  </p:stCondLst>
                                  <p:childTnLst>
                                    <p:set>
                                      <p:cBhvr>
                                        <p:cTn id="336" dur="1" fill="hold">
                                          <p:stCondLst>
                                            <p:cond delay="0"/>
                                          </p:stCondLst>
                                        </p:cTn>
                                        <p:tgtEl>
                                          <p:spTgt spid="25"/>
                                        </p:tgtEl>
                                        <p:attrNameLst>
                                          <p:attrName>style.visibility</p:attrName>
                                        </p:attrNameLst>
                                      </p:cBhvr>
                                      <p:to>
                                        <p:strVal val="visible"/>
                                      </p:to>
                                    </p:set>
                                    <p:animEffect transition="in" filter="fade">
                                      <p:cBhvr>
                                        <p:cTn id="337" dur="650"/>
                                        <p:tgtEl>
                                          <p:spTgt spid="25"/>
                                        </p:tgtEl>
                                      </p:cBhvr>
                                    </p:animEffect>
                                    <p:anim calcmode="lin" valueType="num">
                                      <p:cBhvr>
                                        <p:cTn id="338" dur="650" fill="hold"/>
                                        <p:tgtEl>
                                          <p:spTgt spid="25"/>
                                        </p:tgtEl>
                                        <p:attrNameLst>
                                          <p:attrName>ppt_x</p:attrName>
                                        </p:attrNameLst>
                                      </p:cBhvr>
                                      <p:tavLst>
                                        <p:tav tm="0">
                                          <p:val>
                                            <p:strVal val="#ppt_x"/>
                                          </p:val>
                                        </p:tav>
                                        <p:tav tm="100000">
                                          <p:val>
                                            <p:strVal val="#ppt_x"/>
                                          </p:val>
                                        </p:tav>
                                      </p:tavLst>
                                    </p:anim>
                                    <p:anim calcmode="lin" valueType="num">
                                      <p:cBhvr>
                                        <p:cTn id="339" dur="650" fill="hold"/>
                                        <p:tgtEl>
                                          <p:spTgt spid="25"/>
                                        </p:tgtEl>
                                        <p:attrNameLst>
                                          <p:attrName>ppt_y</p:attrName>
                                        </p:attrNameLst>
                                      </p:cBhvr>
                                      <p:tavLst>
                                        <p:tav tm="0">
                                          <p:val>
                                            <p:strVal val="#ppt_y+.1"/>
                                          </p:val>
                                        </p:tav>
                                        <p:tav tm="100000">
                                          <p:val>
                                            <p:strVal val="#ppt_y"/>
                                          </p:val>
                                        </p:tav>
                                      </p:tavLst>
                                    </p:anim>
                                  </p:childTnLst>
                                </p:cTn>
                              </p:par>
                              <p:par>
                                <p:cTn id="340" presetID="42" presetClass="entr" presetSubtype="0" fill="hold" grpId="0" nodeType="withEffect">
                                  <p:stCondLst>
                                    <p:cond delay="250"/>
                                  </p:stCondLst>
                                  <p:childTnLst>
                                    <p:set>
                                      <p:cBhvr>
                                        <p:cTn id="341" dur="1" fill="hold">
                                          <p:stCondLst>
                                            <p:cond delay="0"/>
                                          </p:stCondLst>
                                        </p:cTn>
                                        <p:tgtEl>
                                          <p:spTgt spid="26"/>
                                        </p:tgtEl>
                                        <p:attrNameLst>
                                          <p:attrName>style.visibility</p:attrName>
                                        </p:attrNameLst>
                                      </p:cBhvr>
                                      <p:to>
                                        <p:strVal val="visible"/>
                                      </p:to>
                                    </p:set>
                                    <p:animEffect transition="in" filter="fade">
                                      <p:cBhvr>
                                        <p:cTn id="342" dur="650"/>
                                        <p:tgtEl>
                                          <p:spTgt spid="26"/>
                                        </p:tgtEl>
                                      </p:cBhvr>
                                    </p:animEffect>
                                    <p:anim calcmode="lin" valueType="num">
                                      <p:cBhvr>
                                        <p:cTn id="343" dur="650" fill="hold"/>
                                        <p:tgtEl>
                                          <p:spTgt spid="26"/>
                                        </p:tgtEl>
                                        <p:attrNameLst>
                                          <p:attrName>ppt_x</p:attrName>
                                        </p:attrNameLst>
                                      </p:cBhvr>
                                      <p:tavLst>
                                        <p:tav tm="0">
                                          <p:val>
                                            <p:strVal val="#ppt_x"/>
                                          </p:val>
                                        </p:tav>
                                        <p:tav tm="100000">
                                          <p:val>
                                            <p:strVal val="#ppt_x"/>
                                          </p:val>
                                        </p:tav>
                                      </p:tavLst>
                                    </p:anim>
                                    <p:anim calcmode="lin" valueType="num">
                                      <p:cBhvr>
                                        <p:cTn id="344" dur="650" fill="hold"/>
                                        <p:tgtEl>
                                          <p:spTgt spid="26"/>
                                        </p:tgtEl>
                                        <p:attrNameLst>
                                          <p:attrName>ppt_y</p:attrName>
                                        </p:attrNameLst>
                                      </p:cBhvr>
                                      <p:tavLst>
                                        <p:tav tm="0">
                                          <p:val>
                                            <p:strVal val="#ppt_y+.1"/>
                                          </p:val>
                                        </p:tav>
                                        <p:tav tm="100000">
                                          <p:val>
                                            <p:strVal val="#ppt_y"/>
                                          </p:val>
                                        </p:tav>
                                      </p:tavLst>
                                    </p:anim>
                                  </p:childTnLst>
                                </p:cTn>
                              </p:par>
                              <p:par>
                                <p:cTn id="345" presetID="42" presetClass="entr" presetSubtype="0" fill="hold" grpId="0" nodeType="withEffect">
                                  <p:stCondLst>
                                    <p:cond delay="250"/>
                                  </p:stCondLst>
                                  <p:childTnLst>
                                    <p:set>
                                      <p:cBhvr>
                                        <p:cTn id="346" dur="1" fill="hold">
                                          <p:stCondLst>
                                            <p:cond delay="0"/>
                                          </p:stCondLst>
                                        </p:cTn>
                                        <p:tgtEl>
                                          <p:spTgt spid="27"/>
                                        </p:tgtEl>
                                        <p:attrNameLst>
                                          <p:attrName>style.visibility</p:attrName>
                                        </p:attrNameLst>
                                      </p:cBhvr>
                                      <p:to>
                                        <p:strVal val="visible"/>
                                      </p:to>
                                    </p:set>
                                    <p:animEffect transition="in" filter="fade">
                                      <p:cBhvr>
                                        <p:cTn id="347" dur="650"/>
                                        <p:tgtEl>
                                          <p:spTgt spid="27"/>
                                        </p:tgtEl>
                                      </p:cBhvr>
                                    </p:animEffect>
                                    <p:anim calcmode="lin" valueType="num">
                                      <p:cBhvr>
                                        <p:cTn id="348" dur="650" fill="hold"/>
                                        <p:tgtEl>
                                          <p:spTgt spid="27"/>
                                        </p:tgtEl>
                                        <p:attrNameLst>
                                          <p:attrName>ppt_x</p:attrName>
                                        </p:attrNameLst>
                                      </p:cBhvr>
                                      <p:tavLst>
                                        <p:tav tm="0">
                                          <p:val>
                                            <p:strVal val="#ppt_x"/>
                                          </p:val>
                                        </p:tav>
                                        <p:tav tm="100000">
                                          <p:val>
                                            <p:strVal val="#ppt_x"/>
                                          </p:val>
                                        </p:tav>
                                      </p:tavLst>
                                    </p:anim>
                                    <p:anim calcmode="lin" valueType="num">
                                      <p:cBhvr>
                                        <p:cTn id="349" dur="650" fill="hold"/>
                                        <p:tgtEl>
                                          <p:spTgt spid="27"/>
                                        </p:tgtEl>
                                        <p:attrNameLst>
                                          <p:attrName>ppt_y</p:attrName>
                                        </p:attrNameLst>
                                      </p:cBhvr>
                                      <p:tavLst>
                                        <p:tav tm="0">
                                          <p:val>
                                            <p:strVal val="#ppt_y+.1"/>
                                          </p:val>
                                        </p:tav>
                                        <p:tav tm="100000">
                                          <p:val>
                                            <p:strVal val="#ppt_y"/>
                                          </p:val>
                                        </p:tav>
                                      </p:tavLst>
                                    </p:anim>
                                  </p:childTnLst>
                                </p:cTn>
                              </p:par>
                              <p:par>
                                <p:cTn id="350" presetID="42" presetClass="entr" presetSubtype="0" fill="hold" grpId="0" nodeType="withEffect">
                                  <p:stCondLst>
                                    <p:cond delay="250"/>
                                  </p:stCondLst>
                                  <p:childTnLst>
                                    <p:set>
                                      <p:cBhvr>
                                        <p:cTn id="351" dur="1" fill="hold">
                                          <p:stCondLst>
                                            <p:cond delay="0"/>
                                          </p:stCondLst>
                                        </p:cTn>
                                        <p:tgtEl>
                                          <p:spTgt spid="28"/>
                                        </p:tgtEl>
                                        <p:attrNameLst>
                                          <p:attrName>style.visibility</p:attrName>
                                        </p:attrNameLst>
                                      </p:cBhvr>
                                      <p:to>
                                        <p:strVal val="visible"/>
                                      </p:to>
                                    </p:set>
                                    <p:animEffect transition="in" filter="fade">
                                      <p:cBhvr>
                                        <p:cTn id="352" dur="650"/>
                                        <p:tgtEl>
                                          <p:spTgt spid="28"/>
                                        </p:tgtEl>
                                      </p:cBhvr>
                                    </p:animEffect>
                                    <p:anim calcmode="lin" valueType="num">
                                      <p:cBhvr>
                                        <p:cTn id="353" dur="650" fill="hold"/>
                                        <p:tgtEl>
                                          <p:spTgt spid="28"/>
                                        </p:tgtEl>
                                        <p:attrNameLst>
                                          <p:attrName>ppt_x</p:attrName>
                                        </p:attrNameLst>
                                      </p:cBhvr>
                                      <p:tavLst>
                                        <p:tav tm="0">
                                          <p:val>
                                            <p:strVal val="#ppt_x"/>
                                          </p:val>
                                        </p:tav>
                                        <p:tav tm="100000">
                                          <p:val>
                                            <p:strVal val="#ppt_x"/>
                                          </p:val>
                                        </p:tav>
                                      </p:tavLst>
                                    </p:anim>
                                    <p:anim calcmode="lin" valueType="num">
                                      <p:cBhvr>
                                        <p:cTn id="354" dur="650" fill="hold"/>
                                        <p:tgtEl>
                                          <p:spTgt spid="28"/>
                                        </p:tgtEl>
                                        <p:attrNameLst>
                                          <p:attrName>ppt_y</p:attrName>
                                        </p:attrNameLst>
                                      </p:cBhvr>
                                      <p:tavLst>
                                        <p:tav tm="0">
                                          <p:val>
                                            <p:strVal val="#ppt_y+.1"/>
                                          </p:val>
                                        </p:tav>
                                        <p:tav tm="100000">
                                          <p:val>
                                            <p:strVal val="#ppt_y"/>
                                          </p:val>
                                        </p:tav>
                                      </p:tavLst>
                                    </p:anim>
                                  </p:childTnLst>
                                </p:cTn>
                              </p:par>
                              <p:par>
                                <p:cTn id="355" presetID="42" presetClass="entr" presetSubtype="0" fill="hold" grpId="0" nodeType="withEffect">
                                  <p:stCondLst>
                                    <p:cond delay="250"/>
                                  </p:stCondLst>
                                  <p:childTnLst>
                                    <p:set>
                                      <p:cBhvr>
                                        <p:cTn id="356" dur="1" fill="hold">
                                          <p:stCondLst>
                                            <p:cond delay="0"/>
                                          </p:stCondLst>
                                        </p:cTn>
                                        <p:tgtEl>
                                          <p:spTgt spid="29"/>
                                        </p:tgtEl>
                                        <p:attrNameLst>
                                          <p:attrName>style.visibility</p:attrName>
                                        </p:attrNameLst>
                                      </p:cBhvr>
                                      <p:to>
                                        <p:strVal val="visible"/>
                                      </p:to>
                                    </p:set>
                                    <p:animEffect transition="in" filter="fade">
                                      <p:cBhvr>
                                        <p:cTn id="357" dur="650"/>
                                        <p:tgtEl>
                                          <p:spTgt spid="29"/>
                                        </p:tgtEl>
                                      </p:cBhvr>
                                    </p:animEffect>
                                    <p:anim calcmode="lin" valueType="num">
                                      <p:cBhvr>
                                        <p:cTn id="358" dur="650" fill="hold"/>
                                        <p:tgtEl>
                                          <p:spTgt spid="29"/>
                                        </p:tgtEl>
                                        <p:attrNameLst>
                                          <p:attrName>ppt_x</p:attrName>
                                        </p:attrNameLst>
                                      </p:cBhvr>
                                      <p:tavLst>
                                        <p:tav tm="0">
                                          <p:val>
                                            <p:strVal val="#ppt_x"/>
                                          </p:val>
                                        </p:tav>
                                        <p:tav tm="100000">
                                          <p:val>
                                            <p:strVal val="#ppt_x"/>
                                          </p:val>
                                        </p:tav>
                                      </p:tavLst>
                                    </p:anim>
                                    <p:anim calcmode="lin" valueType="num">
                                      <p:cBhvr>
                                        <p:cTn id="359" dur="650" fill="hold"/>
                                        <p:tgtEl>
                                          <p:spTgt spid="29"/>
                                        </p:tgtEl>
                                        <p:attrNameLst>
                                          <p:attrName>ppt_y</p:attrName>
                                        </p:attrNameLst>
                                      </p:cBhvr>
                                      <p:tavLst>
                                        <p:tav tm="0">
                                          <p:val>
                                            <p:strVal val="#ppt_y+.1"/>
                                          </p:val>
                                        </p:tav>
                                        <p:tav tm="100000">
                                          <p:val>
                                            <p:strVal val="#ppt_y"/>
                                          </p:val>
                                        </p:tav>
                                      </p:tavLst>
                                    </p:anim>
                                  </p:childTnLst>
                                </p:cTn>
                              </p:par>
                              <p:par>
                                <p:cTn id="360" presetID="42" presetClass="entr" presetSubtype="0" fill="hold" grpId="0" nodeType="withEffect">
                                  <p:stCondLst>
                                    <p:cond delay="250"/>
                                  </p:stCondLst>
                                  <p:childTnLst>
                                    <p:set>
                                      <p:cBhvr>
                                        <p:cTn id="361" dur="1" fill="hold">
                                          <p:stCondLst>
                                            <p:cond delay="0"/>
                                          </p:stCondLst>
                                        </p:cTn>
                                        <p:tgtEl>
                                          <p:spTgt spid="30"/>
                                        </p:tgtEl>
                                        <p:attrNameLst>
                                          <p:attrName>style.visibility</p:attrName>
                                        </p:attrNameLst>
                                      </p:cBhvr>
                                      <p:to>
                                        <p:strVal val="visible"/>
                                      </p:to>
                                    </p:set>
                                    <p:animEffect transition="in" filter="fade">
                                      <p:cBhvr>
                                        <p:cTn id="362" dur="650"/>
                                        <p:tgtEl>
                                          <p:spTgt spid="30"/>
                                        </p:tgtEl>
                                      </p:cBhvr>
                                    </p:animEffect>
                                    <p:anim calcmode="lin" valueType="num">
                                      <p:cBhvr>
                                        <p:cTn id="363" dur="650" fill="hold"/>
                                        <p:tgtEl>
                                          <p:spTgt spid="30"/>
                                        </p:tgtEl>
                                        <p:attrNameLst>
                                          <p:attrName>ppt_x</p:attrName>
                                        </p:attrNameLst>
                                      </p:cBhvr>
                                      <p:tavLst>
                                        <p:tav tm="0">
                                          <p:val>
                                            <p:strVal val="#ppt_x"/>
                                          </p:val>
                                        </p:tav>
                                        <p:tav tm="100000">
                                          <p:val>
                                            <p:strVal val="#ppt_x"/>
                                          </p:val>
                                        </p:tav>
                                      </p:tavLst>
                                    </p:anim>
                                    <p:anim calcmode="lin" valueType="num">
                                      <p:cBhvr>
                                        <p:cTn id="364" dur="650" fill="hold"/>
                                        <p:tgtEl>
                                          <p:spTgt spid="30"/>
                                        </p:tgtEl>
                                        <p:attrNameLst>
                                          <p:attrName>ppt_y</p:attrName>
                                        </p:attrNameLst>
                                      </p:cBhvr>
                                      <p:tavLst>
                                        <p:tav tm="0">
                                          <p:val>
                                            <p:strVal val="#ppt_y+.1"/>
                                          </p:val>
                                        </p:tav>
                                        <p:tav tm="100000">
                                          <p:val>
                                            <p:strVal val="#ppt_y"/>
                                          </p:val>
                                        </p:tav>
                                      </p:tavLst>
                                    </p:anim>
                                  </p:childTnLst>
                                </p:cTn>
                              </p:par>
                              <p:par>
                                <p:cTn id="365" presetID="42" presetClass="entr" presetSubtype="0" fill="hold" grpId="0" nodeType="withEffect">
                                  <p:stCondLst>
                                    <p:cond delay="250"/>
                                  </p:stCondLst>
                                  <p:childTnLst>
                                    <p:set>
                                      <p:cBhvr>
                                        <p:cTn id="366" dur="1" fill="hold">
                                          <p:stCondLst>
                                            <p:cond delay="0"/>
                                          </p:stCondLst>
                                        </p:cTn>
                                        <p:tgtEl>
                                          <p:spTgt spid="31"/>
                                        </p:tgtEl>
                                        <p:attrNameLst>
                                          <p:attrName>style.visibility</p:attrName>
                                        </p:attrNameLst>
                                      </p:cBhvr>
                                      <p:to>
                                        <p:strVal val="visible"/>
                                      </p:to>
                                    </p:set>
                                    <p:animEffect transition="in" filter="fade">
                                      <p:cBhvr>
                                        <p:cTn id="367" dur="650"/>
                                        <p:tgtEl>
                                          <p:spTgt spid="31"/>
                                        </p:tgtEl>
                                      </p:cBhvr>
                                    </p:animEffect>
                                    <p:anim calcmode="lin" valueType="num">
                                      <p:cBhvr>
                                        <p:cTn id="368" dur="650" fill="hold"/>
                                        <p:tgtEl>
                                          <p:spTgt spid="31"/>
                                        </p:tgtEl>
                                        <p:attrNameLst>
                                          <p:attrName>ppt_x</p:attrName>
                                        </p:attrNameLst>
                                      </p:cBhvr>
                                      <p:tavLst>
                                        <p:tav tm="0">
                                          <p:val>
                                            <p:strVal val="#ppt_x"/>
                                          </p:val>
                                        </p:tav>
                                        <p:tav tm="100000">
                                          <p:val>
                                            <p:strVal val="#ppt_x"/>
                                          </p:val>
                                        </p:tav>
                                      </p:tavLst>
                                    </p:anim>
                                    <p:anim calcmode="lin" valueType="num">
                                      <p:cBhvr>
                                        <p:cTn id="369" dur="650" fill="hold"/>
                                        <p:tgtEl>
                                          <p:spTgt spid="31"/>
                                        </p:tgtEl>
                                        <p:attrNameLst>
                                          <p:attrName>ppt_y</p:attrName>
                                        </p:attrNameLst>
                                      </p:cBhvr>
                                      <p:tavLst>
                                        <p:tav tm="0">
                                          <p:val>
                                            <p:strVal val="#ppt_y+.1"/>
                                          </p:val>
                                        </p:tav>
                                        <p:tav tm="100000">
                                          <p:val>
                                            <p:strVal val="#ppt_y"/>
                                          </p:val>
                                        </p:tav>
                                      </p:tavLst>
                                    </p:anim>
                                  </p:childTnLst>
                                </p:cTn>
                              </p:par>
                              <p:par>
                                <p:cTn id="370" presetID="42" presetClass="entr" presetSubtype="0" fill="hold" grpId="0" nodeType="withEffect">
                                  <p:stCondLst>
                                    <p:cond delay="250"/>
                                  </p:stCondLst>
                                  <p:childTnLst>
                                    <p:set>
                                      <p:cBhvr>
                                        <p:cTn id="371" dur="1" fill="hold">
                                          <p:stCondLst>
                                            <p:cond delay="0"/>
                                          </p:stCondLst>
                                        </p:cTn>
                                        <p:tgtEl>
                                          <p:spTgt spid="32"/>
                                        </p:tgtEl>
                                        <p:attrNameLst>
                                          <p:attrName>style.visibility</p:attrName>
                                        </p:attrNameLst>
                                      </p:cBhvr>
                                      <p:to>
                                        <p:strVal val="visible"/>
                                      </p:to>
                                    </p:set>
                                    <p:animEffect transition="in" filter="fade">
                                      <p:cBhvr>
                                        <p:cTn id="372" dur="650"/>
                                        <p:tgtEl>
                                          <p:spTgt spid="32"/>
                                        </p:tgtEl>
                                      </p:cBhvr>
                                    </p:animEffect>
                                    <p:anim calcmode="lin" valueType="num">
                                      <p:cBhvr>
                                        <p:cTn id="373" dur="650" fill="hold"/>
                                        <p:tgtEl>
                                          <p:spTgt spid="32"/>
                                        </p:tgtEl>
                                        <p:attrNameLst>
                                          <p:attrName>ppt_x</p:attrName>
                                        </p:attrNameLst>
                                      </p:cBhvr>
                                      <p:tavLst>
                                        <p:tav tm="0">
                                          <p:val>
                                            <p:strVal val="#ppt_x"/>
                                          </p:val>
                                        </p:tav>
                                        <p:tav tm="100000">
                                          <p:val>
                                            <p:strVal val="#ppt_x"/>
                                          </p:val>
                                        </p:tav>
                                      </p:tavLst>
                                    </p:anim>
                                    <p:anim calcmode="lin" valueType="num">
                                      <p:cBhvr>
                                        <p:cTn id="374" dur="650" fill="hold"/>
                                        <p:tgtEl>
                                          <p:spTgt spid="32"/>
                                        </p:tgtEl>
                                        <p:attrNameLst>
                                          <p:attrName>ppt_y</p:attrName>
                                        </p:attrNameLst>
                                      </p:cBhvr>
                                      <p:tavLst>
                                        <p:tav tm="0">
                                          <p:val>
                                            <p:strVal val="#ppt_y+.1"/>
                                          </p:val>
                                        </p:tav>
                                        <p:tav tm="100000">
                                          <p:val>
                                            <p:strVal val="#ppt_y"/>
                                          </p:val>
                                        </p:tav>
                                      </p:tavLst>
                                    </p:anim>
                                  </p:childTnLst>
                                </p:cTn>
                              </p:par>
                              <p:par>
                                <p:cTn id="375" presetID="42" presetClass="entr" presetSubtype="0" fill="hold" grpId="0" nodeType="withEffect">
                                  <p:stCondLst>
                                    <p:cond delay="250"/>
                                  </p:stCondLst>
                                  <p:childTnLst>
                                    <p:set>
                                      <p:cBhvr>
                                        <p:cTn id="376" dur="1" fill="hold">
                                          <p:stCondLst>
                                            <p:cond delay="0"/>
                                          </p:stCondLst>
                                        </p:cTn>
                                        <p:tgtEl>
                                          <p:spTgt spid="33"/>
                                        </p:tgtEl>
                                        <p:attrNameLst>
                                          <p:attrName>style.visibility</p:attrName>
                                        </p:attrNameLst>
                                      </p:cBhvr>
                                      <p:to>
                                        <p:strVal val="visible"/>
                                      </p:to>
                                    </p:set>
                                    <p:animEffect transition="in" filter="fade">
                                      <p:cBhvr>
                                        <p:cTn id="377" dur="650"/>
                                        <p:tgtEl>
                                          <p:spTgt spid="33"/>
                                        </p:tgtEl>
                                      </p:cBhvr>
                                    </p:animEffect>
                                    <p:anim calcmode="lin" valueType="num">
                                      <p:cBhvr>
                                        <p:cTn id="378" dur="650" fill="hold"/>
                                        <p:tgtEl>
                                          <p:spTgt spid="33"/>
                                        </p:tgtEl>
                                        <p:attrNameLst>
                                          <p:attrName>ppt_x</p:attrName>
                                        </p:attrNameLst>
                                      </p:cBhvr>
                                      <p:tavLst>
                                        <p:tav tm="0">
                                          <p:val>
                                            <p:strVal val="#ppt_x"/>
                                          </p:val>
                                        </p:tav>
                                        <p:tav tm="100000">
                                          <p:val>
                                            <p:strVal val="#ppt_x"/>
                                          </p:val>
                                        </p:tav>
                                      </p:tavLst>
                                    </p:anim>
                                    <p:anim calcmode="lin" valueType="num">
                                      <p:cBhvr>
                                        <p:cTn id="379" dur="650" fill="hold"/>
                                        <p:tgtEl>
                                          <p:spTgt spid="33"/>
                                        </p:tgtEl>
                                        <p:attrNameLst>
                                          <p:attrName>ppt_y</p:attrName>
                                        </p:attrNameLst>
                                      </p:cBhvr>
                                      <p:tavLst>
                                        <p:tav tm="0">
                                          <p:val>
                                            <p:strVal val="#ppt_y+.1"/>
                                          </p:val>
                                        </p:tav>
                                        <p:tav tm="100000">
                                          <p:val>
                                            <p:strVal val="#ppt_y"/>
                                          </p:val>
                                        </p:tav>
                                      </p:tavLst>
                                    </p:anim>
                                  </p:childTnLst>
                                </p:cTn>
                              </p:par>
                              <p:par>
                                <p:cTn id="380" presetID="42" presetClass="entr" presetSubtype="0" fill="hold" grpId="0" nodeType="withEffect">
                                  <p:stCondLst>
                                    <p:cond delay="250"/>
                                  </p:stCondLst>
                                  <p:childTnLst>
                                    <p:set>
                                      <p:cBhvr>
                                        <p:cTn id="381" dur="1" fill="hold">
                                          <p:stCondLst>
                                            <p:cond delay="0"/>
                                          </p:stCondLst>
                                        </p:cTn>
                                        <p:tgtEl>
                                          <p:spTgt spid="34"/>
                                        </p:tgtEl>
                                        <p:attrNameLst>
                                          <p:attrName>style.visibility</p:attrName>
                                        </p:attrNameLst>
                                      </p:cBhvr>
                                      <p:to>
                                        <p:strVal val="visible"/>
                                      </p:to>
                                    </p:set>
                                    <p:animEffect transition="in" filter="fade">
                                      <p:cBhvr>
                                        <p:cTn id="382" dur="650"/>
                                        <p:tgtEl>
                                          <p:spTgt spid="34"/>
                                        </p:tgtEl>
                                      </p:cBhvr>
                                    </p:animEffect>
                                    <p:anim calcmode="lin" valueType="num">
                                      <p:cBhvr>
                                        <p:cTn id="383" dur="650" fill="hold"/>
                                        <p:tgtEl>
                                          <p:spTgt spid="34"/>
                                        </p:tgtEl>
                                        <p:attrNameLst>
                                          <p:attrName>ppt_x</p:attrName>
                                        </p:attrNameLst>
                                      </p:cBhvr>
                                      <p:tavLst>
                                        <p:tav tm="0">
                                          <p:val>
                                            <p:strVal val="#ppt_x"/>
                                          </p:val>
                                        </p:tav>
                                        <p:tav tm="100000">
                                          <p:val>
                                            <p:strVal val="#ppt_x"/>
                                          </p:val>
                                        </p:tav>
                                      </p:tavLst>
                                    </p:anim>
                                    <p:anim calcmode="lin" valueType="num">
                                      <p:cBhvr>
                                        <p:cTn id="384" dur="650" fill="hold"/>
                                        <p:tgtEl>
                                          <p:spTgt spid="34"/>
                                        </p:tgtEl>
                                        <p:attrNameLst>
                                          <p:attrName>ppt_y</p:attrName>
                                        </p:attrNameLst>
                                      </p:cBhvr>
                                      <p:tavLst>
                                        <p:tav tm="0">
                                          <p:val>
                                            <p:strVal val="#ppt_y+.1"/>
                                          </p:val>
                                        </p:tav>
                                        <p:tav tm="100000">
                                          <p:val>
                                            <p:strVal val="#ppt_y"/>
                                          </p:val>
                                        </p:tav>
                                      </p:tavLst>
                                    </p:anim>
                                  </p:childTnLst>
                                </p:cTn>
                              </p:par>
                              <p:par>
                                <p:cTn id="385" presetID="42" presetClass="entr" presetSubtype="0" fill="hold" grpId="0" nodeType="withEffect">
                                  <p:stCondLst>
                                    <p:cond delay="250"/>
                                  </p:stCondLst>
                                  <p:childTnLst>
                                    <p:set>
                                      <p:cBhvr>
                                        <p:cTn id="386" dur="1" fill="hold">
                                          <p:stCondLst>
                                            <p:cond delay="0"/>
                                          </p:stCondLst>
                                        </p:cTn>
                                        <p:tgtEl>
                                          <p:spTgt spid="35"/>
                                        </p:tgtEl>
                                        <p:attrNameLst>
                                          <p:attrName>style.visibility</p:attrName>
                                        </p:attrNameLst>
                                      </p:cBhvr>
                                      <p:to>
                                        <p:strVal val="visible"/>
                                      </p:to>
                                    </p:set>
                                    <p:animEffect transition="in" filter="fade">
                                      <p:cBhvr>
                                        <p:cTn id="387" dur="650"/>
                                        <p:tgtEl>
                                          <p:spTgt spid="35"/>
                                        </p:tgtEl>
                                      </p:cBhvr>
                                    </p:animEffect>
                                    <p:anim calcmode="lin" valueType="num">
                                      <p:cBhvr>
                                        <p:cTn id="388" dur="650" fill="hold"/>
                                        <p:tgtEl>
                                          <p:spTgt spid="35"/>
                                        </p:tgtEl>
                                        <p:attrNameLst>
                                          <p:attrName>ppt_x</p:attrName>
                                        </p:attrNameLst>
                                      </p:cBhvr>
                                      <p:tavLst>
                                        <p:tav tm="0">
                                          <p:val>
                                            <p:strVal val="#ppt_x"/>
                                          </p:val>
                                        </p:tav>
                                        <p:tav tm="100000">
                                          <p:val>
                                            <p:strVal val="#ppt_x"/>
                                          </p:val>
                                        </p:tav>
                                      </p:tavLst>
                                    </p:anim>
                                    <p:anim calcmode="lin" valueType="num">
                                      <p:cBhvr>
                                        <p:cTn id="389" dur="650" fill="hold"/>
                                        <p:tgtEl>
                                          <p:spTgt spid="35"/>
                                        </p:tgtEl>
                                        <p:attrNameLst>
                                          <p:attrName>ppt_y</p:attrName>
                                        </p:attrNameLst>
                                      </p:cBhvr>
                                      <p:tavLst>
                                        <p:tav tm="0">
                                          <p:val>
                                            <p:strVal val="#ppt_y+.1"/>
                                          </p:val>
                                        </p:tav>
                                        <p:tav tm="100000">
                                          <p:val>
                                            <p:strVal val="#ppt_y"/>
                                          </p:val>
                                        </p:tav>
                                      </p:tavLst>
                                    </p:anim>
                                  </p:childTnLst>
                                </p:cTn>
                              </p:par>
                              <p:par>
                                <p:cTn id="390" presetID="42" presetClass="entr" presetSubtype="0" fill="hold" grpId="0" nodeType="withEffect">
                                  <p:stCondLst>
                                    <p:cond delay="250"/>
                                  </p:stCondLst>
                                  <p:childTnLst>
                                    <p:set>
                                      <p:cBhvr>
                                        <p:cTn id="391" dur="1" fill="hold">
                                          <p:stCondLst>
                                            <p:cond delay="0"/>
                                          </p:stCondLst>
                                        </p:cTn>
                                        <p:tgtEl>
                                          <p:spTgt spid="36"/>
                                        </p:tgtEl>
                                        <p:attrNameLst>
                                          <p:attrName>style.visibility</p:attrName>
                                        </p:attrNameLst>
                                      </p:cBhvr>
                                      <p:to>
                                        <p:strVal val="visible"/>
                                      </p:to>
                                    </p:set>
                                    <p:animEffect transition="in" filter="fade">
                                      <p:cBhvr>
                                        <p:cTn id="392" dur="650"/>
                                        <p:tgtEl>
                                          <p:spTgt spid="36"/>
                                        </p:tgtEl>
                                      </p:cBhvr>
                                    </p:animEffect>
                                    <p:anim calcmode="lin" valueType="num">
                                      <p:cBhvr>
                                        <p:cTn id="393" dur="650" fill="hold"/>
                                        <p:tgtEl>
                                          <p:spTgt spid="36"/>
                                        </p:tgtEl>
                                        <p:attrNameLst>
                                          <p:attrName>ppt_x</p:attrName>
                                        </p:attrNameLst>
                                      </p:cBhvr>
                                      <p:tavLst>
                                        <p:tav tm="0">
                                          <p:val>
                                            <p:strVal val="#ppt_x"/>
                                          </p:val>
                                        </p:tav>
                                        <p:tav tm="100000">
                                          <p:val>
                                            <p:strVal val="#ppt_x"/>
                                          </p:val>
                                        </p:tav>
                                      </p:tavLst>
                                    </p:anim>
                                    <p:anim calcmode="lin" valueType="num">
                                      <p:cBhvr>
                                        <p:cTn id="394" dur="650" fill="hold"/>
                                        <p:tgtEl>
                                          <p:spTgt spid="36"/>
                                        </p:tgtEl>
                                        <p:attrNameLst>
                                          <p:attrName>ppt_y</p:attrName>
                                        </p:attrNameLst>
                                      </p:cBhvr>
                                      <p:tavLst>
                                        <p:tav tm="0">
                                          <p:val>
                                            <p:strVal val="#ppt_y+.1"/>
                                          </p:val>
                                        </p:tav>
                                        <p:tav tm="100000">
                                          <p:val>
                                            <p:strVal val="#ppt_y"/>
                                          </p:val>
                                        </p:tav>
                                      </p:tavLst>
                                    </p:anim>
                                  </p:childTnLst>
                                </p:cTn>
                              </p:par>
                              <p:par>
                                <p:cTn id="395" presetID="42" presetClass="entr" presetSubtype="0" fill="hold" grpId="0" nodeType="withEffect">
                                  <p:stCondLst>
                                    <p:cond delay="250"/>
                                  </p:stCondLst>
                                  <p:childTnLst>
                                    <p:set>
                                      <p:cBhvr>
                                        <p:cTn id="396" dur="1" fill="hold">
                                          <p:stCondLst>
                                            <p:cond delay="0"/>
                                          </p:stCondLst>
                                        </p:cTn>
                                        <p:tgtEl>
                                          <p:spTgt spid="37"/>
                                        </p:tgtEl>
                                        <p:attrNameLst>
                                          <p:attrName>style.visibility</p:attrName>
                                        </p:attrNameLst>
                                      </p:cBhvr>
                                      <p:to>
                                        <p:strVal val="visible"/>
                                      </p:to>
                                    </p:set>
                                    <p:animEffect transition="in" filter="fade">
                                      <p:cBhvr>
                                        <p:cTn id="397" dur="650"/>
                                        <p:tgtEl>
                                          <p:spTgt spid="37"/>
                                        </p:tgtEl>
                                      </p:cBhvr>
                                    </p:animEffect>
                                    <p:anim calcmode="lin" valueType="num">
                                      <p:cBhvr>
                                        <p:cTn id="398" dur="650" fill="hold"/>
                                        <p:tgtEl>
                                          <p:spTgt spid="37"/>
                                        </p:tgtEl>
                                        <p:attrNameLst>
                                          <p:attrName>ppt_x</p:attrName>
                                        </p:attrNameLst>
                                      </p:cBhvr>
                                      <p:tavLst>
                                        <p:tav tm="0">
                                          <p:val>
                                            <p:strVal val="#ppt_x"/>
                                          </p:val>
                                        </p:tav>
                                        <p:tav tm="100000">
                                          <p:val>
                                            <p:strVal val="#ppt_x"/>
                                          </p:val>
                                        </p:tav>
                                      </p:tavLst>
                                    </p:anim>
                                    <p:anim calcmode="lin" valueType="num">
                                      <p:cBhvr>
                                        <p:cTn id="399" dur="650" fill="hold"/>
                                        <p:tgtEl>
                                          <p:spTgt spid="37"/>
                                        </p:tgtEl>
                                        <p:attrNameLst>
                                          <p:attrName>ppt_y</p:attrName>
                                        </p:attrNameLst>
                                      </p:cBhvr>
                                      <p:tavLst>
                                        <p:tav tm="0">
                                          <p:val>
                                            <p:strVal val="#ppt_y+.1"/>
                                          </p:val>
                                        </p:tav>
                                        <p:tav tm="100000">
                                          <p:val>
                                            <p:strVal val="#ppt_y"/>
                                          </p:val>
                                        </p:tav>
                                      </p:tavLst>
                                    </p:anim>
                                  </p:childTnLst>
                                </p:cTn>
                              </p:par>
                              <p:par>
                                <p:cTn id="400" presetID="42" presetClass="entr" presetSubtype="0" fill="hold" grpId="0" nodeType="withEffect">
                                  <p:stCondLst>
                                    <p:cond delay="250"/>
                                  </p:stCondLst>
                                  <p:childTnLst>
                                    <p:set>
                                      <p:cBhvr>
                                        <p:cTn id="401" dur="1" fill="hold">
                                          <p:stCondLst>
                                            <p:cond delay="0"/>
                                          </p:stCondLst>
                                        </p:cTn>
                                        <p:tgtEl>
                                          <p:spTgt spid="38"/>
                                        </p:tgtEl>
                                        <p:attrNameLst>
                                          <p:attrName>style.visibility</p:attrName>
                                        </p:attrNameLst>
                                      </p:cBhvr>
                                      <p:to>
                                        <p:strVal val="visible"/>
                                      </p:to>
                                    </p:set>
                                    <p:animEffect transition="in" filter="fade">
                                      <p:cBhvr>
                                        <p:cTn id="402" dur="650"/>
                                        <p:tgtEl>
                                          <p:spTgt spid="38"/>
                                        </p:tgtEl>
                                      </p:cBhvr>
                                    </p:animEffect>
                                    <p:anim calcmode="lin" valueType="num">
                                      <p:cBhvr>
                                        <p:cTn id="403" dur="650" fill="hold"/>
                                        <p:tgtEl>
                                          <p:spTgt spid="38"/>
                                        </p:tgtEl>
                                        <p:attrNameLst>
                                          <p:attrName>ppt_x</p:attrName>
                                        </p:attrNameLst>
                                      </p:cBhvr>
                                      <p:tavLst>
                                        <p:tav tm="0">
                                          <p:val>
                                            <p:strVal val="#ppt_x"/>
                                          </p:val>
                                        </p:tav>
                                        <p:tav tm="100000">
                                          <p:val>
                                            <p:strVal val="#ppt_x"/>
                                          </p:val>
                                        </p:tav>
                                      </p:tavLst>
                                    </p:anim>
                                    <p:anim calcmode="lin" valueType="num">
                                      <p:cBhvr>
                                        <p:cTn id="404" dur="650" fill="hold"/>
                                        <p:tgtEl>
                                          <p:spTgt spid="38"/>
                                        </p:tgtEl>
                                        <p:attrNameLst>
                                          <p:attrName>ppt_y</p:attrName>
                                        </p:attrNameLst>
                                      </p:cBhvr>
                                      <p:tavLst>
                                        <p:tav tm="0">
                                          <p:val>
                                            <p:strVal val="#ppt_y+.1"/>
                                          </p:val>
                                        </p:tav>
                                        <p:tav tm="100000">
                                          <p:val>
                                            <p:strVal val="#ppt_y"/>
                                          </p:val>
                                        </p:tav>
                                      </p:tavLst>
                                    </p:anim>
                                  </p:childTnLst>
                                </p:cTn>
                              </p:par>
                              <p:par>
                                <p:cTn id="405" presetID="42" presetClass="entr" presetSubtype="0" fill="hold" grpId="0" nodeType="withEffect">
                                  <p:stCondLst>
                                    <p:cond delay="250"/>
                                  </p:stCondLst>
                                  <p:childTnLst>
                                    <p:set>
                                      <p:cBhvr>
                                        <p:cTn id="406" dur="1" fill="hold">
                                          <p:stCondLst>
                                            <p:cond delay="0"/>
                                          </p:stCondLst>
                                        </p:cTn>
                                        <p:tgtEl>
                                          <p:spTgt spid="39"/>
                                        </p:tgtEl>
                                        <p:attrNameLst>
                                          <p:attrName>style.visibility</p:attrName>
                                        </p:attrNameLst>
                                      </p:cBhvr>
                                      <p:to>
                                        <p:strVal val="visible"/>
                                      </p:to>
                                    </p:set>
                                    <p:animEffect transition="in" filter="fade">
                                      <p:cBhvr>
                                        <p:cTn id="407" dur="650"/>
                                        <p:tgtEl>
                                          <p:spTgt spid="39"/>
                                        </p:tgtEl>
                                      </p:cBhvr>
                                    </p:animEffect>
                                    <p:anim calcmode="lin" valueType="num">
                                      <p:cBhvr>
                                        <p:cTn id="408" dur="650" fill="hold"/>
                                        <p:tgtEl>
                                          <p:spTgt spid="39"/>
                                        </p:tgtEl>
                                        <p:attrNameLst>
                                          <p:attrName>ppt_x</p:attrName>
                                        </p:attrNameLst>
                                      </p:cBhvr>
                                      <p:tavLst>
                                        <p:tav tm="0">
                                          <p:val>
                                            <p:strVal val="#ppt_x"/>
                                          </p:val>
                                        </p:tav>
                                        <p:tav tm="100000">
                                          <p:val>
                                            <p:strVal val="#ppt_x"/>
                                          </p:val>
                                        </p:tav>
                                      </p:tavLst>
                                    </p:anim>
                                    <p:anim calcmode="lin" valueType="num">
                                      <p:cBhvr>
                                        <p:cTn id="409" dur="650" fill="hold"/>
                                        <p:tgtEl>
                                          <p:spTgt spid="39"/>
                                        </p:tgtEl>
                                        <p:attrNameLst>
                                          <p:attrName>ppt_y</p:attrName>
                                        </p:attrNameLst>
                                      </p:cBhvr>
                                      <p:tavLst>
                                        <p:tav tm="0">
                                          <p:val>
                                            <p:strVal val="#ppt_y+.1"/>
                                          </p:val>
                                        </p:tav>
                                        <p:tav tm="100000">
                                          <p:val>
                                            <p:strVal val="#ppt_y"/>
                                          </p:val>
                                        </p:tav>
                                      </p:tavLst>
                                    </p:anim>
                                  </p:childTnLst>
                                </p:cTn>
                              </p:par>
                              <p:par>
                                <p:cTn id="410" presetID="42" presetClass="entr" presetSubtype="0" fill="hold" grpId="0" nodeType="withEffect">
                                  <p:stCondLst>
                                    <p:cond delay="250"/>
                                  </p:stCondLst>
                                  <p:childTnLst>
                                    <p:set>
                                      <p:cBhvr>
                                        <p:cTn id="411" dur="1" fill="hold">
                                          <p:stCondLst>
                                            <p:cond delay="0"/>
                                          </p:stCondLst>
                                        </p:cTn>
                                        <p:tgtEl>
                                          <p:spTgt spid="40"/>
                                        </p:tgtEl>
                                        <p:attrNameLst>
                                          <p:attrName>style.visibility</p:attrName>
                                        </p:attrNameLst>
                                      </p:cBhvr>
                                      <p:to>
                                        <p:strVal val="visible"/>
                                      </p:to>
                                    </p:set>
                                    <p:animEffect transition="in" filter="fade">
                                      <p:cBhvr>
                                        <p:cTn id="412" dur="650"/>
                                        <p:tgtEl>
                                          <p:spTgt spid="40"/>
                                        </p:tgtEl>
                                      </p:cBhvr>
                                    </p:animEffect>
                                    <p:anim calcmode="lin" valueType="num">
                                      <p:cBhvr>
                                        <p:cTn id="413" dur="650" fill="hold"/>
                                        <p:tgtEl>
                                          <p:spTgt spid="40"/>
                                        </p:tgtEl>
                                        <p:attrNameLst>
                                          <p:attrName>ppt_x</p:attrName>
                                        </p:attrNameLst>
                                      </p:cBhvr>
                                      <p:tavLst>
                                        <p:tav tm="0">
                                          <p:val>
                                            <p:strVal val="#ppt_x"/>
                                          </p:val>
                                        </p:tav>
                                        <p:tav tm="100000">
                                          <p:val>
                                            <p:strVal val="#ppt_x"/>
                                          </p:val>
                                        </p:tav>
                                      </p:tavLst>
                                    </p:anim>
                                    <p:anim calcmode="lin" valueType="num">
                                      <p:cBhvr>
                                        <p:cTn id="414" dur="650" fill="hold"/>
                                        <p:tgtEl>
                                          <p:spTgt spid="40"/>
                                        </p:tgtEl>
                                        <p:attrNameLst>
                                          <p:attrName>ppt_y</p:attrName>
                                        </p:attrNameLst>
                                      </p:cBhvr>
                                      <p:tavLst>
                                        <p:tav tm="0">
                                          <p:val>
                                            <p:strVal val="#ppt_y+.1"/>
                                          </p:val>
                                        </p:tav>
                                        <p:tav tm="100000">
                                          <p:val>
                                            <p:strVal val="#ppt_y"/>
                                          </p:val>
                                        </p:tav>
                                      </p:tavLst>
                                    </p:anim>
                                  </p:childTnLst>
                                </p:cTn>
                              </p:par>
                              <p:par>
                                <p:cTn id="415" presetID="42" presetClass="entr" presetSubtype="0" fill="hold" grpId="0" nodeType="withEffect">
                                  <p:stCondLst>
                                    <p:cond delay="250"/>
                                  </p:stCondLst>
                                  <p:childTnLst>
                                    <p:set>
                                      <p:cBhvr>
                                        <p:cTn id="416" dur="1" fill="hold">
                                          <p:stCondLst>
                                            <p:cond delay="0"/>
                                          </p:stCondLst>
                                        </p:cTn>
                                        <p:tgtEl>
                                          <p:spTgt spid="41"/>
                                        </p:tgtEl>
                                        <p:attrNameLst>
                                          <p:attrName>style.visibility</p:attrName>
                                        </p:attrNameLst>
                                      </p:cBhvr>
                                      <p:to>
                                        <p:strVal val="visible"/>
                                      </p:to>
                                    </p:set>
                                    <p:animEffect transition="in" filter="fade">
                                      <p:cBhvr>
                                        <p:cTn id="417" dur="650"/>
                                        <p:tgtEl>
                                          <p:spTgt spid="41"/>
                                        </p:tgtEl>
                                      </p:cBhvr>
                                    </p:animEffect>
                                    <p:anim calcmode="lin" valueType="num">
                                      <p:cBhvr>
                                        <p:cTn id="418" dur="650" fill="hold"/>
                                        <p:tgtEl>
                                          <p:spTgt spid="41"/>
                                        </p:tgtEl>
                                        <p:attrNameLst>
                                          <p:attrName>ppt_x</p:attrName>
                                        </p:attrNameLst>
                                      </p:cBhvr>
                                      <p:tavLst>
                                        <p:tav tm="0">
                                          <p:val>
                                            <p:strVal val="#ppt_x"/>
                                          </p:val>
                                        </p:tav>
                                        <p:tav tm="100000">
                                          <p:val>
                                            <p:strVal val="#ppt_x"/>
                                          </p:val>
                                        </p:tav>
                                      </p:tavLst>
                                    </p:anim>
                                    <p:anim calcmode="lin" valueType="num">
                                      <p:cBhvr>
                                        <p:cTn id="419" dur="650" fill="hold"/>
                                        <p:tgtEl>
                                          <p:spTgt spid="41"/>
                                        </p:tgtEl>
                                        <p:attrNameLst>
                                          <p:attrName>ppt_y</p:attrName>
                                        </p:attrNameLst>
                                      </p:cBhvr>
                                      <p:tavLst>
                                        <p:tav tm="0">
                                          <p:val>
                                            <p:strVal val="#ppt_y+.1"/>
                                          </p:val>
                                        </p:tav>
                                        <p:tav tm="100000">
                                          <p:val>
                                            <p:strVal val="#ppt_y"/>
                                          </p:val>
                                        </p:tav>
                                      </p:tavLst>
                                    </p:anim>
                                  </p:childTnLst>
                                </p:cTn>
                              </p:par>
                              <p:par>
                                <p:cTn id="420" presetID="42" presetClass="entr" presetSubtype="0" fill="hold" grpId="0" nodeType="withEffect">
                                  <p:stCondLst>
                                    <p:cond delay="250"/>
                                  </p:stCondLst>
                                  <p:childTnLst>
                                    <p:set>
                                      <p:cBhvr>
                                        <p:cTn id="421" dur="1" fill="hold">
                                          <p:stCondLst>
                                            <p:cond delay="0"/>
                                          </p:stCondLst>
                                        </p:cTn>
                                        <p:tgtEl>
                                          <p:spTgt spid="42"/>
                                        </p:tgtEl>
                                        <p:attrNameLst>
                                          <p:attrName>style.visibility</p:attrName>
                                        </p:attrNameLst>
                                      </p:cBhvr>
                                      <p:to>
                                        <p:strVal val="visible"/>
                                      </p:to>
                                    </p:set>
                                    <p:animEffect transition="in" filter="fade">
                                      <p:cBhvr>
                                        <p:cTn id="422" dur="650"/>
                                        <p:tgtEl>
                                          <p:spTgt spid="42"/>
                                        </p:tgtEl>
                                      </p:cBhvr>
                                    </p:animEffect>
                                    <p:anim calcmode="lin" valueType="num">
                                      <p:cBhvr>
                                        <p:cTn id="423" dur="650" fill="hold"/>
                                        <p:tgtEl>
                                          <p:spTgt spid="42"/>
                                        </p:tgtEl>
                                        <p:attrNameLst>
                                          <p:attrName>ppt_x</p:attrName>
                                        </p:attrNameLst>
                                      </p:cBhvr>
                                      <p:tavLst>
                                        <p:tav tm="0">
                                          <p:val>
                                            <p:strVal val="#ppt_x"/>
                                          </p:val>
                                        </p:tav>
                                        <p:tav tm="100000">
                                          <p:val>
                                            <p:strVal val="#ppt_x"/>
                                          </p:val>
                                        </p:tav>
                                      </p:tavLst>
                                    </p:anim>
                                    <p:anim calcmode="lin" valueType="num">
                                      <p:cBhvr>
                                        <p:cTn id="424" dur="650" fill="hold"/>
                                        <p:tgtEl>
                                          <p:spTgt spid="42"/>
                                        </p:tgtEl>
                                        <p:attrNameLst>
                                          <p:attrName>ppt_y</p:attrName>
                                        </p:attrNameLst>
                                      </p:cBhvr>
                                      <p:tavLst>
                                        <p:tav tm="0">
                                          <p:val>
                                            <p:strVal val="#ppt_y+.1"/>
                                          </p:val>
                                        </p:tav>
                                        <p:tav tm="100000">
                                          <p:val>
                                            <p:strVal val="#ppt_y"/>
                                          </p:val>
                                        </p:tav>
                                      </p:tavLst>
                                    </p:anim>
                                  </p:childTnLst>
                                </p:cTn>
                              </p:par>
                              <p:par>
                                <p:cTn id="425" presetID="42" presetClass="entr" presetSubtype="0" fill="hold" grpId="0" nodeType="withEffect">
                                  <p:stCondLst>
                                    <p:cond delay="250"/>
                                  </p:stCondLst>
                                  <p:childTnLst>
                                    <p:set>
                                      <p:cBhvr>
                                        <p:cTn id="426" dur="1" fill="hold">
                                          <p:stCondLst>
                                            <p:cond delay="0"/>
                                          </p:stCondLst>
                                        </p:cTn>
                                        <p:tgtEl>
                                          <p:spTgt spid="43"/>
                                        </p:tgtEl>
                                        <p:attrNameLst>
                                          <p:attrName>style.visibility</p:attrName>
                                        </p:attrNameLst>
                                      </p:cBhvr>
                                      <p:to>
                                        <p:strVal val="visible"/>
                                      </p:to>
                                    </p:set>
                                    <p:animEffect transition="in" filter="fade">
                                      <p:cBhvr>
                                        <p:cTn id="427" dur="650"/>
                                        <p:tgtEl>
                                          <p:spTgt spid="43"/>
                                        </p:tgtEl>
                                      </p:cBhvr>
                                    </p:animEffect>
                                    <p:anim calcmode="lin" valueType="num">
                                      <p:cBhvr>
                                        <p:cTn id="428" dur="650" fill="hold"/>
                                        <p:tgtEl>
                                          <p:spTgt spid="43"/>
                                        </p:tgtEl>
                                        <p:attrNameLst>
                                          <p:attrName>ppt_x</p:attrName>
                                        </p:attrNameLst>
                                      </p:cBhvr>
                                      <p:tavLst>
                                        <p:tav tm="0">
                                          <p:val>
                                            <p:strVal val="#ppt_x"/>
                                          </p:val>
                                        </p:tav>
                                        <p:tav tm="100000">
                                          <p:val>
                                            <p:strVal val="#ppt_x"/>
                                          </p:val>
                                        </p:tav>
                                      </p:tavLst>
                                    </p:anim>
                                    <p:anim calcmode="lin" valueType="num">
                                      <p:cBhvr>
                                        <p:cTn id="429" dur="650" fill="hold"/>
                                        <p:tgtEl>
                                          <p:spTgt spid="43"/>
                                        </p:tgtEl>
                                        <p:attrNameLst>
                                          <p:attrName>ppt_y</p:attrName>
                                        </p:attrNameLst>
                                      </p:cBhvr>
                                      <p:tavLst>
                                        <p:tav tm="0">
                                          <p:val>
                                            <p:strVal val="#ppt_y+.1"/>
                                          </p:val>
                                        </p:tav>
                                        <p:tav tm="100000">
                                          <p:val>
                                            <p:strVal val="#ppt_y"/>
                                          </p:val>
                                        </p:tav>
                                      </p:tavLst>
                                    </p:anim>
                                  </p:childTnLst>
                                </p:cTn>
                              </p:par>
                              <p:par>
                                <p:cTn id="430" presetID="42" presetClass="entr" presetSubtype="0" fill="hold" grpId="0" nodeType="withEffect">
                                  <p:stCondLst>
                                    <p:cond delay="250"/>
                                  </p:stCondLst>
                                  <p:childTnLst>
                                    <p:set>
                                      <p:cBhvr>
                                        <p:cTn id="431" dur="1" fill="hold">
                                          <p:stCondLst>
                                            <p:cond delay="0"/>
                                          </p:stCondLst>
                                        </p:cTn>
                                        <p:tgtEl>
                                          <p:spTgt spid="44"/>
                                        </p:tgtEl>
                                        <p:attrNameLst>
                                          <p:attrName>style.visibility</p:attrName>
                                        </p:attrNameLst>
                                      </p:cBhvr>
                                      <p:to>
                                        <p:strVal val="visible"/>
                                      </p:to>
                                    </p:set>
                                    <p:animEffect transition="in" filter="fade">
                                      <p:cBhvr>
                                        <p:cTn id="432" dur="650"/>
                                        <p:tgtEl>
                                          <p:spTgt spid="44"/>
                                        </p:tgtEl>
                                      </p:cBhvr>
                                    </p:animEffect>
                                    <p:anim calcmode="lin" valueType="num">
                                      <p:cBhvr>
                                        <p:cTn id="433" dur="650" fill="hold"/>
                                        <p:tgtEl>
                                          <p:spTgt spid="44"/>
                                        </p:tgtEl>
                                        <p:attrNameLst>
                                          <p:attrName>ppt_x</p:attrName>
                                        </p:attrNameLst>
                                      </p:cBhvr>
                                      <p:tavLst>
                                        <p:tav tm="0">
                                          <p:val>
                                            <p:strVal val="#ppt_x"/>
                                          </p:val>
                                        </p:tav>
                                        <p:tav tm="100000">
                                          <p:val>
                                            <p:strVal val="#ppt_x"/>
                                          </p:val>
                                        </p:tav>
                                      </p:tavLst>
                                    </p:anim>
                                    <p:anim calcmode="lin" valueType="num">
                                      <p:cBhvr>
                                        <p:cTn id="434" dur="650" fill="hold"/>
                                        <p:tgtEl>
                                          <p:spTgt spid="44"/>
                                        </p:tgtEl>
                                        <p:attrNameLst>
                                          <p:attrName>ppt_y</p:attrName>
                                        </p:attrNameLst>
                                      </p:cBhvr>
                                      <p:tavLst>
                                        <p:tav tm="0">
                                          <p:val>
                                            <p:strVal val="#ppt_y+.1"/>
                                          </p:val>
                                        </p:tav>
                                        <p:tav tm="100000">
                                          <p:val>
                                            <p:strVal val="#ppt_y"/>
                                          </p:val>
                                        </p:tav>
                                      </p:tavLst>
                                    </p:anim>
                                  </p:childTnLst>
                                </p:cTn>
                              </p:par>
                              <p:par>
                                <p:cTn id="435" presetID="42" presetClass="entr" presetSubtype="0" fill="hold" grpId="0" nodeType="withEffect">
                                  <p:stCondLst>
                                    <p:cond delay="250"/>
                                  </p:stCondLst>
                                  <p:childTnLst>
                                    <p:set>
                                      <p:cBhvr>
                                        <p:cTn id="436" dur="1" fill="hold">
                                          <p:stCondLst>
                                            <p:cond delay="0"/>
                                          </p:stCondLst>
                                        </p:cTn>
                                        <p:tgtEl>
                                          <p:spTgt spid="45"/>
                                        </p:tgtEl>
                                        <p:attrNameLst>
                                          <p:attrName>style.visibility</p:attrName>
                                        </p:attrNameLst>
                                      </p:cBhvr>
                                      <p:to>
                                        <p:strVal val="visible"/>
                                      </p:to>
                                    </p:set>
                                    <p:animEffect transition="in" filter="fade">
                                      <p:cBhvr>
                                        <p:cTn id="437" dur="650"/>
                                        <p:tgtEl>
                                          <p:spTgt spid="45"/>
                                        </p:tgtEl>
                                      </p:cBhvr>
                                    </p:animEffect>
                                    <p:anim calcmode="lin" valueType="num">
                                      <p:cBhvr>
                                        <p:cTn id="438" dur="650" fill="hold"/>
                                        <p:tgtEl>
                                          <p:spTgt spid="45"/>
                                        </p:tgtEl>
                                        <p:attrNameLst>
                                          <p:attrName>ppt_x</p:attrName>
                                        </p:attrNameLst>
                                      </p:cBhvr>
                                      <p:tavLst>
                                        <p:tav tm="0">
                                          <p:val>
                                            <p:strVal val="#ppt_x"/>
                                          </p:val>
                                        </p:tav>
                                        <p:tav tm="100000">
                                          <p:val>
                                            <p:strVal val="#ppt_x"/>
                                          </p:val>
                                        </p:tav>
                                      </p:tavLst>
                                    </p:anim>
                                    <p:anim calcmode="lin" valueType="num">
                                      <p:cBhvr>
                                        <p:cTn id="439" dur="650" fill="hold"/>
                                        <p:tgtEl>
                                          <p:spTgt spid="45"/>
                                        </p:tgtEl>
                                        <p:attrNameLst>
                                          <p:attrName>ppt_y</p:attrName>
                                        </p:attrNameLst>
                                      </p:cBhvr>
                                      <p:tavLst>
                                        <p:tav tm="0">
                                          <p:val>
                                            <p:strVal val="#ppt_y+.1"/>
                                          </p:val>
                                        </p:tav>
                                        <p:tav tm="100000">
                                          <p:val>
                                            <p:strVal val="#ppt_y"/>
                                          </p:val>
                                        </p:tav>
                                      </p:tavLst>
                                    </p:anim>
                                  </p:childTnLst>
                                </p:cTn>
                              </p:par>
                              <p:par>
                                <p:cTn id="440" presetID="22" presetClass="entr" presetSubtype="8" fill="hold" grpId="0" nodeType="withEffect">
                                  <p:stCondLst>
                                    <p:cond delay="370"/>
                                  </p:stCondLst>
                                  <p:childTnLst>
                                    <p:set>
                                      <p:cBhvr>
                                        <p:cTn id="441" dur="1" fill="hold">
                                          <p:stCondLst>
                                            <p:cond delay="0"/>
                                          </p:stCondLst>
                                        </p:cTn>
                                        <p:tgtEl>
                                          <p:spTgt spid="46"/>
                                        </p:tgtEl>
                                        <p:attrNameLst>
                                          <p:attrName>style.visibility</p:attrName>
                                        </p:attrNameLst>
                                      </p:cBhvr>
                                      <p:to>
                                        <p:strVal val="visible"/>
                                      </p:to>
                                    </p:set>
                                    <p:animEffect transition="in" filter="wipe(left)">
                                      <p:cBhvr>
                                        <p:cTn id="442" dur="500"/>
                                        <p:tgtEl>
                                          <p:spTgt spid="46"/>
                                        </p:tgtEl>
                                      </p:cBhvr>
                                    </p:animEffect>
                                  </p:childTnLst>
                                </p:cTn>
                              </p:par>
                              <p:par>
                                <p:cTn id="443" presetID="22" presetClass="entr" presetSubtype="8" fill="hold" grpId="0" nodeType="withEffect">
                                  <p:stCondLst>
                                    <p:cond delay="370"/>
                                  </p:stCondLst>
                                  <p:childTnLst>
                                    <p:set>
                                      <p:cBhvr>
                                        <p:cTn id="444" dur="1" fill="hold">
                                          <p:stCondLst>
                                            <p:cond delay="0"/>
                                          </p:stCondLst>
                                        </p:cTn>
                                        <p:tgtEl>
                                          <p:spTgt spid="47"/>
                                        </p:tgtEl>
                                        <p:attrNameLst>
                                          <p:attrName>style.visibility</p:attrName>
                                        </p:attrNameLst>
                                      </p:cBhvr>
                                      <p:to>
                                        <p:strVal val="visible"/>
                                      </p:to>
                                    </p:set>
                                    <p:animEffect transition="in" filter="wipe(left)">
                                      <p:cBhvr>
                                        <p:cTn id="445" dur="500"/>
                                        <p:tgtEl>
                                          <p:spTgt spid="47"/>
                                        </p:tgtEl>
                                      </p:cBhvr>
                                    </p:animEffect>
                                  </p:childTnLst>
                                </p:cTn>
                              </p:par>
                              <p:par>
                                <p:cTn id="446" presetID="22" presetClass="entr" presetSubtype="8" fill="hold" grpId="0" nodeType="withEffect">
                                  <p:stCondLst>
                                    <p:cond delay="370"/>
                                  </p:stCondLst>
                                  <p:childTnLst>
                                    <p:set>
                                      <p:cBhvr>
                                        <p:cTn id="447" dur="1" fill="hold">
                                          <p:stCondLst>
                                            <p:cond delay="0"/>
                                          </p:stCondLst>
                                        </p:cTn>
                                        <p:tgtEl>
                                          <p:spTgt spid="48"/>
                                        </p:tgtEl>
                                        <p:attrNameLst>
                                          <p:attrName>style.visibility</p:attrName>
                                        </p:attrNameLst>
                                      </p:cBhvr>
                                      <p:to>
                                        <p:strVal val="visible"/>
                                      </p:to>
                                    </p:set>
                                    <p:animEffect transition="in" filter="wipe(left)">
                                      <p:cBhvr>
                                        <p:cTn id="448" dur="500"/>
                                        <p:tgtEl>
                                          <p:spTgt spid="48"/>
                                        </p:tgtEl>
                                      </p:cBhvr>
                                    </p:animEffect>
                                  </p:childTnLst>
                                </p:cTn>
                              </p:par>
                              <p:par>
                                <p:cTn id="449" presetID="22" presetClass="entr" presetSubtype="8" fill="hold" grpId="0" nodeType="withEffect">
                                  <p:stCondLst>
                                    <p:cond delay="370"/>
                                  </p:stCondLst>
                                  <p:childTnLst>
                                    <p:set>
                                      <p:cBhvr>
                                        <p:cTn id="450" dur="1" fill="hold">
                                          <p:stCondLst>
                                            <p:cond delay="0"/>
                                          </p:stCondLst>
                                        </p:cTn>
                                        <p:tgtEl>
                                          <p:spTgt spid="49"/>
                                        </p:tgtEl>
                                        <p:attrNameLst>
                                          <p:attrName>style.visibility</p:attrName>
                                        </p:attrNameLst>
                                      </p:cBhvr>
                                      <p:to>
                                        <p:strVal val="visible"/>
                                      </p:to>
                                    </p:set>
                                    <p:animEffect transition="in" filter="wipe(left)">
                                      <p:cBhvr>
                                        <p:cTn id="45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p:bldP spid="18" grpId="0" animBg="1"/>
      <p:bldP spid="19" grpId="0"/>
      <p:bldP spid="20" grpId="0"/>
      <p:bldP spid="21" grpId="0"/>
      <p:bldP spid="22" grpId="0"/>
      <p:bldP spid="23" grpId="0" animBg="1"/>
      <p:bldP spid="24" grpId="0" animBg="1"/>
      <p:bldP spid="25" grpId="0" animBg="1"/>
      <p:bldP spid="26" grpId="0" animBg="1"/>
      <p:bldP spid="27" grpId="0" animBg="1"/>
      <p:bldP spid="28" grpId="0" animBg="1"/>
      <p:bldP spid="29" grpId="0"/>
      <p:bldP spid="30" grpId="0" animBg="1"/>
      <p:bldP spid="31" grpId="0"/>
      <p:bldP spid="32" grpId="0"/>
      <p:bldP spid="33" grpId="0"/>
      <p:bldP spid="34" grpId="0"/>
      <p:bldP spid="35" grpId="0" animBg="1"/>
      <p:bldP spid="36" grpId="0" animBg="1"/>
      <p:bldP spid="37" grpId="0" animBg="1"/>
      <p:bldP spid="38" grpId="0" animBg="1"/>
      <p:bldP spid="39" grpId="0" animBg="1"/>
      <p:bldP spid="40" grpId="0" animBg="1"/>
      <p:bldP spid="41" grpId="0"/>
      <p:bldP spid="42" grpId="0" animBg="1"/>
      <p:bldP spid="43" grpId="0"/>
      <p:bldP spid="44" grpId="0"/>
      <p:bldP spid="45" grpId="0"/>
      <p:bldP spid="46" grpId="0" animBg="1"/>
      <p:bldP spid="47" grpId="0" animBg="1"/>
      <p:bldP spid="48" grpId="0"/>
      <p:bldP spid="49" grpId="0"/>
      <p:bldP spid="50" grpId="0" animBg="1"/>
      <p:bldP spid="50" grpId="1" animBg="1"/>
      <p:bldP spid="51" grpId="0"/>
      <p:bldP spid="51" grpId="1"/>
      <p:bldP spid="52" grpId="0"/>
      <p:bldP spid="52" grpId="1"/>
      <p:bldP spid="53" grpId="0" animBg="1"/>
      <p:bldP spid="53" grpId="1" animBg="1"/>
      <p:bldP spid="54" grpId="0"/>
      <p:bldP spid="54" grpId="1"/>
      <p:bldP spid="55" grpId="0"/>
      <p:bldP spid="55" grpId="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p:bldP spid="61" grpId="1"/>
      <p:bldP spid="62" grpId="0"/>
      <p:bldP spid="62" grpId="1"/>
      <p:bldP spid="63" grpId="0" animBg="1"/>
      <p:bldP spid="63" grpId="1" animBg="1"/>
      <p:bldP spid="64" grpId="0" animBg="1"/>
      <p:bldP spid="64" grpId="1" animBg="1"/>
      <p:bldP spid="65" grpId="0" animBg="1"/>
      <p:bldP spid="65" grpId="1" animBg="1"/>
      <p:bldP spid="66" grpId="0" animBg="1"/>
      <p:bldP spid="66" grpId="1" animBg="1"/>
      <p:bldP spid="67" grpId="0" animBg="1"/>
      <p:bldP spid="67" grpId="1" animBg="1"/>
      <p:bldP spid="68" grpId="0"/>
      <p:bldP spid="68" grpId="1"/>
      <p:bldP spid="69" grpId="0"/>
      <p:bldP spid="69" grpId="1"/>
      <p:bldP spid="70" grpId="0" animBg="1"/>
      <p:bldP spid="70" grpId="1" animBg="1"/>
      <p:bldP spid="71" grpId="0"/>
      <p:bldP spid="71" grpId="1"/>
      <p:bldP spid="72" grpId="0" animBg="1"/>
      <p:bldP spid="72" grpId="1" animBg="1"/>
      <p:bldP spid="73" grpId="0" animBg="1"/>
      <p:bldP spid="73" grpId="1" animBg="1"/>
      <p:bldP spid="74" grpId="0" animBg="1"/>
      <p:bldP spid="74" grpId="1" animBg="1"/>
      <p:bldP spid="75" grpId="0" animBg="1"/>
      <p:bldP spid="75" grpId="1" animBg="1"/>
      <p:bldP spid="76" grpId="0" animBg="1"/>
      <p:bldP spid="76" grpId="1" animBg="1"/>
      <p:bldP spid="77" grpId="0" animBg="1"/>
      <p:bldP spid="77" grpId="1" animBg="1"/>
      <p:bldP spid="78" grpId="0"/>
      <p:bldP spid="78" grpId="1"/>
      <p:bldP spid="79" grpId="0" animBg="1"/>
      <p:bldP spid="79" grpId="1" animBg="1"/>
      <p:bldP spid="80" grpId="0" animBg="1"/>
      <p:bldP spid="80" grpId="1" animBg="1"/>
      <p:bldP spid="81" grpId="0"/>
      <p:bldP spid="81" grpId="1"/>
      <p:bldP spid="82" grpId="0"/>
      <p:bldP spid="82" grpId="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Hipótesis, variables y preguntas de investigación</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ipotesis:d3bd6b0fff"/>
          <p:cNvSpPr/>
          <p:nvPr/>
        </p:nvSpPr>
        <p:spPr>
          <a:xfrm>
            <a:off x="574675" y="1508125"/>
            <a:ext cx="2000250" cy="565023"/>
          </a:xfrm>
          <a:prstGeom prst="roundRect">
            <a:avLst>
              <a:gd name="adj" fmla="val 14048"/>
            </a:avLst>
          </a:prstGeom>
          <a:solidFill>
            <a:srgbClr val="F3EEFB"/>
          </a:solidFill>
          <a:ln w="190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ipotesis:37cb9c49ae"/>
          <p:cNvSpPr txBox="1"/>
          <p:nvPr/>
        </p:nvSpPr>
        <p:spPr>
          <a:xfrm>
            <a:off x="698500" y="1589568"/>
            <a:ext cx="1803400" cy="219456"/>
          </a:xfrm>
          <a:prstGeom prst="rect">
            <a:avLst/>
          </a:prstGeom>
          <a:noFill/>
        </p:spPr>
        <p:txBody>
          <a:bodyPr wrap="square" lIns="0" rIns="0" tIns="0" bIns="0" anchor="t"/>
          <a:lstStyle/>
          <a:p>
            <a:pPr algn="l">
              <a:lnSpc>
                <a:spcPts val="1728"/>
              </a:lnSpc>
              <a:spcBef>
                <a:spcPts val="0"/>
              </a:spcBef>
              <a:spcAft>
                <a:spcPts val="0"/>
              </a:spcAft>
            </a:pPr>
            <a:r>
              <a:rPr sz="1600" b="1" i="0">
                <a:solidFill>
                  <a:srgbClr val="6F42C1"/>
                </a:solidFill>
                <a:latin typeface="Calibri"/>
              </a:rPr>
              <a:t>Efecto</a:t>
            </a:r>
          </a:p>
        </p:txBody>
      </p:sp>
      <p:sp>
        <p:nvSpPr>
          <p:cNvPr id="13" name="!!hipotesis:4961fc2340"/>
          <p:cNvSpPr txBox="1"/>
          <p:nvPr/>
        </p:nvSpPr>
        <p:spPr>
          <a:xfrm>
            <a:off x="698500" y="1825288"/>
            <a:ext cx="1803400"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6F42C1"/>
                </a:solidFill>
                <a:latin typeface="Calibri"/>
              </a:rPr>
              <a:t>variable dependiente</a:t>
            </a:r>
          </a:p>
        </p:txBody>
      </p:sp>
      <p:sp>
        <p:nvSpPr>
          <p:cNvPr id="14" name="!!hipotesis:04038e643f"/>
          <p:cNvSpPr/>
          <p:nvPr/>
        </p:nvSpPr>
        <p:spPr>
          <a:xfrm>
            <a:off x="2800350" y="1593850"/>
            <a:ext cx="7072503" cy="317500"/>
          </a:xfrm>
          <a:prstGeom prst="roundRect">
            <a:avLst>
              <a:gd name="adj" fmla="val 14000"/>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ipotesis:04038e643f·2"/>
          <p:cNvSpPr/>
          <p:nvPr/>
        </p:nvSpPr>
        <p:spPr>
          <a:xfrm>
            <a:off x="2800350" y="1879600"/>
            <a:ext cx="7072503" cy="31750"/>
          </a:xfrm>
          <a:prstGeom prst="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ipotesis:843a81380b"/>
          <p:cNvSpPr txBox="1"/>
          <p:nvPr/>
        </p:nvSpPr>
        <p:spPr>
          <a:xfrm>
            <a:off x="2832100" y="1552289"/>
            <a:ext cx="3333686" cy="352425"/>
          </a:xfrm>
          <a:prstGeom prst="rect">
            <a:avLst/>
          </a:prstGeom>
          <a:noFill/>
        </p:spPr>
        <p:txBody>
          <a:bodyPr wrap="square" lIns="0" rIns="0" tIns="0" bIns="0" anchor="t"/>
          <a:lstStyle/>
          <a:p>
            <a:pPr algn="l">
              <a:lnSpc>
                <a:spcPts val="2775"/>
              </a:lnSpc>
              <a:spcBef>
                <a:spcPts val="0"/>
              </a:spcBef>
              <a:spcAft>
                <a:spcPts val="0"/>
              </a:spcAft>
            </a:pPr>
            <a:r>
              <a:rPr sz="1850" b="0" i="0">
                <a:solidFill>
                  <a:srgbClr val="1F2937"/>
                </a:solidFill>
                <a:latin typeface="Calibri"/>
              </a:rPr>
              <a:t>…permitirá mejorar la trazabilidad</a:t>
            </a:r>
          </a:p>
        </p:txBody>
      </p:sp>
      <p:sp>
        <p:nvSpPr>
          <p:cNvPr id="17" name="!!hipotesis:b30674addc"/>
          <p:cNvSpPr txBox="1"/>
          <p:nvPr/>
        </p:nvSpPr>
        <p:spPr>
          <a:xfrm>
            <a:off x="6506273" y="1552289"/>
            <a:ext cx="1790573" cy="352425"/>
          </a:xfrm>
          <a:prstGeom prst="rect">
            <a:avLst/>
          </a:prstGeom>
          <a:noFill/>
        </p:spPr>
        <p:txBody>
          <a:bodyPr wrap="square" lIns="0" rIns="0" tIns="0" bIns="0" anchor="t"/>
          <a:lstStyle/>
          <a:p>
            <a:pPr algn="l">
              <a:lnSpc>
                <a:spcPts val="2775"/>
              </a:lnSpc>
              <a:spcBef>
                <a:spcPts val="0"/>
              </a:spcBef>
              <a:spcAft>
                <a:spcPts val="0"/>
              </a:spcAft>
            </a:pPr>
            <a:r>
              <a:rPr sz="1850" b="0" i="0">
                <a:solidFill>
                  <a:srgbClr val="1F2937"/>
                </a:solidFill>
                <a:latin typeface="Calibri"/>
              </a:rPr>
              <a:t>y la verificabilidad</a:t>
            </a:r>
          </a:p>
        </p:txBody>
      </p:sp>
      <p:sp>
        <p:nvSpPr>
          <p:cNvPr id="18" name="!!hipotesis:731fca4e85"/>
          <p:cNvSpPr txBox="1"/>
          <p:nvPr/>
        </p:nvSpPr>
        <p:spPr>
          <a:xfrm>
            <a:off x="8637397" y="1552289"/>
            <a:ext cx="1274191" cy="352425"/>
          </a:xfrm>
          <a:prstGeom prst="rect">
            <a:avLst/>
          </a:prstGeom>
          <a:noFill/>
        </p:spPr>
        <p:txBody>
          <a:bodyPr wrap="square" lIns="0" rIns="0" tIns="0" bIns="0" anchor="t"/>
          <a:lstStyle/>
          <a:p>
            <a:pPr algn="l">
              <a:lnSpc>
                <a:spcPts val="2775"/>
              </a:lnSpc>
              <a:spcBef>
                <a:spcPts val="0"/>
              </a:spcBef>
              <a:spcAft>
                <a:spcPts val="0"/>
              </a:spcAft>
            </a:pPr>
            <a:r>
              <a:rPr sz="1850" b="0" i="0">
                <a:solidFill>
                  <a:srgbClr val="1F2937"/>
                </a:solidFill>
                <a:latin typeface="Calibri"/>
              </a:rPr>
              <a:t>del análisis…</a:t>
            </a:r>
          </a:p>
        </p:txBody>
      </p:sp>
      <p:sp>
        <p:nvSpPr>
          <p:cNvPr id="19" name="!!hipotesis:b5e121ea94"/>
          <p:cNvSpPr/>
          <p:nvPr/>
        </p:nvSpPr>
        <p:spPr>
          <a:xfrm>
            <a:off x="6167438" y="1600200"/>
            <a:ext cx="266700" cy="2667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ipotesis:cfb33967d0"/>
          <p:cNvSpPr txBox="1"/>
          <p:nvPr/>
        </p:nvSpPr>
        <p:spPr>
          <a:xfrm>
            <a:off x="6142038" y="1665033"/>
            <a:ext cx="3175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a</a:t>
            </a:r>
          </a:p>
        </p:txBody>
      </p:sp>
      <p:sp>
        <p:nvSpPr>
          <p:cNvPr id="21" name="!!hipotesis:46c3b6b867"/>
          <p:cNvSpPr/>
          <p:nvPr/>
        </p:nvSpPr>
        <p:spPr>
          <a:xfrm>
            <a:off x="8298561" y="1600200"/>
            <a:ext cx="266700" cy="2667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ipotesis:0ed0ebea07"/>
          <p:cNvSpPr txBox="1"/>
          <p:nvPr/>
        </p:nvSpPr>
        <p:spPr>
          <a:xfrm>
            <a:off x="8273161" y="1665033"/>
            <a:ext cx="3175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b</a:t>
            </a:r>
          </a:p>
        </p:txBody>
      </p:sp>
      <p:sp>
        <p:nvSpPr>
          <p:cNvPr id="23" name="!!hipotesis:98e494ba39"/>
          <p:cNvSpPr/>
          <p:nvPr/>
        </p:nvSpPr>
        <p:spPr>
          <a:xfrm>
            <a:off x="571500" y="2952750"/>
            <a:ext cx="6004052" cy="1762125"/>
          </a:xfrm>
          <a:prstGeom prst="roundRect">
            <a:avLst>
              <a:gd name="adj" fmla="val 6126"/>
            </a:avLst>
          </a:prstGeom>
          <a:solidFill>
            <a:srgbClr val="F6F8FC"/>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ipotesis:e64301715e"/>
          <p:cNvSpPr txBox="1"/>
          <p:nvPr/>
        </p:nvSpPr>
        <p:spPr>
          <a:xfrm>
            <a:off x="1123950" y="3136068"/>
            <a:ext cx="5359844"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6F42C1"/>
                </a:solidFill>
                <a:latin typeface="Calibri"/>
              </a:rPr>
              <a:t>PI-1 · trazabilidad</a:t>
            </a:r>
          </a:p>
        </p:txBody>
      </p:sp>
      <p:sp>
        <p:nvSpPr>
          <p:cNvPr id="25" name="!!hipotesis:3e9da49490"/>
          <p:cNvSpPr/>
          <p:nvPr/>
        </p:nvSpPr>
        <p:spPr>
          <a:xfrm>
            <a:off x="768350" y="3098800"/>
            <a:ext cx="266700" cy="2667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ipotesis:0b730efe63"/>
          <p:cNvSpPr txBox="1"/>
          <p:nvPr/>
        </p:nvSpPr>
        <p:spPr>
          <a:xfrm>
            <a:off x="742950" y="3163634"/>
            <a:ext cx="3175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a</a:t>
            </a:r>
          </a:p>
        </p:txBody>
      </p:sp>
      <p:sp>
        <p:nvSpPr>
          <p:cNvPr id="27" name="!!hipotesis:33d2dd7af7"/>
          <p:cNvSpPr txBox="1"/>
          <p:nvPr/>
        </p:nvSpPr>
        <p:spPr>
          <a:xfrm>
            <a:off x="768350" y="3449122"/>
            <a:ext cx="5722556" cy="816864"/>
          </a:xfrm>
          <a:prstGeom prst="rect">
            <a:avLst/>
          </a:prstGeom>
          <a:noFill/>
        </p:spPr>
        <p:txBody>
          <a:bodyPr wrap="square" lIns="0" rIns="0" tIns="0" bIns="0" anchor="t"/>
          <a:lstStyle/>
          <a:p>
            <a:pPr algn="l">
              <a:lnSpc>
                <a:spcPts val="2144"/>
              </a:lnSpc>
              <a:spcBef>
                <a:spcPts val="0"/>
              </a:spcBef>
              <a:spcAft>
                <a:spcPts val="0"/>
              </a:spcAft>
            </a:pPr>
            <a:r>
              <a:rPr sz="1600" b="0" i="0">
                <a:solidFill>
                  <a:srgbClr val="1F2937"/>
                </a:solidFill>
                <a:latin typeface="Calibri"/>
              </a:rPr>
              <a:t>¿Qué organización del software permite seguir cada resultado</a:t>
            </a:r>
            <a:br/>
            <a:r>
              <a:rPr sz="1600" b="0" i="0">
                <a:solidFill>
                  <a:srgbClr val="1F2937"/>
                </a:solidFill>
                <a:latin typeface="Calibri"/>
              </a:rPr>
              <a:t>hasta sus datos, etapa por etapa, sobre el modelo del usuario, y</a:t>
            </a:r>
            <a:br/>
            <a:r>
              <a:rPr sz="1600" b="0" i="0">
                <a:solidFill>
                  <a:srgbClr val="1F2937"/>
                </a:solidFill>
                <a:latin typeface="Calibri"/>
              </a:rPr>
              <a:t>cubrir el contenido que exige un consenso publicado de expertos?</a:t>
            </a:r>
          </a:p>
        </p:txBody>
      </p:sp>
      <p:sp>
        <p:nvSpPr>
          <p:cNvPr id="28" name="!!hipotesis:803f07376d"/>
          <p:cNvSpPr/>
          <p:nvPr/>
        </p:nvSpPr>
        <p:spPr>
          <a:xfrm>
            <a:off x="6905752" y="2952750"/>
            <a:ext cx="4714748" cy="1762125"/>
          </a:xfrm>
          <a:prstGeom prst="roundRect">
            <a:avLst>
              <a:gd name="adj" fmla="val 6126"/>
            </a:avLst>
          </a:prstGeom>
          <a:solidFill>
            <a:srgbClr val="F6F8FC"/>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ipotesis:0420081492"/>
          <p:cNvSpPr txBox="1"/>
          <p:nvPr/>
        </p:nvSpPr>
        <p:spPr>
          <a:xfrm>
            <a:off x="7458202" y="3136068"/>
            <a:ext cx="404476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6F42C1"/>
                </a:solidFill>
                <a:latin typeface="Calibri"/>
              </a:rPr>
              <a:t>PI-2 · verificabilidad</a:t>
            </a:r>
          </a:p>
        </p:txBody>
      </p:sp>
      <p:sp>
        <p:nvSpPr>
          <p:cNvPr id="30" name="!!hipotesis:7580d0e235"/>
          <p:cNvSpPr/>
          <p:nvPr/>
        </p:nvSpPr>
        <p:spPr>
          <a:xfrm>
            <a:off x="7102602" y="3098800"/>
            <a:ext cx="266700" cy="2667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hipotesis:10c37028f0"/>
          <p:cNvSpPr txBox="1"/>
          <p:nvPr/>
        </p:nvSpPr>
        <p:spPr>
          <a:xfrm>
            <a:off x="7077202" y="3163634"/>
            <a:ext cx="3175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b</a:t>
            </a:r>
          </a:p>
        </p:txBody>
      </p:sp>
      <p:sp>
        <p:nvSpPr>
          <p:cNvPr id="32" name="!!hipotesis:b192784e32"/>
          <p:cNvSpPr txBox="1"/>
          <p:nvPr/>
        </p:nvSpPr>
        <p:spPr>
          <a:xfrm>
            <a:off x="7102602" y="3449122"/>
            <a:ext cx="4407472" cy="1089152"/>
          </a:xfrm>
          <a:prstGeom prst="rect">
            <a:avLst/>
          </a:prstGeom>
          <a:noFill/>
        </p:spPr>
        <p:txBody>
          <a:bodyPr wrap="square" lIns="0" rIns="0" tIns="0" bIns="0" anchor="t"/>
          <a:lstStyle/>
          <a:p>
            <a:pPr algn="l">
              <a:lnSpc>
                <a:spcPts val="2144"/>
              </a:lnSpc>
              <a:spcBef>
                <a:spcPts val="0"/>
              </a:spcBef>
              <a:spcAft>
                <a:spcPts val="0"/>
              </a:spcAft>
            </a:pPr>
            <a:r>
              <a:rPr sz="1600" b="0" i="0">
                <a:solidFill>
                  <a:srgbClr val="1F2937"/>
                </a:solidFill>
                <a:latin typeface="Calibri"/>
              </a:rPr>
              <a:t>¿Reproduce el motor, dentro de tolerancias</a:t>
            </a:r>
            <a:br/>
            <a:r>
              <a:rPr sz="1600" b="0" i="0">
                <a:solidFill>
                  <a:srgbClr val="1F2937"/>
                </a:solidFill>
                <a:latin typeface="Calibri"/>
              </a:rPr>
              <a:t>explícitas, las soluciones exactas, las referencias</a:t>
            </a:r>
            <a:br/>
            <a:r>
              <a:rPr sz="1600" b="0" i="0">
                <a:solidFill>
                  <a:srgbClr val="1F2937"/>
                </a:solidFill>
                <a:latin typeface="Calibri"/>
              </a:rPr>
              <a:t>externas y los fenómenos numéricos que predice la</a:t>
            </a:r>
            <a:br/>
            <a:r>
              <a:rPr sz="1600" b="0" i="0">
                <a:solidFill>
                  <a:srgbClr val="1F2937"/>
                </a:solidFill>
                <a:latin typeface="Calibri"/>
              </a:rPr>
              <a:t>teoría?</a:t>
            </a:r>
          </a:p>
        </p:txBody>
      </p:sp>
      <p:sp>
        <p:nvSpPr>
          <p:cNvPr id="33" name="!!hipotesis:d83be044cc"/>
          <p:cNvSpPr/>
          <p:nvPr/>
        </p:nvSpPr>
        <p:spPr>
          <a:xfrm>
            <a:off x="565150" y="5659120"/>
            <a:ext cx="110617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ipotesis:d83be044cc·2"/>
          <p:cNvSpPr/>
          <p:nvPr/>
        </p:nvSpPr>
        <p:spPr>
          <a:xfrm>
            <a:off x="565150" y="565912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ipotesis:23d7cea181"/>
          <p:cNvSpPr txBox="1"/>
          <p:nvPr/>
        </p:nvSpPr>
        <p:spPr>
          <a:xfrm>
            <a:off x="806450" y="5775884"/>
            <a:ext cx="288354"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36" name="!!hipotesis:5d25274d6a"/>
          <p:cNvSpPr txBox="1"/>
          <p:nvPr/>
        </p:nvSpPr>
        <p:spPr>
          <a:xfrm>
            <a:off x="1183704" y="5802089"/>
            <a:ext cx="8641715" cy="263398"/>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El efecto es la parte que puede resultar falsa: cada cláusula lleva criterios con umbral explícito.</a:t>
            </a:r>
          </a:p>
        </p:txBody>
      </p:sp>
      <p:pic>
        <p:nvPicPr>
          <p:cNvPr id="37" name="!!hipotesis:0c47aa46cc" descr="1eb2831df5a5a43e.png"/>
          <p:cNvPicPr>
            <a:picLocks noChangeAspect="1"/>
          </p:cNvPicPr>
          <p:nvPr/>
        </p:nvPicPr>
        <p:blipFill>
          <a:blip r:embed="rId2"/>
          <a:stretch>
            <a:fillRect/>
          </a:stretch>
        </p:blipFill>
        <p:spPr>
          <a:xfrm>
            <a:off x="565150" y="1308100"/>
            <a:ext cx="11061700" cy="4546600"/>
          </a:xfrm>
          <a:prstGeom prst="rect">
            <a:avLst/>
          </a:prstGeom>
        </p:spPr>
      </p:pic>
      <p:sp>
        <p:nvSpPr>
          <p:cNvPr id="38" name="!!hipotesis:ef98b62302"/>
          <p:cNvSpPr txBox="1"/>
          <p:nvPr/>
        </p:nvSpPr>
        <p:spPr>
          <a:xfrm>
            <a:off x="565150" y="2410079"/>
            <a:ext cx="2376614" cy="152400"/>
          </a:xfrm>
          <a:prstGeom prst="rect">
            <a:avLst/>
          </a:prstGeom>
          <a:noFill/>
        </p:spPr>
        <p:txBody>
          <a:bodyPr wrap="square" lIns="0" rIns="0" tIns="0" bIns="0" anchor="t"/>
          <a:lstStyle/>
          <a:p>
            <a:pPr algn="l">
              <a:lnSpc>
                <a:spcPts val="1200"/>
              </a:lnSpc>
              <a:spcBef>
                <a:spcPts val="0"/>
              </a:spcBef>
              <a:spcAft>
                <a:spcPts val="0"/>
              </a:spcAft>
            </a:pPr>
            <a:r>
              <a:rPr sz="1200" b="1" i="0" cap="all" spc="144">
                <a:solidFill>
                  <a:srgbClr val="5B6575"/>
                </a:solidFill>
                <a:latin typeface="Calibri"/>
              </a:rPr>
              <a:t>Enunciado de la hipótesis</a:t>
            </a:r>
          </a:p>
        </p:txBody>
      </p:sp>
      <p:sp>
        <p:nvSpPr>
          <p:cNvPr id="39" name="!!hipotesis:23ea9db043"/>
          <p:cNvSpPr/>
          <p:nvPr/>
        </p:nvSpPr>
        <p:spPr>
          <a:xfrm>
            <a:off x="568325" y="2720975"/>
            <a:ext cx="11055350" cy="2165350"/>
          </a:xfrm>
          <a:prstGeom prst="roundRect">
            <a:avLst>
              <a:gd name="adj" fmla="val 513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hipotesis:895c3b5232"/>
          <p:cNvSpPr txBox="1"/>
          <p:nvPr/>
        </p:nvSpPr>
        <p:spPr>
          <a:xfrm>
            <a:off x="1257300" y="2942971"/>
            <a:ext cx="10285476" cy="1676400"/>
          </a:xfrm>
          <a:prstGeom prst="rect">
            <a:avLst/>
          </a:prstGeom>
          <a:noFill/>
        </p:spPr>
        <p:txBody>
          <a:bodyPr wrap="square" lIns="0" rIns="0" tIns="0" bIns="0" anchor="t"/>
          <a:lstStyle/>
          <a:p>
            <a:pPr algn="l">
              <a:lnSpc>
                <a:spcPts val="3300"/>
              </a:lnSpc>
              <a:spcBef>
                <a:spcPts val="0"/>
              </a:spcBef>
              <a:spcAft>
                <a:spcPts val="0"/>
              </a:spcAft>
            </a:pPr>
            <a:r>
              <a:rPr sz="2200" b="0" i="0">
                <a:solidFill>
                  <a:srgbClr val="1F2937"/>
                </a:solidFill>
                <a:latin typeface="Calibri"/>
              </a:rPr>
              <a:t>Bajo la aplicación de un método de diseño de software educativo, el desarrollo de</a:t>
            </a:r>
            <a:br/>
            <a:r>
              <a:rPr sz="2200" b="0" i="0">
                <a:solidFill>
                  <a:srgbClr val="1F2937"/>
                </a:solidFill>
                <a:latin typeface="Calibri"/>
              </a:rPr>
              <a:t>EduFEM permitirá mejorar la trazabilidad y la verificabilidad del análisis por el Método</a:t>
            </a:r>
            <a:br/>
            <a:r>
              <a:rPr sz="2200" b="0" i="0">
                <a:solidFill>
                  <a:srgbClr val="1F2937"/>
                </a:solidFill>
                <a:latin typeface="Calibri"/>
              </a:rPr>
              <a:t>de los Elementos Finitos en elasticidad plana, dada la escasa transparencia con que el</a:t>
            </a:r>
            <a:br/>
            <a:r>
              <a:rPr sz="2200" b="0" i="0">
                <a:solidFill>
                  <a:srgbClr val="1F2937"/>
                </a:solidFill>
                <a:latin typeface="Calibri"/>
              </a:rPr>
              <a:t>software expone su procedimiento de cálculo.</a:t>
            </a:r>
          </a:p>
        </p:txBody>
      </p:sp>
      <p:sp>
        <p:nvSpPr>
          <p:cNvPr id="41" name="!!hipotesis:95ac0df3f1"/>
          <p:cNvSpPr/>
          <p:nvPr/>
        </p:nvSpPr>
        <p:spPr>
          <a:xfrm>
            <a:off x="736600" y="2838450"/>
            <a:ext cx="355600" cy="3556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hipotesis:84a200e957"/>
          <p:cNvSpPr txBox="1"/>
          <p:nvPr/>
        </p:nvSpPr>
        <p:spPr>
          <a:xfrm>
            <a:off x="711200" y="2879217"/>
            <a:ext cx="406400" cy="330200"/>
          </a:xfrm>
          <a:prstGeom prst="rect">
            <a:avLst/>
          </a:prstGeom>
          <a:noFill/>
        </p:spPr>
        <p:txBody>
          <a:bodyPr wrap="square" lIns="0" rIns="0" tIns="0" bIns="0" anchor="t"/>
          <a:lstStyle/>
          <a:p>
            <a:pPr algn="ctr">
              <a:lnSpc>
                <a:spcPts val="2600"/>
              </a:lnSpc>
              <a:spcBef>
                <a:spcPts val="0"/>
              </a:spcBef>
              <a:spcAft>
                <a:spcPts val="0"/>
              </a:spcAft>
            </a:pPr>
            <a:r>
              <a:rPr sz="2600" b="1" i="0">
                <a:solidFill>
                  <a:srgbClr val="FFFFFF"/>
                </a:solidFill>
                <a:latin typeface="Calibri"/>
              </a:rPr>
              <a:t>“</a:t>
            </a:r>
          </a:p>
        </p:txBody>
      </p:sp>
      <p:sp>
        <p:nvSpPr>
          <p:cNvPr id="43"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ie-izq"/>
          <p:cNvSpPr txBox="1"/>
          <p:nvPr/>
        </p:nvSpPr>
        <p:spPr>
          <a:xfrm>
            <a:off x="565150" y="6535420"/>
            <a:ext cx="353269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6" name="!!pie-cen"/>
          <p:cNvSpPr txBox="1"/>
          <p:nvPr/>
        </p:nvSpPr>
        <p:spPr>
          <a:xfrm>
            <a:off x="3987228" y="6535420"/>
            <a:ext cx="421741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Hipótesis · Variables · Figura 2.1 · Preguntas de investigación</a:t>
            </a:r>
          </a:p>
        </p:txBody>
      </p:sp>
      <p:sp>
        <p:nvSpPr>
          <p:cNvPr id="47" name="!!pie-der"/>
          <p:cNvSpPr txBox="1"/>
          <p:nvPr/>
        </p:nvSpPr>
        <p:spPr>
          <a:xfrm>
            <a:off x="8094028" y="6535420"/>
            <a:ext cx="353282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8</a:t>
            </a:r>
          </a:p>
        </p:txBody>
      </p:sp>
      <p:sp>
        <p:nvSpPr>
          <p:cNvPr id="48" name="!!hipotesis:407bcfa9d4"/>
          <p:cNvSpPr/>
          <p:nvPr/>
        </p:nvSpPr>
        <p:spPr>
          <a:xfrm>
            <a:off x="574675" y="2028825"/>
            <a:ext cx="2000250" cy="565023"/>
          </a:xfrm>
          <a:prstGeom prst="roundRect">
            <a:avLst>
              <a:gd name="adj" fmla="val 14048"/>
            </a:avLst>
          </a:prstGeom>
          <a:solidFill>
            <a:srgbClr val="FFF3E8"/>
          </a:solidFill>
          <a:ln w="1905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hipotesis:f82cea0766"/>
          <p:cNvSpPr txBox="1"/>
          <p:nvPr/>
        </p:nvSpPr>
        <p:spPr>
          <a:xfrm>
            <a:off x="698500" y="2110268"/>
            <a:ext cx="1803400" cy="219456"/>
          </a:xfrm>
          <a:prstGeom prst="rect">
            <a:avLst/>
          </a:prstGeom>
          <a:noFill/>
        </p:spPr>
        <p:txBody>
          <a:bodyPr wrap="square" lIns="0" rIns="0" tIns="0" bIns="0" anchor="t"/>
          <a:lstStyle/>
          <a:p>
            <a:pPr algn="l">
              <a:lnSpc>
                <a:spcPts val="1728"/>
              </a:lnSpc>
              <a:spcBef>
                <a:spcPts val="0"/>
              </a:spcBef>
              <a:spcAft>
                <a:spcPts val="0"/>
              </a:spcAft>
            </a:pPr>
            <a:r>
              <a:rPr sz="1600" b="1" i="0">
                <a:solidFill>
                  <a:srgbClr val="D9650B"/>
                </a:solidFill>
                <a:latin typeface="Calibri"/>
              </a:rPr>
              <a:t>Condición</a:t>
            </a:r>
          </a:p>
        </p:txBody>
      </p:sp>
      <p:sp>
        <p:nvSpPr>
          <p:cNvPr id="50" name="!!hipotesis:4bc095255b"/>
          <p:cNvSpPr txBox="1"/>
          <p:nvPr/>
        </p:nvSpPr>
        <p:spPr>
          <a:xfrm>
            <a:off x="698500" y="2345988"/>
            <a:ext cx="1803400"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D9650B"/>
                </a:solidFill>
                <a:latin typeface="Calibri"/>
              </a:rPr>
              <a:t>variable interviniente</a:t>
            </a:r>
          </a:p>
        </p:txBody>
      </p:sp>
      <p:sp>
        <p:nvSpPr>
          <p:cNvPr id="51" name="!!hipotesis:b5f87d0e65"/>
          <p:cNvSpPr/>
          <p:nvPr/>
        </p:nvSpPr>
        <p:spPr>
          <a:xfrm>
            <a:off x="2800350" y="2063750"/>
            <a:ext cx="6845490" cy="342900"/>
          </a:xfrm>
          <a:prstGeom prst="roundRect">
            <a:avLst>
              <a:gd name="adj" fmla="val 12962"/>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hipotesis:b5f87d0e65·2"/>
          <p:cNvSpPr/>
          <p:nvPr/>
        </p:nvSpPr>
        <p:spPr>
          <a:xfrm>
            <a:off x="2800350" y="2374900"/>
            <a:ext cx="6845490" cy="31750"/>
          </a:xfrm>
          <a:prstGeom prst="rect">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hipotesis:6c5a490a9e"/>
          <p:cNvSpPr txBox="1"/>
          <p:nvPr/>
        </p:nvSpPr>
        <p:spPr>
          <a:xfrm>
            <a:off x="2832100" y="2019935"/>
            <a:ext cx="8970645" cy="381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Bajo la aplicación de un método de diseño de software educativo,</a:t>
            </a:r>
          </a:p>
        </p:txBody>
      </p:sp>
      <p:sp>
        <p:nvSpPr>
          <p:cNvPr id="54" name="!!hipotesis:7648d8206b"/>
          <p:cNvSpPr/>
          <p:nvPr/>
        </p:nvSpPr>
        <p:spPr>
          <a:xfrm>
            <a:off x="574675" y="2803398"/>
            <a:ext cx="2000250" cy="565023"/>
          </a:xfrm>
          <a:prstGeom prst="roundRect">
            <a:avLst>
              <a:gd name="adj" fmla="val 14048"/>
            </a:avLst>
          </a:prstGeom>
          <a:solidFill>
            <a:srgbClr val="FFF3E8"/>
          </a:solidFill>
          <a:ln w="1905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hipotesis:5ed45f8fa1"/>
          <p:cNvSpPr txBox="1"/>
          <p:nvPr/>
        </p:nvSpPr>
        <p:spPr>
          <a:xfrm>
            <a:off x="698500" y="2884841"/>
            <a:ext cx="1803400" cy="219456"/>
          </a:xfrm>
          <a:prstGeom prst="rect">
            <a:avLst/>
          </a:prstGeom>
          <a:noFill/>
        </p:spPr>
        <p:txBody>
          <a:bodyPr wrap="square" lIns="0" rIns="0" tIns="0" bIns="0" anchor="t"/>
          <a:lstStyle/>
          <a:p>
            <a:pPr algn="l">
              <a:lnSpc>
                <a:spcPts val="1728"/>
              </a:lnSpc>
              <a:spcBef>
                <a:spcPts val="0"/>
              </a:spcBef>
              <a:spcAft>
                <a:spcPts val="0"/>
              </a:spcAft>
            </a:pPr>
            <a:r>
              <a:rPr sz="1600" b="1" i="0">
                <a:solidFill>
                  <a:srgbClr val="D9650B"/>
                </a:solidFill>
                <a:latin typeface="Calibri"/>
              </a:rPr>
              <a:t>Intervención</a:t>
            </a:r>
          </a:p>
        </p:txBody>
      </p:sp>
      <p:sp>
        <p:nvSpPr>
          <p:cNvPr id="56" name="!!hipotesis:8b6e5c2cc7"/>
          <p:cNvSpPr txBox="1"/>
          <p:nvPr/>
        </p:nvSpPr>
        <p:spPr>
          <a:xfrm>
            <a:off x="698500" y="3120625"/>
            <a:ext cx="1803400"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D9650B"/>
                </a:solidFill>
                <a:latin typeface="Calibri"/>
              </a:rPr>
              <a:t>variable interviniente</a:t>
            </a:r>
          </a:p>
        </p:txBody>
      </p:sp>
      <p:sp>
        <p:nvSpPr>
          <p:cNvPr id="57" name="!!hipotesis:53bf1109ef"/>
          <p:cNvSpPr/>
          <p:nvPr/>
        </p:nvSpPr>
        <p:spPr>
          <a:xfrm>
            <a:off x="2800350" y="2838323"/>
            <a:ext cx="2571750" cy="342900"/>
          </a:xfrm>
          <a:prstGeom prst="roundRect">
            <a:avLst>
              <a:gd name="adj" fmla="val 12962"/>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hipotesis:53bf1109ef·2"/>
          <p:cNvSpPr/>
          <p:nvPr/>
        </p:nvSpPr>
        <p:spPr>
          <a:xfrm>
            <a:off x="2800350" y="3149473"/>
            <a:ext cx="2571750" cy="31750"/>
          </a:xfrm>
          <a:prstGeom prst="rect">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hipotesis:ab3c742d19"/>
          <p:cNvSpPr txBox="1"/>
          <p:nvPr/>
        </p:nvSpPr>
        <p:spPr>
          <a:xfrm>
            <a:off x="2832100" y="2794508"/>
            <a:ext cx="8970645" cy="381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el desarrollo de EduFEM</a:t>
            </a:r>
          </a:p>
        </p:txBody>
      </p:sp>
      <p:sp>
        <p:nvSpPr>
          <p:cNvPr id="60" name="!!hipotesis:537ec2d547"/>
          <p:cNvSpPr/>
          <p:nvPr/>
        </p:nvSpPr>
        <p:spPr>
          <a:xfrm>
            <a:off x="574675" y="3578034"/>
            <a:ext cx="2000250" cy="565023"/>
          </a:xfrm>
          <a:prstGeom prst="roundRect">
            <a:avLst>
              <a:gd name="adj" fmla="val 14048"/>
            </a:avLst>
          </a:prstGeom>
          <a:solidFill>
            <a:srgbClr val="F3EEFB"/>
          </a:solidFill>
          <a:ln w="190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hipotesis:bf523c00e5"/>
          <p:cNvSpPr txBox="1"/>
          <p:nvPr/>
        </p:nvSpPr>
        <p:spPr>
          <a:xfrm>
            <a:off x="698500" y="3659477"/>
            <a:ext cx="1803400" cy="219456"/>
          </a:xfrm>
          <a:prstGeom prst="rect">
            <a:avLst/>
          </a:prstGeom>
          <a:noFill/>
        </p:spPr>
        <p:txBody>
          <a:bodyPr wrap="square" lIns="0" rIns="0" tIns="0" bIns="0" anchor="t"/>
          <a:lstStyle/>
          <a:p>
            <a:pPr algn="l">
              <a:lnSpc>
                <a:spcPts val="1728"/>
              </a:lnSpc>
              <a:spcBef>
                <a:spcPts val="0"/>
              </a:spcBef>
              <a:spcAft>
                <a:spcPts val="0"/>
              </a:spcAft>
            </a:pPr>
            <a:r>
              <a:rPr sz="1600" b="1" i="0">
                <a:solidFill>
                  <a:srgbClr val="6F42C1"/>
                </a:solidFill>
                <a:latin typeface="Calibri"/>
              </a:rPr>
              <a:t>Efecto</a:t>
            </a:r>
          </a:p>
        </p:txBody>
      </p:sp>
      <p:sp>
        <p:nvSpPr>
          <p:cNvPr id="62" name="!!hipotesis:8d620bacd3"/>
          <p:cNvSpPr txBox="1"/>
          <p:nvPr/>
        </p:nvSpPr>
        <p:spPr>
          <a:xfrm>
            <a:off x="698500" y="3895198"/>
            <a:ext cx="1803400"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6F42C1"/>
                </a:solidFill>
                <a:latin typeface="Calibri"/>
              </a:rPr>
              <a:t>variable dependiente</a:t>
            </a:r>
          </a:p>
        </p:txBody>
      </p:sp>
      <p:sp>
        <p:nvSpPr>
          <p:cNvPr id="63" name="!!hipotesis:82e904ac27"/>
          <p:cNvSpPr/>
          <p:nvPr/>
        </p:nvSpPr>
        <p:spPr>
          <a:xfrm>
            <a:off x="2800350" y="3612960"/>
            <a:ext cx="8784209" cy="342900"/>
          </a:xfrm>
          <a:prstGeom prst="roundRect">
            <a:avLst>
              <a:gd name="adj" fmla="val 12962"/>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hipotesis:82e904ac27·2"/>
          <p:cNvSpPr/>
          <p:nvPr/>
        </p:nvSpPr>
        <p:spPr>
          <a:xfrm>
            <a:off x="2800350" y="3924110"/>
            <a:ext cx="8784209" cy="31750"/>
          </a:xfrm>
          <a:prstGeom prst="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hipotesis:f03a29b363"/>
          <p:cNvSpPr/>
          <p:nvPr/>
        </p:nvSpPr>
        <p:spPr>
          <a:xfrm>
            <a:off x="2800350" y="3993960"/>
            <a:ext cx="4729670" cy="342900"/>
          </a:xfrm>
          <a:prstGeom prst="roundRect">
            <a:avLst>
              <a:gd name="adj" fmla="val 12962"/>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hipotesis:f03a29b363·2"/>
          <p:cNvSpPr/>
          <p:nvPr/>
        </p:nvSpPr>
        <p:spPr>
          <a:xfrm>
            <a:off x="2800350" y="4305110"/>
            <a:ext cx="4729670" cy="31750"/>
          </a:xfrm>
          <a:prstGeom prst="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hipotesis:8710e3d1ce"/>
          <p:cNvSpPr txBox="1"/>
          <p:nvPr/>
        </p:nvSpPr>
        <p:spPr>
          <a:xfrm>
            <a:off x="2832100" y="3569145"/>
            <a:ext cx="3428810" cy="381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permitirá mejorar la trazabilidad</a:t>
            </a:r>
          </a:p>
        </p:txBody>
      </p:sp>
      <p:sp>
        <p:nvSpPr>
          <p:cNvPr id="68" name="!!hipotesis:88f4a773d2"/>
          <p:cNvSpPr txBox="1"/>
          <p:nvPr/>
        </p:nvSpPr>
        <p:spPr>
          <a:xfrm>
            <a:off x="6604381" y="3569145"/>
            <a:ext cx="1935861" cy="381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y la verificabilidad</a:t>
            </a:r>
          </a:p>
        </p:txBody>
      </p:sp>
      <p:sp>
        <p:nvSpPr>
          <p:cNvPr id="69" name="!!hipotesis:8b57cffaf4"/>
          <p:cNvSpPr txBox="1"/>
          <p:nvPr/>
        </p:nvSpPr>
        <p:spPr>
          <a:xfrm>
            <a:off x="8883777" y="3569145"/>
            <a:ext cx="2745296" cy="381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del análisis por el Método</a:t>
            </a:r>
          </a:p>
        </p:txBody>
      </p:sp>
      <p:sp>
        <p:nvSpPr>
          <p:cNvPr id="70" name="!!hipotesis:ea2fea4e0b"/>
          <p:cNvSpPr txBox="1"/>
          <p:nvPr/>
        </p:nvSpPr>
        <p:spPr>
          <a:xfrm>
            <a:off x="2832100" y="3950145"/>
            <a:ext cx="4742370" cy="381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de los Elementos Finitos en elasticidad plana,</a:t>
            </a:r>
          </a:p>
        </p:txBody>
      </p:sp>
      <p:sp>
        <p:nvSpPr>
          <p:cNvPr id="71" name="!!hipotesis:c69628f4c6"/>
          <p:cNvSpPr/>
          <p:nvPr/>
        </p:nvSpPr>
        <p:spPr>
          <a:xfrm>
            <a:off x="6261227" y="3638360"/>
            <a:ext cx="266700" cy="2667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hipotesis:fbdd3f76c2"/>
          <p:cNvSpPr txBox="1"/>
          <p:nvPr/>
        </p:nvSpPr>
        <p:spPr>
          <a:xfrm>
            <a:off x="6235827" y="3703193"/>
            <a:ext cx="3175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a</a:t>
            </a:r>
          </a:p>
        </p:txBody>
      </p:sp>
      <p:sp>
        <p:nvSpPr>
          <p:cNvPr id="73" name="!!hipotesis:de27e39b7f"/>
          <p:cNvSpPr/>
          <p:nvPr/>
        </p:nvSpPr>
        <p:spPr>
          <a:xfrm>
            <a:off x="8540560" y="3638360"/>
            <a:ext cx="266700" cy="2667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hipotesis:76a5aa72ae"/>
          <p:cNvSpPr txBox="1"/>
          <p:nvPr/>
        </p:nvSpPr>
        <p:spPr>
          <a:xfrm>
            <a:off x="8515160" y="3703193"/>
            <a:ext cx="3175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b</a:t>
            </a:r>
          </a:p>
        </p:txBody>
      </p:sp>
      <p:sp>
        <p:nvSpPr>
          <p:cNvPr id="75" name="!!hipotesis:8ba0f9e5fe"/>
          <p:cNvSpPr/>
          <p:nvPr/>
        </p:nvSpPr>
        <p:spPr>
          <a:xfrm>
            <a:off x="574675" y="4543234"/>
            <a:ext cx="2000250" cy="565023"/>
          </a:xfrm>
          <a:prstGeom prst="roundRect">
            <a:avLst>
              <a:gd name="adj" fmla="val 14048"/>
            </a:avLst>
          </a:prstGeom>
          <a:solidFill>
            <a:srgbClr val="EAF2FF"/>
          </a:solidFill>
          <a:ln w="19050">
            <a:solidFill>
              <a:srgbClr val="0D6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hipotesis:ed5d50a667"/>
          <p:cNvSpPr txBox="1"/>
          <p:nvPr/>
        </p:nvSpPr>
        <p:spPr>
          <a:xfrm>
            <a:off x="698500" y="4624677"/>
            <a:ext cx="1803400" cy="219456"/>
          </a:xfrm>
          <a:prstGeom prst="rect">
            <a:avLst/>
          </a:prstGeom>
          <a:noFill/>
        </p:spPr>
        <p:txBody>
          <a:bodyPr wrap="square" lIns="0" rIns="0" tIns="0" bIns="0" anchor="t"/>
          <a:lstStyle/>
          <a:p>
            <a:pPr algn="l">
              <a:lnSpc>
                <a:spcPts val="1728"/>
              </a:lnSpc>
              <a:spcBef>
                <a:spcPts val="0"/>
              </a:spcBef>
              <a:spcAft>
                <a:spcPts val="0"/>
              </a:spcAft>
            </a:pPr>
            <a:r>
              <a:rPr sz="1600" b="1" i="0">
                <a:solidFill>
                  <a:srgbClr val="0D6EFD"/>
                </a:solidFill>
                <a:latin typeface="Calibri"/>
              </a:rPr>
              <a:t>Antecedente</a:t>
            </a:r>
          </a:p>
        </p:txBody>
      </p:sp>
      <p:sp>
        <p:nvSpPr>
          <p:cNvPr id="77" name="!!hipotesis:471c2fa9e2"/>
          <p:cNvSpPr txBox="1"/>
          <p:nvPr/>
        </p:nvSpPr>
        <p:spPr>
          <a:xfrm>
            <a:off x="698500" y="4860398"/>
            <a:ext cx="1803400"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0D6EFD"/>
                </a:solidFill>
                <a:latin typeface="Calibri"/>
              </a:rPr>
              <a:t>variable independiente</a:t>
            </a:r>
          </a:p>
        </p:txBody>
      </p:sp>
      <p:sp>
        <p:nvSpPr>
          <p:cNvPr id="78" name="!!hipotesis:396676eb95"/>
          <p:cNvSpPr/>
          <p:nvPr/>
        </p:nvSpPr>
        <p:spPr>
          <a:xfrm>
            <a:off x="2800350" y="4578160"/>
            <a:ext cx="8125523" cy="342900"/>
          </a:xfrm>
          <a:prstGeom prst="roundRect">
            <a:avLst>
              <a:gd name="adj" fmla="val 12962"/>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hipotesis:396676eb95·2"/>
          <p:cNvSpPr/>
          <p:nvPr/>
        </p:nvSpPr>
        <p:spPr>
          <a:xfrm>
            <a:off x="2800350" y="4889310"/>
            <a:ext cx="8125523" cy="3175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hipotesis:56f0eea2be"/>
          <p:cNvSpPr/>
          <p:nvPr/>
        </p:nvSpPr>
        <p:spPr>
          <a:xfrm>
            <a:off x="2800350" y="4959160"/>
            <a:ext cx="848106" cy="342900"/>
          </a:xfrm>
          <a:prstGeom prst="roundRect">
            <a:avLst>
              <a:gd name="adj" fmla="val 12962"/>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hipotesis:56f0eea2be·2"/>
          <p:cNvSpPr/>
          <p:nvPr/>
        </p:nvSpPr>
        <p:spPr>
          <a:xfrm>
            <a:off x="2800350" y="5270310"/>
            <a:ext cx="848106" cy="3175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hipotesis:ebd53ed655"/>
          <p:cNvSpPr txBox="1"/>
          <p:nvPr/>
        </p:nvSpPr>
        <p:spPr>
          <a:xfrm>
            <a:off x="2832100" y="4534344"/>
            <a:ext cx="8970645" cy="762000"/>
          </a:xfrm>
          <a:prstGeom prst="rect">
            <a:avLst/>
          </a:prstGeom>
          <a:noFill/>
        </p:spPr>
        <p:txBody>
          <a:bodyPr wrap="square" lIns="0" rIns="0" tIns="0" bIns="0" anchor="t"/>
          <a:lstStyle/>
          <a:p>
            <a:pPr algn="l">
              <a:lnSpc>
                <a:spcPts val="3000"/>
              </a:lnSpc>
              <a:spcBef>
                <a:spcPts val="0"/>
              </a:spcBef>
              <a:spcAft>
                <a:spcPts val="0"/>
              </a:spcAft>
            </a:pPr>
            <a:r>
              <a:rPr sz="2000" b="0" i="0">
                <a:solidFill>
                  <a:srgbClr val="1F2937"/>
                </a:solidFill>
                <a:latin typeface="Calibri"/>
              </a:rPr>
              <a:t>dada la escasa transparencia con que el software expone su procedimiento de</a:t>
            </a:r>
            <a:br/>
            <a:r>
              <a:rPr sz="2000" b="0" i="0">
                <a:solidFill>
                  <a:srgbClr val="1F2937"/>
                </a:solidFill>
                <a:latin typeface="Calibri"/>
              </a:rPr>
              <a:t>cálculo.</a:t>
            </a:r>
          </a:p>
        </p:txBody>
      </p:sp>
      <p:sp>
        <p:nvSpPr>
          <p:cNvPr id="83" name="!!hipotesis:9aa7811f3d"/>
          <p:cNvSpPr txBox="1"/>
          <p:nvPr/>
        </p:nvSpPr>
        <p:spPr>
          <a:xfrm>
            <a:off x="2800350" y="5373821"/>
            <a:ext cx="9003030" cy="222885"/>
          </a:xfrm>
          <a:prstGeom prst="rect">
            <a:avLst/>
          </a:prstGeom>
          <a:noFill/>
        </p:spPr>
        <p:txBody>
          <a:bodyPr wrap="square" lIns="0" rIns="0" tIns="0" bIns="0" anchor="t"/>
          <a:lstStyle/>
          <a:p>
            <a:pPr algn="l">
              <a:lnSpc>
                <a:spcPts val="1755"/>
              </a:lnSpc>
              <a:spcBef>
                <a:spcPts val="0"/>
              </a:spcBef>
              <a:spcAft>
                <a:spcPts val="0"/>
              </a:spcAft>
            </a:pPr>
            <a:r>
              <a:rPr sz="1350" b="1" i="0">
                <a:solidFill>
                  <a:srgbClr val="0D6EFD"/>
                </a:solidFill>
                <a:latin typeface="Calibri"/>
              </a:rPr>
              <a:t>«el software»:</a:t>
            </a:r>
            <a:r>
              <a:rPr sz="1350" b="0" i="0">
                <a:solidFill>
                  <a:srgbClr val="5B6575"/>
                </a:solidFill>
                <a:latin typeface="Calibri"/>
              </a:rPr>
              <a:t> el software de análisis de uso corriente, no EduFEM</a:t>
            </a:r>
          </a:p>
        </p:txBody>
      </p:sp>
      <p:pic>
        <p:nvPicPr>
          <p:cNvPr id="84" name="!!hipotesis:b1f667adf5" descr="adf24b9cac86f97b.png"/>
          <p:cNvPicPr>
            <a:picLocks noChangeAspect="1"/>
          </p:cNvPicPr>
          <p:nvPr/>
        </p:nvPicPr>
        <p:blipFill>
          <a:blip r:embed="rId3"/>
          <a:stretch>
            <a:fillRect/>
          </a:stretch>
        </p:blipFill>
        <p:spPr>
          <a:xfrm>
            <a:off x="565150" y="1282700"/>
            <a:ext cx="11061700" cy="5054600"/>
          </a:xfrm>
          <a:prstGeom prst="rect">
            <a:avLst/>
          </a:prstGeom>
        </p:spPr>
      </p:pic>
      <p:sp>
        <p:nvSpPr>
          <p:cNvPr id="85" name="!!hipotesis:1803f2d4df">
            <a:hlinkClick action="ppaction://hlinksldjump" r:id="rId4"/>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hipotesis:07f7c3e7aa">
            <a:hlinkClick action="ppaction://hlinksldjump" r:id="rId5"/>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hipotesis:45302ebe87">
            <a:hlinkClick action="ppaction://hlinksldjump" r:id="rId6"/>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hipotesis:c07c48e2b6">
            <a:hlinkClick action="ppaction://hlinksldjump" r:id="rId7"/>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hipotesis:36e88799ae">
            <a:hlinkClick action="ppaction://hlinksldjump" r:id="rId8"/>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450"/>
                                        <p:tgtEl>
                                          <p:spTgt spid="39"/>
                                        </p:tgtEl>
                                      </p:cBhvr>
                                    </p:animEffect>
                                  </p:childTnLst>
                                </p:cTn>
                              </p:par>
                              <p:par>
                                <p:cTn id="8" presetID="10" presetClass="entr" presetSubtype="0" fill="hold" grpId="0" nodeType="withEffect">
                                  <p:stCondLst>
                                    <p:cond delay="150"/>
                                  </p:stCondLst>
                                  <p:iterate type="wd">
                                    <p:tmPct val="12000"/>
                                  </p:iterate>
                                  <p:childTnLst>
                                    <p:set>
                                      <p:cBhvr>
                                        <p:cTn id="9" dur="1" fill="hold">
                                          <p:stCondLst>
                                            <p:cond delay="0"/>
                                          </p:stCondLst>
                                        </p:cTn>
                                        <p:tgtEl>
                                          <p:spTgt spid="40"/>
                                        </p:tgtEl>
                                        <p:attrNameLst>
                                          <p:attrName>style.visibility</p:attrName>
                                        </p:attrNameLst>
                                      </p:cBhvr>
                                      <p:to>
                                        <p:strVal val="visible"/>
                                      </p:to>
                                    </p:set>
                                    <p:animEffect transition="in" filter="fade">
                                      <p:cBhvr>
                                        <p:cTn id="10" dur="450"/>
                                        <p:tgtEl>
                                          <p:spTgt spid="40"/>
                                        </p:tgtEl>
                                      </p:cBhvr>
                                    </p:animEffect>
                                  </p:childTnLst>
                                </p:cTn>
                              </p:par>
                              <p:par>
                                <p:cTn id="11" presetID="10" presetClass="entr" presetSubtype="0" fill="hold" grpId="0" nodeType="withEffect">
                                  <p:stCondLst>
                                    <p:cond delay="15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450"/>
                                        <p:tgtEl>
                                          <p:spTgt spid="41"/>
                                        </p:tgtEl>
                                      </p:cBhvr>
                                    </p:animEffect>
                                  </p:childTnLst>
                                </p:cTn>
                              </p:par>
                              <p:par>
                                <p:cTn id="14" presetID="10" presetClass="entr" presetSubtype="0" fill="hold" grpId="0" nodeType="withEffect">
                                  <p:stCondLst>
                                    <p:cond delay="150"/>
                                  </p:stCondLst>
                                  <p:iterate type="wd">
                                    <p:tmPct val="12000"/>
                                  </p:iterate>
                                  <p:childTnLst>
                                    <p:set>
                                      <p:cBhvr>
                                        <p:cTn id="15" dur="1" fill="hold">
                                          <p:stCondLst>
                                            <p:cond delay="0"/>
                                          </p:stCondLst>
                                        </p:cTn>
                                        <p:tgtEl>
                                          <p:spTgt spid="42"/>
                                        </p:tgtEl>
                                        <p:attrNameLst>
                                          <p:attrName>style.visibility</p:attrName>
                                        </p:attrNameLst>
                                      </p:cBhvr>
                                      <p:to>
                                        <p:strVal val="visible"/>
                                      </p:to>
                                    </p:set>
                                    <p:animEffect transition="in" filter="fade">
                                      <p:cBhvr>
                                        <p:cTn id="16" dur="450"/>
                                        <p:tgtEl>
                                          <p:spTgt spid="4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0" nodeType="clickEffect">
                                  <p:stCondLst>
                                    <p:cond delay="0"/>
                                  </p:stCondLst>
                                  <p:childTnLst>
                                    <p:animEffect transition="out" filter="fade">
                                      <p:cBhvr>
                                        <p:cTn id="20" dur="300"/>
                                        <p:tgtEl>
                                          <p:spTgt spid="38"/>
                                        </p:tgtEl>
                                      </p:cBhvr>
                                    </p:animEffect>
                                    <p:set>
                                      <p:cBhvr>
                                        <p:cTn id="21" dur="1" fill="hold">
                                          <p:stCondLst>
                                            <p:cond delay="299"/>
                                          </p:stCondLst>
                                        </p:cTn>
                                        <p:tgtEl>
                                          <p:spTgt spid="38"/>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300"/>
                                        <p:tgtEl>
                                          <p:spTgt spid="39"/>
                                        </p:tgtEl>
                                      </p:cBhvr>
                                    </p:animEffect>
                                    <p:set>
                                      <p:cBhvr>
                                        <p:cTn id="24" dur="1" fill="hold">
                                          <p:stCondLst>
                                            <p:cond delay="299"/>
                                          </p:stCondLst>
                                        </p:cTn>
                                        <p:tgtEl>
                                          <p:spTgt spid="39"/>
                                        </p:tgtEl>
                                        <p:attrNameLst>
                                          <p:attrName>style.visibility</p:attrName>
                                        </p:attrNameLst>
                                      </p:cBhvr>
                                      <p:to>
                                        <p:strVal val="hidden"/>
                                      </p:to>
                                    </p:set>
                                  </p:childTnLst>
                                </p:cTn>
                              </p:par>
                              <p:par>
                                <p:cTn id="25" presetID="10" presetClass="exit" presetSubtype="0" fill="hold" grpId="1" nodeType="withEffect">
                                  <p:stCondLst>
                                    <p:cond delay="0"/>
                                  </p:stCondLst>
                                  <p:childTnLst>
                                    <p:animEffect transition="out" filter="fade">
                                      <p:cBhvr>
                                        <p:cTn id="26" dur="300"/>
                                        <p:tgtEl>
                                          <p:spTgt spid="40"/>
                                        </p:tgtEl>
                                      </p:cBhvr>
                                    </p:animEffect>
                                    <p:set>
                                      <p:cBhvr>
                                        <p:cTn id="27" dur="1" fill="hold">
                                          <p:stCondLst>
                                            <p:cond delay="299"/>
                                          </p:stCondLst>
                                        </p:cTn>
                                        <p:tgtEl>
                                          <p:spTgt spid="40"/>
                                        </p:tgtEl>
                                        <p:attrNameLst>
                                          <p:attrName>style.visibility</p:attrName>
                                        </p:attrNameLst>
                                      </p:cBhvr>
                                      <p:to>
                                        <p:strVal val="hidden"/>
                                      </p:to>
                                    </p:set>
                                  </p:childTnLst>
                                </p:cTn>
                              </p:par>
                              <p:par>
                                <p:cTn id="28" presetID="10" presetClass="exit" presetSubtype="0" fill="hold" grpId="1" nodeType="withEffect">
                                  <p:stCondLst>
                                    <p:cond delay="0"/>
                                  </p:stCondLst>
                                  <p:childTnLst>
                                    <p:animEffect transition="out" filter="fade">
                                      <p:cBhvr>
                                        <p:cTn id="29" dur="300"/>
                                        <p:tgtEl>
                                          <p:spTgt spid="41"/>
                                        </p:tgtEl>
                                      </p:cBhvr>
                                    </p:animEffect>
                                    <p:set>
                                      <p:cBhvr>
                                        <p:cTn id="30" dur="1" fill="hold">
                                          <p:stCondLst>
                                            <p:cond delay="299"/>
                                          </p:stCondLst>
                                        </p:cTn>
                                        <p:tgtEl>
                                          <p:spTgt spid="41"/>
                                        </p:tgtEl>
                                        <p:attrNameLst>
                                          <p:attrName>style.visibility</p:attrName>
                                        </p:attrNameLst>
                                      </p:cBhvr>
                                      <p:to>
                                        <p:strVal val="hidden"/>
                                      </p:to>
                                    </p:set>
                                  </p:childTnLst>
                                </p:cTn>
                              </p:par>
                              <p:par>
                                <p:cTn id="31" presetID="10" presetClass="exit" presetSubtype="0" fill="hold" grpId="1" nodeType="withEffect">
                                  <p:stCondLst>
                                    <p:cond delay="0"/>
                                  </p:stCondLst>
                                  <p:childTnLst>
                                    <p:animEffect transition="out" filter="fade">
                                      <p:cBhvr>
                                        <p:cTn id="32" dur="300"/>
                                        <p:tgtEl>
                                          <p:spTgt spid="42"/>
                                        </p:tgtEl>
                                      </p:cBhvr>
                                    </p:animEffect>
                                    <p:set>
                                      <p:cBhvr>
                                        <p:cTn id="33" dur="1" fill="hold">
                                          <p:stCondLst>
                                            <p:cond delay="299"/>
                                          </p:stCondLst>
                                        </p:cTn>
                                        <p:tgtEl>
                                          <p:spTgt spid="42"/>
                                        </p:tgtEl>
                                        <p:attrNameLst>
                                          <p:attrName>style.visibility</p:attrName>
                                        </p:attrNameLst>
                                      </p:cBhvr>
                                      <p:to>
                                        <p:strVal val="hidden"/>
                                      </p:to>
                                    </p:set>
                                  </p:childTnLst>
                                </p:cTn>
                              </p:par>
                              <p:par>
                                <p:cTn id="34" presetID="42" presetClass="entr" presetSubtype="0" fill="hold" grpId="0" nodeType="withEffect">
                                  <p:stCondLst>
                                    <p:cond delay="250"/>
                                  </p:stCondLst>
                                  <p:childTnLst>
                                    <p:set>
                                      <p:cBhvr>
                                        <p:cTn id="35" dur="1" fill="hold">
                                          <p:stCondLst>
                                            <p:cond delay="0"/>
                                          </p:stCondLst>
                                        </p:cTn>
                                        <p:tgtEl>
                                          <p:spTgt spid="48"/>
                                        </p:tgtEl>
                                        <p:attrNameLst>
                                          <p:attrName>style.visibility</p:attrName>
                                        </p:attrNameLst>
                                      </p:cBhvr>
                                      <p:to>
                                        <p:strVal val="visible"/>
                                      </p:to>
                                    </p:set>
                                    <p:animEffect transition="in" filter="fade">
                                      <p:cBhvr>
                                        <p:cTn id="36" dur="650"/>
                                        <p:tgtEl>
                                          <p:spTgt spid="48"/>
                                        </p:tgtEl>
                                      </p:cBhvr>
                                    </p:animEffect>
                                    <p:anim calcmode="lin" valueType="num">
                                      <p:cBhvr>
                                        <p:cTn id="37" dur="650" fill="hold"/>
                                        <p:tgtEl>
                                          <p:spTgt spid="48"/>
                                        </p:tgtEl>
                                        <p:attrNameLst>
                                          <p:attrName>ppt_x</p:attrName>
                                        </p:attrNameLst>
                                      </p:cBhvr>
                                      <p:tavLst>
                                        <p:tav tm="0">
                                          <p:val>
                                            <p:strVal val="#ppt_x"/>
                                          </p:val>
                                        </p:tav>
                                        <p:tav tm="100000">
                                          <p:val>
                                            <p:strVal val="#ppt_x"/>
                                          </p:val>
                                        </p:tav>
                                      </p:tavLst>
                                    </p:anim>
                                    <p:anim calcmode="lin" valueType="num">
                                      <p:cBhvr>
                                        <p:cTn id="38" dur="650" fill="hold"/>
                                        <p:tgtEl>
                                          <p:spTgt spid="48"/>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250"/>
                                  </p:stCondLst>
                                  <p:childTnLst>
                                    <p:set>
                                      <p:cBhvr>
                                        <p:cTn id="40" dur="1" fill="hold">
                                          <p:stCondLst>
                                            <p:cond delay="0"/>
                                          </p:stCondLst>
                                        </p:cTn>
                                        <p:tgtEl>
                                          <p:spTgt spid="49"/>
                                        </p:tgtEl>
                                        <p:attrNameLst>
                                          <p:attrName>style.visibility</p:attrName>
                                        </p:attrNameLst>
                                      </p:cBhvr>
                                      <p:to>
                                        <p:strVal val="visible"/>
                                      </p:to>
                                    </p:set>
                                    <p:animEffect transition="in" filter="fade">
                                      <p:cBhvr>
                                        <p:cTn id="41" dur="650"/>
                                        <p:tgtEl>
                                          <p:spTgt spid="49"/>
                                        </p:tgtEl>
                                      </p:cBhvr>
                                    </p:animEffect>
                                    <p:anim calcmode="lin" valueType="num">
                                      <p:cBhvr>
                                        <p:cTn id="42" dur="650" fill="hold"/>
                                        <p:tgtEl>
                                          <p:spTgt spid="49"/>
                                        </p:tgtEl>
                                        <p:attrNameLst>
                                          <p:attrName>ppt_x</p:attrName>
                                        </p:attrNameLst>
                                      </p:cBhvr>
                                      <p:tavLst>
                                        <p:tav tm="0">
                                          <p:val>
                                            <p:strVal val="#ppt_x"/>
                                          </p:val>
                                        </p:tav>
                                        <p:tav tm="100000">
                                          <p:val>
                                            <p:strVal val="#ppt_x"/>
                                          </p:val>
                                        </p:tav>
                                      </p:tavLst>
                                    </p:anim>
                                    <p:anim calcmode="lin" valueType="num">
                                      <p:cBhvr>
                                        <p:cTn id="43" dur="650" fill="hold"/>
                                        <p:tgtEl>
                                          <p:spTgt spid="4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25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650"/>
                                        <p:tgtEl>
                                          <p:spTgt spid="50"/>
                                        </p:tgtEl>
                                      </p:cBhvr>
                                    </p:animEffect>
                                    <p:anim calcmode="lin" valueType="num">
                                      <p:cBhvr>
                                        <p:cTn id="47" dur="650" fill="hold"/>
                                        <p:tgtEl>
                                          <p:spTgt spid="50"/>
                                        </p:tgtEl>
                                        <p:attrNameLst>
                                          <p:attrName>ppt_x</p:attrName>
                                        </p:attrNameLst>
                                      </p:cBhvr>
                                      <p:tavLst>
                                        <p:tav tm="0">
                                          <p:val>
                                            <p:strVal val="#ppt_x"/>
                                          </p:val>
                                        </p:tav>
                                        <p:tav tm="100000">
                                          <p:val>
                                            <p:strVal val="#ppt_x"/>
                                          </p:val>
                                        </p:tav>
                                      </p:tavLst>
                                    </p:anim>
                                    <p:anim calcmode="lin" valueType="num">
                                      <p:cBhvr>
                                        <p:cTn id="48" dur="650" fill="hold"/>
                                        <p:tgtEl>
                                          <p:spTgt spid="5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250"/>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650"/>
                                        <p:tgtEl>
                                          <p:spTgt spid="51"/>
                                        </p:tgtEl>
                                      </p:cBhvr>
                                    </p:animEffect>
                                    <p:anim calcmode="lin" valueType="num">
                                      <p:cBhvr>
                                        <p:cTn id="52" dur="650" fill="hold"/>
                                        <p:tgtEl>
                                          <p:spTgt spid="51"/>
                                        </p:tgtEl>
                                        <p:attrNameLst>
                                          <p:attrName>ppt_x</p:attrName>
                                        </p:attrNameLst>
                                      </p:cBhvr>
                                      <p:tavLst>
                                        <p:tav tm="0">
                                          <p:val>
                                            <p:strVal val="#ppt_x"/>
                                          </p:val>
                                        </p:tav>
                                        <p:tav tm="100000">
                                          <p:val>
                                            <p:strVal val="#ppt_x"/>
                                          </p:val>
                                        </p:tav>
                                      </p:tavLst>
                                    </p:anim>
                                    <p:anim calcmode="lin" valueType="num">
                                      <p:cBhvr>
                                        <p:cTn id="53" dur="650" fill="hold"/>
                                        <p:tgtEl>
                                          <p:spTgt spid="51"/>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250"/>
                                  </p:stCondLst>
                                  <p:childTnLst>
                                    <p:set>
                                      <p:cBhvr>
                                        <p:cTn id="55" dur="1" fill="hold">
                                          <p:stCondLst>
                                            <p:cond delay="0"/>
                                          </p:stCondLst>
                                        </p:cTn>
                                        <p:tgtEl>
                                          <p:spTgt spid="52"/>
                                        </p:tgtEl>
                                        <p:attrNameLst>
                                          <p:attrName>style.visibility</p:attrName>
                                        </p:attrNameLst>
                                      </p:cBhvr>
                                      <p:to>
                                        <p:strVal val="visible"/>
                                      </p:to>
                                    </p:set>
                                    <p:animEffect transition="in" filter="fade">
                                      <p:cBhvr>
                                        <p:cTn id="56" dur="650"/>
                                        <p:tgtEl>
                                          <p:spTgt spid="52"/>
                                        </p:tgtEl>
                                      </p:cBhvr>
                                    </p:animEffect>
                                    <p:anim calcmode="lin" valueType="num">
                                      <p:cBhvr>
                                        <p:cTn id="57" dur="650" fill="hold"/>
                                        <p:tgtEl>
                                          <p:spTgt spid="52"/>
                                        </p:tgtEl>
                                        <p:attrNameLst>
                                          <p:attrName>ppt_x</p:attrName>
                                        </p:attrNameLst>
                                      </p:cBhvr>
                                      <p:tavLst>
                                        <p:tav tm="0">
                                          <p:val>
                                            <p:strVal val="#ppt_x"/>
                                          </p:val>
                                        </p:tav>
                                        <p:tav tm="100000">
                                          <p:val>
                                            <p:strVal val="#ppt_x"/>
                                          </p:val>
                                        </p:tav>
                                      </p:tavLst>
                                    </p:anim>
                                    <p:anim calcmode="lin" valueType="num">
                                      <p:cBhvr>
                                        <p:cTn id="58" dur="650" fill="hold"/>
                                        <p:tgtEl>
                                          <p:spTgt spid="52"/>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250"/>
                                  </p:stCondLst>
                                  <p:childTnLst>
                                    <p:set>
                                      <p:cBhvr>
                                        <p:cTn id="60" dur="1" fill="hold">
                                          <p:stCondLst>
                                            <p:cond delay="0"/>
                                          </p:stCondLst>
                                        </p:cTn>
                                        <p:tgtEl>
                                          <p:spTgt spid="53"/>
                                        </p:tgtEl>
                                        <p:attrNameLst>
                                          <p:attrName>style.visibility</p:attrName>
                                        </p:attrNameLst>
                                      </p:cBhvr>
                                      <p:to>
                                        <p:strVal val="visible"/>
                                      </p:to>
                                    </p:set>
                                    <p:animEffect transition="in" filter="fade">
                                      <p:cBhvr>
                                        <p:cTn id="61" dur="650"/>
                                        <p:tgtEl>
                                          <p:spTgt spid="53"/>
                                        </p:tgtEl>
                                      </p:cBhvr>
                                    </p:animEffect>
                                    <p:anim calcmode="lin" valueType="num">
                                      <p:cBhvr>
                                        <p:cTn id="62" dur="650" fill="hold"/>
                                        <p:tgtEl>
                                          <p:spTgt spid="53"/>
                                        </p:tgtEl>
                                        <p:attrNameLst>
                                          <p:attrName>ppt_x</p:attrName>
                                        </p:attrNameLst>
                                      </p:cBhvr>
                                      <p:tavLst>
                                        <p:tav tm="0">
                                          <p:val>
                                            <p:strVal val="#ppt_x"/>
                                          </p:val>
                                        </p:tav>
                                        <p:tav tm="100000">
                                          <p:val>
                                            <p:strVal val="#ppt_x"/>
                                          </p:val>
                                        </p:tav>
                                      </p:tavLst>
                                    </p:anim>
                                    <p:anim calcmode="lin" valueType="num">
                                      <p:cBhvr>
                                        <p:cTn id="63" dur="650" fill="hold"/>
                                        <p:tgtEl>
                                          <p:spTgt spid="53"/>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250"/>
                                  </p:stCondLst>
                                  <p:childTnLst>
                                    <p:set>
                                      <p:cBhvr>
                                        <p:cTn id="65" dur="1" fill="hold">
                                          <p:stCondLst>
                                            <p:cond delay="0"/>
                                          </p:stCondLst>
                                        </p:cTn>
                                        <p:tgtEl>
                                          <p:spTgt spid="54"/>
                                        </p:tgtEl>
                                        <p:attrNameLst>
                                          <p:attrName>style.visibility</p:attrName>
                                        </p:attrNameLst>
                                      </p:cBhvr>
                                      <p:to>
                                        <p:strVal val="visible"/>
                                      </p:to>
                                    </p:set>
                                    <p:animEffect transition="in" filter="fade">
                                      <p:cBhvr>
                                        <p:cTn id="66" dur="650"/>
                                        <p:tgtEl>
                                          <p:spTgt spid="54"/>
                                        </p:tgtEl>
                                      </p:cBhvr>
                                    </p:animEffect>
                                    <p:anim calcmode="lin" valueType="num">
                                      <p:cBhvr>
                                        <p:cTn id="67" dur="650" fill="hold"/>
                                        <p:tgtEl>
                                          <p:spTgt spid="54"/>
                                        </p:tgtEl>
                                        <p:attrNameLst>
                                          <p:attrName>ppt_x</p:attrName>
                                        </p:attrNameLst>
                                      </p:cBhvr>
                                      <p:tavLst>
                                        <p:tav tm="0">
                                          <p:val>
                                            <p:strVal val="#ppt_x"/>
                                          </p:val>
                                        </p:tav>
                                        <p:tav tm="100000">
                                          <p:val>
                                            <p:strVal val="#ppt_x"/>
                                          </p:val>
                                        </p:tav>
                                      </p:tavLst>
                                    </p:anim>
                                    <p:anim calcmode="lin" valueType="num">
                                      <p:cBhvr>
                                        <p:cTn id="68" dur="650" fill="hold"/>
                                        <p:tgtEl>
                                          <p:spTgt spid="54"/>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250"/>
                                  </p:stCondLst>
                                  <p:childTnLst>
                                    <p:set>
                                      <p:cBhvr>
                                        <p:cTn id="70" dur="1" fill="hold">
                                          <p:stCondLst>
                                            <p:cond delay="0"/>
                                          </p:stCondLst>
                                        </p:cTn>
                                        <p:tgtEl>
                                          <p:spTgt spid="55"/>
                                        </p:tgtEl>
                                        <p:attrNameLst>
                                          <p:attrName>style.visibility</p:attrName>
                                        </p:attrNameLst>
                                      </p:cBhvr>
                                      <p:to>
                                        <p:strVal val="visible"/>
                                      </p:to>
                                    </p:set>
                                    <p:animEffect transition="in" filter="fade">
                                      <p:cBhvr>
                                        <p:cTn id="71" dur="650"/>
                                        <p:tgtEl>
                                          <p:spTgt spid="55"/>
                                        </p:tgtEl>
                                      </p:cBhvr>
                                    </p:animEffect>
                                    <p:anim calcmode="lin" valueType="num">
                                      <p:cBhvr>
                                        <p:cTn id="72" dur="650" fill="hold"/>
                                        <p:tgtEl>
                                          <p:spTgt spid="55"/>
                                        </p:tgtEl>
                                        <p:attrNameLst>
                                          <p:attrName>ppt_x</p:attrName>
                                        </p:attrNameLst>
                                      </p:cBhvr>
                                      <p:tavLst>
                                        <p:tav tm="0">
                                          <p:val>
                                            <p:strVal val="#ppt_x"/>
                                          </p:val>
                                        </p:tav>
                                        <p:tav tm="100000">
                                          <p:val>
                                            <p:strVal val="#ppt_x"/>
                                          </p:val>
                                        </p:tav>
                                      </p:tavLst>
                                    </p:anim>
                                    <p:anim calcmode="lin" valueType="num">
                                      <p:cBhvr>
                                        <p:cTn id="73" dur="650" fill="hold"/>
                                        <p:tgtEl>
                                          <p:spTgt spid="55"/>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250"/>
                                  </p:stCondLst>
                                  <p:childTnLst>
                                    <p:set>
                                      <p:cBhvr>
                                        <p:cTn id="75" dur="1" fill="hold">
                                          <p:stCondLst>
                                            <p:cond delay="0"/>
                                          </p:stCondLst>
                                        </p:cTn>
                                        <p:tgtEl>
                                          <p:spTgt spid="56"/>
                                        </p:tgtEl>
                                        <p:attrNameLst>
                                          <p:attrName>style.visibility</p:attrName>
                                        </p:attrNameLst>
                                      </p:cBhvr>
                                      <p:to>
                                        <p:strVal val="visible"/>
                                      </p:to>
                                    </p:set>
                                    <p:animEffect transition="in" filter="fade">
                                      <p:cBhvr>
                                        <p:cTn id="76" dur="650"/>
                                        <p:tgtEl>
                                          <p:spTgt spid="56"/>
                                        </p:tgtEl>
                                      </p:cBhvr>
                                    </p:animEffect>
                                    <p:anim calcmode="lin" valueType="num">
                                      <p:cBhvr>
                                        <p:cTn id="77" dur="650" fill="hold"/>
                                        <p:tgtEl>
                                          <p:spTgt spid="56"/>
                                        </p:tgtEl>
                                        <p:attrNameLst>
                                          <p:attrName>ppt_x</p:attrName>
                                        </p:attrNameLst>
                                      </p:cBhvr>
                                      <p:tavLst>
                                        <p:tav tm="0">
                                          <p:val>
                                            <p:strVal val="#ppt_x"/>
                                          </p:val>
                                        </p:tav>
                                        <p:tav tm="100000">
                                          <p:val>
                                            <p:strVal val="#ppt_x"/>
                                          </p:val>
                                        </p:tav>
                                      </p:tavLst>
                                    </p:anim>
                                    <p:anim calcmode="lin" valueType="num">
                                      <p:cBhvr>
                                        <p:cTn id="78" dur="650" fill="hold"/>
                                        <p:tgtEl>
                                          <p:spTgt spid="56"/>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250"/>
                                  </p:stCondLst>
                                  <p:childTnLst>
                                    <p:set>
                                      <p:cBhvr>
                                        <p:cTn id="80" dur="1" fill="hold">
                                          <p:stCondLst>
                                            <p:cond delay="0"/>
                                          </p:stCondLst>
                                        </p:cTn>
                                        <p:tgtEl>
                                          <p:spTgt spid="57"/>
                                        </p:tgtEl>
                                        <p:attrNameLst>
                                          <p:attrName>style.visibility</p:attrName>
                                        </p:attrNameLst>
                                      </p:cBhvr>
                                      <p:to>
                                        <p:strVal val="visible"/>
                                      </p:to>
                                    </p:set>
                                    <p:animEffect transition="in" filter="fade">
                                      <p:cBhvr>
                                        <p:cTn id="81" dur="650"/>
                                        <p:tgtEl>
                                          <p:spTgt spid="57"/>
                                        </p:tgtEl>
                                      </p:cBhvr>
                                    </p:animEffect>
                                    <p:anim calcmode="lin" valueType="num">
                                      <p:cBhvr>
                                        <p:cTn id="82" dur="650" fill="hold"/>
                                        <p:tgtEl>
                                          <p:spTgt spid="57"/>
                                        </p:tgtEl>
                                        <p:attrNameLst>
                                          <p:attrName>ppt_x</p:attrName>
                                        </p:attrNameLst>
                                      </p:cBhvr>
                                      <p:tavLst>
                                        <p:tav tm="0">
                                          <p:val>
                                            <p:strVal val="#ppt_x"/>
                                          </p:val>
                                        </p:tav>
                                        <p:tav tm="100000">
                                          <p:val>
                                            <p:strVal val="#ppt_x"/>
                                          </p:val>
                                        </p:tav>
                                      </p:tavLst>
                                    </p:anim>
                                    <p:anim calcmode="lin" valueType="num">
                                      <p:cBhvr>
                                        <p:cTn id="83" dur="650" fill="hold"/>
                                        <p:tgtEl>
                                          <p:spTgt spid="57"/>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250"/>
                                  </p:stCondLst>
                                  <p:childTnLst>
                                    <p:set>
                                      <p:cBhvr>
                                        <p:cTn id="85" dur="1" fill="hold">
                                          <p:stCondLst>
                                            <p:cond delay="0"/>
                                          </p:stCondLst>
                                        </p:cTn>
                                        <p:tgtEl>
                                          <p:spTgt spid="58"/>
                                        </p:tgtEl>
                                        <p:attrNameLst>
                                          <p:attrName>style.visibility</p:attrName>
                                        </p:attrNameLst>
                                      </p:cBhvr>
                                      <p:to>
                                        <p:strVal val="visible"/>
                                      </p:to>
                                    </p:set>
                                    <p:animEffect transition="in" filter="fade">
                                      <p:cBhvr>
                                        <p:cTn id="86" dur="650"/>
                                        <p:tgtEl>
                                          <p:spTgt spid="58"/>
                                        </p:tgtEl>
                                      </p:cBhvr>
                                    </p:animEffect>
                                    <p:anim calcmode="lin" valueType="num">
                                      <p:cBhvr>
                                        <p:cTn id="87" dur="650" fill="hold"/>
                                        <p:tgtEl>
                                          <p:spTgt spid="58"/>
                                        </p:tgtEl>
                                        <p:attrNameLst>
                                          <p:attrName>ppt_x</p:attrName>
                                        </p:attrNameLst>
                                      </p:cBhvr>
                                      <p:tavLst>
                                        <p:tav tm="0">
                                          <p:val>
                                            <p:strVal val="#ppt_x"/>
                                          </p:val>
                                        </p:tav>
                                        <p:tav tm="100000">
                                          <p:val>
                                            <p:strVal val="#ppt_x"/>
                                          </p:val>
                                        </p:tav>
                                      </p:tavLst>
                                    </p:anim>
                                    <p:anim calcmode="lin" valueType="num">
                                      <p:cBhvr>
                                        <p:cTn id="88" dur="650" fill="hold"/>
                                        <p:tgtEl>
                                          <p:spTgt spid="58"/>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250"/>
                                  </p:stCondLst>
                                  <p:childTnLst>
                                    <p:set>
                                      <p:cBhvr>
                                        <p:cTn id="90" dur="1" fill="hold">
                                          <p:stCondLst>
                                            <p:cond delay="0"/>
                                          </p:stCondLst>
                                        </p:cTn>
                                        <p:tgtEl>
                                          <p:spTgt spid="59"/>
                                        </p:tgtEl>
                                        <p:attrNameLst>
                                          <p:attrName>style.visibility</p:attrName>
                                        </p:attrNameLst>
                                      </p:cBhvr>
                                      <p:to>
                                        <p:strVal val="visible"/>
                                      </p:to>
                                    </p:set>
                                    <p:animEffect transition="in" filter="fade">
                                      <p:cBhvr>
                                        <p:cTn id="91" dur="650"/>
                                        <p:tgtEl>
                                          <p:spTgt spid="59"/>
                                        </p:tgtEl>
                                      </p:cBhvr>
                                    </p:animEffect>
                                    <p:anim calcmode="lin" valueType="num">
                                      <p:cBhvr>
                                        <p:cTn id="92" dur="650" fill="hold"/>
                                        <p:tgtEl>
                                          <p:spTgt spid="59"/>
                                        </p:tgtEl>
                                        <p:attrNameLst>
                                          <p:attrName>ppt_x</p:attrName>
                                        </p:attrNameLst>
                                      </p:cBhvr>
                                      <p:tavLst>
                                        <p:tav tm="0">
                                          <p:val>
                                            <p:strVal val="#ppt_x"/>
                                          </p:val>
                                        </p:tav>
                                        <p:tav tm="100000">
                                          <p:val>
                                            <p:strVal val="#ppt_x"/>
                                          </p:val>
                                        </p:tav>
                                      </p:tavLst>
                                    </p:anim>
                                    <p:anim calcmode="lin" valueType="num">
                                      <p:cBhvr>
                                        <p:cTn id="93" dur="650" fill="hold"/>
                                        <p:tgtEl>
                                          <p:spTgt spid="59"/>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250"/>
                                  </p:stCondLst>
                                  <p:childTnLst>
                                    <p:set>
                                      <p:cBhvr>
                                        <p:cTn id="95" dur="1" fill="hold">
                                          <p:stCondLst>
                                            <p:cond delay="0"/>
                                          </p:stCondLst>
                                        </p:cTn>
                                        <p:tgtEl>
                                          <p:spTgt spid="60"/>
                                        </p:tgtEl>
                                        <p:attrNameLst>
                                          <p:attrName>style.visibility</p:attrName>
                                        </p:attrNameLst>
                                      </p:cBhvr>
                                      <p:to>
                                        <p:strVal val="visible"/>
                                      </p:to>
                                    </p:set>
                                    <p:animEffect transition="in" filter="fade">
                                      <p:cBhvr>
                                        <p:cTn id="96" dur="650"/>
                                        <p:tgtEl>
                                          <p:spTgt spid="60"/>
                                        </p:tgtEl>
                                      </p:cBhvr>
                                    </p:animEffect>
                                    <p:anim calcmode="lin" valueType="num">
                                      <p:cBhvr>
                                        <p:cTn id="97" dur="650" fill="hold"/>
                                        <p:tgtEl>
                                          <p:spTgt spid="60"/>
                                        </p:tgtEl>
                                        <p:attrNameLst>
                                          <p:attrName>ppt_x</p:attrName>
                                        </p:attrNameLst>
                                      </p:cBhvr>
                                      <p:tavLst>
                                        <p:tav tm="0">
                                          <p:val>
                                            <p:strVal val="#ppt_x"/>
                                          </p:val>
                                        </p:tav>
                                        <p:tav tm="100000">
                                          <p:val>
                                            <p:strVal val="#ppt_x"/>
                                          </p:val>
                                        </p:tav>
                                      </p:tavLst>
                                    </p:anim>
                                    <p:anim calcmode="lin" valueType="num">
                                      <p:cBhvr>
                                        <p:cTn id="98" dur="650" fill="hold"/>
                                        <p:tgtEl>
                                          <p:spTgt spid="60"/>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250"/>
                                  </p:stCondLst>
                                  <p:childTnLst>
                                    <p:set>
                                      <p:cBhvr>
                                        <p:cTn id="100" dur="1" fill="hold">
                                          <p:stCondLst>
                                            <p:cond delay="0"/>
                                          </p:stCondLst>
                                        </p:cTn>
                                        <p:tgtEl>
                                          <p:spTgt spid="61"/>
                                        </p:tgtEl>
                                        <p:attrNameLst>
                                          <p:attrName>style.visibility</p:attrName>
                                        </p:attrNameLst>
                                      </p:cBhvr>
                                      <p:to>
                                        <p:strVal val="visible"/>
                                      </p:to>
                                    </p:set>
                                    <p:animEffect transition="in" filter="fade">
                                      <p:cBhvr>
                                        <p:cTn id="101" dur="650"/>
                                        <p:tgtEl>
                                          <p:spTgt spid="61"/>
                                        </p:tgtEl>
                                      </p:cBhvr>
                                    </p:animEffect>
                                    <p:anim calcmode="lin" valueType="num">
                                      <p:cBhvr>
                                        <p:cTn id="102" dur="650" fill="hold"/>
                                        <p:tgtEl>
                                          <p:spTgt spid="61"/>
                                        </p:tgtEl>
                                        <p:attrNameLst>
                                          <p:attrName>ppt_x</p:attrName>
                                        </p:attrNameLst>
                                      </p:cBhvr>
                                      <p:tavLst>
                                        <p:tav tm="0">
                                          <p:val>
                                            <p:strVal val="#ppt_x"/>
                                          </p:val>
                                        </p:tav>
                                        <p:tav tm="100000">
                                          <p:val>
                                            <p:strVal val="#ppt_x"/>
                                          </p:val>
                                        </p:tav>
                                      </p:tavLst>
                                    </p:anim>
                                    <p:anim calcmode="lin" valueType="num">
                                      <p:cBhvr>
                                        <p:cTn id="103" dur="650" fill="hold"/>
                                        <p:tgtEl>
                                          <p:spTgt spid="61"/>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250"/>
                                  </p:stCondLst>
                                  <p:childTnLst>
                                    <p:set>
                                      <p:cBhvr>
                                        <p:cTn id="105" dur="1" fill="hold">
                                          <p:stCondLst>
                                            <p:cond delay="0"/>
                                          </p:stCondLst>
                                        </p:cTn>
                                        <p:tgtEl>
                                          <p:spTgt spid="62"/>
                                        </p:tgtEl>
                                        <p:attrNameLst>
                                          <p:attrName>style.visibility</p:attrName>
                                        </p:attrNameLst>
                                      </p:cBhvr>
                                      <p:to>
                                        <p:strVal val="visible"/>
                                      </p:to>
                                    </p:set>
                                    <p:animEffect transition="in" filter="fade">
                                      <p:cBhvr>
                                        <p:cTn id="106" dur="650"/>
                                        <p:tgtEl>
                                          <p:spTgt spid="62"/>
                                        </p:tgtEl>
                                      </p:cBhvr>
                                    </p:animEffect>
                                    <p:anim calcmode="lin" valueType="num">
                                      <p:cBhvr>
                                        <p:cTn id="107" dur="650" fill="hold"/>
                                        <p:tgtEl>
                                          <p:spTgt spid="62"/>
                                        </p:tgtEl>
                                        <p:attrNameLst>
                                          <p:attrName>ppt_x</p:attrName>
                                        </p:attrNameLst>
                                      </p:cBhvr>
                                      <p:tavLst>
                                        <p:tav tm="0">
                                          <p:val>
                                            <p:strVal val="#ppt_x"/>
                                          </p:val>
                                        </p:tav>
                                        <p:tav tm="100000">
                                          <p:val>
                                            <p:strVal val="#ppt_x"/>
                                          </p:val>
                                        </p:tav>
                                      </p:tavLst>
                                    </p:anim>
                                    <p:anim calcmode="lin" valueType="num">
                                      <p:cBhvr>
                                        <p:cTn id="108" dur="650" fill="hold"/>
                                        <p:tgtEl>
                                          <p:spTgt spid="62"/>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250"/>
                                  </p:stCondLst>
                                  <p:childTnLst>
                                    <p:set>
                                      <p:cBhvr>
                                        <p:cTn id="110" dur="1" fill="hold">
                                          <p:stCondLst>
                                            <p:cond delay="0"/>
                                          </p:stCondLst>
                                        </p:cTn>
                                        <p:tgtEl>
                                          <p:spTgt spid="63"/>
                                        </p:tgtEl>
                                        <p:attrNameLst>
                                          <p:attrName>style.visibility</p:attrName>
                                        </p:attrNameLst>
                                      </p:cBhvr>
                                      <p:to>
                                        <p:strVal val="visible"/>
                                      </p:to>
                                    </p:set>
                                    <p:animEffect transition="in" filter="fade">
                                      <p:cBhvr>
                                        <p:cTn id="111" dur="650"/>
                                        <p:tgtEl>
                                          <p:spTgt spid="63"/>
                                        </p:tgtEl>
                                      </p:cBhvr>
                                    </p:animEffect>
                                    <p:anim calcmode="lin" valueType="num">
                                      <p:cBhvr>
                                        <p:cTn id="112" dur="650" fill="hold"/>
                                        <p:tgtEl>
                                          <p:spTgt spid="63"/>
                                        </p:tgtEl>
                                        <p:attrNameLst>
                                          <p:attrName>ppt_x</p:attrName>
                                        </p:attrNameLst>
                                      </p:cBhvr>
                                      <p:tavLst>
                                        <p:tav tm="0">
                                          <p:val>
                                            <p:strVal val="#ppt_x"/>
                                          </p:val>
                                        </p:tav>
                                        <p:tav tm="100000">
                                          <p:val>
                                            <p:strVal val="#ppt_x"/>
                                          </p:val>
                                        </p:tav>
                                      </p:tavLst>
                                    </p:anim>
                                    <p:anim calcmode="lin" valueType="num">
                                      <p:cBhvr>
                                        <p:cTn id="113" dur="650" fill="hold"/>
                                        <p:tgtEl>
                                          <p:spTgt spid="63"/>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250"/>
                                  </p:stCondLst>
                                  <p:childTnLst>
                                    <p:set>
                                      <p:cBhvr>
                                        <p:cTn id="115" dur="1" fill="hold">
                                          <p:stCondLst>
                                            <p:cond delay="0"/>
                                          </p:stCondLst>
                                        </p:cTn>
                                        <p:tgtEl>
                                          <p:spTgt spid="64"/>
                                        </p:tgtEl>
                                        <p:attrNameLst>
                                          <p:attrName>style.visibility</p:attrName>
                                        </p:attrNameLst>
                                      </p:cBhvr>
                                      <p:to>
                                        <p:strVal val="visible"/>
                                      </p:to>
                                    </p:set>
                                    <p:animEffect transition="in" filter="fade">
                                      <p:cBhvr>
                                        <p:cTn id="116" dur="650"/>
                                        <p:tgtEl>
                                          <p:spTgt spid="64"/>
                                        </p:tgtEl>
                                      </p:cBhvr>
                                    </p:animEffect>
                                    <p:anim calcmode="lin" valueType="num">
                                      <p:cBhvr>
                                        <p:cTn id="117" dur="650" fill="hold"/>
                                        <p:tgtEl>
                                          <p:spTgt spid="64"/>
                                        </p:tgtEl>
                                        <p:attrNameLst>
                                          <p:attrName>ppt_x</p:attrName>
                                        </p:attrNameLst>
                                      </p:cBhvr>
                                      <p:tavLst>
                                        <p:tav tm="0">
                                          <p:val>
                                            <p:strVal val="#ppt_x"/>
                                          </p:val>
                                        </p:tav>
                                        <p:tav tm="100000">
                                          <p:val>
                                            <p:strVal val="#ppt_x"/>
                                          </p:val>
                                        </p:tav>
                                      </p:tavLst>
                                    </p:anim>
                                    <p:anim calcmode="lin" valueType="num">
                                      <p:cBhvr>
                                        <p:cTn id="118" dur="650" fill="hold"/>
                                        <p:tgtEl>
                                          <p:spTgt spid="64"/>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250"/>
                                  </p:stCondLst>
                                  <p:childTnLst>
                                    <p:set>
                                      <p:cBhvr>
                                        <p:cTn id="120" dur="1" fill="hold">
                                          <p:stCondLst>
                                            <p:cond delay="0"/>
                                          </p:stCondLst>
                                        </p:cTn>
                                        <p:tgtEl>
                                          <p:spTgt spid="65"/>
                                        </p:tgtEl>
                                        <p:attrNameLst>
                                          <p:attrName>style.visibility</p:attrName>
                                        </p:attrNameLst>
                                      </p:cBhvr>
                                      <p:to>
                                        <p:strVal val="visible"/>
                                      </p:to>
                                    </p:set>
                                    <p:animEffect transition="in" filter="fade">
                                      <p:cBhvr>
                                        <p:cTn id="121" dur="650"/>
                                        <p:tgtEl>
                                          <p:spTgt spid="65"/>
                                        </p:tgtEl>
                                      </p:cBhvr>
                                    </p:animEffect>
                                    <p:anim calcmode="lin" valueType="num">
                                      <p:cBhvr>
                                        <p:cTn id="122" dur="650" fill="hold"/>
                                        <p:tgtEl>
                                          <p:spTgt spid="65"/>
                                        </p:tgtEl>
                                        <p:attrNameLst>
                                          <p:attrName>ppt_x</p:attrName>
                                        </p:attrNameLst>
                                      </p:cBhvr>
                                      <p:tavLst>
                                        <p:tav tm="0">
                                          <p:val>
                                            <p:strVal val="#ppt_x"/>
                                          </p:val>
                                        </p:tav>
                                        <p:tav tm="100000">
                                          <p:val>
                                            <p:strVal val="#ppt_x"/>
                                          </p:val>
                                        </p:tav>
                                      </p:tavLst>
                                    </p:anim>
                                    <p:anim calcmode="lin" valueType="num">
                                      <p:cBhvr>
                                        <p:cTn id="123" dur="650" fill="hold"/>
                                        <p:tgtEl>
                                          <p:spTgt spid="65"/>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250"/>
                                  </p:stCondLst>
                                  <p:childTnLst>
                                    <p:set>
                                      <p:cBhvr>
                                        <p:cTn id="125" dur="1" fill="hold">
                                          <p:stCondLst>
                                            <p:cond delay="0"/>
                                          </p:stCondLst>
                                        </p:cTn>
                                        <p:tgtEl>
                                          <p:spTgt spid="66"/>
                                        </p:tgtEl>
                                        <p:attrNameLst>
                                          <p:attrName>style.visibility</p:attrName>
                                        </p:attrNameLst>
                                      </p:cBhvr>
                                      <p:to>
                                        <p:strVal val="visible"/>
                                      </p:to>
                                    </p:set>
                                    <p:animEffect transition="in" filter="fade">
                                      <p:cBhvr>
                                        <p:cTn id="126" dur="650"/>
                                        <p:tgtEl>
                                          <p:spTgt spid="66"/>
                                        </p:tgtEl>
                                      </p:cBhvr>
                                    </p:animEffect>
                                    <p:anim calcmode="lin" valueType="num">
                                      <p:cBhvr>
                                        <p:cTn id="127" dur="650" fill="hold"/>
                                        <p:tgtEl>
                                          <p:spTgt spid="66"/>
                                        </p:tgtEl>
                                        <p:attrNameLst>
                                          <p:attrName>ppt_x</p:attrName>
                                        </p:attrNameLst>
                                      </p:cBhvr>
                                      <p:tavLst>
                                        <p:tav tm="0">
                                          <p:val>
                                            <p:strVal val="#ppt_x"/>
                                          </p:val>
                                        </p:tav>
                                        <p:tav tm="100000">
                                          <p:val>
                                            <p:strVal val="#ppt_x"/>
                                          </p:val>
                                        </p:tav>
                                      </p:tavLst>
                                    </p:anim>
                                    <p:anim calcmode="lin" valueType="num">
                                      <p:cBhvr>
                                        <p:cTn id="128" dur="650" fill="hold"/>
                                        <p:tgtEl>
                                          <p:spTgt spid="66"/>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250"/>
                                  </p:stCondLst>
                                  <p:childTnLst>
                                    <p:set>
                                      <p:cBhvr>
                                        <p:cTn id="130" dur="1" fill="hold">
                                          <p:stCondLst>
                                            <p:cond delay="0"/>
                                          </p:stCondLst>
                                        </p:cTn>
                                        <p:tgtEl>
                                          <p:spTgt spid="67"/>
                                        </p:tgtEl>
                                        <p:attrNameLst>
                                          <p:attrName>style.visibility</p:attrName>
                                        </p:attrNameLst>
                                      </p:cBhvr>
                                      <p:to>
                                        <p:strVal val="visible"/>
                                      </p:to>
                                    </p:set>
                                    <p:animEffect transition="in" filter="fade">
                                      <p:cBhvr>
                                        <p:cTn id="131" dur="650"/>
                                        <p:tgtEl>
                                          <p:spTgt spid="67"/>
                                        </p:tgtEl>
                                      </p:cBhvr>
                                    </p:animEffect>
                                    <p:anim calcmode="lin" valueType="num">
                                      <p:cBhvr>
                                        <p:cTn id="132" dur="650" fill="hold"/>
                                        <p:tgtEl>
                                          <p:spTgt spid="67"/>
                                        </p:tgtEl>
                                        <p:attrNameLst>
                                          <p:attrName>ppt_x</p:attrName>
                                        </p:attrNameLst>
                                      </p:cBhvr>
                                      <p:tavLst>
                                        <p:tav tm="0">
                                          <p:val>
                                            <p:strVal val="#ppt_x"/>
                                          </p:val>
                                        </p:tav>
                                        <p:tav tm="100000">
                                          <p:val>
                                            <p:strVal val="#ppt_x"/>
                                          </p:val>
                                        </p:tav>
                                      </p:tavLst>
                                    </p:anim>
                                    <p:anim calcmode="lin" valueType="num">
                                      <p:cBhvr>
                                        <p:cTn id="133" dur="650" fill="hold"/>
                                        <p:tgtEl>
                                          <p:spTgt spid="67"/>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250"/>
                                  </p:stCondLst>
                                  <p:childTnLst>
                                    <p:set>
                                      <p:cBhvr>
                                        <p:cTn id="135" dur="1" fill="hold">
                                          <p:stCondLst>
                                            <p:cond delay="0"/>
                                          </p:stCondLst>
                                        </p:cTn>
                                        <p:tgtEl>
                                          <p:spTgt spid="68"/>
                                        </p:tgtEl>
                                        <p:attrNameLst>
                                          <p:attrName>style.visibility</p:attrName>
                                        </p:attrNameLst>
                                      </p:cBhvr>
                                      <p:to>
                                        <p:strVal val="visible"/>
                                      </p:to>
                                    </p:set>
                                    <p:animEffect transition="in" filter="fade">
                                      <p:cBhvr>
                                        <p:cTn id="136" dur="650"/>
                                        <p:tgtEl>
                                          <p:spTgt spid="68"/>
                                        </p:tgtEl>
                                      </p:cBhvr>
                                    </p:animEffect>
                                    <p:anim calcmode="lin" valueType="num">
                                      <p:cBhvr>
                                        <p:cTn id="137" dur="650" fill="hold"/>
                                        <p:tgtEl>
                                          <p:spTgt spid="68"/>
                                        </p:tgtEl>
                                        <p:attrNameLst>
                                          <p:attrName>ppt_x</p:attrName>
                                        </p:attrNameLst>
                                      </p:cBhvr>
                                      <p:tavLst>
                                        <p:tav tm="0">
                                          <p:val>
                                            <p:strVal val="#ppt_x"/>
                                          </p:val>
                                        </p:tav>
                                        <p:tav tm="100000">
                                          <p:val>
                                            <p:strVal val="#ppt_x"/>
                                          </p:val>
                                        </p:tav>
                                      </p:tavLst>
                                    </p:anim>
                                    <p:anim calcmode="lin" valueType="num">
                                      <p:cBhvr>
                                        <p:cTn id="138" dur="650" fill="hold"/>
                                        <p:tgtEl>
                                          <p:spTgt spid="68"/>
                                        </p:tgtEl>
                                        <p:attrNameLst>
                                          <p:attrName>ppt_y</p:attrName>
                                        </p:attrNameLst>
                                      </p:cBhvr>
                                      <p:tavLst>
                                        <p:tav tm="0">
                                          <p:val>
                                            <p:strVal val="#ppt_y+.1"/>
                                          </p:val>
                                        </p:tav>
                                        <p:tav tm="100000">
                                          <p:val>
                                            <p:strVal val="#ppt_y"/>
                                          </p:val>
                                        </p:tav>
                                      </p:tavLst>
                                    </p:anim>
                                  </p:childTnLst>
                                </p:cTn>
                              </p:par>
                              <p:par>
                                <p:cTn id="139" presetID="42" presetClass="entr" presetSubtype="0" fill="hold" grpId="0" nodeType="withEffect">
                                  <p:stCondLst>
                                    <p:cond delay="250"/>
                                  </p:stCondLst>
                                  <p:childTnLst>
                                    <p:set>
                                      <p:cBhvr>
                                        <p:cTn id="140" dur="1" fill="hold">
                                          <p:stCondLst>
                                            <p:cond delay="0"/>
                                          </p:stCondLst>
                                        </p:cTn>
                                        <p:tgtEl>
                                          <p:spTgt spid="69"/>
                                        </p:tgtEl>
                                        <p:attrNameLst>
                                          <p:attrName>style.visibility</p:attrName>
                                        </p:attrNameLst>
                                      </p:cBhvr>
                                      <p:to>
                                        <p:strVal val="visible"/>
                                      </p:to>
                                    </p:set>
                                    <p:animEffect transition="in" filter="fade">
                                      <p:cBhvr>
                                        <p:cTn id="141" dur="650"/>
                                        <p:tgtEl>
                                          <p:spTgt spid="69"/>
                                        </p:tgtEl>
                                      </p:cBhvr>
                                    </p:animEffect>
                                    <p:anim calcmode="lin" valueType="num">
                                      <p:cBhvr>
                                        <p:cTn id="142" dur="650" fill="hold"/>
                                        <p:tgtEl>
                                          <p:spTgt spid="69"/>
                                        </p:tgtEl>
                                        <p:attrNameLst>
                                          <p:attrName>ppt_x</p:attrName>
                                        </p:attrNameLst>
                                      </p:cBhvr>
                                      <p:tavLst>
                                        <p:tav tm="0">
                                          <p:val>
                                            <p:strVal val="#ppt_x"/>
                                          </p:val>
                                        </p:tav>
                                        <p:tav tm="100000">
                                          <p:val>
                                            <p:strVal val="#ppt_x"/>
                                          </p:val>
                                        </p:tav>
                                      </p:tavLst>
                                    </p:anim>
                                    <p:anim calcmode="lin" valueType="num">
                                      <p:cBhvr>
                                        <p:cTn id="143" dur="650" fill="hold"/>
                                        <p:tgtEl>
                                          <p:spTgt spid="69"/>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250"/>
                                  </p:stCondLst>
                                  <p:childTnLst>
                                    <p:set>
                                      <p:cBhvr>
                                        <p:cTn id="145" dur="1" fill="hold">
                                          <p:stCondLst>
                                            <p:cond delay="0"/>
                                          </p:stCondLst>
                                        </p:cTn>
                                        <p:tgtEl>
                                          <p:spTgt spid="70"/>
                                        </p:tgtEl>
                                        <p:attrNameLst>
                                          <p:attrName>style.visibility</p:attrName>
                                        </p:attrNameLst>
                                      </p:cBhvr>
                                      <p:to>
                                        <p:strVal val="visible"/>
                                      </p:to>
                                    </p:set>
                                    <p:animEffect transition="in" filter="fade">
                                      <p:cBhvr>
                                        <p:cTn id="146" dur="650"/>
                                        <p:tgtEl>
                                          <p:spTgt spid="70"/>
                                        </p:tgtEl>
                                      </p:cBhvr>
                                    </p:animEffect>
                                    <p:anim calcmode="lin" valueType="num">
                                      <p:cBhvr>
                                        <p:cTn id="147" dur="650" fill="hold"/>
                                        <p:tgtEl>
                                          <p:spTgt spid="70"/>
                                        </p:tgtEl>
                                        <p:attrNameLst>
                                          <p:attrName>ppt_x</p:attrName>
                                        </p:attrNameLst>
                                      </p:cBhvr>
                                      <p:tavLst>
                                        <p:tav tm="0">
                                          <p:val>
                                            <p:strVal val="#ppt_x"/>
                                          </p:val>
                                        </p:tav>
                                        <p:tav tm="100000">
                                          <p:val>
                                            <p:strVal val="#ppt_x"/>
                                          </p:val>
                                        </p:tav>
                                      </p:tavLst>
                                    </p:anim>
                                    <p:anim calcmode="lin" valueType="num">
                                      <p:cBhvr>
                                        <p:cTn id="148" dur="650" fill="hold"/>
                                        <p:tgtEl>
                                          <p:spTgt spid="70"/>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250"/>
                                  </p:stCondLst>
                                  <p:childTnLst>
                                    <p:set>
                                      <p:cBhvr>
                                        <p:cTn id="150" dur="1" fill="hold">
                                          <p:stCondLst>
                                            <p:cond delay="0"/>
                                          </p:stCondLst>
                                        </p:cTn>
                                        <p:tgtEl>
                                          <p:spTgt spid="71"/>
                                        </p:tgtEl>
                                        <p:attrNameLst>
                                          <p:attrName>style.visibility</p:attrName>
                                        </p:attrNameLst>
                                      </p:cBhvr>
                                      <p:to>
                                        <p:strVal val="visible"/>
                                      </p:to>
                                    </p:set>
                                    <p:animEffect transition="in" filter="fade">
                                      <p:cBhvr>
                                        <p:cTn id="151" dur="650"/>
                                        <p:tgtEl>
                                          <p:spTgt spid="71"/>
                                        </p:tgtEl>
                                      </p:cBhvr>
                                    </p:animEffect>
                                    <p:anim calcmode="lin" valueType="num">
                                      <p:cBhvr>
                                        <p:cTn id="152" dur="650" fill="hold"/>
                                        <p:tgtEl>
                                          <p:spTgt spid="71"/>
                                        </p:tgtEl>
                                        <p:attrNameLst>
                                          <p:attrName>ppt_x</p:attrName>
                                        </p:attrNameLst>
                                      </p:cBhvr>
                                      <p:tavLst>
                                        <p:tav tm="0">
                                          <p:val>
                                            <p:strVal val="#ppt_x"/>
                                          </p:val>
                                        </p:tav>
                                        <p:tav tm="100000">
                                          <p:val>
                                            <p:strVal val="#ppt_x"/>
                                          </p:val>
                                        </p:tav>
                                      </p:tavLst>
                                    </p:anim>
                                    <p:anim calcmode="lin" valueType="num">
                                      <p:cBhvr>
                                        <p:cTn id="153" dur="650" fill="hold"/>
                                        <p:tgtEl>
                                          <p:spTgt spid="71"/>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250"/>
                                  </p:stCondLst>
                                  <p:childTnLst>
                                    <p:set>
                                      <p:cBhvr>
                                        <p:cTn id="155" dur="1" fill="hold">
                                          <p:stCondLst>
                                            <p:cond delay="0"/>
                                          </p:stCondLst>
                                        </p:cTn>
                                        <p:tgtEl>
                                          <p:spTgt spid="72"/>
                                        </p:tgtEl>
                                        <p:attrNameLst>
                                          <p:attrName>style.visibility</p:attrName>
                                        </p:attrNameLst>
                                      </p:cBhvr>
                                      <p:to>
                                        <p:strVal val="visible"/>
                                      </p:to>
                                    </p:set>
                                    <p:animEffect transition="in" filter="fade">
                                      <p:cBhvr>
                                        <p:cTn id="156" dur="650"/>
                                        <p:tgtEl>
                                          <p:spTgt spid="72"/>
                                        </p:tgtEl>
                                      </p:cBhvr>
                                    </p:animEffect>
                                    <p:anim calcmode="lin" valueType="num">
                                      <p:cBhvr>
                                        <p:cTn id="157" dur="650" fill="hold"/>
                                        <p:tgtEl>
                                          <p:spTgt spid="72"/>
                                        </p:tgtEl>
                                        <p:attrNameLst>
                                          <p:attrName>ppt_x</p:attrName>
                                        </p:attrNameLst>
                                      </p:cBhvr>
                                      <p:tavLst>
                                        <p:tav tm="0">
                                          <p:val>
                                            <p:strVal val="#ppt_x"/>
                                          </p:val>
                                        </p:tav>
                                        <p:tav tm="100000">
                                          <p:val>
                                            <p:strVal val="#ppt_x"/>
                                          </p:val>
                                        </p:tav>
                                      </p:tavLst>
                                    </p:anim>
                                    <p:anim calcmode="lin" valueType="num">
                                      <p:cBhvr>
                                        <p:cTn id="158" dur="650" fill="hold"/>
                                        <p:tgtEl>
                                          <p:spTgt spid="72"/>
                                        </p:tgtEl>
                                        <p:attrNameLst>
                                          <p:attrName>ppt_y</p:attrName>
                                        </p:attrNameLst>
                                      </p:cBhvr>
                                      <p:tavLst>
                                        <p:tav tm="0">
                                          <p:val>
                                            <p:strVal val="#ppt_y+.1"/>
                                          </p:val>
                                        </p:tav>
                                        <p:tav tm="100000">
                                          <p:val>
                                            <p:strVal val="#ppt_y"/>
                                          </p:val>
                                        </p:tav>
                                      </p:tavLst>
                                    </p:anim>
                                  </p:childTnLst>
                                </p:cTn>
                              </p:par>
                              <p:par>
                                <p:cTn id="159" presetID="42" presetClass="entr" presetSubtype="0" fill="hold" grpId="0" nodeType="withEffect">
                                  <p:stCondLst>
                                    <p:cond delay="250"/>
                                  </p:stCondLst>
                                  <p:childTnLst>
                                    <p:set>
                                      <p:cBhvr>
                                        <p:cTn id="160" dur="1" fill="hold">
                                          <p:stCondLst>
                                            <p:cond delay="0"/>
                                          </p:stCondLst>
                                        </p:cTn>
                                        <p:tgtEl>
                                          <p:spTgt spid="73"/>
                                        </p:tgtEl>
                                        <p:attrNameLst>
                                          <p:attrName>style.visibility</p:attrName>
                                        </p:attrNameLst>
                                      </p:cBhvr>
                                      <p:to>
                                        <p:strVal val="visible"/>
                                      </p:to>
                                    </p:set>
                                    <p:animEffect transition="in" filter="fade">
                                      <p:cBhvr>
                                        <p:cTn id="161" dur="650"/>
                                        <p:tgtEl>
                                          <p:spTgt spid="73"/>
                                        </p:tgtEl>
                                      </p:cBhvr>
                                    </p:animEffect>
                                    <p:anim calcmode="lin" valueType="num">
                                      <p:cBhvr>
                                        <p:cTn id="162" dur="650" fill="hold"/>
                                        <p:tgtEl>
                                          <p:spTgt spid="73"/>
                                        </p:tgtEl>
                                        <p:attrNameLst>
                                          <p:attrName>ppt_x</p:attrName>
                                        </p:attrNameLst>
                                      </p:cBhvr>
                                      <p:tavLst>
                                        <p:tav tm="0">
                                          <p:val>
                                            <p:strVal val="#ppt_x"/>
                                          </p:val>
                                        </p:tav>
                                        <p:tav tm="100000">
                                          <p:val>
                                            <p:strVal val="#ppt_x"/>
                                          </p:val>
                                        </p:tav>
                                      </p:tavLst>
                                    </p:anim>
                                    <p:anim calcmode="lin" valueType="num">
                                      <p:cBhvr>
                                        <p:cTn id="163" dur="650" fill="hold"/>
                                        <p:tgtEl>
                                          <p:spTgt spid="73"/>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250"/>
                                  </p:stCondLst>
                                  <p:childTnLst>
                                    <p:set>
                                      <p:cBhvr>
                                        <p:cTn id="165" dur="1" fill="hold">
                                          <p:stCondLst>
                                            <p:cond delay="0"/>
                                          </p:stCondLst>
                                        </p:cTn>
                                        <p:tgtEl>
                                          <p:spTgt spid="74"/>
                                        </p:tgtEl>
                                        <p:attrNameLst>
                                          <p:attrName>style.visibility</p:attrName>
                                        </p:attrNameLst>
                                      </p:cBhvr>
                                      <p:to>
                                        <p:strVal val="visible"/>
                                      </p:to>
                                    </p:set>
                                    <p:animEffect transition="in" filter="fade">
                                      <p:cBhvr>
                                        <p:cTn id="166" dur="650"/>
                                        <p:tgtEl>
                                          <p:spTgt spid="74"/>
                                        </p:tgtEl>
                                      </p:cBhvr>
                                    </p:animEffect>
                                    <p:anim calcmode="lin" valueType="num">
                                      <p:cBhvr>
                                        <p:cTn id="167" dur="650" fill="hold"/>
                                        <p:tgtEl>
                                          <p:spTgt spid="74"/>
                                        </p:tgtEl>
                                        <p:attrNameLst>
                                          <p:attrName>ppt_x</p:attrName>
                                        </p:attrNameLst>
                                      </p:cBhvr>
                                      <p:tavLst>
                                        <p:tav tm="0">
                                          <p:val>
                                            <p:strVal val="#ppt_x"/>
                                          </p:val>
                                        </p:tav>
                                        <p:tav tm="100000">
                                          <p:val>
                                            <p:strVal val="#ppt_x"/>
                                          </p:val>
                                        </p:tav>
                                      </p:tavLst>
                                    </p:anim>
                                    <p:anim calcmode="lin" valueType="num">
                                      <p:cBhvr>
                                        <p:cTn id="168" dur="650" fill="hold"/>
                                        <p:tgtEl>
                                          <p:spTgt spid="74"/>
                                        </p:tgtEl>
                                        <p:attrNameLst>
                                          <p:attrName>ppt_y</p:attrName>
                                        </p:attrNameLst>
                                      </p:cBhvr>
                                      <p:tavLst>
                                        <p:tav tm="0">
                                          <p:val>
                                            <p:strVal val="#ppt_y+.1"/>
                                          </p:val>
                                        </p:tav>
                                        <p:tav tm="100000">
                                          <p:val>
                                            <p:strVal val="#ppt_y"/>
                                          </p:val>
                                        </p:tav>
                                      </p:tavLst>
                                    </p:anim>
                                  </p:childTnLst>
                                </p:cTn>
                              </p:par>
                              <p:par>
                                <p:cTn id="169" presetID="42" presetClass="entr" presetSubtype="0" fill="hold" grpId="0" nodeType="withEffect">
                                  <p:stCondLst>
                                    <p:cond delay="250"/>
                                  </p:stCondLst>
                                  <p:childTnLst>
                                    <p:set>
                                      <p:cBhvr>
                                        <p:cTn id="170" dur="1" fill="hold">
                                          <p:stCondLst>
                                            <p:cond delay="0"/>
                                          </p:stCondLst>
                                        </p:cTn>
                                        <p:tgtEl>
                                          <p:spTgt spid="75"/>
                                        </p:tgtEl>
                                        <p:attrNameLst>
                                          <p:attrName>style.visibility</p:attrName>
                                        </p:attrNameLst>
                                      </p:cBhvr>
                                      <p:to>
                                        <p:strVal val="visible"/>
                                      </p:to>
                                    </p:set>
                                    <p:animEffect transition="in" filter="fade">
                                      <p:cBhvr>
                                        <p:cTn id="171" dur="650"/>
                                        <p:tgtEl>
                                          <p:spTgt spid="75"/>
                                        </p:tgtEl>
                                      </p:cBhvr>
                                    </p:animEffect>
                                    <p:anim calcmode="lin" valueType="num">
                                      <p:cBhvr>
                                        <p:cTn id="172" dur="650" fill="hold"/>
                                        <p:tgtEl>
                                          <p:spTgt spid="75"/>
                                        </p:tgtEl>
                                        <p:attrNameLst>
                                          <p:attrName>ppt_x</p:attrName>
                                        </p:attrNameLst>
                                      </p:cBhvr>
                                      <p:tavLst>
                                        <p:tav tm="0">
                                          <p:val>
                                            <p:strVal val="#ppt_x"/>
                                          </p:val>
                                        </p:tav>
                                        <p:tav tm="100000">
                                          <p:val>
                                            <p:strVal val="#ppt_x"/>
                                          </p:val>
                                        </p:tav>
                                      </p:tavLst>
                                    </p:anim>
                                    <p:anim calcmode="lin" valueType="num">
                                      <p:cBhvr>
                                        <p:cTn id="173" dur="650" fill="hold"/>
                                        <p:tgtEl>
                                          <p:spTgt spid="75"/>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250"/>
                                  </p:stCondLst>
                                  <p:childTnLst>
                                    <p:set>
                                      <p:cBhvr>
                                        <p:cTn id="175" dur="1" fill="hold">
                                          <p:stCondLst>
                                            <p:cond delay="0"/>
                                          </p:stCondLst>
                                        </p:cTn>
                                        <p:tgtEl>
                                          <p:spTgt spid="76"/>
                                        </p:tgtEl>
                                        <p:attrNameLst>
                                          <p:attrName>style.visibility</p:attrName>
                                        </p:attrNameLst>
                                      </p:cBhvr>
                                      <p:to>
                                        <p:strVal val="visible"/>
                                      </p:to>
                                    </p:set>
                                    <p:animEffect transition="in" filter="fade">
                                      <p:cBhvr>
                                        <p:cTn id="176" dur="650"/>
                                        <p:tgtEl>
                                          <p:spTgt spid="76"/>
                                        </p:tgtEl>
                                      </p:cBhvr>
                                    </p:animEffect>
                                    <p:anim calcmode="lin" valueType="num">
                                      <p:cBhvr>
                                        <p:cTn id="177" dur="650" fill="hold"/>
                                        <p:tgtEl>
                                          <p:spTgt spid="76"/>
                                        </p:tgtEl>
                                        <p:attrNameLst>
                                          <p:attrName>ppt_x</p:attrName>
                                        </p:attrNameLst>
                                      </p:cBhvr>
                                      <p:tavLst>
                                        <p:tav tm="0">
                                          <p:val>
                                            <p:strVal val="#ppt_x"/>
                                          </p:val>
                                        </p:tav>
                                        <p:tav tm="100000">
                                          <p:val>
                                            <p:strVal val="#ppt_x"/>
                                          </p:val>
                                        </p:tav>
                                      </p:tavLst>
                                    </p:anim>
                                    <p:anim calcmode="lin" valueType="num">
                                      <p:cBhvr>
                                        <p:cTn id="178" dur="650" fill="hold"/>
                                        <p:tgtEl>
                                          <p:spTgt spid="76"/>
                                        </p:tgtEl>
                                        <p:attrNameLst>
                                          <p:attrName>ppt_y</p:attrName>
                                        </p:attrNameLst>
                                      </p:cBhvr>
                                      <p:tavLst>
                                        <p:tav tm="0">
                                          <p:val>
                                            <p:strVal val="#ppt_y+.1"/>
                                          </p:val>
                                        </p:tav>
                                        <p:tav tm="100000">
                                          <p:val>
                                            <p:strVal val="#ppt_y"/>
                                          </p:val>
                                        </p:tav>
                                      </p:tavLst>
                                    </p:anim>
                                  </p:childTnLst>
                                </p:cTn>
                              </p:par>
                              <p:par>
                                <p:cTn id="179" presetID="42" presetClass="entr" presetSubtype="0" fill="hold" grpId="0" nodeType="withEffect">
                                  <p:stCondLst>
                                    <p:cond delay="250"/>
                                  </p:stCondLst>
                                  <p:childTnLst>
                                    <p:set>
                                      <p:cBhvr>
                                        <p:cTn id="180" dur="1" fill="hold">
                                          <p:stCondLst>
                                            <p:cond delay="0"/>
                                          </p:stCondLst>
                                        </p:cTn>
                                        <p:tgtEl>
                                          <p:spTgt spid="77"/>
                                        </p:tgtEl>
                                        <p:attrNameLst>
                                          <p:attrName>style.visibility</p:attrName>
                                        </p:attrNameLst>
                                      </p:cBhvr>
                                      <p:to>
                                        <p:strVal val="visible"/>
                                      </p:to>
                                    </p:set>
                                    <p:animEffect transition="in" filter="fade">
                                      <p:cBhvr>
                                        <p:cTn id="181" dur="650"/>
                                        <p:tgtEl>
                                          <p:spTgt spid="77"/>
                                        </p:tgtEl>
                                      </p:cBhvr>
                                    </p:animEffect>
                                    <p:anim calcmode="lin" valueType="num">
                                      <p:cBhvr>
                                        <p:cTn id="182" dur="650" fill="hold"/>
                                        <p:tgtEl>
                                          <p:spTgt spid="77"/>
                                        </p:tgtEl>
                                        <p:attrNameLst>
                                          <p:attrName>ppt_x</p:attrName>
                                        </p:attrNameLst>
                                      </p:cBhvr>
                                      <p:tavLst>
                                        <p:tav tm="0">
                                          <p:val>
                                            <p:strVal val="#ppt_x"/>
                                          </p:val>
                                        </p:tav>
                                        <p:tav tm="100000">
                                          <p:val>
                                            <p:strVal val="#ppt_x"/>
                                          </p:val>
                                        </p:tav>
                                      </p:tavLst>
                                    </p:anim>
                                    <p:anim calcmode="lin" valueType="num">
                                      <p:cBhvr>
                                        <p:cTn id="183" dur="650" fill="hold"/>
                                        <p:tgtEl>
                                          <p:spTgt spid="77"/>
                                        </p:tgtEl>
                                        <p:attrNameLst>
                                          <p:attrName>ppt_y</p:attrName>
                                        </p:attrNameLst>
                                      </p:cBhvr>
                                      <p:tavLst>
                                        <p:tav tm="0">
                                          <p:val>
                                            <p:strVal val="#ppt_y+.1"/>
                                          </p:val>
                                        </p:tav>
                                        <p:tav tm="100000">
                                          <p:val>
                                            <p:strVal val="#ppt_y"/>
                                          </p:val>
                                        </p:tav>
                                      </p:tavLst>
                                    </p:anim>
                                  </p:childTnLst>
                                </p:cTn>
                              </p:par>
                              <p:par>
                                <p:cTn id="184" presetID="42" presetClass="entr" presetSubtype="0" fill="hold" grpId="0" nodeType="withEffect">
                                  <p:stCondLst>
                                    <p:cond delay="250"/>
                                  </p:stCondLst>
                                  <p:childTnLst>
                                    <p:set>
                                      <p:cBhvr>
                                        <p:cTn id="185" dur="1" fill="hold">
                                          <p:stCondLst>
                                            <p:cond delay="0"/>
                                          </p:stCondLst>
                                        </p:cTn>
                                        <p:tgtEl>
                                          <p:spTgt spid="78"/>
                                        </p:tgtEl>
                                        <p:attrNameLst>
                                          <p:attrName>style.visibility</p:attrName>
                                        </p:attrNameLst>
                                      </p:cBhvr>
                                      <p:to>
                                        <p:strVal val="visible"/>
                                      </p:to>
                                    </p:set>
                                    <p:animEffect transition="in" filter="fade">
                                      <p:cBhvr>
                                        <p:cTn id="186" dur="650"/>
                                        <p:tgtEl>
                                          <p:spTgt spid="78"/>
                                        </p:tgtEl>
                                      </p:cBhvr>
                                    </p:animEffect>
                                    <p:anim calcmode="lin" valueType="num">
                                      <p:cBhvr>
                                        <p:cTn id="187" dur="650" fill="hold"/>
                                        <p:tgtEl>
                                          <p:spTgt spid="78"/>
                                        </p:tgtEl>
                                        <p:attrNameLst>
                                          <p:attrName>ppt_x</p:attrName>
                                        </p:attrNameLst>
                                      </p:cBhvr>
                                      <p:tavLst>
                                        <p:tav tm="0">
                                          <p:val>
                                            <p:strVal val="#ppt_x"/>
                                          </p:val>
                                        </p:tav>
                                        <p:tav tm="100000">
                                          <p:val>
                                            <p:strVal val="#ppt_x"/>
                                          </p:val>
                                        </p:tav>
                                      </p:tavLst>
                                    </p:anim>
                                    <p:anim calcmode="lin" valueType="num">
                                      <p:cBhvr>
                                        <p:cTn id="188" dur="650" fill="hold"/>
                                        <p:tgtEl>
                                          <p:spTgt spid="78"/>
                                        </p:tgtEl>
                                        <p:attrNameLst>
                                          <p:attrName>ppt_y</p:attrName>
                                        </p:attrNameLst>
                                      </p:cBhvr>
                                      <p:tavLst>
                                        <p:tav tm="0">
                                          <p:val>
                                            <p:strVal val="#ppt_y+.1"/>
                                          </p:val>
                                        </p:tav>
                                        <p:tav tm="100000">
                                          <p:val>
                                            <p:strVal val="#ppt_y"/>
                                          </p:val>
                                        </p:tav>
                                      </p:tavLst>
                                    </p:anim>
                                  </p:childTnLst>
                                </p:cTn>
                              </p:par>
                              <p:par>
                                <p:cTn id="189" presetID="42" presetClass="entr" presetSubtype="0" fill="hold" grpId="0" nodeType="withEffect">
                                  <p:stCondLst>
                                    <p:cond delay="250"/>
                                  </p:stCondLst>
                                  <p:childTnLst>
                                    <p:set>
                                      <p:cBhvr>
                                        <p:cTn id="190" dur="1" fill="hold">
                                          <p:stCondLst>
                                            <p:cond delay="0"/>
                                          </p:stCondLst>
                                        </p:cTn>
                                        <p:tgtEl>
                                          <p:spTgt spid="79"/>
                                        </p:tgtEl>
                                        <p:attrNameLst>
                                          <p:attrName>style.visibility</p:attrName>
                                        </p:attrNameLst>
                                      </p:cBhvr>
                                      <p:to>
                                        <p:strVal val="visible"/>
                                      </p:to>
                                    </p:set>
                                    <p:animEffect transition="in" filter="fade">
                                      <p:cBhvr>
                                        <p:cTn id="191" dur="650"/>
                                        <p:tgtEl>
                                          <p:spTgt spid="79"/>
                                        </p:tgtEl>
                                      </p:cBhvr>
                                    </p:animEffect>
                                    <p:anim calcmode="lin" valueType="num">
                                      <p:cBhvr>
                                        <p:cTn id="192" dur="650" fill="hold"/>
                                        <p:tgtEl>
                                          <p:spTgt spid="79"/>
                                        </p:tgtEl>
                                        <p:attrNameLst>
                                          <p:attrName>ppt_x</p:attrName>
                                        </p:attrNameLst>
                                      </p:cBhvr>
                                      <p:tavLst>
                                        <p:tav tm="0">
                                          <p:val>
                                            <p:strVal val="#ppt_x"/>
                                          </p:val>
                                        </p:tav>
                                        <p:tav tm="100000">
                                          <p:val>
                                            <p:strVal val="#ppt_x"/>
                                          </p:val>
                                        </p:tav>
                                      </p:tavLst>
                                    </p:anim>
                                    <p:anim calcmode="lin" valueType="num">
                                      <p:cBhvr>
                                        <p:cTn id="193" dur="650" fill="hold"/>
                                        <p:tgtEl>
                                          <p:spTgt spid="79"/>
                                        </p:tgtEl>
                                        <p:attrNameLst>
                                          <p:attrName>ppt_y</p:attrName>
                                        </p:attrNameLst>
                                      </p:cBhvr>
                                      <p:tavLst>
                                        <p:tav tm="0">
                                          <p:val>
                                            <p:strVal val="#ppt_y+.1"/>
                                          </p:val>
                                        </p:tav>
                                        <p:tav tm="100000">
                                          <p:val>
                                            <p:strVal val="#ppt_y"/>
                                          </p:val>
                                        </p:tav>
                                      </p:tavLst>
                                    </p:anim>
                                  </p:childTnLst>
                                </p:cTn>
                              </p:par>
                              <p:par>
                                <p:cTn id="194" presetID="42" presetClass="entr" presetSubtype="0" fill="hold" grpId="0" nodeType="withEffect">
                                  <p:stCondLst>
                                    <p:cond delay="250"/>
                                  </p:stCondLst>
                                  <p:childTnLst>
                                    <p:set>
                                      <p:cBhvr>
                                        <p:cTn id="195" dur="1" fill="hold">
                                          <p:stCondLst>
                                            <p:cond delay="0"/>
                                          </p:stCondLst>
                                        </p:cTn>
                                        <p:tgtEl>
                                          <p:spTgt spid="80"/>
                                        </p:tgtEl>
                                        <p:attrNameLst>
                                          <p:attrName>style.visibility</p:attrName>
                                        </p:attrNameLst>
                                      </p:cBhvr>
                                      <p:to>
                                        <p:strVal val="visible"/>
                                      </p:to>
                                    </p:set>
                                    <p:animEffect transition="in" filter="fade">
                                      <p:cBhvr>
                                        <p:cTn id="196" dur="650"/>
                                        <p:tgtEl>
                                          <p:spTgt spid="80"/>
                                        </p:tgtEl>
                                      </p:cBhvr>
                                    </p:animEffect>
                                    <p:anim calcmode="lin" valueType="num">
                                      <p:cBhvr>
                                        <p:cTn id="197" dur="650" fill="hold"/>
                                        <p:tgtEl>
                                          <p:spTgt spid="80"/>
                                        </p:tgtEl>
                                        <p:attrNameLst>
                                          <p:attrName>ppt_x</p:attrName>
                                        </p:attrNameLst>
                                      </p:cBhvr>
                                      <p:tavLst>
                                        <p:tav tm="0">
                                          <p:val>
                                            <p:strVal val="#ppt_x"/>
                                          </p:val>
                                        </p:tav>
                                        <p:tav tm="100000">
                                          <p:val>
                                            <p:strVal val="#ppt_x"/>
                                          </p:val>
                                        </p:tav>
                                      </p:tavLst>
                                    </p:anim>
                                    <p:anim calcmode="lin" valueType="num">
                                      <p:cBhvr>
                                        <p:cTn id="198" dur="650" fill="hold"/>
                                        <p:tgtEl>
                                          <p:spTgt spid="80"/>
                                        </p:tgtEl>
                                        <p:attrNameLst>
                                          <p:attrName>ppt_y</p:attrName>
                                        </p:attrNameLst>
                                      </p:cBhvr>
                                      <p:tavLst>
                                        <p:tav tm="0">
                                          <p:val>
                                            <p:strVal val="#ppt_y+.1"/>
                                          </p:val>
                                        </p:tav>
                                        <p:tav tm="100000">
                                          <p:val>
                                            <p:strVal val="#ppt_y"/>
                                          </p:val>
                                        </p:tav>
                                      </p:tavLst>
                                    </p:anim>
                                  </p:childTnLst>
                                </p:cTn>
                              </p:par>
                              <p:par>
                                <p:cTn id="199" presetID="42" presetClass="entr" presetSubtype="0" fill="hold" grpId="0" nodeType="withEffect">
                                  <p:stCondLst>
                                    <p:cond delay="250"/>
                                  </p:stCondLst>
                                  <p:childTnLst>
                                    <p:set>
                                      <p:cBhvr>
                                        <p:cTn id="200" dur="1" fill="hold">
                                          <p:stCondLst>
                                            <p:cond delay="0"/>
                                          </p:stCondLst>
                                        </p:cTn>
                                        <p:tgtEl>
                                          <p:spTgt spid="81"/>
                                        </p:tgtEl>
                                        <p:attrNameLst>
                                          <p:attrName>style.visibility</p:attrName>
                                        </p:attrNameLst>
                                      </p:cBhvr>
                                      <p:to>
                                        <p:strVal val="visible"/>
                                      </p:to>
                                    </p:set>
                                    <p:animEffect transition="in" filter="fade">
                                      <p:cBhvr>
                                        <p:cTn id="201" dur="650"/>
                                        <p:tgtEl>
                                          <p:spTgt spid="81"/>
                                        </p:tgtEl>
                                      </p:cBhvr>
                                    </p:animEffect>
                                    <p:anim calcmode="lin" valueType="num">
                                      <p:cBhvr>
                                        <p:cTn id="202" dur="650" fill="hold"/>
                                        <p:tgtEl>
                                          <p:spTgt spid="81"/>
                                        </p:tgtEl>
                                        <p:attrNameLst>
                                          <p:attrName>ppt_x</p:attrName>
                                        </p:attrNameLst>
                                      </p:cBhvr>
                                      <p:tavLst>
                                        <p:tav tm="0">
                                          <p:val>
                                            <p:strVal val="#ppt_x"/>
                                          </p:val>
                                        </p:tav>
                                        <p:tav tm="100000">
                                          <p:val>
                                            <p:strVal val="#ppt_x"/>
                                          </p:val>
                                        </p:tav>
                                      </p:tavLst>
                                    </p:anim>
                                    <p:anim calcmode="lin" valueType="num">
                                      <p:cBhvr>
                                        <p:cTn id="203" dur="650" fill="hold"/>
                                        <p:tgtEl>
                                          <p:spTgt spid="81"/>
                                        </p:tgtEl>
                                        <p:attrNameLst>
                                          <p:attrName>ppt_y</p:attrName>
                                        </p:attrNameLst>
                                      </p:cBhvr>
                                      <p:tavLst>
                                        <p:tav tm="0">
                                          <p:val>
                                            <p:strVal val="#ppt_y+.1"/>
                                          </p:val>
                                        </p:tav>
                                        <p:tav tm="100000">
                                          <p:val>
                                            <p:strVal val="#ppt_y"/>
                                          </p:val>
                                        </p:tav>
                                      </p:tavLst>
                                    </p:anim>
                                  </p:childTnLst>
                                </p:cTn>
                              </p:par>
                              <p:par>
                                <p:cTn id="204" presetID="42" presetClass="entr" presetSubtype="0" fill="hold" grpId="0" nodeType="withEffect">
                                  <p:stCondLst>
                                    <p:cond delay="250"/>
                                  </p:stCondLst>
                                  <p:childTnLst>
                                    <p:set>
                                      <p:cBhvr>
                                        <p:cTn id="205" dur="1" fill="hold">
                                          <p:stCondLst>
                                            <p:cond delay="0"/>
                                          </p:stCondLst>
                                        </p:cTn>
                                        <p:tgtEl>
                                          <p:spTgt spid="82"/>
                                        </p:tgtEl>
                                        <p:attrNameLst>
                                          <p:attrName>style.visibility</p:attrName>
                                        </p:attrNameLst>
                                      </p:cBhvr>
                                      <p:to>
                                        <p:strVal val="visible"/>
                                      </p:to>
                                    </p:set>
                                    <p:animEffect transition="in" filter="fade">
                                      <p:cBhvr>
                                        <p:cTn id="206" dur="650"/>
                                        <p:tgtEl>
                                          <p:spTgt spid="82"/>
                                        </p:tgtEl>
                                      </p:cBhvr>
                                    </p:animEffect>
                                    <p:anim calcmode="lin" valueType="num">
                                      <p:cBhvr>
                                        <p:cTn id="207" dur="650" fill="hold"/>
                                        <p:tgtEl>
                                          <p:spTgt spid="82"/>
                                        </p:tgtEl>
                                        <p:attrNameLst>
                                          <p:attrName>ppt_x</p:attrName>
                                        </p:attrNameLst>
                                      </p:cBhvr>
                                      <p:tavLst>
                                        <p:tav tm="0">
                                          <p:val>
                                            <p:strVal val="#ppt_x"/>
                                          </p:val>
                                        </p:tav>
                                        <p:tav tm="100000">
                                          <p:val>
                                            <p:strVal val="#ppt_x"/>
                                          </p:val>
                                        </p:tav>
                                      </p:tavLst>
                                    </p:anim>
                                    <p:anim calcmode="lin" valueType="num">
                                      <p:cBhvr>
                                        <p:cTn id="208" dur="650" fill="hold"/>
                                        <p:tgtEl>
                                          <p:spTgt spid="82"/>
                                        </p:tgtEl>
                                        <p:attrNameLst>
                                          <p:attrName>ppt_y</p:attrName>
                                        </p:attrNameLst>
                                      </p:cBhvr>
                                      <p:tavLst>
                                        <p:tav tm="0">
                                          <p:val>
                                            <p:strVal val="#ppt_y+.1"/>
                                          </p:val>
                                        </p:tav>
                                        <p:tav tm="100000">
                                          <p:val>
                                            <p:strVal val="#ppt_y"/>
                                          </p:val>
                                        </p:tav>
                                      </p:tavLst>
                                    </p:anim>
                                  </p:childTnLst>
                                </p:cTn>
                              </p:par>
                              <p:par>
                                <p:cTn id="209" presetID="42" presetClass="entr" presetSubtype="0" fill="hold" grpId="0" nodeType="withEffect">
                                  <p:stCondLst>
                                    <p:cond delay="250"/>
                                  </p:stCondLst>
                                  <p:childTnLst>
                                    <p:set>
                                      <p:cBhvr>
                                        <p:cTn id="210" dur="1" fill="hold">
                                          <p:stCondLst>
                                            <p:cond delay="0"/>
                                          </p:stCondLst>
                                        </p:cTn>
                                        <p:tgtEl>
                                          <p:spTgt spid="83"/>
                                        </p:tgtEl>
                                        <p:attrNameLst>
                                          <p:attrName>style.visibility</p:attrName>
                                        </p:attrNameLst>
                                      </p:cBhvr>
                                      <p:to>
                                        <p:strVal val="visible"/>
                                      </p:to>
                                    </p:set>
                                    <p:animEffect transition="in" filter="fade">
                                      <p:cBhvr>
                                        <p:cTn id="211" dur="650"/>
                                        <p:tgtEl>
                                          <p:spTgt spid="83"/>
                                        </p:tgtEl>
                                      </p:cBhvr>
                                    </p:animEffect>
                                    <p:anim calcmode="lin" valueType="num">
                                      <p:cBhvr>
                                        <p:cTn id="212" dur="650" fill="hold"/>
                                        <p:tgtEl>
                                          <p:spTgt spid="83"/>
                                        </p:tgtEl>
                                        <p:attrNameLst>
                                          <p:attrName>ppt_x</p:attrName>
                                        </p:attrNameLst>
                                      </p:cBhvr>
                                      <p:tavLst>
                                        <p:tav tm="0">
                                          <p:val>
                                            <p:strVal val="#ppt_x"/>
                                          </p:val>
                                        </p:tav>
                                        <p:tav tm="100000">
                                          <p:val>
                                            <p:strVal val="#ppt_x"/>
                                          </p:val>
                                        </p:tav>
                                      </p:tavLst>
                                    </p:anim>
                                    <p:anim calcmode="lin" valueType="num">
                                      <p:cBhvr>
                                        <p:cTn id="213" dur="650" fill="hold"/>
                                        <p:tgtEl>
                                          <p:spTgt spid="83"/>
                                        </p:tgtEl>
                                        <p:attrNameLst>
                                          <p:attrName>ppt_y</p:attrName>
                                        </p:attrNameLst>
                                      </p:cBhvr>
                                      <p:tavLst>
                                        <p:tav tm="0">
                                          <p:val>
                                            <p:strVal val="#ppt_y+.1"/>
                                          </p:val>
                                        </p:tav>
                                        <p:tav tm="100000">
                                          <p:val>
                                            <p:strVal val="#ppt_y"/>
                                          </p:val>
                                        </p:tav>
                                      </p:tavLst>
                                    </p:anim>
                                  </p:childTnLst>
                                </p:cTn>
                              </p:par>
                            </p:childTnLst>
                          </p:cTn>
                        </p:par>
                      </p:childTnLst>
                    </p:cTn>
                  </p:par>
                  <p:par>
                    <p:cTn id="214" fill="hold">
                      <p:stCondLst>
                        <p:cond delay="indefinite"/>
                      </p:stCondLst>
                      <p:childTnLst>
                        <p:par>
                          <p:cTn id="215" fill="hold">
                            <p:stCondLst>
                              <p:cond delay="0"/>
                            </p:stCondLst>
                            <p:childTnLst>
                              <p:par>
                                <p:cTn id="216" presetID="10" presetClass="exit" presetSubtype="0" fill="hold" grpId="1" nodeType="clickEffect">
                                  <p:stCondLst>
                                    <p:cond delay="0"/>
                                  </p:stCondLst>
                                  <p:childTnLst>
                                    <p:animEffect transition="out" filter="fade">
                                      <p:cBhvr>
                                        <p:cTn id="217" dur="300"/>
                                        <p:tgtEl>
                                          <p:spTgt spid="48"/>
                                        </p:tgtEl>
                                      </p:cBhvr>
                                    </p:animEffect>
                                    <p:set>
                                      <p:cBhvr>
                                        <p:cTn id="218" dur="1" fill="hold">
                                          <p:stCondLst>
                                            <p:cond delay="299"/>
                                          </p:stCondLst>
                                        </p:cTn>
                                        <p:tgtEl>
                                          <p:spTgt spid="48"/>
                                        </p:tgtEl>
                                        <p:attrNameLst>
                                          <p:attrName>style.visibility</p:attrName>
                                        </p:attrNameLst>
                                      </p:cBhvr>
                                      <p:to>
                                        <p:strVal val="hidden"/>
                                      </p:to>
                                    </p:set>
                                  </p:childTnLst>
                                </p:cTn>
                              </p:par>
                              <p:par>
                                <p:cTn id="219" presetID="10" presetClass="exit" presetSubtype="0" fill="hold" grpId="1" nodeType="withEffect">
                                  <p:stCondLst>
                                    <p:cond delay="0"/>
                                  </p:stCondLst>
                                  <p:childTnLst>
                                    <p:animEffect transition="out" filter="fade">
                                      <p:cBhvr>
                                        <p:cTn id="220" dur="300"/>
                                        <p:tgtEl>
                                          <p:spTgt spid="49"/>
                                        </p:tgtEl>
                                      </p:cBhvr>
                                    </p:animEffect>
                                    <p:set>
                                      <p:cBhvr>
                                        <p:cTn id="221" dur="1" fill="hold">
                                          <p:stCondLst>
                                            <p:cond delay="299"/>
                                          </p:stCondLst>
                                        </p:cTn>
                                        <p:tgtEl>
                                          <p:spTgt spid="49"/>
                                        </p:tgtEl>
                                        <p:attrNameLst>
                                          <p:attrName>style.visibility</p:attrName>
                                        </p:attrNameLst>
                                      </p:cBhvr>
                                      <p:to>
                                        <p:strVal val="hidden"/>
                                      </p:to>
                                    </p:set>
                                  </p:childTnLst>
                                </p:cTn>
                              </p:par>
                              <p:par>
                                <p:cTn id="222" presetID="10" presetClass="exit" presetSubtype="0" fill="hold" grpId="1" nodeType="withEffect">
                                  <p:stCondLst>
                                    <p:cond delay="0"/>
                                  </p:stCondLst>
                                  <p:childTnLst>
                                    <p:animEffect transition="out" filter="fade">
                                      <p:cBhvr>
                                        <p:cTn id="223" dur="300"/>
                                        <p:tgtEl>
                                          <p:spTgt spid="50"/>
                                        </p:tgtEl>
                                      </p:cBhvr>
                                    </p:animEffect>
                                    <p:set>
                                      <p:cBhvr>
                                        <p:cTn id="224" dur="1" fill="hold">
                                          <p:stCondLst>
                                            <p:cond delay="299"/>
                                          </p:stCondLst>
                                        </p:cTn>
                                        <p:tgtEl>
                                          <p:spTgt spid="50"/>
                                        </p:tgtEl>
                                        <p:attrNameLst>
                                          <p:attrName>style.visibility</p:attrName>
                                        </p:attrNameLst>
                                      </p:cBhvr>
                                      <p:to>
                                        <p:strVal val="hidden"/>
                                      </p:to>
                                    </p:set>
                                  </p:childTnLst>
                                </p:cTn>
                              </p:par>
                              <p:par>
                                <p:cTn id="225" presetID="10" presetClass="exit" presetSubtype="0" fill="hold" grpId="1" nodeType="withEffect">
                                  <p:stCondLst>
                                    <p:cond delay="0"/>
                                  </p:stCondLst>
                                  <p:childTnLst>
                                    <p:animEffect transition="out" filter="fade">
                                      <p:cBhvr>
                                        <p:cTn id="226" dur="300"/>
                                        <p:tgtEl>
                                          <p:spTgt spid="51"/>
                                        </p:tgtEl>
                                      </p:cBhvr>
                                    </p:animEffect>
                                    <p:set>
                                      <p:cBhvr>
                                        <p:cTn id="227" dur="1" fill="hold">
                                          <p:stCondLst>
                                            <p:cond delay="299"/>
                                          </p:stCondLst>
                                        </p:cTn>
                                        <p:tgtEl>
                                          <p:spTgt spid="51"/>
                                        </p:tgtEl>
                                        <p:attrNameLst>
                                          <p:attrName>style.visibility</p:attrName>
                                        </p:attrNameLst>
                                      </p:cBhvr>
                                      <p:to>
                                        <p:strVal val="hidden"/>
                                      </p:to>
                                    </p:set>
                                  </p:childTnLst>
                                </p:cTn>
                              </p:par>
                              <p:par>
                                <p:cTn id="228" presetID="10" presetClass="exit" presetSubtype="0" fill="hold" grpId="1" nodeType="withEffect">
                                  <p:stCondLst>
                                    <p:cond delay="0"/>
                                  </p:stCondLst>
                                  <p:childTnLst>
                                    <p:animEffect transition="out" filter="fade">
                                      <p:cBhvr>
                                        <p:cTn id="229" dur="300"/>
                                        <p:tgtEl>
                                          <p:spTgt spid="52"/>
                                        </p:tgtEl>
                                      </p:cBhvr>
                                    </p:animEffect>
                                    <p:set>
                                      <p:cBhvr>
                                        <p:cTn id="230" dur="1" fill="hold">
                                          <p:stCondLst>
                                            <p:cond delay="299"/>
                                          </p:stCondLst>
                                        </p:cTn>
                                        <p:tgtEl>
                                          <p:spTgt spid="52"/>
                                        </p:tgtEl>
                                        <p:attrNameLst>
                                          <p:attrName>style.visibility</p:attrName>
                                        </p:attrNameLst>
                                      </p:cBhvr>
                                      <p:to>
                                        <p:strVal val="hidden"/>
                                      </p:to>
                                    </p:set>
                                  </p:childTnLst>
                                </p:cTn>
                              </p:par>
                              <p:par>
                                <p:cTn id="231" presetID="10" presetClass="exit" presetSubtype="0" fill="hold" grpId="1" nodeType="withEffect">
                                  <p:stCondLst>
                                    <p:cond delay="0"/>
                                  </p:stCondLst>
                                  <p:childTnLst>
                                    <p:animEffect transition="out" filter="fade">
                                      <p:cBhvr>
                                        <p:cTn id="232" dur="300"/>
                                        <p:tgtEl>
                                          <p:spTgt spid="53"/>
                                        </p:tgtEl>
                                      </p:cBhvr>
                                    </p:animEffect>
                                    <p:set>
                                      <p:cBhvr>
                                        <p:cTn id="233" dur="1" fill="hold">
                                          <p:stCondLst>
                                            <p:cond delay="299"/>
                                          </p:stCondLst>
                                        </p:cTn>
                                        <p:tgtEl>
                                          <p:spTgt spid="53"/>
                                        </p:tgtEl>
                                        <p:attrNameLst>
                                          <p:attrName>style.visibility</p:attrName>
                                        </p:attrNameLst>
                                      </p:cBhvr>
                                      <p:to>
                                        <p:strVal val="hidden"/>
                                      </p:to>
                                    </p:set>
                                  </p:childTnLst>
                                </p:cTn>
                              </p:par>
                              <p:par>
                                <p:cTn id="234" presetID="10" presetClass="exit" presetSubtype="0" fill="hold" grpId="1" nodeType="withEffect">
                                  <p:stCondLst>
                                    <p:cond delay="0"/>
                                  </p:stCondLst>
                                  <p:childTnLst>
                                    <p:animEffect transition="out" filter="fade">
                                      <p:cBhvr>
                                        <p:cTn id="235" dur="300"/>
                                        <p:tgtEl>
                                          <p:spTgt spid="54"/>
                                        </p:tgtEl>
                                      </p:cBhvr>
                                    </p:animEffect>
                                    <p:set>
                                      <p:cBhvr>
                                        <p:cTn id="236" dur="1" fill="hold">
                                          <p:stCondLst>
                                            <p:cond delay="299"/>
                                          </p:stCondLst>
                                        </p:cTn>
                                        <p:tgtEl>
                                          <p:spTgt spid="54"/>
                                        </p:tgtEl>
                                        <p:attrNameLst>
                                          <p:attrName>style.visibility</p:attrName>
                                        </p:attrNameLst>
                                      </p:cBhvr>
                                      <p:to>
                                        <p:strVal val="hidden"/>
                                      </p:to>
                                    </p:set>
                                  </p:childTnLst>
                                </p:cTn>
                              </p:par>
                              <p:par>
                                <p:cTn id="237" presetID="10" presetClass="exit" presetSubtype="0" fill="hold" grpId="1" nodeType="withEffect">
                                  <p:stCondLst>
                                    <p:cond delay="0"/>
                                  </p:stCondLst>
                                  <p:childTnLst>
                                    <p:animEffect transition="out" filter="fade">
                                      <p:cBhvr>
                                        <p:cTn id="238" dur="300"/>
                                        <p:tgtEl>
                                          <p:spTgt spid="55"/>
                                        </p:tgtEl>
                                      </p:cBhvr>
                                    </p:animEffect>
                                    <p:set>
                                      <p:cBhvr>
                                        <p:cTn id="239" dur="1" fill="hold">
                                          <p:stCondLst>
                                            <p:cond delay="299"/>
                                          </p:stCondLst>
                                        </p:cTn>
                                        <p:tgtEl>
                                          <p:spTgt spid="55"/>
                                        </p:tgtEl>
                                        <p:attrNameLst>
                                          <p:attrName>style.visibility</p:attrName>
                                        </p:attrNameLst>
                                      </p:cBhvr>
                                      <p:to>
                                        <p:strVal val="hidden"/>
                                      </p:to>
                                    </p:set>
                                  </p:childTnLst>
                                </p:cTn>
                              </p:par>
                              <p:par>
                                <p:cTn id="240" presetID="10" presetClass="exit" presetSubtype="0" fill="hold" grpId="1" nodeType="withEffect">
                                  <p:stCondLst>
                                    <p:cond delay="0"/>
                                  </p:stCondLst>
                                  <p:childTnLst>
                                    <p:animEffect transition="out" filter="fade">
                                      <p:cBhvr>
                                        <p:cTn id="241" dur="300"/>
                                        <p:tgtEl>
                                          <p:spTgt spid="56"/>
                                        </p:tgtEl>
                                      </p:cBhvr>
                                    </p:animEffect>
                                    <p:set>
                                      <p:cBhvr>
                                        <p:cTn id="242" dur="1" fill="hold">
                                          <p:stCondLst>
                                            <p:cond delay="299"/>
                                          </p:stCondLst>
                                        </p:cTn>
                                        <p:tgtEl>
                                          <p:spTgt spid="56"/>
                                        </p:tgtEl>
                                        <p:attrNameLst>
                                          <p:attrName>style.visibility</p:attrName>
                                        </p:attrNameLst>
                                      </p:cBhvr>
                                      <p:to>
                                        <p:strVal val="hidden"/>
                                      </p:to>
                                    </p:set>
                                  </p:childTnLst>
                                </p:cTn>
                              </p:par>
                              <p:par>
                                <p:cTn id="243" presetID="10" presetClass="exit" presetSubtype="0" fill="hold" grpId="1" nodeType="withEffect">
                                  <p:stCondLst>
                                    <p:cond delay="0"/>
                                  </p:stCondLst>
                                  <p:childTnLst>
                                    <p:animEffect transition="out" filter="fade">
                                      <p:cBhvr>
                                        <p:cTn id="244" dur="300"/>
                                        <p:tgtEl>
                                          <p:spTgt spid="57"/>
                                        </p:tgtEl>
                                      </p:cBhvr>
                                    </p:animEffect>
                                    <p:set>
                                      <p:cBhvr>
                                        <p:cTn id="245" dur="1" fill="hold">
                                          <p:stCondLst>
                                            <p:cond delay="299"/>
                                          </p:stCondLst>
                                        </p:cTn>
                                        <p:tgtEl>
                                          <p:spTgt spid="57"/>
                                        </p:tgtEl>
                                        <p:attrNameLst>
                                          <p:attrName>style.visibility</p:attrName>
                                        </p:attrNameLst>
                                      </p:cBhvr>
                                      <p:to>
                                        <p:strVal val="hidden"/>
                                      </p:to>
                                    </p:set>
                                  </p:childTnLst>
                                </p:cTn>
                              </p:par>
                              <p:par>
                                <p:cTn id="246" presetID="10" presetClass="exit" presetSubtype="0" fill="hold" grpId="1" nodeType="withEffect">
                                  <p:stCondLst>
                                    <p:cond delay="0"/>
                                  </p:stCondLst>
                                  <p:childTnLst>
                                    <p:animEffect transition="out" filter="fade">
                                      <p:cBhvr>
                                        <p:cTn id="247" dur="300"/>
                                        <p:tgtEl>
                                          <p:spTgt spid="58"/>
                                        </p:tgtEl>
                                      </p:cBhvr>
                                    </p:animEffect>
                                    <p:set>
                                      <p:cBhvr>
                                        <p:cTn id="248" dur="1" fill="hold">
                                          <p:stCondLst>
                                            <p:cond delay="299"/>
                                          </p:stCondLst>
                                        </p:cTn>
                                        <p:tgtEl>
                                          <p:spTgt spid="58"/>
                                        </p:tgtEl>
                                        <p:attrNameLst>
                                          <p:attrName>style.visibility</p:attrName>
                                        </p:attrNameLst>
                                      </p:cBhvr>
                                      <p:to>
                                        <p:strVal val="hidden"/>
                                      </p:to>
                                    </p:set>
                                  </p:childTnLst>
                                </p:cTn>
                              </p:par>
                              <p:par>
                                <p:cTn id="249" presetID="10" presetClass="exit" presetSubtype="0" fill="hold" grpId="1" nodeType="withEffect">
                                  <p:stCondLst>
                                    <p:cond delay="0"/>
                                  </p:stCondLst>
                                  <p:childTnLst>
                                    <p:animEffect transition="out" filter="fade">
                                      <p:cBhvr>
                                        <p:cTn id="250" dur="300"/>
                                        <p:tgtEl>
                                          <p:spTgt spid="59"/>
                                        </p:tgtEl>
                                      </p:cBhvr>
                                    </p:animEffect>
                                    <p:set>
                                      <p:cBhvr>
                                        <p:cTn id="251" dur="1" fill="hold">
                                          <p:stCondLst>
                                            <p:cond delay="299"/>
                                          </p:stCondLst>
                                        </p:cTn>
                                        <p:tgtEl>
                                          <p:spTgt spid="59"/>
                                        </p:tgtEl>
                                        <p:attrNameLst>
                                          <p:attrName>style.visibility</p:attrName>
                                        </p:attrNameLst>
                                      </p:cBhvr>
                                      <p:to>
                                        <p:strVal val="hidden"/>
                                      </p:to>
                                    </p:set>
                                  </p:childTnLst>
                                </p:cTn>
                              </p:par>
                              <p:par>
                                <p:cTn id="252" presetID="10" presetClass="exit" presetSubtype="0" fill="hold" grpId="1" nodeType="withEffect">
                                  <p:stCondLst>
                                    <p:cond delay="0"/>
                                  </p:stCondLst>
                                  <p:childTnLst>
                                    <p:animEffect transition="out" filter="fade">
                                      <p:cBhvr>
                                        <p:cTn id="253" dur="300"/>
                                        <p:tgtEl>
                                          <p:spTgt spid="60"/>
                                        </p:tgtEl>
                                      </p:cBhvr>
                                    </p:animEffect>
                                    <p:set>
                                      <p:cBhvr>
                                        <p:cTn id="254" dur="1" fill="hold">
                                          <p:stCondLst>
                                            <p:cond delay="299"/>
                                          </p:stCondLst>
                                        </p:cTn>
                                        <p:tgtEl>
                                          <p:spTgt spid="60"/>
                                        </p:tgtEl>
                                        <p:attrNameLst>
                                          <p:attrName>style.visibility</p:attrName>
                                        </p:attrNameLst>
                                      </p:cBhvr>
                                      <p:to>
                                        <p:strVal val="hidden"/>
                                      </p:to>
                                    </p:set>
                                  </p:childTnLst>
                                </p:cTn>
                              </p:par>
                              <p:par>
                                <p:cTn id="255" presetID="10" presetClass="exit" presetSubtype="0" fill="hold" grpId="1" nodeType="withEffect">
                                  <p:stCondLst>
                                    <p:cond delay="0"/>
                                  </p:stCondLst>
                                  <p:childTnLst>
                                    <p:animEffect transition="out" filter="fade">
                                      <p:cBhvr>
                                        <p:cTn id="256" dur="300"/>
                                        <p:tgtEl>
                                          <p:spTgt spid="61"/>
                                        </p:tgtEl>
                                      </p:cBhvr>
                                    </p:animEffect>
                                    <p:set>
                                      <p:cBhvr>
                                        <p:cTn id="257" dur="1" fill="hold">
                                          <p:stCondLst>
                                            <p:cond delay="299"/>
                                          </p:stCondLst>
                                        </p:cTn>
                                        <p:tgtEl>
                                          <p:spTgt spid="61"/>
                                        </p:tgtEl>
                                        <p:attrNameLst>
                                          <p:attrName>style.visibility</p:attrName>
                                        </p:attrNameLst>
                                      </p:cBhvr>
                                      <p:to>
                                        <p:strVal val="hidden"/>
                                      </p:to>
                                    </p:set>
                                  </p:childTnLst>
                                </p:cTn>
                              </p:par>
                              <p:par>
                                <p:cTn id="258" presetID="10" presetClass="exit" presetSubtype="0" fill="hold" grpId="1" nodeType="withEffect">
                                  <p:stCondLst>
                                    <p:cond delay="0"/>
                                  </p:stCondLst>
                                  <p:childTnLst>
                                    <p:animEffect transition="out" filter="fade">
                                      <p:cBhvr>
                                        <p:cTn id="259" dur="300"/>
                                        <p:tgtEl>
                                          <p:spTgt spid="62"/>
                                        </p:tgtEl>
                                      </p:cBhvr>
                                    </p:animEffect>
                                    <p:set>
                                      <p:cBhvr>
                                        <p:cTn id="260" dur="1" fill="hold">
                                          <p:stCondLst>
                                            <p:cond delay="299"/>
                                          </p:stCondLst>
                                        </p:cTn>
                                        <p:tgtEl>
                                          <p:spTgt spid="62"/>
                                        </p:tgtEl>
                                        <p:attrNameLst>
                                          <p:attrName>style.visibility</p:attrName>
                                        </p:attrNameLst>
                                      </p:cBhvr>
                                      <p:to>
                                        <p:strVal val="hidden"/>
                                      </p:to>
                                    </p:set>
                                  </p:childTnLst>
                                </p:cTn>
                              </p:par>
                              <p:par>
                                <p:cTn id="261" presetID="10" presetClass="exit" presetSubtype="0" fill="hold" grpId="1" nodeType="withEffect">
                                  <p:stCondLst>
                                    <p:cond delay="0"/>
                                  </p:stCondLst>
                                  <p:childTnLst>
                                    <p:animEffect transition="out" filter="fade">
                                      <p:cBhvr>
                                        <p:cTn id="262" dur="300"/>
                                        <p:tgtEl>
                                          <p:spTgt spid="63"/>
                                        </p:tgtEl>
                                      </p:cBhvr>
                                    </p:animEffect>
                                    <p:set>
                                      <p:cBhvr>
                                        <p:cTn id="263" dur="1" fill="hold">
                                          <p:stCondLst>
                                            <p:cond delay="299"/>
                                          </p:stCondLst>
                                        </p:cTn>
                                        <p:tgtEl>
                                          <p:spTgt spid="63"/>
                                        </p:tgtEl>
                                        <p:attrNameLst>
                                          <p:attrName>style.visibility</p:attrName>
                                        </p:attrNameLst>
                                      </p:cBhvr>
                                      <p:to>
                                        <p:strVal val="hidden"/>
                                      </p:to>
                                    </p:set>
                                  </p:childTnLst>
                                </p:cTn>
                              </p:par>
                              <p:par>
                                <p:cTn id="264" presetID="10" presetClass="exit" presetSubtype="0" fill="hold" grpId="1" nodeType="withEffect">
                                  <p:stCondLst>
                                    <p:cond delay="0"/>
                                  </p:stCondLst>
                                  <p:childTnLst>
                                    <p:animEffect transition="out" filter="fade">
                                      <p:cBhvr>
                                        <p:cTn id="265" dur="300"/>
                                        <p:tgtEl>
                                          <p:spTgt spid="64"/>
                                        </p:tgtEl>
                                      </p:cBhvr>
                                    </p:animEffect>
                                    <p:set>
                                      <p:cBhvr>
                                        <p:cTn id="266" dur="1" fill="hold">
                                          <p:stCondLst>
                                            <p:cond delay="299"/>
                                          </p:stCondLst>
                                        </p:cTn>
                                        <p:tgtEl>
                                          <p:spTgt spid="64"/>
                                        </p:tgtEl>
                                        <p:attrNameLst>
                                          <p:attrName>style.visibility</p:attrName>
                                        </p:attrNameLst>
                                      </p:cBhvr>
                                      <p:to>
                                        <p:strVal val="hidden"/>
                                      </p:to>
                                    </p:set>
                                  </p:childTnLst>
                                </p:cTn>
                              </p:par>
                              <p:par>
                                <p:cTn id="267" presetID="10" presetClass="exit" presetSubtype="0" fill="hold" grpId="1" nodeType="withEffect">
                                  <p:stCondLst>
                                    <p:cond delay="0"/>
                                  </p:stCondLst>
                                  <p:childTnLst>
                                    <p:animEffect transition="out" filter="fade">
                                      <p:cBhvr>
                                        <p:cTn id="268" dur="300"/>
                                        <p:tgtEl>
                                          <p:spTgt spid="65"/>
                                        </p:tgtEl>
                                      </p:cBhvr>
                                    </p:animEffect>
                                    <p:set>
                                      <p:cBhvr>
                                        <p:cTn id="269" dur="1" fill="hold">
                                          <p:stCondLst>
                                            <p:cond delay="299"/>
                                          </p:stCondLst>
                                        </p:cTn>
                                        <p:tgtEl>
                                          <p:spTgt spid="65"/>
                                        </p:tgtEl>
                                        <p:attrNameLst>
                                          <p:attrName>style.visibility</p:attrName>
                                        </p:attrNameLst>
                                      </p:cBhvr>
                                      <p:to>
                                        <p:strVal val="hidden"/>
                                      </p:to>
                                    </p:set>
                                  </p:childTnLst>
                                </p:cTn>
                              </p:par>
                              <p:par>
                                <p:cTn id="270" presetID="10" presetClass="exit" presetSubtype="0" fill="hold" grpId="1" nodeType="withEffect">
                                  <p:stCondLst>
                                    <p:cond delay="0"/>
                                  </p:stCondLst>
                                  <p:childTnLst>
                                    <p:animEffect transition="out" filter="fade">
                                      <p:cBhvr>
                                        <p:cTn id="271" dur="300"/>
                                        <p:tgtEl>
                                          <p:spTgt spid="66"/>
                                        </p:tgtEl>
                                      </p:cBhvr>
                                    </p:animEffect>
                                    <p:set>
                                      <p:cBhvr>
                                        <p:cTn id="272" dur="1" fill="hold">
                                          <p:stCondLst>
                                            <p:cond delay="299"/>
                                          </p:stCondLst>
                                        </p:cTn>
                                        <p:tgtEl>
                                          <p:spTgt spid="66"/>
                                        </p:tgtEl>
                                        <p:attrNameLst>
                                          <p:attrName>style.visibility</p:attrName>
                                        </p:attrNameLst>
                                      </p:cBhvr>
                                      <p:to>
                                        <p:strVal val="hidden"/>
                                      </p:to>
                                    </p:set>
                                  </p:childTnLst>
                                </p:cTn>
                              </p:par>
                              <p:par>
                                <p:cTn id="273" presetID="10" presetClass="exit" presetSubtype="0" fill="hold" grpId="1" nodeType="withEffect">
                                  <p:stCondLst>
                                    <p:cond delay="0"/>
                                  </p:stCondLst>
                                  <p:childTnLst>
                                    <p:animEffect transition="out" filter="fade">
                                      <p:cBhvr>
                                        <p:cTn id="274" dur="300"/>
                                        <p:tgtEl>
                                          <p:spTgt spid="67"/>
                                        </p:tgtEl>
                                      </p:cBhvr>
                                    </p:animEffect>
                                    <p:set>
                                      <p:cBhvr>
                                        <p:cTn id="275" dur="1" fill="hold">
                                          <p:stCondLst>
                                            <p:cond delay="299"/>
                                          </p:stCondLst>
                                        </p:cTn>
                                        <p:tgtEl>
                                          <p:spTgt spid="67"/>
                                        </p:tgtEl>
                                        <p:attrNameLst>
                                          <p:attrName>style.visibility</p:attrName>
                                        </p:attrNameLst>
                                      </p:cBhvr>
                                      <p:to>
                                        <p:strVal val="hidden"/>
                                      </p:to>
                                    </p:set>
                                  </p:childTnLst>
                                </p:cTn>
                              </p:par>
                              <p:par>
                                <p:cTn id="276" presetID="10" presetClass="exit" presetSubtype="0" fill="hold" grpId="1" nodeType="withEffect">
                                  <p:stCondLst>
                                    <p:cond delay="0"/>
                                  </p:stCondLst>
                                  <p:childTnLst>
                                    <p:animEffect transition="out" filter="fade">
                                      <p:cBhvr>
                                        <p:cTn id="277" dur="300"/>
                                        <p:tgtEl>
                                          <p:spTgt spid="68"/>
                                        </p:tgtEl>
                                      </p:cBhvr>
                                    </p:animEffect>
                                    <p:set>
                                      <p:cBhvr>
                                        <p:cTn id="278" dur="1" fill="hold">
                                          <p:stCondLst>
                                            <p:cond delay="299"/>
                                          </p:stCondLst>
                                        </p:cTn>
                                        <p:tgtEl>
                                          <p:spTgt spid="68"/>
                                        </p:tgtEl>
                                        <p:attrNameLst>
                                          <p:attrName>style.visibility</p:attrName>
                                        </p:attrNameLst>
                                      </p:cBhvr>
                                      <p:to>
                                        <p:strVal val="hidden"/>
                                      </p:to>
                                    </p:set>
                                  </p:childTnLst>
                                </p:cTn>
                              </p:par>
                              <p:par>
                                <p:cTn id="279" presetID="10" presetClass="exit" presetSubtype="0" fill="hold" grpId="1" nodeType="withEffect">
                                  <p:stCondLst>
                                    <p:cond delay="0"/>
                                  </p:stCondLst>
                                  <p:childTnLst>
                                    <p:animEffect transition="out" filter="fade">
                                      <p:cBhvr>
                                        <p:cTn id="280" dur="300"/>
                                        <p:tgtEl>
                                          <p:spTgt spid="69"/>
                                        </p:tgtEl>
                                      </p:cBhvr>
                                    </p:animEffect>
                                    <p:set>
                                      <p:cBhvr>
                                        <p:cTn id="281" dur="1" fill="hold">
                                          <p:stCondLst>
                                            <p:cond delay="299"/>
                                          </p:stCondLst>
                                        </p:cTn>
                                        <p:tgtEl>
                                          <p:spTgt spid="69"/>
                                        </p:tgtEl>
                                        <p:attrNameLst>
                                          <p:attrName>style.visibility</p:attrName>
                                        </p:attrNameLst>
                                      </p:cBhvr>
                                      <p:to>
                                        <p:strVal val="hidden"/>
                                      </p:to>
                                    </p:set>
                                  </p:childTnLst>
                                </p:cTn>
                              </p:par>
                              <p:par>
                                <p:cTn id="282" presetID="10" presetClass="exit" presetSubtype="0" fill="hold" grpId="1" nodeType="withEffect">
                                  <p:stCondLst>
                                    <p:cond delay="0"/>
                                  </p:stCondLst>
                                  <p:childTnLst>
                                    <p:animEffect transition="out" filter="fade">
                                      <p:cBhvr>
                                        <p:cTn id="283" dur="300"/>
                                        <p:tgtEl>
                                          <p:spTgt spid="70"/>
                                        </p:tgtEl>
                                      </p:cBhvr>
                                    </p:animEffect>
                                    <p:set>
                                      <p:cBhvr>
                                        <p:cTn id="284" dur="1" fill="hold">
                                          <p:stCondLst>
                                            <p:cond delay="299"/>
                                          </p:stCondLst>
                                        </p:cTn>
                                        <p:tgtEl>
                                          <p:spTgt spid="70"/>
                                        </p:tgtEl>
                                        <p:attrNameLst>
                                          <p:attrName>style.visibility</p:attrName>
                                        </p:attrNameLst>
                                      </p:cBhvr>
                                      <p:to>
                                        <p:strVal val="hidden"/>
                                      </p:to>
                                    </p:set>
                                  </p:childTnLst>
                                </p:cTn>
                              </p:par>
                              <p:par>
                                <p:cTn id="285" presetID="10" presetClass="exit" presetSubtype="0" fill="hold" grpId="1" nodeType="withEffect">
                                  <p:stCondLst>
                                    <p:cond delay="0"/>
                                  </p:stCondLst>
                                  <p:childTnLst>
                                    <p:animEffect transition="out" filter="fade">
                                      <p:cBhvr>
                                        <p:cTn id="286" dur="300"/>
                                        <p:tgtEl>
                                          <p:spTgt spid="71"/>
                                        </p:tgtEl>
                                      </p:cBhvr>
                                    </p:animEffect>
                                    <p:set>
                                      <p:cBhvr>
                                        <p:cTn id="287" dur="1" fill="hold">
                                          <p:stCondLst>
                                            <p:cond delay="299"/>
                                          </p:stCondLst>
                                        </p:cTn>
                                        <p:tgtEl>
                                          <p:spTgt spid="71"/>
                                        </p:tgtEl>
                                        <p:attrNameLst>
                                          <p:attrName>style.visibility</p:attrName>
                                        </p:attrNameLst>
                                      </p:cBhvr>
                                      <p:to>
                                        <p:strVal val="hidden"/>
                                      </p:to>
                                    </p:set>
                                  </p:childTnLst>
                                </p:cTn>
                              </p:par>
                              <p:par>
                                <p:cTn id="288" presetID="10" presetClass="exit" presetSubtype="0" fill="hold" grpId="1" nodeType="withEffect">
                                  <p:stCondLst>
                                    <p:cond delay="0"/>
                                  </p:stCondLst>
                                  <p:childTnLst>
                                    <p:animEffect transition="out" filter="fade">
                                      <p:cBhvr>
                                        <p:cTn id="289" dur="300"/>
                                        <p:tgtEl>
                                          <p:spTgt spid="72"/>
                                        </p:tgtEl>
                                      </p:cBhvr>
                                    </p:animEffect>
                                    <p:set>
                                      <p:cBhvr>
                                        <p:cTn id="290" dur="1" fill="hold">
                                          <p:stCondLst>
                                            <p:cond delay="299"/>
                                          </p:stCondLst>
                                        </p:cTn>
                                        <p:tgtEl>
                                          <p:spTgt spid="72"/>
                                        </p:tgtEl>
                                        <p:attrNameLst>
                                          <p:attrName>style.visibility</p:attrName>
                                        </p:attrNameLst>
                                      </p:cBhvr>
                                      <p:to>
                                        <p:strVal val="hidden"/>
                                      </p:to>
                                    </p:set>
                                  </p:childTnLst>
                                </p:cTn>
                              </p:par>
                              <p:par>
                                <p:cTn id="291" presetID="10" presetClass="exit" presetSubtype="0" fill="hold" grpId="1" nodeType="withEffect">
                                  <p:stCondLst>
                                    <p:cond delay="0"/>
                                  </p:stCondLst>
                                  <p:childTnLst>
                                    <p:animEffect transition="out" filter="fade">
                                      <p:cBhvr>
                                        <p:cTn id="292" dur="300"/>
                                        <p:tgtEl>
                                          <p:spTgt spid="73"/>
                                        </p:tgtEl>
                                      </p:cBhvr>
                                    </p:animEffect>
                                    <p:set>
                                      <p:cBhvr>
                                        <p:cTn id="293" dur="1" fill="hold">
                                          <p:stCondLst>
                                            <p:cond delay="299"/>
                                          </p:stCondLst>
                                        </p:cTn>
                                        <p:tgtEl>
                                          <p:spTgt spid="73"/>
                                        </p:tgtEl>
                                        <p:attrNameLst>
                                          <p:attrName>style.visibility</p:attrName>
                                        </p:attrNameLst>
                                      </p:cBhvr>
                                      <p:to>
                                        <p:strVal val="hidden"/>
                                      </p:to>
                                    </p:set>
                                  </p:childTnLst>
                                </p:cTn>
                              </p:par>
                              <p:par>
                                <p:cTn id="294" presetID="10" presetClass="exit" presetSubtype="0" fill="hold" grpId="1" nodeType="withEffect">
                                  <p:stCondLst>
                                    <p:cond delay="0"/>
                                  </p:stCondLst>
                                  <p:childTnLst>
                                    <p:animEffect transition="out" filter="fade">
                                      <p:cBhvr>
                                        <p:cTn id="295" dur="300"/>
                                        <p:tgtEl>
                                          <p:spTgt spid="74"/>
                                        </p:tgtEl>
                                      </p:cBhvr>
                                    </p:animEffect>
                                    <p:set>
                                      <p:cBhvr>
                                        <p:cTn id="296" dur="1" fill="hold">
                                          <p:stCondLst>
                                            <p:cond delay="299"/>
                                          </p:stCondLst>
                                        </p:cTn>
                                        <p:tgtEl>
                                          <p:spTgt spid="74"/>
                                        </p:tgtEl>
                                        <p:attrNameLst>
                                          <p:attrName>style.visibility</p:attrName>
                                        </p:attrNameLst>
                                      </p:cBhvr>
                                      <p:to>
                                        <p:strVal val="hidden"/>
                                      </p:to>
                                    </p:set>
                                  </p:childTnLst>
                                </p:cTn>
                              </p:par>
                              <p:par>
                                <p:cTn id="297" presetID="10" presetClass="exit" presetSubtype="0" fill="hold" grpId="1" nodeType="withEffect">
                                  <p:stCondLst>
                                    <p:cond delay="0"/>
                                  </p:stCondLst>
                                  <p:childTnLst>
                                    <p:animEffect transition="out" filter="fade">
                                      <p:cBhvr>
                                        <p:cTn id="298" dur="300"/>
                                        <p:tgtEl>
                                          <p:spTgt spid="75"/>
                                        </p:tgtEl>
                                      </p:cBhvr>
                                    </p:animEffect>
                                    <p:set>
                                      <p:cBhvr>
                                        <p:cTn id="299" dur="1" fill="hold">
                                          <p:stCondLst>
                                            <p:cond delay="299"/>
                                          </p:stCondLst>
                                        </p:cTn>
                                        <p:tgtEl>
                                          <p:spTgt spid="75"/>
                                        </p:tgtEl>
                                        <p:attrNameLst>
                                          <p:attrName>style.visibility</p:attrName>
                                        </p:attrNameLst>
                                      </p:cBhvr>
                                      <p:to>
                                        <p:strVal val="hidden"/>
                                      </p:to>
                                    </p:set>
                                  </p:childTnLst>
                                </p:cTn>
                              </p:par>
                              <p:par>
                                <p:cTn id="300" presetID="10" presetClass="exit" presetSubtype="0" fill="hold" grpId="1" nodeType="withEffect">
                                  <p:stCondLst>
                                    <p:cond delay="0"/>
                                  </p:stCondLst>
                                  <p:childTnLst>
                                    <p:animEffect transition="out" filter="fade">
                                      <p:cBhvr>
                                        <p:cTn id="301" dur="300"/>
                                        <p:tgtEl>
                                          <p:spTgt spid="76"/>
                                        </p:tgtEl>
                                      </p:cBhvr>
                                    </p:animEffect>
                                    <p:set>
                                      <p:cBhvr>
                                        <p:cTn id="302" dur="1" fill="hold">
                                          <p:stCondLst>
                                            <p:cond delay="299"/>
                                          </p:stCondLst>
                                        </p:cTn>
                                        <p:tgtEl>
                                          <p:spTgt spid="76"/>
                                        </p:tgtEl>
                                        <p:attrNameLst>
                                          <p:attrName>style.visibility</p:attrName>
                                        </p:attrNameLst>
                                      </p:cBhvr>
                                      <p:to>
                                        <p:strVal val="hidden"/>
                                      </p:to>
                                    </p:set>
                                  </p:childTnLst>
                                </p:cTn>
                              </p:par>
                              <p:par>
                                <p:cTn id="303" presetID="10" presetClass="exit" presetSubtype="0" fill="hold" grpId="1" nodeType="withEffect">
                                  <p:stCondLst>
                                    <p:cond delay="0"/>
                                  </p:stCondLst>
                                  <p:childTnLst>
                                    <p:animEffect transition="out" filter="fade">
                                      <p:cBhvr>
                                        <p:cTn id="304" dur="300"/>
                                        <p:tgtEl>
                                          <p:spTgt spid="77"/>
                                        </p:tgtEl>
                                      </p:cBhvr>
                                    </p:animEffect>
                                    <p:set>
                                      <p:cBhvr>
                                        <p:cTn id="305" dur="1" fill="hold">
                                          <p:stCondLst>
                                            <p:cond delay="299"/>
                                          </p:stCondLst>
                                        </p:cTn>
                                        <p:tgtEl>
                                          <p:spTgt spid="77"/>
                                        </p:tgtEl>
                                        <p:attrNameLst>
                                          <p:attrName>style.visibility</p:attrName>
                                        </p:attrNameLst>
                                      </p:cBhvr>
                                      <p:to>
                                        <p:strVal val="hidden"/>
                                      </p:to>
                                    </p:set>
                                  </p:childTnLst>
                                </p:cTn>
                              </p:par>
                              <p:par>
                                <p:cTn id="306" presetID="10" presetClass="exit" presetSubtype="0" fill="hold" grpId="1" nodeType="withEffect">
                                  <p:stCondLst>
                                    <p:cond delay="0"/>
                                  </p:stCondLst>
                                  <p:childTnLst>
                                    <p:animEffect transition="out" filter="fade">
                                      <p:cBhvr>
                                        <p:cTn id="307" dur="300"/>
                                        <p:tgtEl>
                                          <p:spTgt spid="78"/>
                                        </p:tgtEl>
                                      </p:cBhvr>
                                    </p:animEffect>
                                    <p:set>
                                      <p:cBhvr>
                                        <p:cTn id="308" dur="1" fill="hold">
                                          <p:stCondLst>
                                            <p:cond delay="299"/>
                                          </p:stCondLst>
                                        </p:cTn>
                                        <p:tgtEl>
                                          <p:spTgt spid="78"/>
                                        </p:tgtEl>
                                        <p:attrNameLst>
                                          <p:attrName>style.visibility</p:attrName>
                                        </p:attrNameLst>
                                      </p:cBhvr>
                                      <p:to>
                                        <p:strVal val="hidden"/>
                                      </p:to>
                                    </p:set>
                                  </p:childTnLst>
                                </p:cTn>
                              </p:par>
                              <p:par>
                                <p:cTn id="309" presetID="10" presetClass="exit" presetSubtype="0" fill="hold" grpId="1" nodeType="withEffect">
                                  <p:stCondLst>
                                    <p:cond delay="0"/>
                                  </p:stCondLst>
                                  <p:childTnLst>
                                    <p:animEffect transition="out" filter="fade">
                                      <p:cBhvr>
                                        <p:cTn id="310" dur="300"/>
                                        <p:tgtEl>
                                          <p:spTgt spid="79"/>
                                        </p:tgtEl>
                                      </p:cBhvr>
                                    </p:animEffect>
                                    <p:set>
                                      <p:cBhvr>
                                        <p:cTn id="311" dur="1" fill="hold">
                                          <p:stCondLst>
                                            <p:cond delay="299"/>
                                          </p:stCondLst>
                                        </p:cTn>
                                        <p:tgtEl>
                                          <p:spTgt spid="79"/>
                                        </p:tgtEl>
                                        <p:attrNameLst>
                                          <p:attrName>style.visibility</p:attrName>
                                        </p:attrNameLst>
                                      </p:cBhvr>
                                      <p:to>
                                        <p:strVal val="hidden"/>
                                      </p:to>
                                    </p:set>
                                  </p:childTnLst>
                                </p:cTn>
                              </p:par>
                              <p:par>
                                <p:cTn id="312" presetID="10" presetClass="exit" presetSubtype="0" fill="hold" grpId="1" nodeType="withEffect">
                                  <p:stCondLst>
                                    <p:cond delay="0"/>
                                  </p:stCondLst>
                                  <p:childTnLst>
                                    <p:animEffect transition="out" filter="fade">
                                      <p:cBhvr>
                                        <p:cTn id="313" dur="300"/>
                                        <p:tgtEl>
                                          <p:spTgt spid="80"/>
                                        </p:tgtEl>
                                      </p:cBhvr>
                                    </p:animEffect>
                                    <p:set>
                                      <p:cBhvr>
                                        <p:cTn id="314" dur="1" fill="hold">
                                          <p:stCondLst>
                                            <p:cond delay="299"/>
                                          </p:stCondLst>
                                        </p:cTn>
                                        <p:tgtEl>
                                          <p:spTgt spid="80"/>
                                        </p:tgtEl>
                                        <p:attrNameLst>
                                          <p:attrName>style.visibility</p:attrName>
                                        </p:attrNameLst>
                                      </p:cBhvr>
                                      <p:to>
                                        <p:strVal val="hidden"/>
                                      </p:to>
                                    </p:set>
                                  </p:childTnLst>
                                </p:cTn>
                              </p:par>
                              <p:par>
                                <p:cTn id="315" presetID="10" presetClass="exit" presetSubtype="0" fill="hold" grpId="1" nodeType="withEffect">
                                  <p:stCondLst>
                                    <p:cond delay="0"/>
                                  </p:stCondLst>
                                  <p:childTnLst>
                                    <p:animEffect transition="out" filter="fade">
                                      <p:cBhvr>
                                        <p:cTn id="316" dur="300"/>
                                        <p:tgtEl>
                                          <p:spTgt spid="81"/>
                                        </p:tgtEl>
                                      </p:cBhvr>
                                    </p:animEffect>
                                    <p:set>
                                      <p:cBhvr>
                                        <p:cTn id="317" dur="1" fill="hold">
                                          <p:stCondLst>
                                            <p:cond delay="299"/>
                                          </p:stCondLst>
                                        </p:cTn>
                                        <p:tgtEl>
                                          <p:spTgt spid="81"/>
                                        </p:tgtEl>
                                        <p:attrNameLst>
                                          <p:attrName>style.visibility</p:attrName>
                                        </p:attrNameLst>
                                      </p:cBhvr>
                                      <p:to>
                                        <p:strVal val="hidden"/>
                                      </p:to>
                                    </p:set>
                                  </p:childTnLst>
                                </p:cTn>
                              </p:par>
                              <p:par>
                                <p:cTn id="318" presetID="10" presetClass="exit" presetSubtype="0" fill="hold" grpId="1" nodeType="withEffect">
                                  <p:stCondLst>
                                    <p:cond delay="0"/>
                                  </p:stCondLst>
                                  <p:childTnLst>
                                    <p:animEffect transition="out" filter="fade">
                                      <p:cBhvr>
                                        <p:cTn id="319" dur="300"/>
                                        <p:tgtEl>
                                          <p:spTgt spid="82"/>
                                        </p:tgtEl>
                                      </p:cBhvr>
                                    </p:animEffect>
                                    <p:set>
                                      <p:cBhvr>
                                        <p:cTn id="320" dur="1" fill="hold">
                                          <p:stCondLst>
                                            <p:cond delay="299"/>
                                          </p:stCondLst>
                                        </p:cTn>
                                        <p:tgtEl>
                                          <p:spTgt spid="82"/>
                                        </p:tgtEl>
                                        <p:attrNameLst>
                                          <p:attrName>style.visibility</p:attrName>
                                        </p:attrNameLst>
                                      </p:cBhvr>
                                      <p:to>
                                        <p:strVal val="hidden"/>
                                      </p:to>
                                    </p:set>
                                  </p:childTnLst>
                                </p:cTn>
                              </p:par>
                              <p:par>
                                <p:cTn id="321" presetID="10" presetClass="exit" presetSubtype="0" fill="hold" grpId="1" nodeType="withEffect">
                                  <p:stCondLst>
                                    <p:cond delay="0"/>
                                  </p:stCondLst>
                                  <p:childTnLst>
                                    <p:animEffect transition="out" filter="fade">
                                      <p:cBhvr>
                                        <p:cTn id="322" dur="300"/>
                                        <p:tgtEl>
                                          <p:spTgt spid="83"/>
                                        </p:tgtEl>
                                      </p:cBhvr>
                                    </p:animEffect>
                                    <p:set>
                                      <p:cBhvr>
                                        <p:cTn id="323" dur="1" fill="hold">
                                          <p:stCondLst>
                                            <p:cond delay="299"/>
                                          </p:stCondLst>
                                        </p:cTn>
                                        <p:tgtEl>
                                          <p:spTgt spid="83"/>
                                        </p:tgtEl>
                                        <p:attrNameLst>
                                          <p:attrName>style.visibility</p:attrName>
                                        </p:attrNameLst>
                                      </p:cBhvr>
                                      <p:to>
                                        <p:strVal val="hidden"/>
                                      </p:to>
                                    </p:set>
                                  </p:childTnLst>
                                </p:cTn>
                              </p:par>
                              <p:par>
                                <p:cTn id="324" presetID="53" presetClass="entr" presetSubtype="16" fill="hold" nodeType="withEffect">
                                  <p:stCondLst>
                                    <p:cond delay="250"/>
                                  </p:stCondLst>
                                  <p:childTnLst>
                                    <p:set>
                                      <p:cBhvr>
                                        <p:cTn id="325" dur="1" fill="hold">
                                          <p:stCondLst>
                                            <p:cond delay="0"/>
                                          </p:stCondLst>
                                        </p:cTn>
                                        <p:tgtEl>
                                          <p:spTgt spid="37"/>
                                        </p:tgtEl>
                                        <p:attrNameLst>
                                          <p:attrName>style.visibility</p:attrName>
                                        </p:attrNameLst>
                                      </p:cBhvr>
                                      <p:to>
                                        <p:strVal val="visible"/>
                                      </p:to>
                                    </p:set>
                                    <p:anim calcmode="lin" valueType="num">
                                      <p:cBhvr>
                                        <p:cTn id="326" dur="750" fill="hold"/>
                                        <p:tgtEl>
                                          <p:spTgt spid="37"/>
                                        </p:tgtEl>
                                        <p:attrNameLst>
                                          <p:attrName>ppt_w</p:attrName>
                                        </p:attrNameLst>
                                      </p:cBhvr>
                                      <p:tavLst>
                                        <p:tav tm="0">
                                          <p:val>
                                            <p:fltVal val="0"/>
                                          </p:val>
                                        </p:tav>
                                        <p:tav tm="100000">
                                          <p:val>
                                            <p:strVal val="#ppt_w"/>
                                          </p:val>
                                        </p:tav>
                                      </p:tavLst>
                                    </p:anim>
                                    <p:anim calcmode="lin" valueType="num">
                                      <p:cBhvr>
                                        <p:cTn id="327" dur="750" fill="hold"/>
                                        <p:tgtEl>
                                          <p:spTgt spid="37"/>
                                        </p:tgtEl>
                                        <p:attrNameLst>
                                          <p:attrName>ppt_h</p:attrName>
                                        </p:attrNameLst>
                                      </p:cBhvr>
                                      <p:tavLst>
                                        <p:tav tm="0">
                                          <p:val>
                                            <p:fltVal val="0"/>
                                          </p:val>
                                        </p:tav>
                                        <p:tav tm="100000">
                                          <p:val>
                                            <p:strVal val="#ppt_h"/>
                                          </p:val>
                                        </p:tav>
                                      </p:tavLst>
                                    </p:anim>
                                    <p:animEffect transition="in" filter="fade">
                                      <p:cBhvr>
                                        <p:cTn id="328" dur="750"/>
                                        <p:tgtEl>
                                          <p:spTgt spid="37"/>
                                        </p:tgtEl>
                                      </p:cBhvr>
                                    </p:animEffect>
                                  </p:childTnLst>
                                </p:cTn>
                              </p:par>
                            </p:childTnLst>
                          </p:cTn>
                        </p:par>
                      </p:childTnLst>
                    </p:cTn>
                  </p:par>
                  <p:par>
                    <p:cTn id="329" fill="hold">
                      <p:stCondLst>
                        <p:cond delay="indefinite"/>
                      </p:stCondLst>
                      <p:childTnLst>
                        <p:par>
                          <p:cTn id="330" fill="hold">
                            <p:stCondLst>
                              <p:cond delay="0"/>
                            </p:stCondLst>
                            <p:childTnLst>
                              <p:par>
                                <p:cTn id="331" presetID="10" presetClass="exit" presetSubtype="0" fill="hold" nodeType="clickEffect">
                                  <p:stCondLst>
                                    <p:cond delay="0"/>
                                  </p:stCondLst>
                                  <p:childTnLst>
                                    <p:animEffect transition="out" filter="fade">
                                      <p:cBhvr>
                                        <p:cTn id="332" dur="300"/>
                                        <p:tgtEl>
                                          <p:spTgt spid="37"/>
                                        </p:tgtEl>
                                      </p:cBhvr>
                                    </p:animEffect>
                                    <p:set>
                                      <p:cBhvr>
                                        <p:cTn id="333" dur="1" fill="hold">
                                          <p:stCondLst>
                                            <p:cond delay="299"/>
                                          </p:stCondLst>
                                        </p:cTn>
                                        <p:tgtEl>
                                          <p:spTgt spid="37"/>
                                        </p:tgtEl>
                                        <p:attrNameLst>
                                          <p:attrName>style.visibility</p:attrName>
                                        </p:attrNameLst>
                                      </p:cBhvr>
                                      <p:to>
                                        <p:strVal val="hidden"/>
                                      </p:to>
                                    </p:set>
                                  </p:childTnLst>
                                </p:cTn>
                              </p:par>
                              <p:par>
                                <p:cTn id="334" presetID="42" presetClass="entr" presetSubtype="0" fill="hold" grpId="0" nodeType="withEffect">
                                  <p:stCondLst>
                                    <p:cond delay="250"/>
                                  </p:stCondLst>
                                  <p:childTnLst>
                                    <p:set>
                                      <p:cBhvr>
                                        <p:cTn id="335" dur="1" fill="hold">
                                          <p:stCondLst>
                                            <p:cond delay="0"/>
                                          </p:stCondLst>
                                        </p:cTn>
                                        <p:tgtEl>
                                          <p:spTgt spid="11"/>
                                        </p:tgtEl>
                                        <p:attrNameLst>
                                          <p:attrName>style.visibility</p:attrName>
                                        </p:attrNameLst>
                                      </p:cBhvr>
                                      <p:to>
                                        <p:strVal val="visible"/>
                                      </p:to>
                                    </p:set>
                                    <p:animEffect transition="in" filter="fade">
                                      <p:cBhvr>
                                        <p:cTn id="336" dur="650"/>
                                        <p:tgtEl>
                                          <p:spTgt spid="11"/>
                                        </p:tgtEl>
                                      </p:cBhvr>
                                    </p:animEffect>
                                    <p:anim calcmode="lin" valueType="num">
                                      <p:cBhvr>
                                        <p:cTn id="337" dur="650" fill="hold"/>
                                        <p:tgtEl>
                                          <p:spTgt spid="11"/>
                                        </p:tgtEl>
                                        <p:attrNameLst>
                                          <p:attrName>ppt_x</p:attrName>
                                        </p:attrNameLst>
                                      </p:cBhvr>
                                      <p:tavLst>
                                        <p:tav tm="0">
                                          <p:val>
                                            <p:strVal val="#ppt_x"/>
                                          </p:val>
                                        </p:tav>
                                        <p:tav tm="100000">
                                          <p:val>
                                            <p:strVal val="#ppt_x"/>
                                          </p:val>
                                        </p:tav>
                                      </p:tavLst>
                                    </p:anim>
                                    <p:anim calcmode="lin" valueType="num">
                                      <p:cBhvr>
                                        <p:cTn id="338" dur="650" fill="hold"/>
                                        <p:tgtEl>
                                          <p:spTgt spid="11"/>
                                        </p:tgtEl>
                                        <p:attrNameLst>
                                          <p:attrName>ppt_y</p:attrName>
                                        </p:attrNameLst>
                                      </p:cBhvr>
                                      <p:tavLst>
                                        <p:tav tm="0">
                                          <p:val>
                                            <p:strVal val="#ppt_y+.1"/>
                                          </p:val>
                                        </p:tav>
                                        <p:tav tm="100000">
                                          <p:val>
                                            <p:strVal val="#ppt_y"/>
                                          </p:val>
                                        </p:tav>
                                      </p:tavLst>
                                    </p:anim>
                                  </p:childTnLst>
                                </p:cTn>
                              </p:par>
                              <p:par>
                                <p:cTn id="339" presetID="42" presetClass="entr" presetSubtype="0" fill="hold" grpId="0" nodeType="withEffect">
                                  <p:stCondLst>
                                    <p:cond delay="250"/>
                                  </p:stCondLst>
                                  <p:childTnLst>
                                    <p:set>
                                      <p:cBhvr>
                                        <p:cTn id="340" dur="1" fill="hold">
                                          <p:stCondLst>
                                            <p:cond delay="0"/>
                                          </p:stCondLst>
                                        </p:cTn>
                                        <p:tgtEl>
                                          <p:spTgt spid="12"/>
                                        </p:tgtEl>
                                        <p:attrNameLst>
                                          <p:attrName>style.visibility</p:attrName>
                                        </p:attrNameLst>
                                      </p:cBhvr>
                                      <p:to>
                                        <p:strVal val="visible"/>
                                      </p:to>
                                    </p:set>
                                    <p:animEffect transition="in" filter="fade">
                                      <p:cBhvr>
                                        <p:cTn id="341" dur="650"/>
                                        <p:tgtEl>
                                          <p:spTgt spid="12"/>
                                        </p:tgtEl>
                                      </p:cBhvr>
                                    </p:animEffect>
                                    <p:anim calcmode="lin" valueType="num">
                                      <p:cBhvr>
                                        <p:cTn id="342" dur="650" fill="hold"/>
                                        <p:tgtEl>
                                          <p:spTgt spid="12"/>
                                        </p:tgtEl>
                                        <p:attrNameLst>
                                          <p:attrName>ppt_x</p:attrName>
                                        </p:attrNameLst>
                                      </p:cBhvr>
                                      <p:tavLst>
                                        <p:tav tm="0">
                                          <p:val>
                                            <p:strVal val="#ppt_x"/>
                                          </p:val>
                                        </p:tav>
                                        <p:tav tm="100000">
                                          <p:val>
                                            <p:strVal val="#ppt_x"/>
                                          </p:val>
                                        </p:tav>
                                      </p:tavLst>
                                    </p:anim>
                                    <p:anim calcmode="lin" valueType="num">
                                      <p:cBhvr>
                                        <p:cTn id="343" dur="650" fill="hold"/>
                                        <p:tgtEl>
                                          <p:spTgt spid="12"/>
                                        </p:tgtEl>
                                        <p:attrNameLst>
                                          <p:attrName>ppt_y</p:attrName>
                                        </p:attrNameLst>
                                      </p:cBhvr>
                                      <p:tavLst>
                                        <p:tav tm="0">
                                          <p:val>
                                            <p:strVal val="#ppt_y+.1"/>
                                          </p:val>
                                        </p:tav>
                                        <p:tav tm="100000">
                                          <p:val>
                                            <p:strVal val="#ppt_y"/>
                                          </p:val>
                                        </p:tav>
                                      </p:tavLst>
                                    </p:anim>
                                  </p:childTnLst>
                                </p:cTn>
                              </p:par>
                              <p:par>
                                <p:cTn id="344" presetID="42" presetClass="entr" presetSubtype="0" fill="hold" grpId="0" nodeType="withEffect">
                                  <p:stCondLst>
                                    <p:cond delay="250"/>
                                  </p:stCondLst>
                                  <p:childTnLst>
                                    <p:set>
                                      <p:cBhvr>
                                        <p:cTn id="345" dur="1" fill="hold">
                                          <p:stCondLst>
                                            <p:cond delay="0"/>
                                          </p:stCondLst>
                                        </p:cTn>
                                        <p:tgtEl>
                                          <p:spTgt spid="13"/>
                                        </p:tgtEl>
                                        <p:attrNameLst>
                                          <p:attrName>style.visibility</p:attrName>
                                        </p:attrNameLst>
                                      </p:cBhvr>
                                      <p:to>
                                        <p:strVal val="visible"/>
                                      </p:to>
                                    </p:set>
                                    <p:animEffect transition="in" filter="fade">
                                      <p:cBhvr>
                                        <p:cTn id="346" dur="650"/>
                                        <p:tgtEl>
                                          <p:spTgt spid="13"/>
                                        </p:tgtEl>
                                      </p:cBhvr>
                                    </p:animEffect>
                                    <p:anim calcmode="lin" valueType="num">
                                      <p:cBhvr>
                                        <p:cTn id="347" dur="650" fill="hold"/>
                                        <p:tgtEl>
                                          <p:spTgt spid="13"/>
                                        </p:tgtEl>
                                        <p:attrNameLst>
                                          <p:attrName>ppt_x</p:attrName>
                                        </p:attrNameLst>
                                      </p:cBhvr>
                                      <p:tavLst>
                                        <p:tav tm="0">
                                          <p:val>
                                            <p:strVal val="#ppt_x"/>
                                          </p:val>
                                        </p:tav>
                                        <p:tav tm="100000">
                                          <p:val>
                                            <p:strVal val="#ppt_x"/>
                                          </p:val>
                                        </p:tav>
                                      </p:tavLst>
                                    </p:anim>
                                    <p:anim calcmode="lin" valueType="num">
                                      <p:cBhvr>
                                        <p:cTn id="348" dur="650" fill="hold"/>
                                        <p:tgtEl>
                                          <p:spTgt spid="13"/>
                                        </p:tgtEl>
                                        <p:attrNameLst>
                                          <p:attrName>ppt_y</p:attrName>
                                        </p:attrNameLst>
                                      </p:cBhvr>
                                      <p:tavLst>
                                        <p:tav tm="0">
                                          <p:val>
                                            <p:strVal val="#ppt_y+.1"/>
                                          </p:val>
                                        </p:tav>
                                        <p:tav tm="100000">
                                          <p:val>
                                            <p:strVal val="#ppt_y"/>
                                          </p:val>
                                        </p:tav>
                                      </p:tavLst>
                                    </p:anim>
                                  </p:childTnLst>
                                </p:cTn>
                              </p:par>
                              <p:par>
                                <p:cTn id="349" presetID="42" presetClass="entr" presetSubtype="0" fill="hold" grpId="0" nodeType="withEffect">
                                  <p:stCondLst>
                                    <p:cond delay="250"/>
                                  </p:stCondLst>
                                  <p:childTnLst>
                                    <p:set>
                                      <p:cBhvr>
                                        <p:cTn id="350" dur="1" fill="hold">
                                          <p:stCondLst>
                                            <p:cond delay="0"/>
                                          </p:stCondLst>
                                        </p:cTn>
                                        <p:tgtEl>
                                          <p:spTgt spid="14"/>
                                        </p:tgtEl>
                                        <p:attrNameLst>
                                          <p:attrName>style.visibility</p:attrName>
                                        </p:attrNameLst>
                                      </p:cBhvr>
                                      <p:to>
                                        <p:strVal val="visible"/>
                                      </p:to>
                                    </p:set>
                                    <p:animEffect transition="in" filter="fade">
                                      <p:cBhvr>
                                        <p:cTn id="351" dur="650"/>
                                        <p:tgtEl>
                                          <p:spTgt spid="14"/>
                                        </p:tgtEl>
                                      </p:cBhvr>
                                    </p:animEffect>
                                    <p:anim calcmode="lin" valueType="num">
                                      <p:cBhvr>
                                        <p:cTn id="352" dur="650" fill="hold"/>
                                        <p:tgtEl>
                                          <p:spTgt spid="14"/>
                                        </p:tgtEl>
                                        <p:attrNameLst>
                                          <p:attrName>ppt_x</p:attrName>
                                        </p:attrNameLst>
                                      </p:cBhvr>
                                      <p:tavLst>
                                        <p:tav tm="0">
                                          <p:val>
                                            <p:strVal val="#ppt_x"/>
                                          </p:val>
                                        </p:tav>
                                        <p:tav tm="100000">
                                          <p:val>
                                            <p:strVal val="#ppt_x"/>
                                          </p:val>
                                        </p:tav>
                                      </p:tavLst>
                                    </p:anim>
                                    <p:anim calcmode="lin" valueType="num">
                                      <p:cBhvr>
                                        <p:cTn id="353" dur="650" fill="hold"/>
                                        <p:tgtEl>
                                          <p:spTgt spid="14"/>
                                        </p:tgtEl>
                                        <p:attrNameLst>
                                          <p:attrName>ppt_y</p:attrName>
                                        </p:attrNameLst>
                                      </p:cBhvr>
                                      <p:tavLst>
                                        <p:tav tm="0">
                                          <p:val>
                                            <p:strVal val="#ppt_y+.1"/>
                                          </p:val>
                                        </p:tav>
                                        <p:tav tm="100000">
                                          <p:val>
                                            <p:strVal val="#ppt_y"/>
                                          </p:val>
                                        </p:tav>
                                      </p:tavLst>
                                    </p:anim>
                                  </p:childTnLst>
                                </p:cTn>
                              </p:par>
                              <p:par>
                                <p:cTn id="354" presetID="42" presetClass="entr" presetSubtype="0" fill="hold" grpId="0" nodeType="withEffect">
                                  <p:stCondLst>
                                    <p:cond delay="250"/>
                                  </p:stCondLst>
                                  <p:childTnLst>
                                    <p:set>
                                      <p:cBhvr>
                                        <p:cTn id="355" dur="1" fill="hold">
                                          <p:stCondLst>
                                            <p:cond delay="0"/>
                                          </p:stCondLst>
                                        </p:cTn>
                                        <p:tgtEl>
                                          <p:spTgt spid="15"/>
                                        </p:tgtEl>
                                        <p:attrNameLst>
                                          <p:attrName>style.visibility</p:attrName>
                                        </p:attrNameLst>
                                      </p:cBhvr>
                                      <p:to>
                                        <p:strVal val="visible"/>
                                      </p:to>
                                    </p:set>
                                    <p:animEffect transition="in" filter="fade">
                                      <p:cBhvr>
                                        <p:cTn id="356" dur="650"/>
                                        <p:tgtEl>
                                          <p:spTgt spid="15"/>
                                        </p:tgtEl>
                                      </p:cBhvr>
                                    </p:animEffect>
                                    <p:anim calcmode="lin" valueType="num">
                                      <p:cBhvr>
                                        <p:cTn id="357" dur="650" fill="hold"/>
                                        <p:tgtEl>
                                          <p:spTgt spid="15"/>
                                        </p:tgtEl>
                                        <p:attrNameLst>
                                          <p:attrName>ppt_x</p:attrName>
                                        </p:attrNameLst>
                                      </p:cBhvr>
                                      <p:tavLst>
                                        <p:tav tm="0">
                                          <p:val>
                                            <p:strVal val="#ppt_x"/>
                                          </p:val>
                                        </p:tav>
                                        <p:tav tm="100000">
                                          <p:val>
                                            <p:strVal val="#ppt_x"/>
                                          </p:val>
                                        </p:tav>
                                      </p:tavLst>
                                    </p:anim>
                                    <p:anim calcmode="lin" valueType="num">
                                      <p:cBhvr>
                                        <p:cTn id="358" dur="650" fill="hold"/>
                                        <p:tgtEl>
                                          <p:spTgt spid="15"/>
                                        </p:tgtEl>
                                        <p:attrNameLst>
                                          <p:attrName>ppt_y</p:attrName>
                                        </p:attrNameLst>
                                      </p:cBhvr>
                                      <p:tavLst>
                                        <p:tav tm="0">
                                          <p:val>
                                            <p:strVal val="#ppt_y+.1"/>
                                          </p:val>
                                        </p:tav>
                                        <p:tav tm="100000">
                                          <p:val>
                                            <p:strVal val="#ppt_y"/>
                                          </p:val>
                                        </p:tav>
                                      </p:tavLst>
                                    </p:anim>
                                  </p:childTnLst>
                                </p:cTn>
                              </p:par>
                              <p:par>
                                <p:cTn id="359" presetID="42" presetClass="entr" presetSubtype="0" fill="hold" grpId="0" nodeType="withEffect">
                                  <p:stCondLst>
                                    <p:cond delay="250"/>
                                  </p:stCondLst>
                                  <p:childTnLst>
                                    <p:set>
                                      <p:cBhvr>
                                        <p:cTn id="360" dur="1" fill="hold">
                                          <p:stCondLst>
                                            <p:cond delay="0"/>
                                          </p:stCondLst>
                                        </p:cTn>
                                        <p:tgtEl>
                                          <p:spTgt spid="16"/>
                                        </p:tgtEl>
                                        <p:attrNameLst>
                                          <p:attrName>style.visibility</p:attrName>
                                        </p:attrNameLst>
                                      </p:cBhvr>
                                      <p:to>
                                        <p:strVal val="visible"/>
                                      </p:to>
                                    </p:set>
                                    <p:animEffect transition="in" filter="fade">
                                      <p:cBhvr>
                                        <p:cTn id="361" dur="650"/>
                                        <p:tgtEl>
                                          <p:spTgt spid="16"/>
                                        </p:tgtEl>
                                      </p:cBhvr>
                                    </p:animEffect>
                                    <p:anim calcmode="lin" valueType="num">
                                      <p:cBhvr>
                                        <p:cTn id="362" dur="650" fill="hold"/>
                                        <p:tgtEl>
                                          <p:spTgt spid="16"/>
                                        </p:tgtEl>
                                        <p:attrNameLst>
                                          <p:attrName>ppt_x</p:attrName>
                                        </p:attrNameLst>
                                      </p:cBhvr>
                                      <p:tavLst>
                                        <p:tav tm="0">
                                          <p:val>
                                            <p:strVal val="#ppt_x"/>
                                          </p:val>
                                        </p:tav>
                                        <p:tav tm="100000">
                                          <p:val>
                                            <p:strVal val="#ppt_x"/>
                                          </p:val>
                                        </p:tav>
                                      </p:tavLst>
                                    </p:anim>
                                    <p:anim calcmode="lin" valueType="num">
                                      <p:cBhvr>
                                        <p:cTn id="363" dur="650" fill="hold"/>
                                        <p:tgtEl>
                                          <p:spTgt spid="16"/>
                                        </p:tgtEl>
                                        <p:attrNameLst>
                                          <p:attrName>ppt_y</p:attrName>
                                        </p:attrNameLst>
                                      </p:cBhvr>
                                      <p:tavLst>
                                        <p:tav tm="0">
                                          <p:val>
                                            <p:strVal val="#ppt_y+.1"/>
                                          </p:val>
                                        </p:tav>
                                        <p:tav tm="100000">
                                          <p:val>
                                            <p:strVal val="#ppt_y"/>
                                          </p:val>
                                        </p:tav>
                                      </p:tavLst>
                                    </p:anim>
                                  </p:childTnLst>
                                </p:cTn>
                              </p:par>
                              <p:par>
                                <p:cTn id="364" presetID="42" presetClass="entr" presetSubtype="0" fill="hold" grpId="0" nodeType="withEffect">
                                  <p:stCondLst>
                                    <p:cond delay="250"/>
                                  </p:stCondLst>
                                  <p:childTnLst>
                                    <p:set>
                                      <p:cBhvr>
                                        <p:cTn id="365" dur="1" fill="hold">
                                          <p:stCondLst>
                                            <p:cond delay="0"/>
                                          </p:stCondLst>
                                        </p:cTn>
                                        <p:tgtEl>
                                          <p:spTgt spid="17"/>
                                        </p:tgtEl>
                                        <p:attrNameLst>
                                          <p:attrName>style.visibility</p:attrName>
                                        </p:attrNameLst>
                                      </p:cBhvr>
                                      <p:to>
                                        <p:strVal val="visible"/>
                                      </p:to>
                                    </p:set>
                                    <p:animEffect transition="in" filter="fade">
                                      <p:cBhvr>
                                        <p:cTn id="366" dur="650"/>
                                        <p:tgtEl>
                                          <p:spTgt spid="17"/>
                                        </p:tgtEl>
                                      </p:cBhvr>
                                    </p:animEffect>
                                    <p:anim calcmode="lin" valueType="num">
                                      <p:cBhvr>
                                        <p:cTn id="367" dur="650" fill="hold"/>
                                        <p:tgtEl>
                                          <p:spTgt spid="17"/>
                                        </p:tgtEl>
                                        <p:attrNameLst>
                                          <p:attrName>ppt_x</p:attrName>
                                        </p:attrNameLst>
                                      </p:cBhvr>
                                      <p:tavLst>
                                        <p:tav tm="0">
                                          <p:val>
                                            <p:strVal val="#ppt_x"/>
                                          </p:val>
                                        </p:tav>
                                        <p:tav tm="100000">
                                          <p:val>
                                            <p:strVal val="#ppt_x"/>
                                          </p:val>
                                        </p:tav>
                                      </p:tavLst>
                                    </p:anim>
                                    <p:anim calcmode="lin" valueType="num">
                                      <p:cBhvr>
                                        <p:cTn id="368" dur="650" fill="hold"/>
                                        <p:tgtEl>
                                          <p:spTgt spid="17"/>
                                        </p:tgtEl>
                                        <p:attrNameLst>
                                          <p:attrName>ppt_y</p:attrName>
                                        </p:attrNameLst>
                                      </p:cBhvr>
                                      <p:tavLst>
                                        <p:tav tm="0">
                                          <p:val>
                                            <p:strVal val="#ppt_y+.1"/>
                                          </p:val>
                                        </p:tav>
                                        <p:tav tm="100000">
                                          <p:val>
                                            <p:strVal val="#ppt_y"/>
                                          </p:val>
                                        </p:tav>
                                      </p:tavLst>
                                    </p:anim>
                                  </p:childTnLst>
                                </p:cTn>
                              </p:par>
                              <p:par>
                                <p:cTn id="369" presetID="42" presetClass="entr" presetSubtype="0" fill="hold" grpId="0" nodeType="withEffect">
                                  <p:stCondLst>
                                    <p:cond delay="250"/>
                                  </p:stCondLst>
                                  <p:childTnLst>
                                    <p:set>
                                      <p:cBhvr>
                                        <p:cTn id="370" dur="1" fill="hold">
                                          <p:stCondLst>
                                            <p:cond delay="0"/>
                                          </p:stCondLst>
                                        </p:cTn>
                                        <p:tgtEl>
                                          <p:spTgt spid="18"/>
                                        </p:tgtEl>
                                        <p:attrNameLst>
                                          <p:attrName>style.visibility</p:attrName>
                                        </p:attrNameLst>
                                      </p:cBhvr>
                                      <p:to>
                                        <p:strVal val="visible"/>
                                      </p:to>
                                    </p:set>
                                    <p:animEffect transition="in" filter="fade">
                                      <p:cBhvr>
                                        <p:cTn id="371" dur="650"/>
                                        <p:tgtEl>
                                          <p:spTgt spid="18"/>
                                        </p:tgtEl>
                                      </p:cBhvr>
                                    </p:animEffect>
                                    <p:anim calcmode="lin" valueType="num">
                                      <p:cBhvr>
                                        <p:cTn id="372" dur="650" fill="hold"/>
                                        <p:tgtEl>
                                          <p:spTgt spid="18"/>
                                        </p:tgtEl>
                                        <p:attrNameLst>
                                          <p:attrName>ppt_x</p:attrName>
                                        </p:attrNameLst>
                                      </p:cBhvr>
                                      <p:tavLst>
                                        <p:tav tm="0">
                                          <p:val>
                                            <p:strVal val="#ppt_x"/>
                                          </p:val>
                                        </p:tav>
                                        <p:tav tm="100000">
                                          <p:val>
                                            <p:strVal val="#ppt_x"/>
                                          </p:val>
                                        </p:tav>
                                      </p:tavLst>
                                    </p:anim>
                                    <p:anim calcmode="lin" valueType="num">
                                      <p:cBhvr>
                                        <p:cTn id="373" dur="650" fill="hold"/>
                                        <p:tgtEl>
                                          <p:spTgt spid="18"/>
                                        </p:tgtEl>
                                        <p:attrNameLst>
                                          <p:attrName>ppt_y</p:attrName>
                                        </p:attrNameLst>
                                      </p:cBhvr>
                                      <p:tavLst>
                                        <p:tav tm="0">
                                          <p:val>
                                            <p:strVal val="#ppt_y+.1"/>
                                          </p:val>
                                        </p:tav>
                                        <p:tav tm="100000">
                                          <p:val>
                                            <p:strVal val="#ppt_y"/>
                                          </p:val>
                                        </p:tav>
                                      </p:tavLst>
                                    </p:anim>
                                  </p:childTnLst>
                                </p:cTn>
                              </p:par>
                              <p:par>
                                <p:cTn id="374" presetID="42" presetClass="entr" presetSubtype="0" fill="hold" grpId="0" nodeType="withEffect">
                                  <p:stCondLst>
                                    <p:cond delay="250"/>
                                  </p:stCondLst>
                                  <p:childTnLst>
                                    <p:set>
                                      <p:cBhvr>
                                        <p:cTn id="375" dur="1" fill="hold">
                                          <p:stCondLst>
                                            <p:cond delay="0"/>
                                          </p:stCondLst>
                                        </p:cTn>
                                        <p:tgtEl>
                                          <p:spTgt spid="19"/>
                                        </p:tgtEl>
                                        <p:attrNameLst>
                                          <p:attrName>style.visibility</p:attrName>
                                        </p:attrNameLst>
                                      </p:cBhvr>
                                      <p:to>
                                        <p:strVal val="visible"/>
                                      </p:to>
                                    </p:set>
                                    <p:animEffect transition="in" filter="fade">
                                      <p:cBhvr>
                                        <p:cTn id="376" dur="650"/>
                                        <p:tgtEl>
                                          <p:spTgt spid="19"/>
                                        </p:tgtEl>
                                      </p:cBhvr>
                                    </p:animEffect>
                                    <p:anim calcmode="lin" valueType="num">
                                      <p:cBhvr>
                                        <p:cTn id="377" dur="650" fill="hold"/>
                                        <p:tgtEl>
                                          <p:spTgt spid="19"/>
                                        </p:tgtEl>
                                        <p:attrNameLst>
                                          <p:attrName>ppt_x</p:attrName>
                                        </p:attrNameLst>
                                      </p:cBhvr>
                                      <p:tavLst>
                                        <p:tav tm="0">
                                          <p:val>
                                            <p:strVal val="#ppt_x"/>
                                          </p:val>
                                        </p:tav>
                                        <p:tav tm="100000">
                                          <p:val>
                                            <p:strVal val="#ppt_x"/>
                                          </p:val>
                                        </p:tav>
                                      </p:tavLst>
                                    </p:anim>
                                    <p:anim calcmode="lin" valueType="num">
                                      <p:cBhvr>
                                        <p:cTn id="378" dur="650" fill="hold"/>
                                        <p:tgtEl>
                                          <p:spTgt spid="19"/>
                                        </p:tgtEl>
                                        <p:attrNameLst>
                                          <p:attrName>ppt_y</p:attrName>
                                        </p:attrNameLst>
                                      </p:cBhvr>
                                      <p:tavLst>
                                        <p:tav tm="0">
                                          <p:val>
                                            <p:strVal val="#ppt_y+.1"/>
                                          </p:val>
                                        </p:tav>
                                        <p:tav tm="100000">
                                          <p:val>
                                            <p:strVal val="#ppt_y"/>
                                          </p:val>
                                        </p:tav>
                                      </p:tavLst>
                                    </p:anim>
                                  </p:childTnLst>
                                </p:cTn>
                              </p:par>
                              <p:par>
                                <p:cTn id="379" presetID="42" presetClass="entr" presetSubtype="0" fill="hold" grpId="0" nodeType="withEffect">
                                  <p:stCondLst>
                                    <p:cond delay="250"/>
                                  </p:stCondLst>
                                  <p:childTnLst>
                                    <p:set>
                                      <p:cBhvr>
                                        <p:cTn id="380" dur="1" fill="hold">
                                          <p:stCondLst>
                                            <p:cond delay="0"/>
                                          </p:stCondLst>
                                        </p:cTn>
                                        <p:tgtEl>
                                          <p:spTgt spid="20"/>
                                        </p:tgtEl>
                                        <p:attrNameLst>
                                          <p:attrName>style.visibility</p:attrName>
                                        </p:attrNameLst>
                                      </p:cBhvr>
                                      <p:to>
                                        <p:strVal val="visible"/>
                                      </p:to>
                                    </p:set>
                                    <p:animEffect transition="in" filter="fade">
                                      <p:cBhvr>
                                        <p:cTn id="381" dur="650"/>
                                        <p:tgtEl>
                                          <p:spTgt spid="20"/>
                                        </p:tgtEl>
                                      </p:cBhvr>
                                    </p:animEffect>
                                    <p:anim calcmode="lin" valueType="num">
                                      <p:cBhvr>
                                        <p:cTn id="382" dur="650" fill="hold"/>
                                        <p:tgtEl>
                                          <p:spTgt spid="20"/>
                                        </p:tgtEl>
                                        <p:attrNameLst>
                                          <p:attrName>ppt_x</p:attrName>
                                        </p:attrNameLst>
                                      </p:cBhvr>
                                      <p:tavLst>
                                        <p:tav tm="0">
                                          <p:val>
                                            <p:strVal val="#ppt_x"/>
                                          </p:val>
                                        </p:tav>
                                        <p:tav tm="100000">
                                          <p:val>
                                            <p:strVal val="#ppt_x"/>
                                          </p:val>
                                        </p:tav>
                                      </p:tavLst>
                                    </p:anim>
                                    <p:anim calcmode="lin" valueType="num">
                                      <p:cBhvr>
                                        <p:cTn id="383" dur="650" fill="hold"/>
                                        <p:tgtEl>
                                          <p:spTgt spid="20"/>
                                        </p:tgtEl>
                                        <p:attrNameLst>
                                          <p:attrName>ppt_y</p:attrName>
                                        </p:attrNameLst>
                                      </p:cBhvr>
                                      <p:tavLst>
                                        <p:tav tm="0">
                                          <p:val>
                                            <p:strVal val="#ppt_y+.1"/>
                                          </p:val>
                                        </p:tav>
                                        <p:tav tm="100000">
                                          <p:val>
                                            <p:strVal val="#ppt_y"/>
                                          </p:val>
                                        </p:tav>
                                      </p:tavLst>
                                    </p:anim>
                                  </p:childTnLst>
                                </p:cTn>
                              </p:par>
                              <p:par>
                                <p:cTn id="384" presetID="42" presetClass="entr" presetSubtype="0" fill="hold" grpId="0" nodeType="withEffect">
                                  <p:stCondLst>
                                    <p:cond delay="250"/>
                                  </p:stCondLst>
                                  <p:childTnLst>
                                    <p:set>
                                      <p:cBhvr>
                                        <p:cTn id="385" dur="1" fill="hold">
                                          <p:stCondLst>
                                            <p:cond delay="0"/>
                                          </p:stCondLst>
                                        </p:cTn>
                                        <p:tgtEl>
                                          <p:spTgt spid="21"/>
                                        </p:tgtEl>
                                        <p:attrNameLst>
                                          <p:attrName>style.visibility</p:attrName>
                                        </p:attrNameLst>
                                      </p:cBhvr>
                                      <p:to>
                                        <p:strVal val="visible"/>
                                      </p:to>
                                    </p:set>
                                    <p:animEffect transition="in" filter="fade">
                                      <p:cBhvr>
                                        <p:cTn id="386" dur="650"/>
                                        <p:tgtEl>
                                          <p:spTgt spid="21"/>
                                        </p:tgtEl>
                                      </p:cBhvr>
                                    </p:animEffect>
                                    <p:anim calcmode="lin" valueType="num">
                                      <p:cBhvr>
                                        <p:cTn id="387" dur="650" fill="hold"/>
                                        <p:tgtEl>
                                          <p:spTgt spid="21"/>
                                        </p:tgtEl>
                                        <p:attrNameLst>
                                          <p:attrName>ppt_x</p:attrName>
                                        </p:attrNameLst>
                                      </p:cBhvr>
                                      <p:tavLst>
                                        <p:tav tm="0">
                                          <p:val>
                                            <p:strVal val="#ppt_x"/>
                                          </p:val>
                                        </p:tav>
                                        <p:tav tm="100000">
                                          <p:val>
                                            <p:strVal val="#ppt_x"/>
                                          </p:val>
                                        </p:tav>
                                      </p:tavLst>
                                    </p:anim>
                                    <p:anim calcmode="lin" valueType="num">
                                      <p:cBhvr>
                                        <p:cTn id="388" dur="650" fill="hold"/>
                                        <p:tgtEl>
                                          <p:spTgt spid="21"/>
                                        </p:tgtEl>
                                        <p:attrNameLst>
                                          <p:attrName>ppt_y</p:attrName>
                                        </p:attrNameLst>
                                      </p:cBhvr>
                                      <p:tavLst>
                                        <p:tav tm="0">
                                          <p:val>
                                            <p:strVal val="#ppt_y+.1"/>
                                          </p:val>
                                        </p:tav>
                                        <p:tav tm="100000">
                                          <p:val>
                                            <p:strVal val="#ppt_y"/>
                                          </p:val>
                                        </p:tav>
                                      </p:tavLst>
                                    </p:anim>
                                  </p:childTnLst>
                                </p:cTn>
                              </p:par>
                              <p:par>
                                <p:cTn id="389" presetID="42" presetClass="entr" presetSubtype="0" fill="hold" grpId="0" nodeType="withEffect">
                                  <p:stCondLst>
                                    <p:cond delay="250"/>
                                  </p:stCondLst>
                                  <p:childTnLst>
                                    <p:set>
                                      <p:cBhvr>
                                        <p:cTn id="390" dur="1" fill="hold">
                                          <p:stCondLst>
                                            <p:cond delay="0"/>
                                          </p:stCondLst>
                                        </p:cTn>
                                        <p:tgtEl>
                                          <p:spTgt spid="22"/>
                                        </p:tgtEl>
                                        <p:attrNameLst>
                                          <p:attrName>style.visibility</p:attrName>
                                        </p:attrNameLst>
                                      </p:cBhvr>
                                      <p:to>
                                        <p:strVal val="visible"/>
                                      </p:to>
                                    </p:set>
                                    <p:animEffect transition="in" filter="fade">
                                      <p:cBhvr>
                                        <p:cTn id="391" dur="650"/>
                                        <p:tgtEl>
                                          <p:spTgt spid="22"/>
                                        </p:tgtEl>
                                      </p:cBhvr>
                                    </p:animEffect>
                                    <p:anim calcmode="lin" valueType="num">
                                      <p:cBhvr>
                                        <p:cTn id="392" dur="650" fill="hold"/>
                                        <p:tgtEl>
                                          <p:spTgt spid="22"/>
                                        </p:tgtEl>
                                        <p:attrNameLst>
                                          <p:attrName>ppt_x</p:attrName>
                                        </p:attrNameLst>
                                      </p:cBhvr>
                                      <p:tavLst>
                                        <p:tav tm="0">
                                          <p:val>
                                            <p:strVal val="#ppt_x"/>
                                          </p:val>
                                        </p:tav>
                                        <p:tav tm="100000">
                                          <p:val>
                                            <p:strVal val="#ppt_x"/>
                                          </p:val>
                                        </p:tav>
                                      </p:tavLst>
                                    </p:anim>
                                    <p:anim calcmode="lin" valueType="num">
                                      <p:cBhvr>
                                        <p:cTn id="393" dur="650" fill="hold"/>
                                        <p:tgtEl>
                                          <p:spTgt spid="22"/>
                                        </p:tgtEl>
                                        <p:attrNameLst>
                                          <p:attrName>ppt_y</p:attrName>
                                        </p:attrNameLst>
                                      </p:cBhvr>
                                      <p:tavLst>
                                        <p:tav tm="0">
                                          <p:val>
                                            <p:strVal val="#ppt_y+.1"/>
                                          </p:val>
                                        </p:tav>
                                        <p:tav tm="100000">
                                          <p:val>
                                            <p:strVal val="#ppt_y"/>
                                          </p:val>
                                        </p:tav>
                                      </p:tavLst>
                                    </p:anim>
                                  </p:childTnLst>
                                </p:cTn>
                              </p:par>
                              <p:par>
                                <p:cTn id="394" presetID="53" presetClass="entr" presetSubtype="16" fill="hold" nodeType="withEffect">
                                  <p:stCondLst>
                                    <p:cond delay="370"/>
                                  </p:stCondLst>
                                  <p:childTnLst>
                                    <p:set>
                                      <p:cBhvr>
                                        <p:cTn id="395" dur="1" fill="hold">
                                          <p:stCondLst>
                                            <p:cond delay="0"/>
                                          </p:stCondLst>
                                        </p:cTn>
                                        <p:tgtEl>
                                          <p:spTgt spid="84"/>
                                        </p:tgtEl>
                                        <p:attrNameLst>
                                          <p:attrName>style.visibility</p:attrName>
                                        </p:attrNameLst>
                                      </p:cBhvr>
                                      <p:to>
                                        <p:strVal val="visible"/>
                                      </p:to>
                                    </p:set>
                                    <p:anim calcmode="lin" valueType="num">
                                      <p:cBhvr>
                                        <p:cTn id="396" dur="750" fill="hold"/>
                                        <p:tgtEl>
                                          <p:spTgt spid="84"/>
                                        </p:tgtEl>
                                        <p:attrNameLst>
                                          <p:attrName>ppt_w</p:attrName>
                                        </p:attrNameLst>
                                      </p:cBhvr>
                                      <p:tavLst>
                                        <p:tav tm="0">
                                          <p:val>
                                            <p:fltVal val="0"/>
                                          </p:val>
                                        </p:tav>
                                        <p:tav tm="100000">
                                          <p:val>
                                            <p:strVal val="#ppt_w"/>
                                          </p:val>
                                        </p:tav>
                                      </p:tavLst>
                                    </p:anim>
                                    <p:anim calcmode="lin" valueType="num">
                                      <p:cBhvr>
                                        <p:cTn id="397" dur="750" fill="hold"/>
                                        <p:tgtEl>
                                          <p:spTgt spid="84"/>
                                        </p:tgtEl>
                                        <p:attrNameLst>
                                          <p:attrName>ppt_h</p:attrName>
                                        </p:attrNameLst>
                                      </p:cBhvr>
                                      <p:tavLst>
                                        <p:tav tm="0">
                                          <p:val>
                                            <p:fltVal val="0"/>
                                          </p:val>
                                        </p:tav>
                                        <p:tav tm="100000">
                                          <p:val>
                                            <p:strVal val="#ppt_h"/>
                                          </p:val>
                                        </p:tav>
                                      </p:tavLst>
                                    </p:anim>
                                    <p:animEffect transition="in" filter="fade">
                                      <p:cBhvr>
                                        <p:cTn id="398" dur="750"/>
                                        <p:tgtEl>
                                          <p:spTgt spid="84"/>
                                        </p:tgtEl>
                                      </p:cBhvr>
                                    </p:animEffect>
                                  </p:childTnLst>
                                </p:cTn>
                              </p:par>
                              <p:par>
                                <p:cTn id="399" presetID="42" presetClass="entr" presetSubtype="0" fill="hold" grpId="0" nodeType="withEffect">
                                  <p:stCondLst>
                                    <p:cond delay="490"/>
                                  </p:stCondLst>
                                  <p:childTnLst>
                                    <p:set>
                                      <p:cBhvr>
                                        <p:cTn id="400" dur="1" fill="hold">
                                          <p:stCondLst>
                                            <p:cond delay="0"/>
                                          </p:stCondLst>
                                        </p:cTn>
                                        <p:tgtEl>
                                          <p:spTgt spid="23"/>
                                        </p:tgtEl>
                                        <p:attrNameLst>
                                          <p:attrName>style.visibility</p:attrName>
                                        </p:attrNameLst>
                                      </p:cBhvr>
                                      <p:to>
                                        <p:strVal val="visible"/>
                                      </p:to>
                                    </p:set>
                                    <p:animEffect transition="in" filter="fade">
                                      <p:cBhvr>
                                        <p:cTn id="401" dur="650"/>
                                        <p:tgtEl>
                                          <p:spTgt spid="23"/>
                                        </p:tgtEl>
                                      </p:cBhvr>
                                    </p:animEffect>
                                    <p:anim calcmode="lin" valueType="num">
                                      <p:cBhvr>
                                        <p:cTn id="402" dur="650" fill="hold"/>
                                        <p:tgtEl>
                                          <p:spTgt spid="23"/>
                                        </p:tgtEl>
                                        <p:attrNameLst>
                                          <p:attrName>ppt_x</p:attrName>
                                        </p:attrNameLst>
                                      </p:cBhvr>
                                      <p:tavLst>
                                        <p:tav tm="0">
                                          <p:val>
                                            <p:strVal val="#ppt_x"/>
                                          </p:val>
                                        </p:tav>
                                        <p:tav tm="100000">
                                          <p:val>
                                            <p:strVal val="#ppt_x"/>
                                          </p:val>
                                        </p:tav>
                                      </p:tavLst>
                                    </p:anim>
                                    <p:anim calcmode="lin" valueType="num">
                                      <p:cBhvr>
                                        <p:cTn id="403" dur="650" fill="hold"/>
                                        <p:tgtEl>
                                          <p:spTgt spid="23"/>
                                        </p:tgtEl>
                                        <p:attrNameLst>
                                          <p:attrName>ppt_y</p:attrName>
                                        </p:attrNameLst>
                                      </p:cBhvr>
                                      <p:tavLst>
                                        <p:tav tm="0">
                                          <p:val>
                                            <p:strVal val="#ppt_y+.1"/>
                                          </p:val>
                                        </p:tav>
                                        <p:tav tm="100000">
                                          <p:val>
                                            <p:strVal val="#ppt_y"/>
                                          </p:val>
                                        </p:tav>
                                      </p:tavLst>
                                    </p:anim>
                                  </p:childTnLst>
                                </p:cTn>
                              </p:par>
                              <p:par>
                                <p:cTn id="404" presetID="42" presetClass="entr" presetSubtype="0" fill="hold" grpId="0" nodeType="withEffect">
                                  <p:stCondLst>
                                    <p:cond delay="490"/>
                                  </p:stCondLst>
                                  <p:childTnLst>
                                    <p:set>
                                      <p:cBhvr>
                                        <p:cTn id="405" dur="1" fill="hold">
                                          <p:stCondLst>
                                            <p:cond delay="0"/>
                                          </p:stCondLst>
                                        </p:cTn>
                                        <p:tgtEl>
                                          <p:spTgt spid="24"/>
                                        </p:tgtEl>
                                        <p:attrNameLst>
                                          <p:attrName>style.visibility</p:attrName>
                                        </p:attrNameLst>
                                      </p:cBhvr>
                                      <p:to>
                                        <p:strVal val="visible"/>
                                      </p:to>
                                    </p:set>
                                    <p:animEffect transition="in" filter="fade">
                                      <p:cBhvr>
                                        <p:cTn id="406" dur="650"/>
                                        <p:tgtEl>
                                          <p:spTgt spid="24"/>
                                        </p:tgtEl>
                                      </p:cBhvr>
                                    </p:animEffect>
                                    <p:anim calcmode="lin" valueType="num">
                                      <p:cBhvr>
                                        <p:cTn id="407" dur="650" fill="hold"/>
                                        <p:tgtEl>
                                          <p:spTgt spid="24"/>
                                        </p:tgtEl>
                                        <p:attrNameLst>
                                          <p:attrName>ppt_x</p:attrName>
                                        </p:attrNameLst>
                                      </p:cBhvr>
                                      <p:tavLst>
                                        <p:tav tm="0">
                                          <p:val>
                                            <p:strVal val="#ppt_x"/>
                                          </p:val>
                                        </p:tav>
                                        <p:tav tm="100000">
                                          <p:val>
                                            <p:strVal val="#ppt_x"/>
                                          </p:val>
                                        </p:tav>
                                      </p:tavLst>
                                    </p:anim>
                                    <p:anim calcmode="lin" valueType="num">
                                      <p:cBhvr>
                                        <p:cTn id="408" dur="650" fill="hold"/>
                                        <p:tgtEl>
                                          <p:spTgt spid="24"/>
                                        </p:tgtEl>
                                        <p:attrNameLst>
                                          <p:attrName>ppt_y</p:attrName>
                                        </p:attrNameLst>
                                      </p:cBhvr>
                                      <p:tavLst>
                                        <p:tav tm="0">
                                          <p:val>
                                            <p:strVal val="#ppt_y+.1"/>
                                          </p:val>
                                        </p:tav>
                                        <p:tav tm="100000">
                                          <p:val>
                                            <p:strVal val="#ppt_y"/>
                                          </p:val>
                                        </p:tav>
                                      </p:tavLst>
                                    </p:anim>
                                  </p:childTnLst>
                                </p:cTn>
                              </p:par>
                              <p:par>
                                <p:cTn id="409" presetID="42" presetClass="entr" presetSubtype="0" fill="hold" grpId="0" nodeType="withEffect">
                                  <p:stCondLst>
                                    <p:cond delay="490"/>
                                  </p:stCondLst>
                                  <p:childTnLst>
                                    <p:set>
                                      <p:cBhvr>
                                        <p:cTn id="410" dur="1" fill="hold">
                                          <p:stCondLst>
                                            <p:cond delay="0"/>
                                          </p:stCondLst>
                                        </p:cTn>
                                        <p:tgtEl>
                                          <p:spTgt spid="25"/>
                                        </p:tgtEl>
                                        <p:attrNameLst>
                                          <p:attrName>style.visibility</p:attrName>
                                        </p:attrNameLst>
                                      </p:cBhvr>
                                      <p:to>
                                        <p:strVal val="visible"/>
                                      </p:to>
                                    </p:set>
                                    <p:animEffect transition="in" filter="fade">
                                      <p:cBhvr>
                                        <p:cTn id="411" dur="650"/>
                                        <p:tgtEl>
                                          <p:spTgt spid="25"/>
                                        </p:tgtEl>
                                      </p:cBhvr>
                                    </p:animEffect>
                                    <p:anim calcmode="lin" valueType="num">
                                      <p:cBhvr>
                                        <p:cTn id="412" dur="650" fill="hold"/>
                                        <p:tgtEl>
                                          <p:spTgt spid="25"/>
                                        </p:tgtEl>
                                        <p:attrNameLst>
                                          <p:attrName>ppt_x</p:attrName>
                                        </p:attrNameLst>
                                      </p:cBhvr>
                                      <p:tavLst>
                                        <p:tav tm="0">
                                          <p:val>
                                            <p:strVal val="#ppt_x"/>
                                          </p:val>
                                        </p:tav>
                                        <p:tav tm="100000">
                                          <p:val>
                                            <p:strVal val="#ppt_x"/>
                                          </p:val>
                                        </p:tav>
                                      </p:tavLst>
                                    </p:anim>
                                    <p:anim calcmode="lin" valueType="num">
                                      <p:cBhvr>
                                        <p:cTn id="413" dur="650" fill="hold"/>
                                        <p:tgtEl>
                                          <p:spTgt spid="25"/>
                                        </p:tgtEl>
                                        <p:attrNameLst>
                                          <p:attrName>ppt_y</p:attrName>
                                        </p:attrNameLst>
                                      </p:cBhvr>
                                      <p:tavLst>
                                        <p:tav tm="0">
                                          <p:val>
                                            <p:strVal val="#ppt_y+.1"/>
                                          </p:val>
                                        </p:tav>
                                        <p:tav tm="100000">
                                          <p:val>
                                            <p:strVal val="#ppt_y"/>
                                          </p:val>
                                        </p:tav>
                                      </p:tavLst>
                                    </p:anim>
                                  </p:childTnLst>
                                </p:cTn>
                              </p:par>
                              <p:par>
                                <p:cTn id="414" presetID="42" presetClass="entr" presetSubtype="0" fill="hold" grpId="0" nodeType="withEffect">
                                  <p:stCondLst>
                                    <p:cond delay="490"/>
                                  </p:stCondLst>
                                  <p:childTnLst>
                                    <p:set>
                                      <p:cBhvr>
                                        <p:cTn id="415" dur="1" fill="hold">
                                          <p:stCondLst>
                                            <p:cond delay="0"/>
                                          </p:stCondLst>
                                        </p:cTn>
                                        <p:tgtEl>
                                          <p:spTgt spid="26"/>
                                        </p:tgtEl>
                                        <p:attrNameLst>
                                          <p:attrName>style.visibility</p:attrName>
                                        </p:attrNameLst>
                                      </p:cBhvr>
                                      <p:to>
                                        <p:strVal val="visible"/>
                                      </p:to>
                                    </p:set>
                                    <p:animEffect transition="in" filter="fade">
                                      <p:cBhvr>
                                        <p:cTn id="416" dur="650"/>
                                        <p:tgtEl>
                                          <p:spTgt spid="26"/>
                                        </p:tgtEl>
                                      </p:cBhvr>
                                    </p:animEffect>
                                    <p:anim calcmode="lin" valueType="num">
                                      <p:cBhvr>
                                        <p:cTn id="417" dur="650" fill="hold"/>
                                        <p:tgtEl>
                                          <p:spTgt spid="26"/>
                                        </p:tgtEl>
                                        <p:attrNameLst>
                                          <p:attrName>ppt_x</p:attrName>
                                        </p:attrNameLst>
                                      </p:cBhvr>
                                      <p:tavLst>
                                        <p:tav tm="0">
                                          <p:val>
                                            <p:strVal val="#ppt_x"/>
                                          </p:val>
                                        </p:tav>
                                        <p:tav tm="100000">
                                          <p:val>
                                            <p:strVal val="#ppt_x"/>
                                          </p:val>
                                        </p:tav>
                                      </p:tavLst>
                                    </p:anim>
                                    <p:anim calcmode="lin" valueType="num">
                                      <p:cBhvr>
                                        <p:cTn id="418" dur="650" fill="hold"/>
                                        <p:tgtEl>
                                          <p:spTgt spid="26"/>
                                        </p:tgtEl>
                                        <p:attrNameLst>
                                          <p:attrName>ppt_y</p:attrName>
                                        </p:attrNameLst>
                                      </p:cBhvr>
                                      <p:tavLst>
                                        <p:tav tm="0">
                                          <p:val>
                                            <p:strVal val="#ppt_y+.1"/>
                                          </p:val>
                                        </p:tav>
                                        <p:tav tm="100000">
                                          <p:val>
                                            <p:strVal val="#ppt_y"/>
                                          </p:val>
                                        </p:tav>
                                      </p:tavLst>
                                    </p:anim>
                                  </p:childTnLst>
                                </p:cTn>
                              </p:par>
                              <p:par>
                                <p:cTn id="419" presetID="42" presetClass="entr" presetSubtype="0" fill="hold" grpId="0" nodeType="withEffect">
                                  <p:stCondLst>
                                    <p:cond delay="490"/>
                                  </p:stCondLst>
                                  <p:childTnLst>
                                    <p:set>
                                      <p:cBhvr>
                                        <p:cTn id="420" dur="1" fill="hold">
                                          <p:stCondLst>
                                            <p:cond delay="0"/>
                                          </p:stCondLst>
                                        </p:cTn>
                                        <p:tgtEl>
                                          <p:spTgt spid="27"/>
                                        </p:tgtEl>
                                        <p:attrNameLst>
                                          <p:attrName>style.visibility</p:attrName>
                                        </p:attrNameLst>
                                      </p:cBhvr>
                                      <p:to>
                                        <p:strVal val="visible"/>
                                      </p:to>
                                    </p:set>
                                    <p:animEffect transition="in" filter="fade">
                                      <p:cBhvr>
                                        <p:cTn id="421" dur="650"/>
                                        <p:tgtEl>
                                          <p:spTgt spid="27"/>
                                        </p:tgtEl>
                                      </p:cBhvr>
                                    </p:animEffect>
                                    <p:anim calcmode="lin" valueType="num">
                                      <p:cBhvr>
                                        <p:cTn id="422" dur="650" fill="hold"/>
                                        <p:tgtEl>
                                          <p:spTgt spid="27"/>
                                        </p:tgtEl>
                                        <p:attrNameLst>
                                          <p:attrName>ppt_x</p:attrName>
                                        </p:attrNameLst>
                                      </p:cBhvr>
                                      <p:tavLst>
                                        <p:tav tm="0">
                                          <p:val>
                                            <p:strVal val="#ppt_x"/>
                                          </p:val>
                                        </p:tav>
                                        <p:tav tm="100000">
                                          <p:val>
                                            <p:strVal val="#ppt_x"/>
                                          </p:val>
                                        </p:tav>
                                      </p:tavLst>
                                    </p:anim>
                                    <p:anim calcmode="lin" valueType="num">
                                      <p:cBhvr>
                                        <p:cTn id="423" dur="650" fill="hold"/>
                                        <p:tgtEl>
                                          <p:spTgt spid="27"/>
                                        </p:tgtEl>
                                        <p:attrNameLst>
                                          <p:attrName>ppt_y</p:attrName>
                                        </p:attrNameLst>
                                      </p:cBhvr>
                                      <p:tavLst>
                                        <p:tav tm="0">
                                          <p:val>
                                            <p:strVal val="#ppt_y+.1"/>
                                          </p:val>
                                        </p:tav>
                                        <p:tav tm="100000">
                                          <p:val>
                                            <p:strVal val="#ppt_y"/>
                                          </p:val>
                                        </p:tav>
                                      </p:tavLst>
                                    </p:anim>
                                  </p:childTnLst>
                                </p:cTn>
                              </p:par>
                              <p:par>
                                <p:cTn id="424" presetID="42" presetClass="entr" presetSubtype="0" fill="hold" grpId="0" nodeType="withEffect">
                                  <p:stCondLst>
                                    <p:cond delay="610"/>
                                  </p:stCondLst>
                                  <p:childTnLst>
                                    <p:set>
                                      <p:cBhvr>
                                        <p:cTn id="425" dur="1" fill="hold">
                                          <p:stCondLst>
                                            <p:cond delay="0"/>
                                          </p:stCondLst>
                                        </p:cTn>
                                        <p:tgtEl>
                                          <p:spTgt spid="28"/>
                                        </p:tgtEl>
                                        <p:attrNameLst>
                                          <p:attrName>style.visibility</p:attrName>
                                        </p:attrNameLst>
                                      </p:cBhvr>
                                      <p:to>
                                        <p:strVal val="visible"/>
                                      </p:to>
                                    </p:set>
                                    <p:animEffect transition="in" filter="fade">
                                      <p:cBhvr>
                                        <p:cTn id="426" dur="650"/>
                                        <p:tgtEl>
                                          <p:spTgt spid="28"/>
                                        </p:tgtEl>
                                      </p:cBhvr>
                                    </p:animEffect>
                                    <p:anim calcmode="lin" valueType="num">
                                      <p:cBhvr>
                                        <p:cTn id="427" dur="650" fill="hold"/>
                                        <p:tgtEl>
                                          <p:spTgt spid="28"/>
                                        </p:tgtEl>
                                        <p:attrNameLst>
                                          <p:attrName>ppt_x</p:attrName>
                                        </p:attrNameLst>
                                      </p:cBhvr>
                                      <p:tavLst>
                                        <p:tav tm="0">
                                          <p:val>
                                            <p:strVal val="#ppt_x"/>
                                          </p:val>
                                        </p:tav>
                                        <p:tav tm="100000">
                                          <p:val>
                                            <p:strVal val="#ppt_x"/>
                                          </p:val>
                                        </p:tav>
                                      </p:tavLst>
                                    </p:anim>
                                    <p:anim calcmode="lin" valueType="num">
                                      <p:cBhvr>
                                        <p:cTn id="428" dur="650" fill="hold"/>
                                        <p:tgtEl>
                                          <p:spTgt spid="28"/>
                                        </p:tgtEl>
                                        <p:attrNameLst>
                                          <p:attrName>ppt_y</p:attrName>
                                        </p:attrNameLst>
                                      </p:cBhvr>
                                      <p:tavLst>
                                        <p:tav tm="0">
                                          <p:val>
                                            <p:strVal val="#ppt_y+.1"/>
                                          </p:val>
                                        </p:tav>
                                        <p:tav tm="100000">
                                          <p:val>
                                            <p:strVal val="#ppt_y"/>
                                          </p:val>
                                        </p:tav>
                                      </p:tavLst>
                                    </p:anim>
                                  </p:childTnLst>
                                </p:cTn>
                              </p:par>
                              <p:par>
                                <p:cTn id="429" presetID="42" presetClass="entr" presetSubtype="0" fill="hold" grpId="0" nodeType="withEffect">
                                  <p:stCondLst>
                                    <p:cond delay="610"/>
                                  </p:stCondLst>
                                  <p:childTnLst>
                                    <p:set>
                                      <p:cBhvr>
                                        <p:cTn id="430" dur="1" fill="hold">
                                          <p:stCondLst>
                                            <p:cond delay="0"/>
                                          </p:stCondLst>
                                        </p:cTn>
                                        <p:tgtEl>
                                          <p:spTgt spid="29"/>
                                        </p:tgtEl>
                                        <p:attrNameLst>
                                          <p:attrName>style.visibility</p:attrName>
                                        </p:attrNameLst>
                                      </p:cBhvr>
                                      <p:to>
                                        <p:strVal val="visible"/>
                                      </p:to>
                                    </p:set>
                                    <p:animEffect transition="in" filter="fade">
                                      <p:cBhvr>
                                        <p:cTn id="431" dur="650"/>
                                        <p:tgtEl>
                                          <p:spTgt spid="29"/>
                                        </p:tgtEl>
                                      </p:cBhvr>
                                    </p:animEffect>
                                    <p:anim calcmode="lin" valueType="num">
                                      <p:cBhvr>
                                        <p:cTn id="432" dur="650" fill="hold"/>
                                        <p:tgtEl>
                                          <p:spTgt spid="29"/>
                                        </p:tgtEl>
                                        <p:attrNameLst>
                                          <p:attrName>ppt_x</p:attrName>
                                        </p:attrNameLst>
                                      </p:cBhvr>
                                      <p:tavLst>
                                        <p:tav tm="0">
                                          <p:val>
                                            <p:strVal val="#ppt_x"/>
                                          </p:val>
                                        </p:tav>
                                        <p:tav tm="100000">
                                          <p:val>
                                            <p:strVal val="#ppt_x"/>
                                          </p:val>
                                        </p:tav>
                                      </p:tavLst>
                                    </p:anim>
                                    <p:anim calcmode="lin" valueType="num">
                                      <p:cBhvr>
                                        <p:cTn id="433" dur="650" fill="hold"/>
                                        <p:tgtEl>
                                          <p:spTgt spid="29"/>
                                        </p:tgtEl>
                                        <p:attrNameLst>
                                          <p:attrName>ppt_y</p:attrName>
                                        </p:attrNameLst>
                                      </p:cBhvr>
                                      <p:tavLst>
                                        <p:tav tm="0">
                                          <p:val>
                                            <p:strVal val="#ppt_y+.1"/>
                                          </p:val>
                                        </p:tav>
                                        <p:tav tm="100000">
                                          <p:val>
                                            <p:strVal val="#ppt_y"/>
                                          </p:val>
                                        </p:tav>
                                      </p:tavLst>
                                    </p:anim>
                                  </p:childTnLst>
                                </p:cTn>
                              </p:par>
                              <p:par>
                                <p:cTn id="434" presetID="42" presetClass="entr" presetSubtype="0" fill="hold" grpId="0" nodeType="withEffect">
                                  <p:stCondLst>
                                    <p:cond delay="610"/>
                                  </p:stCondLst>
                                  <p:childTnLst>
                                    <p:set>
                                      <p:cBhvr>
                                        <p:cTn id="435" dur="1" fill="hold">
                                          <p:stCondLst>
                                            <p:cond delay="0"/>
                                          </p:stCondLst>
                                        </p:cTn>
                                        <p:tgtEl>
                                          <p:spTgt spid="30"/>
                                        </p:tgtEl>
                                        <p:attrNameLst>
                                          <p:attrName>style.visibility</p:attrName>
                                        </p:attrNameLst>
                                      </p:cBhvr>
                                      <p:to>
                                        <p:strVal val="visible"/>
                                      </p:to>
                                    </p:set>
                                    <p:animEffect transition="in" filter="fade">
                                      <p:cBhvr>
                                        <p:cTn id="436" dur="650"/>
                                        <p:tgtEl>
                                          <p:spTgt spid="30"/>
                                        </p:tgtEl>
                                      </p:cBhvr>
                                    </p:animEffect>
                                    <p:anim calcmode="lin" valueType="num">
                                      <p:cBhvr>
                                        <p:cTn id="437" dur="650" fill="hold"/>
                                        <p:tgtEl>
                                          <p:spTgt spid="30"/>
                                        </p:tgtEl>
                                        <p:attrNameLst>
                                          <p:attrName>ppt_x</p:attrName>
                                        </p:attrNameLst>
                                      </p:cBhvr>
                                      <p:tavLst>
                                        <p:tav tm="0">
                                          <p:val>
                                            <p:strVal val="#ppt_x"/>
                                          </p:val>
                                        </p:tav>
                                        <p:tav tm="100000">
                                          <p:val>
                                            <p:strVal val="#ppt_x"/>
                                          </p:val>
                                        </p:tav>
                                      </p:tavLst>
                                    </p:anim>
                                    <p:anim calcmode="lin" valueType="num">
                                      <p:cBhvr>
                                        <p:cTn id="438" dur="650" fill="hold"/>
                                        <p:tgtEl>
                                          <p:spTgt spid="30"/>
                                        </p:tgtEl>
                                        <p:attrNameLst>
                                          <p:attrName>ppt_y</p:attrName>
                                        </p:attrNameLst>
                                      </p:cBhvr>
                                      <p:tavLst>
                                        <p:tav tm="0">
                                          <p:val>
                                            <p:strVal val="#ppt_y+.1"/>
                                          </p:val>
                                        </p:tav>
                                        <p:tav tm="100000">
                                          <p:val>
                                            <p:strVal val="#ppt_y"/>
                                          </p:val>
                                        </p:tav>
                                      </p:tavLst>
                                    </p:anim>
                                  </p:childTnLst>
                                </p:cTn>
                              </p:par>
                              <p:par>
                                <p:cTn id="439" presetID="42" presetClass="entr" presetSubtype="0" fill="hold" grpId="0" nodeType="withEffect">
                                  <p:stCondLst>
                                    <p:cond delay="610"/>
                                  </p:stCondLst>
                                  <p:childTnLst>
                                    <p:set>
                                      <p:cBhvr>
                                        <p:cTn id="440" dur="1" fill="hold">
                                          <p:stCondLst>
                                            <p:cond delay="0"/>
                                          </p:stCondLst>
                                        </p:cTn>
                                        <p:tgtEl>
                                          <p:spTgt spid="31"/>
                                        </p:tgtEl>
                                        <p:attrNameLst>
                                          <p:attrName>style.visibility</p:attrName>
                                        </p:attrNameLst>
                                      </p:cBhvr>
                                      <p:to>
                                        <p:strVal val="visible"/>
                                      </p:to>
                                    </p:set>
                                    <p:animEffect transition="in" filter="fade">
                                      <p:cBhvr>
                                        <p:cTn id="441" dur="650"/>
                                        <p:tgtEl>
                                          <p:spTgt spid="31"/>
                                        </p:tgtEl>
                                      </p:cBhvr>
                                    </p:animEffect>
                                    <p:anim calcmode="lin" valueType="num">
                                      <p:cBhvr>
                                        <p:cTn id="442" dur="650" fill="hold"/>
                                        <p:tgtEl>
                                          <p:spTgt spid="31"/>
                                        </p:tgtEl>
                                        <p:attrNameLst>
                                          <p:attrName>ppt_x</p:attrName>
                                        </p:attrNameLst>
                                      </p:cBhvr>
                                      <p:tavLst>
                                        <p:tav tm="0">
                                          <p:val>
                                            <p:strVal val="#ppt_x"/>
                                          </p:val>
                                        </p:tav>
                                        <p:tav tm="100000">
                                          <p:val>
                                            <p:strVal val="#ppt_x"/>
                                          </p:val>
                                        </p:tav>
                                      </p:tavLst>
                                    </p:anim>
                                    <p:anim calcmode="lin" valueType="num">
                                      <p:cBhvr>
                                        <p:cTn id="443" dur="650" fill="hold"/>
                                        <p:tgtEl>
                                          <p:spTgt spid="31"/>
                                        </p:tgtEl>
                                        <p:attrNameLst>
                                          <p:attrName>ppt_y</p:attrName>
                                        </p:attrNameLst>
                                      </p:cBhvr>
                                      <p:tavLst>
                                        <p:tav tm="0">
                                          <p:val>
                                            <p:strVal val="#ppt_y+.1"/>
                                          </p:val>
                                        </p:tav>
                                        <p:tav tm="100000">
                                          <p:val>
                                            <p:strVal val="#ppt_y"/>
                                          </p:val>
                                        </p:tav>
                                      </p:tavLst>
                                    </p:anim>
                                  </p:childTnLst>
                                </p:cTn>
                              </p:par>
                              <p:par>
                                <p:cTn id="444" presetID="42" presetClass="entr" presetSubtype="0" fill="hold" grpId="0" nodeType="withEffect">
                                  <p:stCondLst>
                                    <p:cond delay="610"/>
                                  </p:stCondLst>
                                  <p:childTnLst>
                                    <p:set>
                                      <p:cBhvr>
                                        <p:cTn id="445" dur="1" fill="hold">
                                          <p:stCondLst>
                                            <p:cond delay="0"/>
                                          </p:stCondLst>
                                        </p:cTn>
                                        <p:tgtEl>
                                          <p:spTgt spid="32"/>
                                        </p:tgtEl>
                                        <p:attrNameLst>
                                          <p:attrName>style.visibility</p:attrName>
                                        </p:attrNameLst>
                                      </p:cBhvr>
                                      <p:to>
                                        <p:strVal val="visible"/>
                                      </p:to>
                                    </p:set>
                                    <p:animEffect transition="in" filter="fade">
                                      <p:cBhvr>
                                        <p:cTn id="446" dur="650"/>
                                        <p:tgtEl>
                                          <p:spTgt spid="32"/>
                                        </p:tgtEl>
                                      </p:cBhvr>
                                    </p:animEffect>
                                    <p:anim calcmode="lin" valueType="num">
                                      <p:cBhvr>
                                        <p:cTn id="447" dur="650" fill="hold"/>
                                        <p:tgtEl>
                                          <p:spTgt spid="32"/>
                                        </p:tgtEl>
                                        <p:attrNameLst>
                                          <p:attrName>ppt_x</p:attrName>
                                        </p:attrNameLst>
                                      </p:cBhvr>
                                      <p:tavLst>
                                        <p:tav tm="0">
                                          <p:val>
                                            <p:strVal val="#ppt_x"/>
                                          </p:val>
                                        </p:tav>
                                        <p:tav tm="100000">
                                          <p:val>
                                            <p:strVal val="#ppt_x"/>
                                          </p:val>
                                        </p:tav>
                                      </p:tavLst>
                                    </p:anim>
                                    <p:anim calcmode="lin" valueType="num">
                                      <p:cBhvr>
                                        <p:cTn id="448" dur="650" fill="hold"/>
                                        <p:tgtEl>
                                          <p:spTgt spid="32"/>
                                        </p:tgtEl>
                                        <p:attrNameLst>
                                          <p:attrName>ppt_y</p:attrName>
                                        </p:attrNameLst>
                                      </p:cBhvr>
                                      <p:tavLst>
                                        <p:tav tm="0">
                                          <p:val>
                                            <p:strVal val="#ppt_y+.1"/>
                                          </p:val>
                                        </p:tav>
                                        <p:tav tm="100000">
                                          <p:val>
                                            <p:strVal val="#ppt_y"/>
                                          </p:val>
                                        </p:tav>
                                      </p:tavLst>
                                    </p:anim>
                                  </p:childTnLst>
                                </p:cTn>
                              </p:par>
                              <p:par>
                                <p:cTn id="449" presetID="22" presetClass="entr" presetSubtype="8" fill="hold" grpId="0" nodeType="withEffect">
                                  <p:stCondLst>
                                    <p:cond delay="730"/>
                                  </p:stCondLst>
                                  <p:childTnLst>
                                    <p:set>
                                      <p:cBhvr>
                                        <p:cTn id="450" dur="1" fill="hold">
                                          <p:stCondLst>
                                            <p:cond delay="0"/>
                                          </p:stCondLst>
                                        </p:cTn>
                                        <p:tgtEl>
                                          <p:spTgt spid="33"/>
                                        </p:tgtEl>
                                        <p:attrNameLst>
                                          <p:attrName>style.visibility</p:attrName>
                                        </p:attrNameLst>
                                      </p:cBhvr>
                                      <p:to>
                                        <p:strVal val="visible"/>
                                      </p:to>
                                    </p:set>
                                    <p:animEffect transition="in" filter="wipe(left)">
                                      <p:cBhvr>
                                        <p:cTn id="451" dur="500"/>
                                        <p:tgtEl>
                                          <p:spTgt spid="33"/>
                                        </p:tgtEl>
                                      </p:cBhvr>
                                    </p:animEffect>
                                  </p:childTnLst>
                                </p:cTn>
                              </p:par>
                              <p:par>
                                <p:cTn id="452" presetID="22" presetClass="entr" presetSubtype="8" fill="hold" grpId="0" nodeType="withEffect">
                                  <p:stCondLst>
                                    <p:cond delay="730"/>
                                  </p:stCondLst>
                                  <p:childTnLst>
                                    <p:set>
                                      <p:cBhvr>
                                        <p:cTn id="453" dur="1" fill="hold">
                                          <p:stCondLst>
                                            <p:cond delay="0"/>
                                          </p:stCondLst>
                                        </p:cTn>
                                        <p:tgtEl>
                                          <p:spTgt spid="34"/>
                                        </p:tgtEl>
                                        <p:attrNameLst>
                                          <p:attrName>style.visibility</p:attrName>
                                        </p:attrNameLst>
                                      </p:cBhvr>
                                      <p:to>
                                        <p:strVal val="visible"/>
                                      </p:to>
                                    </p:set>
                                    <p:animEffect transition="in" filter="wipe(left)">
                                      <p:cBhvr>
                                        <p:cTn id="454" dur="500"/>
                                        <p:tgtEl>
                                          <p:spTgt spid="34"/>
                                        </p:tgtEl>
                                      </p:cBhvr>
                                    </p:animEffect>
                                  </p:childTnLst>
                                </p:cTn>
                              </p:par>
                              <p:par>
                                <p:cTn id="455" presetID="22" presetClass="entr" presetSubtype="8" fill="hold" grpId="0" nodeType="withEffect">
                                  <p:stCondLst>
                                    <p:cond delay="730"/>
                                  </p:stCondLst>
                                  <p:childTnLst>
                                    <p:set>
                                      <p:cBhvr>
                                        <p:cTn id="456" dur="1" fill="hold">
                                          <p:stCondLst>
                                            <p:cond delay="0"/>
                                          </p:stCondLst>
                                        </p:cTn>
                                        <p:tgtEl>
                                          <p:spTgt spid="35"/>
                                        </p:tgtEl>
                                        <p:attrNameLst>
                                          <p:attrName>style.visibility</p:attrName>
                                        </p:attrNameLst>
                                      </p:cBhvr>
                                      <p:to>
                                        <p:strVal val="visible"/>
                                      </p:to>
                                    </p:set>
                                    <p:animEffect transition="in" filter="wipe(left)">
                                      <p:cBhvr>
                                        <p:cTn id="457" dur="500"/>
                                        <p:tgtEl>
                                          <p:spTgt spid="35"/>
                                        </p:tgtEl>
                                      </p:cBhvr>
                                    </p:animEffect>
                                  </p:childTnLst>
                                </p:cTn>
                              </p:par>
                              <p:par>
                                <p:cTn id="458" presetID="22" presetClass="entr" presetSubtype="8" fill="hold" grpId="0" nodeType="withEffect">
                                  <p:stCondLst>
                                    <p:cond delay="730"/>
                                  </p:stCondLst>
                                  <p:childTnLst>
                                    <p:set>
                                      <p:cBhvr>
                                        <p:cTn id="459" dur="1" fill="hold">
                                          <p:stCondLst>
                                            <p:cond delay="0"/>
                                          </p:stCondLst>
                                        </p:cTn>
                                        <p:tgtEl>
                                          <p:spTgt spid="36"/>
                                        </p:tgtEl>
                                        <p:attrNameLst>
                                          <p:attrName>style.visibility</p:attrName>
                                        </p:attrNameLst>
                                      </p:cBhvr>
                                      <p:to>
                                        <p:strVal val="visible"/>
                                      </p:to>
                                    </p:set>
                                    <p:animEffect transition="in" filter="wipe(left)">
                                      <p:cBhvr>
                                        <p:cTn id="46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4" grpId="0" animBg="1"/>
      <p:bldP spid="15" grpId="0" animBg="1"/>
      <p:bldP spid="16" grpId="0"/>
      <p:bldP spid="17" grpId="0"/>
      <p:bldP spid="18" grpId="0"/>
      <p:bldP spid="19" grpId="0" animBg="1"/>
      <p:bldP spid="20" grpId="0"/>
      <p:bldP spid="21" grpId="0" animBg="1"/>
      <p:bldP spid="22" grpId="0"/>
      <p:bldP spid="23" grpId="0" animBg="1"/>
      <p:bldP spid="24" grpId="0"/>
      <p:bldP spid="25" grpId="0" animBg="1"/>
      <p:bldP spid="26" grpId="0"/>
      <p:bldP spid="27" grpId="0"/>
      <p:bldP spid="28" grpId="0" animBg="1"/>
      <p:bldP spid="29" grpId="0"/>
      <p:bldP spid="30" grpId="0" animBg="1"/>
      <p:bldP spid="31" grpId="0"/>
      <p:bldP spid="32" grpId="0"/>
      <p:bldP spid="33" grpId="0" animBg="1"/>
      <p:bldP spid="34" grpId="0" animBg="1"/>
      <p:bldP spid="35" grpId="0"/>
      <p:bldP spid="36" grpId="0"/>
      <p:bldP spid="38" grpId="0"/>
      <p:bldP spid="39" grpId="0" animBg="1"/>
      <p:bldP spid="39" grpId="1" animBg="1"/>
      <p:bldP spid="40" grpId="0"/>
      <p:bldP spid="40" grpId="1"/>
      <p:bldP spid="41" grpId="0" animBg="1"/>
      <p:bldP spid="41" grpId="1" animBg="1"/>
      <p:bldP spid="42" grpId="0"/>
      <p:bldP spid="42" grpId="1"/>
      <p:bldP spid="48" grpId="0" animBg="1"/>
      <p:bldP spid="48" grpId="1" animBg="1"/>
      <p:bldP spid="49" grpId="0"/>
      <p:bldP spid="49" grpId="1"/>
      <p:bldP spid="50" grpId="0"/>
      <p:bldP spid="50" grpId="1"/>
      <p:bldP spid="51" grpId="0" animBg="1"/>
      <p:bldP spid="51" grpId="1" animBg="1"/>
      <p:bldP spid="52" grpId="0" animBg="1"/>
      <p:bldP spid="52" grpId="1" animBg="1"/>
      <p:bldP spid="53" grpId="0"/>
      <p:bldP spid="53" grpId="1"/>
      <p:bldP spid="54" grpId="0" animBg="1"/>
      <p:bldP spid="54" grpId="1" animBg="1"/>
      <p:bldP spid="55" grpId="0"/>
      <p:bldP spid="55" grpId="1"/>
      <p:bldP spid="56" grpId="0"/>
      <p:bldP spid="56" grpId="1"/>
      <p:bldP spid="57" grpId="0" animBg="1"/>
      <p:bldP spid="57" grpId="1" animBg="1"/>
      <p:bldP spid="58" grpId="0" animBg="1"/>
      <p:bldP spid="58" grpId="1" animBg="1"/>
      <p:bldP spid="59" grpId="0"/>
      <p:bldP spid="59" grpId="1"/>
      <p:bldP spid="60" grpId="0" animBg="1"/>
      <p:bldP spid="60" grpId="1" animBg="1"/>
      <p:bldP spid="61" grpId="0"/>
      <p:bldP spid="61" grpId="1"/>
      <p:bldP spid="62" grpId="0"/>
      <p:bldP spid="62" grpId="1"/>
      <p:bldP spid="63" grpId="0" animBg="1"/>
      <p:bldP spid="63" grpId="1" animBg="1"/>
      <p:bldP spid="64" grpId="0" animBg="1"/>
      <p:bldP spid="64" grpId="1" animBg="1"/>
      <p:bldP spid="65" grpId="0" animBg="1"/>
      <p:bldP spid="65" grpId="1" animBg="1"/>
      <p:bldP spid="66" grpId="0" animBg="1"/>
      <p:bldP spid="66" grpId="1" animBg="1"/>
      <p:bldP spid="67" grpId="0"/>
      <p:bldP spid="67" grpId="1"/>
      <p:bldP spid="68" grpId="0"/>
      <p:bldP spid="68" grpId="1"/>
      <p:bldP spid="69" grpId="0"/>
      <p:bldP spid="69" grpId="1"/>
      <p:bldP spid="70" grpId="0"/>
      <p:bldP spid="70" grpId="1"/>
      <p:bldP spid="71" grpId="0" animBg="1"/>
      <p:bldP spid="71" grpId="1" animBg="1"/>
      <p:bldP spid="72" grpId="0"/>
      <p:bldP spid="72" grpId="1"/>
      <p:bldP spid="73" grpId="0" animBg="1"/>
      <p:bldP spid="73" grpId="1" animBg="1"/>
      <p:bldP spid="74" grpId="0"/>
      <p:bldP spid="74" grpId="1"/>
      <p:bldP spid="75" grpId="0" animBg="1"/>
      <p:bldP spid="75" grpId="1" animBg="1"/>
      <p:bldP spid="76" grpId="0"/>
      <p:bldP spid="76" grpId="1"/>
      <p:bldP spid="77" grpId="0"/>
      <p:bldP spid="77" grpId="1"/>
      <p:bldP spid="78" grpId="0" animBg="1"/>
      <p:bldP spid="78" grpId="1" animBg="1"/>
      <p:bldP spid="79" grpId="0" animBg="1"/>
      <p:bldP spid="79" grpId="1" animBg="1"/>
      <p:bldP spid="80" grpId="0" animBg="1"/>
      <p:bldP spid="80" grpId="1" animBg="1"/>
      <p:bldP spid="81" grpId="0" animBg="1"/>
      <p:bldP spid="81" grpId="1" animBg="1"/>
      <p:bldP spid="82" grpId="0"/>
      <p:bldP spid="82" grpId="1"/>
      <p:bldP spid="83" grpId="0"/>
      <p:bldP spid="83" grpId="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1072388"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Introducción</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Metodología: la ciencia del diseño</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918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etodo:bc0deb1786"/>
          <p:cNvSpPr/>
          <p:nvPr/>
        </p:nvSpPr>
        <p:spPr>
          <a:xfrm>
            <a:off x="568325" y="1283272"/>
            <a:ext cx="2663825" cy="1046353"/>
          </a:xfrm>
          <a:prstGeom prst="roundRect">
            <a:avLst>
              <a:gd name="adj" fmla="val 6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etodo:16e777c1dc"/>
          <p:cNvSpPr txBox="1"/>
          <p:nvPr/>
        </p:nvSpPr>
        <p:spPr>
          <a:xfrm>
            <a:off x="723900" y="1432815"/>
            <a:ext cx="2403475"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Finalidad</a:t>
            </a:r>
          </a:p>
        </p:txBody>
      </p:sp>
      <p:sp>
        <p:nvSpPr>
          <p:cNvPr id="13" name="!!metodo:282ae18d32"/>
          <p:cNvSpPr txBox="1"/>
          <p:nvPr/>
        </p:nvSpPr>
        <p:spPr>
          <a:xfrm>
            <a:off x="723900" y="1667853"/>
            <a:ext cx="2403475" cy="262890"/>
          </a:xfrm>
          <a:prstGeom prst="rect">
            <a:avLst/>
          </a:prstGeom>
          <a:noFill/>
        </p:spPr>
        <p:txBody>
          <a:bodyPr wrap="square" lIns="0" rIns="0" tIns="0" bIns="0" anchor="t"/>
          <a:lstStyle/>
          <a:p>
            <a:pPr algn="l">
              <a:lnSpc>
                <a:spcPts val="2070"/>
              </a:lnSpc>
              <a:spcBef>
                <a:spcPts val="0"/>
              </a:spcBef>
              <a:spcAft>
                <a:spcPts val="0"/>
              </a:spcAft>
            </a:pPr>
            <a:r>
              <a:rPr sz="1800" b="1" i="0">
                <a:solidFill>
                  <a:srgbClr val="1F2937"/>
                </a:solidFill>
                <a:latin typeface="Calibri"/>
              </a:rPr>
              <a:t>Propositiva</a:t>
            </a:r>
          </a:p>
        </p:txBody>
      </p:sp>
      <p:sp>
        <p:nvSpPr>
          <p:cNvPr id="14" name="!!metodo:c5e123950d"/>
          <p:cNvSpPr/>
          <p:nvPr/>
        </p:nvSpPr>
        <p:spPr>
          <a:xfrm>
            <a:off x="3365500" y="1283272"/>
            <a:ext cx="2663825" cy="1046353"/>
          </a:xfrm>
          <a:prstGeom prst="roundRect">
            <a:avLst>
              <a:gd name="adj" fmla="val 6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etodo:8a4479220a"/>
          <p:cNvSpPr txBox="1"/>
          <p:nvPr/>
        </p:nvSpPr>
        <p:spPr>
          <a:xfrm>
            <a:off x="3521075" y="1432815"/>
            <a:ext cx="2403475"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Naturaleza [7, p. 91]</a:t>
            </a:r>
          </a:p>
        </p:txBody>
      </p:sp>
      <p:sp>
        <p:nvSpPr>
          <p:cNvPr id="16" name="!!metodo:3abff98297"/>
          <p:cNvSpPr txBox="1"/>
          <p:nvPr/>
        </p:nvSpPr>
        <p:spPr>
          <a:xfrm>
            <a:off x="3521075" y="1667853"/>
            <a:ext cx="2403475" cy="525780"/>
          </a:xfrm>
          <a:prstGeom prst="rect">
            <a:avLst/>
          </a:prstGeom>
          <a:noFill/>
        </p:spPr>
        <p:txBody>
          <a:bodyPr wrap="square" lIns="0" rIns="0" tIns="0" bIns="0" anchor="t"/>
          <a:lstStyle/>
          <a:p>
            <a:pPr algn="l">
              <a:lnSpc>
                <a:spcPts val="2070"/>
              </a:lnSpc>
              <a:spcBef>
                <a:spcPts val="0"/>
              </a:spcBef>
              <a:spcAft>
                <a:spcPts val="0"/>
              </a:spcAft>
            </a:pPr>
            <a:r>
              <a:rPr sz="1800" b="1" i="0">
                <a:solidFill>
                  <a:srgbClr val="1F2937"/>
                </a:solidFill>
                <a:latin typeface="Calibri"/>
              </a:rPr>
              <a:t>Investigación</a:t>
            </a:r>
            <a:br/>
            <a:r>
              <a:rPr sz="1800" b="1" i="0">
                <a:solidFill>
                  <a:srgbClr val="1F2937"/>
                </a:solidFill>
                <a:latin typeface="Calibri"/>
              </a:rPr>
              <a:t>tecnológica</a:t>
            </a:r>
          </a:p>
        </p:txBody>
      </p:sp>
      <p:sp>
        <p:nvSpPr>
          <p:cNvPr id="17" name="!!metodo:b52be5fa7b"/>
          <p:cNvSpPr/>
          <p:nvPr/>
        </p:nvSpPr>
        <p:spPr>
          <a:xfrm>
            <a:off x="6162675" y="1283272"/>
            <a:ext cx="2663825" cy="1046353"/>
          </a:xfrm>
          <a:prstGeom prst="roundRect">
            <a:avLst>
              <a:gd name="adj" fmla="val 6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etodo:f87d441415"/>
          <p:cNvSpPr txBox="1"/>
          <p:nvPr/>
        </p:nvSpPr>
        <p:spPr>
          <a:xfrm>
            <a:off x="6318250" y="1432815"/>
            <a:ext cx="2403475"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Enfoque [23, p. 6]</a:t>
            </a:r>
          </a:p>
        </p:txBody>
      </p:sp>
      <p:sp>
        <p:nvSpPr>
          <p:cNvPr id="19" name="!!metodo:6e1c3bb3eb"/>
          <p:cNvSpPr txBox="1"/>
          <p:nvPr/>
        </p:nvSpPr>
        <p:spPr>
          <a:xfrm>
            <a:off x="6318250" y="1667853"/>
            <a:ext cx="2403475" cy="262890"/>
          </a:xfrm>
          <a:prstGeom prst="rect">
            <a:avLst/>
          </a:prstGeom>
          <a:noFill/>
        </p:spPr>
        <p:txBody>
          <a:bodyPr wrap="square" lIns="0" rIns="0" tIns="0" bIns="0" anchor="t"/>
          <a:lstStyle/>
          <a:p>
            <a:pPr algn="l">
              <a:lnSpc>
                <a:spcPts val="2070"/>
              </a:lnSpc>
              <a:spcBef>
                <a:spcPts val="0"/>
              </a:spcBef>
              <a:spcAft>
                <a:spcPts val="0"/>
              </a:spcAft>
            </a:pPr>
            <a:r>
              <a:rPr sz="1800" b="1" i="0">
                <a:solidFill>
                  <a:srgbClr val="1F2937"/>
                </a:solidFill>
                <a:latin typeface="Calibri"/>
              </a:rPr>
              <a:t>Cuantitativo</a:t>
            </a:r>
          </a:p>
        </p:txBody>
      </p:sp>
      <p:sp>
        <p:nvSpPr>
          <p:cNvPr id="20" name="!!metodo:6d8367280e"/>
          <p:cNvSpPr/>
          <p:nvPr/>
        </p:nvSpPr>
        <p:spPr>
          <a:xfrm>
            <a:off x="8959850" y="1283272"/>
            <a:ext cx="2663825" cy="1046353"/>
          </a:xfrm>
          <a:prstGeom prst="roundRect">
            <a:avLst>
              <a:gd name="adj" fmla="val 6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metodo:45b91e902b"/>
          <p:cNvSpPr txBox="1"/>
          <p:nvPr/>
        </p:nvSpPr>
        <p:spPr>
          <a:xfrm>
            <a:off x="9115425" y="1432815"/>
            <a:ext cx="2403475"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Nivel</a:t>
            </a:r>
          </a:p>
        </p:txBody>
      </p:sp>
      <p:sp>
        <p:nvSpPr>
          <p:cNvPr id="22" name="!!metodo:dfb9c2170c"/>
          <p:cNvSpPr txBox="1"/>
          <p:nvPr/>
        </p:nvSpPr>
        <p:spPr>
          <a:xfrm>
            <a:off x="9115425" y="1667853"/>
            <a:ext cx="2403475" cy="525780"/>
          </a:xfrm>
          <a:prstGeom prst="rect">
            <a:avLst/>
          </a:prstGeom>
          <a:noFill/>
        </p:spPr>
        <p:txBody>
          <a:bodyPr wrap="square" lIns="0" rIns="0" tIns="0" bIns="0" anchor="t"/>
          <a:lstStyle/>
          <a:p>
            <a:pPr algn="l">
              <a:lnSpc>
                <a:spcPts val="2070"/>
              </a:lnSpc>
              <a:spcBef>
                <a:spcPts val="0"/>
              </a:spcBef>
              <a:spcAft>
                <a:spcPts val="0"/>
              </a:spcAft>
            </a:pPr>
            <a:r>
              <a:rPr sz="1800" b="1" i="0">
                <a:solidFill>
                  <a:srgbClr val="1F2937"/>
                </a:solidFill>
                <a:latin typeface="Calibri"/>
              </a:rPr>
              <a:t>Descriptivo y</a:t>
            </a:r>
            <a:br/>
            <a:r>
              <a:rPr sz="1800" b="1" i="0">
                <a:solidFill>
                  <a:srgbClr val="1F2937"/>
                </a:solidFill>
                <a:latin typeface="Calibri"/>
              </a:rPr>
              <a:t>comparativo</a:t>
            </a:r>
          </a:p>
        </p:txBody>
      </p:sp>
      <p:sp>
        <p:nvSpPr>
          <p:cNvPr id="23" name="!!metodo:b6a6eddbd5"/>
          <p:cNvSpPr txBox="1"/>
          <p:nvPr/>
        </p:nvSpPr>
        <p:spPr>
          <a:xfrm>
            <a:off x="565150" y="2545436"/>
            <a:ext cx="11282934" cy="222885"/>
          </a:xfrm>
          <a:prstGeom prst="rect">
            <a:avLst/>
          </a:prstGeom>
          <a:noFill/>
        </p:spPr>
        <p:txBody>
          <a:bodyPr wrap="square" lIns="0" rIns="0" tIns="0" bIns="0" anchor="t"/>
          <a:lstStyle/>
          <a:p>
            <a:pPr algn="l">
              <a:lnSpc>
                <a:spcPts val="1755"/>
              </a:lnSpc>
              <a:spcBef>
                <a:spcPts val="0"/>
              </a:spcBef>
              <a:spcAft>
                <a:spcPts val="0"/>
              </a:spcAft>
            </a:pPr>
            <a:r>
              <a:rPr sz="1300" b="1" i="0" spc="26">
                <a:solidFill>
                  <a:srgbClr val="3F4A5A"/>
                </a:solidFill>
                <a:latin typeface="Calibri"/>
              </a:rPr>
              <a:t>Ciencia del diseño [13, pp. 75, 83] · sus seis actividades [24, pp. 52–56] en esta tesis</a:t>
            </a:r>
          </a:p>
        </p:txBody>
      </p:sp>
      <p:sp>
        <p:nvSpPr>
          <p:cNvPr id="24" name="!!metodo:72f264ce8e"/>
          <p:cNvSpPr/>
          <p:nvPr/>
        </p:nvSpPr>
        <p:spPr>
          <a:xfrm>
            <a:off x="568325" y="2876360"/>
            <a:ext cx="1752600" cy="1515872"/>
          </a:xfrm>
          <a:prstGeom prst="roundRect">
            <a:avLst>
              <a:gd name="adj" fmla="val 7330"/>
            </a:avLst>
          </a:prstGeom>
          <a:solidFill>
            <a:srgbClr val="FFFFFF"/>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etodo:4c4220d93f"/>
          <p:cNvSpPr txBox="1"/>
          <p:nvPr/>
        </p:nvSpPr>
        <p:spPr>
          <a:xfrm>
            <a:off x="685800" y="3030284"/>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1</a:t>
            </a:r>
          </a:p>
        </p:txBody>
      </p:sp>
      <p:sp>
        <p:nvSpPr>
          <p:cNvPr id="26" name="!!metodo:f1cfdb8037"/>
          <p:cNvSpPr txBox="1"/>
          <p:nvPr/>
        </p:nvSpPr>
        <p:spPr>
          <a:xfrm>
            <a:off x="685800" y="3356433"/>
            <a:ext cx="1568450" cy="434594"/>
          </a:xfrm>
          <a:prstGeom prst="rect">
            <a:avLst/>
          </a:prstGeom>
          <a:noFill/>
        </p:spPr>
        <p:txBody>
          <a:bodyPr wrap="square" lIns="0" rIns="0" tIns="0" bIns="0" anchor="t"/>
          <a:lstStyle/>
          <a:p>
            <a:pPr algn="l">
              <a:lnSpc>
                <a:spcPts val="1711"/>
              </a:lnSpc>
              <a:spcBef>
                <a:spcPts val="0"/>
              </a:spcBef>
              <a:spcAft>
                <a:spcPts val="0"/>
              </a:spcAft>
            </a:pPr>
            <a:r>
              <a:rPr sz="1450" b="1" i="0">
                <a:solidFill>
                  <a:srgbClr val="1F2937"/>
                </a:solidFill>
                <a:latin typeface="Calibri"/>
              </a:rPr>
              <a:t>Identificar el</a:t>
            </a:r>
            <a:br/>
            <a:r>
              <a:rPr sz="1450" b="1" i="0">
                <a:solidFill>
                  <a:srgbClr val="1F2937"/>
                </a:solidFill>
                <a:latin typeface="Calibri"/>
              </a:rPr>
              <a:t>problema</a:t>
            </a:r>
          </a:p>
        </p:txBody>
      </p:sp>
      <p:sp>
        <p:nvSpPr>
          <p:cNvPr id="27" name="!!metodo:ad84635d40"/>
          <p:cNvSpPr txBox="1"/>
          <p:nvPr/>
        </p:nvSpPr>
        <p:spPr>
          <a:xfrm>
            <a:off x="685800" y="3844830"/>
            <a:ext cx="1568450"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La caja negra</a:t>
            </a:r>
          </a:p>
        </p:txBody>
      </p:sp>
      <p:sp>
        <p:nvSpPr>
          <p:cNvPr id="28" name="!!metodo:1f6bf8fa71"/>
          <p:cNvSpPr/>
          <p:nvPr/>
        </p:nvSpPr>
        <p:spPr>
          <a:xfrm>
            <a:off x="2428875" y="2876360"/>
            <a:ext cx="1752600" cy="1515872"/>
          </a:xfrm>
          <a:prstGeom prst="roundRect">
            <a:avLst>
              <a:gd name="adj" fmla="val 7330"/>
            </a:avLst>
          </a:prstGeom>
          <a:solidFill>
            <a:srgbClr val="FFFFFF"/>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etodo:da3bfab335"/>
          <p:cNvSpPr/>
          <p:nvPr/>
        </p:nvSpPr>
        <p:spPr>
          <a:xfrm>
            <a:off x="3682302" y="2981134"/>
            <a:ext cx="407098" cy="241300"/>
          </a:xfrm>
          <a:prstGeom prst="roundRect">
            <a:avLst>
              <a:gd name="adj" fmla="val 5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etodo:71e5db2c67"/>
          <p:cNvSpPr txBox="1"/>
          <p:nvPr/>
        </p:nvSpPr>
        <p:spPr>
          <a:xfrm>
            <a:off x="3758502" y="3035364"/>
            <a:ext cx="305498"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OE1</a:t>
            </a:r>
          </a:p>
        </p:txBody>
      </p:sp>
      <p:sp>
        <p:nvSpPr>
          <p:cNvPr id="31" name="!!metodo:b5c1743114"/>
          <p:cNvSpPr txBox="1"/>
          <p:nvPr/>
        </p:nvSpPr>
        <p:spPr>
          <a:xfrm>
            <a:off x="2546350" y="3030284"/>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2</a:t>
            </a:r>
          </a:p>
        </p:txBody>
      </p:sp>
      <p:sp>
        <p:nvSpPr>
          <p:cNvPr id="32" name="!!metodo:eb27097e82"/>
          <p:cNvSpPr txBox="1"/>
          <p:nvPr/>
        </p:nvSpPr>
        <p:spPr>
          <a:xfrm>
            <a:off x="2546350" y="3356433"/>
            <a:ext cx="1568450" cy="434594"/>
          </a:xfrm>
          <a:prstGeom prst="rect">
            <a:avLst/>
          </a:prstGeom>
          <a:noFill/>
        </p:spPr>
        <p:txBody>
          <a:bodyPr wrap="square" lIns="0" rIns="0" tIns="0" bIns="0" anchor="t"/>
          <a:lstStyle/>
          <a:p>
            <a:pPr algn="l">
              <a:lnSpc>
                <a:spcPts val="1711"/>
              </a:lnSpc>
              <a:spcBef>
                <a:spcPts val="0"/>
              </a:spcBef>
              <a:spcAft>
                <a:spcPts val="0"/>
              </a:spcAft>
            </a:pPr>
            <a:r>
              <a:rPr sz="1450" b="1" i="0">
                <a:solidFill>
                  <a:srgbClr val="1F2937"/>
                </a:solidFill>
                <a:latin typeface="Calibri"/>
              </a:rPr>
              <a:t>Definir los</a:t>
            </a:r>
            <a:br/>
            <a:r>
              <a:rPr sz="1450" b="1" i="0">
                <a:solidFill>
                  <a:srgbClr val="1F2937"/>
                </a:solidFill>
                <a:latin typeface="Calibri"/>
              </a:rPr>
              <a:t>objetivos</a:t>
            </a:r>
          </a:p>
        </p:txBody>
      </p:sp>
      <p:sp>
        <p:nvSpPr>
          <p:cNvPr id="33" name="!!metodo:73952aced6"/>
          <p:cNvSpPr txBox="1"/>
          <p:nvPr/>
        </p:nvSpPr>
        <p:spPr>
          <a:xfrm>
            <a:off x="2546350" y="3844830"/>
            <a:ext cx="1568450"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Cinco requisitos</a:t>
            </a:r>
          </a:p>
        </p:txBody>
      </p:sp>
      <p:sp>
        <p:nvSpPr>
          <p:cNvPr id="34" name="!!metodo:2e5b62521e"/>
          <p:cNvSpPr/>
          <p:nvPr/>
        </p:nvSpPr>
        <p:spPr>
          <a:xfrm>
            <a:off x="4289425" y="2876360"/>
            <a:ext cx="1752600" cy="1515872"/>
          </a:xfrm>
          <a:prstGeom prst="roundRect">
            <a:avLst>
              <a:gd name="adj" fmla="val 7330"/>
            </a:avLst>
          </a:prstGeom>
          <a:solidFill>
            <a:srgbClr val="FFFFFF"/>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etodo:6e2862ce57"/>
          <p:cNvSpPr/>
          <p:nvPr/>
        </p:nvSpPr>
        <p:spPr>
          <a:xfrm>
            <a:off x="5542852" y="2981134"/>
            <a:ext cx="407098" cy="241300"/>
          </a:xfrm>
          <a:prstGeom prst="roundRect">
            <a:avLst>
              <a:gd name="adj" fmla="val 5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metodo:2449add79a"/>
          <p:cNvSpPr txBox="1"/>
          <p:nvPr/>
        </p:nvSpPr>
        <p:spPr>
          <a:xfrm>
            <a:off x="5619052" y="3035364"/>
            <a:ext cx="305498"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OE2</a:t>
            </a:r>
          </a:p>
        </p:txBody>
      </p:sp>
      <p:sp>
        <p:nvSpPr>
          <p:cNvPr id="37" name="!!metodo:d0e7fe0809"/>
          <p:cNvSpPr txBox="1"/>
          <p:nvPr/>
        </p:nvSpPr>
        <p:spPr>
          <a:xfrm>
            <a:off x="4406900" y="3030284"/>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3</a:t>
            </a:r>
          </a:p>
        </p:txBody>
      </p:sp>
      <p:sp>
        <p:nvSpPr>
          <p:cNvPr id="38" name="!!metodo:76677c5b2d"/>
          <p:cNvSpPr txBox="1"/>
          <p:nvPr/>
        </p:nvSpPr>
        <p:spPr>
          <a:xfrm>
            <a:off x="4406900" y="3356433"/>
            <a:ext cx="1568450" cy="434594"/>
          </a:xfrm>
          <a:prstGeom prst="rect">
            <a:avLst/>
          </a:prstGeom>
          <a:noFill/>
        </p:spPr>
        <p:txBody>
          <a:bodyPr wrap="square" lIns="0" rIns="0" tIns="0" bIns="0" anchor="t"/>
          <a:lstStyle/>
          <a:p>
            <a:pPr algn="l">
              <a:lnSpc>
                <a:spcPts val="1711"/>
              </a:lnSpc>
              <a:spcBef>
                <a:spcPts val="0"/>
              </a:spcBef>
              <a:spcAft>
                <a:spcPts val="0"/>
              </a:spcAft>
            </a:pPr>
            <a:r>
              <a:rPr sz="1450" b="1" i="0">
                <a:solidFill>
                  <a:srgbClr val="1F2937"/>
                </a:solidFill>
                <a:latin typeface="Calibri"/>
              </a:rPr>
              <a:t>Diseñar y</a:t>
            </a:r>
            <a:br/>
            <a:r>
              <a:rPr sz="1450" b="1" i="0">
                <a:solidFill>
                  <a:srgbClr val="1F2937"/>
                </a:solidFill>
                <a:latin typeface="Calibri"/>
              </a:rPr>
              <a:t>desarrollar</a:t>
            </a:r>
          </a:p>
        </p:txBody>
      </p:sp>
      <p:sp>
        <p:nvSpPr>
          <p:cNvPr id="39" name="!!metodo:192a476610"/>
          <p:cNvSpPr txBox="1"/>
          <p:nvPr/>
        </p:nvSpPr>
        <p:spPr>
          <a:xfrm>
            <a:off x="4406900" y="3844830"/>
            <a:ext cx="1568450"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EduFEM</a:t>
            </a:r>
          </a:p>
        </p:txBody>
      </p:sp>
      <p:sp>
        <p:nvSpPr>
          <p:cNvPr id="40" name="!!metodo:3cb379b38d"/>
          <p:cNvSpPr/>
          <p:nvPr/>
        </p:nvSpPr>
        <p:spPr>
          <a:xfrm>
            <a:off x="6149975" y="2876360"/>
            <a:ext cx="1752600" cy="1515872"/>
          </a:xfrm>
          <a:prstGeom prst="roundRect">
            <a:avLst>
              <a:gd name="adj" fmla="val 7330"/>
            </a:avLst>
          </a:prstGeom>
          <a:solidFill>
            <a:srgbClr val="FFFFFF"/>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metodo:defebea26c"/>
          <p:cNvSpPr/>
          <p:nvPr/>
        </p:nvSpPr>
        <p:spPr>
          <a:xfrm>
            <a:off x="7403402" y="2981134"/>
            <a:ext cx="407098" cy="241300"/>
          </a:xfrm>
          <a:prstGeom prst="roundRect">
            <a:avLst>
              <a:gd name="adj" fmla="val 5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metodo:afe831a6d3"/>
          <p:cNvSpPr txBox="1"/>
          <p:nvPr/>
        </p:nvSpPr>
        <p:spPr>
          <a:xfrm>
            <a:off x="7479602" y="3035364"/>
            <a:ext cx="305498"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OE3</a:t>
            </a:r>
          </a:p>
        </p:txBody>
      </p:sp>
      <p:sp>
        <p:nvSpPr>
          <p:cNvPr id="43" name="!!metodo:2200f31e76"/>
          <p:cNvSpPr txBox="1"/>
          <p:nvPr/>
        </p:nvSpPr>
        <p:spPr>
          <a:xfrm>
            <a:off x="6267450" y="3030284"/>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4</a:t>
            </a:r>
          </a:p>
        </p:txBody>
      </p:sp>
      <p:sp>
        <p:nvSpPr>
          <p:cNvPr id="44" name="!!metodo:0d47d5cb37"/>
          <p:cNvSpPr txBox="1"/>
          <p:nvPr/>
        </p:nvSpPr>
        <p:spPr>
          <a:xfrm>
            <a:off x="6267450" y="3356433"/>
            <a:ext cx="1568450" cy="217297"/>
          </a:xfrm>
          <a:prstGeom prst="rect">
            <a:avLst/>
          </a:prstGeom>
          <a:noFill/>
        </p:spPr>
        <p:txBody>
          <a:bodyPr wrap="square" lIns="0" rIns="0" tIns="0" bIns="0" anchor="t"/>
          <a:lstStyle/>
          <a:p>
            <a:pPr algn="l">
              <a:lnSpc>
                <a:spcPts val="1711"/>
              </a:lnSpc>
              <a:spcBef>
                <a:spcPts val="0"/>
              </a:spcBef>
              <a:spcAft>
                <a:spcPts val="0"/>
              </a:spcAft>
            </a:pPr>
            <a:r>
              <a:rPr sz="1450" b="1" i="0">
                <a:solidFill>
                  <a:srgbClr val="1F2937"/>
                </a:solidFill>
                <a:latin typeface="Calibri"/>
              </a:rPr>
              <a:t>Demostrar</a:t>
            </a:r>
          </a:p>
        </p:txBody>
      </p:sp>
      <p:sp>
        <p:nvSpPr>
          <p:cNvPr id="45" name="!!metodo:3d78570b02"/>
          <p:cNvSpPr txBox="1"/>
          <p:nvPr/>
        </p:nvSpPr>
        <p:spPr>
          <a:xfrm>
            <a:off x="6267450" y="3627533"/>
            <a:ext cx="1568450"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Ejemplo guía y tres</a:t>
            </a:r>
            <a:br/>
            <a:r>
              <a:rPr sz="1250" b="0" i="0">
                <a:solidFill>
                  <a:srgbClr val="3F4A5A"/>
                </a:solidFill>
                <a:latin typeface="Calibri"/>
              </a:rPr>
              <a:t>casos</a:t>
            </a:r>
          </a:p>
        </p:txBody>
      </p:sp>
      <p:sp>
        <p:nvSpPr>
          <p:cNvPr id="46" name="!!metodo:ca52791652"/>
          <p:cNvSpPr/>
          <p:nvPr/>
        </p:nvSpPr>
        <p:spPr>
          <a:xfrm>
            <a:off x="8010525" y="2876360"/>
            <a:ext cx="1752600" cy="1515872"/>
          </a:xfrm>
          <a:prstGeom prst="roundRect">
            <a:avLst>
              <a:gd name="adj" fmla="val 7330"/>
            </a:avLst>
          </a:prstGeom>
          <a:solidFill>
            <a:srgbClr val="FFFFFF"/>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metodo:ee666f4fb7"/>
          <p:cNvSpPr/>
          <p:nvPr/>
        </p:nvSpPr>
        <p:spPr>
          <a:xfrm>
            <a:off x="9263952" y="2981134"/>
            <a:ext cx="407098" cy="241300"/>
          </a:xfrm>
          <a:prstGeom prst="roundRect">
            <a:avLst>
              <a:gd name="adj" fmla="val 5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metodo:799f78a467"/>
          <p:cNvSpPr txBox="1"/>
          <p:nvPr/>
        </p:nvSpPr>
        <p:spPr>
          <a:xfrm>
            <a:off x="9340152" y="3035364"/>
            <a:ext cx="305498"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77B4"/>
                </a:solidFill>
                <a:latin typeface="Calibri"/>
              </a:rPr>
              <a:t>OE3</a:t>
            </a:r>
          </a:p>
        </p:txBody>
      </p:sp>
      <p:sp>
        <p:nvSpPr>
          <p:cNvPr id="49" name="!!metodo:4df0aa111f"/>
          <p:cNvSpPr txBox="1"/>
          <p:nvPr/>
        </p:nvSpPr>
        <p:spPr>
          <a:xfrm>
            <a:off x="8128000" y="3030284"/>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5</a:t>
            </a:r>
          </a:p>
        </p:txBody>
      </p:sp>
      <p:sp>
        <p:nvSpPr>
          <p:cNvPr id="50" name="!!metodo:065804e1ad"/>
          <p:cNvSpPr txBox="1"/>
          <p:nvPr/>
        </p:nvSpPr>
        <p:spPr>
          <a:xfrm>
            <a:off x="8128000" y="3356433"/>
            <a:ext cx="1568450" cy="217297"/>
          </a:xfrm>
          <a:prstGeom prst="rect">
            <a:avLst/>
          </a:prstGeom>
          <a:noFill/>
        </p:spPr>
        <p:txBody>
          <a:bodyPr wrap="square" lIns="0" rIns="0" tIns="0" bIns="0" anchor="t"/>
          <a:lstStyle/>
          <a:p>
            <a:pPr algn="l">
              <a:lnSpc>
                <a:spcPts val="1711"/>
              </a:lnSpc>
              <a:spcBef>
                <a:spcPts val="0"/>
              </a:spcBef>
              <a:spcAft>
                <a:spcPts val="0"/>
              </a:spcAft>
            </a:pPr>
            <a:r>
              <a:rPr sz="1450" b="1" i="0">
                <a:solidFill>
                  <a:srgbClr val="1F2937"/>
                </a:solidFill>
                <a:latin typeface="Calibri"/>
              </a:rPr>
              <a:t>Evaluar</a:t>
            </a:r>
          </a:p>
        </p:txBody>
      </p:sp>
      <p:sp>
        <p:nvSpPr>
          <p:cNvPr id="51" name="!!metodo:ac35c47a02"/>
          <p:cNvSpPr txBox="1"/>
          <p:nvPr/>
        </p:nvSpPr>
        <p:spPr>
          <a:xfrm>
            <a:off x="8128000" y="3627533"/>
            <a:ext cx="1568450" cy="61912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Criterios y veredicto</a:t>
            </a:r>
            <a:br/>
            <a:r>
              <a:rPr sz="1250" b="0" i="0">
                <a:solidFill>
                  <a:srgbClr val="3F4A5A"/>
                </a:solidFill>
                <a:latin typeface="Calibri"/>
              </a:rPr>
              <a:t>por parte y por</a:t>
            </a:r>
            <a:br/>
            <a:r>
              <a:rPr sz="1250" b="0" i="0">
                <a:solidFill>
                  <a:srgbClr val="3F4A5A"/>
                </a:solidFill>
                <a:latin typeface="Calibri"/>
              </a:rPr>
              <a:t>cláusula</a:t>
            </a:r>
          </a:p>
        </p:txBody>
      </p:sp>
      <p:sp>
        <p:nvSpPr>
          <p:cNvPr id="52" name="!!metodo:f1cfc1eba1"/>
          <p:cNvSpPr/>
          <p:nvPr/>
        </p:nvSpPr>
        <p:spPr>
          <a:xfrm>
            <a:off x="9871075" y="2876360"/>
            <a:ext cx="1752600" cy="1515872"/>
          </a:xfrm>
          <a:prstGeom prst="roundRect">
            <a:avLst>
              <a:gd name="adj" fmla="val 7330"/>
            </a:avLst>
          </a:prstGeom>
          <a:solidFill>
            <a:srgbClr val="FFFFFF"/>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metodo:3f900c027b"/>
          <p:cNvSpPr txBox="1"/>
          <p:nvPr/>
        </p:nvSpPr>
        <p:spPr>
          <a:xfrm>
            <a:off x="9988550" y="3030284"/>
            <a:ext cx="1568450"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E8741A"/>
                </a:solidFill>
                <a:latin typeface="Calibri"/>
              </a:rPr>
              <a:t>6</a:t>
            </a:r>
          </a:p>
        </p:txBody>
      </p:sp>
      <p:sp>
        <p:nvSpPr>
          <p:cNvPr id="54" name="!!metodo:073e4ce8c0"/>
          <p:cNvSpPr txBox="1"/>
          <p:nvPr/>
        </p:nvSpPr>
        <p:spPr>
          <a:xfrm>
            <a:off x="9988550" y="3356433"/>
            <a:ext cx="1568450" cy="217297"/>
          </a:xfrm>
          <a:prstGeom prst="rect">
            <a:avLst/>
          </a:prstGeom>
          <a:noFill/>
        </p:spPr>
        <p:txBody>
          <a:bodyPr wrap="square" lIns="0" rIns="0" tIns="0" bIns="0" anchor="t"/>
          <a:lstStyle/>
          <a:p>
            <a:pPr algn="l">
              <a:lnSpc>
                <a:spcPts val="1711"/>
              </a:lnSpc>
              <a:spcBef>
                <a:spcPts val="0"/>
              </a:spcBef>
              <a:spcAft>
                <a:spcPts val="0"/>
              </a:spcAft>
            </a:pPr>
            <a:r>
              <a:rPr sz="1450" b="1" i="0">
                <a:solidFill>
                  <a:srgbClr val="1F2937"/>
                </a:solidFill>
                <a:latin typeface="Calibri"/>
              </a:rPr>
              <a:t>Comunicar</a:t>
            </a:r>
          </a:p>
        </p:txBody>
      </p:sp>
      <p:sp>
        <p:nvSpPr>
          <p:cNvPr id="55" name="!!metodo:f208ac8cbb"/>
          <p:cNvSpPr txBox="1"/>
          <p:nvPr/>
        </p:nvSpPr>
        <p:spPr>
          <a:xfrm>
            <a:off x="9988550" y="3627533"/>
            <a:ext cx="1568450"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Documento,</a:t>
            </a:r>
            <a:br/>
            <a:r>
              <a:rPr sz="1250" b="0" i="0">
                <a:solidFill>
                  <a:srgbClr val="3F4A5A"/>
                </a:solidFill>
                <a:latin typeface="Calibri"/>
              </a:rPr>
              <a:t>repositorio, instalador</a:t>
            </a:r>
          </a:p>
        </p:txBody>
      </p:sp>
      <p:sp>
        <p:nvSpPr>
          <p:cNvPr id="56" name="!!metodo:d15faa1773"/>
          <p:cNvSpPr/>
          <p:nvPr/>
        </p:nvSpPr>
        <p:spPr>
          <a:xfrm>
            <a:off x="568325" y="4500182"/>
            <a:ext cx="11055350" cy="365125"/>
          </a:xfrm>
          <a:prstGeom prst="roundRect">
            <a:avLst>
              <a:gd name="adj" fmla="val 23478"/>
            </a:avLst>
          </a:prstGeom>
          <a:no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metodo:caf0f70ad6"/>
          <p:cNvSpPr txBox="1"/>
          <p:nvPr/>
        </p:nvSpPr>
        <p:spPr>
          <a:xfrm>
            <a:off x="711200" y="4576858"/>
            <a:ext cx="10984992"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Base de conocimiento</a:t>
            </a:r>
            <a:r>
              <a:rPr sz="1250" b="1" i="0">
                <a:solidFill>
                  <a:srgbClr val="1F77B4"/>
                </a:solidFill>
                <a:latin typeface="Calibri"/>
              </a:rPr>
              <a:t> (OE1 · Capítulo 1)</a:t>
            </a:r>
            <a:r>
              <a:rPr sz="1250" b="0" i="0">
                <a:solidFill>
                  <a:srgbClr val="3F4A5A"/>
                </a:solidFill>
                <a:latin typeface="Calibri"/>
              </a:rPr>
              <a:t>: el MEF en elasticidad plana, la verificación y validación, y los principios que orientan la exposición</a:t>
            </a:r>
          </a:p>
        </p:txBody>
      </p:sp>
      <p:sp>
        <p:nvSpPr>
          <p:cNvPr id="58" name="!!metodo:64eea02a66"/>
          <p:cNvSpPr/>
          <p:nvPr/>
        </p:nvSpPr>
        <p:spPr>
          <a:xfrm>
            <a:off x="635000" y="5402644"/>
            <a:ext cx="10922000" cy="693356"/>
          </a:xfrm>
          <a:prstGeom prst="roundRect">
            <a:avLst>
              <a:gd name="adj" fmla="val 7326"/>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metodo:64eea02a66·2"/>
          <p:cNvSpPr/>
          <p:nvPr/>
        </p:nvSpPr>
        <p:spPr>
          <a:xfrm>
            <a:off x="635000" y="5402644"/>
            <a:ext cx="50800" cy="69335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metodo:3780e96152"/>
          <p:cNvSpPr txBox="1"/>
          <p:nvPr/>
        </p:nvSpPr>
        <p:spPr>
          <a:xfrm>
            <a:off x="876300" y="5596814"/>
            <a:ext cx="264922"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61" name="!!metodo:c242709ba8"/>
          <p:cNvSpPr txBox="1"/>
          <p:nvPr/>
        </p:nvSpPr>
        <p:spPr>
          <a:xfrm>
            <a:off x="1230122" y="5517998"/>
            <a:ext cx="10339134" cy="464820"/>
          </a:xfrm>
          <a:prstGeom prst="rect">
            <a:avLst/>
          </a:prstGeom>
          <a:noFill/>
        </p:spPr>
        <p:txBody>
          <a:bodyPr wrap="square" lIns="0" rIns="0" tIns="0" bIns="0" anchor="t"/>
          <a:lstStyle/>
          <a:p>
            <a:pPr algn="l">
              <a:lnSpc>
                <a:spcPts val="1830"/>
              </a:lnSpc>
              <a:spcBef>
                <a:spcPts val="0"/>
              </a:spcBef>
              <a:spcAft>
                <a:spcPts val="0"/>
              </a:spcAft>
            </a:pPr>
            <a:r>
              <a:rPr sz="1500" b="1" i="0">
                <a:solidFill>
                  <a:srgbClr val="1B2A4A"/>
                </a:solidFill>
                <a:latin typeface="Calibri"/>
              </a:rPr>
              <a:t>Una validación de laboratorio [25, pp. 30–31]: escenarios controlados, sin sujetos. La hipótesis se aprueba o no en la propia</a:t>
            </a:r>
            <a:br/>
            <a:r>
              <a:rPr sz="1500" b="1" i="0">
                <a:solidFill>
                  <a:srgbClr val="1B2A4A"/>
                </a:solidFill>
                <a:latin typeface="Calibri"/>
              </a:rPr>
              <a:t>práctica de construir la solución y ponerla a prueba [7, p. 85].</a:t>
            </a:r>
          </a:p>
        </p:txBody>
      </p:sp>
      <p:sp>
        <p:nvSpPr>
          <p:cNvPr id="62"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e-izq"/>
          <p:cNvSpPr txBox="1"/>
          <p:nvPr/>
        </p:nvSpPr>
        <p:spPr>
          <a:xfrm>
            <a:off x="565150" y="6535420"/>
            <a:ext cx="377151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65" name="!!pie-cen"/>
          <p:cNvSpPr txBox="1"/>
          <p:nvPr/>
        </p:nvSpPr>
        <p:spPr>
          <a:xfrm>
            <a:off x="4226052" y="6535420"/>
            <a:ext cx="3739833"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Metodología de la investigación · § 2.1.1 · Tabla 2.1</a:t>
            </a:r>
          </a:p>
        </p:txBody>
      </p:sp>
      <p:sp>
        <p:nvSpPr>
          <p:cNvPr id="66" name="!!pie-der"/>
          <p:cNvSpPr txBox="1"/>
          <p:nvPr/>
        </p:nvSpPr>
        <p:spPr>
          <a:xfrm>
            <a:off x="7855331" y="6535420"/>
            <a:ext cx="3771519"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9</a:t>
            </a:r>
          </a:p>
        </p:txBody>
      </p:sp>
      <p:sp>
        <p:nvSpPr>
          <p:cNvPr id="67" name="!!metodo:c601864b0d"/>
          <p:cNvSpPr txBox="1"/>
          <p:nvPr/>
        </p:nvSpPr>
        <p:spPr>
          <a:xfrm>
            <a:off x="2337689" y="3538156"/>
            <a:ext cx="151384" cy="292100"/>
          </a:xfrm>
          <a:prstGeom prst="rect">
            <a:avLst/>
          </a:prstGeom>
          <a:noFill/>
        </p:spPr>
        <p:txBody>
          <a:bodyPr wrap="square" lIns="0" rIns="0" tIns="0" bIns="0" anchor="t"/>
          <a:lstStyle/>
          <a:p>
            <a:pPr algn="l">
              <a:lnSpc>
                <a:spcPts val="2300"/>
              </a:lnSpc>
              <a:spcBef>
                <a:spcPts val="0"/>
              </a:spcBef>
              <a:spcAft>
                <a:spcPts val="0"/>
              </a:spcAft>
            </a:pPr>
            <a:r>
              <a:rPr sz="2300" b="1" i="0">
                <a:solidFill>
                  <a:srgbClr val="E8741A"/>
                </a:solidFill>
                <a:latin typeface="Calibri"/>
              </a:rPr>
              <a:t>›</a:t>
            </a:r>
          </a:p>
        </p:txBody>
      </p:sp>
      <p:sp>
        <p:nvSpPr>
          <p:cNvPr id="68" name="!!metodo:81648aee99"/>
          <p:cNvSpPr txBox="1"/>
          <p:nvPr/>
        </p:nvSpPr>
        <p:spPr>
          <a:xfrm>
            <a:off x="4198239" y="3538156"/>
            <a:ext cx="151384" cy="292100"/>
          </a:xfrm>
          <a:prstGeom prst="rect">
            <a:avLst/>
          </a:prstGeom>
          <a:noFill/>
        </p:spPr>
        <p:txBody>
          <a:bodyPr wrap="square" lIns="0" rIns="0" tIns="0" bIns="0" anchor="t"/>
          <a:lstStyle/>
          <a:p>
            <a:pPr algn="l">
              <a:lnSpc>
                <a:spcPts val="2300"/>
              </a:lnSpc>
              <a:spcBef>
                <a:spcPts val="0"/>
              </a:spcBef>
              <a:spcAft>
                <a:spcPts val="0"/>
              </a:spcAft>
            </a:pPr>
            <a:r>
              <a:rPr sz="2300" b="1" i="0">
                <a:solidFill>
                  <a:srgbClr val="E8741A"/>
                </a:solidFill>
                <a:latin typeface="Calibri"/>
              </a:rPr>
              <a:t>›</a:t>
            </a:r>
          </a:p>
        </p:txBody>
      </p:sp>
      <p:sp>
        <p:nvSpPr>
          <p:cNvPr id="69" name="!!metodo:6262a61141"/>
          <p:cNvSpPr txBox="1"/>
          <p:nvPr/>
        </p:nvSpPr>
        <p:spPr>
          <a:xfrm>
            <a:off x="6058789" y="3538156"/>
            <a:ext cx="151384" cy="292100"/>
          </a:xfrm>
          <a:prstGeom prst="rect">
            <a:avLst/>
          </a:prstGeom>
          <a:noFill/>
        </p:spPr>
        <p:txBody>
          <a:bodyPr wrap="square" lIns="0" rIns="0" tIns="0" bIns="0" anchor="t"/>
          <a:lstStyle/>
          <a:p>
            <a:pPr algn="l">
              <a:lnSpc>
                <a:spcPts val="2300"/>
              </a:lnSpc>
              <a:spcBef>
                <a:spcPts val="0"/>
              </a:spcBef>
              <a:spcAft>
                <a:spcPts val="0"/>
              </a:spcAft>
            </a:pPr>
            <a:r>
              <a:rPr sz="2300" b="1" i="0">
                <a:solidFill>
                  <a:srgbClr val="E8741A"/>
                </a:solidFill>
                <a:latin typeface="Calibri"/>
              </a:rPr>
              <a:t>›</a:t>
            </a:r>
          </a:p>
        </p:txBody>
      </p:sp>
      <p:sp>
        <p:nvSpPr>
          <p:cNvPr id="70" name="!!metodo:5e6566cd25"/>
          <p:cNvSpPr txBox="1"/>
          <p:nvPr/>
        </p:nvSpPr>
        <p:spPr>
          <a:xfrm>
            <a:off x="7919339" y="3538156"/>
            <a:ext cx="151384" cy="292100"/>
          </a:xfrm>
          <a:prstGeom prst="rect">
            <a:avLst/>
          </a:prstGeom>
          <a:noFill/>
        </p:spPr>
        <p:txBody>
          <a:bodyPr wrap="square" lIns="0" rIns="0" tIns="0" bIns="0" anchor="t"/>
          <a:lstStyle/>
          <a:p>
            <a:pPr algn="l">
              <a:lnSpc>
                <a:spcPts val="2300"/>
              </a:lnSpc>
              <a:spcBef>
                <a:spcPts val="0"/>
              </a:spcBef>
              <a:spcAft>
                <a:spcPts val="0"/>
              </a:spcAft>
            </a:pPr>
            <a:r>
              <a:rPr sz="2300" b="1" i="0">
                <a:solidFill>
                  <a:srgbClr val="E8741A"/>
                </a:solidFill>
                <a:latin typeface="Calibri"/>
              </a:rPr>
              <a:t>›</a:t>
            </a:r>
          </a:p>
        </p:txBody>
      </p:sp>
      <p:sp>
        <p:nvSpPr>
          <p:cNvPr id="71" name="!!metodo:09b964a9d7"/>
          <p:cNvSpPr txBox="1"/>
          <p:nvPr/>
        </p:nvSpPr>
        <p:spPr>
          <a:xfrm>
            <a:off x="9779889" y="3538156"/>
            <a:ext cx="151384" cy="292100"/>
          </a:xfrm>
          <a:prstGeom prst="rect">
            <a:avLst/>
          </a:prstGeom>
          <a:noFill/>
        </p:spPr>
        <p:txBody>
          <a:bodyPr wrap="square" lIns="0" rIns="0" tIns="0" bIns="0" anchor="t"/>
          <a:lstStyle/>
          <a:p>
            <a:pPr algn="l">
              <a:lnSpc>
                <a:spcPts val="2300"/>
              </a:lnSpc>
              <a:spcBef>
                <a:spcPts val="0"/>
              </a:spcBef>
              <a:spcAft>
                <a:spcPts val="0"/>
              </a:spcAft>
            </a:pPr>
            <a:r>
              <a:rPr sz="2300" b="1" i="0">
                <a:solidFill>
                  <a:srgbClr val="E8741A"/>
                </a:solidFill>
                <a:latin typeface="Calibri"/>
              </a:rPr>
              <a:t>›</a:t>
            </a:r>
          </a:p>
        </p:txBody>
      </p:sp>
      <p:sp>
        <p:nvSpPr>
          <p:cNvPr id="72" name="!!metodo:1803f2d4df">
            <a:hlinkClick action="ppaction://hlinksldjump" r:id="rId2"/>
          </p:cNvPr>
          <p:cNvSpPr/>
          <p:nvPr/>
        </p:nvSpPr>
        <p:spPr>
          <a:xfrm>
            <a:off x="107759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metodo:07f7c3e7aa">
            <a:hlinkClick action="ppaction://hlinksldjump" r:id="rId3"/>
          </p:cNvPr>
          <p:cNvSpPr/>
          <p:nvPr/>
        </p:nvSpPr>
        <p:spPr>
          <a:xfrm>
            <a:off x="109918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metodo:45302ebe87">
            <a:hlinkClick action="ppaction://hlinksldjump" r:id="rId4"/>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metodo:c07c48e2b6">
            <a:hlinkClick action="ppaction://hlinksldjump" r:id="rId5"/>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metodo:36e88799ae">
            <a:hlinkClick action="ppaction://hlinksldjump" r:id="rId6"/>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50"/>
                                        <p:tgtEl>
                                          <p:spTgt spid="11"/>
                                        </p:tgtEl>
                                      </p:cBhvr>
                                    </p:animEffect>
                                    <p:anim calcmode="lin" valueType="num">
                                      <p:cBhvr>
                                        <p:cTn id="8" dur="650" fill="hold"/>
                                        <p:tgtEl>
                                          <p:spTgt spid="11"/>
                                        </p:tgtEl>
                                        <p:attrNameLst>
                                          <p:attrName>ppt_x</p:attrName>
                                        </p:attrNameLst>
                                      </p:cBhvr>
                                      <p:tavLst>
                                        <p:tav tm="0">
                                          <p:val>
                                            <p:strVal val="#ppt_x"/>
                                          </p:val>
                                        </p:tav>
                                        <p:tav tm="100000">
                                          <p:val>
                                            <p:strVal val="#ppt_x"/>
                                          </p:val>
                                        </p:tav>
                                      </p:tavLst>
                                    </p:anim>
                                    <p:anim calcmode="lin" valueType="num">
                                      <p:cBhvr>
                                        <p:cTn id="9" dur="65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650"/>
                                        <p:tgtEl>
                                          <p:spTgt spid="12"/>
                                        </p:tgtEl>
                                      </p:cBhvr>
                                    </p:animEffect>
                                    <p:anim calcmode="lin" valueType="num">
                                      <p:cBhvr>
                                        <p:cTn id="13" dur="650" fill="hold"/>
                                        <p:tgtEl>
                                          <p:spTgt spid="12"/>
                                        </p:tgtEl>
                                        <p:attrNameLst>
                                          <p:attrName>ppt_x</p:attrName>
                                        </p:attrNameLst>
                                      </p:cBhvr>
                                      <p:tavLst>
                                        <p:tav tm="0">
                                          <p:val>
                                            <p:strVal val="#ppt_x"/>
                                          </p:val>
                                        </p:tav>
                                        <p:tav tm="100000">
                                          <p:val>
                                            <p:strVal val="#ppt_x"/>
                                          </p:val>
                                        </p:tav>
                                      </p:tavLst>
                                    </p:anim>
                                    <p:anim calcmode="lin" valueType="num">
                                      <p:cBhvr>
                                        <p:cTn id="14" dur="65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650"/>
                                        <p:tgtEl>
                                          <p:spTgt spid="13"/>
                                        </p:tgtEl>
                                      </p:cBhvr>
                                    </p:animEffect>
                                    <p:anim calcmode="lin" valueType="num">
                                      <p:cBhvr>
                                        <p:cTn id="18" dur="650" fill="hold"/>
                                        <p:tgtEl>
                                          <p:spTgt spid="13"/>
                                        </p:tgtEl>
                                        <p:attrNameLst>
                                          <p:attrName>ppt_x</p:attrName>
                                        </p:attrNameLst>
                                      </p:cBhvr>
                                      <p:tavLst>
                                        <p:tav tm="0">
                                          <p:val>
                                            <p:strVal val="#ppt_x"/>
                                          </p:val>
                                        </p:tav>
                                        <p:tav tm="100000">
                                          <p:val>
                                            <p:strVal val="#ppt_x"/>
                                          </p:val>
                                        </p:tav>
                                      </p:tavLst>
                                    </p:anim>
                                    <p:anim calcmode="lin" valueType="num">
                                      <p:cBhvr>
                                        <p:cTn id="19" dur="650" fill="hold"/>
                                        <p:tgtEl>
                                          <p:spTgt spid="1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37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650"/>
                                        <p:tgtEl>
                                          <p:spTgt spid="14"/>
                                        </p:tgtEl>
                                      </p:cBhvr>
                                    </p:animEffect>
                                    <p:anim calcmode="lin" valueType="num">
                                      <p:cBhvr>
                                        <p:cTn id="23" dur="650" fill="hold"/>
                                        <p:tgtEl>
                                          <p:spTgt spid="14"/>
                                        </p:tgtEl>
                                        <p:attrNameLst>
                                          <p:attrName>ppt_x</p:attrName>
                                        </p:attrNameLst>
                                      </p:cBhvr>
                                      <p:tavLst>
                                        <p:tav tm="0">
                                          <p:val>
                                            <p:strVal val="#ppt_x"/>
                                          </p:val>
                                        </p:tav>
                                        <p:tav tm="100000">
                                          <p:val>
                                            <p:strVal val="#ppt_x"/>
                                          </p:val>
                                        </p:tav>
                                      </p:tavLst>
                                    </p:anim>
                                    <p:anim calcmode="lin" valueType="num">
                                      <p:cBhvr>
                                        <p:cTn id="24" dur="65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37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650"/>
                                        <p:tgtEl>
                                          <p:spTgt spid="15"/>
                                        </p:tgtEl>
                                      </p:cBhvr>
                                    </p:animEffect>
                                    <p:anim calcmode="lin" valueType="num">
                                      <p:cBhvr>
                                        <p:cTn id="28" dur="650" fill="hold"/>
                                        <p:tgtEl>
                                          <p:spTgt spid="15"/>
                                        </p:tgtEl>
                                        <p:attrNameLst>
                                          <p:attrName>ppt_x</p:attrName>
                                        </p:attrNameLst>
                                      </p:cBhvr>
                                      <p:tavLst>
                                        <p:tav tm="0">
                                          <p:val>
                                            <p:strVal val="#ppt_x"/>
                                          </p:val>
                                        </p:tav>
                                        <p:tav tm="100000">
                                          <p:val>
                                            <p:strVal val="#ppt_x"/>
                                          </p:val>
                                        </p:tav>
                                      </p:tavLst>
                                    </p:anim>
                                    <p:anim calcmode="lin" valueType="num">
                                      <p:cBhvr>
                                        <p:cTn id="29" dur="65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37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650"/>
                                        <p:tgtEl>
                                          <p:spTgt spid="16"/>
                                        </p:tgtEl>
                                      </p:cBhvr>
                                    </p:animEffect>
                                    <p:anim calcmode="lin" valueType="num">
                                      <p:cBhvr>
                                        <p:cTn id="33" dur="650" fill="hold"/>
                                        <p:tgtEl>
                                          <p:spTgt spid="16"/>
                                        </p:tgtEl>
                                        <p:attrNameLst>
                                          <p:attrName>ppt_x</p:attrName>
                                        </p:attrNameLst>
                                      </p:cBhvr>
                                      <p:tavLst>
                                        <p:tav tm="0">
                                          <p:val>
                                            <p:strVal val="#ppt_x"/>
                                          </p:val>
                                        </p:tav>
                                        <p:tav tm="100000">
                                          <p:val>
                                            <p:strVal val="#ppt_x"/>
                                          </p:val>
                                        </p:tav>
                                      </p:tavLst>
                                    </p:anim>
                                    <p:anim calcmode="lin" valueType="num">
                                      <p:cBhvr>
                                        <p:cTn id="34" dur="65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59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650"/>
                                        <p:tgtEl>
                                          <p:spTgt spid="17"/>
                                        </p:tgtEl>
                                      </p:cBhvr>
                                    </p:animEffect>
                                    <p:anim calcmode="lin" valueType="num">
                                      <p:cBhvr>
                                        <p:cTn id="38" dur="650" fill="hold"/>
                                        <p:tgtEl>
                                          <p:spTgt spid="17"/>
                                        </p:tgtEl>
                                        <p:attrNameLst>
                                          <p:attrName>ppt_x</p:attrName>
                                        </p:attrNameLst>
                                      </p:cBhvr>
                                      <p:tavLst>
                                        <p:tav tm="0">
                                          <p:val>
                                            <p:strVal val="#ppt_x"/>
                                          </p:val>
                                        </p:tav>
                                        <p:tav tm="100000">
                                          <p:val>
                                            <p:strVal val="#ppt_x"/>
                                          </p:val>
                                        </p:tav>
                                      </p:tavLst>
                                    </p:anim>
                                    <p:anim calcmode="lin" valueType="num">
                                      <p:cBhvr>
                                        <p:cTn id="39" dur="650" fill="hold"/>
                                        <p:tgtEl>
                                          <p:spTgt spid="1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59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650"/>
                                        <p:tgtEl>
                                          <p:spTgt spid="18"/>
                                        </p:tgtEl>
                                      </p:cBhvr>
                                    </p:animEffect>
                                    <p:anim calcmode="lin" valueType="num">
                                      <p:cBhvr>
                                        <p:cTn id="43" dur="650" fill="hold"/>
                                        <p:tgtEl>
                                          <p:spTgt spid="18"/>
                                        </p:tgtEl>
                                        <p:attrNameLst>
                                          <p:attrName>ppt_x</p:attrName>
                                        </p:attrNameLst>
                                      </p:cBhvr>
                                      <p:tavLst>
                                        <p:tav tm="0">
                                          <p:val>
                                            <p:strVal val="#ppt_x"/>
                                          </p:val>
                                        </p:tav>
                                        <p:tav tm="100000">
                                          <p:val>
                                            <p:strVal val="#ppt_x"/>
                                          </p:val>
                                        </p:tav>
                                      </p:tavLst>
                                    </p:anim>
                                    <p:anim calcmode="lin" valueType="num">
                                      <p:cBhvr>
                                        <p:cTn id="44" dur="650" fill="hold"/>
                                        <p:tgtEl>
                                          <p:spTgt spid="18"/>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59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650"/>
                                        <p:tgtEl>
                                          <p:spTgt spid="19"/>
                                        </p:tgtEl>
                                      </p:cBhvr>
                                    </p:animEffect>
                                    <p:anim calcmode="lin" valueType="num">
                                      <p:cBhvr>
                                        <p:cTn id="48" dur="650" fill="hold"/>
                                        <p:tgtEl>
                                          <p:spTgt spid="19"/>
                                        </p:tgtEl>
                                        <p:attrNameLst>
                                          <p:attrName>ppt_x</p:attrName>
                                        </p:attrNameLst>
                                      </p:cBhvr>
                                      <p:tavLst>
                                        <p:tav tm="0">
                                          <p:val>
                                            <p:strVal val="#ppt_x"/>
                                          </p:val>
                                        </p:tav>
                                        <p:tav tm="100000">
                                          <p:val>
                                            <p:strVal val="#ppt_x"/>
                                          </p:val>
                                        </p:tav>
                                      </p:tavLst>
                                    </p:anim>
                                    <p:anim calcmode="lin" valueType="num">
                                      <p:cBhvr>
                                        <p:cTn id="49" dur="650" fill="hold"/>
                                        <p:tgtEl>
                                          <p:spTgt spid="1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81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650"/>
                                        <p:tgtEl>
                                          <p:spTgt spid="20"/>
                                        </p:tgtEl>
                                      </p:cBhvr>
                                    </p:animEffect>
                                    <p:anim calcmode="lin" valueType="num">
                                      <p:cBhvr>
                                        <p:cTn id="53" dur="650" fill="hold"/>
                                        <p:tgtEl>
                                          <p:spTgt spid="20"/>
                                        </p:tgtEl>
                                        <p:attrNameLst>
                                          <p:attrName>ppt_x</p:attrName>
                                        </p:attrNameLst>
                                      </p:cBhvr>
                                      <p:tavLst>
                                        <p:tav tm="0">
                                          <p:val>
                                            <p:strVal val="#ppt_x"/>
                                          </p:val>
                                        </p:tav>
                                        <p:tav tm="100000">
                                          <p:val>
                                            <p:strVal val="#ppt_x"/>
                                          </p:val>
                                        </p:tav>
                                      </p:tavLst>
                                    </p:anim>
                                    <p:anim calcmode="lin" valueType="num">
                                      <p:cBhvr>
                                        <p:cTn id="54" dur="650" fill="hold"/>
                                        <p:tgtEl>
                                          <p:spTgt spid="20"/>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81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650"/>
                                        <p:tgtEl>
                                          <p:spTgt spid="21"/>
                                        </p:tgtEl>
                                      </p:cBhvr>
                                    </p:animEffect>
                                    <p:anim calcmode="lin" valueType="num">
                                      <p:cBhvr>
                                        <p:cTn id="58" dur="650" fill="hold"/>
                                        <p:tgtEl>
                                          <p:spTgt spid="21"/>
                                        </p:tgtEl>
                                        <p:attrNameLst>
                                          <p:attrName>ppt_x</p:attrName>
                                        </p:attrNameLst>
                                      </p:cBhvr>
                                      <p:tavLst>
                                        <p:tav tm="0">
                                          <p:val>
                                            <p:strVal val="#ppt_x"/>
                                          </p:val>
                                        </p:tav>
                                        <p:tav tm="100000">
                                          <p:val>
                                            <p:strVal val="#ppt_x"/>
                                          </p:val>
                                        </p:tav>
                                      </p:tavLst>
                                    </p:anim>
                                    <p:anim calcmode="lin" valueType="num">
                                      <p:cBhvr>
                                        <p:cTn id="59" dur="650" fill="hold"/>
                                        <p:tgtEl>
                                          <p:spTgt spid="21"/>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81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650"/>
                                        <p:tgtEl>
                                          <p:spTgt spid="22"/>
                                        </p:tgtEl>
                                      </p:cBhvr>
                                    </p:animEffect>
                                    <p:anim calcmode="lin" valueType="num">
                                      <p:cBhvr>
                                        <p:cTn id="63" dur="650" fill="hold"/>
                                        <p:tgtEl>
                                          <p:spTgt spid="22"/>
                                        </p:tgtEl>
                                        <p:attrNameLst>
                                          <p:attrName>ppt_x</p:attrName>
                                        </p:attrNameLst>
                                      </p:cBhvr>
                                      <p:tavLst>
                                        <p:tav tm="0">
                                          <p:val>
                                            <p:strVal val="#ppt_x"/>
                                          </p:val>
                                        </p:tav>
                                        <p:tav tm="100000">
                                          <p:val>
                                            <p:strVal val="#ppt_x"/>
                                          </p:val>
                                        </p:tav>
                                      </p:tavLst>
                                    </p:anim>
                                    <p:anim calcmode="lin" valueType="num">
                                      <p:cBhvr>
                                        <p:cTn id="64" dur="65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650"/>
                                        <p:tgtEl>
                                          <p:spTgt spid="23"/>
                                        </p:tgtEl>
                                      </p:cBhvr>
                                    </p:animEffect>
                                    <p:anim calcmode="lin" valueType="num">
                                      <p:cBhvr>
                                        <p:cTn id="70" dur="650" fill="hold"/>
                                        <p:tgtEl>
                                          <p:spTgt spid="23"/>
                                        </p:tgtEl>
                                        <p:attrNameLst>
                                          <p:attrName>ppt_x</p:attrName>
                                        </p:attrNameLst>
                                      </p:cBhvr>
                                      <p:tavLst>
                                        <p:tav tm="0">
                                          <p:val>
                                            <p:strVal val="#ppt_x"/>
                                          </p:val>
                                        </p:tav>
                                        <p:tav tm="100000">
                                          <p:val>
                                            <p:strVal val="#ppt_x"/>
                                          </p:val>
                                        </p:tav>
                                      </p:tavLst>
                                    </p:anim>
                                    <p:anim calcmode="lin" valueType="num">
                                      <p:cBhvr>
                                        <p:cTn id="71" dur="650" fill="hold"/>
                                        <p:tgtEl>
                                          <p:spTgt spid="23"/>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650"/>
                                        <p:tgtEl>
                                          <p:spTgt spid="24"/>
                                        </p:tgtEl>
                                      </p:cBhvr>
                                    </p:animEffect>
                                    <p:anim calcmode="lin" valueType="num">
                                      <p:cBhvr>
                                        <p:cTn id="75" dur="650" fill="hold"/>
                                        <p:tgtEl>
                                          <p:spTgt spid="24"/>
                                        </p:tgtEl>
                                        <p:attrNameLst>
                                          <p:attrName>ppt_x</p:attrName>
                                        </p:attrNameLst>
                                      </p:cBhvr>
                                      <p:tavLst>
                                        <p:tav tm="0">
                                          <p:val>
                                            <p:strVal val="#ppt_x"/>
                                          </p:val>
                                        </p:tav>
                                        <p:tav tm="100000">
                                          <p:val>
                                            <p:strVal val="#ppt_x"/>
                                          </p:val>
                                        </p:tav>
                                      </p:tavLst>
                                    </p:anim>
                                    <p:anim calcmode="lin" valueType="num">
                                      <p:cBhvr>
                                        <p:cTn id="76" dur="650" fill="hold"/>
                                        <p:tgtEl>
                                          <p:spTgt spid="24"/>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650"/>
                                        <p:tgtEl>
                                          <p:spTgt spid="25"/>
                                        </p:tgtEl>
                                      </p:cBhvr>
                                    </p:animEffect>
                                    <p:anim calcmode="lin" valueType="num">
                                      <p:cBhvr>
                                        <p:cTn id="80" dur="650" fill="hold"/>
                                        <p:tgtEl>
                                          <p:spTgt spid="25"/>
                                        </p:tgtEl>
                                        <p:attrNameLst>
                                          <p:attrName>ppt_x</p:attrName>
                                        </p:attrNameLst>
                                      </p:cBhvr>
                                      <p:tavLst>
                                        <p:tav tm="0">
                                          <p:val>
                                            <p:strVal val="#ppt_x"/>
                                          </p:val>
                                        </p:tav>
                                        <p:tav tm="100000">
                                          <p:val>
                                            <p:strVal val="#ppt_x"/>
                                          </p:val>
                                        </p:tav>
                                      </p:tavLst>
                                    </p:anim>
                                    <p:anim calcmode="lin" valueType="num">
                                      <p:cBhvr>
                                        <p:cTn id="81" dur="650" fill="hold"/>
                                        <p:tgtEl>
                                          <p:spTgt spid="25"/>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650"/>
                                        <p:tgtEl>
                                          <p:spTgt spid="26"/>
                                        </p:tgtEl>
                                      </p:cBhvr>
                                    </p:animEffect>
                                    <p:anim calcmode="lin" valueType="num">
                                      <p:cBhvr>
                                        <p:cTn id="85" dur="650" fill="hold"/>
                                        <p:tgtEl>
                                          <p:spTgt spid="26"/>
                                        </p:tgtEl>
                                        <p:attrNameLst>
                                          <p:attrName>ppt_x</p:attrName>
                                        </p:attrNameLst>
                                      </p:cBhvr>
                                      <p:tavLst>
                                        <p:tav tm="0">
                                          <p:val>
                                            <p:strVal val="#ppt_x"/>
                                          </p:val>
                                        </p:tav>
                                        <p:tav tm="100000">
                                          <p:val>
                                            <p:strVal val="#ppt_x"/>
                                          </p:val>
                                        </p:tav>
                                      </p:tavLst>
                                    </p:anim>
                                    <p:anim calcmode="lin" valueType="num">
                                      <p:cBhvr>
                                        <p:cTn id="86" dur="650" fill="hold"/>
                                        <p:tgtEl>
                                          <p:spTgt spid="26"/>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7"/>
                                        </p:tgtEl>
                                        <p:attrNameLst>
                                          <p:attrName>style.visibility</p:attrName>
                                        </p:attrNameLst>
                                      </p:cBhvr>
                                      <p:to>
                                        <p:strVal val="visible"/>
                                      </p:to>
                                    </p:set>
                                    <p:animEffect transition="in" filter="fade">
                                      <p:cBhvr>
                                        <p:cTn id="89" dur="650"/>
                                        <p:tgtEl>
                                          <p:spTgt spid="27"/>
                                        </p:tgtEl>
                                      </p:cBhvr>
                                    </p:animEffect>
                                    <p:anim calcmode="lin" valueType="num">
                                      <p:cBhvr>
                                        <p:cTn id="90" dur="650" fill="hold"/>
                                        <p:tgtEl>
                                          <p:spTgt spid="27"/>
                                        </p:tgtEl>
                                        <p:attrNameLst>
                                          <p:attrName>ppt_x</p:attrName>
                                        </p:attrNameLst>
                                      </p:cBhvr>
                                      <p:tavLst>
                                        <p:tav tm="0">
                                          <p:val>
                                            <p:strVal val="#ppt_x"/>
                                          </p:val>
                                        </p:tav>
                                        <p:tav tm="100000">
                                          <p:val>
                                            <p:strVal val="#ppt_x"/>
                                          </p:val>
                                        </p:tav>
                                      </p:tavLst>
                                    </p:anim>
                                    <p:anim calcmode="lin" valueType="num">
                                      <p:cBhvr>
                                        <p:cTn id="91" dur="650" fill="hold"/>
                                        <p:tgtEl>
                                          <p:spTgt spid="27"/>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650"/>
                                        <p:tgtEl>
                                          <p:spTgt spid="28"/>
                                        </p:tgtEl>
                                      </p:cBhvr>
                                    </p:animEffect>
                                    <p:anim calcmode="lin" valueType="num">
                                      <p:cBhvr>
                                        <p:cTn id="95" dur="650" fill="hold"/>
                                        <p:tgtEl>
                                          <p:spTgt spid="28"/>
                                        </p:tgtEl>
                                        <p:attrNameLst>
                                          <p:attrName>ppt_x</p:attrName>
                                        </p:attrNameLst>
                                      </p:cBhvr>
                                      <p:tavLst>
                                        <p:tav tm="0">
                                          <p:val>
                                            <p:strVal val="#ppt_x"/>
                                          </p:val>
                                        </p:tav>
                                        <p:tav tm="100000">
                                          <p:val>
                                            <p:strVal val="#ppt_x"/>
                                          </p:val>
                                        </p:tav>
                                      </p:tavLst>
                                    </p:anim>
                                    <p:anim calcmode="lin" valueType="num">
                                      <p:cBhvr>
                                        <p:cTn id="96" dur="650" fill="hold"/>
                                        <p:tgtEl>
                                          <p:spTgt spid="28"/>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9"/>
                                        </p:tgtEl>
                                        <p:attrNameLst>
                                          <p:attrName>style.visibility</p:attrName>
                                        </p:attrNameLst>
                                      </p:cBhvr>
                                      <p:to>
                                        <p:strVal val="visible"/>
                                      </p:to>
                                    </p:set>
                                    <p:animEffect transition="in" filter="fade">
                                      <p:cBhvr>
                                        <p:cTn id="99" dur="650"/>
                                        <p:tgtEl>
                                          <p:spTgt spid="29"/>
                                        </p:tgtEl>
                                      </p:cBhvr>
                                    </p:animEffect>
                                    <p:anim calcmode="lin" valueType="num">
                                      <p:cBhvr>
                                        <p:cTn id="100" dur="650" fill="hold"/>
                                        <p:tgtEl>
                                          <p:spTgt spid="29"/>
                                        </p:tgtEl>
                                        <p:attrNameLst>
                                          <p:attrName>ppt_x</p:attrName>
                                        </p:attrNameLst>
                                      </p:cBhvr>
                                      <p:tavLst>
                                        <p:tav tm="0">
                                          <p:val>
                                            <p:strVal val="#ppt_x"/>
                                          </p:val>
                                        </p:tav>
                                        <p:tav tm="100000">
                                          <p:val>
                                            <p:strVal val="#ppt_x"/>
                                          </p:val>
                                        </p:tav>
                                      </p:tavLst>
                                    </p:anim>
                                    <p:anim calcmode="lin" valueType="num">
                                      <p:cBhvr>
                                        <p:cTn id="101" dur="650" fill="hold"/>
                                        <p:tgtEl>
                                          <p:spTgt spid="29"/>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30"/>
                                        </p:tgtEl>
                                        <p:attrNameLst>
                                          <p:attrName>style.visibility</p:attrName>
                                        </p:attrNameLst>
                                      </p:cBhvr>
                                      <p:to>
                                        <p:strVal val="visible"/>
                                      </p:to>
                                    </p:set>
                                    <p:animEffect transition="in" filter="fade">
                                      <p:cBhvr>
                                        <p:cTn id="104" dur="650"/>
                                        <p:tgtEl>
                                          <p:spTgt spid="30"/>
                                        </p:tgtEl>
                                      </p:cBhvr>
                                    </p:animEffect>
                                    <p:anim calcmode="lin" valueType="num">
                                      <p:cBhvr>
                                        <p:cTn id="105" dur="650" fill="hold"/>
                                        <p:tgtEl>
                                          <p:spTgt spid="30"/>
                                        </p:tgtEl>
                                        <p:attrNameLst>
                                          <p:attrName>ppt_x</p:attrName>
                                        </p:attrNameLst>
                                      </p:cBhvr>
                                      <p:tavLst>
                                        <p:tav tm="0">
                                          <p:val>
                                            <p:strVal val="#ppt_x"/>
                                          </p:val>
                                        </p:tav>
                                        <p:tav tm="100000">
                                          <p:val>
                                            <p:strVal val="#ppt_x"/>
                                          </p:val>
                                        </p:tav>
                                      </p:tavLst>
                                    </p:anim>
                                    <p:anim calcmode="lin" valueType="num">
                                      <p:cBhvr>
                                        <p:cTn id="106" dur="650" fill="hold"/>
                                        <p:tgtEl>
                                          <p:spTgt spid="30"/>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31"/>
                                        </p:tgtEl>
                                        <p:attrNameLst>
                                          <p:attrName>style.visibility</p:attrName>
                                        </p:attrNameLst>
                                      </p:cBhvr>
                                      <p:to>
                                        <p:strVal val="visible"/>
                                      </p:to>
                                    </p:set>
                                    <p:animEffect transition="in" filter="fade">
                                      <p:cBhvr>
                                        <p:cTn id="109" dur="650"/>
                                        <p:tgtEl>
                                          <p:spTgt spid="31"/>
                                        </p:tgtEl>
                                      </p:cBhvr>
                                    </p:animEffect>
                                    <p:anim calcmode="lin" valueType="num">
                                      <p:cBhvr>
                                        <p:cTn id="110" dur="650" fill="hold"/>
                                        <p:tgtEl>
                                          <p:spTgt spid="31"/>
                                        </p:tgtEl>
                                        <p:attrNameLst>
                                          <p:attrName>ppt_x</p:attrName>
                                        </p:attrNameLst>
                                      </p:cBhvr>
                                      <p:tavLst>
                                        <p:tav tm="0">
                                          <p:val>
                                            <p:strVal val="#ppt_x"/>
                                          </p:val>
                                        </p:tav>
                                        <p:tav tm="100000">
                                          <p:val>
                                            <p:strVal val="#ppt_x"/>
                                          </p:val>
                                        </p:tav>
                                      </p:tavLst>
                                    </p:anim>
                                    <p:anim calcmode="lin" valueType="num">
                                      <p:cBhvr>
                                        <p:cTn id="111" dur="650" fill="hold"/>
                                        <p:tgtEl>
                                          <p:spTgt spid="31"/>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32"/>
                                        </p:tgtEl>
                                        <p:attrNameLst>
                                          <p:attrName>style.visibility</p:attrName>
                                        </p:attrNameLst>
                                      </p:cBhvr>
                                      <p:to>
                                        <p:strVal val="visible"/>
                                      </p:to>
                                    </p:set>
                                    <p:animEffect transition="in" filter="fade">
                                      <p:cBhvr>
                                        <p:cTn id="114" dur="650"/>
                                        <p:tgtEl>
                                          <p:spTgt spid="32"/>
                                        </p:tgtEl>
                                      </p:cBhvr>
                                    </p:animEffect>
                                    <p:anim calcmode="lin" valueType="num">
                                      <p:cBhvr>
                                        <p:cTn id="115" dur="650" fill="hold"/>
                                        <p:tgtEl>
                                          <p:spTgt spid="32"/>
                                        </p:tgtEl>
                                        <p:attrNameLst>
                                          <p:attrName>ppt_x</p:attrName>
                                        </p:attrNameLst>
                                      </p:cBhvr>
                                      <p:tavLst>
                                        <p:tav tm="0">
                                          <p:val>
                                            <p:strVal val="#ppt_x"/>
                                          </p:val>
                                        </p:tav>
                                        <p:tav tm="100000">
                                          <p:val>
                                            <p:strVal val="#ppt_x"/>
                                          </p:val>
                                        </p:tav>
                                      </p:tavLst>
                                    </p:anim>
                                    <p:anim calcmode="lin" valueType="num">
                                      <p:cBhvr>
                                        <p:cTn id="116" dur="650" fill="hold"/>
                                        <p:tgtEl>
                                          <p:spTgt spid="32"/>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33"/>
                                        </p:tgtEl>
                                        <p:attrNameLst>
                                          <p:attrName>style.visibility</p:attrName>
                                        </p:attrNameLst>
                                      </p:cBhvr>
                                      <p:to>
                                        <p:strVal val="visible"/>
                                      </p:to>
                                    </p:set>
                                    <p:animEffect transition="in" filter="fade">
                                      <p:cBhvr>
                                        <p:cTn id="119" dur="650"/>
                                        <p:tgtEl>
                                          <p:spTgt spid="33"/>
                                        </p:tgtEl>
                                      </p:cBhvr>
                                    </p:animEffect>
                                    <p:anim calcmode="lin" valueType="num">
                                      <p:cBhvr>
                                        <p:cTn id="120" dur="650" fill="hold"/>
                                        <p:tgtEl>
                                          <p:spTgt spid="33"/>
                                        </p:tgtEl>
                                        <p:attrNameLst>
                                          <p:attrName>ppt_x</p:attrName>
                                        </p:attrNameLst>
                                      </p:cBhvr>
                                      <p:tavLst>
                                        <p:tav tm="0">
                                          <p:val>
                                            <p:strVal val="#ppt_x"/>
                                          </p:val>
                                        </p:tav>
                                        <p:tav tm="100000">
                                          <p:val>
                                            <p:strVal val="#ppt_x"/>
                                          </p:val>
                                        </p:tav>
                                      </p:tavLst>
                                    </p:anim>
                                    <p:anim calcmode="lin" valueType="num">
                                      <p:cBhvr>
                                        <p:cTn id="121" dur="650" fill="hold"/>
                                        <p:tgtEl>
                                          <p:spTgt spid="33"/>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34"/>
                                        </p:tgtEl>
                                        <p:attrNameLst>
                                          <p:attrName>style.visibility</p:attrName>
                                        </p:attrNameLst>
                                      </p:cBhvr>
                                      <p:to>
                                        <p:strVal val="visible"/>
                                      </p:to>
                                    </p:set>
                                    <p:animEffect transition="in" filter="fade">
                                      <p:cBhvr>
                                        <p:cTn id="124" dur="650"/>
                                        <p:tgtEl>
                                          <p:spTgt spid="34"/>
                                        </p:tgtEl>
                                      </p:cBhvr>
                                    </p:animEffect>
                                    <p:anim calcmode="lin" valueType="num">
                                      <p:cBhvr>
                                        <p:cTn id="125" dur="650" fill="hold"/>
                                        <p:tgtEl>
                                          <p:spTgt spid="34"/>
                                        </p:tgtEl>
                                        <p:attrNameLst>
                                          <p:attrName>ppt_x</p:attrName>
                                        </p:attrNameLst>
                                      </p:cBhvr>
                                      <p:tavLst>
                                        <p:tav tm="0">
                                          <p:val>
                                            <p:strVal val="#ppt_x"/>
                                          </p:val>
                                        </p:tav>
                                        <p:tav tm="100000">
                                          <p:val>
                                            <p:strVal val="#ppt_x"/>
                                          </p:val>
                                        </p:tav>
                                      </p:tavLst>
                                    </p:anim>
                                    <p:anim calcmode="lin" valueType="num">
                                      <p:cBhvr>
                                        <p:cTn id="126" dur="650" fill="hold"/>
                                        <p:tgtEl>
                                          <p:spTgt spid="34"/>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35"/>
                                        </p:tgtEl>
                                        <p:attrNameLst>
                                          <p:attrName>style.visibility</p:attrName>
                                        </p:attrNameLst>
                                      </p:cBhvr>
                                      <p:to>
                                        <p:strVal val="visible"/>
                                      </p:to>
                                    </p:set>
                                    <p:animEffect transition="in" filter="fade">
                                      <p:cBhvr>
                                        <p:cTn id="129" dur="650"/>
                                        <p:tgtEl>
                                          <p:spTgt spid="35"/>
                                        </p:tgtEl>
                                      </p:cBhvr>
                                    </p:animEffect>
                                    <p:anim calcmode="lin" valueType="num">
                                      <p:cBhvr>
                                        <p:cTn id="130" dur="650" fill="hold"/>
                                        <p:tgtEl>
                                          <p:spTgt spid="35"/>
                                        </p:tgtEl>
                                        <p:attrNameLst>
                                          <p:attrName>ppt_x</p:attrName>
                                        </p:attrNameLst>
                                      </p:cBhvr>
                                      <p:tavLst>
                                        <p:tav tm="0">
                                          <p:val>
                                            <p:strVal val="#ppt_x"/>
                                          </p:val>
                                        </p:tav>
                                        <p:tav tm="100000">
                                          <p:val>
                                            <p:strVal val="#ppt_x"/>
                                          </p:val>
                                        </p:tav>
                                      </p:tavLst>
                                    </p:anim>
                                    <p:anim calcmode="lin" valueType="num">
                                      <p:cBhvr>
                                        <p:cTn id="131" dur="650" fill="hold"/>
                                        <p:tgtEl>
                                          <p:spTgt spid="35"/>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36"/>
                                        </p:tgtEl>
                                        <p:attrNameLst>
                                          <p:attrName>style.visibility</p:attrName>
                                        </p:attrNameLst>
                                      </p:cBhvr>
                                      <p:to>
                                        <p:strVal val="visible"/>
                                      </p:to>
                                    </p:set>
                                    <p:animEffect transition="in" filter="fade">
                                      <p:cBhvr>
                                        <p:cTn id="134" dur="650"/>
                                        <p:tgtEl>
                                          <p:spTgt spid="36"/>
                                        </p:tgtEl>
                                      </p:cBhvr>
                                    </p:animEffect>
                                    <p:anim calcmode="lin" valueType="num">
                                      <p:cBhvr>
                                        <p:cTn id="135" dur="650" fill="hold"/>
                                        <p:tgtEl>
                                          <p:spTgt spid="36"/>
                                        </p:tgtEl>
                                        <p:attrNameLst>
                                          <p:attrName>ppt_x</p:attrName>
                                        </p:attrNameLst>
                                      </p:cBhvr>
                                      <p:tavLst>
                                        <p:tav tm="0">
                                          <p:val>
                                            <p:strVal val="#ppt_x"/>
                                          </p:val>
                                        </p:tav>
                                        <p:tav tm="100000">
                                          <p:val>
                                            <p:strVal val="#ppt_x"/>
                                          </p:val>
                                        </p:tav>
                                      </p:tavLst>
                                    </p:anim>
                                    <p:anim calcmode="lin" valueType="num">
                                      <p:cBhvr>
                                        <p:cTn id="136" dur="650" fill="hold"/>
                                        <p:tgtEl>
                                          <p:spTgt spid="36"/>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7"/>
                                        </p:tgtEl>
                                        <p:attrNameLst>
                                          <p:attrName>style.visibility</p:attrName>
                                        </p:attrNameLst>
                                      </p:cBhvr>
                                      <p:to>
                                        <p:strVal val="visible"/>
                                      </p:to>
                                    </p:set>
                                    <p:animEffect transition="in" filter="fade">
                                      <p:cBhvr>
                                        <p:cTn id="139" dur="650"/>
                                        <p:tgtEl>
                                          <p:spTgt spid="37"/>
                                        </p:tgtEl>
                                      </p:cBhvr>
                                    </p:animEffect>
                                    <p:anim calcmode="lin" valueType="num">
                                      <p:cBhvr>
                                        <p:cTn id="140" dur="650" fill="hold"/>
                                        <p:tgtEl>
                                          <p:spTgt spid="37"/>
                                        </p:tgtEl>
                                        <p:attrNameLst>
                                          <p:attrName>ppt_x</p:attrName>
                                        </p:attrNameLst>
                                      </p:cBhvr>
                                      <p:tavLst>
                                        <p:tav tm="0">
                                          <p:val>
                                            <p:strVal val="#ppt_x"/>
                                          </p:val>
                                        </p:tav>
                                        <p:tav tm="100000">
                                          <p:val>
                                            <p:strVal val="#ppt_x"/>
                                          </p:val>
                                        </p:tav>
                                      </p:tavLst>
                                    </p:anim>
                                    <p:anim calcmode="lin" valueType="num">
                                      <p:cBhvr>
                                        <p:cTn id="141" dur="650" fill="hold"/>
                                        <p:tgtEl>
                                          <p:spTgt spid="37"/>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38"/>
                                        </p:tgtEl>
                                        <p:attrNameLst>
                                          <p:attrName>style.visibility</p:attrName>
                                        </p:attrNameLst>
                                      </p:cBhvr>
                                      <p:to>
                                        <p:strVal val="visible"/>
                                      </p:to>
                                    </p:set>
                                    <p:animEffect transition="in" filter="fade">
                                      <p:cBhvr>
                                        <p:cTn id="144" dur="650"/>
                                        <p:tgtEl>
                                          <p:spTgt spid="38"/>
                                        </p:tgtEl>
                                      </p:cBhvr>
                                    </p:animEffect>
                                    <p:anim calcmode="lin" valueType="num">
                                      <p:cBhvr>
                                        <p:cTn id="145" dur="650" fill="hold"/>
                                        <p:tgtEl>
                                          <p:spTgt spid="38"/>
                                        </p:tgtEl>
                                        <p:attrNameLst>
                                          <p:attrName>ppt_x</p:attrName>
                                        </p:attrNameLst>
                                      </p:cBhvr>
                                      <p:tavLst>
                                        <p:tav tm="0">
                                          <p:val>
                                            <p:strVal val="#ppt_x"/>
                                          </p:val>
                                        </p:tav>
                                        <p:tav tm="100000">
                                          <p:val>
                                            <p:strVal val="#ppt_x"/>
                                          </p:val>
                                        </p:tav>
                                      </p:tavLst>
                                    </p:anim>
                                    <p:anim calcmode="lin" valueType="num">
                                      <p:cBhvr>
                                        <p:cTn id="146" dur="650" fill="hold"/>
                                        <p:tgtEl>
                                          <p:spTgt spid="38"/>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39"/>
                                        </p:tgtEl>
                                        <p:attrNameLst>
                                          <p:attrName>style.visibility</p:attrName>
                                        </p:attrNameLst>
                                      </p:cBhvr>
                                      <p:to>
                                        <p:strVal val="visible"/>
                                      </p:to>
                                    </p:set>
                                    <p:animEffect transition="in" filter="fade">
                                      <p:cBhvr>
                                        <p:cTn id="149" dur="650"/>
                                        <p:tgtEl>
                                          <p:spTgt spid="39"/>
                                        </p:tgtEl>
                                      </p:cBhvr>
                                    </p:animEffect>
                                    <p:anim calcmode="lin" valueType="num">
                                      <p:cBhvr>
                                        <p:cTn id="150" dur="650" fill="hold"/>
                                        <p:tgtEl>
                                          <p:spTgt spid="39"/>
                                        </p:tgtEl>
                                        <p:attrNameLst>
                                          <p:attrName>ppt_x</p:attrName>
                                        </p:attrNameLst>
                                      </p:cBhvr>
                                      <p:tavLst>
                                        <p:tav tm="0">
                                          <p:val>
                                            <p:strVal val="#ppt_x"/>
                                          </p:val>
                                        </p:tav>
                                        <p:tav tm="100000">
                                          <p:val>
                                            <p:strVal val="#ppt_x"/>
                                          </p:val>
                                        </p:tav>
                                      </p:tavLst>
                                    </p:anim>
                                    <p:anim calcmode="lin" valueType="num">
                                      <p:cBhvr>
                                        <p:cTn id="151" dur="650" fill="hold"/>
                                        <p:tgtEl>
                                          <p:spTgt spid="39"/>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650"/>
                                        <p:tgtEl>
                                          <p:spTgt spid="40"/>
                                        </p:tgtEl>
                                      </p:cBhvr>
                                    </p:animEffect>
                                    <p:anim calcmode="lin" valueType="num">
                                      <p:cBhvr>
                                        <p:cTn id="155" dur="650" fill="hold"/>
                                        <p:tgtEl>
                                          <p:spTgt spid="40"/>
                                        </p:tgtEl>
                                        <p:attrNameLst>
                                          <p:attrName>ppt_x</p:attrName>
                                        </p:attrNameLst>
                                      </p:cBhvr>
                                      <p:tavLst>
                                        <p:tav tm="0">
                                          <p:val>
                                            <p:strVal val="#ppt_x"/>
                                          </p:val>
                                        </p:tav>
                                        <p:tav tm="100000">
                                          <p:val>
                                            <p:strVal val="#ppt_x"/>
                                          </p:val>
                                        </p:tav>
                                      </p:tavLst>
                                    </p:anim>
                                    <p:anim calcmode="lin" valueType="num">
                                      <p:cBhvr>
                                        <p:cTn id="156" dur="650" fill="hold"/>
                                        <p:tgtEl>
                                          <p:spTgt spid="40"/>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41"/>
                                        </p:tgtEl>
                                        <p:attrNameLst>
                                          <p:attrName>style.visibility</p:attrName>
                                        </p:attrNameLst>
                                      </p:cBhvr>
                                      <p:to>
                                        <p:strVal val="visible"/>
                                      </p:to>
                                    </p:set>
                                    <p:animEffect transition="in" filter="fade">
                                      <p:cBhvr>
                                        <p:cTn id="159" dur="650"/>
                                        <p:tgtEl>
                                          <p:spTgt spid="41"/>
                                        </p:tgtEl>
                                      </p:cBhvr>
                                    </p:animEffect>
                                    <p:anim calcmode="lin" valueType="num">
                                      <p:cBhvr>
                                        <p:cTn id="160" dur="650" fill="hold"/>
                                        <p:tgtEl>
                                          <p:spTgt spid="41"/>
                                        </p:tgtEl>
                                        <p:attrNameLst>
                                          <p:attrName>ppt_x</p:attrName>
                                        </p:attrNameLst>
                                      </p:cBhvr>
                                      <p:tavLst>
                                        <p:tav tm="0">
                                          <p:val>
                                            <p:strVal val="#ppt_x"/>
                                          </p:val>
                                        </p:tav>
                                        <p:tav tm="100000">
                                          <p:val>
                                            <p:strVal val="#ppt_x"/>
                                          </p:val>
                                        </p:tav>
                                      </p:tavLst>
                                    </p:anim>
                                    <p:anim calcmode="lin" valueType="num">
                                      <p:cBhvr>
                                        <p:cTn id="161" dur="650" fill="hold"/>
                                        <p:tgtEl>
                                          <p:spTgt spid="41"/>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42"/>
                                        </p:tgtEl>
                                        <p:attrNameLst>
                                          <p:attrName>style.visibility</p:attrName>
                                        </p:attrNameLst>
                                      </p:cBhvr>
                                      <p:to>
                                        <p:strVal val="visible"/>
                                      </p:to>
                                    </p:set>
                                    <p:animEffect transition="in" filter="fade">
                                      <p:cBhvr>
                                        <p:cTn id="164" dur="650"/>
                                        <p:tgtEl>
                                          <p:spTgt spid="42"/>
                                        </p:tgtEl>
                                      </p:cBhvr>
                                    </p:animEffect>
                                    <p:anim calcmode="lin" valueType="num">
                                      <p:cBhvr>
                                        <p:cTn id="165" dur="650" fill="hold"/>
                                        <p:tgtEl>
                                          <p:spTgt spid="42"/>
                                        </p:tgtEl>
                                        <p:attrNameLst>
                                          <p:attrName>ppt_x</p:attrName>
                                        </p:attrNameLst>
                                      </p:cBhvr>
                                      <p:tavLst>
                                        <p:tav tm="0">
                                          <p:val>
                                            <p:strVal val="#ppt_x"/>
                                          </p:val>
                                        </p:tav>
                                        <p:tav tm="100000">
                                          <p:val>
                                            <p:strVal val="#ppt_x"/>
                                          </p:val>
                                        </p:tav>
                                      </p:tavLst>
                                    </p:anim>
                                    <p:anim calcmode="lin" valueType="num">
                                      <p:cBhvr>
                                        <p:cTn id="166" dur="650" fill="hold"/>
                                        <p:tgtEl>
                                          <p:spTgt spid="42"/>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43"/>
                                        </p:tgtEl>
                                        <p:attrNameLst>
                                          <p:attrName>style.visibility</p:attrName>
                                        </p:attrNameLst>
                                      </p:cBhvr>
                                      <p:to>
                                        <p:strVal val="visible"/>
                                      </p:to>
                                    </p:set>
                                    <p:animEffect transition="in" filter="fade">
                                      <p:cBhvr>
                                        <p:cTn id="169" dur="650"/>
                                        <p:tgtEl>
                                          <p:spTgt spid="43"/>
                                        </p:tgtEl>
                                      </p:cBhvr>
                                    </p:animEffect>
                                    <p:anim calcmode="lin" valueType="num">
                                      <p:cBhvr>
                                        <p:cTn id="170" dur="650" fill="hold"/>
                                        <p:tgtEl>
                                          <p:spTgt spid="43"/>
                                        </p:tgtEl>
                                        <p:attrNameLst>
                                          <p:attrName>ppt_x</p:attrName>
                                        </p:attrNameLst>
                                      </p:cBhvr>
                                      <p:tavLst>
                                        <p:tav tm="0">
                                          <p:val>
                                            <p:strVal val="#ppt_x"/>
                                          </p:val>
                                        </p:tav>
                                        <p:tav tm="100000">
                                          <p:val>
                                            <p:strVal val="#ppt_x"/>
                                          </p:val>
                                        </p:tav>
                                      </p:tavLst>
                                    </p:anim>
                                    <p:anim calcmode="lin" valueType="num">
                                      <p:cBhvr>
                                        <p:cTn id="171" dur="650" fill="hold"/>
                                        <p:tgtEl>
                                          <p:spTgt spid="43"/>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0"/>
                                  </p:stCondLst>
                                  <p:childTnLst>
                                    <p:set>
                                      <p:cBhvr>
                                        <p:cTn id="173" dur="1" fill="hold">
                                          <p:stCondLst>
                                            <p:cond delay="0"/>
                                          </p:stCondLst>
                                        </p:cTn>
                                        <p:tgtEl>
                                          <p:spTgt spid="44"/>
                                        </p:tgtEl>
                                        <p:attrNameLst>
                                          <p:attrName>style.visibility</p:attrName>
                                        </p:attrNameLst>
                                      </p:cBhvr>
                                      <p:to>
                                        <p:strVal val="visible"/>
                                      </p:to>
                                    </p:set>
                                    <p:animEffect transition="in" filter="fade">
                                      <p:cBhvr>
                                        <p:cTn id="174" dur="650"/>
                                        <p:tgtEl>
                                          <p:spTgt spid="44"/>
                                        </p:tgtEl>
                                      </p:cBhvr>
                                    </p:animEffect>
                                    <p:anim calcmode="lin" valueType="num">
                                      <p:cBhvr>
                                        <p:cTn id="175" dur="650" fill="hold"/>
                                        <p:tgtEl>
                                          <p:spTgt spid="44"/>
                                        </p:tgtEl>
                                        <p:attrNameLst>
                                          <p:attrName>ppt_x</p:attrName>
                                        </p:attrNameLst>
                                      </p:cBhvr>
                                      <p:tavLst>
                                        <p:tav tm="0">
                                          <p:val>
                                            <p:strVal val="#ppt_x"/>
                                          </p:val>
                                        </p:tav>
                                        <p:tav tm="100000">
                                          <p:val>
                                            <p:strVal val="#ppt_x"/>
                                          </p:val>
                                        </p:tav>
                                      </p:tavLst>
                                    </p:anim>
                                    <p:anim calcmode="lin" valueType="num">
                                      <p:cBhvr>
                                        <p:cTn id="176" dur="650" fill="hold"/>
                                        <p:tgtEl>
                                          <p:spTgt spid="44"/>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0"/>
                                  </p:stCondLst>
                                  <p:childTnLst>
                                    <p:set>
                                      <p:cBhvr>
                                        <p:cTn id="178" dur="1" fill="hold">
                                          <p:stCondLst>
                                            <p:cond delay="0"/>
                                          </p:stCondLst>
                                        </p:cTn>
                                        <p:tgtEl>
                                          <p:spTgt spid="45"/>
                                        </p:tgtEl>
                                        <p:attrNameLst>
                                          <p:attrName>style.visibility</p:attrName>
                                        </p:attrNameLst>
                                      </p:cBhvr>
                                      <p:to>
                                        <p:strVal val="visible"/>
                                      </p:to>
                                    </p:set>
                                    <p:animEffect transition="in" filter="fade">
                                      <p:cBhvr>
                                        <p:cTn id="179" dur="650"/>
                                        <p:tgtEl>
                                          <p:spTgt spid="45"/>
                                        </p:tgtEl>
                                      </p:cBhvr>
                                    </p:animEffect>
                                    <p:anim calcmode="lin" valueType="num">
                                      <p:cBhvr>
                                        <p:cTn id="180" dur="650" fill="hold"/>
                                        <p:tgtEl>
                                          <p:spTgt spid="45"/>
                                        </p:tgtEl>
                                        <p:attrNameLst>
                                          <p:attrName>ppt_x</p:attrName>
                                        </p:attrNameLst>
                                      </p:cBhvr>
                                      <p:tavLst>
                                        <p:tav tm="0">
                                          <p:val>
                                            <p:strVal val="#ppt_x"/>
                                          </p:val>
                                        </p:tav>
                                        <p:tav tm="100000">
                                          <p:val>
                                            <p:strVal val="#ppt_x"/>
                                          </p:val>
                                        </p:tav>
                                      </p:tavLst>
                                    </p:anim>
                                    <p:anim calcmode="lin" valueType="num">
                                      <p:cBhvr>
                                        <p:cTn id="181" dur="650" fill="hold"/>
                                        <p:tgtEl>
                                          <p:spTgt spid="45"/>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0"/>
                                  </p:stCondLst>
                                  <p:childTnLst>
                                    <p:set>
                                      <p:cBhvr>
                                        <p:cTn id="183" dur="1" fill="hold">
                                          <p:stCondLst>
                                            <p:cond delay="0"/>
                                          </p:stCondLst>
                                        </p:cTn>
                                        <p:tgtEl>
                                          <p:spTgt spid="46"/>
                                        </p:tgtEl>
                                        <p:attrNameLst>
                                          <p:attrName>style.visibility</p:attrName>
                                        </p:attrNameLst>
                                      </p:cBhvr>
                                      <p:to>
                                        <p:strVal val="visible"/>
                                      </p:to>
                                    </p:set>
                                    <p:animEffect transition="in" filter="fade">
                                      <p:cBhvr>
                                        <p:cTn id="184" dur="650"/>
                                        <p:tgtEl>
                                          <p:spTgt spid="46"/>
                                        </p:tgtEl>
                                      </p:cBhvr>
                                    </p:animEffect>
                                    <p:anim calcmode="lin" valueType="num">
                                      <p:cBhvr>
                                        <p:cTn id="185" dur="650" fill="hold"/>
                                        <p:tgtEl>
                                          <p:spTgt spid="46"/>
                                        </p:tgtEl>
                                        <p:attrNameLst>
                                          <p:attrName>ppt_x</p:attrName>
                                        </p:attrNameLst>
                                      </p:cBhvr>
                                      <p:tavLst>
                                        <p:tav tm="0">
                                          <p:val>
                                            <p:strVal val="#ppt_x"/>
                                          </p:val>
                                        </p:tav>
                                        <p:tav tm="100000">
                                          <p:val>
                                            <p:strVal val="#ppt_x"/>
                                          </p:val>
                                        </p:tav>
                                      </p:tavLst>
                                    </p:anim>
                                    <p:anim calcmode="lin" valueType="num">
                                      <p:cBhvr>
                                        <p:cTn id="186" dur="650" fill="hold"/>
                                        <p:tgtEl>
                                          <p:spTgt spid="46"/>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0"/>
                                  </p:stCondLst>
                                  <p:childTnLst>
                                    <p:set>
                                      <p:cBhvr>
                                        <p:cTn id="188" dur="1" fill="hold">
                                          <p:stCondLst>
                                            <p:cond delay="0"/>
                                          </p:stCondLst>
                                        </p:cTn>
                                        <p:tgtEl>
                                          <p:spTgt spid="47"/>
                                        </p:tgtEl>
                                        <p:attrNameLst>
                                          <p:attrName>style.visibility</p:attrName>
                                        </p:attrNameLst>
                                      </p:cBhvr>
                                      <p:to>
                                        <p:strVal val="visible"/>
                                      </p:to>
                                    </p:set>
                                    <p:animEffect transition="in" filter="fade">
                                      <p:cBhvr>
                                        <p:cTn id="189" dur="650"/>
                                        <p:tgtEl>
                                          <p:spTgt spid="47"/>
                                        </p:tgtEl>
                                      </p:cBhvr>
                                    </p:animEffect>
                                    <p:anim calcmode="lin" valueType="num">
                                      <p:cBhvr>
                                        <p:cTn id="190" dur="650" fill="hold"/>
                                        <p:tgtEl>
                                          <p:spTgt spid="47"/>
                                        </p:tgtEl>
                                        <p:attrNameLst>
                                          <p:attrName>ppt_x</p:attrName>
                                        </p:attrNameLst>
                                      </p:cBhvr>
                                      <p:tavLst>
                                        <p:tav tm="0">
                                          <p:val>
                                            <p:strVal val="#ppt_x"/>
                                          </p:val>
                                        </p:tav>
                                        <p:tav tm="100000">
                                          <p:val>
                                            <p:strVal val="#ppt_x"/>
                                          </p:val>
                                        </p:tav>
                                      </p:tavLst>
                                    </p:anim>
                                    <p:anim calcmode="lin" valueType="num">
                                      <p:cBhvr>
                                        <p:cTn id="191" dur="650" fill="hold"/>
                                        <p:tgtEl>
                                          <p:spTgt spid="47"/>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0"/>
                                  </p:stCondLst>
                                  <p:childTnLst>
                                    <p:set>
                                      <p:cBhvr>
                                        <p:cTn id="193" dur="1" fill="hold">
                                          <p:stCondLst>
                                            <p:cond delay="0"/>
                                          </p:stCondLst>
                                        </p:cTn>
                                        <p:tgtEl>
                                          <p:spTgt spid="48"/>
                                        </p:tgtEl>
                                        <p:attrNameLst>
                                          <p:attrName>style.visibility</p:attrName>
                                        </p:attrNameLst>
                                      </p:cBhvr>
                                      <p:to>
                                        <p:strVal val="visible"/>
                                      </p:to>
                                    </p:set>
                                    <p:animEffect transition="in" filter="fade">
                                      <p:cBhvr>
                                        <p:cTn id="194" dur="650"/>
                                        <p:tgtEl>
                                          <p:spTgt spid="48"/>
                                        </p:tgtEl>
                                      </p:cBhvr>
                                    </p:animEffect>
                                    <p:anim calcmode="lin" valueType="num">
                                      <p:cBhvr>
                                        <p:cTn id="195" dur="650" fill="hold"/>
                                        <p:tgtEl>
                                          <p:spTgt spid="48"/>
                                        </p:tgtEl>
                                        <p:attrNameLst>
                                          <p:attrName>ppt_x</p:attrName>
                                        </p:attrNameLst>
                                      </p:cBhvr>
                                      <p:tavLst>
                                        <p:tav tm="0">
                                          <p:val>
                                            <p:strVal val="#ppt_x"/>
                                          </p:val>
                                        </p:tav>
                                        <p:tav tm="100000">
                                          <p:val>
                                            <p:strVal val="#ppt_x"/>
                                          </p:val>
                                        </p:tav>
                                      </p:tavLst>
                                    </p:anim>
                                    <p:anim calcmode="lin" valueType="num">
                                      <p:cBhvr>
                                        <p:cTn id="196" dur="650" fill="hold"/>
                                        <p:tgtEl>
                                          <p:spTgt spid="48"/>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0"/>
                                  </p:stCondLst>
                                  <p:childTnLst>
                                    <p:set>
                                      <p:cBhvr>
                                        <p:cTn id="198" dur="1" fill="hold">
                                          <p:stCondLst>
                                            <p:cond delay="0"/>
                                          </p:stCondLst>
                                        </p:cTn>
                                        <p:tgtEl>
                                          <p:spTgt spid="49"/>
                                        </p:tgtEl>
                                        <p:attrNameLst>
                                          <p:attrName>style.visibility</p:attrName>
                                        </p:attrNameLst>
                                      </p:cBhvr>
                                      <p:to>
                                        <p:strVal val="visible"/>
                                      </p:to>
                                    </p:set>
                                    <p:animEffect transition="in" filter="fade">
                                      <p:cBhvr>
                                        <p:cTn id="199" dur="650"/>
                                        <p:tgtEl>
                                          <p:spTgt spid="49"/>
                                        </p:tgtEl>
                                      </p:cBhvr>
                                    </p:animEffect>
                                    <p:anim calcmode="lin" valueType="num">
                                      <p:cBhvr>
                                        <p:cTn id="200" dur="650" fill="hold"/>
                                        <p:tgtEl>
                                          <p:spTgt spid="49"/>
                                        </p:tgtEl>
                                        <p:attrNameLst>
                                          <p:attrName>ppt_x</p:attrName>
                                        </p:attrNameLst>
                                      </p:cBhvr>
                                      <p:tavLst>
                                        <p:tav tm="0">
                                          <p:val>
                                            <p:strVal val="#ppt_x"/>
                                          </p:val>
                                        </p:tav>
                                        <p:tav tm="100000">
                                          <p:val>
                                            <p:strVal val="#ppt_x"/>
                                          </p:val>
                                        </p:tav>
                                      </p:tavLst>
                                    </p:anim>
                                    <p:anim calcmode="lin" valueType="num">
                                      <p:cBhvr>
                                        <p:cTn id="201" dur="650" fill="hold"/>
                                        <p:tgtEl>
                                          <p:spTgt spid="49"/>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0"/>
                                  </p:stCondLst>
                                  <p:childTnLst>
                                    <p:set>
                                      <p:cBhvr>
                                        <p:cTn id="203" dur="1" fill="hold">
                                          <p:stCondLst>
                                            <p:cond delay="0"/>
                                          </p:stCondLst>
                                        </p:cTn>
                                        <p:tgtEl>
                                          <p:spTgt spid="50"/>
                                        </p:tgtEl>
                                        <p:attrNameLst>
                                          <p:attrName>style.visibility</p:attrName>
                                        </p:attrNameLst>
                                      </p:cBhvr>
                                      <p:to>
                                        <p:strVal val="visible"/>
                                      </p:to>
                                    </p:set>
                                    <p:animEffect transition="in" filter="fade">
                                      <p:cBhvr>
                                        <p:cTn id="204" dur="650"/>
                                        <p:tgtEl>
                                          <p:spTgt spid="50"/>
                                        </p:tgtEl>
                                      </p:cBhvr>
                                    </p:animEffect>
                                    <p:anim calcmode="lin" valueType="num">
                                      <p:cBhvr>
                                        <p:cTn id="205" dur="650" fill="hold"/>
                                        <p:tgtEl>
                                          <p:spTgt spid="50"/>
                                        </p:tgtEl>
                                        <p:attrNameLst>
                                          <p:attrName>ppt_x</p:attrName>
                                        </p:attrNameLst>
                                      </p:cBhvr>
                                      <p:tavLst>
                                        <p:tav tm="0">
                                          <p:val>
                                            <p:strVal val="#ppt_x"/>
                                          </p:val>
                                        </p:tav>
                                        <p:tav tm="100000">
                                          <p:val>
                                            <p:strVal val="#ppt_x"/>
                                          </p:val>
                                        </p:tav>
                                      </p:tavLst>
                                    </p:anim>
                                    <p:anim calcmode="lin" valueType="num">
                                      <p:cBhvr>
                                        <p:cTn id="206" dur="650" fill="hold"/>
                                        <p:tgtEl>
                                          <p:spTgt spid="50"/>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0"/>
                                  </p:stCondLst>
                                  <p:childTnLst>
                                    <p:set>
                                      <p:cBhvr>
                                        <p:cTn id="208" dur="1" fill="hold">
                                          <p:stCondLst>
                                            <p:cond delay="0"/>
                                          </p:stCondLst>
                                        </p:cTn>
                                        <p:tgtEl>
                                          <p:spTgt spid="51"/>
                                        </p:tgtEl>
                                        <p:attrNameLst>
                                          <p:attrName>style.visibility</p:attrName>
                                        </p:attrNameLst>
                                      </p:cBhvr>
                                      <p:to>
                                        <p:strVal val="visible"/>
                                      </p:to>
                                    </p:set>
                                    <p:animEffect transition="in" filter="fade">
                                      <p:cBhvr>
                                        <p:cTn id="209" dur="650"/>
                                        <p:tgtEl>
                                          <p:spTgt spid="51"/>
                                        </p:tgtEl>
                                      </p:cBhvr>
                                    </p:animEffect>
                                    <p:anim calcmode="lin" valueType="num">
                                      <p:cBhvr>
                                        <p:cTn id="210" dur="650" fill="hold"/>
                                        <p:tgtEl>
                                          <p:spTgt spid="51"/>
                                        </p:tgtEl>
                                        <p:attrNameLst>
                                          <p:attrName>ppt_x</p:attrName>
                                        </p:attrNameLst>
                                      </p:cBhvr>
                                      <p:tavLst>
                                        <p:tav tm="0">
                                          <p:val>
                                            <p:strVal val="#ppt_x"/>
                                          </p:val>
                                        </p:tav>
                                        <p:tav tm="100000">
                                          <p:val>
                                            <p:strVal val="#ppt_x"/>
                                          </p:val>
                                        </p:tav>
                                      </p:tavLst>
                                    </p:anim>
                                    <p:anim calcmode="lin" valueType="num">
                                      <p:cBhvr>
                                        <p:cTn id="211" dur="650" fill="hold"/>
                                        <p:tgtEl>
                                          <p:spTgt spid="51"/>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0"/>
                                  </p:stCondLst>
                                  <p:childTnLst>
                                    <p:set>
                                      <p:cBhvr>
                                        <p:cTn id="213" dur="1" fill="hold">
                                          <p:stCondLst>
                                            <p:cond delay="0"/>
                                          </p:stCondLst>
                                        </p:cTn>
                                        <p:tgtEl>
                                          <p:spTgt spid="52"/>
                                        </p:tgtEl>
                                        <p:attrNameLst>
                                          <p:attrName>style.visibility</p:attrName>
                                        </p:attrNameLst>
                                      </p:cBhvr>
                                      <p:to>
                                        <p:strVal val="visible"/>
                                      </p:to>
                                    </p:set>
                                    <p:animEffect transition="in" filter="fade">
                                      <p:cBhvr>
                                        <p:cTn id="214" dur="650"/>
                                        <p:tgtEl>
                                          <p:spTgt spid="52"/>
                                        </p:tgtEl>
                                      </p:cBhvr>
                                    </p:animEffect>
                                    <p:anim calcmode="lin" valueType="num">
                                      <p:cBhvr>
                                        <p:cTn id="215" dur="650" fill="hold"/>
                                        <p:tgtEl>
                                          <p:spTgt spid="52"/>
                                        </p:tgtEl>
                                        <p:attrNameLst>
                                          <p:attrName>ppt_x</p:attrName>
                                        </p:attrNameLst>
                                      </p:cBhvr>
                                      <p:tavLst>
                                        <p:tav tm="0">
                                          <p:val>
                                            <p:strVal val="#ppt_x"/>
                                          </p:val>
                                        </p:tav>
                                        <p:tav tm="100000">
                                          <p:val>
                                            <p:strVal val="#ppt_x"/>
                                          </p:val>
                                        </p:tav>
                                      </p:tavLst>
                                    </p:anim>
                                    <p:anim calcmode="lin" valueType="num">
                                      <p:cBhvr>
                                        <p:cTn id="216" dur="650" fill="hold"/>
                                        <p:tgtEl>
                                          <p:spTgt spid="52"/>
                                        </p:tgtEl>
                                        <p:attrNameLst>
                                          <p:attrName>ppt_y</p:attrName>
                                        </p:attrNameLst>
                                      </p:cBhvr>
                                      <p:tavLst>
                                        <p:tav tm="0">
                                          <p:val>
                                            <p:strVal val="#ppt_y+.1"/>
                                          </p:val>
                                        </p:tav>
                                        <p:tav tm="100000">
                                          <p:val>
                                            <p:strVal val="#ppt_y"/>
                                          </p:val>
                                        </p:tav>
                                      </p:tavLst>
                                    </p:anim>
                                  </p:childTnLst>
                                </p:cTn>
                              </p:par>
                              <p:par>
                                <p:cTn id="217" presetID="42" presetClass="entr" presetSubtype="0" fill="hold" grpId="0" nodeType="withEffect">
                                  <p:stCondLst>
                                    <p:cond delay="0"/>
                                  </p:stCondLst>
                                  <p:childTnLst>
                                    <p:set>
                                      <p:cBhvr>
                                        <p:cTn id="218" dur="1" fill="hold">
                                          <p:stCondLst>
                                            <p:cond delay="0"/>
                                          </p:stCondLst>
                                        </p:cTn>
                                        <p:tgtEl>
                                          <p:spTgt spid="53"/>
                                        </p:tgtEl>
                                        <p:attrNameLst>
                                          <p:attrName>style.visibility</p:attrName>
                                        </p:attrNameLst>
                                      </p:cBhvr>
                                      <p:to>
                                        <p:strVal val="visible"/>
                                      </p:to>
                                    </p:set>
                                    <p:animEffect transition="in" filter="fade">
                                      <p:cBhvr>
                                        <p:cTn id="219" dur="650"/>
                                        <p:tgtEl>
                                          <p:spTgt spid="53"/>
                                        </p:tgtEl>
                                      </p:cBhvr>
                                    </p:animEffect>
                                    <p:anim calcmode="lin" valueType="num">
                                      <p:cBhvr>
                                        <p:cTn id="220" dur="650" fill="hold"/>
                                        <p:tgtEl>
                                          <p:spTgt spid="53"/>
                                        </p:tgtEl>
                                        <p:attrNameLst>
                                          <p:attrName>ppt_x</p:attrName>
                                        </p:attrNameLst>
                                      </p:cBhvr>
                                      <p:tavLst>
                                        <p:tav tm="0">
                                          <p:val>
                                            <p:strVal val="#ppt_x"/>
                                          </p:val>
                                        </p:tav>
                                        <p:tav tm="100000">
                                          <p:val>
                                            <p:strVal val="#ppt_x"/>
                                          </p:val>
                                        </p:tav>
                                      </p:tavLst>
                                    </p:anim>
                                    <p:anim calcmode="lin" valueType="num">
                                      <p:cBhvr>
                                        <p:cTn id="221" dur="650" fill="hold"/>
                                        <p:tgtEl>
                                          <p:spTgt spid="53"/>
                                        </p:tgtEl>
                                        <p:attrNameLst>
                                          <p:attrName>ppt_y</p:attrName>
                                        </p:attrNameLst>
                                      </p:cBhvr>
                                      <p:tavLst>
                                        <p:tav tm="0">
                                          <p:val>
                                            <p:strVal val="#ppt_y+.1"/>
                                          </p:val>
                                        </p:tav>
                                        <p:tav tm="100000">
                                          <p:val>
                                            <p:strVal val="#ppt_y"/>
                                          </p:val>
                                        </p:tav>
                                      </p:tavLst>
                                    </p:anim>
                                  </p:childTnLst>
                                </p:cTn>
                              </p:par>
                              <p:par>
                                <p:cTn id="222" presetID="42" presetClass="entr" presetSubtype="0" fill="hold" grpId="0" nodeType="withEffect">
                                  <p:stCondLst>
                                    <p:cond delay="0"/>
                                  </p:stCondLst>
                                  <p:childTnLst>
                                    <p:set>
                                      <p:cBhvr>
                                        <p:cTn id="223" dur="1" fill="hold">
                                          <p:stCondLst>
                                            <p:cond delay="0"/>
                                          </p:stCondLst>
                                        </p:cTn>
                                        <p:tgtEl>
                                          <p:spTgt spid="54"/>
                                        </p:tgtEl>
                                        <p:attrNameLst>
                                          <p:attrName>style.visibility</p:attrName>
                                        </p:attrNameLst>
                                      </p:cBhvr>
                                      <p:to>
                                        <p:strVal val="visible"/>
                                      </p:to>
                                    </p:set>
                                    <p:animEffect transition="in" filter="fade">
                                      <p:cBhvr>
                                        <p:cTn id="224" dur="650"/>
                                        <p:tgtEl>
                                          <p:spTgt spid="54"/>
                                        </p:tgtEl>
                                      </p:cBhvr>
                                    </p:animEffect>
                                    <p:anim calcmode="lin" valueType="num">
                                      <p:cBhvr>
                                        <p:cTn id="225" dur="650" fill="hold"/>
                                        <p:tgtEl>
                                          <p:spTgt spid="54"/>
                                        </p:tgtEl>
                                        <p:attrNameLst>
                                          <p:attrName>ppt_x</p:attrName>
                                        </p:attrNameLst>
                                      </p:cBhvr>
                                      <p:tavLst>
                                        <p:tav tm="0">
                                          <p:val>
                                            <p:strVal val="#ppt_x"/>
                                          </p:val>
                                        </p:tav>
                                        <p:tav tm="100000">
                                          <p:val>
                                            <p:strVal val="#ppt_x"/>
                                          </p:val>
                                        </p:tav>
                                      </p:tavLst>
                                    </p:anim>
                                    <p:anim calcmode="lin" valueType="num">
                                      <p:cBhvr>
                                        <p:cTn id="226" dur="650" fill="hold"/>
                                        <p:tgtEl>
                                          <p:spTgt spid="54"/>
                                        </p:tgtEl>
                                        <p:attrNameLst>
                                          <p:attrName>ppt_y</p:attrName>
                                        </p:attrNameLst>
                                      </p:cBhvr>
                                      <p:tavLst>
                                        <p:tav tm="0">
                                          <p:val>
                                            <p:strVal val="#ppt_y+.1"/>
                                          </p:val>
                                        </p:tav>
                                        <p:tav tm="100000">
                                          <p:val>
                                            <p:strVal val="#ppt_y"/>
                                          </p:val>
                                        </p:tav>
                                      </p:tavLst>
                                    </p:anim>
                                  </p:childTnLst>
                                </p:cTn>
                              </p:par>
                              <p:par>
                                <p:cTn id="227" presetID="42" presetClass="entr" presetSubtype="0" fill="hold" grpId="0" nodeType="withEffect">
                                  <p:stCondLst>
                                    <p:cond delay="0"/>
                                  </p:stCondLst>
                                  <p:childTnLst>
                                    <p:set>
                                      <p:cBhvr>
                                        <p:cTn id="228" dur="1" fill="hold">
                                          <p:stCondLst>
                                            <p:cond delay="0"/>
                                          </p:stCondLst>
                                        </p:cTn>
                                        <p:tgtEl>
                                          <p:spTgt spid="55"/>
                                        </p:tgtEl>
                                        <p:attrNameLst>
                                          <p:attrName>style.visibility</p:attrName>
                                        </p:attrNameLst>
                                      </p:cBhvr>
                                      <p:to>
                                        <p:strVal val="visible"/>
                                      </p:to>
                                    </p:set>
                                    <p:animEffect transition="in" filter="fade">
                                      <p:cBhvr>
                                        <p:cTn id="229" dur="650"/>
                                        <p:tgtEl>
                                          <p:spTgt spid="55"/>
                                        </p:tgtEl>
                                      </p:cBhvr>
                                    </p:animEffect>
                                    <p:anim calcmode="lin" valueType="num">
                                      <p:cBhvr>
                                        <p:cTn id="230" dur="650" fill="hold"/>
                                        <p:tgtEl>
                                          <p:spTgt spid="55"/>
                                        </p:tgtEl>
                                        <p:attrNameLst>
                                          <p:attrName>ppt_x</p:attrName>
                                        </p:attrNameLst>
                                      </p:cBhvr>
                                      <p:tavLst>
                                        <p:tav tm="0">
                                          <p:val>
                                            <p:strVal val="#ppt_x"/>
                                          </p:val>
                                        </p:tav>
                                        <p:tav tm="100000">
                                          <p:val>
                                            <p:strVal val="#ppt_x"/>
                                          </p:val>
                                        </p:tav>
                                      </p:tavLst>
                                    </p:anim>
                                    <p:anim calcmode="lin" valueType="num">
                                      <p:cBhvr>
                                        <p:cTn id="231" dur="650" fill="hold"/>
                                        <p:tgtEl>
                                          <p:spTgt spid="55"/>
                                        </p:tgtEl>
                                        <p:attrNameLst>
                                          <p:attrName>ppt_y</p:attrName>
                                        </p:attrNameLst>
                                      </p:cBhvr>
                                      <p:tavLst>
                                        <p:tav tm="0">
                                          <p:val>
                                            <p:strVal val="#ppt_y+.1"/>
                                          </p:val>
                                        </p:tav>
                                        <p:tav tm="100000">
                                          <p:val>
                                            <p:strVal val="#ppt_y"/>
                                          </p:val>
                                        </p:tav>
                                      </p:tavLst>
                                    </p:anim>
                                  </p:childTnLst>
                                </p:cTn>
                              </p:par>
                              <p:par>
                                <p:cTn id="232" presetID="42" presetClass="entr" presetSubtype="0" fill="hold" grpId="0" nodeType="withEffect">
                                  <p:stCondLst>
                                    <p:cond delay="0"/>
                                  </p:stCondLst>
                                  <p:childTnLst>
                                    <p:set>
                                      <p:cBhvr>
                                        <p:cTn id="233" dur="1" fill="hold">
                                          <p:stCondLst>
                                            <p:cond delay="0"/>
                                          </p:stCondLst>
                                        </p:cTn>
                                        <p:tgtEl>
                                          <p:spTgt spid="56"/>
                                        </p:tgtEl>
                                        <p:attrNameLst>
                                          <p:attrName>style.visibility</p:attrName>
                                        </p:attrNameLst>
                                      </p:cBhvr>
                                      <p:to>
                                        <p:strVal val="visible"/>
                                      </p:to>
                                    </p:set>
                                    <p:animEffect transition="in" filter="fade">
                                      <p:cBhvr>
                                        <p:cTn id="234" dur="650"/>
                                        <p:tgtEl>
                                          <p:spTgt spid="56"/>
                                        </p:tgtEl>
                                      </p:cBhvr>
                                    </p:animEffect>
                                    <p:anim calcmode="lin" valueType="num">
                                      <p:cBhvr>
                                        <p:cTn id="235" dur="650" fill="hold"/>
                                        <p:tgtEl>
                                          <p:spTgt spid="56"/>
                                        </p:tgtEl>
                                        <p:attrNameLst>
                                          <p:attrName>ppt_x</p:attrName>
                                        </p:attrNameLst>
                                      </p:cBhvr>
                                      <p:tavLst>
                                        <p:tav tm="0">
                                          <p:val>
                                            <p:strVal val="#ppt_x"/>
                                          </p:val>
                                        </p:tav>
                                        <p:tav tm="100000">
                                          <p:val>
                                            <p:strVal val="#ppt_x"/>
                                          </p:val>
                                        </p:tav>
                                      </p:tavLst>
                                    </p:anim>
                                    <p:anim calcmode="lin" valueType="num">
                                      <p:cBhvr>
                                        <p:cTn id="236" dur="650" fill="hold"/>
                                        <p:tgtEl>
                                          <p:spTgt spid="56"/>
                                        </p:tgtEl>
                                        <p:attrNameLst>
                                          <p:attrName>ppt_y</p:attrName>
                                        </p:attrNameLst>
                                      </p:cBhvr>
                                      <p:tavLst>
                                        <p:tav tm="0">
                                          <p:val>
                                            <p:strVal val="#ppt_y+.1"/>
                                          </p:val>
                                        </p:tav>
                                        <p:tav tm="100000">
                                          <p:val>
                                            <p:strVal val="#ppt_y"/>
                                          </p:val>
                                        </p:tav>
                                      </p:tavLst>
                                    </p:anim>
                                  </p:childTnLst>
                                </p:cTn>
                              </p:par>
                              <p:par>
                                <p:cTn id="237" presetID="42" presetClass="entr" presetSubtype="0" fill="hold" grpId="0" nodeType="withEffect">
                                  <p:stCondLst>
                                    <p:cond delay="0"/>
                                  </p:stCondLst>
                                  <p:childTnLst>
                                    <p:set>
                                      <p:cBhvr>
                                        <p:cTn id="238" dur="1" fill="hold">
                                          <p:stCondLst>
                                            <p:cond delay="0"/>
                                          </p:stCondLst>
                                        </p:cTn>
                                        <p:tgtEl>
                                          <p:spTgt spid="57"/>
                                        </p:tgtEl>
                                        <p:attrNameLst>
                                          <p:attrName>style.visibility</p:attrName>
                                        </p:attrNameLst>
                                      </p:cBhvr>
                                      <p:to>
                                        <p:strVal val="visible"/>
                                      </p:to>
                                    </p:set>
                                    <p:animEffect transition="in" filter="fade">
                                      <p:cBhvr>
                                        <p:cTn id="239" dur="650"/>
                                        <p:tgtEl>
                                          <p:spTgt spid="57"/>
                                        </p:tgtEl>
                                      </p:cBhvr>
                                    </p:animEffect>
                                    <p:anim calcmode="lin" valueType="num">
                                      <p:cBhvr>
                                        <p:cTn id="240" dur="650" fill="hold"/>
                                        <p:tgtEl>
                                          <p:spTgt spid="57"/>
                                        </p:tgtEl>
                                        <p:attrNameLst>
                                          <p:attrName>ppt_x</p:attrName>
                                        </p:attrNameLst>
                                      </p:cBhvr>
                                      <p:tavLst>
                                        <p:tav tm="0">
                                          <p:val>
                                            <p:strVal val="#ppt_x"/>
                                          </p:val>
                                        </p:tav>
                                        <p:tav tm="100000">
                                          <p:val>
                                            <p:strVal val="#ppt_x"/>
                                          </p:val>
                                        </p:tav>
                                      </p:tavLst>
                                    </p:anim>
                                    <p:anim calcmode="lin" valueType="num">
                                      <p:cBhvr>
                                        <p:cTn id="241" dur="650" fill="hold"/>
                                        <p:tgtEl>
                                          <p:spTgt spid="57"/>
                                        </p:tgtEl>
                                        <p:attrNameLst>
                                          <p:attrName>ppt_y</p:attrName>
                                        </p:attrNameLst>
                                      </p:cBhvr>
                                      <p:tavLst>
                                        <p:tav tm="0">
                                          <p:val>
                                            <p:strVal val="#ppt_y+.1"/>
                                          </p:val>
                                        </p:tav>
                                        <p:tav tm="100000">
                                          <p:val>
                                            <p:strVal val="#ppt_y"/>
                                          </p:val>
                                        </p:tav>
                                      </p:tavLst>
                                    </p:anim>
                                  </p:childTnLst>
                                </p:cTn>
                              </p:par>
                              <p:par>
                                <p:cTn id="242" presetID="42" presetClass="entr" presetSubtype="0" fill="hold" grpId="0" nodeType="withEffect">
                                  <p:stCondLst>
                                    <p:cond delay="0"/>
                                  </p:stCondLst>
                                  <p:childTnLst>
                                    <p:set>
                                      <p:cBhvr>
                                        <p:cTn id="243" dur="1" fill="hold">
                                          <p:stCondLst>
                                            <p:cond delay="0"/>
                                          </p:stCondLst>
                                        </p:cTn>
                                        <p:tgtEl>
                                          <p:spTgt spid="67"/>
                                        </p:tgtEl>
                                        <p:attrNameLst>
                                          <p:attrName>style.visibility</p:attrName>
                                        </p:attrNameLst>
                                      </p:cBhvr>
                                      <p:to>
                                        <p:strVal val="visible"/>
                                      </p:to>
                                    </p:set>
                                    <p:animEffect transition="in" filter="fade">
                                      <p:cBhvr>
                                        <p:cTn id="244" dur="650"/>
                                        <p:tgtEl>
                                          <p:spTgt spid="67"/>
                                        </p:tgtEl>
                                      </p:cBhvr>
                                    </p:animEffect>
                                    <p:anim calcmode="lin" valueType="num">
                                      <p:cBhvr>
                                        <p:cTn id="245" dur="650" fill="hold"/>
                                        <p:tgtEl>
                                          <p:spTgt spid="67"/>
                                        </p:tgtEl>
                                        <p:attrNameLst>
                                          <p:attrName>ppt_x</p:attrName>
                                        </p:attrNameLst>
                                      </p:cBhvr>
                                      <p:tavLst>
                                        <p:tav tm="0">
                                          <p:val>
                                            <p:strVal val="#ppt_x"/>
                                          </p:val>
                                        </p:tav>
                                        <p:tav tm="100000">
                                          <p:val>
                                            <p:strVal val="#ppt_x"/>
                                          </p:val>
                                        </p:tav>
                                      </p:tavLst>
                                    </p:anim>
                                    <p:anim calcmode="lin" valueType="num">
                                      <p:cBhvr>
                                        <p:cTn id="246" dur="650" fill="hold"/>
                                        <p:tgtEl>
                                          <p:spTgt spid="67"/>
                                        </p:tgtEl>
                                        <p:attrNameLst>
                                          <p:attrName>ppt_y</p:attrName>
                                        </p:attrNameLst>
                                      </p:cBhvr>
                                      <p:tavLst>
                                        <p:tav tm="0">
                                          <p:val>
                                            <p:strVal val="#ppt_y+.1"/>
                                          </p:val>
                                        </p:tav>
                                        <p:tav tm="100000">
                                          <p:val>
                                            <p:strVal val="#ppt_y"/>
                                          </p:val>
                                        </p:tav>
                                      </p:tavLst>
                                    </p:anim>
                                  </p:childTnLst>
                                </p:cTn>
                              </p:par>
                              <p:par>
                                <p:cTn id="247" presetID="42" presetClass="entr" presetSubtype="0" fill="hold" grpId="0" nodeType="withEffect">
                                  <p:stCondLst>
                                    <p:cond delay="0"/>
                                  </p:stCondLst>
                                  <p:childTnLst>
                                    <p:set>
                                      <p:cBhvr>
                                        <p:cTn id="248" dur="1" fill="hold">
                                          <p:stCondLst>
                                            <p:cond delay="0"/>
                                          </p:stCondLst>
                                        </p:cTn>
                                        <p:tgtEl>
                                          <p:spTgt spid="68"/>
                                        </p:tgtEl>
                                        <p:attrNameLst>
                                          <p:attrName>style.visibility</p:attrName>
                                        </p:attrNameLst>
                                      </p:cBhvr>
                                      <p:to>
                                        <p:strVal val="visible"/>
                                      </p:to>
                                    </p:set>
                                    <p:animEffect transition="in" filter="fade">
                                      <p:cBhvr>
                                        <p:cTn id="249" dur="650"/>
                                        <p:tgtEl>
                                          <p:spTgt spid="68"/>
                                        </p:tgtEl>
                                      </p:cBhvr>
                                    </p:animEffect>
                                    <p:anim calcmode="lin" valueType="num">
                                      <p:cBhvr>
                                        <p:cTn id="250" dur="650" fill="hold"/>
                                        <p:tgtEl>
                                          <p:spTgt spid="68"/>
                                        </p:tgtEl>
                                        <p:attrNameLst>
                                          <p:attrName>ppt_x</p:attrName>
                                        </p:attrNameLst>
                                      </p:cBhvr>
                                      <p:tavLst>
                                        <p:tav tm="0">
                                          <p:val>
                                            <p:strVal val="#ppt_x"/>
                                          </p:val>
                                        </p:tav>
                                        <p:tav tm="100000">
                                          <p:val>
                                            <p:strVal val="#ppt_x"/>
                                          </p:val>
                                        </p:tav>
                                      </p:tavLst>
                                    </p:anim>
                                    <p:anim calcmode="lin" valueType="num">
                                      <p:cBhvr>
                                        <p:cTn id="251" dur="650" fill="hold"/>
                                        <p:tgtEl>
                                          <p:spTgt spid="68"/>
                                        </p:tgtEl>
                                        <p:attrNameLst>
                                          <p:attrName>ppt_y</p:attrName>
                                        </p:attrNameLst>
                                      </p:cBhvr>
                                      <p:tavLst>
                                        <p:tav tm="0">
                                          <p:val>
                                            <p:strVal val="#ppt_y+.1"/>
                                          </p:val>
                                        </p:tav>
                                        <p:tav tm="100000">
                                          <p:val>
                                            <p:strVal val="#ppt_y"/>
                                          </p:val>
                                        </p:tav>
                                      </p:tavLst>
                                    </p:anim>
                                  </p:childTnLst>
                                </p:cTn>
                              </p:par>
                              <p:par>
                                <p:cTn id="252" presetID="42" presetClass="entr" presetSubtype="0" fill="hold" grpId="0" nodeType="withEffect">
                                  <p:stCondLst>
                                    <p:cond delay="0"/>
                                  </p:stCondLst>
                                  <p:childTnLst>
                                    <p:set>
                                      <p:cBhvr>
                                        <p:cTn id="253" dur="1" fill="hold">
                                          <p:stCondLst>
                                            <p:cond delay="0"/>
                                          </p:stCondLst>
                                        </p:cTn>
                                        <p:tgtEl>
                                          <p:spTgt spid="69"/>
                                        </p:tgtEl>
                                        <p:attrNameLst>
                                          <p:attrName>style.visibility</p:attrName>
                                        </p:attrNameLst>
                                      </p:cBhvr>
                                      <p:to>
                                        <p:strVal val="visible"/>
                                      </p:to>
                                    </p:set>
                                    <p:animEffect transition="in" filter="fade">
                                      <p:cBhvr>
                                        <p:cTn id="254" dur="650"/>
                                        <p:tgtEl>
                                          <p:spTgt spid="69"/>
                                        </p:tgtEl>
                                      </p:cBhvr>
                                    </p:animEffect>
                                    <p:anim calcmode="lin" valueType="num">
                                      <p:cBhvr>
                                        <p:cTn id="255" dur="650" fill="hold"/>
                                        <p:tgtEl>
                                          <p:spTgt spid="69"/>
                                        </p:tgtEl>
                                        <p:attrNameLst>
                                          <p:attrName>ppt_x</p:attrName>
                                        </p:attrNameLst>
                                      </p:cBhvr>
                                      <p:tavLst>
                                        <p:tav tm="0">
                                          <p:val>
                                            <p:strVal val="#ppt_x"/>
                                          </p:val>
                                        </p:tav>
                                        <p:tav tm="100000">
                                          <p:val>
                                            <p:strVal val="#ppt_x"/>
                                          </p:val>
                                        </p:tav>
                                      </p:tavLst>
                                    </p:anim>
                                    <p:anim calcmode="lin" valueType="num">
                                      <p:cBhvr>
                                        <p:cTn id="256" dur="650" fill="hold"/>
                                        <p:tgtEl>
                                          <p:spTgt spid="69"/>
                                        </p:tgtEl>
                                        <p:attrNameLst>
                                          <p:attrName>ppt_y</p:attrName>
                                        </p:attrNameLst>
                                      </p:cBhvr>
                                      <p:tavLst>
                                        <p:tav tm="0">
                                          <p:val>
                                            <p:strVal val="#ppt_y+.1"/>
                                          </p:val>
                                        </p:tav>
                                        <p:tav tm="100000">
                                          <p:val>
                                            <p:strVal val="#ppt_y"/>
                                          </p:val>
                                        </p:tav>
                                      </p:tavLst>
                                    </p:anim>
                                  </p:childTnLst>
                                </p:cTn>
                              </p:par>
                              <p:par>
                                <p:cTn id="257" presetID="42" presetClass="entr" presetSubtype="0" fill="hold" grpId="0" nodeType="withEffect">
                                  <p:stCondLst>
                                    <p:cond delay="0"/>
                                  </p:stCondLst>
                                  <p:childTnLst>
                                    <p:set>
                                      <p:cBhvr>
                                        <p:cTn id="258" dur="1" fill="hold">
                                          <p:stCondLst>
                                            <p:cond delay="0"/>
                                          </p:stCondLst>
                                        </p:cTn>
                                        <p:tgtEl>
                                          <p:spTgt spid="70"/>
                                        </p:tgtEl>
                                        <p:attrNameLst>
                                          <p:attrName>style.visibility</p:attrName>
                                        </p:attrNameLst>
                                      </p:cBhvr>
                                      <p:to>
                                        <p:strVal val="visible"/>
                                      </p:to>
                                    </p:set>
                                    <p:animEffect transition="in" filter="fade">
                                      <p:cBhvr>
                                        <p:cTn id="259" dur="650"/>
                                        <p:tgtEl>
                                          <p:spTgt spid="70"/>
                                        </p:tgtEl>
                                      </p:cBhvr>
                                    </p:animEffect>
                                    <p:anim calcmode="lin" valueType="num">
                                      <p:cBhvr>
                                        <p:cTn id="260" dur="650" fill="hold"/>
                                        <p:tgtEl>
                                          <p:spTgt spid="70"/>
                                        </p:tgtEl>
                                        <p:attrNameLst>
                                          <p:attrName>ppt_x</p:attrName>
                                        </p:attrNameLst>
                                      </p:cBhvr>
                                      <p:tavLst>
                                        <p:tav tm="0">
                                          <p:val>
                                            <p:strVal val="#ppt_x"/>
                                          </p:val>
                                        </p:tav>
                                        <p:tav tm="100000">
                                          <p:val>
                                            <p:strVal val="#ppt_x"/>
                                          </p:val>
                                        </p:tav>
                                      </p:tavLst>
                                    </p:anim>
                                    <p:anim calcmode="lin" valueType="num">
                                      <p:cBhvr>
                                        <p:cTn id="261" dur="650" fill="hold"/>
                                        <p:tgtEl>
                                          <p:spTgt spid="70"/>
                                        </p:tgtEl>
                                        <p:attrNameLst>
                                          <p:attrName>ppt_y</p:attrName>
                                        </p:attrNameLst>
                                      </p:cBhvr>
                                      <p:tavLst>
                                        <p:tav tm="0">
                                          <p:val>
                                            <p:strVal val="#ppt_y+.1"/>
                                          </p:val>
                                        </p:tav>
                                        <p:tav tm="100000">
                                          <p:val>
                                            <p:strVal val="#ppt_y"/>
                                          </p:val>
                                        </p:tav>
                                      </p:tavLst>
                                    </p:anim>
                                  </p:childTnLst>
                                </p:cTn>
                              </p:par>
                              <p:par>
                                <p:cTn id="262" presetID="42" presetClass="entr" presetSubtype="0" fill="hold" grpId="0" nodeType="withEffect">
                                  <p:stCondLst>
                                    <p:cond delay="0"/>
                                  </p:stCondLst>
                                  <p:childTnLst>
                                    <p:set>
                                      <p:cBhvr>
                                        <p:cTn id="263" dur="1" fill="hold">
                                          <p:stCondLst>
                                            <p:cond delay="0"/>
                                          </p:stCondLst>
                                        </p:cTn>
                                        <p:tgtEl>
                                          <p:spTgt spid="71"/>
                                        </p:tgtEl>
                                        <p:attrNameLst>
                                          <p:attrName>style.visibility</p:attrName>
                                        </p:attrNameLst>
                                      </p:cBhvr>
                                      <p:to>
                                        <p:strVal val="visible"/>
                                      </p:to>
                                    </p:set>
                                    <p:animEffect transition="in" filter="fade">
                                      <p:cBhvr>
                                        <p:cTn id="264" dur="650"/>
                                        <p:tgtEl>
                                          <p:spTgt spid="71"/>
                                        </p:tgtEl>
                                      </p:cBhvr>
                                    </p:animEffect>
                                    <p:anim calcmode="lin" valueType="num">
                                      <p:cBhvr>
                                        <p:cTn id="265" dur="650" fill="hold"/>
                                        <p:tgtEl>
                                          <p:spTgt spid="71"/>
                                        </p:tgtEl>
                                        <p:attrNameLst>
                                          <p:attrName>ppt_x</p:attrName>
                                        </p:attrNameLst>
                                      </p:cBhvr>
                                      <p:tavLst>
                                        <p:tav tm="0">
                                          <p:val>
                                            <p:strVal val="#ppt_x"/>
                                          </p:val>
                                        </p:tav>
                                        <p:tav tm="100000">
                                          <p:val>
                                            <p:strVal val="#ppt_x"/>
                                          </p:val>
                                        </p:tav>
                                      </p:tavLst>
                                    </p:anim>
                                    <p:anim calcmode="lin" valueType="num">
                                      <p:cBhvr>
                                        <p:cTn id="266" dur="650" fill="hold"/>
                                        <p:tgtEl>
                                          <p:spTgt spid="71"/>
                                        </p:tgtEl>
                                        <p:attrNameLst>
                                          <p:attrName>ppt_y</p:attrName>
                                        </p:attrNameLst>
                                      </p:cBhvr>
                                      <p:tavLst>
                                        <p:tav tm="0">
                                          <p:val>
                                            <p:strVal val="#ppt_y+.1"/>
                                          </p:val>
                                        </p:tav>
                                        <p:tav tm="100000">
                                          <p:val>
                                            <p:strVal val="#ppt_y"/>
                                          </p:val>
                                        </p:tav>
                                      </p:tavLst>
                                    </p:anim>
                                  </p:childTnLst>
                                </p:cTn>
                              </p:par>
                              <p:par>
                                <p:cTn id="267" presetID="22" presetClass="entr" presetSubtype="8" fill="hold" grpId="0" nodeType="withEffect">
                                  <p:stCondLst>
                                    <p:cond delay="120"/>
                                  </p:stCondLst>
                                  <p:childTnLst>
                                    <p:set>
                                      <p:cBhvr>
                                        <p:cTn id="268" dur="1" fill="hold">
                                          <p:stCondLst>
                                            <p:cond delay="0"/>
                                          </p:stCondLst>
                                        </p:cTn>
                                        <p:tgtEl>
                                          <p:spTgt spid="58"/>
                                        </p:tgtEl>
                                        <p:attrNameLst>
                                          <p:attrName>style.visibility</p:attrName>
                                        </p:attrNameLst>
                                      </p:cBhvr>
                                      <p:to>
                                        <p:strVal val="visible"/>
                                      </p:to>
                                    </p:set>
                                    <p:animEffect transition="in" filter="wipe(left)">
                                      <p:cBhvr>
                                        <p:cTn id="269" dur="500"/>
                                        <p:tgtEl>
                                          <p:spTgt spid="58"/>
                                        </p:tgtEl>
                                      </p:cBhvr>
                                    </p:animEffect>
                                  </p:childTnLst>
                                </p:cTn>
                              </p:par>
                              <p:par>
                                <p:cTn id="270" presetID="22" presetClass="entr" presetSubtype="8" fill="hold" grpId="0" nodeType="withEffect">
                                  <p:stCondLst>
                                    <p:cond delay="120"/>
                                  </p:stCondLst>
                                  <p:childTnLst>
                                    <p:set>
                                      <p:cBhvr>
                                        <p:cTn id="271" dur="1" fill="hold">
                                          <p:stCondLst>
                                            <p:cond delay="0"/>
                                          </p:stCondLst>
                                        </p:cTn>
                                        <p:tgtEl>
                                          <p:spTgt spid="59"/>
                                        </p:tgtEl>
                                        <p:attrNameLst>
                                          <p:attrName>style.visibility</p:attrName>
                                        </p:attrNameLst>
                                      </p:cBhvr>
                                      <p:to>
                                        <p:strVal val="visible"/>
                                      </p:to>
                                    </p:set>
                                    <p:animEffect transition="in" filter="wipe(left)">
                                      <p:cBhvr>
                                        <p:cTn id="272" dur="500"/>
                                        <p:tgtEl>
                                          <p:spTgt spid="59"/>
                                        </p:tgtEl>
                                      </p:cBhvr>
                                    </p:animEffect>
                                  </p:childTnLst>
                                </p:cTn>
                              </p:par>
                              <p:par>
                                <p:cTn id="273" presetID="22" presetClass="entr" presetSubtype="8" fill="hold" grpId="0" nodeType="withEffect">
                                  <p:stCondLst>
                                    <p:cond delay="120"/>
                                  </p:stCondLst>
                                  <p:childTnLst>
                                    <p:set>
                                      <p:cBhvr>
                                        <p:cTn id="274" dur="1" fill="hold">
                                          <p:stCondLst>
                                            <p:cond delay="0"/>
                                          </p:stCondLst>
                                        </p:cTn>
                                        <p:tgtEl>
                                          <p:spTgt spid="60"/>
                                        </p:tgtEl>
                                        <p:attrNameLst>
                                          <p:attrName>style.visibility</p:attrName>
                                        </p:attrNameLst>
                                      </p:cBhvr>
                                      <p:to>
                                        <p:strVal val="visible"/>
                                      </p:to>
                                    </p:set>
                                    <p:animEffect transition="in" filter="wipe(left)">
                                      <p:cBhvr>
                                        <p:cTn id="275" dur="500"/>
                                        <p:tgtEl>
                                          <p:spTgt spid="60"/>
                                        </p:tgtEl>
                                      </p:cBhvr>
                                    </p:animEffect>
                                  </p:childTnLst>
                                </p:cTn>
                              </p:par>
                              <p:par>
                                <p:cTn id="276" presetID="22" presetClass="entr" presetSubtype="8" fill="hold" grpId="0" nodeType="withEffect">
                                  <p:stCondLst>
                                    <p:cond delay="120"/>
                                  </p:stCondLst>
                                  <p:childTnLst>
                                    <p:set>
                                      <p:cBhvr>
                                        <p:cTn id="277" dur="1" fill="hold">
                                          <p:stCondLst>
                                            <p:cond delay="0"/>
                                          </p:stCondLst>
                                        </p:cTn>
                                        <p:tgtEl>
                                          <p:spTgt spid="61"/>
                                        </p:tgtEl>
                                        <p:attrNameLst>
                                          <p:attrName>style.visibility</p:attrName>
                                        </p:attrNameLst>
                                      </p:cBhvr>
                                      <p:to>
                                        <p:strVal val="visible"/>
                                      </p:to>
                                    </p:set>
                                    <p:animEffect transition="in" filter="wipe(left)">
                                      <p:cBhvr>
                                        <p:cTn id="278"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4" grpId="0" animBg="1"/>
      <p:bldP spid="15" grpId="0"/>
      <p:bldP spid="16" grpId="0"/>
      <p:bldP spid="17" grpId="0" animBg="1"/>
      <p:bldP spid="18" grpId="0"/>
      <p:bldP spid="19" grpId="0"/>
      <p:bldP spid="20" grpId="0" animBg="1"/>
      <p:bldP spid="21" grpId="0"/>
      <p:bldP spid="22" grpId="0"/>
      <p:bldP spid="23" grpId="0"/>
      <p:bldP spid="24" grpId="0" animBg="1"/>
      <p:bldP spid="25" grpId="0"/>
      <p:bldP spid="26" grpId="0"/>
      <p:bldP spid="27" grpId="0"/>
      <p:bldP spid="28" grpId="0" animBg="1"/>
      <p:bldP spid="29" grpId="0" animBg="1"/>
      <p:bldP spid="30" grpId="0"/>
      <p:bldP spid="31" grpId="0"/>
      <p:bldP spid="32" grpId="0"/>
      <p:bldP spid="33" grpId="0"/>
      <p:bldP spid="34" grpId="0" animBg="1"/>
      <p:bldP spid="35" grpId="0" animBg="1"/>
      <p:bldP spid="36" grpId="0"/>
      <p:bldP spid="37" grpId="0"/>
      <p:bldP spid="38" grpId="0"/>
      <p:bldP spid="39" grpId="0"/>
      <p:bldP spid="40" grpId="0" animBg="1"/>
      <p:bldP spid="41" grpId="0" animBg="1"/>
      <p:bldP spid="42" grpId="0"/>
      <p:bldP spid="43" grpId="0"/>
      <p:bldP spid="44" grpId="0"/>
      <p:bldP spid="45" grpId="0"/>
      <p:bldP spid="46" grpId="0" animBg="1"/>
      <p:bldP spid="47" grpId="0" animBg="1"/>
      <p:bldP spid="48" grpId="0"/>
      <p:bldP spid="49" grpId="0"/>
      <p:bldP spid="50" grpId="0"/>
      <p:bldP spid="51" grpId="0"/>
      <p:bldP spid="52" grpId="0" animBg="1"/>
      <p:bldP spid="53" grpId="0"/>
      <p:bldP spid="54" grpId="0"/>
      <p:bldP spid="55" grpId="0"/>
      <p:bldP spid="56" grpId="0" animBg="1"/>
      <p:bldP spid="57" grpId="0"/>
      <p:bldP spid="58" grpId="0" animBg="1"/>
      <p:bldP spid="59" grpId="0" animBg="1"/>
      <p:bldP spid="60" grpId="0"/>
      <p:bldP spid="61" grpId="0"/>
      <p:bldP spid="67" grpId="0"/>
      <p:bldP spid="68" grpId="0"/>
      <p:bldP spid="69" grpId="0"/>
      <p:bldP spid="70" grpId="0"/>
      <p:bldP spid="71" grpId="0"/>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sep-cap1:efddc9a3bf"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sep-cap1:6e0f424237"/>
          <p:cNvSpPr/>
          <p:nvPr/>
        </p:nvSpPr>
        <p:spPr>
          <a:xfrm>
            <a:off x="955675" y="1133475"/>
            <a:ext cx="2078418" cy="336550"/>
          </a:xfrm>
          <a:prstGeom prst="roundRect">
            <a:avLst>
              <a:gd name="adj" fmla="val 50000"/>
            </a:avLst>
          </a:prstGeom>
          <a:solidFill>
            <a:srgbClr val="FDF1E2"/>
          </a:solidFill>
          <a:ln w="6350">
            <a:solidFill>
              <a:srgbClr val="C7D2E8">
                <a:alpha val="1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p-cap1:8bd33ecedd"/>
          <p:cNvSpPr txBox="1"/>
          <p:nvPr/>
        </p:nvSpPr>
        <p:spPr>
          <a:xfrm>
            <a:off x="1085850" y="1206261"/>
            <a:ext cx="1868868" cy="201549"/>
          </a:xfrm>
          <a:prstGeom prst="rect">
            <a:avLst/>
          </a:prstGeom>
          <a:noFill/>
        </p:spPr>
        <p:txBody>
          <a:bodyPr wrap="square" lIns="0" rIns="0" tIns="0" bIns="0" anchor="t"/>
          <a:lstStyle/>
          <a:p>
            <a:pPr algn="l">
              <a:lnSpc>
                <a:spcPts val="1587"/>
              </a:lnSpc>
              <a:spcBef>
                <a:spcPts val="0"/>
              </a:spcBef>
              <a:spcAft>
                <a:spcPts val="0"/>
              </a:spcAft>
            </a:pPr>
            <a:r>
              <a:rPr sz="1300" b="1" i="0" cap="all" spc="78">
                <a:solidFill>
                  <a:srgbClr val="C9620F"/>
                </a:solidFill>
                <a:latin typeface="Calibri"/>
              </a:rPr>
              <a:t>Objetivo específico 1</a:t>
            </a:r>
          </a:p>
        </p:txBody>
      </p:sp>
      <p:sp>
        <p:nvSpPr>
          <p:cNvPr id="5" name="!!sep-cap1:fe2da531fc"/>
          <p:cNvSpPr txBox="1"/>
          <p:nvPr/>
        </p:nvSpPr>
        <p:spPr>
          <a:xfrm>
            <a:off x="3151568" y="1184247"/>
            <a:ext cx="1191133"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FFFFFF"/>
                </a:solidFill>
                <a:latin typeface="Calibri"/>
              </a:rPr>
              <a:t>Fundamentar</a:t>
            </a:r>
          </a:p>
        </p:txBody>
      </p:sp>
      <p:sp>
        <p:nvSpPr>
          <p:cNvPr id="6" name="!!sep-cap1:443843ca5c"/>
          <p:cNvSpPr txBox="1"/>
          <p:nvPr/>
        </p:nvSpPr>
        <p:spPr>
          <a:xfrm>
            <a:off x="952500" y="2274126"/>
            <a:ext cx="2209800" cy="1333500"/>
          </a:xfrm>
          <a:prstGeom prst="rect">
            <a:avLst/>
          </a:prstGeom>
          <a:noFill/>
        </p:spPr>
        <p:txBody>
          <a:bodyPr wrap="square" lIns="0" rIns="0" tIns="0" bIns="0" anchor="t"/>
          <a:lstStyle/>
          <a:p>
            <a:pPr algn="l">
              <a:lnSpc>
                <a:spcPts val="10500"/>
              </a:lnSpc>
              <a:spcBef>
                <a:spcPts val="0"/>
              </a:spcBef>
              <a:spcAft>
                <a:spcPts val="0"/>
              </a:spcAft>
            </a:pPr>
            <a:r>
              <a:rPr sz="10500" b="1" i="0">
                <a:solidFill>
                  <a:srgbClr val="E8741A"/>
                </a:solidFill>
                <a:latin typeface="Calibri"/>
              </a:rPr>
              <a:t>1</a:t>
            </a:r>
          </a:p>
        </p:txBody>
      </p:sp>
      <p:sp>
        <p:nvSpPr>
          <p:cNvPr id="7" name="!!sep-cap1:7bd63b59e0"/>
          <p:cNvSpPr/>
          <p:nvPr/>
        </p:nvSpPr>
        <p:spPr>
          <a:xfrm>
            <a:off x="3111500" y="1905000"/>
            <a:ext cx="8128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p-cap1:7bd63b59e0·2"/>
          <p:cNvSpPr/>
          <p:nvPr/>
        </p:nvSpPr>
        <p:spPr>
          <a:xfrm>
            <a:off x="3111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p-cap1:079dd0a777"/>
          <p:cNvSpPr txBox="1"/>
          <p:nvPr/>
        </p:nvSpPr>
        <p:spPr>
          <a:xfrm>
            <a:off x="3505200" y="2020722"/>
            <a:ext cx="788898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Fundamentación teórica</a:t>
            </a:r>
          </a:p>
        </p:txBody>
      </p:sp>
      <p:sp>
        <p:nvSpPr>
          <p:cNvPr id="10" name="!!sep-cap1:7fcb171fca"/>
          <p:cNvSpPr/>
          <p:nvPr/>
        </p:nvSpPr>
        <p:spPr>
          <a:xfrm>
            <a:off x="3111500" y="2567876"/>
            <a:ext cx="8128000" cy="11821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p-cap1:7fcb171fca·2"/>
          <p:cNvSpPr/>
          <p:nvPr/>
        </p:nvSpPr>
        <p:spPr>
          <a:xfrm>
            <a:off x="3111500" y="2567876"/>
            <a:ext cx="38100" cy="11821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p-cap1:3844d939a7"/>
          <p:cNvSpPr txBox="1"/>
          <p:nvPr/>
        </p:nvSpPr>
        <p:spPr>
          <a:xfrm>
            <a:off x="3505200" y="2731668"/>
            <a:ext cx="7888986" cy="94107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Fundamentar teóricamente el MEF en elasticidad plana con elementos Q4 y</a:t>
            </a:r>
            <a:br/>
            <a:r>
              <a:rPr sz="1900" b="0" i="0">
                <a:solidFill>
                  <a:srgbClr val="C7D2E8"/>
                </a:solidFill>
                <a:latin typeface="Calibri"/>
              </a:rPr>
              <a:t>Q9, y el estado del arte del software para su enseñanza, para fijar los</a:t>
            </a:r>
            <a:br/>
            <a:r>
              <a:rPr sz="1900" b="0" i="0">
                <a:solidFill>
                  <a:srgbClr val="C7D2E8"/>
                </a:solidFill>
                <a:latin typeface="Calibri"/>
              </a:rPr>
              <a:t>requisitos de la herramienta.</a:t>
            </a:r>
          </a:p>
        </p:txBody>
      </p:sp>
      <p:sp>
        <p:nvSpPr>
          <p:cNvPr id="13" name="!!sep-cap1:779f1f1e8a"/>
          <p:cNvSpPr/>
          <p:nvPr/>
        </p:nvSpPr>
        <p:spPr>
          <a:xfrm>
            <a:off x="955675" y="5842698"/>
            <a:ext cx="1959546"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ep-cap1:f3c70871d9"/>
          <p:cNvSpPr txBox="1"/>
          <p:nvPr/>
        </p:nvSpPr>
        <p:spPr>
          <a:xfrm>
            <a:off x="100965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Introducción</a:t>
            </a:r>
          </a:p>
        </p:txBody>
      </p:sp>
      <p:sp>
        <p:nvSpPr>
          <p:cNvPr id="15" name="!!sep-cap1:e7434925a7"/>
          <p:cNvSpPr/>
          <p:nvPr/>
        </p:nvSpPr>
        <p:spPr>
          <a:xfrm>
            <a:off x="3032696" y="5839524"/>
            <a:ext cx="1966024" cy="408876"/>
          </a:xfrm>
          <a:prstGeom prst="roundRect">
            <a:avLst>
              <a:gd name="adj" fmla="val 1553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p-cap1:a3c3714b54"/>
          <p:cNvSpPr txBox="1"/>
          <p:nvPr/>
        </p:nvSpPr>
        <p:spPr>
          <a:xfrm>
            <a:off x="3089846"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Cap. 1 · Fundamentar</a:t>
            </a:r>
          </a:p>
        </p:txBody>
      </p:sp>
      <p:sp>
        <p:nvSpPr>
          <p:cNvPr id="17" name="!!sep-cap1:8d058d82d4"/>
          <p:cNvSpPr/>
          <p:nvPr/>
        </p:nvSpPr>
        <p:spPr>
          <a:xfrm>
            <a:off x="5116195" y="5842698"/>
            <a:ext cx="1959546" cy="402526"/>
          </a:xfrm>
          <a:prstGeom prst="roundRect">
            <a:avLst>
              <a:gd name="adj" fmla="val 14986"/>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p-cap1:a0696a3316"/>
          <p:cNvSpPr txBox="1"/>
          <p:nvPr/>
        </p:nvSpPr>
        <p:spPr>
          <a:xfrm>
            <a:off x="517017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C7D2E8"/>
                </a:solidFill>
                <a:latin typeface="Calibri"/>
              </a:rPr>
              <a:t>Cap. 2 · Desarrollar</a:t>
            </a:r>
          </a:p>
        </p:txBody>
      </p:sp>
      <p:sp>
        <p:nvSpPr>
          <p:cNvPr id="19" name="!!sep-cap1:8cc1a3bc3d"/>
          <p:cNvSpPr/>
          <p:nvPr/>
        </p:nvSpPr>
        <p:spPr>
          <a:xfrm>
            <a:off x="7196455" y="5842698"/>
            <a:ext cx="1959674" cy="402526"/>
          </a:xfrm>
          <a:prstGeom prst="roundRect">
            <a:avLst>
              <a:gd name="adj" fmla="val 14986"/>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ep-cap1:ccc2ac7902"/>
          <p:cNvSpPr txBox="1"/>
          <p:nvPr/>
        </p:nvSpPr>
        <p:spPr>
          <a:xfrm>
            <a:off x="7250430"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C7D2E8"/>
                </a:solidFill>
                <a:latin typeface="Calibri"/>
              </a:rPr>
              <a:t>Cap. 3 · Verificar y validar</a:t>
            </a:r>
          </a:p>
        </p:txBody>
      </p:sp>
      <p:sp>
        <p:nvSpPr>
          <p:cNvPr id="21" name="!!sep-cap1:95feae76eb"/>
          <p:cNvSpPr/>
          <p:nvPr/>
        </p:nvSpPr>
        <p:spPr>
          <a:xfrm>
            <a:off x="9276778" y="5842698"/>
            <a:ext cx="1959546" cy="402526"/>
          </a:xfrm>
          <a:prstGeom prst="roundRect">
            <a:avLst>
              <a:gd name="adj" fmla="val 14986"/>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p-cap1:b5b3e1de0b"/>
          <p:cNvSpPr txBox="1"/>
          <p:nvPr/>
        </p:nvSpPr>
        <p:spPr>
          <a:xfrm>
            <a:off x="9330754"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C7D2E8"/>
                </a:solidFill>
                <a:latin typeface="Calibri"/>
              </a:rPr>
              <a:t>Conclusiones</a:t>
            </a:r>
          </a:p>
        </p:txBody>
      </p:sp>
      <p:sp>
        <p:nvSpPr>
          <p:cNvPr id="23" name="!!sep-cap1:4f0cd56693">
            <a:hlinkClick action="ppaction://hlinksldjump" r:id="rId3"/>
          </p:cNvPr>
          <p:cNvSpPr/>
          <p:nvPr/>
        </p:nvSpPr>
        <p:spPr>
          <a:xfrm>
            <a:off x="95250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p-cap1:526d9341d3">
            <a:hlinkClick action="ppaction://hlinksldjump" r:id="rId4"/>
          </p:cNvPr>
          <p:cNvSpPr/>
          <p:nvPr/>
        </p:nvSpPr>
        <p:spPr>
          <a:xfrm>
            <a:off x="3032696"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p-cap1:475e8a91c2">
            <a:hlinkClick action="ppaction://hlinksldjump" r:id="rId5"/>
          </p:cNvPr>
          <p:cNvSpPr/>
          <p:nvPr/>
        </p:nvSpPr>
        <p:spPr>
          <a:xfrm>
            <a:off x="511302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p-cap1:1b3d633db1">
            <a:hlinkClick action="ppaction://hlinksldjump" r:id="rId6"/>
          </p:cNvPr>
          <p:cNvSpPr/>
          <p:nvPr/>
        </p:nvSpPr>
        <p:spPr>
          <a:xfrm>
            <a:off x="7193280"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ep-cap1:1d842a210c">
            <a:hlinkClick action="ppaction://hlinksldjump" r:id="rId7"/>
          </p:cNvPr>
          <p:cNvSpPr/>
          <p:nvPr/>
        </p:nvSpPr>
        <p:spPr>
          <a:xfrm>
            <a:off x="9273604"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290">
                                          <p:stCondLst>
                                            <p:cond delay="0"/>
                                          </p:stCondLst>
                                        </p:cTn>
                                        <p:tgtEl>
                                          <p:spTgt spid="3"/>
                                        </p:tgtEl>
                                      </p:cBhvr>
                                    </p:animEffect>
                                    <p:anim calcmode="lin" valueType="num">
                                      <p:cBhvr>
                                        <p:cTn id="8" dur="911"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3"/>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3"/>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3"/>
                                        </p:tgtEl>
                                        <p:attrNameLst>
                                          <p:attrName>ppt_y</p:attrName>
                                        </p:attrNameLst>
                                      </p:cBhvr>
                                      <p:tavLst>
                                        <p:tav tm="0" fmla="#ppt_y-sin(pi*$)/81">
                                          <p:val>
                                            <p:fltVal val="0"/>
                                          </p:val>
                                        </p:tav>
                                        <p:tav tm="100000">
                                          <p:val>
                                            <p:fltVal val="1"/>
                                          </p:val>
                                        </p:tav>
                                      </p:tavLst>
                                    </p:anim>
                                    <p:animScale>
                                      <p:cBhvr>
                                        <p:cTn id="13" dur="13">
                                          <p:stCondLst>
                                            <p:cond delay="325"/>
                                          </p:stCondLst>
                                        </p:cTn>
                                        <p:tgtEl>
                                          <p:spTgt spid="3"/>
                                        </p:tgtEl>
                                      </p:cBhvr>
                                      <p:to x="100000" y="60000"/>
                                    </p:animScale>
                                    <p:animScale>
                                      <p:cBhvr>
                                        <p:cTn id="14" dur="83" decel="50000">
                                          <p:stCondLst>
                                            <p:cond delay="338"/>
                                          </p:stCondLst>
                                        </p:cTn>
                                        <p:tgtEl>
                                          <p:spTgt spid="3"/>
                                        </p:tgtEl>
                                      </p:cBhvr>
                                      <p:to x="100000" y="100000"/>
                                    </p:animScale>
                                    <p:animScale>
                                      <p:cBhvr>
                                        <p:cTn id="15" dur="13">
                                          <p:stCondLst>
                                            <p:cond delay="656"/>
                                          </p:stCondLst>
                                        </p:cTn>
                                        <p:tgtEl>
                                          <p:spTgt spid="3"/>
                                        </p:tgtEl>
                                      </p:cBhvr>
                                      <p:to x="100000" y="80000"/>
                                    </p:animScale>
                                    <p:animScale>
                                      <p:cBhvr>
                                        <p:cTn id="16" dur="83" decel="50000">
                                          <p:stCondLst>
                                            <p:cond delay="669"/>
                                          </p:stCondLst>
                                        </p:cTn>
                                        <p:tgtEl>
                                          <p:spTgt spid="3"/>
                                        </p:tgtEl>
                                      </p:cBhvr>
                                      <p:to x="100000" y="100000"/>
                                    </p:animScale>
                                    <p:animScale>
                                      <p:cBhvr>
                                        <p:cTn id="17" dur="13">
                                          <p:stCondLst>
                                            <p:cond delay="821"/>
                                          </p:stCondLst>
                                        </p:cTn>
                                        <p:tgtEl>
                                          <p:spTgt spid="3"/>
                                        </p:tgtEl>
                                      </p:cBhvr>
                                      <p:to x="100000" y="90000"/>
                                    </p:animScale>
                                    <p:animScale>
                                      <p:cBhvr>
                                        <p:cTn id="18" dur="83" decel="50000">
                                          <p:stCondLst>
                                            <p:cond delay="834"/>
                                          </p:stCondLst>
                                        </p:cTn>
                                        <p:tgtEl>
                                          <p:spTgt spid="3"/>
                                        </p:tgtEl>
                                      </p:cBhvr>
                                      <p:to x="100000" y="100000"/>
                                    </p:animScale>
                                    <p:animScale>
                                      <p:cBhvr>
                                        <p:cTn id="19" dur="13">
                                          <p:stCondLst>
                                            <p:cond delay="904"/>
                                          </p:stCondLst>
                                        </p:cTn>
                                        <p:tgtEl>
                                          <p:spTgt spid="3"/>
                                        </p:tgtEl>
                                      </p:cBhvr>
                                      <p:to x="100000" y="95000"/>
                                    </p:animScale>
                                    <p:animScale>
                                      <p:cBhvr>
                                        <p:cTn id="20" dur="83" decel="50000">
                                          <p:stCondLst>
                                            <p:cond delay="917"/>
                                          </p:stCondLst>
                                        </p:cTn>
                                        <p:tgtEl>
                                          <p:spTgt spid="3"/>
                                        </p:tgtEl>
                                      </p:cBhvr>
                                      <p:to x="100000" y="100000"/>
                                    </p:animScale>
                                  </p:childTnLst>
                                </p:cTn>
                              </p:par>
                              <p:par>
                                <p:cTn id="21" presetID="26" presetClass="entr" presetSubtype="0" fill="hold" grpId="0" nodeType="withEffect">
                                  <p:stCondLst>
                                    <p:cond delay="15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290">
                                          <p:stCondLst>
                                            <p:cond delay="0"/>
                                          </p:stCondLst>
                                        </p:cTn>
                                        <p:tgtEl>
                                          <p:spTgt spid="4"/>
                                        </p:tgtEl>
                                      </p:cBhvr>
                                    </p:animEffect>
                                    <p:anim calcmode="lin" valueType="num">
                                      <p:cBhvr>
                                        <p:cTn id="24" dur="91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5" dur="332"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6" dur="332" tmFilter="0, 0; 0.125,0.2665; 0.25,0.4; 0.375,0.465; 0.5,0.5;  0.625,0.535; 0.75,0.6; 0.875,0.7335; 1,1">
                                          <p:stCondLst>
                                            <p:cond delay="332"/>
                                          </p:stCondLst>
                                        </p:cTn>
                                        <p:tgtEl>
                                          <p:spTgt spid="4"/>
                                        </p:tgtEl>
                                        <p:attrNameLst>
                                          <p:attrName>ppt_y</p:attrName>
                                        </p:attrNameLst>
                                      </p:cBhvr>
                                      <p:tavLst>
                                        <p:tav tm="0" fmla="#ppt_y-sin(pi*$)/9">
                                          <p:val>
                                            <p:fltVal val="0"/>
                                          </p:val>
                                        </p:tav>
                                        <p:tav tm="100000">
                                          <p:val>
                                            <p:fltVal val="1"/>
                                          </p:val>
                                        </p:tav>
                                      </p:tavLst>
                                    </p:anim>
                                    <p:anim calcmode="lin" valueType="num">
                                      <p:cBhvr>
                                        <p:cTn id="27" dur="166" tmFilter="0, 0; 0.125,0.2665; 0.25,0.4; 0.375,0.465; 0.5,0.5;  0.625,0.535; 0.75,0.6; 0.875,0.7335; 1,1">
                                          <p:stCondLst>
                                            <p:cond delay="662"/>
                                          </p:stCondLst>
                                        </p:cTn>
                                        <p:tgtEl>
                                          <p:spTgt spid="4"/>
                                        </p:tgtEl>
                                        <p:attrNameLst>
                                          <p:attrName>ppt_y</p:attrName>
                                        </p:attrNameLst>
                                      </p:cBhvr>
                                      <p:tavLst>
                                        <p:tav tm="0" fmla="#ppt_y-sin(pi*$)/27">
                                          <p:val>
                                            <p:fltVal val="0"/>
                                          </p:val>
                                        </p:tav>
                                        <p:tav tm="100000">
                                          <p:val>
                                            <p:fltVal val="1"/>
                                          </p:val>
                                        </p:tav>
                                      </p:tavLst>
                                    </p:anim>
                                    <p:anim calcmode="lin" valueType="num">
                                      <p:cBhvr>
                                        <p:cTn id="28" dur="82" tmFilter="0, 0; 0.125,0.2665; 0.25,0.4; 0.375,0.465; 0.5,0.5;  0.625,0.535; 0.75,0.6; 0.875,0.7335; 1,1">
                                          <p:stCondLst>
                                            <p:cond delay="828"/>
                                          </p:stCondLst>
                                        </p:cTn>
                                        <p:tgtEl>
                                          <p:spTgt spid="4"/>
                                        </p:tgtEl>
                                        <p:attrNameLst>
                                          <p:attrName>ppt_y</p:attrName>
                                        </p:attrNameLst>
                                      </p:cBhvr>
                                      <p:tavLst>
                                        <p:tav tm="0" fmla="#ppt_y-sin(pi*$)/81">
                                          <p:val>
                                            <p:fltVal val="0"/>
                                          </p:val>
                                        </p:tav>
                                        <p:tav tm="100000">
                                          <p:val>
                                            <p:fltVal val="1"/>
                                          </p:val>
                                        </p:tav>
                                      </p:tavLst>
                                    </p:anim>
                                    <p:animScale>
                                      <p:cBhvr>
                                        <p:cTn id="29" dur="13">
                                          <p:stCondLst>
                                            <p:cond delay="325"/>
                                          </p:stCondLst>
                                        </p:cTn>
                                        <p:tgtEl>
                                          <p:spTgt spid="4"/>
                                        </p:tgtEl>
                                      </p:cBhvr>
                                      <p:to x="100000" y="60000"/>
                                    </p:animScale>
                                    <p:animScale>
                                      <p:cBhvr>
                                        <p:cTn id="30" dur="83" decel="50000">
                                          <p:stCondLst>
                                            <p:cond delay="338"/>
                                          </p:stCondLst>
                                        </p:cTn>
                                        <p:tgtEl>
                                          <p:spTgt spid="4"/>
                                        </p:tgtEl>
                                      </p:cBhvr>
                                      <p:to x="100000" y="100000"/>
                                    </p:animScale>
                                    <p:animScale>
                                      <p:cBhvr>
                                        <p:cTn id="31" dur="13">
                                          <p:stCondLst>
                                            <p:cond delay="656"/>
                                          </p:stCondLst>
                                        </p:cTn>
                                        <p:tgtEl>
                                          <p:spTgt spid="4"/>
                                        </p:tgtEl>
                                      </p:cBhvr>
                                      <p:to x="100000" y="80000"/>
                                    </p:animScale>
                                    <p:animScale>
                                      <p:cBhvr>
                                        <p:cTn id="32" dur="83" decel="50000">
                                          <p:stCondLst>
                                            <p:cond delay="669"/>
                                          </p:stCondLst>
                                        </p:cTn>
                                        <p:tgtEl>
                                          <p:spTgt spid="4"/>
                                        </p:tgtEl>
                                      </p:cBhvr>
                                      <p:to x="100000" y="100000"/>
                                    </p:animScale>
                                    <p:animScale>
                                      <p:cBhvr>
                                        <p:cTn id="33" dur="13">
                                          <p:stCondLst>
                                            <p:cond delay="821"/>
                                          </p:stCondLst>
                                        </p:cTn>
                                        <p:tgtEl>
                                          <p:spTgt spid="4"/>
                                        </p:tgtEl>
                                      </p:cBhvr>
                                      <p:to x="100000" y="90000"/>
                                    </p:animScale>
                                    <p:animScale>
                                      <p:cBhvr>
                                        <p:cTn id="34" dur="83" decel="50000">
                                          <p:stCondLst>
                                            <p:cond delay="834"/>
                                          </p:stCondLst>
                                        </p:cTn>
                                        <p:tgtEl>
                                          <p:spTgt spid="4"/>
                                        </p:tgtEl>
                                      </p:cBhvr>
                                      <p:to x="100000" y="100000"/>
                                    </p:animScale>
                                    <p:animScale>
                                      <p:cBhvr>
                                        <p:cTn id="35" dur="13">
                                          <p:stCondLst>
                                            <p:cond delay="904"/>
                                          </p:stCondLst>
                                        </p:cTn>
                                        <p:tgtEl>
                                          <p:spTgt spid="4"/>
                                        </p:tgtEl>
                                      </p:cBhvr>
                                      <p:to x="100000" y="95000"/>
                                    </p:animScale>
                                    <p:animScale>
                                      <p:cBhvr>
                                        <p:cTn id="36" dur="83" decel="50000">
                                          <p:stCondLst>
                                            <p:cond delay="917"/>
                                          </p:stCondLst>
                                        </p:cTn>
                                        <p:tgtEl>
                                          <p:spTgt spid="4"/>
                                        </p:tgtEl>
                                      </p:cBhvr>
                                      <p:to x="100000" y="100000"/>
                                    </p:animScale>
                                  </p:childTnLst>
                                </p:cTn>
                              </p:par>
                              <p:par>
                                <p:cTn id="37" presetID="26" presetClass="entr" presetSubtype="0" fill="hold" grpId="0" nodeType="withEffect">
                                  <p:stCondLst>
                                    <p:cond delay="150"/>
                                  </p:stCondLst>
                                  <p:childTnLst>
                                    <p:set>
                                      <p:cBhvr>
                                        <p:cTn id="38" dur="1" fill="hold">
                                          <p:stCondLst>
                                            <p:cond delay="0"/>
                                          </p:stCondLst>
                                        </p:cTn>
                                        <p:tgtEl>
                                          <p:spTgt spid="5"/>
                                        </p:tgtEl>
                                        <p:attrNameLst>
                                          <p:attrName>style.visibility</p:attrName>
                                        </p:attrNameLst>
                                      </p:cBhvr>
                                      <p:to>
                                        <p:strVal val="visible"/>
                                      </p:to>
                                    </p:set>
                                    <p:animEffect transition="in" filter="wipe(down)">
                                      <p:cBhvr>
                                        <p:cTn id="39" dur="290">
                                          <p:stCondLst>
                                            <p:cond delay="0"/>
                                          </p:stCondLst>
                                        </p:cTn>
                                        <p:tgtEl>
                                          <p:spTgt spid="5"/>
                                        </p:tgtEl>
                                      </p:cBhvr>
                                    </p:animEffect>
                                    <p:anim calcmode="lin" valueType="num">
                                      <p:cBhvr>
                                        <p:cTn id="40" dur="911"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1" dur="332"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2" dur="332" tmFilter="0, 0; 0.125,0.2665; 0.25,0.4; 0.375,0.465; 0.5,0.5;  0.625,0.535; 0.75,0.6; 0.875,0.7335; 1,1">
                                          <p:stCondLst>
                                            <p:cond delay="332"/>
                                          </p:stCondLst>
                                        </p:cTn>
                                        <p:tgtEl>
                                          <p:spTgt spid="5"/>
                                        </p:tgtEl>
                                        <p:attrNameLst>
                                          <p:attrName>ppt_y</p:attrName>
                                        </p:attrNameLst>
                                      </p:cBhvr>
                                      <p:tavLst>
                                        <p:tav tm="0" fmla="#ppt_y-sin(pi*$)/9">
                                          <p:val>
                                            <p:fltVal val="0"/>
                                          </p:val>
                                        </p:tav>
                                        <p:tav tm="100000">
                                          <p:val>
                                            <p:fltVal val="1"/>
                                          </p:val>
                                        </p:tav>
                                      </p:tavLst>
                                    </p:anim>
                                    <p:anim calcmode="lin" valueType="num">
                                      <p:cBhvr>
                                        <p:cTn id="43" dur="166" tmFilter="0, 0; 0.125,0.2665; 0.25,0.4; 0.375,0.465; 0.5,0.5;  0.625,0.535; 0.75,0.6; 0.875,0.7335; 1,1">
                                          <p:stCondLst>
                                            <p:cond delay="662"/>
                                          </p:stCondLst>
                                        </p:cTn>
                                        <p:tgtEl>
                                          <p:spTgt spid="5"/>
                                        </p:tgtEl>
                                        <p:attrNameLst>
                                          <p:attrName>ppt_y</p:attrName>
                                        </p:attrNameLst>
                                      </p:cBhvr>
                                      <p:tavLst>
                                        <p:tav tm="0" fmla="#ppt_y-sin(pi*$)/27">
                                          <p:val>
                                            <p:fltVal val="0"/>
                                          </p:val>
                                        </p:tav>
                                        <p:tav tm="100000">
                                          <p:val>
                                            <p:fltVal val="1"/>
                                          </p:val>
                                        </p:tav>
                                      </p:tavLst>
                                    </p:anim>
                                    <p:anim calcmode="lin" valueType="num">
                                      <p:cBhvr>
                                        <p:cTn id="44" dur="82" tmFilter="0, 0; 0.125,0.2665; 0.25,0.4; 0.375,0.465; 0.5,0.5;  0.625,0.535; 0.75,0.6; 0.875,0.7335; 1,1">
                                          <p:stCondLst>
                                            <p:cond delay="828"/>
                                          </p:stCondLst>
                                        </p:cTn>
                                        <p:tgtEl>
                                          <p:spTgt spid="5"/>
                                        </p:tgtEl>
                                        <p:attrNameLst>
                                          <p:attrName>ppt_y</p:attrName>
                                        </p:attrNameLst>
                                      </p:cBhvr>
                                      <p:tavLst>
                                        <p:tav tm="0" fmla="#ppt_y-sin(pi*$)/81">
                                          <p:val>
                                            <p:fltVal val="0"/>
                                          </p:val>
                                        </p:tav>
                                        <p:tav tm="100000">
                                          <p:val>
                                            <p:fltVal val="1"/>
                                          </p:val>
                                        </p:tav>
                                      </p:tavLst>
                                    </p:anim>
                                    <p:animScale>
                                      <p:cBhvr>
                                        <p:cTn id="45" dur="13">
                                          <p:stCondLst>
                                            <p:cond delay="325"/>
                                          </p:stCondLst>
                                        </p:cTn>
                                        <p:tgtEl>
                                          <p:spTgt spid="5"/>
                                        </p:tgtEl>
                                      </p:cBhvr>
                                      <p:to x="100000" y="60000"/>
                                    </p:animScale>
                                    <p:animScale>
                                      <p:cBhvr>
                                        <p:cTn id="46" dur="83" decel="50000">
                                          <p:stCondLst>
                                            <p:cond delay="338"/>
                                          </p:stCondLst>
                                        </p:cTn>
                                        <p:tgtEl>
                                          <p:spTgt spid="5"/>
                                        </p:tgtEl>
                                      </p:cBhvr>
                                      <p:to x="100000" y="100000"/>
                                    </p:animScale>
                                    <p:animScale>
                                      <p:cBhvr>
                                        <p:cTn id="47" dur="13">
                                          <p:stCondLst>
                                            <p:cond delay="656"/>
                                          </p:stCondLst>
                                        </p:cTn>
                                        <p:tgtEl>
                                          <p:spTgt spid="5"/>
                                        </p:tgtEl>
                                      </p:cBhvr>
                                      <p:to x="100000" y="80000"/>
                                    </p:animScale>
                                    <p:animScale>
                                      <p:cBhvr>
                                        <p:cTn id="48" dur="83" decel="50000">
                                          <p:stCondLst>
                                            <p:cond delay="669"/>
                                          </p:stCondLst>
                                        </p:cTn>
                                        <p:tgtEl>
                                          <p:spTgt spid="5"/>
                                        </p:tgtEl>
                                      </p:cBhvr>
                                      <p:to x="100000" y="100000"/>
                                    </p:animScale>
                                    <p:animScale>
                                      <p:cBhvr>
                                        <p:cTn id="49" dur="13">
                                          <p:stCondLst>
                                            <p:cond delay="821"/>
                                          </p:stCondLst>
                                        </p:cTn>
                                        <p:tgtEl>
                                          <p:spTgt spid="5"/>
                                        </p:tgtEl>
                                      </p:cBhvr>
                                      <p:to x="100000" y="90000"/>
                                    </p:animScale>
                                    <p:animScale>
                                      <p:cBhvr>
                                        <p:cTn id="50" dur="83" decel="50000">
                                          <p:stCondLst>
                                            <p:cond delay="834"/>
                                          </p:stCondLst>
                                        </p:cTn>
                                        <p:tgtEl>
                                          <p:spTgt spid="5"/>
                                        </p:tgtEl>
                                      </p:cBhvr>
                                      <p:to x="100000" y="100000"/>
                                    </p:animScale>
                                    <p:animScale>
                                      <p:cBhvr>
                                        <p:cTn id="51" dur="13">
                                          <p:stCondLst>
                                            <p:cond delay="904"/>
                                          </p:stCondLst>
                                        </p:cTn>
                                        <p:tgtEl>
                                          <p:spTgt spid="5"/>
                                        </p:tgtEl>
                                      </p:cBhvr>
                                      <p:to x="100000" y="95000"/>
                                    </p:animScale>
                                    <p:animScale>
                                      <p:cBhvr>
                                        <p:cTn id="52" dur="83" decel="50000">
                                          <p:stCondLst>
                                            <p:cond delay="917"/>
                                          </p:stCondLst>
                                        </p:cTn>
                                        <p:tgtEl>
                                          <p:spTgt spid="5"/>
                                        </p:tgtEl>
                                      </p:cBhvr>
                                      <p:to x="100000" y="100000"/>
                                    </p:animScale>
                                  </p:childTnLst>
                                </p:cTn>
                              </p:par>
                              <p:par>
                                <p:cTn id="53" presetID="53" presetClass="entr" presetSubtype="16" fill="hold" grpId="0" nodeType="withEffect">
                                  <p:stCondLst>
                                    <p:cond delay="220"/>
                                  </p:stCondLst>
                                  <p:childTnLst>
                                    <p:set>
                                      <p:cBhvr>
                                        <p:cTn id="54" dur="1" fill="hold">
                                          <p:stCondLst>
                                            <p:cond delay="0"/>
                                          </p:stCondLst>
                                        </p:cTn>
                                        <p:tgtEl>
                                          <p:spTgt spid="6"/>
                                        </p:tgtEl>
                                        <p:attrNameLst>
                                          <p:attrName>style.visibility</p:attrName>
                                        </p:attrNameLst>
                                      </p:cBhvr>
                                      <p:to>
                                        <p:strVal val="visible"/>
                                      </p:to>
                                    </p:set>
                                    <p:anim calcmode="lin" valueType="num">
                                      <p:cBhvr>
                                        <p:cTn id="55" dur="500" fill="hold"/>
                                        <p:tgtEl>
                                          <p:spTgt spid="6"/>
                                        </p:tgtEl>
                                        <p:attrNameLst>
                                          <p:attrName>ppt_w</p:attrName>
                                        </p:attrNameLst>
                                      </p:cBhvr>
                                      <p:tavLst>
                                        <p:tav tm="0">
                                          <p:val>
                                            <p:fltVal val="0"/>
                                          </p:val>
                                        </p:tav>
                                        <p:tav tm="100000">
                                          <p:val>
                                            <p:strVal val="#ppt_w"/>
                                          </p:val>
                                        </p:tav>
                                      </p:tavLst>
                                    </p:anim>
                                    <p:anim calcmode="lin" valueType="num">
                                      <p:cBhvr>
                                        <p:cTn id="56" dur="500" fill="hold"/>
                                        <p:tgtEl>
                                          <p:spTgt spid="6"/>
                                        </p:tgtEl>
                                        <p:attrNameLst>
                                          <p:attrName>ppt_h</p:attrName>
                                        </p:attrNameLst>
                                      </p:cBhvr>
                                      <p:tavLst>
                                        <p:tav tm="0">
                                          <p:val>
                                            <p:fltVal val="0"/>
                                          </p:val>
                                        </p:tav>
                                        <p:tav tm="100000">
                                          <p:val>
                                            <p:strVal val="#ppt_h"/>
                                          </p:val>
                                        </p:tav>
                                      </p:tavLst>
                                    </p:anim>
                                    <p:animEffect transition="in" filter="fade">
                                      <p:cBhvr>
                                        <p:cTn id="57" dur="500"/>
                                        <p:tgtEl>
                                          <p:spTgt spid="6"/>
                                        </p:tgtEl>
                                      </p:cBhvr>
                                    </p:animEffect>
                                  </p:childTnLst>
                                </p:cTn>
                              </p:par>
                              <p:par>
                                <p:cTn id="58" presetID="42" presetClass="entr" presetSubtype="0" fill="hold" grpId="0" nodeType="withEffect">
                                  <p:stCondLst>
                                    <p:cond delay="37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650"/>
                                        <p:tgtEl>
                                          <p:spTgt spid="7"/>
                                        </p:tgtEl>
                                      </p:cBhvr>
                                    </p:animEffect>
                                    <p:anim calcmode="lin" valueType="num">
                                      <p:cBhvr>
                                        <p:cTn id="61" dur="650" fill="hold"/>
                                        <p:tgtEl>
                                          <p:spTgt spid="7"/>
                                        </p:tgtEl>
                                        <p:attrNameLst>
                                          <p:attrName>ppt_x</p:attrName>
                                        </p:attrNameLst>
                                      </p:cBhvr>
                                      <p:tavLst>
                                        <p:tav tm="0">
                                          <p:val>
                                            <p:strVal val="#ppt_x"/>
                                          </p:val>
                                        </p:tav>
                                        <p:tav tm="100000">
                                          <p:val>
                                            <p:strVal val="#ppt_x"/>
                                          </p:val>
                                        </p:tav>
                                      </p:tavLst>
                                    </p:anim>
                                    <p:anim calcmode="lin" valueType="num">
                                      <p:cBhvr>
                                        <p:cTn id="62" dur="650" fill="hold"/>
                                        <p:tgtEl>
                                          <p:spTgt spid="7"/>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370"/>
                                  </p:stCondLst>
                                  <p:childTnLst>
                                    <p:set>
                                      <p:cBhvr>
                                        <p:cTn id="64" dur="1" fill="hold">
                                          <p:stCondLst>
                                            <p:cond delay="0"/>
                                          </p:stCondLst>
                                        </p:cTn>
                                        <p:tgtEl>
                                          <p:spTgt spid="8"/>
                                        </p:tgtEl>
                                        <p:attrNameLst>
                                          <p:attrName>style.visibility</p:attrName>
                                        </p:attrNameLst>
                                      </p:cBhvr>
                                      <p:to>
                                        <p:strVal val="visible"/>
                                      </p:to>
                                    </p:set>
                                    <p:animEffect transition="in" filter="fade">
                                      <p:cBhvr>
                                        <p:cTn id="65" dur="650"/>
                                        <p:tgtEl>
                                          <p:spTgt spid="8"/>
                                        </p:tgtEl>
                                      </p:cBhvr>
                                    </p:animEffect>
                                    <p:anim calcmode="lin" valueType="num">
                                      <p:cBhvr>
                                        <p:cTn id="66" dur="650" fill="hold"/>
                                        <p:tgtEl>
                                          <p:spTgt spid="8"/>
                                        </p:tgtEl>
                                        <p:attrNameLst>
                                          <p:attrName>ppt_x</p:attrName>
                                        </p:attrNameLst>
                                      </p:cBhvr>
                                      <p:tavLst>
                                        <p:tav tm="0">
                                          <p:val>
                                            <p:strVal val="#ppt_x"/>
                                          </p:val>
                                        </p:tav>
                                        <p:tav tm="100000">
                                          <p:val>
                                            <p:strVal val="#ppt_x"/>
                                          </p:val>
                                        </p:tav>
                                      </p:tavLst>
                                    </p:anim>
                                    <p:anim calcmode="lin" valueType="num">
                                      <p:cBhvr>
                                        <p:cTn id="67" dur="650" fill="hold"/>
                                        <p:tgtEl>
                                          <p:spTgt spid="8"/>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370"/>
                                  </p:stCondLst>
                                  <p:childTnLst>
                                    <p:set>
                                      <p:cBhvr>
                                        <p:cTn id="69" dur="1" fill="hold">
                                          <p:stCondLst>
                                            <p:cond delay="0"/>
                                          </p:stCondLst>
                                        </p:cTn>
                                        <p:tgtEl>
                                          <p:spTgt spid="9"/>
                                        </p:tgtEl>
                                        <p:attrNameLst>
                                          <p:attrName>style.visibility</p:attrName>
                                        </p:attrNameLst>
                                      </p:cBhvr>
                                      <p:to>
                                        <p:strVal val="visible"/>
                                      </p:to>
                                    </p:set>
                                    <p:animEffect transition="in" filter="fade">
                                      <p:cBhvr>
                                        <p:cTn id="70" dur="650"/>
                                        <p:tgtEl>
                                          <p:spTgt spid="9"/>
                                        </p:tgtEl>
                                      </p:cBhvr>
                                    </p:animEffect>
                                    <p:anim calcmode="lin" valueType="num">
                                      <p:cBhvr>
                                        <p:cTn id="71" dur="650" fill="hold"/>
                                        <p:tgtEl>
                                          <p:spTgt spid="9"/>
                                        </p:tgtEl>
                                        <p:attrNameLst>
                                          <p:attrName>ppt_x</p:attrName>
                                        </p:attrNameLst>
                                      </p:cBhvr>
                                      <p:tavLst>
                                        <p:tav tm="0">
                                          <p:val>
                                            <p:strVal val="#ppt_x"/>
                                          </p:val>
                                        </p:tav>
                                        <p:tav tm="100000">
                                          <p:val>
                                            <p:strVal val="#ppt_x"/>
                                          </p:val>
                                        </p:tav>
                                      </p:tavLst>
                                    </p:anim>
                                    <p:anim calcmode="lin" valueType="num">
                                      <p:cBhvr>
                                        <p:cTn id="72" dur="650" fill="hold"/>
                                        <p:tgtEl>
                                          <p:spTgt spid="9"/>
                                        </p:tgtEl>
                                        <p:attrNameLst>
                                          <p:attrName>ppt_y</p:attrName>
                                        </p:attrNameLst>
                                      </p:cBhvr>
                                      <p:tavLst>
                                        <p:tav tm="0">
                                          <p:val>
                                            <p:strVal val="#ppt_y+.1"/>
                                          </p:val>
                                        </p:tav>
                                        <p:tav tm="100000">
                                          <p:val>
                                            <p:strVal val="#ppt_y"/>
                                          </p:val>
                                        </p:tav>
                                      </p:tavLst>
                                    </p:anim>
                                  </p:childTnLst>
                                </p:cTn>
                              </p:par>
                              <p:par>
                                <p:cTn id="73" presetID="10" presetClass="entr" presetSubtype="0" fill="hold" grpId="0" nodeType="withEffect">
                                  <p:stCondLst>
                                    <p:cond delay="590"/>
                                  </p:stCondLst>
                                  <p:childTnLst>
                                    <p:set>
                                      <p:cBhvr>
                                        <p:cTn id="74" dur="1" fill="hold">
                                          <p:stCondLst>
                                            <p:cond delay="0"/>
                                          </p:stCondLst>
                                        </p:cTn>
                                        <p:tgtEl>
                                          <p:spTgt spid="10"/>
                                        </p:tgtEl>
                                        <p:attrNameLst>
                                          <p:attrName>style.visibility</p:attrName>
                                        </p:attrNameLst>
                                      </p:cBhvr>
                                      <p:to>
                                        <p:strVal val="visible"/>
                                      </p:to>
                                    </p:set>
                                    <p:animEffect transition="in" filter="fade">
                                      <p:cBhvr>
                                        <p:cTn id="75" dur="600"/>
                                        <p:tgtEl>
                                          <p:spTgt spid="10"/>
                                        </p:tgtEl>
                                      </p:cBhvr>
                                    </p:animEffect>
                                  </p:childTnLst>
                                </p:cTn>
                              </p:par>
                              <p:par>
                                <p:cTn id="76" presetID="10" presetClass="entr" presetSubtype="0" fill="hold" grpId="0" nodeType="withEffect">
                                  <p:stCondLst>
                                    <p:cond delay="590"/>
                                  </p:stCondLst>
                                  <p:childTnLst>
                                    <p:set>
                                      <p:cBhvr>
                                        <p:cTn id="77" dur="1" fill="hold">
                                          <p:stCondLst>
                                            <p:cond delay="0"/>
                                          </p:stCondLst>
                                        </p:cTn>
                                        <p:tgtEl>
                                          <p:spTgt spid="11"/>
                                        </p:tgtEl>
                                        <p:attrNameLst>
                                          <p:attrName>style.visibility</p:attrName>
                                        </p:attrNameLst>
                                      </p:cBhvr>
                                      <p:to>
                                        <p:strVal val="visible"/>
                                      </p:to>
                                    </p:set>
                                    <p:animEffect transition="in" filter="fade">
                                      <p:cBhvr>
                                        <p:cTn id="78" dur="600"/>
                                        <p:tgtEl>
                                          <p:spTgt spid="11"/>
                                        </p:tgtEl>
                                      </p:cBhvr>
                                    </p:animEffect>
                                  </p:childTnLst>
                                </p:cTn>
                              </p:par>
                              <p:par>
                                <p:cTn id="79" presetID="10" presetClass="entr" presetSubtype="0" fill="hold" grpId="0" nodeType="withEffect">
                                  <p:stCondLst>
                                    <p:cond delay="590"/>
                                  </p:stCondLst>
                                  <p:childTnLst>
                                    <p:set>
                                      <p:cBhvr>
                                        <p:cTn id="80" dur="1" fill="hold">
                                          <p:stCondLst>
                                            <p:cond delay="0"/>
                                          </p:stCondLst>
                                        </p:cTn>
                                        <p:tgtEl>
                                          <p:spTgt spid="12"/>
                                        </p:tgtEl>
                                        <p:attrNameLst>
                                          <p:attrName>style.visibility</p:attrName>
                                        </p:attrNameLst>
                                      </p:cBhvr>
                                      <p:to>
                                        <p:strVal val="visible"/>
                                      </p:to>
                                    </p:set>
                                    <p:animEffect transition="in" filter="fade">
                                      <p:cBhvr>
                                        <p:cTn id="81" dur="600"/>
                                        <p:tgtEl>
                                          <p:spTgt spid="12"/>
                                        </p:tgtEl>
                                      </p:cBhvr>
                                    </p:animEffect>
                                  </p:childTnLst>
                                </p:cTn>
                              </p:par>
                              <p:par>
                                <p:cTn id="82" presetID="22" presetClass="entr" presetSubtype="8" fill="hold" grpId="0" nodeType="withEffect">
                                  <p:stCondLst>
                                    <p:cond delay="810"/>
                                  </p:stCondLst>
                                  <p:childTnLst>
                                    <p:set>
                                      <p:cBhvr>
                                        <p:cTn id="83" dur="1" fill="hold">
                                          <p:stCondLst>
                                            <p:cond delay="0"/>
                                          </p:stCondLst>
                                        </p:cTn>
                                        <p:tgtEl>
                                          <p:spTgt spid="13"/>
                                        </p:tgtEl>
                                        <p:attrNameLst>
                                          <p:attrName>style.visibility</p:attrName>
                                        </p:attrNameLst>
                                      </p:cBhvr>
                                      <p:to>
                                        <p:strVal val="visible"/>
                                      </p:to>
                                    </p:set>
                                    <p:animEffect transition="in" filter="wipe(left)">
                                      <p:cBhvr>
                                        <p:cTn id="84" dur="500"/>
                                        <p:tgtEl>
                                          <p:spTgt spid="13"/>
                                        </p:tgtEl>
                                      </p:cBhvr>
                                    </p:animEffect>
                                  </p:childTnLst>
                                </p:cTn>
                              </p:par>
                              <p:par>
                                <p:cTn id="85" presetID="22" presetClass="entr" presetSubtype="8" fill="hold" grpId="0" nodeType="withEffect">
                                  <p:stCondLst>
                                    <p:cond delay="810"/>
                                  </p:stCondLst>
                                  <p:childTnLst>
                                    <p:set>
                                      <p:cBhvr>
                                        <p:cTn id="86" dur="1" fill="hold">
                                          <p:stCondLst>
                                            <p:cond delay="0"/>
                                          </p:stCondLst>
                                        </p:cTn>
                                        <p:tgtEl>
                                          <p:spTgt spid="14"/>
                                        </p:tgtEl>
                                        <p:attrNameLst>
                                          <p:attrName>style.visibility</p:attrName>
                                        </p:attrNameLst>
                                      </p:cBhvr>
                                      <p:to>
                                        <p:strVal val="visible"/>
                                      </p:to>
                                    </p:set>
                                    <p:animEffect transition="in" filter="wipe(left)">
                                      <p:cBhvr>
                                        <p:cTn id="87" dur="500"/>
                                        <p:tgtEl>
                                          <p:spTgt spid="14"/>
                                        </p:tgtEl>
                                      </p:cBhvr>
                                    </p:animEffect>
                                  </p:childTnLst>
                                </p:cTn>
                              </p:par>
                              <p:par>
                                <p:cTn id="88" presetID="22" presetClass="entr" presetSubtype="8" fill="hold" grpId="0" nodeType="withEffect">
                                  <p:stCondLst>
                                    <p:cond delay="810"/>
                                  </p:stCondLst>
                                  <p:childTnLst>
                                    <p:set>
                                      <p:cBhvr>
                                        <p:cTn id="89" dur="1" fill="hold">
                                          <p:stCondLst>
                                            <p:cond delay="0"/>
                                          </p:stCondLst>
                                        </p:cTn>
                                        <p:tgtEl>
                                          <p:spTgt spid="15"/>
                                        </p:tgtEl>
                                        <p:attrNameLst>
                                          <p:attrName>style.visibility</p:attrName>
                                        </p:attrNameLst>
                                      </p:cBhvr>
                                      <p:to>
                                        <p:strVal val="visible"/>
                                      </p:to>
                                    </p:set>
                                    <p:animEffect transition="in" filter="wipe(left)">
                                      <p:cBhvr>
                                        <p:cTn id="90" dur="500"/>
                                        <p:tgtEl>
                                          <p:spTgt spid="15"/>
                                        </p:tgtEl>
                                      </p:cBhvr>
                                    </p:animEffect>
                                  </p:childTnLst>
                                </p:cTn>
                              </p:par>
                              <p:par>
                                <p:cTn id="91" presetID="22" presetClass="entr" presetSubtype="8" fill="hold" grpId="0" nodeType="withEffect">
                                  <p:stCondLst>
                                    <p:cond delay="810"/>
                                  </p:stCondLst>
                                  <p:childTnLst>
                                    <p:set>
                                      <p:cBhvr>
                                        <p:cTn id="92" dur="1" fill="hold">
                                          <p:stCondLst>
                                            <p:cond delay="0"/>
                                          </p:stCondLst>
                                        </p:cTn>
                                        <p:tgtEl>
                                          <p:spTgt spid="16"/>
                                        </p:tgtEl>
                                        <p:attrNameLst>
                                          <p:attrName>style.visibility</p:attrName>
                                        </p:attrNameLst>
                                      </p:cBhvr>
                                      <p:to>
                                        <p:strVal val="visible"/>
                                      </p:to>
                                    </p:set>
                                    <p:animEffect transition="in" filter="wipe(left)">
                                      <p:cBhvr>
                                        <p:cTn id="93" dur="500"/>
                                        <p:tgtEl>
                                          <p:spTgt spid="16"/>
                                        </p:tgtEl>
                                      </p:cBhvr>
                                    </p:animEffect>
                                  </p:childTnLst>
                                </p:cTn>
                              </p:par>
                              <p:par>
                                <p:cTn id="94" presetID="22" presetClass="entr" presetSubtype="8" fill="hold" grpId="0" nodeType="withEffect">
                                  <p:stCondLst>
                                    <p:cond delay="810"/>
                                  </p:stCondLst>
                                  <p:childTnLst>
                                    <p:set>
                                      <p:cBhvr>
                                        <p:cTn id="95" dur="1" fill="hold">
                                          <p:stCondLst>
                                            <p:cond delay="0"/>
                                          </p:stCondLst>
                                        </p:cTn>
                                        <p:tgtEl>
                                          <p:spTgt spid="17"/>
                                        </p:tgtEl>
                                        <p:attrNameLst>
                                          <p:attrName>style.visibility</p:attrName>
                                        </p:attrNameLst>
                                      </p:cBhvr>
                                      <p:to>
                                        <p:strVal val="visible"/>
                                      </p:to>
                                    </p:set>
                                    <p:animEffect transition="in" filter="wipe(left)">
                                      <p:cBhvr>
                                        <p:cTn id="96" dur="500"/>
                                        <p:tgtEl>
                                          <p:spTgt spid="17"/>
                                        </p:tgtEl>
                                      </p:cBhvr>
                                    </p:animEffect>
                                  </p:childTnLst>
                                </p:cTn>
                              </p:par>
                              <p:par>
                                <p:cTn id="97" presetID="22" presetClass="entr" presetSubtype="8" fill="hold" grpId="0" nodeType="withEffect">
                                  <p:stCondLst>
                                    <p:cond delay="810"/>
                                  </p:stCondLst>
                                  <p:childTnLst>
                                    <p:set>
                                      <p:cBhvr>
                                        <p:cTn id="98" dur="1" fill="hold">
                                          <p:stCondLst>
                                            <p:cond delay="0"/>
                                          </p:stCondLst>
                                        </p:cTn>
                                        <p:tgtEl>
                                          <p:spTgt spid="18"/>
                                        </p:tgtEl>
                                        <p:attrNameLst>
                                          <p:attrName>style.visibility</p:attrName>
                                        </p:attrNameLst>
                                      </p:cBhvr>
                                      <p:to>
                                        <p:strVal val="visible"/>
                                      </p:to>
                                    </p:set>
                                    <p:animEffect transition="in" filter="wipe(left)">
                                      <p:cBhvr>
                                        <p:cTn id="99" dur="500"/>
                                        <p:tgtEl>
                                          <p:spTgt spid="18"/>
                                        </p:tgtEl>
                                      </p:cBhvr>
                                    </p:animEffect>
                                  </p:childTnLst>
                                </p:cTn>
                              </p:par>
                              <p:par>
                                <p:cTn id="100" presetID="22" presetClass="entr" presetSubtype="8" fill="hold" grpId="0" nodeType="withEffect">
                                  <p:stCondLst>
                                    <p:cond delay="810"/>
                                  </p:stCondLst>
                                  <p:childTnLst>
                                    <p:set>
                                      <p:cBhvr>
                                        <p:cTn id="101" dur="1" fill="hold">
                                          <p:stCondLst>
                                            <p:cond delay="0"/>
                                          </p:stCondLst>
                                        </p:cTn>
                                        <p:tgtEl>
                                          <p:spTgt spid="19"/>
                                        </p:tgtEl>
                                        <p:attrNameLst>
                                          <p:attrName>style.visibility</p:attrName>
                                        </p:attrNameLst>
                                      </p:cBhvr>
                                      <p:to>
                                        <p:strVal val="visible"/>
                                      </p:to>
                                    </p:set>
                                    <p:animEffect transition="in" filter="wipe(left)">
                                      <p:cBhvr>
                                        <p:cTn id="102" dur="500"/>
                                        <p:tgtEl>
                                          <p:spTgt spid="19"/>
                                        </p:tgtEl>
                                      </p:cBhvr>
                                    </p:animEffect>
                                  </p:childTnLst>
                                </p:cTn>
                              </p:par>
                              <p:par>
                                <p:cTn id="103" presetID="22" presetClass="entr" presetSubtype="8" fill="hold" grpId="0" nodeType="withEffect">
                                  <p:stCondLst>
                                    <p:cond delay="810"/>
                                  </p:stCondLst>
                                  <p:childTnLst>
                                    <p:set>
                                      <p:cBhvr>
                                        <p:cTn id="104" dur="1" fill="hold">
                                          <p:stCondLst>
                                            <p:cond delay="0"/>
                                          </p:stCondLst>
                                        </p:cTn>
                                        <p:tgtEl>
                                          <p:spTgt spid="20"/>
                                        </p:tgtEl>
                                        <p:attrNameLst>
                                          <p:attrName>style.visibility</p:attrName>
                                        </p:attrNameLst>
                                      </p:cBhvr>
                                      <p:to>
                                        <p:strVal val="visible"/>
                                      </p:to>
                                    </p:set>
                                    <p:animEffect transition="in" filter="wipe(left)">
                                      <p:cBhvr>
                                        <p:cTn id="105" dur="500"/>
                                        <p:tgtEl>
                                          <p:spTgt spid="20"/>
                                        </p:tgtEl>
                                      </p:cBhvr>
                                    </p:animEffect>
                                  </p:childTnLst>
                                </p:cTn>
                              </p:par>
                              <p:par>
                                <p:cTn id="106" presetID="22" presetClass="entr" presetSubtype="8" fill="hold" grpId="0" nodeType="withEffect">
                                  <p:stCondLst>
                                    <p:cond delay="810"/>
                                  </p:stCondLst>
                                  <p:childTnLst>
                                    <p:set>
                                      <p:cBhvr>
                                        <p:cTn id="107" dur="1" fill="hold">
                                          <p:stCondLst>
                                            <p:cond delay="0"/>
                                          </p:stCondLst>
                                        </p:cTn>
                                        <p:tgtEl>
                                          <p:spTgt spid="21"/>
                                        </p:tgtEl>
                                        <p:attrNameLst>
                                          <p:attrName>style.visibility</p:attrName>
                                        </p:attrNameLst>
                                      </p:cBhvr>
                                      <p:to>
                                        <p:strVal val="visible"/>
                                      </p:to>
                                    </p:set>
                                    <p:animEffect transition="in" filter="wipe(left)">
                                      <p:cBhvr>
                                        <p:cTn id="108" dur="500"/>
                                        <p:tgtEl>
                                          <p:spTgt spid="21"/>
                                        </p:tgtEl>
                                      </p:cBhvr>
                                    </p:animEffect>
                                  </p:childTnLst>
                                </p:cTn>
                              </p:par>
                              <p:par>
                                <p:cTn id="109" presetID="22" presetClass="entr" presetSubtype="8" fill="hold" grpId="0" nodeType="withEffect">
                                  <p:stCondLst>
                                    <p:cond delay="810"/>
                                  </p:stCondLst>
                                  <p:childTnLst>
                                    <p:set>
                                      <p:cBhvr>
                                        <p:cTn id="110" dur="1" fill="hold">
                                          <p:stCondLst>
                                            <p:cond delay="0"/>
                                          </p:stCondLst>
                                        </p:cTn>
                                        <p:tgtEl>
                                          <p:spTgt spid="22"/>
                                        </p:tgtEl>
                                        <p:attrNameLst>
                                          <p:attrName>style.visibility</p:attrName>
                                        </p:attrNameLst>
                                      </p:cBhvr>
                                      <p:to>
                                        <p:strVal val="visible"/>
                                      </p:to>
                                    </p:set>
                                    <p:animEffect transition="in" filter="wipe(left)">
                                      <p:cBhvr>
                                        <p:cTn id="11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P spid="7" grpId="0" animBg="1"/>
      <p:bldP spid="8" grpId="0" animBg="1"/>
      <p:bldP spid="9" grpId="0"/>
      <p:bldP spid="10" grpId="0" animBg="1"/>
      <p:bldP spid="11" grpId="0" animBg="1"/>
      <p:bldP spid="12" grpId="0"/>
      <p:bldP spid="13" grpId="0" animBg="1"/>
      <p:bldP spid="14" grpId="0"/>
      <p:bldP spid="15" grpId="0" animBg="1"/>
      <p:bldP spid="16" grpId="0"/>
      <p:bldP spid="17" grpId="0" animBg="1"/>
      <p:bldP spid="18" grpId="0"/>
      <p:bldP spid="19" grpId="0" animBg="1"/>
      <p:bldP spid="20" grpId="0"/>
      <p:bldP spid="21" grpId="0" animBg="1"/>
      <p:bldP spid="22" grpId="0"/>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1</a:t>
            </a:r>
          </a:p>
        </p:txBody>
      </p:sp>
      <p:sp>
        <p:nvSpPr>
          <p:cNvPr id="4" name="!!rotulo"/>
          <p:cNvSpPr txBox="1"/>
          <p:nvPr/>
        </p:nvSpPr>
        <p:spPr>
          <a:xfrm>
            <a:off x="1149032" y="282141"/>
            <a:ext cx="192405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Fundamentación teórica</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Estado del arte: la brecha y los cinco requisitos</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stado-arte:e90b578d3c"/>
          <p:cNvSpPr txBox="1"/>
          <p:nvPr/>
        </p:nvSpPr>
        <p:spPr>
          <a:xfrm>
            <a:off x="635000" y="1352805"/>
            <a:ext cx="4026789"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E8741A"/>
                </a:solidFill>
                <a:latin typeface="Calibri"/>
              </a:rPr>
              <a:t>De esa brecha salen cinco requisitos</a:t>
            </a:r>
            <a:r>
              <a:rPr sz="1250" b="1" i="0">
                <a:solidFill>
                  <a:srgbClr val="5B6575"/>
                </a:solidFill>
                <a:latin typeface="Calibri"/>
              </a:rPr>
              <a:t> (§ 2.2.1)</a:t>
            </a:r>
          </a:p>
        </p:txBody>
      </p:sp>
      <p:sp>
        <p:nvSpPr>
          <p:cNvPr id="13" name="!!estado-arte:5fc61d988f"/>
          <p:cNvSpPr/>
          <p:nvPr/>
        </p:nvSpPr>
        <p:spPr>
          <a:xfrm>
            <a:off x="638175" y="1616075"/>
            <a:ext cx="10915650" cy="552450"/>
          </a:xfrm>
          <a:prstGeom prst="roundRect">
            <a:avLst>
              <a:gd name="adj" fmla="val 1551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stado-arte:b4332ca9a2"/>
          <p:cNvSpPr/>
          <p:nvPr/>
        </p:nvSpPr>
        <p:spPr>
          <a:xfrm>
            <a:off x="781050" y="1701800"/>
            <a:ext cx="381000" cy="381000"/>
          </a:xfrm>
          <a:prstGeom prst="roundRect">
            <a:avLst>
              <a:gd name="adj" fmla="val 23333"/>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stado-arte:80903a7ca3"/>
          <p:cNvSpPr txBox="1"/>
          <p:nvPr/>
        </p:nvSpPr>
        <p:spPr>
          <a:xfrm>
            <a:off x="755650" y="1804797"/>
            <a:ext cx="4318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1</a:t>
            </a:r>
          </a:p>
        </p:txBody>
      </p:sp>
      <p:sp>
        <p:nvSpPr>
          <p:cNvPr id="16" name="!!estado-arte:fd7e17f7a7"/>
          <p:cNvSpPr txBox="1"/>
          <p:nvPr/>
        </p:nvSpPr>
        <p:spPr>
          <a:xfrm>
            <a:off x="1339850" y="1776115"/>
            <a:ext cx="8784336"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F2937"/>
                </a:solidFill>
                <a:latin typeface="Calibri"/>
              </a:rPr>
              <a:t>El procedimiento de cálculo completo, a la vista sobre el modelo del usuario</a:t>
            </a:r>
          </a:p>
        </p:txBody>
      </p:sp>
      <p:sp>
        <p:nvSpPr>
          <p:cNvPr id="17" name="!!estado-arte:ea9392c151"/>
          <p:cNvSpPr/>
          <p:nvPr/>
        </p:nvSpPr>
        <p:spPr>
          <a:xfrm>
            <a:off x="10110660" y="1714500"/>
            <a:ext cx="1293940" cy="355600"/>
          </a:xfrm>
          <a:prstGeom prst="roundRect">
            <a:avLst>
              <a:gd name="adj" fmla="val 50000"/>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stado-arte:a015fb4f60"/>
          <p:cNvSpPr txBox="1"/>
          <p:nvPr/>
        </p:nvSpPr>
        <p:spPr>
          <a:xfrm>
            <a:off x="10523410" y="1809552"/>
            <a:ext cx="811340" cy="170688"/>
          </a:xfrm>
          <a:prstGeom prst="rect">
            <a:avLst/>
          </a:prstGeom>
          <a:noFill/>
        </p:spPr>
        <p:txBody>
          <a:bodyPr wrap="square" lIns="0" rIns="0" tIns="0" bIns="0" anchor="t"/>
          <a:lstStyle/>
          <a:p>
            <a:pPr algn="l">
              <a:lnSpc>
                <a:spcPts val="1344"/>
              </a:lnSpc>
              <a:spcBef>
                <a:spcPts val="0"/>
              </a:spcBef>
              <a:spcAft>
                <a:spcPts val="0"/>
              </a:spcAft>
            </a:pPr>
            <a:r>
              <a:rPr sz="1200" b="1" i="0">
                <a:solidFill>
                  <a:srgbClr val="6F42C1"/>
                </a:solidFill>
                <a:latin typeface="Calibri"/>
              </a:rPr>
              <a:t>Trazabilidad</a:t>
            </a:r>
          </a:p>
        </p:txBody>
      </p:sp>
      <p:pic>
        <p:nvPicPr>
          <p:cNvPr id="19" name="!!estado-arte:b4d7a8718e" descr="1f4b0d6981efbbcf.png"/>
          <p:cNvPicPr>
            <a:picLocks noChangeAspect="1"/>
          </p:cNvPicPr>
          <p:nvPr/>
        </p:nvPicPr>
        <p:blipFill>
          <a:blip r:embed="rId2"/>
          <a:stretch>
            <a:fillRect/>
          </a:stretch>
        </p:blipFill>
        <p:spPr>
          <a:xfrm>
            <a:off x="10229850" y="1784350"/>
            <a:ext cx="222250" cy="215900"/>
          </a:xfrm>
          <a:prstGeom prst="rect">
            <a:avLst/>
          </a:prstGeom>
        </p:spPr>
      </p:pic>
      <p:sp>
        <p:nvSpPr>
          <p:cNvPr id="20" name="!!estado-arte:59b80b2ac4"/>
          <p:cNvSpPr/>
          <p:nvPr/>
        </p:nvSpPr>
        <p:spPr>
          <a:xfrm>
            <a:off x="638175" y="2251075"/>
            <a:ext cx="10915650" cy="552450"/>
          </a:xfrm>
          <a:prstGeom prst="roundRect">
            <a:avLst>
              <a:gd name="adj" fmla="val 1551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stado-arte:7dec7327f6"/>
          <p:cNvSpPr/>
          <p:nvPr/>
        </p:nvSpPr>
        <p:spPr>
          <a:xfrm>
            <a:off x="781050" y="2336800"/>
            <a:ext cx="381000" cy="381000"/>
          </a:xfrm>
          <a:prstGeom prst="roundRect">
            <a:avLst>
              <a:gd name="adj" fmla="val 23333"/>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stado-arte:e770735102"/>
          <p:cNvSpPr txBox="1"/>
          <p:nvPr/>
        </p:nvSpPr>
        <p:spPr>
          <a:xfrm>
            <a:off x="755650" y="2439797"/>
            <a:ext cx="4318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2</a:t>
            </a:r>
          </a:p>
        </p:txBody>
      </p:sp>
      <p:sp>
        <p:nvSpPr>
          <p:cNvPr id="23" name="!!estado-arte:2d9647e34f"/>
          <p:cNvSpPr txBox="1"/>
          <p:nvPr/>
        </p:nvSpPr>
        <p:spPr>
          <a:xfrm>
            <a:off x="1339850" y="2411115"/>
            <a:ext cx="7728077"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F2937"/>
                </a:solidFill>
                <a:latin typeface="Calibri"/>
              </a:rPr>
              <a:t>Una memoria de cálculo reproducible a mano</a:t>
            </a:r>
          </a:p>
        </p:txBody>
      </p:sp>
      <p:sp>
        <p:nvSpPr>
          <p:cNvPr id="24" name="!!estado-arte:3c6cd66848"/>
          <p:cNvSpPr/>
          <p:nvPr/>
        </p:nvSpPr>
        <p:spPr>
          <a:xfrm>
            <a:off x="9075166" y="2349500"/>
            <a:ext cx="2329434" cy="355600"/>
          </a:xfrm>
          <a:prstGeom prst="roundRect">
            <a:avLst>
              <a:gd name="adj" fmla="val 50000"/>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stado-arte:861fed9ed2"/>
          <p:cNvSpPr txBox="1"/>
          <p:nvPr/>
        </p:nvSpPr>
        <p:spPr>
          <a:xfrm>
            <a:off x="9487916" y="2444552"/>
            <a:ext cx="1846834" cy="170688"/>
          </a:xfrm>
          <a:prstGeom prst="rect">
            <a:avLst/>
          </a:prstGeom>
          <a:noFill/>
        </p:spPr>
        <p:txBody>
          <a:bodyPr wrap="square" lIns="0" rIns="0" tIns="0" bIns="0" anchor="t"/>
          <a:lstStyle/>
          <a:p>
            <a:pPr algn="l">
              <a:lnSpc>
                <a:spcPts val="1344"/>
              </a:lnSpc>
              <a:spcBef>
                <a:spcPts val="0"/>
              </a:spcBef>
              <a:spcAft>
                <a:spcPts val="0"/>
              </a:spcAft>
            </a:pPr>
            <a:r>
              <a:rPr sz="1200" b="1" i="0">
                <a:solidFill>
                  <a:srgbClr val="6F42C1"/>
                </a:solidFill>
                <a:latin typeface="Calibri"/>
              </a:rPr>
              <a:t>Trazabilidad y verificabilidad</a:t>
            </a:r>
          </a:p>
        </p:txBody>
      </p:sp>
      <p:pic>
        <p:nvPicPr>
          <p:cNvPr id="26" name="!!estado-arte:d89c1a8e25" descr="eaa0f663dbf19fc7.png"/>
          <p:cNvPicPr>
            <a:picLocks noChangeAspect="1"/>
          </p:cNvPicPr>
          <p:nvPr/>
        </p:nvPicPr>
        <p:blipFill>
          <a:blip r:embed="rId3"/>
          <a:stretch>
            <a:fillRect/>
          </a:stretch>
        </p:blipFill>
        <p:spPr>
          <a:xfrm>
            <a:off x="9194800" y="2419350"/>
            <a:ext cx="222250" cy="215900"/>
          </a:xfrm>
          <a:prstGeom prst="rect">
            <a:avLst/>
          </a:prstGeom>
        </p:spPr>
      </p:pic>
      <p:sp>
        <p:nvSpPr>
          <p:cNvPr id="27" name="!!estado-arte:72e294fc53"/>
          <p:cNvSpPr/>
          <p:nvPr/>
        </p:nvSpPr>
        <p:spPr>
          <a:xfrm>
            <a:off x="638175" y="2886075"/>
            <a:ext cx="10915650" cy="552450"/>
          </a:xfrm>
          <a:prstGeom prst="roundRect">
            <a:avLst>
              <a:gd name="adj" fmla="val 1551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stado-arte:d9491bccf7"/>
          <p:cNvSpPr/>
          <p:nvPr/>
        </p:nvSpPr>
        <p:spPr>
          <a:xfrm>
            <a:off x="781050" y="2971800"/>
            <a:ext cx="381000" cy="381000"/>
          </a:xfrm>
          <a:prstGeom prst="roundRect">
            <a:avLst>
              <a:gd name="adj" fmla="val 23333"/>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stado-arte:b48d0419f8"/>
          <p:cNvSpPr txBox="1"/>
          <p:nvPr/>
        </p:nvSpPr>
        <p:spPr>
          <a:xfrm>
            <a:off x="755650" y="3074797"/>
            <a:ext cx="4318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3</a:t>
            </a:r>
          </a:p>
        </p:txBody>
      </p:sp>
      <p:sp>
        <p:nvSpPr>
          <p:cNvPr id="30" name="!!estado-arte:b29d9ff758"/>
          <p:cNvSpPr txBox="1"/>
          <p:nvPr/>
        </p:nvSpPr>
        <p:spPr>
          <a:xfrm>
            <a:off x="1339850" y="3046115"/>
            <a:ext cx="8635873"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F2937"/>
                </a:solidFill>
                <a:latin typeface="Calibri"/>
              </a:rPr>
              <a:t>Exactitud verificada y validada, publicada junto con la herramienta</a:t>
            </a:r>
          </a:p>
        </p:txBody>
      </p:sp>
      <p:sp>
        <p:nvSpPr>
          <p:cNvPr id="31" name="!!estado-arte:5aff2c27fb"/>
          <p:cNvSpPr/>
          <p:nvPr/>
        </p:nvSpPr>
        <p:spPr>
          <a:xfrm>
            <a:off x="9965118" y="2984500"/>
            <a:ext cx="1439482" cy="355600"/>
          </a:xfrm>
          <a:prstGeom prst="roundRect">
            <a:avLst>
              <a:gd name="adj" fmla="val 50000"/>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stado-arte:b3f47ef6e1"/>
          <p:cNvSpPr txBox="1"/>
          <p:nvPr/>
        </p:nvSpPr>
        <p:spPr>
          <a:xfrm>
            <a:off x="10377868" y="3079552"/>
            <a:ext cx="956882" cy="170688"/>
          </a:xfrm>
          <a:prstGeom prst="rect">
            <a:avLst/>
          </a:prstGeom>
          <a:noFill/>
        </p:spPr>
        <p:txBody>
          <a:bodyPr wrap="square" lIns="0" rIns="0" tIns="0" bIns="0" anchor="t"/>
          <a:lstStyle/>
          <a:p>
            <a:pPr algn="l">
              <a:lnSpc>
                <a:spcPts val="1344"/>
              </a:lnSpc>
              <a:spcBef>
                <a:spcPts val="0"/>
              </a:spcBef>
              <a:spcAft>
                <a:spcPts val="0"/>
              </a:spcAft>
            </a:pPr>
            <a:r>
              <a:rPr sz="1200" b="1" i="0">
                <a:solidFill>
                  <a:srgbClr val="6F42C1"/>
                </a:solidFill>
                <a:latin typeface="Calibri"/>
              </a:rPr>
              <a:t>Verificabilidad</a:t>
            </a:r>
          </a:p>
        </p:txBody>
      </p:sp>
      <p:pic>
        <p:nvPicPr>
          <p:cNvPr id="33" name="!!estado-arte:8f8df91814" descr="2f184b021fe986c3.png"/>
          <p:cNvPicPr>
            <a:picLocks noChangeAspect="1"/>
          </p:cNvPicPr>
          <p:nvPr/>
        </p:nvPicPr>
        <p:blipFill>
          <a:blip r:embed="rId4"/>
          <a:stretch>
            <a:fillRect/>
          </a:stretch>
        </p:blipFill>
        <p:spPr>
          <a:xfrm>
            <a:off x="10083800" y="3054350"/>
            <a:ext cx="222250" cy="215900"/>
          </a:xfrm>
          <a:prstGeom prst="rect">
            <a:avLst/>
          </a:prstGeom>
        </p:spPr>
      </p:pic>
      <p:sp>
        <p:nvSpPr>
          <p:cNvPr id="34" name="!!estado-arte:dfa175d01f"/>
          <p:cNvSpPr/>
          <p:nvPr/>
        </p:nvSpPr>
        <p:spPr>
          <a:xfrm>
            <a:off x="638175" y="3521075"/>
            <a:ext cx="10915650" cy="552450"/>
          </a:xfrm>
          <a:prstGeom prst="roundRect">
            <a:avLst>
              <a:gd name="adj" fmla="val 1551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stado-arte:f2ff075c9a"/>
          <p:cNvSpPr/>
          <p:nvPr/>
        </p:nvSpPr>
        <p:spPr>
          <a:xfrm>
            <a:off x="781050" y="3606800"/>
            <a:ext cx="381000" cy="381000"/>
          </a:xfrm>
          <a:prstGeom prst="roundRect">
            <a:avLst>
              <a:gd name="adj" fmla="val 23333"/>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stado-arte:1e2180d993"/>
          <p:cNvSpPr txBox="1"/>
          <p:nvPr/>
        </p:nvSpPr>
        <p:spPr>
          <a:xfrm>
            <a:off x="755650" y="3709797"/>
            <a:ext cx="4318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4</a:t>
            </a:r>
          </a:p>
        </p:txBody>
      </p:sp>
      <p:sp>
        <p:nvSpPr>
          <p:cNvPr id="37" name="!!estado-arte:23851ff858"/>
          <p:cNvSpPr txBox="1"/>
          <p:nvPr/>
        </p:nvSpPr>
        <p:spPr>
          <a:xfrm>
            <a:off x="1339850" y="3681115"/>
            <a:ext cx="7865618"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F2937"/>
                </a:solidFill>
                <a:latin typeface="Calibri"/>
              </a:rPr>
              <a:t>La cobertura del contenido que exige un consenso publicado de expertos</a:t>
            </a:r>
          </a:p>
        </p:txBody>
      </p:sp>
      <p:sp>
        <p:nvSpPr>
          <p:cNvPr id="38" name="!!estado-arte:f62790bf8c"/>
          <p:cNvSpPr/>
          <p:nvPr/>
        </p:nvSpPr>
        <p:spPr>
          <a:xfrm>
            <a:off x="9209976" y="3619500"/>
            <a:ext cx="2194624" cy="355600"/>
          </a:xfrm>
          <a:prstGeom prst="roundRect">
            <a:avLst>
              <a:gd name="adj" fmla="val 50000"/>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stado-arte:ed868a2046"/>
          <p:cNvSpPr txBox="1"/>
          <p:nvPr/>
        </p:nvSpPr>
        <p:spPr>
          <a:xfrm>
            <a:off x="9622726" y="3714552"/>
            <a:ext cx="1712024" cy="170688"/>
          </a:xfrm>
          <a:prstGeom prst="rect">
            <a:avLst/>
          </a:prstGeom>
          <a:noFill/>
        </p:spPr>
        <p:txBody>
          <a:bodyPr wrap="square" lIns="0" rIns="0" tIns="0" bIns="0" anchor="t"/>
          <a:lstStyle/>
          <a:p>
            <a:pPr algn="l">
              <a:lnSpc>
                <a:spcPts val="1344"/>
              </a:lnSpc>
              <a:spcBef>
                <a:spcPts val="0"/>
              </a:spcBef>
              <a:spcAft>
                <a:spcPts val="0"/>
              </a:spcAft>
            </a:pPr>
            <a:r>
              <a:rPr sz="1200" b="1" i="0">
                <a:solidFill>
                  <a:srgbClr val="6F42C1"/>
                </a:solidFill>
                <a:latin typeface="Calibri"/>
              </a:rPr>
              <a:t>Trazabilidad del contenido</a:t>
            </a:r>
          </a:p>
        </p:txBody>
      </p:sp>
      <p:pic>
        <p:nvPicPr>
          <p:cNvPr id="40" name="!!estado-arte:583ab44f50" descr="1f4b0d6981efbbcf.png"/>
          <p:cNvPicPr>
            <a:picLocks noChangeAspect="1"/>
          </p:cNvPicPr>
          <p:nvPr/>
        </p:nvPicPr>
        <p:blipFill>
          <a:blip r:embed="rId2"/>
          <a:stretch>
            <a:fillRect/>
          </a:stretch>
        </p:blipFill>
        <p:spPr>
          <a:xfrm>
            <a:off x="9328150" y="3689350"/>
            <a:ext cx="222250" cy="215900"/>
          </a:xfrm>
          <a:prstGeom prst="rect">
            <a:avLst/>
          </a:prstGeom>
        </p:spPr>
      </p:pic>
      <p:sp>
        <p:nvSpPr>
          <p:cNvPr id="41" name="!!estado-arte:20d1a7d91d"/>
          <p:cNvSpPr/>
          <p:nvPr/>
        </p:nvSpPr>
        <p:spPr>
          <a:xfrm>
            <a:off x="638175" y="4156075"/>
            <a:ext cx="10915650" cy="552450"/>
          </a:xfrm>
          <a:prstGeom prst="roundRect">
            <a:avLst>
              <a:gd name="adj" fmla="val 1551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estado-arte:c5e6470082"/>
          <p:cNvSpPr/>
          <p:nvPr/>
        </p:nvSpPr>
        <p:spPr>
          <a:xfrm>
            <a:off x="781050" y="4241800"/>
            <a:ext cx="381000" cy="381000"/>
          </a:xfrm>
          <a:prstGeom prst="roundRect">
            <a:avLst>
              <a:gd name="adj" fmla="val 23333"/>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stado-arte:437ebf803f"/>
          <p:cNvSpPr txBox="1"/>
          <p:nvPr/>
        </p:nvSpPr>
        <p:spPr>
          <a:xfrm>
            <a:off x="755650" y="4344797"/>
            <a:ext cx="431800" cy="203200"/>
          </a:xfrm>
          <a:prstGeom prst="rect">
            <a:avLst/>
          </a:prstGeom>
          <a:noFill/>
        </p:spPr>
        <p:txBody>
          <a:bodyPr wrap="square" lIns="0" rIns="0" tIns="0" bIns="0" anchor="t"/>
          <a:lstStyle/>
          <a:p>
            <a:pPr algn="ctr">
              <a:lnSpc>
                <a:spcPts val="1600"/>
              </a:lnSpc>
              <a:spcBef>
                <a:spcPts val="0"/>
              </a:spcBef>
              <a:spcAft>
                <a:spcPts val="0"/>
              </a:spcAft>
            </a:pPr>
            <a:r>
              <a:rPr sz="1600" b="1" i="0">
                <a:solidFill>
                  <a:srgbClr val="FFFFFF"/>
                </a:solidFill>
                <a:latin typeface="Calibri"/>
              </a:rPr>
              <a:t>5</a:t>
            </a:r>
          </a:p>
        </p:txBody>
      </p:sp>
      <p:sp>
        <p:nvSpPr>
          <p:cNvPr id="44" name="!!estado-arte:d3f3219eab"/>
          <p:cNvSpPr txBox="1"/>
          <p:nvPr/>
        </p:nvSpPr>
        <p:spPr>
          <a:xfrm>
            <a:off x="1339850" y="4316115"/>
            <a:ext cx="7953438" cy="256032"/>
          </a:xfrm>
          <a:prstGeom prst="rect">
            <a:avLst/>
          </a:prstGeom>
          <a:noFill/>
        </p:spPr>
        <p:txBody>
          <a:bodyPr wrap="square" lIns="0" rIns="0" tIns="0" bIns="0" anchor="t"/>
          <a:lstStyle/>
          <a:p>
            <a:pPr algn="l">
              <a:lnSpc>
                <a:spcPts val="2016"/>
              </a:lnSpc>
              <a:spcBef>
                <a:spcPts val="0"/>
              </a:spcBef>
              <a:spcAft>
                <a:spcPts val="0"/>
              </a:spcAft>
            </a:pPr>
            <a:r>
              <a:rPr sz="1800" b="1" i="0">
                <a:solidFill>
                  <a:srgbClr val="1F2937"/>
                </a:solidFill>
                <a:latin typeface="Calibri"/>
              </a:rPr>
              <a:t>Un software libre y en español</a:t>
            </a:r>
          </a:p>
        </p:txBody>
      </p:sp>
      <p:sp>
        <p:nvSpPr>
          <p:cNvPr id="45" name="!!estado-arte:eeae7c562c"/>
          <p:cNvSpPr/>
          <p:nvPr/>
        </p:nvSpPr>
        <p:spPr>
          <a:xfrm>
            <a:off x="9296082" y="4254500"/>
            <a:ext cx="2108518" cy="355600"/>
          </a:xfrm>
          <a:prstGeom prst="roundRect">
            <a:avLst>
              <a:gd name="adj" fmla="val 50000"/>
            </a:avLst>
          </a:prstGeom>
          <a:solidFill>
            <a:srgbClr val="EAF0FA"/>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stado-arte:fca4ca74af"/>
          <p:cNvSpPr txBox="1"/>
          <p:nvPr/>
        </p:nvSpPr>
        <p:spPr>
          <a:xfrm>
            <a:off x="9708832" y="4349552"/>
            <a:ext cx="1625918" cy="170688"/>
          </a:xfrm>
          <a:prstGeom prst="rect">
            <a:avLst/>
          </a:prstGeom>
          <a:noFill/>
        </p:spPr>
        <p:txBody>
          <a:bodyPr wrap="square" lIns="0" rIns="0" tIns="0" bIns="0" anchor="t"/>
          <a:lstStyle/>
          <a:p>
            <a:pPr algn="l">
              <a:lnSpc>
                <a:spcPts val="1344"/>
              </a:lnSpc>
              <a:spcBef>
                <a:spcPts val="0"/>
              </a:spcBef>
              <a:spcAft>
                <a:spcPts val="0"/>
              </a:spcAft>
            </a:pPr>
            <a:r>
              <a:rPr sz="1200" b="1" i="0">
                <a:solidFill>
                  <a:srgbClr val="3F4A5A"/>
                </a:solidFill>
                <a:latin typeface="Calibri"/>
              </a:rPr>
              <a:t>Al alcance del estudiante</a:t>
            </a:r>
          </a:p>
        </p:txBody>
      </p:sp>
      <p:pic>
        <p:nvPicPr>
          <p:cNvPr id="47" name="!!estado-arte:58df2980f4" descr="3e4715177a04510a.png"/>
          <p:cNvPicPr>
            <a:picLocks noChangeAspect="1"/>
          </p:cNvPicPr>
          <p:nvPr/>
        </p:nvPicPr>
        <p:blipFill>
          <a:blip r:embed="rId5"/>
          <a:stretch>
            <a:fillRect/>
          </a:stretch>
        </p:blipFill>
        <p:spPr>
          <a:xfrm>
            <a:off x="9410700" y="4324350"/>
            <a:ext cx="222250" cy="215900"/>
          </a:xfrm>
          <a:prstGeom prst="rect">
            <a:avLst/>
          </a:prstGeom>
        </p:spPr>
      </p:pic>
      <p:sp>
        <p:nvSpPr>
          <p:cNvPr id="48" name="!!estado-arte:623c917035"/>
          <p:cNvSpPr txBox="1"/>
          <p:nvPr/>
        </p:nvSpPr>
        <p:spPr>
          <a:xfrm>
            <a:off x="635000" y="4908805"/>
            <a:ext cx="605224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3E5A86"/>
                </a:solidFill>
                <a:latin typeface="Calibri"/>
              </a:rPr>
              <a:t>Cuatro principios orientan cómo exponer el procedimiento</a:t>
            </a:r>
            <a:r>
              <a:rPr sz="1250" b="1" i="0">
                <a:solidFill>
                  <a:srgbClr val="5B6575"/>
                </a:solidFill>
                <a:latin typeface="Calibri"/>
              </a:rPr>
              <a:t> (§ 1.2)</a:t>
            </a:r>
          </a:p>
        </p:txBody>
      </p:sp>
      <p:sp>
        <p:nvSpPr>
          <p:cNvPr id="49" name="!!estado-arte:e3c3628ce9"/>
          <p:cNvSpPr/>
          <p:nvPr/>
        </p:nvSpPr>
        <p:spPr>
          <a:xfrm>
            <a:off x="638175" y="5172075"/>
            <a:ext cx="2638425" cy="857250"/>
          </a:xfrm>
          <a:prstGeom prst="roundRect">
            <a:avLst>
              <a:gd name="adj" fmla="val 10000"/>
            </a:avLst>
          </a:prstGeom>
          <a:solidFill>
            <a:srgbClr val="EEF2F8"/>
          </a:solidFill>
          <a:ln w="6350">
            <a:solidFill>
              <a:srgbClr val="3E5A86">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estado-arte:841bc89569" descr="8e3ce8e2ab53e508.png"/>
          <p:cNvPicPr>
            <a:picLocks noChangeAspect="1"/>
          </p:cNvPicPr>
          <p:nvPr/>
        </p:nvPicPr>
        <p:blipFill>
          <a:blip r:embed="rId6"/>
          <a:stretch>
            <a:fillRect/>
          </a:stretch>
        </p:blipFill>
        <p:spPr>
          <a:xfrm>
            <a:off x="755650" y="5397500"/>
            <a:ext cx="406400" cy="406400"/>
          </a:xfrm>
          <a:prstGeom prst="rect">
            <a:avLst/>
          </a:prstGeom>
        </p:spPr>
      </p:pic>
      <p:sp>
        <p:nvSpPr>
          <p:cNvPr id="51" name="!!estado-arte:7a2cd7ed28"/>
          <p:cNvSpPr txBox="1"/>
          <p:nvPr/>
        </p:nvSpPr>
        <p:spPr>
          <a:xfrm>
            <a:off x="1250950" y="5223938"/>
            <a:ext cx="1958975" cy="384048"/>
          </a:xfrm>
          <a:prstGeom prst="rect">
            <a:avLst/>
          </a:prstGeom>
          <a:noFill/>
        </p:spPr>
        <p:txBody>
          <a:bodyPr wrap="square" lIns="0" rIns="0" tIns="0" bIns="0" anchor="t"/>
          <a:lstStyle/>
          <a:p>
            <a:pPr algn="l">
              <a:lnSpc>
                <a:spcPts val="1512"/>
              </a:lnSpc>
              <a:spcBef>
                <a:spcPts val="0"/>
              </a:spcBef>
              <a:spcAft>
                <a:spcPts val="0"/>
              </a:spcAft>
            </a:pPr>
            <a:r>
              <a:rPr sz="1350" b="1" i="0">
                <a:solidFill>
                  <a:srgbClr val="1F2937"/>
                </a:solidFill>
                <a:latin typeface="Calibri"/>
              </a:rPr>
              <a:t>Visibilidad del</a:t>
            </a:r>
            <a:br/>
            <a:r>
              <a:rPr sz="1350" b="1" i="0">
                <a:solidFill>
                  <a:srgbClr val="1F2937"/>
                </a:solidFill>
                <a:latin typeface="Calibri"/>
              </a:rPr>
              <a:t>procedimiento</a:t>
            </a:r>
          </a:p>
        </p:txBody>
      </p:sp>
      <p:sp>
        <p:nvSpPr>
          <p:cNvPr id="52" name="!!estado-arte:8948f5d38d"/>
          <p:cNvSpPr txBox="1"/>
          <p:nvPr/>
        </p:nvSpPr>
        <p:spPr>
          <a:xfrm>
            <a:off x="1250950" y="5645236"/>
            <a:ext cx="1958975" cy="341058"/>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[9, p. 157; 17, p. 872;</a:t>
            </a:r>
            <a:br/>
            <a:r>
              <a:rPr sz="1100" b="1" i="0">
                <a:solidFill>
                  <a:srgbClr val="5B6575"/>
                </a:solidFill>
                <a:latin typeface="Calibri"/>
              </a:rPr>
              <a:t>10, p. 1008]</a:t>
            </a:r>
          </a:p>
        </p:txBody>
      </p:sp>
      <p:sp>
        <p:nvSpPr>
          <p:cNvPr id="53" name="!!estado-arte:dd5d617728"/>
          <p:cNvSpPr/>
          <p:nvPr/>
        </p:nvSpPr>
        <p:spPr>
          <a:xfrm>
            <a:off x="3397250" y="5172075"/>
            <a:ext cx="2638425" cy="857250"/>
          </a:xfrm>
          <a:prstGeom prst="roundRect">
            <a:avLst>
              <a:gd name="adj" fmla="val 10000"/>
            </a:avLst>
          </a:prstGeom>
          <a:solidFill>
            <a:srgbClr val="EEF2F8"/>
          </a:solidFill>
          <a:ln w="6350">
            <a:solidFill>
              <a:srgbClr val="3E5A86">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estado-arte:36a09e661d" descr="0e9be31d8e744a72.png"/>
          <p:cNvPicPr>
            <a:picLocks noChangeAspect="1"/>
          </p:cNvPicPr>
          <p:nvPr/>
        </p:nvPicPr>
        <p:blipFill>
          <a:blip r:embed="rId7"/>
          <a:stretch>
            <a:fillRect/>
          </a:stretch>
        </p:blipFill>
        <p:spPr>
          <a:xfrm>
            <a:off x="3511550" y="5397500"/>
            <a:ext cx="412750" cy="406400"/>
          </a:xfrm>
          <a:prstGeom prst="rect">
            <a:avLst/>
          </a:prstGeom>
        </p:spPr>
      </p:pic>
      <p:sp>
        <p:nvSpPr>
          <p:cNvPr id="55" name="!!estado-arte:5927f11f64"/>
          <p:cNvSpPr txBox="1"/>
          <p:nvPr/>
        </p:nvSpPr>
        <p:spPr>
          <a:xfrm>
            <a:off x="4010025" y="5223938"/>
            <a:ext cx="1958975" cy="384048"/>
          </a:xfrm>
          <a:prstGeom prst="rect">
            <a:avLst/>
          </a:prstGeom>
          <a:noFill/>
        </p:spPr>
        <p:txBody>
          <a:bodyPr wrap="square" lIns="0" rIns="0" tIns="0" bIns="0" anchor="t"/>
          <a:lstStyle/>
          <a:p>
            <a:pPr algn="l">
              <a:lnSpc>
                <a:spcPts val="1512"/>
              </a:lnSpc>
              <a:spcBef>
                <a:spcPts val="0"/>
              </a:spcBef>
              <a:spcAft>
                <a:spcPts val="0"/>
              </a:spcAft>
            </a:pPr>
            <a:r>
              <a:rPr sz="1350" b="1" i="0">
                <a:solidFill>
                  <a:srgbClr val="1F2937"/>
                </a:solidFill>
                <a:latin typeface="Calibri"/>
              </a:rPr>
              <a:t>Interactividad con vínculo</a:t>
            </a:r>
            <a:br/>
            <a:r>
              <a:rPr sz="1350" b="1" i="0">
                <a:solidFill>
                  <a:srgbClr val="1F2937"/>
                </a:solidFill>
                <a:latin typeface="Calibri"/>
              </a:rPr>
              <a:t>al modelo</a:t>
            </a:r>
          </a:p>
        </p:txBody>
      </p:sp>
      <p:sp>
        <p:nvSpPr>
          <p:cNvPr id="56" name="!!estado-arte:9232dc51ac"/>
          <p:cNvSpPr txBox="1"/>
          <p:nvPr/>
        </p:nvSpPr>
        <p:spPr>
          <a:xfrm>
            <a:off x="4010025" y="5645236"/>
            <a:ext cx="1958975" cy="341058"/>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[9, pp. 158, 163, 166, 168;</a:t>
            </a:r>
            <a:br/>
            <a:r>
              <a:rPr sz="1100" b="1" i="0">
                <a:solidFill>
                  <a:srgbClr val="5B6575"/>
                </a:solidFill>
                <a:latin typeface="Calibri"/>
              </a:rPr>
              <a:t>17, p. 874]</a:t>
            </a:r>
          </a:p>
        </p:txBody>
      </p:sp>
      <p:sp>
        <p:nvSpPr>
          <p:cNvPr id="57" name="!!estado-arte:f9564165ac"/>
          <p:cNvSpPr/>
          <p:nvPr/>
        </p:nvSpPr>
        <p:spPr>
          <a:xfrm>
            <a:off x="6156325" y="5172075"/>
            <a:ext cx="2638425" cy="857250"/>
          </a:xfrm>
          <a:prstGeom prst="roundRect">
            <a:avLst>
              <a:gd name="adj" fmla="val 10000"/>
            </a:avLst>
          </a:prstGeom>
          <a:solidFill>
            <a:srgbClr val="EEF2F8"/>
          </a:solidFill>
          <a:ln w="6350">
            <a:solidFill>
              <a:srgbClr val="3E5A86">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estado-arte:9119bc9c07" descr="741d77c834603b01.png"/>
          <p:cNvPicPr>
            <a:picLocks noChangeAspect="1"/>
          </p:cNvPicPr>
          <p:nvPr/>
        </p:nvPicPr>
        <p:blipFill>
          <a:blip r:embed="rId8"/>
          <a:stretch>
            <a:fillRect/>
          </a:stretch>
        </p:blipFill>
        <p:spPr>
          <a:xfrm>
            <a:off x="6273800" y="5397500"/>
            <a:ext cx="406400" cy="406400"/>
          </a:xfrm>
          <a:prstGeom prst="rect">
            <a:avLst/>
          </a:prstGeom>
        </p:spPr>
      </p:pic>
      <p:sp>
        <p:nvSpPr>
          <p:cNvPr id="59" name="!!estado-arte:608cbd3e43"/>
          <p:cNvSpPr txBox="1"/>
          <p:nvPr/>
        </p:nvSpPr>
        <p:spPr>
          <a:xfrm>
            <a:off x="6769100" y="5405611"/>
            <a:ext cx="1907286" cy="192024"/>
          </a:xfrm>
          <a:prstGeom prst="rect">
            <a:avLst/>
          </a:prstGeom>
          <a:noFill/>
        </p:spPr>
        <p:txBody>
          <a:bodyPr wrap="square" lIns="0" rIns="0" tIns="0" bIns="0" anchor="t"/>
          <a:lstStyle/>
          <a:p>
            <a:pPr algn="l">
              <a:lnSpc>
                <a:spcPts val="1512"/>
              </a:lnSpc>
              <a:spcBef>
                <a:spcPts val="0"/>
              </a:spcBef>
              <a:spcAft>
                <a:spcPts val="0"/>
              </a:spcAft>
            </a:pPr>
            <a:r>
              <a:rPr sz="1350" b="1" i="0">
                <a:solidFill>
                  <a:srgbClr val="1F2937"/>
                </a:solidFill>
                <a:latin typeface="Calibri"/>
              </a:rPr>
              <a:t>Construcción paso a paso</a:t>
            </a:r>
          </a:p>
        </p:txBody>
      </p:sp>
      <p:sp>
        <p:nvSpPr>
          <p:cNvPr id="60" name="!!estado-arte:c116bef7b6"/>
          <p:cNvSpPr txBox="1"/>
          <p:nvPr/>
        </p:nvSpPr>
        <p:spPr>
          <a:xfrm>
            <a:off x="6769100" y="5634886"/>
            <a:ext cx="190728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[10, pp. 1010–1011, 1019, 1023]</a:t>
            </a:r>
          </a:p>
        </p:txBody>
      </p:sp>
      <p:sp>
        <p:nvSpPr>
          <p:cNvPr id="61" name="!!estado-arte:b9831258b2"/>
          <p:cNvSpPr/>
          <p:nvPr/>
        </p:nvSpPr>
        <p:spPr>
          <a:xfrm>
            <a:off x="8915400" y="5172075"/>
            <a:ext cx="2638425" cy="857250"/>
          </a:xfrm>
          <a:prstGeom prst="roundRect">
            <a:avLst>
              <a:gd name="adj" fmla="val 10000"/>
            </a:avLst>
          </a:prstGeom>
          <a:solidFill>
            <a:srgbClr val="EEF2F8"/>
          </a:solidFill>
          <a:ln w="6350">
            <a:solidFill>
              <a:srgbClr val="3E5A86">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estado-arte:c2af13594f" descr="4a864f1e1ad92971.png"/>
          <p:cNvPicPr>
            <a:picLocks noChangeAspect="1"/>
          </p:cNvPicPr>
          <p:nvPr/>
        </p:nvPicPr>
        <p:blipFill>
          <a:blip r:embed="rId9"/>
          <a:stretch>
            <a:fillRect/>
          </a:stretch>
        </p:blipFill>
        <p:spPr>
          <a:xfrm>
            <a:off x="9029700" y="5397500"/>
            <a:ext cx="412750" cy="406400"/>
          </a:xfrm>
          <a:prstGeom prst="rect">
            <a:avLst/>
          </a:prstGeom>
        </p:spPr>
      </p:pic>
      <p:sp>
        <p:nvSpPr>
          <p:cNvPr id="63" name="!!estado-arte:1a90ae7973"/>
          <p:cNvSpPr txBox="1"/>
          <p:nvPr/>
        </p:nvSpPr>
        <p:spPr>
          <a:xfrm>
            <a:off x="9528175" y="5309663"/>
            <a:ext cx="1958975" cy="384048"/>
          </a:xfrm>
          <a:prstGeom prst="rect">
            <a:avLst/>
          </a:prstGeom>
          <a:noFill/>
        </p:spPr>
        <p:txBody>
          <a:bodyPr wrap="square" lIns="0" rIns="0" tIns="0" bIns="0" anchor="t"/>
          <a:lstStyle/>
          <a:p>
            <a:pPr algn="l">
              <a:lnSpc>
                <a:spcPts val="1512"/>
              </a:lnSpc>
              <a:spcBef>
                <a:spcPts val="0"/>
              </a:spcBef>
              <a:spcAft>
                <a:spcPts val="0"/>
              </a:spcAft>
            </a:pPr>
            <a:r>
              <a:rPr sz="1350" b="1" i="0">
                <a:solidFill>
                  <a:srgbClr val="1F2937"/>
                </a:solidFill>
                <a:latin typeface="Calibri"/>
              </a:rPr>
              <a:t>Conexión entre</a:t>
            </a:r>
            <a:br/>
            <a:r>
              <a:rPr sz="1350" b="1" i="0">
                <a:solidFill>
                  <a:srgbClr val="1F2937"/>
                </a:solidFill>
                <a:latin typeface="Calibri"/>
              </a:rPr>
              <a:t>fundamento y operación</a:t>
            </a:r>
          </a:p>
        </p:txBody>
      </p:sp>
      <p:sp>
        <p:nvSpPr>
          <p:cNvPr id="64" name="!!estado-arte:8eac4f053c"/>
          <p:cNvSpPr txBox="1"/>
          <p:nvPr/>
        </p:nvSpPr>
        <p:spPr>
          <a:xfrm>
            <a:off x="9528175" y="5730961"/>
            <a:ext cx="1958975"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[3, pp. 1159, 1168, 1171]</a:t>
            </a:r>
          </a:p>
        </p:txBody>
      </p:sp>
      <p:sp>
        <p:nvSpPr>
          <p:cNvPr id="65" name="!!estado-arte:c1994e519a"/>
          <p:cNvSpPr txBox="1"/>
          <p:nvPr/>
        </p:nvSpPr>
        <p:spPr>
          <a:xfrm>
            <a:off x="635000" y="1713062"/>
            <a:ext cx="1549400" cy="170561"/>
          </a:xfrm>
          <a:prstGeom prst="rect">
            <a:avLst/>
          </a:prstGeom>
          <a:noFill/>
        </p:spPr>
        <p:txBody>
          <a:bodyPr wrap="square" lIns="0" rIns="0" tIns="0" bIns="0" anchor="t"/>
          <a:lstStyle/>
          <a:p>
            <a:pPr algn="l">
              <a:lnSpc>
                <a:spcPts val="1343"/>
              </a:lnSpc>
              <a:spcBef>
                <a:spcPts val="0"/>
              </a:spcBef>
              <a:spcAft>
                <a:spcPts val="0"/>
              </a:spcAft>
            </a:pPr>
            <a:r>
              <a:rPr sz="1100" b="1" i="0" cap="all" spc="132">
                <a:solidFill>
                  <a:srgbClr val="5B6575"/>
                </a:solidFill>
                <a:latin typeface="Calibri"/>
              </a:rPr>
              <a:t>Atributo</a:t>
            </a:r>
          </a:p>
        </p:txBody>
      </p:sp>
      <p:sp>
        <p:nvSpPr>
          <p:cNvPr id="66" name="!!estado-arte:daa0b01542"/>
          <p:cNvSpPr txBox="1"/>
          <p:nvPr/>
        </p:nvSpPr>
        <p:spPr>
          <a:xfrm>
            <a:off x="2550541" y="1535716"/>
            <a:ext cx="715582" cy="180975"/>
          </a:xfrm>
          <a:prstGeom prst="rect">
            <a:avLst/>
          </a:prstGeom>
          <a:noFill/>
        </p:spPr>
        <p:txBody>
          <a:bodyPr wrap="square" lIns="0" rIns="0" tIns="0" bIns="0" anchor="t"/>
          <a:lstStyle/>
          <a:p>
            <a:pPr algn="ctr">
              <a:lnSpc>
                <a:spcPts val="1425"/>
              </a:lnSpc>
              <a:spcBef>
                <a:spcPts val="0"/>
              </a:spcBef>
              <a:spcAft>
                <a:spcPts val="0"/>
              </a:spcAft>
            </a:pPr>
            <a:r>
              <a:rPr sz="1250" b="1" i="0">
                <a:solidFill>
                  <a:srgbClr val="1F2937"/>
                </a:solidFill>
                <a:latin typeface="Calibri"/>
              </a:rPr>
              <a:t>ED-Elas2D</a:t>
            </a:r>
          </a:p>
        </p:txBody>
      </p:sp>
      <p:sp>
        <p:nvSpPr>
          <p:cNvPr id="67" name="!!estado-arte:95fe415d60"/>
          <p:cNvSpPr txBox="1"/>
          <p:nvPr/>
        </p:nvSpPr>
        <p:spPr>
          <a:xfrm>
            <a:off x="2610231" y="1743405"/>
            <a:ext cx="596138"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5B6575"/>
                </a:solidFill>
                <a:latin typeface="Calibri"/>
              </a:rPr>
              <a:t>[6] · 1998</a:t>
            </a:r>
          </a:p>
        </p:txBody>
      </p:sp>
      <p:sp>
        <p:nvSpPr>
          <p:cNvPr id="68" name="!!estado-arte:63d594b4ac"/>
          <p:cNvSpPr txBox="1"/>
          <p:nvPr/>
        </p:nvSpPr>
        <p:spPr>
          <a:xfrm>
            <a:off x="3683000" y="1354741"/>
            <a:ext cx="1397000" cy="361950"/>
          </a:xfrm>
          <a:prstGeom prst="rect">
            <a:avLst/>
          </a:prstGeom>
          <a:noFill/>
        </p:spPr>
        <p:txBody>
          <a:bodyPr wrap="square" lIns="0" rIns="0" tIns="0" bIns="0" anchor="t"/>
          <a:lstStyle/>
          <a:p>
            <a:pPr algn="ctr">
              <a:lnSpc>
                <a:spcPts val="1425"/>
              </a:lnSpc>
              <a:spcBef>
                <a:spcPts val="0"/>
              </a:spcBef>
              <a:spcAft>
                <a:spcPts val="0"/>
              </a:spcAft>
            </a:pPr>
            <a:r>
              <a:rPr sz="1250" b="1" i="0">
                <a:solidFill>
                  <a:srgbClr val="1F2937"/>
                </a:solidFill>
                <a:latin typeface="Calibri"/>
              </a:rPr>
              <a:t>Analizador de</a:t>
            </a:r>
            <a:br/>
            <a:r>
              <a:rPr sz="1250" b="1" i="0">
                <a:solidFill>
                  <a:srgbClr val="1F2937"/>
                </a:solidFill>
                <a:latin typeface="Calibri"/>
              </a:rPr>
              <a:t>cerchas</a:t>
            </a:r>
          </a:p>
        </p:txBody>
      </p:sp>
      <p:sp>
        <p:nvSpPr>
          <p:cNvPr id="69" name="!!estado-arte:237fa8330b"/>
          <p:cNvSpPr txBox="1"/>
          <p:nvPr/>
        </p:nvSpPr>
        <p:spPr>
          <a:xfrm>
            <a:off x="4239895" y="1743405"/>
            <a:ext cx="283146"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5B6575"/>
                </a:solidFill>
                <a:latin typeface="Calibri"/>
              </a:rPr>
              <a:t>[10]</a:t>
            </a:r>
          </a:p>
        </p:txBody>
      </p:sp>
      <p:sp>
        <p:nvSpPr>
          <p:cNvPr id="70" name="!!estado-arte:e9afe1872f"/>
          <p:cNvSpPr txBox="1"/>
          <p:nvPr/>
        </p:nvSpPr>
        <p:spPr>
          <a:xfrm>
            <a:off x="5519356" y="1535716"/>
            <a:ext cx="696150" cy="180975"/>
          </a:xfrm>
          <a:prstGeom prst="rect">
            <a:avLst/>
          </a:prstGeom>
          <a:noFill/>
        </p:spPr>
        <p:txBody>
          <a:bodyPr wrap="square" lIns="0" rIns="0" tIns="0" bIns="0" anchor="t"/>
          <a:lstStyle/>
          <a:p>
            <a:pPr algn="ctr">
              <a:lnSpc>
                <a:spcPts val="1425"/>
              </a:lnSpc>
              <a:spcBef>
                <a:spcPts val="0"/>
              </a:spcBef>
              <a:spcAft>
                <a:spcPts val="0"/>
              </a:spcAft>
            </a:pPr>
            <a:r>
              <a:rPr sz="1250" b="1" i="0">
                <a:solidFill>
                  <a:srgbClr val="1F2937"/>
                </a:solidFill>
                <a:latin typeface="Calibri"/>
              </a:rPr>
              <a:t>VisualFEA</a:t>
            </a:r>
          </a:p>
        </p:txBody>
      </p:sp>
      <p:sp>
        <p:nvSpPr>
          <p:cNvPr id="71" name="!!estado-arte:7356903d61"/>
          <p:cNvSpPr txBox="1"/>
          <p:nvPr/>
        </p:nvSpPr>
        <p:spPr>
          <a:xfrm>
            <a:off x="5286946" y="1743405"/>
            <a:ext cx="1160844"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5B6575"/>
                </a:solidFill>
                <a:latin typeface="Calibri"/>
              </a:rPr>
              <a:t>simuladores [9, 17]</a:t>
            </a:r>
          </a:p>
        </p:txBody>
      </p:sp>
      <p:sp>
        <p:nvSpPr>
          <p:cNvPr id="72" name="!!estado-arte:ca9841402e"/>
          <p:cNvSpPr txBox="1"/>
          <p:nvPr/>
        </p:nvSpPr>
        <p:spPr>
          <a:xfrm>
            <a:off x="6942646" y="1535716"/>
            <a:ext cx="770446" cy="180975"/>
          </a:xfrm>
          <a:prstGeom prst="rect">
            <a:avLst/>
          </a:prstGeom>
          <a:noFill/>
        </p:spPr>
        <p:txBody>
          <a:bodyPr wrap="square" lIns="0" rIns="0" tIns="0" bIns="0" anchor="t"/>
          <a:lstStyle/>
          <a:p>
            <a:pPr algn="ctr">
              <a:lnSpc>
                <a:spcPts val="1425"/>
              </a:lnSpc>
              <a:spcBef>
                <a:spcPts val="0"/>
              </a:spcBef>
              <a:spcAft>
                <a:spcPts val="0"/>
              </a:spcAft>
            </a:pPr>
            <a:r>
              <a:rPr sz="1250" b="1" i="0">
                <a:solidFill>
                  <a:srgbClr val="1F2937"/>
                </a:solidFill>
                <a:latin typeface="Calibri"/>
              </a:rPr>
              <a:t>Bibliotecas</a:t>
            </a:r>
          </a:p>
        </p:txBody>
      </p:sp>
      <p:sp>
        <p:nvSpPr>
          <p:cNvPr id="73" name="!!estado-arte:b604b635dd"/>
          <p:cNvSpPr txBox="1"/>
          <p:nvPr/>
        </p:nvSpPr>
        <p:spPr>
          <a:xfrm>
            <a:off x="6841934" y="1743405"/>
            <a:ext cx="971931"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5B6575"/>
                </a:solidFill>
                <a:latin typeface="Calibri"/>
              </a:rPr>
              <a:t>CALFEM, FEniCS</a:t>
            </a:r>
          </a:p>
        </p:txBody>
      </p:sp>
      <p:sp>
        <p:nvSpPr>
          <p:cNvPr id="74" name="!!estado-arte:32d08443f8"/>
          <p:cNvSpPr txBox="1"/>
          <p:nvPr/>
        </p:nvSpPr>
        <p:spPr>
          <a:xfrm>
            <a:off x="8208201" y="1382173"/>
            <a:ext cx="1325436" cy="180975"/>
          </a:xfrm>
          <a:prstGeom prst="rect">
            <a:avLst/>
          </a:prstGeom>
          <a:noFill/>
        </p:spPr>
        <p:txBody>
          <a:bodyPr wrap="square" lIns="0" rIns="0" tIns="0" bIns="0" anchor="t"/>
          <a:lstStyle/>
          <a:p>
            <a:pPr algn="ctr">
              <a:lnSpc>
                <a:spcPts val="1425"/>
              </a:lnSpc>
              <a:spcBef>
                <a:spcPts val="0"/>
              </a:spcBef>
              <a:spcAft>
                <a:spcPts val="0"/>
              </a:spcAft>
            </a:pPr>
            <a:r>
              <a:rPr sz="1250" b="1" i="0">
                <a:solidFill>
                  <a:srgbClr val="1F2937"/>
                </a:solidFill>
                <a:latin typeface="Calibri"/>
              </a:rPr>
              <a:t>Software comercial</a:t>
            </a:r>
          </a:p>
        </p:txBody>
      </p:sp>
      <p:sp>
        <p:nvSpPr>
          <p:cNvPr id="75" name="!!estado-arte:cf795069f5"/>
          <p:cNvSpPr txBox="1"/>
          <p:nvPr/>
        </p:nvSpPr>
        <p:spPr>
          <a:xfrm>
            <a:off x="8039100" y="1589862"/>
            <a:ext cx="1663700" cy="30734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5B6575"/>
                </a:solidFill>
                <a:latin typeface="Calibri"/>
              </a:rPr>
              <a:t>SAP2000 [18], ANSYS,</a:t>
            </a:r>
            <a:br/>
            <a:r>
              <a:rPr sz="1100" b="1" i="0">
                <a:solidFill>
                  <a:srgbClr val="5B6575"/>
                </a:solidFill>
                <a:latin typeface="Calibri"/>
              </a:rPr>
              <a:t>Abaqus</a:t>
            </a:r>
          </a:p>
        </p:txBody>
      </p:sp>
      <p:sp>
        <p:nvSpPr>
          <p:cNvPr id="76" name="!!estado-arte:74a9b09120"/>
          <p:cNvSpPr/>
          <p:nvPr/>
        </p:nvSpPr>
        <p:spPr>
          <a:xfrm>
            <a:off x="9740900" y="1346200"/>
            <a:ext cx="1816100" cy="584200"/>
          </a:xfrm>
          <a:prstGeom prst="round2SameRect">
            <a:avLst>
              <a:gd name="adj1" fmla="val 13043"/>
              <a:gd name="adj2" fmla="val 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estado-arte:a483f466ff"/>
          <p:cNvSpPr txBox="1"/>
          <p:nvPr/>
        </p:nvSpPr>
        <p:spPr>
          <a:xfrm>
            <a:off x="10258425" y="1472740"/>
            <a:ext cx="780923" cy="246126"/>
          </a:xfrm>
          <a:prstGeom prst="rect">
            <a:avLst/>
          </a:prstGeom>
          <a:noFill/>
        </p:spPr>
        <p:txBody>
          <a:bodyPr wrap="square" lIns="0" rIns="0" tIns="0" bIns="0" anchor="t"/>
          <a:lstStyle/>
          <a:p>
            <a:pPr algn="ctr">
              <a:lnSpc>
                <a:spcPts val="1938"/>
              </a:lnSpc>
              <a:spcBef>
                <a:spcPts val="0"/>
              </a:spcBef>
              <a:spcAft>
                <a:spcPts val="0"/>
              </a:spcAft>
            </a:pPr>
            <a:r>
              <a:rPr sz="1700" b="1" i="0">
                <a:solidFill>
                  <a:srgbClr val="E8741A"/>
                </a:solidFill>
                <a:latin typeface="Calibri"/>
              </a:rPr>
              <a:t>EduFEM</a:t>
            </a:r>
          </a:p>
        </p:txBody>
      </p:sp>
      <p:sp>
        <p:nvSpPr>
          <p:cNvPr id="78" name="!!estado-arte:cc9eb8b380"/>
          <p:cNvSpPr txBox="1"/>
          <p:nvPr/>
        </p:nvSpPr>
        <p:spPr>
          <a:xfrm>
            <a:off x="10353675" y="1743405"/>
            <a:ext cx="590423" cy="153670"/>
          </a:xfrm>
          <a:prstGeom prst="rect">
            <a:avLst/>
          </a:prstGeom>
          <a:noFill/>
        </p:spPr>
        <p:txBody>
          <a:bodyPr wrap="square" lIns="0" rIns="0" tIns="0" bIns="0" anchor="t"/>
          <a:lstStyle/>
          <a:p>
            <a:pPr algn="ctr">
              <a:lnSpc>
                <a:spcPts val="1210"/>
              </a:lnSpc>
              <a:spcBef>
                <a:spcPts val="0"/>
              </a:spcBef>
              <a:spcAft>
                <a:spcPts val="0"/>
              </a:spcAft>
            </a:pPr>
            <a:r>
              <a:rPr sz="1100" b="1" i="0">
                <a:solidFill>
                  <a:srgbClr val="5B6575"/>
                </a:solidFill>
                <a:latin typeface="Calibri"/>
              </a:rPr>
              <a:t>esta tesis</a:t>
            </a:r>
          </a:p>
        </p:txBody>
      </p:sp>
      <p:sp>
        <p:nvSpPr>
          <p:cNvPr id="79" name="!!estado-arte:788d8bbfc5"/>
          <p:cNvSpPr txBox="1"/>
          <p:nvPr/>
        </p:nvSpPr>
        <p:spPr>
          <a:xfrm>
            <a:off x="812800" y="2092731"/>
            <a:ext cx="13716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alpha val="30000"/>
                  </a:srgbClr>
                </a:solidFill>
                <a:latin typeface="Calibri"/>
              </a:rPr>
              <a:t>Interfaz en español</a:t>
            </a:r>
          </a:p>
        </p:txBody>
      </p:sp>
      <p:sp>
        <p:nvSpPr>
          <p:cNvPr id="80" name="!!estado-arte:bf442226c4"/>
          <p:cNvSpPr txBox="1"/>
          <p:nvPr/>
        </p:nvSpPr>
        <p:spPr>
          <a:xfrm>
            <a:off x="635000" y="20927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alpha val="30000"/>
                  </a:srgbClr>
                </a:solidFill>
                <a:latin typeface="Calibri"/>
              </a:rPr>
              <a:t>1</a:t>
            </a:r>
          </a:p>
        </p:txBody>
      </p:sp>
      <p:sp>
        <p:nvSpPr>
          <p:cNvPr id="81" name="!!estado-arte:90c45ad5f3"/>
          <p:cNvSpPr/>
          <p:nvPr/>
        </p:nvSpPr>
        <p:spPr>
          <a:xfrm>
            <a:off x="2171700" y="1968500"/>
            <a:ext cx="14732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estado-arte:b50a536fe7"/>
          <p:cNvSpPr txBox="1"/>
          <p:nvPr/>
        </p:nvSpPr>
        <p:spPr>
          <a:xfrm>
            <a:off x="2228850" y="2014296"/>
            <a:ext cx="1416050" cy="30734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alpha val="30000"/>
                  </a:srgbClr>
                </a:solidFill>
                <a:latin typeface="Calibri"/>
              </a:rPr>
              <a:t>No consta:</a:t>
            </a:r>
            <a:br/>
            <a:r>
              <a:rPr sz="1100" b="0" i="1">
                <a:solidFill>
                  <a:srgbClr val="5B6575">
                    <a:alpha val="30000"/>
                  </a:srgbClr>
                </a:solidFill>
                <a:latin typeface="Calibri"/>
              </a:rPr>
              <a:t>capturas en inglés</a:t>
            </a:r>
          </a:p>
        </p:txBody>
      </p:sp>
      <p:sp>
        <p:nvSpPr>
          <p:cNvPr id="83" name="!!estado-arte:cd7491d2cb"/>
          <p:cNvSpPr/>
          <p:nvPr/>
        </p:nvSpPr>
        <p:spPr>
          <a:xfrm>
            <a:off x="2235200" y="1995996"/>
            <a:ext cx="177800" cy="177800"/>
          </a:xfrm>
          <a:prstGeom prst="ellipse">
            <a:avLst/>
          </a:prstGeom>
          <a:noFill/>
          <a:ln w="12700">
            <a:solidFill>
              <a:srgbClr val="5B6575">
                <a:alpha val="3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estado-arte:6d6e7f3562"/>
          <p:cNvSpPr txBox="1"/>
          <p:nvPr/>
        </p:nvSpPr>
        <p:spPr>
          <a:xfrm>
            <a:off x="2216150" y="2023745"/>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alpha val="30000"/>
                  </a:srgbClr>
                </a:solidFill>
                <a:latin typeface="Calibri"/>
              </a:rPr>
              <a:t>?</a:t>
            </a:r>
          </a:p>
        </p:txBody>
      </p:sp>
      <p:sp>
        <p:nvSpPr>
          <p:cNvPr id="85" name="!!estado-arte:2189dd1583"/>
          <p:cNvSpPr/>
          <p:nvPr/>
        </p:nvSpPr>
        <p:spPr>
          <a:xfrm>
            <a:off x="3683000" y="1968500"/>
            <a:ext cx="13970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estado-arte:84a76917bb"/>
          <p:cNvSpPr txBox="1"/>
          <p:nvPr/>
        </p:nvSpPr>
        <p:spPr>
          <a:xfrm>
            <a:off x="3975100" y="2091004"/>
            <a:ext cx="381381"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Inglés</a:t>
            </a:r>
          </a:p>
        </p:txBody>
      </p:sp>
      <p:sp>
        <p:nvSpPr>
          <p:cNvPr id="87" name="!!estado-arte:4ca5b1a726"/>
          <p:cNvSpPr/>
          <p:nvPr/>
        </p:nvSpPr>
        <p:spPr>
          <a:xfrm>
            <a:off x="3740150" y="20665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estado-arte:286b6b050a"/>
          <p:cNvSpPr txBox="1"/>
          <p:nvPr/>
        </p:nvSpPr>
        <p:spPr>
          <a:xfrm>
            <a:off x="3714750" y="2103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89" name="!!estado-arte:9a6a69890c"/>
          <p:cNvSpPr/>
          <p:nvPr/>
        </p:nvSpPr>
        <p:spPr>
          <a:xfrm>
            <a:off x="5118100" y="1968500"/>
            <a:ext cx="14986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estado-arte:65293ddf59"/>
          <p:cNvSpPr txBox="1"/>
          <p:nvPr/>
        </p:nvSpPr>
        <p:spPr>
          <a:xfrm>
            <a:off x="5410200" y="2091004"/>
            <a:ext cx="381381"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Inglés</a:t>
            </a:r>
          </a:p>
        </p:txBody>
      </p:sp>
      <p:sp>
        <p:nvSpPr>
          <p:cNvPr id="91" name="!!estado-arte:0c0a1f34ae"/>
          <p:cNvSpPr/>
          <p:nvPr/>
        </p:nvSpPr>
        <p:spPr>
          <a:xfrm>
            <a:off x="5175250" y="20665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estado-arte:102566cf13"/>
          <p:cNvSpPr txBox="1"/>
          <p:nvPr/>
        </p:nvSpPr>
        <p:spPr>
          <a:xfrm>
            <a:off x="5149850" y="2103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93" name="!!estado-arte:440d69786c"/>
          <p:cNvSpPr/>
          <p:nvPr/>
        </p:nvSpPr>
        <p:spPr>
          <a:xfrm>
            <a:off x="6654800" y="1968500"/>
            <a:ext cx="13462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estado-arte:f892b510f1"/>
          <p:cNvSpPr txBox="1"/>
          <p:nvPr/>
        </p:nvSpPr>
        <p:spPr>
          <a:xfrm>
            <a:off x="6946900" y="2091004"/>
            <a:ext cx="381381"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Inglés</a:t>
            </a:r>
          </a:p>
        </p:txBody>
      </p:sp>
      <p:sp>
        <p:nvSpPr>
          <p:cNvPr id="95" name="!!estado-arte:c4194e7a9b"/>
          <p:cNvSpPr/>
          <p:nvPr/>
        </p:nvSpPr>
        <p:spPr>
          <a:xfrm>
            <a:off x="6711950" y="20665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estado-arte:aff5461de0"/>
          <p:cNvSpPr txBox="1"/>
          <p:nvPr/>
        </p:nvSpPr>
        <p:spPr>
          <a:xfrm>
            <a:off x="6686550" y="2103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97" name="!!estado-arte:d552b2a6ce"/>
          <p:cNvSpPr/>
          <p:nvPr/>
        </p:nvSpPr>
        <p:spPr>
          <a:xfrm>
            <a:off x="8039100" y="1968500"/>
            <a:ext cx="1663700" cy="406400"/>
          </a:xfrm>
          <a:prstGeom prst="roundRect">
            <a:avLst>
              <a:gd name="adj" fmla="val 15625"/>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estado-arte:ce1babb421"/>
          <p:cNvSpPr txBox="1"/>
          <p:nvPr/>
        </p:nvSpPr>
        <p:spPr>
          <a:xfrm>
            <a:off x="8096250" y="20141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Inglés (localización</a:t>
            </a:r>
            <a:br/>
            <a:r>
              <a:rPr sz="1100" b="0" i="0">
                <a:solidFill>
                  <a:srgbClr val="1F2937">
                    <a:alpha val="30000"/>
                  </a:srgbClr>
                </a:solidFill>
                <a:latin typeface="Calibri"/>
              </a:rPr>
              <a:t>parcial)</a:t>
            </a:r>
          </a:p>
        </p:txBody>
      </p:sp>
      <p:sp>
        <p:nvSpPr>
          <p:cNvPr id="99" name="!!estado-arte:7d1cf4ca9e"/>
          <p:cNvSpPr/>
          <p:nvPr/>
        </p:nvSpPr>
        <p:spPr>
          <a:xfrm>
            <a:off x="8105775" y="19992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estado-arte:b3584e994e"/>
          <p:cNvSpPr/>
          <p:nvPr/>
        </p:nvSpPr>
        <p:spPr>
          <a:xfrm>
            <a:off x="9740900" y="1968500"/>
            <a:ext cx="18161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estado-arte:4f665b63e7"/>
          <p:cNvSpPr/>
          <p:nvPr/>
        </p:nvSpPr>
        <p:spPr>
          <a:xfrm>
            <a:off x="9747250" y="1974850"/>
            <a:ext cx="1803400" cy="393700"/>
          </a:xfrm>
          <a:prstGeom prst="roundRect">
            <a:avLst>
              <a:gd name="adj" fmla="val 14516"/>
            </a:avLst>
          </a:prstGeom>
          <a:noFill/>
          <a:ln w="12700">
            <a:solidFill>
              <a:srgbClr val="E8741A">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estado-arte:2c1211b642"/>
          <p:cNvSpPr txBox="1"/>
          <p:nvPr/>
        </p:nvSpPr>
        <p:spPr>
          <a:xfrm>
            <a:off x="10033000" y="2103620"/>
            <a:ext cx="503047"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alpha val="30000"/>
                  </a:srgbClr>
                </a:solidFill>
                <a:latin typeface="Calibri"/>
              </a:rPr>
              <a:t>Español</a:t>
            </a:r>
          </a:p>
        </p:txBody>
      </p:sp>
      <p:sp>
        <p:nvSpPr>
          <p:cNvPr id="103" name="!!estado-arte:ba96bb1895"/>
          <p:cNvSpPr/>
          <p:nvPr/>
        </p:nvSpPr>
        <p:spPr>
          <a:xfrm>
            <a:off x="9798050" y="2076450"/>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estado-arte:d7c1786a85"/>
          <p:cNvSpPr txBox="1"/>
          <p:nvPr/>
        </p:nvSpPr>
        <p:spPr>
          <a:xfrm>
            <a:off x="9772650" y="21137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05" name="!!estado-arte:a15d850f46"/>
          <p:cNvSpPr txBox="1"/>
          <p:nvPr/>
        </p:nvSpPr>
        <p:spPr>
          <a:xfrm>
            <a:off x="812800" y="24534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alpha val="30000"/>
                  </a:srgbClr>
                </a:solidFill>
                <a:latin typeface="Calibri"/>
              </a:rPr>
              <a:t>Libre y código</a:t>
            </a:r>
            <a:br/>
            <a:r>
              <a:rPr sz="1200" b="1" i="0">
                <a:solidFill>
                  <a:srgbClr val="1F2937">
                    <a:alpha val="30000"/>
                  </a:srgbClr>
                </a:solidFill>
                <a:latin typeface="Calibri"/>
              </a:rPr>
              <a:t>abierto</a:t>
            </a:r>
          </a:p>
        </p:txBody>
      </p:sp>
      <p:sp>
        <p:nvSpPr>
          <p:cNvPr id="106" name="!!estado-arte:e3c2b6b566"/>
          <p:cNvSpPr txBox="1"/>
          <p:nvPr/>
        </p:nvSpPr>
        <p:spPr>
          <a:xfrm>
            <a:off x="635000" y="25372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alpha val="30000"/>
                  </a:srgbClr>
                </a:solidFill>
                <a:latin typeface="Calibri"/>
              </a:rPr>
              <a:t>2</a:t>
            </a:r>
          </a:p>
        </p:txBody>
      </p:sp>
      <p:sp>
        <p:nvSpPr>
          <p:cNvPr id="107" name="!!estado-arte:69d63b35f5"/>
          <p:cNvSpPr/>
          <p:nvPr/>
        </p:nvSpPr>
        <p:spPr>
          <a:xfrm>
            <a:off x="2171700" y="2413000"/>
            <a:ext cx="14732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estado-arte:6d78553201"/>
          <p:cNvSpPr txBox="1"/>
          <p:nvPr/>
        </p:nvSpPr>
        <p:spPr>
          <a:xfrm>
            <a:off x="2463800" y="25355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alpha val="30000"/>
                  </a:srgbClr>
                </a:solidFill>
                <a:latin typeface="Calibri"/>
              </a:rPr>
              <a:t>No consta</a:t>
            </a:r>
          </a:p>
        </p:txBody>
      </p:sp>
      <p:sp>
        <p:nvSpPr>
          <p:cNvPr id="109" name="!!estado-arte:f09dfeae68"/>
          <p:cNvSpPr/>
          <p:nvPr/>
        </p:nvSpPr>
        <p:spPr>
          <a:xfrm>
            <a:off x="2235200" y="2517267"/>
            <a:ext cx="177800" cy="177800"/>
          </a:xfrm>
          <a:prstGeom prst="ellipse">
            <a:avLst/>
          </a:prstGeom>
          <a:noFill/>
          <a:ln w="12700">
            <a:solidFill>
              <a:srgbClr val="5B6575">
                <a:alpha val="3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estado-arte:6d4c68f347"/>
          <p:cNvSpPr txBox="1"/>
          <p:nvPr/>
        </p:nvSpPr>
        <p:spPr>
          <a:xfrm>
            <a:off x="2216150" y="25450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alpha val="30000"/>
                  </a:srgbClr>
                </a:solidFill>
                <a:latin typeface="Calibri"/>
              </a:rPr>
              <a:t>?</a:t>
            </a:r>
          </a:p>
        </p:txBody>
      </p:sp>
      <p:sp>
        <p:nvSpPr>
          <p:cNvPr id="111" name="!!estado-arte:c26d328f54"/>
          <p:cNvSpPr/>
          <p:nvPr/>
        </p:nvSpPr>
        <p:spPr>
          <a:xfrm>
            <a:off x="3683000" y="2413000"/>
            <a:ext cx="13970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estado-arte:860df7a4bd"/>
          <p:cNvSpPr txBox="1"/>
          <p:nvPr/>
        </p:nvSpPr>
        <p:spPr>
          <a:xfrm>
            <a:off x="3740150" y="2458796"/>
            <a:ext cx="1339850" cy="30734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alpha val="30000"/>
                  </a:srgbClr>
                </a:solidFill>
                <a:latin typeface="Calibri"/>
              </a:rPr>
              <a:t>No declarada</a:t>
            </a:r>
            <a:br/>
            <a:r>
              <a:rPr sz="1100" b="0" i="1">
                <a:solidFill>
                  <a:srgbClr val="5B6575">
                    <a:alpha val="30000"/>
                  </a:srgbClr>
                </a:solidFill>
                <a:latin typeface="Calibri"/>
              </a:rPr>
              <a:t>(código MATLAB)</a:t>
            </a:r>
          </a:p>
        </p:txBody>
      </p:sp>
      <p:sp>
        <p:nvSpPr>
          <p:cNvPr id="113" name="!!estado-arte:cfafb791ef"/>
          <p:cNvSpPr/>
          <p:nvPr/>
        </p:nvSpPr>
        <p:spPr>
          <a:xfrm>
            <a:off x="3746500" y="2440496"/>
            <a:ext cx="177800" cy="177800"/>
          </a:xfrm>
          <a:prstGeom prst="ellipse">
            <a:avLst/>
          </a:prstGeom>
          <a:noFill/>
          <a:ln w="12700">
            <a:solidFill>
              <a:srgbClr val="5B6575">
                <a:alpha val="3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estado-arte:3a8b767e72"/>
          <p:cNvSpPr txBox="1"/>
          <p:nvPr/>
        </p:nvSpPr>
        <p:spPr>
          <a:xfrm>
            <a:off x="3727450" y="2468245"/>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alpha val="30000"/>
                  </a:srgbClr>
                </a:solidFill>
                <a:latin typeface="Calibri"/>
              </a:rPr>
              <a:t>?</a:t>
            </a:r>
          </a:p>
        </p:txBody>
      </p:sp>
      <p:sp>
        <p:nvSpPr>
          <p:cNvPr id="115" name="!!estado-arte:fc707ed4bb"/>
          <p:cNvSpPr/>
          <p:nvPr/>
        </p:nvSpPr>
        <p:spPr>
          <a:xfrm>
            <a:off x="5118100" y="2413000"/>
            <a:ext cx="14986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estado-arte:ef7992b345"/>
          <p:cNvSpPr txBox="1"/>
          <p:nvPr/>
        </p:nvSpPr>
        <p:spPr>
          <a:xfrm>
            <a:off x="5410200" y="2535504"/>
            <a:ext cx="618934"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Comercial</a:t>
            </a:r>
          </a:p>
        </p:txBody>
      </p:sp>
      <p:sp>
        <p:nvSpPr>
          <p:cNvPr id="117" name="!!estado-arte:b00ee2cc00"/>
          <p:cNvSpPr/>
          <p:nvPr/>
        </p:nvSpPr>
        <p:spPr>
          <a:xfrm>
            <a:off x="5175250" y="25110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estado-arte:5aca7eba60"/>
          <p:cNvSpPr txBox="1"/>
          <p:nvPr/>
        </p:nvSpPr>
        <p:spPr>
          <a:xfrm>
            <a:off x="5149850" y="25483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19" name="!!estado-arte:441dac8820"/>
          <p:cNvSpPr/>
          <p:nvPr/>
        </p:nvSpPr>
        <p:spPr>
          <a:xfrm>
            <a:off x="6654800" y="2413000"/>
            <a:ext cx="13462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estado-arte:4d5ab205af"/>
          <p:cNvSpPr txBox="1"/>
          <p:nvPr/>
        </p:nvSpPr>
        <p:spPr>
          <a:xfrm>
            <a:off x="6946900" y="2535504"/>
            <a:ext cx="333248"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Libre</a:t>
            </a:r>
          </a:p>
        </p:txBody>
      </p:sp>
      <p:sp>
        <p:nvSpPr>
          <p:cNvPr id="121" name="!!estado-arte:b3d8940de0"/>
          <p:cNvSpPr/>
          <p:nvPr/>
        </p:nvSpPr>
        <p:spPr>
          <a:xfrm>
            <a:off x="6711950" y="2511044"/>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estado-arte:da014ccaf1"/>
          <p:cNvSpPr txBox="1"/>
          <p:nvPr/>
        </p:nvSpPr>
        <p:spPr>
          <a:xfrm>
            <a:off x="6686550" y="25483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23" name="!!estado-arte:d17d8ef9e2"/>
          <p:cNvSpPr/>
          <p:nvPr/>
        </p:nvSpPr>
        <p:spPr>
          <a:xfrm>
            <a:off x="8039100" y="2413000"/>
            <a:ext cx="16637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estado-arte:0eed3e45f1"/>
          <p:cNvSpPr txBox="1"/>
          <p:nvPr/>
        </p:nvSpPr>
        <p:spPr>
          <a:xfrm>
            <a:off x="8331200" y="2535504"/>
            <a:ext cx="618934"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Comercial</a:t>
            </a:r>
          </a:p>
        </p:txBody>
      </p:sp>
      <p:sp>
        <p:nvSpPr>
          <p:cNvPr id="125" name="!!estado-arte:0d48451146"/>
          <p:cNvSpPr/>
          <p:nvPr/>
        </p:nvSpPr>
        <p:spPr>
          <a:xfrm>
            <a:off x="8096250" y="25110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estado-arte:3dcaa69a43"/>
          <p:cNvSpPr txBox="1"/>
          <p:nvPr/>
        </p:nvSpPr>
        <p:spPr>
          <a:xfrm>
            <a:off x="8070850" y="25483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27" name="!!estado-arte:55cf5ba006"/>
          <p:cNvSpPr/>
          <p:nvPr/>
        </p:nvSpPr>
        <p:spPr>
          <a:xfrm>
            <a:off x="9740900" y="2413000"/>
            <a:ext cx="18161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estado-arte:107320814d"/>
          <p:cNvSpPr/>
          <p:nvPr/>
        </p:nvSpPr>
        <p:spPr>
          <a:xfrm>
            <a:off x="9747250" y="2419350"/>
            <a:ext cx="1803400" cy="393700"/>
          </a:xfrm>
          <a:prstGeom prst="roundRect">
            <a:avLst>
              <a:gd name="adj" fmla="val 14516"/>
            </a:avLst>
          </a:prstGeom>
          <a:noFill/>
          <a:ln w="12700">
            <a:solidFill>
              <a:srgbClr val="E8741A">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estado-arte:3d53adc62f"/>
          <p:cNvSpPr txBox="1"/>
          <p:nvPr/>
        </p:nvSpPr>
        <p:spPr>
          <a:xfrm>
            <a:off x="10033000" y="2475540"/>
            <a:ext cx="1524000" cy="290576"/>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alpha val="30000"/>
                  </a:srgbClr>
                </a:solidFill>
                <a:latin typeface="Calibri"/>
              </a:rPr>
              <a:t>Libre (MIT), código</a:t>
            </a:r>
            <a:br/>
            <a:r>
              <a:rPr sz="1100" b="1" i="0">
                <a:solidFill>
                  <a:srgbClr val="1F2937">
                    <a:alpha val="30000"/>
                  </a:srgbClr>
                </a:solidFill>
                <a:latin typeface="Calibri"/>
              </a:rPr>
              <a:t>abierto</a:t>
            </a:r>
          </a:p>
        </p:txBody>
      </p:sp>
      <p:sp>
        <p:nvSpPr>
          <p:cNvPr id="130" name="!!estado-arte:13f218ea9e"/>
          <p:cNvSpPr/>
          <p:nvPr/>
        </p:nvSpPr>
        <p:spPr>
          <a:xfrm>
            <a:off x="9798050" y="2520950"/>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estado-arte:116ae2e13b"/>
          <p:cNvSpPr txBox="1"/>
          <p:nvPr/>
        </p:nvSpPr>
        <p:spPr>
          <a:xfrm>
            <a:off x="9772650" y="25582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32" name="!!estado-arte:afc12670c0"/>
          <p:cNvSpPr txBox="1"/>
          <p:nvPr/>
        </p:nvSpPr>
        <p:spPr>
          <a:xfrm>
            <a:off x="812800" y="28979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alpha val="30000"/>
                  </a:srgbClr>
                </a:solidFill>
                <a:latin typeface="Calibri"/>
              </a:rPr>
              <a:t>Continuo elástico</a:t>
            </a:r>
            <a:br/>
            <a:r>
              <a:rPr sz="1200" b="1" i="0">
                <a:solidFill>
                  <a:srgbClr val="1F2937">
                    <a:alpha val="30000"/>
                  </a:srgbClr>
                </a:solidFill>
                <a:latin typeface="Calibri"/>
              </a:rPr>
              <a:t>plano</a:t>
            </a:r>
          </a:p>
        </p:txBody>
      </p:sp>
      <p:sp>
        <p:nvSpPr>
          <p:cNvPr id="133" name="!!estado-arte:578b3a8f37"/>
          <p:cNvSpPr txBox="1"/>
          <p:nvPr/>
        </p:nvSpPr>
        <p:spPr>
          <a:xfrm>
            <a:off x="635000" y="29817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alpha val="30000"/>
                  </a:srgbClr>
                </a:solidFill>
                <a:latin typeface="Calibri"/>
              </a:rPr>
              <a:t>3</a:t>
            </a:r>
          </a:p>
        </p:txBody>
      </p:sp>
      <p:sp>
        <p:nvSpPr>
          <p:cNvPr id="134" name="!!estado-arte:5de7121af9"/>
          <p:cNvSpPr/>
          <p:nvPr/>
        </p:nvSpPr>
        <p:spPr>
          <a:xfrm>
            <a:off x="2171700" y="2857500"/>
            <a:ext cx="14732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estado-arte:b6a956bd99"/>
          <p:cNvSpPr txBox="1"/>
          <p:nvPr/>
        </p:nvSpPr>
        <p:spPr>
          <a:xfrm>
            <a:off x="2228850" y="2903169"/>
            <a:ext cx="1416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2D: triángulos y Q4,</a:t>
            </a:r>
            <a:br/>
            <a:r>
              <a:rPr sz="1100" b="0" i="0">
                <a:solidFill>
                  <a:srgbClr val="1F2937">
                    <a:alpha val="30000"/>
                  </a:srgbClr>
                </a:solidFill>
                <a:latin typeface="Calibri"/>
              </a:rPr>
              <a:t>Q8, Q9</a:t>
            </a:r>
          </a:p>
        </p:txBody>
      </p:sp>
      <p:sp>
        <p:nvSpPr>
          <p:cNvPr id="136" name="!!estado-arte:d55e585c3a"/>
          <p:cNvSpPr/>
          <p:nvPr/>
        </p:nvSpPr>
        <p:spPr>
          <a:xfrm>
            <a:off x="2228850" y="2878709"/>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estado-arte:065ffb26dc"/>
          <p:cNvSpPr txBox="1"/>
          <p:nvPr/>
        </p:nvSpPr>
        <p:spPr>
          <a:xfrm>
            <a:off x="2203450" y="29159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38" name="!!estado-arte:a0c7915ce8"/>
          <p:cNvSpPr/>
          <p:nvPr/>
        </p:nvSpPr>
        <p:spPr>
          <a:xfrm>
            <a:off x="3683000" y="2857500"/>
            <a:ext cx="13970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estado-arte:85ac4c4387"/>
          <p:cNvSpPr txBox="1"/>
          <p:nvPr/>
        </p:nvSpPr>
        <p:spPr>
          <a:xfrm>
            <a:off x="3975100" y="2980004"/>
            <a:ext cx="905700"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Barras (cercha)</a:t>
            </a:r>
          </a:p>
        </p:txBody>
      </p:sp>
      <p:sp>
        <p:nvSpPr>
          <p:cNvPr id="140" name="!!estado-arte:f98273320d"/>
          <p:cNvSpPr/>
          <p:nvPr/>
        </p:nvSpPr>
        <p:spPr>
          <a:xfrm>
            <a:off x="3740150" y="29555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estado-arte:c27c9c9443"/>
          <p:cNvSpPr txBox="1"/>
          <p:nvPr/>
        </p:nvSpPr>
        <p:spPr>
          <a:xfrm>
            <a:off x="3714750" y="2992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42" name="!!estado-arte:3af7341ea9"/>
          <p:cNvSpPr/>
          <p:nvPr/>
        </p:nvSpPr>
        <p:spPr>
          <a:xfrm>
            <a:off x="5118100" y="2857500"/>
            <a:ext cx="14986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estado-arte:8b83861965"/>
          <p:cNvSpPr txBox="1"/>
          <p:nvPr/>
        </p:nvSpPr>
        <p:spPr>
          <a:xfrm>
            <a:off x="5175250" y="29031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Continuo, placas,</a:t>
            </a:r>
            <a:br/>
            <a:r>
              <a:rPr sz="1100" b="0" i="0">
                <a:solidFill>
                  <a:srgbClr val="1F2937">
                    <a:alpha val="30000"/>
                  </a:srgbClr>
                </a:solidFill>
                <a:latin typeface="Calibri"/>
              </a:rPr>
              <a:t>láminas y sólidos</a:t>
            </a:r>
          </a:p>
        </p:txBody>
      </p:sp>
      <p:sp>
        <p:nvSpPr>
          <p:cNvPr id="144" name="!!estado-arte:e61447a9bd"/>
          <p:cNvSpPr/>
          <p:nvPr/>
        </p:nvSpPr>
        <p:spPr>
          <a:xfrm>
            <a:off x="5175250" y="2878709"/>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estado-arte:7d0785c6d1"/>
          <p:cNvSpPr txBox="1"/>
          <p:nvPr/>
        </p:nvSpPr>
        <p:spPr>
          <a:xfrm>
            <a:off x="5149850" y="29159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46" name="!!estado-arte:f54fead2d2"/>
          <p:cNvSpPr/>
          <p:nvPr/>
        </p:nvSpPr>
        <p:spPr>
          <a:xfrm>
            <a:off x="6654800" y="2857500"/>
            <a:ext cx="13462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estado-arte:4acdf76b15"/>
          <p:cNvSpPr txBox="1"/>
          <p:nvPr/>
        </p:nvSpPr>
        <p:spPr>
          <a:xfrm>
            <a:off x="6946900" y="2980004"/>
            <a:ext cx="533082"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Diversos</a:t>
            </a:r>
          </a:p>
        </p:txBody>
      </p:sp>
      <p:sp>
        <p:nvSpPr>
          <p:cNvPr id="148" name="!!estado-arte:1b9745c5d7"/>
          <p:cNvSpPr/>
          <p:nvPr/>
        </p:nvSpPr>
        <p:spPr>
          <a:xfrm>
            <a:off x="6711950" y="2955544"/>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estado-arte:9d9de85a50"/>
          <p:cNvSpPr txBox="1"/>
          <p:nvPr/>
        </p:nvSpPr>
        <p:spPr>
          <a:xfrm>
            <a:off x="6686550" y="2992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50" name="!!estado-arte:81893c273f"/>
          <p:cNvSpPr/>
          <p:nvPr/>
        </p:nvSpPr>
        <p:spPr>
          <a:xfrm>
            <a:off x="8039100" y="2857500"/>
            <a:ext cx="16637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estado-arte:cb5fcc6715"/>
          <p:cNvSpPr txBox="1"/>
          <p:nvPr/>
        </p:nvSpPr>
        <p:spPr>
          <a:xfrm>
            <a:off x="8331200" y="2980004"/>
            <a:ext cx="509080"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Amplios</a:t>
            </a:r>
          </a:p>
        </p:txBody>
      </p:sp>
      <p:sp>
        <p:nvSpPr>
          <p:cNvPr id="152" name="!!estado-arte:88471f7231"/>
          <p:cNvSpPr/>
          <p:nvPr/>
        </p:nvSpPr>
        <p:spPr>
          <a:xfrm>
            <a:off x="8096250" y="2955544"/>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estado-arte:1fffc5a4dc"/>
          <p:cNvSpPr txBox="1"/>
          <p:nvPr/>
        </p:nvSpPr>
        <p:spPr>
          <a:xfrm>
            <a:off x="8070850" y="2992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54" name="!!estado-arte:9cbd6dc91b"/>
          <p:cNvSpPr/>
          <p:nvPr/>
        </p:nvSpPr>
        <p:spPr>
          <a:xfrm>
            <a:off x="9740900" y="2857500"/>
            <a:ext cx="18161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estado-arte:bf54e644e2"/>
          <p:cNvSpPr/>
          <p:nvPr/>
        </p:nvSpPr>
        <p:spPr>
          <a:xfrm>
            <a:off x="9747250" y="2863850"/>
            <a:ext cx="1803400" cy="393700"/>
          </a:xfrm>
          <a:prstGeom prst="roundRect">
            <a:avLst>
              <a:gd name="adj" fmla="val 14516"/>
            </a:avLst>
          </a:prstGeom>
          <a:noFill/>
          <a:ln w="12700">
            <a:solidFill>
              <a:srgbClr val="E8741A">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estado-arte:dcd26aeec2"/>
          <p:cNvSpPr txBox="1"/>
          <p:nvPr/>
        </p:nvSpPr>
        <p:spPr>
          <a:xfrm>
            <a:off x="10033000" y="2992620"/>
            <a:ext cx="742442"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alpha val="30000"/>
                  </a:srgbClr>
                </a:solidFill>
                <a:latin typeface="Calibri"/>
              </a:rPr>
              <a:t>2D: Q4 y Q9</a:t>
            </a:r>
          </a:p>
        </p:txBody>
      </p:sp>
      <p:sp>
        <p:nvSpPr>
          <p:cNvPr id="157" name="!!estado-arte:e7ea8cb502"/>
          <p:cNvSpPr/>
          <p:nvPr/>
        </p:nvSpPr>
        <p:spPr>
          <a:xfrm>
            <a:off x="9798050" y="2965450"/>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estado-arte:fb669ed49a"/>
          <p:cNvSpPr txBox="1"/>
          <p:nvPr/>
        </p:nvSpPr>
        <p:spPr>
          <a:xfrm>
            <a:off x="9772650" y="30027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59" name="!!estado-arte:19ac2146ef"/>
          <p:cNvSpPr txBox="1"/>
          <p:nvPr/>
        </p:nvSpPr>
        <p:spPr>
          <a:xfrm>
            <a:off x="812800" y="33424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alpha val="30000"/>
                  </a:srgbClr>
                </a:solidFill>
                <a:latin typeface="Calibri"/>
              </a:rPr>
              <a:t>Paso a paso sobre el</a:t>
            </a:r>
            <a:br/>
            <a:r>
              <a:rPr sz="1200" b="1" i="0">
                <a:solidFill>
                  <a:srgbClr val="1F2937">
                    <a:alpha val="30000"/>
                  </a:srgbClr>
                </a:solidFill>
                <a:latin typeface="Calibri"/>
              </a:rPr>
              <a:t>modelo</a:t>
            </a:r>
          </a:p>
        </p:txBody>
      </p:sp>
      <p:sp>
        <p:nvSpPr>
          <p:cNvPr id="160" name="!!estado-arte:1a28caadc1"/>
          <p:cNvSpPr txBox="1"/>
          <p:nvPr/>
        </p:nvSpPr>
        <p:spPr>
          <a:xfrm>
            <a:off x="635000" y="34262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alpha val="30000"/>
                  </a:srgbClr>
                </a:solidFill>
                <a:latin typeface="Calibri"/>
              </a:rPr>
              <a:t>4</a:t>
            </a:r>
          </a:p>
        </p:txBody>
      </p:sp>
      <p:sp>
        <p:nvSpPr>
          <p:cNvPr id="161" name="!!estado-arte:5154b3431e"/>
          <p:cNvSpPr/>
          <p:nvPr/>
        </p:nvSpPr>
        <p:spPr>
          <a:xfrm>
            <a:off x="2171700" y="3302000"/>
            <a:ext cx="14732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estado-arte:79c2266e3f"/>
          <p:cNvSpPr txBox="1"/>
          <p:nvPr/>
        </p:nvSpPr>
        <p:spPr>
          <a:xfrm>
            <a:off x="2228850" y="3347669"/>
            <a:ext cx="1416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Alta: matrices de</a:t>
            </a:r>
            <a:br/>
            <a:r>
              <a:rPr sz="1100" b="0" i="0">
                <a:solidFill>
                  <a:srgbClr val="1F2937">
                    <a:alpha val="30000"/>
                  </a:srgbClr>
                </a:solidFill>
                <a:latin typeface="Calibri"/>
              </a:rPr>
              <a:t>cada etapa</a:t>
            </a:r>
          </a:p>
        </p:txBody>
      </p:sp>
      <p:sp>
        <p:nvSpPr>
          <p:cNvPr id="163" name="!!estado-arte:0265fc2460"/>
          <p:cNvSpPr/>
          <p:nvPr/>
        </p:nvSpPr>
        <p:spPr>
          <a:xfrm>
            <a:off x="2228850" y="3323209"/>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estado-arte:905543ddef"/>
          <p:cNvSpPr txBox="1"/>
          <p:nvPr/>
        </p:nvSpPr>
        <p:spPr>
          <a:xfrm>
            <a:off x="2203450" y="33604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65" name="!!estado-arte:2aa7828523"/>
          <p:cNvSpPr/>
          <p:nvPr/>
        </p:nvSpPr>
        <p:spPr>
          <a:xfrm>
            <a:off x="3683000" y="3302000"/>
            <a:ext cx="1397000" cy="406400"/>
          </a:xfrm>
          <a:prstGeom prst="roundRect">
            <a:avLst>
              <a:gd name="adj" fmla="val 15625"/>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estado-arte:c6db0ea138"/>
          <p:cNvSpPr txBox="1"/>
          <p:nvPr/>
        </p:nvSpPr>
        <p:spPr>
          <a:xfrm>
            <a:off x="3740150" y="3347669"/>
            <a:ext cx="13398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Media-alta (en el</a:t>
            </a:r>
            <a:br/>
            <a:r>
              <a:rPr sz="1100" b="0" i="0">
                <a:solidFill>
                  <a:srgbClr val="1F2937">
                    <a:alpha val="30000"/>
                  </a:srgbClr>
                </a:solidFill>
                <a:latin typeface="Calibri"/>
              </a:rPr>
              <a:t>código)</a:t>
            </a:r>
          </a:p>
        </p:txBody>
      </p:sp>
      <p:sp>
        <p:nvSpPr>
          <p:cNvPr id="167" name="!!estado-arte:4016f2fbd7"/>
          <p:cNvSpPr/>
          <p:nvPr/>
        </p:nvSpPr>
        <p:spPr>
          <a:xfrm>
            <a:off x="3749675" y="33327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estado-arte:fadae42886"/>
          <p:cNvSpPr/>
          <p:nvPr/>
        </p:nvSpPr>
        <p:spPr>
          <a:xfrm>
            <a:off x="5118100" y="3302000"/>
            <a:ext cx="14986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estado-arte:001fa2b82b"/>
          <p:cNvSpPr txBox="1"/>
          <p:nvPr/>
        </p:nvSpPr>
        <p:spPr>
          <a:xfrm>
            <a:off x="5175250" y="33476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Alta, hasta la</a:t>
            </a:r>
            <a:br/>
            <a:r>
              <a:rPr sz="1100" b="0" i="0">
                <a:solidFill>
                  <a:srgbClr val="1F2937">
                    <a:alpha val="30000"/>
                  </a:srgbClr>
                </a:solidFill>
                <a:latin typeface="Calibri"/>
              </a:rPr>
              <a:t>solución</a:t>
            </a:r>
          </a:p>
        </p:txBody>
      </p:sp>
      <p:sp>
        <p:nvSpPr>
          <p:cNvPr id="170" name="!!estado-arte:f7d6c717b3"/>
          <p:cNvSpPr/>
          <p:nvPr/>
        </p:nvSpPr>
        <p:spPr>
          <a:xfrm>
            <a:off x="5175250" y="3323209"/>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estado-arte:7aec810e77"/>
          <p:cNvSpPr txBox="1"/>
          <p:nvPr/>
        </p:nvSpPr>
        <p:spPr>
          <a:xfrm>
            <a:off x="5149850" y="33604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72" name="!!estado-arte:3cfa91f170"/>
          <p:cNvSpPr/>
          <p:nvPr/>
        </p:nvSpPr>
        <p:spPr>
          <a:xfrm>
            <a:off x="6654800" y="3302000"/>
            <a:ext cx="1346200" cy="406400"/>
          </a:xfrm>
          <a:prstGeom prst="roundRect">
            <a:avLst>
              <a:gd name="adj" fmla="val 15625"/>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estado-arte:83eece8920"/>
          <p:cNvSpPr txBox="1"/>
          <p:nvPr/>
        </p:nvSpPr>
        <p:spPr>
          <a:xfrm>
            <a:off x="6711950" y="33476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En el código, sin</a:t>
            </a:r>
            <a:br/>
            <a:r>
              <a:rPr sz="1100" b="0" i="0">
                <a:solidFill>
                  <a:srgbClr val="1F2937">
                    <a:alpha val="30000"/>
                  </a:srgbClr>
                </a:solidFill>
                <a:latin typeface="Calibri"/>
              </a:rPr>
              <a:t>guía visual</a:t>
            </a:r>
          </a:p>
        </p:txBody>
      </p:sp>
      <p:sp>
        <p:nvSpPr>
          <p:cNvPr id="174" name="!!estado-arte:8aa9f0dbbe"/>
          <p:cNvSpPr/>
          <p:nvPr/>
        </p:nvSpPr>
        <p:spPr>
          <a:xfrm>
            <a:off x="6721475" y="33327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estado-arte:eb364dc49d"/>
          <p:cNvSpPr/>
          <p:nvPr/>
        </p:nvSpPr>
        <p:spPr>
          <a:xfrm>
            <a:off x="8039100" y="3302000"/>
            <a:ext cx="16637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estado-arte:4bf299f757"/>
          <p:cNvSpPr txBox="1"/>
          <p:nvPr/>
        </p:nvSpPr>
        <p:spPr>
          <a:xfrm>
            <a:off x="8331200" y="3424504"/>
            <a:ext cx="992568"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Baja (caja negra)</a:t>
            </a:r>
          </a:p>
        </p:txBody>
      </p:sp>
      <p:sp>
        <p:nvSpPr>
          <p:cNvPr id="177" name="!!estado-arte:6f30833a1c"/>
          <p:cNvSpPr/>
          <p:nvPr/>
        </p:nvSpPr>
        <p:spPr>
          <a:xfrm>
            <a:off x="8096250" y="3400044"/>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estado-arte:23d965db85"/>
          <p:cNvSpPr txBox="1"/>
          <p:nvPr/>
        </p:nvSpPr>
        <p:spPr>
          <a:xfrm>
            <a:off x="8070850" y="3437319"/>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79" name="!!estado-arte:2e06d813f4"/>
          <p:cNvSpPr/>
          <p:nvPr/>
        </p:nvSpPr>
        <p:spPr>
          <a:xfrm>
            <a:off x="9740900" y="3302000"/>
            <a:ext cx="18161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estado-arte:96524d09b3"/>
          <p:cNvSpPr/>
          <p:nvPr/>
        </p:nvSpPr>
        <p:spPr>
          <a:xfrm>
            <a:off x="9747250" y="3308350"/>
            <a:ext cx="1803400" cy="393700"/>
          </a:xfrm>
          <a:prstGeom prst="roundRect">
            <a:avLst>
              <a:gd name="adj" fmla="val 14516"/>
            </a:avLst>
          </a:prstGeom>
          <a:noFill/>
          <a:ln w="12700">
            <a:solidFill>
              <a:srgbClr val="E8741A">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estado-arte:83fe15845c"/>
          <p:cNvSpPr txBox="1"/>
          <p:nvPr/>
        </p:nvSpPr>
        <p:spPr>
          <a:xfrm>
            <a:off x="10033000" y="3437120"/>
            <a:ext cx="1176338"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alpha val="30000"/>
                  </a:srgbClr>
                </a:solidFill>
                <a:latin typeface="Calibri"/>
              </a:rPr>
              <a:t>Alta: ocho módulos</a:t>
            </a:r>
          </a:p>
        </p:txBody>
      </p:sp>
      <p:sp>
        <p:nvSpPr>
          <p:cNvPr id="182" name="!!estado-arte:59a1b6bdbb"/>
          <p:cNvSpPr/>
          <p:nvPr/>
        </p:nvSpPr>
        <p:spPr>
          <a:xfrm>
            <a:off x="9798050" y="3409950"/>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estado-arte:f15b9904f0"/>
          <p:cNvSpPr txBox="1"/>
          <p:nvPr/>
        </p:nvSpPr>
        <p:spPr>
          <a:xfrm>
            <a:off x="9772650" y="34472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84" name="!!estado-arte:3a0a1a0894"/>
          <p:cNvSpPr txBox="1"/>
          <p:nvPr/>
        </p:nvSpPr>
        <p:spPr>
          <a:xfrm>
            <a:off x="812800" y="37869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alpha val="30000"/>
                  </a:srgbClr>
                </a:solidFill>
                <a:latin typeface="Calibri"/>
              </a:rPr>
              <a:t>Procedimiento</a:t>
            </a:r>
            <a:br/>
            <a:r>
              <a:rPr sz="1200" b="1" i="0">
                <a:solidFill>
                  <a:srgbClr val="1F2937">
                    <a:alpha val="30000"/>
                  </a:srgbClr>
                </a:solidFill>
                <a:latin typeface="Calibri"/>
              </a:rPr>
              <a:t>completo</a:t>
            </a:r>
          </a:p>
        </p:txBody>
      </p:sp>
      <p:sp>
        <p:nvSpPr>
          <p:cNvPr id="185" name="!!estado-arte:bce1ebb361"/>
          <p:cNvSpPr txBox="1"/>
          <p:nvPr/>
        </p:nvSpPr>
        <p:spPr>
          <a:xfrm>
            <a:off x="635000" y="38707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alpha val="30000"/>
                  </a:srgbClr>
                </a:solidFill>
                <a:latin typeface="Calibri"/>
              </a:rPr>
              <a:t>5</a:t>
            </a:r>
          </a:p>
        </p:txBody>
      </p:sp>
      <p:sp>
        <p:nvSpPr>
          <p:cNvPr id="186" name="!!estado-arte:d095b5acb9"/>
          <p:cNvSpPr/>
          <p:nvPr/>
        </p:nvSpPr>
        <p:spPr>
          <a:xfrm>
            <a:off x="2171700" y="3746500"/>
            <a:ext cx="14732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estado-arte:6452ddd942"/>
          <p:cNvSpPr txBox="1"/>
          <p:nvPr/>
        </p:nvSpPr>
        <p:spPr>
          <a:xfrm>
            <a:off x="2463800" y="3869004"/>
            <a:ext cx="147130"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Sí</a:t>
            </a:r>
          </a:p>
        </p:txBody>
      </p:sp>
      <p:sp>
        <p:nvSpPr>
          <p:cNvPr id="188" name="!!estado-arte:6bcdc4db13"/>
          <p:cNvSpPr/>
          <p:nvPr/>
        </p:nvSpPr>
        <p:spPr>
          <a:xfrm>
            <a:off x="2228850" y="3844544"/>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estado-arte:875863bda6"/>
          <p:cNvSpPr txBox="1"/>
          <p:nvPr/>
        </p:nvSpPr>
        <p:spPr>
          <a:xfrm>
            <a:off x="2203450" y="3881819"/>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190" name="!!estado-arte:8b591c9f9b"/>
          <p:cNvSpPr/>
          <p:nvPr/>
        </p:nvSpPr>
        <p:spPr>
          <a:xfrm>
            <a:off x="3683000" y="3746500"/>
            <a:ext cx="1397000" cy="406400"/>
          </a:xfrm>
          <a:prstGeom prst="roundRect">
            <a:avLst>
              <a:gd name="adj" fmla="val 15625"/>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estado-arte:7c75b29d9b"/>
          <p:cNvSpPr txBox="1"/>
          <p:nvPr/>
        </p:nvSpPr>
        <p:spPr>
          <a:xfrm>
            <a:off x="3740150" y="3792169"/>
            <a:ext cx="13398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Parcial (solo</a:t>
            </a:r>
            <a:br/>
            <a:r>
              <a:rPr sz="1100" b="0" i="0">
                <a:solidFill>
                  <a:srgbClr val="1F2937">
                    <a:alpha val="30000"/>
                  </a:srgbClr>
                </a:solidFill>
                <a:latin typeface="Calibri"/>
              </a:rPr>
              <a:t>barras)</a:t>
            </a:r>
          </a:p>
        </p:txBody>
      </p:sp>
      <p:sp>
        <p:nvSpPr>
          <p:cNvPr id="192" name="!!estado-arte:5f21afaea2"/>
          <p:cNvSpPr/>
          <p:nvPr/>
        </p:nvSpPr>
        <p:spPr>
          <a:xfrm>
            <a:off x="3749675" y="37772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estado-arte:a885509a58"/>
          <p:cNvSpPr/>
          <p:nvPr/>
        </p:nvSpPr>
        <p:spPr>
          <a:xfrm>
            <a:off x="5118100" y="3746500"/>
            <a:ext cx="1498600" cy="406400"/>
          </a:xfrm>
          <a:prstGeom prst="roundRect">
            <a:avLst>
              <a:gd name="adj" fmla="val 15625"/>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estado-arte:85e35708bc"/>
          <p:cNvSpPr txBox="1"/>
          <p:nvPr/>
        </p:nvSpPr>
        <p:spPr>
          <a:xfrm>
            <a:off x="5175250" y="37921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Sin recuperación de</a:t>
            </a:r>
            <a:br/>
            <a:r>
              <a:rPr sz="1100" b="0" i="0">
                <a:solidFill>
                  <a:srgbClr val="1F2937">
                    <a:alpha val="30000"/>
                  </a:srgbClr>
                </a:solidFill>
                <a:latin typeface="Calibri"/>
              </a:rPr>
              <a:t>tensiones</a:t>
            </a:r>
          </a:p>
        </p:txBody>
      </p:sp>
      <p:sp>
        <p:nvSpPr>
          <p:cNvPr id="195" name="!!estado-arte:56a0155ecc"/>
          <p:cNvSpPr/>
          <p:nvPr/>
        </p:nvSpPr>
        <p:spPr>
          <a:xfrm>
            <a:off x="5184775" y="37772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estado-arte:5e54eb4607"/>
          <p:cNvSpPr/>
          <p:nvPr/>
        </p:nvSpPr>
        <p:spPr>
          <a:xfrm>
            <a:off x="6654800" y="3746500"/>
            <a:ext cx="1346200" cy="406400"/>
          </a:xfrm>
          <a:prstGeom prst="roundRect">
            <a:avLst>
              <a:gd name="adj" fmla="val 15625"/>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estado-arte:2030d453c2"/>
          <p:cNvSpPr txBox="1"/>
          <p:nvPr/>
        </p:nvSpPr>
        <p:spPr>
          <a:xfrm>
            <a:off x="6711950" y="37921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Parcial</a:t>
            </a:r>
            <a:br/>
            <a:r>
              <a:rPr sz="1100" b="0" i="0">
                <a:solidFill>
                  <a:srgbClr val="1F2937">
                    <a:alpha val="30000"/>
                  </a:srgbClr>
                </a:solidFill>
                <a:latin typeface="Calibri"/>
              </a:rPr>
              <a:t>(programando)</a:t>
            </a:r>
          </a:p>
        </p:txBody>
      </p:sp>
      <p:sp>
        <p:nvSpPr>
          <p:cNvPr id="198" name="!!estado-arte:e605caed7d"/>
          <p:cNvSpPr/>
          <p:nvPr/>
        </p:nvSpPr>
        <p:spPr>
          <a:xfrm>
            <a:off x="6721475" y="37772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estado-arte:737e594dea"/>
          <p:cNvSpPr/>
          <p:nvPr/>
        </p:nvSpPr>
        <p:spPr>
          <a:xfrm>
            <a:off x="8039100" y="3746500"/>
            <a:ext cx="1663700" cy="406400"/>
          </a:xfrm>
          <a:prstGeom prst="roundRect">
            <a:avLst>
              <a:gd name="adj" fmla="val 15625"/>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estado-arte:2a075ea2d4"/>
          <p:cNvSpPr txBox="1"/>
          <p:nvPr/>
        </p:nvSpPr>
        <p:spPr>
          <a:xfrm>
            <a:off x="8096250" y="37921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No concebido para la</a:t>
            </a:r>
            <a:br/>
            <a:r>
              <a:rPr sz="1100" b="0" i="0">
                <a:solidFill>
                  <a:srgbClr val="1F2937">
                    <a:alpha val="30000"/>
                  </a:srgbClr>
                </a:solidFill>
                <a:latin typeface="Calibri"/>
              </a:rPr>
              <a:t>enseñanza</a:t>
            </a:r>
          </a:p>
        </p:txBody>
      </p:sp>
      <p:sp>
        <p:nvSpPr>
          <p:cNvPr id="201" name="!!estado-arte:571b6399c4"/>
          <p:cNvSpPr/>
          <p:nvPr/>
        </p:nvSpPr>
        <p:spPr>
          <a:xfrm>
            <a:off x="8096250" y="3767709"/>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estado-arte:8be0e6edbb"/>
          <p:cNvSpPr txBox="1"/>
          <p:nvPr/>
        </p:nvSpPr>
        <p:spPr>
          <a:xfrm>
            <a:off x="8070850" y="38049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203" name="!!estado-arte:4fbef0026a"/>
          <p:cNvSpPr/>
          <p:nvPr/>
        </p:nvSpPr>
        <p:spPr>
          <a:xfrm>
            <a:off x="9740900" y="3746500"/>
            <a:ext cx="1816100" cy="406400"/>
          </a:xfrm>
          <a:prstGeom prst="roundRect">
            <a:avLst>
              <a:gd name="adj" fmla="val 15625"/>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estado-arte:77ae586084"/>
          <p:cNvSpPr/>
          <p:nvPr/>
        </p:nvSpPr>
        <p:spPr>
          <a:xfrm>
            <a:off x="9747250" y="3752850"/>
            <a:ext cx="1803400" cy="393700"/>
          </a:xfrm>
          <a:prstGeom prst="roundRect">
            <a:avLst>
              <a:gd name="adj" fmla="val 14516"/>
            </a:avLst>
          </a:prstGeom>
          <a:noFill/>
          <a:ln w="12700">
            <a:solidFill>
              <a:srgbClr val="E8741A">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estado-arte:97ca9ace34"/>
          <p:cNvSpPr txBox="1"/>
          <p:nvPr/>
        </p:nvSpPr>
        <p:spPr>
          <a:xfrm>
            <a:off x="10033000" y="3881620"/>
            <a:ext cx="151194"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alpha val="30000"/>
                  </a:srgbClr>
                </a:solidFill>
                <a:latin typeface="Calibri"/>
              </a:rPr>
              <a:t>Sí</a:t>
            </a:r>
          </a:p>
        </p:txBody>
      </p:sp>
      <p:sp>
        <p:nvSpPr>
          <p:cNvPr id="206" name="!!estado-arte:9c6aff7f31"/>
          <p:cNvSpPr/>
          <p:nvPr/>
        </p:nvSpPr>
        <p:spPr>
          <a:xfrm>
            <a:off x="9798050" y="3854450"/>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estado-arte:ffbad8eb93"/>
          <p:cNvSpPr txBox="1"/>
          <p:nvPr/>
        </p:nvSpPr>
        <p:spPr>
          <a:xfrm>
            <a:off x="9772650" y="38917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208" name="!!estado-arte:bfea3169db"/>
          <p:cNvSpPr txBox="1"/>
          <p:nvPr/>
        </p:nvSpPr>
        <p:spPr>
          <a:xfrm>
            <a:off x="812800" y="4315231"/>
            <a:ext cx="13716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Memoria de cálculo</a:t>
            </a:r>
          </a:p>
        </p:txBody>
      </p:sp>
      <p:sp>
        <p:nvSpPr>
          <p:cNvPr id="209" name="!!estado-arte:b3de3ebf6d"/>
          <p:cNvSpPr txBox="1"/>
          <p:nvPr/>
        </p:nvSpPr>
        <p:spPr>
          <a:xfrm>
            <a:off x="812800" y="2092731"/>
            <a:ext cx="13716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Interfaz en español</a:t>
            </a:r>
          </a:p>
        </p:txBody>
      </p:sp>
      <p:sp>
        <p:nvSpPr>
          <p:cNvPr id="210" name="!!estado-arte:7b2c7539be"/>
          <p:cNvSpPr txBox="1"/>
          <p:nvPr/>
        </p:nvSpPr>
        <p:spPr>
          <a:xfrm>
            <a:off x="635000" y="20927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1</a:t>
            </a:r>
          </a:p>
        </p:txBody>
      </p:sp>
      <p:sp>
        <p:nvSpPr>
          <p:cNvPr id="211" name="!!estado-arte:ea5fa84382"/>
          <p:cNvSpPr/>
          <p:nvPr/>
        </p:nvSpPr>
        <p:spPr>
          <a:xfrm>
            <a:off x="2171700" y="1968500"/>
            <a:ext cx="14732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estado-arte:6343976205"/>
          <p:cNvSpPr txBox="1"/>
          <p:nvPr/>
        </p:nvSpPr>
        <p:spPr>
          <a:xfrm>
            <a:off x="2228850" y="2014296"/>
            <a:ext cx="1416050" cy="30734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br/>
            <a:r>
              <a:rPr sz="1100" b="0" i="1">
                <a:solidFill>
                  <a:srgbClr val="5B6575"/>
                </a:solidFill>
                <a:latin typeface="Calibri"/>
              </a:rPr>
              <a:t>capturas en inglés</a:t>
            </a:r>
          </a:p>
        </p:txBody>
      </p:sp>
      <p:sp>
        <p:nvSpPr>
          <p:cNvPr id="213" name="!!estado-arte:cb77990858"/>
          <p:cNvSpPr/>
          <p:nvPr/>
        </p:nvSpPr>
        <p:spPr>
          <a:xfrm>
            <a:off x="2235200" y="1995996"/>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estado-arte:322470ae2a"/>
          <p:cNvSpPr txBox="1"/>
          <p:nvPr/>
        </p:nvSpPr>
        <p:spPr>
          <a:xfrm>
            <a:off x="2216150" y="2023745"/>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215" name="!!estado-arte:e20e5196dd"/>
          <p:cNvSpPr/>
          <p:nvPr/>
        </p:nvSpPr>
        <p:spPr>
          <a:xfrm>
            <a:off x="3683000" y="1968500"/>
            <a:ext cx="13970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estado-arte:65daa7fb2c"/>
          <p:cNvSpPr txBox="1"/>
          <p:nvPr/>
        </p:nvSpPr>
        <p:spPr>
          <a:xfrm>
            <a:off x="3975100" y="2091004"/>
            <a:ext cx="381381"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Inglés</a:t>
            </a:r>
          </a:p>
        </p:txBody>
      </p:sp>
      <p:sp>
        <p:nvSpPr>
          <p:cNvPr id="217" name="!!estado-arte:0c7114f3d8"/>
          <p:cNvSpPr/>
          <p:nvPr/>
        </p:nvSpPr>
        <p:spPr>
          <a:xfrm>
            <a:off x="3740150" y="20665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estado-arte:9a1a4139c2"/>
          <p:cNvSpPr txBox="1"/>
          <p:nvPr/>
        </p:nvSpPr>
        <p:spPr>
          <a:xfrm>
            <a:off x="3714750" y="2103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19" name="!!estado-arte:01d280fd76"/>
          <p:cNvSpPr/>
          <p:nvPr/>
        </p:nvSpPr>
        <p:spPr>
          <a:xfrm>
            <a:off x="5118100" y="1968500"/>
            <a:ext cx="14986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estado-arte:a8cfb36253"/>
          <p:cNvSpPr txBox="1"/>
          <p:nvPr/>
        </p:nvSpPr>
        <p:spPr>
          <a:xfrm>
            <a:off x="5410200" y="2091004"/>
            <a:ext cx="381381"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Inglés</a:t>
            </a:r>
          </a:p>
        </p:txBody>
      </p:sp>
      <p:sp>
        <p:nvSpPr>
          <p:cNvPr id="221" name="!!estado-arte:ceab63bd30"/>
          <p:cNvSpPr/>
          <p:nvPr/>
        </p:nvSpPr>
        <p:spPr>
          <a:xfrm>
            <a:off x="5175250" y="20665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estado-arte:50b9915c38"/>
          <p:cNvSpPr txBox="1"/>
          <p:nvPr/>
        </p:nvSpPr>
        <p:spPr>
          <a:xfrm>
            <a:off x="5149850" y="2103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23" name="!!estado-arte:14587911aa"/>
          <p:cNvSpPr/>
          <p:nvPr/>
        </p:nvSpPr>
        <p:spPr>
          <a:xfrm>
            <a:off x="6654800" y="1968500"/>
            <a:ext cx="13462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estado-arte:34041bc027"/>
          <p:cNvSpPr txBox="1"/>
          <p:nvPr/>
        </p:nvSpPr>
        <p:spPr>
          <a:xfrm>
            <a:off x="6946900" y="2091004"/>
            <a:ext cx="381381"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Inglés</a:t>
            </a:r>
          </a:p>
        </p:txBody>
      </p:sp>
      <p:sp>
        <p:nvSpPr>
          <p:cNvPr id="225" name="!!estado-arte:0070fc4090"/>
          <p:cNvSpPr/>
          <p:nvPr/>
        </p:nvSpPr>
        <p:spPr>
          <a:xfrm>
            <a:off x="6711950" y="20665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estado-arte:938d37a75c"/>
          <p:cNvSpPr txBox="1"/>
          <p:nvPr/>
        </p:nvSpPr>
        <p:spPr>
          <a:xfrm>
            <a:off x="6686550" y="2103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27" name="!!estado-arte:00834f219c"/>
          <p:cNvSpPr/>
          <p:nvPr/>
        </p:nvSpPr>
        <p:spPr>
          <a:xfrm>
            <a:off x="8039100" y="1968500"/>
            <a:ext cx="16637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estado-arte:ce98aeb1d3"/>
          <p:cNvSpPr txBox="1"/>
          <p:nvPr/>
        </p:nvSpPr>
        <p:spPr>
          <a:xfrm>
            <a:off x="8096250" y="20141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Inglés (localización</a:t>
            </a:r>
            <a:br/>
            <a:r>
              <a:rPr sz="1100" b="0" i="0">
                <a:solidFill>
                  <a:srgbClr val="1F2937"/>
                </a:solidFill>
                <a:latin typeface="Calibri"/>
              </a:rPr>
              <a:t>parcial)</a:t>
            </a:r>
          </a:p>
        </p:txBody>
      </p:sp>
      <p:sp>
        <p:nvSpPr>
          <p:cNvPr id="229" name="!!estado-arte:9914527f9b"/>
          <p:cNvSpPr/>
          <p:nvPr/>
        </p:nvSpPr>
        <p:spPr>
          <a:xfrm>
            <a:off x="8105775" y="19992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estado-arte:a1f57e3caa"/>
          <p:cNvSpPr/>
          <p:nvPr/>
        </p:nvSpPr>
        <p:spPr>
          <a:xfrm>
            <a:off x="9740900" y="1968500"/>
            <a:ext cx="18161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estado-arte:93dd7c5fb5"/>
          <p:cNvSpPr/>
          <p:nvPr/>
        </p:nvSpPr>
        <p:spPr>
          <a:xfrm>
            <a:off x="9747250" y="1974850"/>
            <a:ext cx="1803400" cy="393700"/>
          </a:xfrm>
          <a:prstGeom prst="roundRect">
            <a:avLst>
              <a:gd name="adj" fmla="val 14516"/>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estado-arte:5784775115"/>
          <p:cNvSpPr txBox="1"/>
          <p:nvPr/>
        </p:nvSpPr>
        <p:spPr>
          <a:xfrm>
            <a:off x="10033000" y="2103620"/>
            <a:ext cx="503047"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Español</a:t>
            </a:r>
          </a:p>
        </p:txBody>
      </p:sp>
      <p:sp>
        <p:nvSpPr>
          <p:cNvPr id="233" name="!!estado-arte:75070f0c65"/>
          <p:cNvSpPr/>
          <p:nvPr/>
        </p:nvSpPr>
        <p:spPr>
          <a:xfrm>
            <a:off x="9798050" y="20764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estado-arte:f14cf4f0af"/>
          <p:cNvSpPr txBox="1"/>
          <p:nvPr/>
        </p:nvSpPr>
        <p:spPr>
          <a:xfrm>
            <a:off x="9772650" y="21137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35" name="!!estado-arte:9f3939e6f0"/>
          <p:cNvSpPr txBox="1"/>
          <p:nvPr/>
        </p:nvSpPr>
        <p:spPr>
          <a:xfrm>
            <a:off x="812800" y="24534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Libre y código</a:t>
            </a:r>
            <a:br/>
            <a:r>
              <a:rPr sz="1200" b="1" i="0">
                <a:solidFill>
                  <a:srgbClr val="1F2937"/>
                </a:solidFill>
                <a:latin typeface="Calibri"/>
              </a:rPr>
              <a:t>abierto</a:t>
            </a:r>
          </a:p>
        </p:txBody>
      </p:sp>
      <p:sp>
        <p:nvSpPr>
          <p:cNvPr id="236" name="!!estado-arte:4ce233a6be"/>
          <p:cNvSpPr txBox="1"/>
          <p:nvPr/>
        </p:nvSpPr>
        <p:spPr>
          <a:xfrm>
            <a:off x="635000" y="25372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2</a:t>
            </a:r>
          </a:p>
        </p:txBody>
      </p:sp>
      <p:sp>
        <p:nvSpPr>
          <p:cNvPr id="237" name="!!estado-arte:466fd7a0e1"/>
          <p:cNvSpPr/>
          <p:nvPr/>
        </p:nvSpPr>
        <p:spPr>
          <a:xfrm>
            <a:off x="2171700" y="2413000"/>
            <a:ext cx="14732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estado-arte:964cc53148"/>
          <p:cNvSpPr txBox="1"/>
          <p:nvPr/>
        </p:nvSpPr>
        <p:spPr>
          <a:xfrm>
            <a:off x="2463800" y="25355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239" name="!!estado-arte:8d8677be6e"/>
          <p:cNvSpPr/>
          <p:nvPr/>
        </p:nvSpPr>
        <p:spPr>
          <a:xfrm>
            <a:off x="2235200" y="25172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estado-arte:141ff82120"/>
          <p:cNvSpPr txBox="1"/>
          <p:nvPr/>
        </p:nvSpPr>
        <p:spPr>
          <a:xfrm>
            <a:off x="2216150" y="25450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241" name="!!estado-arte:bcd59cef8a"/>
          <p:cNvSpPr/>
          <p:nvPr/>
        </p:nvSpPr>
        <p:spPr>
          <a:xfrm>
            <a:off x="3683000" y="2413000"/>
            <a:ext cx="13970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estado-arte:e1bf61f651"/>
          <p:cNvSpPr txBox="1"/>
          <p:nvPr/>
        </p:nvSpPr>
        <p:spPr>
          <a:xfrm>
            <a:off x="3740150" y="2458796"/>
            <a:ext cx="1339850" cy="30734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declarada</a:t>
            </a:r>
            <a:br/>
            <a:r>
              <a:rPr sz="1100" b="0" i="1">
                <a:solidFill>
                  <a:srgbClr val="5B6575"/>
                </a:solidFill>
                <a:latin typeface="Calibri"/>
              </a:rPr>
              <a:t>(código MATLAB)</a:t>
            </a:r>
          </a:p>
        </p:txBody>
      </p:sp>
      <p:sp>
        <p:nvSpPr>
          <p:cNvPr id="243" name="!!estado-arte:5627ea73b9"/>
          <p:cNvSpPr/>
          <p:nvPr/>
        </p:nvSpPr>
        <p:spPr>
          <a:xfrm>
            <a:off x="3746500" y="2440496"/>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estado-arte:4ac61ed467"/>
          <p:cNvSpPr txBox="1"/>
          <p:nvPr/>
        </p:nvSpPr>
        <p:spPr>
          <a:xfrm>
            <a:off x="3727450" y="2468245"/>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245" name="!!estado-arte:e3ba46688f"/>
          <p:cNvSpPr/>
          <p:nvPr/>
        </p:nvSpPr>
        <p:spPr>
          <a:xfrm>
            <a:off x="5118100" y="2413000"/>
            <a:ext cx="14986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estado-arte:e801a95b30"/>
          <p:cNvSpPr txBox="1"/>
          <p:nvPr/>
        </p:nvSpPr>
        <p:spPr>
          <a:xfrm>
            <a:off x="5410200" y="2535504"/>
            <a:ext cx="618934"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Comercial</a:t>
            </a:r>
          </a:p>
        </p:txBody>
      </p:sp>
      <p:sp>
        <p:nvSpPr>
          <p:cNvPr id="247" name="!!estado-arte:5af61039fe"/>
          <p:cNvSpPr/>
          <p:nvPr/>
        </p:nvSpPr>
        <p:spPr>
          <a:xfrm>
            <a:off x="5175250" y="25110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estado-arte:9da2fdb49a"/>
          <p:cNvSpPr txBox="1"/>
          <p:nvPr/>
        </p:nvSpPr>
        <p:spPr>
          <a:xfrm>
            <a:off x="5149850" y="25483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49" name="!!estado-arte:1a15a0a005"/>
          <p:cNvSpPr/>
          <p:nvPr/>
        </p:nvSpPr>
        <p:spPr>
          <a:xfrm>
            <a:off x="6654800" y="2413000"/>
            <a:ext cx="13462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estado-arte:d415fe57ab"/>
          <p:cNvSpPr txBox="1"/>
          <p:nvPr/>
        </p:nvSpPr>
        <p:spPr>
          <a:xfrm>
            <a:off x="6946900" y="2535504"/>
            <a:ext cx="333248"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Libre</a:t>
            </a:r>
          </a:p>
        </p:txBody>
      </p:sp>
      <p:sp>
        <p:nvSpPr>
          <p:cNvPr id="251" name="!!estado-arte:6c42f5d832"/>
          <p:cNvSpPr/>
          <p:nvPr/>
        </p:nvSpPr>
        <p:spPr>
          <a:xfrm>
            <a:off x="6711950" y="2511044"/>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estado-arte:1b01d5e9aa"/>
          <p:cNvSpPr txBox="1"/>
          <p:nvPr/>
        </p:nvSpPr>
        <p:spPr>
          <a:xfrm>
            <a:off x="6686550" y="25483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53" name="!!estado-arte:3cdeb5220d"/>
          <p:cNvSpPr/>
          <p:nvPr/>
        </p:nvSpPr>
        <p:spPr>
          <a:xfrm>
            <a:off x="8039100" y="2413000"/>
            <a:ext cx="16637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estado-arte:13eca15438"/>
          <p:cNvSpPr txBox="1"/>
          <p:nvPr/>
        </p:nvSpPr>
        <p:spPr>
          <a:xfrm>
            <a:off x="8331200" y="2535504"/>
            <a:ext cx="618934"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Comercial</a:t>
            </a:r>
          </a:p>
        </p:txBody>
      </p:sp>
      <p:sp>
        <p:nvSpPr>
          <p:cNvPr id="255" name="!!estado-arte:7bf42a4877"/>
          <p:cNvSpPr/>
          <p:nvPr/>
        </p:nvSpPr>
        <p:spPr>
          <a:xfrm>
            <a:off x="8096250" y="25110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estado-arte:d98a73123f"/>
          <p:cNvSpPr txBox="1"/>
          <p:nvPr/>
        </p:nvSpPr>
        <p:spPr>
          <a:xfrm>
            <a:off x="8070850" y="25483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57" name="!!estado-arte:be34c6d443"/>
          <p:cNvSpPr/>
          <p:nvPr/>
        </p:nvSpPr>
        <p:spPr>
          <a:xfrm>
            <a:off x="9740900" y="2413000"/>
            <a:ext cx="18161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estado-arte:65329709a2"/>
          <p:cNvSpPr/>
          <p:nvPr/>
        </p:nvSpPr>
        <p:spPr>
          <a:xfrm>
            <a:off x="9747250" y="2419350"/>
            <a:ext cx="1803400" cy="393700"/>
          </a:xfrm>
          <a:prstGeom prst="roundRect">
            <a:avLst>
              <a:gd name="adj" fmla="val 14516"/>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estado-arte:e79951a38d"/>
          <p:cNvSpPr txBox="1"/>
          <p:nvPr/>
        </p:nvSpPr>
        <p:spPr>
          <a:xfrm>
            <a:off x="10033000" y="2475540"/>
            <a:ext cx="1524000" cy="290576"/>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Libre (MIT), código</a:t>
            </a:r>
            <a:br/>
            <a:r>
              <a:rPr sz="1100" b="1" i="0">
                <a:solidFill>
                  <a:srgbClr val="1F2937"/>
                </a:solidFill>
                <a:latin typeface="Calibri"/>
              </a:rPr>
              <a:t>abierto</a:t>
            </a:r>
          </a:p>
        </p:txBody>
      </p:sp>
      <p:sp>
        <p:nvSpPr>
          <p:cNvPr id="260" name="!!estado-arte:3abec2eb9b"/>
          <p:cNvSpPr/>
          <p:nvPr/>
        </p:nvSpPr>
        <p:spPr>
          <a:xfrm>
            <a:off x="9798050" y="25209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estado-arte:6059e16dc0"/>
          <p:cNvSpPr txBox="1"/>
          <p:nvPr/>
        </p:nvSpPr>
        <p:spPr>
          <a:xfrm>
            <a:off x="9772650" y="25582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62" name="!!estado-arte:e5a80c856e"/>
          <p:cNvSpPr txBox="1"/>
          <p:nvPr/>
        </p:nvSpPr>
        <p:spPr>
          <a:xfrm>
            <a:off x="812800" y="28979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Continuo elástico</a:t>
            </a:r>
            <a:br/>
            <a:r>
              <a:rPr sz="1200" b="1" i="0">
                <a:solidFill>
                  <a:srgbClr val="1F2937"/>
                </a:solidFill>
                <a:latin typeface="Calibri"/>
              </a:rPr>
              <a:t>plano</a:t>
            </a:r>
          </a:p>
        </p:txBody>
      </p:sp>
      <p:sp>
        <p:nvSpPr>
          <p:cNvPr id="263" name="!!estado-arte:3971bbc0ab"/>
          <p:cNvSpPr txBox="1"/>
          <p:nvPr/>
        </p:nvSpPr>
        <p:spPr>
          <a:xfrm>
            <a:off x="635000" y="29817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3</a:t>
            </a:r>
          </a:p>
        </p:txBody>
      </p:sp>
      <p:sp>
        <p:nvSpPr>
          <p:cNvPr id="264" name="!!estado-arte:dcd96edcdf"/>
          <p:cNvSpPr/>
          <p:nvPr/>
        </p:nvSpPr>
        <p:spPr>
          <a:xfrm>
            <a:off x="2171700" y="2857500"/>
            <a:ext cx="14732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estado-arte:3f5545f5e6"/>
          <p:cNvSpPr txBox="1"/>
          <p:nvPr/>
        </p:nvSpPr>
        <p:spPr>
          <a:xfrm>
            <a:off x="2228850" y="2903169"/>
            <a:ext cx="1416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2D: triángulos y Q4,</a:t>
            </a:r>
            <a:br/>
            <a:r>
              <a:rPr sz="1100" b="0" i="0">
                <a:solidFill>
                  <a:srgbClr val="1F2937"/>
                </a:solidFill>
                <a:latin typeface="Calibri"/>
              </a:rPr>
              <a:t>Q8, Q9</a:t>
            </a:r>
          </a:p>
        </p:txBody>
      </p:sp>
      <p:sp>
        <p:nvSpPr>
          <p:cNvPr id="266" name="!!estado-arte:73b8118d98"/>
          <p:cNvSpPr/>
          <p:nvPr/>
        </p:nvSpPr>
        <p:spPr>
          <a:xfrm>
            <a:off x="2228850" y="2878709"/>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estado-arte:7c8a275a08"/>
          <p:cNvSpPr txBox="1"/>
          <p:nvPr/>
        </p:nvSpPr>
        <p:spPr>
          <a:xfrm>
            <a:off x="2203450" y="29159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68" name="!!estado-arte:c1267c9849"/>
          <p:cNvSpPr/>
          <p:nvPr/>
        </p:nvSpPr>
        <p:spPr>
          <a:xfrm>
            <a:off x="3683000" y="2857500"/>
            <a:ext cx="13970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estado-arte:0c363d4a54"/>
          <p:cNvSpPr txBox="1"/>
          <p:nvPr/>
        </p:nvSpPr>
        <p:spPr>
          <a:xfrm>
            <a:off x="3975100" y="2980004"/>
            <a:ext cx="905700"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Barras (cercha)</a:t>
            </a:r>
          </a:p>
        </p:txBody>
      </p:sp>
      <p:sp>
        <p:nvSpPr>
          <p:cNvPr id="270" name="!!estado-arte:8b101bf11e"/>
          <p:cNvSpPr/>
          <p:nvPr/>
        </p:nvSpPr>
        <p:spPr>
          <a:xfrm>
            <a:off x="3740150" y="29555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estado-arte:54ca1c6b92"/>
          <p:cNvSpPr txBox="1"/>
          <p:nvPr/>
        </p:nvSpPr>
        <p:spPr>
          <a:xfrm>
            <a:off x="3714750" y="2992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72" name="!!estado-arte:737fba02da"/>
          <p:cNvSpPr/>
          <p:nvPr/>
        </p:nvSpPr>
        <p:spPr>
          <a:xfrm>
            <a:off x="5118100" y="2857500"/>
            <a:ext cx="14986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estado-arte:beb9876088"/>
          <p:cNvSpPr txBox="1"/>
          <p:nvPr/>
        </p:nvSpPr>
        <p:spPr>
          <a:xfrm>
            <a:off x="5175250" y="29031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Continuo, placas,</a:t>
            </a:r>
            <a:br/>
            <a:r>
              <a:rPr sz="1100" b="0" i="0">
                <a:solidFill>
                  <a:srgbClr val="1F2937"/>
                </a:solidFill>
                <a:latin typeface="Calibri"/>
              </a:rPr>
              <a:t>láminas y sólidos</a:t>
            </a:r>
          </a:p>
        </p:txBody>
      </p:sp>
      <p:sp>
        <p:nvSpPr>
          <p:cNvPr id="274" name="!!estado-arte:62f94eacec"/>
          <p:cNvSpPr/>
          <p:nvPr/>
        </p:nvSpPr>
        <p:spPr>
          <a:xfrm>
            <a:off x="5175250" y="2878709"/>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estado-arte:ab9debf34e"/>
          <p:cNvSpPr txBox="1"/>
          <p:nvPr/>
        </p:nvSpPr>
        <p:spPr>
          <a:xfrm>
            <a:off x="5149850" y="29159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76" name="!!estado-arte:cccc6634c2"/>
          <p:cNvSpPr/>
          <p:nvPr/>
        </p:nvSpPr>
        <p:spPr>
          <a:xfrm>
            <a:off x="6654800" y="2857500"/>
            <a:ext cx="13462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estado-arte:16b3fc9b92"/>
          <p:cNvSpPr txBox="1"/>
          <p:nvPr/>
        </p:nvSpPr>
        <p:spPr>
          <a:xfrm>
            <a:off x="6946900" y="2980004"/>
            <a:ext cx="533082"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Diversos</a:t>
            </a:r>
          </a:p>
        </p:txBody>
      </p:sp>
      <p:sp>
        <p:nvSpPr>
          <p:cNvPr id="278" name="!!estado-arte:f152f320f1"/>
          <p:cNvSpPr/>
          <p:nvPr/>
        </p:nvSpPr>
        <p:spPr>
          <a:xfrm>
            <a:off x="6711950" y="2955544"/>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estado-arte:7a901da3dd"/>
          <p:cNvSpPr txBox="1"/>
          <p:nvPr/>
        </p:nvSpPr>
        <p:spPr>
          <a:xfrm>
            <a:off x="6686550" y="2992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80" name="!!estado-arte:b944bd1164"/>
          <p:cNvSpPr/>
          <p:nvPr/>
        </p:nvSpPr>
        <p:spPr>
          <a:xfrm>
            <a:off x="8039100" y="2857500"/>
            <a:ext cx="16637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estado-arte:7dcfa880c8"/>
          <p:cNvSpPr txBox="1"/>
          <p:nvPr/>
        </p:nvSpPr>
        <p:spPr>
          <a:xfrm>
            <a:off x="8331200" y="2980004"/>
            <a:ext cx="509080"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Amplios</a:t>
            </a:r>
          </a:p>
        </p:txBody>
      </p:sp>
      <p:sp>
        <p:nvSpPr>
          <p:cNvPr id="282" name="!!estado-arte:f15ad5dd29"/>
          <p:cNvSpPr/>
          <p:nvPr/>
        </p:nvSpPr>
        <p:spPr>
          <a:xfrm>
            <a:off x="8096250" y="2955544"/>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estado-arte:89e88c2a0e"/>
          <p:cNvSpPr txBox="1"/>
          <p:nvPr/>
        </p:nvSpPr>
        <p:spPr>
          <a:xfrm>
            <a:off x="8070850" y="2992818"/>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84" name="!!estado-arte:3b118dec92"/>
          <p:cNvSpPr/>
          <p:nvPr/>
        </p:nvSpPr>
        <p:spPr>
          <a:xfrm>
            <a:off x="9740900" y="2857500"/>
            <a:ext cx="18161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estado-arte:dbee29ae8b"/>
          <p:cNvSpPr/>
          <p:nvPr/>
        </p:nvSpPr>
        <p:spPr>
          <a:xfrm>
            <a:off x="9747250" y="2863850"/>
            <a:ext cx="1803400" cy="393700"/>
          </a:xfrm>
          <a:prstGeom prst="roundRect">
            <a:avLst>
              <a:gd name="adj" fmla="val 14516"/>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estado-arte:29941396ad"/>
          <p:cNvSpPr txBox="1"/>
          <p:nvPr/>
        </p:nvSpPr>
        <p:spPr>
          <a:xfrm>
            <a:off x="10033000" y="2992620"/>
            <a:ext cx="742442"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2D: Q4 y Q9</a:t>
            </a:r>
          </a:p>
        </p:txBody>
      </p:sp>
      <p:sp>
        <p:nvSpPr>
          <p:cNvPr id="287" name="!!estado-arte:c22d67dad1"/>
          <p:cNvSpPr/>
          <p:nvPr/>
        </p:nvSpPr>
        <p:spPr>
          <a:xfrm>
            <a:off x="9798050" y="29654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estado-arte:5e9be0f7db"/>
          <p:cNvSpPr txBox="1"/>
          <p:nvPr/>
        </p:nvSpPr>
        <p:spPr>
          <a:xfrm>
            <a:off x="9772650" y="30027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89" name="!!estado-arte:7d363f3eee"/>
          <p:cNvSpPr txBox="1"/>
          <p:nvPr/>
        </p:nvSpPr>
        <p:spPr>
          <a:xfrm>
            <a:off x="812800" y="33424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Paso a paso sobre el</a:t>
            </a:r>
            <a:br/>
            <a:r>
              <a:rPr sz="1200" b="1" i="0">
                <a:solidFill>
                  <a:srgbClr val="1F2937"/>
                </a:solidFill>
                <a:latin typeface="Calibri"/>
              </a:rPr>
              <a:t>modelo</a:t>
            </a:r>
          </a:p>
        </p:txBody>
      </p:sp>
      <p:sp>
        <p:nvSpPr>
          <p:cNvPr id="290" name="!!estado-arte:070bd6ec2a"/>
          <p:cNvSpPr txBox="1"/>
          <p:nvPr/>
        </p:nvSpPr>
        <p:spPr>
          <a:xfrm>
            <a:off x="635000" y="34262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4</a:t>
            </a:r>
          </a:p>
        </p:txBody>
      </p:sp>
      <p:sp>
        <p:nvSpPr>
          <p:cNvPr id="291" name="!!estado-arte:60fb0982f3"/>
          <p:cNvSpPr/>
          <p:nvPr/>
        </p:nvSpPr>
        <p:spPr>
          <a:xfrm>
            <a:off x="2171700" y="3302000"/>
            <a:ext cx="14732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estado-arte:b05633bd05"/>
          <p:cNvSpPr txBox="1"/>
          <p:nvPr/>
        </p:nvSpPr>
        <p:spPr>
          <a:xfrm>
            <a:off x="2228850" y="3347669"/>
            <a:ext cx="1416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Alta: matrices de</a:t>
            </a:r>
            <a:br/>
            <a:r>
              <a:rPr sz="1100" b="0" i="0">
                <a:solidFill>
                  <a:srgbClr val="1F2937"/>
                </a:solidFill>
                <a:latin typeface="Calibri"/>
              </a:rPr>
              <a:t>cada etapa</a:t>
            </a:r>
          </a:p>
        </p:txBody>
      </p:sp>
      <p:sp>
        <p:nvSpPr>
          <p:cNvPr id="293" name="!!estado-arte:18f3844d6c"/>
          <p:cNvSpPr/>
          <p:nvPr/>
        </p:nvSpPr>
        <p:spPr>
          <a:xfrm>
            <a:off x="2228850" y="3323209"/>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estado-arte:b69fc60937"/>
          <p:cNvSpPr txBox="1"/>
          <p:nvPr/>
        </p:nvSpPr>
        <p:spPr>
          <a:xfrm>
            <a:off x="2203450" y="33604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295" name="!!estado-arte:05e31b3f62"/>
          <p:cNvSpPr/>
          <p:nvPr/>
        </p:nvSpPr>
        <p:spPr>
          <a:xfrm>
            <a:off x="3683000" y="3302000"/>
            <a:ext cx="13970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estado-arte:b7d6690211"/>
          <p:cNvSpPr txBox="1"/>
          <p:nvPr/>
        </p:nvSpPr>
        <p:spPr>
          <a:xfrm>
            <a:off x="3740150" y="3347669"/>
            <a:ext cx="13398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Media-alta (en el</a:t>
            </a:r>
            <a:br/>
            <a:r>
              <a:rPr sz="1100" b="0" i="0">
                <a:solidFill>
                  <a:srgbClr val="1F2937"/>
                </a:solidFill>
                <a:latin typeface="Calibri"/>
              </a:rPr>
              <a:t>código)</a:t>
            </a:r>
          </a:p>
        </p:txBody>
      </p:sp>
      <p:sp>
        <p:nvSpPr>
          <p:cNvPr id="297" name="!!estado-arte:582bc369cc"/>
          <p:cNvSpPr/>
          <p:nvPr/>
        </p:nvSpPr>
        <p:spPr>
          <a:xfrm>
            <a:off x="3749675" y="33327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estado-arte:d0439ca535"/>
          <p:cNvSpPr/>
          <p:nvPr/>
        </p:nvSpPr>
        <p:spPr>
          <a:xfrm>
            <a:off x="5118100" y="3302000"/>
            <a:ext cx="14986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estado-arte:1fbf339d9b"/>
          <p:cNvSpPr txBox="1"/>
          <p:nvPr/>
        </p:nvSpPr>
        <p:spPr>
          <a:xfrm>
            <a:off x="5175250" y="33476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Alta, hasta la</a:t>
            </a:r>
            <a:br/>
            <a:r>
              <a:rPr sz="1100" b="0" i="0">
                <a:solidFill>
                  <a:srgbClr val="1F2937"/>
                </a:solidFill>
                <a:latin typeface="Calibri"/>
              </a:rPr>
              <a:t>solución</a:t>
            </a:r>
          </a:p>
        </p:txBody>
      </p:sp>
      <p:sp>
        <p:nvSpPr>
          <p:cNvPr id="300" name="!!estado-arte:7f58225e2f"/>
          <p:cNvSpPr/>
          <p:nvPr/>
        </p:nvSpPr>
        <p:spPr>
          <a:xfrm>
            <a:off x="5175250" y="3323209"/>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estado-arte:65e9da2158"/>
          <p:cNvSpPr txBox="1"/>
          <p:nvPr/>
        </p:nvSpPr>
        <p:spPr>
          <a:xfrm>
            <a:off x="5149850" y="33604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02" name="!!estado-arte:9422ce8270"/>
          <p:cNvSpPr/>
          <p:nvPr/>
        </p:nvSpPr>
        <p:spPr>
          <a:xfrm>
            <a:off x="6654800" y="3302000"/>
            <a:ext cx="13462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estado-arte:cc0bf2f96b"/>
          <p:cNvSpPr txBox="1"/>
          <p:nvPr/>
        </p:nvSpPr>
        <p:spPr>
          <a:xfrm>
            <a:off x="6711950" y="33476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En el código, sin</a:t>
            </a:r>
            <a:br/>
            <a:r>
              <a:rPr sz="1100" b="0" i="0">
                <a:solidFill>
                  <a:srgbClr val="1F2937"/>
                </a:solidFill>
                <a:latin typeface="Calibri"/>
              </a:rPr>
              <a:t>guía visual</a:t>
            </a:r>
          </a:p>
        </p:txBody>
      </p:sp>
      <p:sp>
        <p:nvSpPr>
          <p:cNvPr id="304" name="!!estado-arte:df07141b96"/>
          <p:cNvSpPr/>
          <p:nvPr/>
        </p:nvSpPr>
        <p:spPr>
          <a:xfrm>
            <a:off x="6721475" y="33327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estado-arte:73c2b1895a"/>
          <p:cNvSpPr/>
          <p:nvPr/>
        </p:nvSpPr>
        <p:spPr>
          <a:xfrm>
            <a:off x="8039100" y="3302000"/>
            <a:ext cx="16637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estado-arte:1658cad981"/>
          <p:cNvSpPr txBox="1"/>
          <p:nvPr/>
        </p:nvSpPr>
        <p:spPr>
          <a:xfrm>
            <a:off x="8331200" y="3424504"/>
            <a:ext cx="992568"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Baja (caja negra)</a:t>
            </a:r>
          </a:p>
        </p:txBody>
      </p:sp>
      <p:sp>
        <p:nvSpPr>
          <p:cNvPr id="307" name="!!estado-arte:549fa269af"/>
          <p:cNvSpPr/>
          <p:nvPr/>
        </p:nvSpPr>
        <p:spPr>
          <a:xfrm>
            <a:off x="8096250" y="3400044"/>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estado-arte:a70ef46554"/>
          <p:cNvSpPr txBox="1"/>
          <p:nvPr/>
        </p:nvSpPr>
        <p:spPr>
          <a:xfrm>
            <a:off x="8070850" y="3437319"/>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09" name="!!estado-arte:0fdce4b309"/>
          <p:cNvSpPr/>
          <p:nvPr/>
        </p:nvSpPr>
        <p:spPr>
          <a:xfrm>
            <a:off x="9740900" y="3302000"/>
            <a:ext cx="18161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estado-arte:0c8494e323"/>
          <p:cNvSpPr/>
          <p:nvPr/>
        </p:nvSpPr>
        <p:spPr>
          <a:xfrm>
            <a:off x="9747250" y="3308350"/>
            <a:ext cx="1803400" cy="393700"/>
          </a:xfrm>
          <a:prstGeom prst="roundRect">
            <a:avLst>
              <a:gd name="adj" fmla="val 14516"/>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estado-arte:52955fe3b0"/>
          <p:cNvSpPr txBox="1"/>
          <p:nvPr/>
        </p:nvSpPr>
        <p:spPr>
          <a:xfrm>
            <a:off x="10033000" y="3437120"/>
            <a:ext cx="1176338"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Alta: ocho módulos</a:t>
            </a:r>
          </a:p>
        </p:txBody>
      </p:sp>
      <p:sp>
        <p:nvSpPr>
          <p:cNvPr id="312" name="!!estado-arte:a9a8905b5c"/>
          <p:cNvSpPr/>
          <p:nvPr/>
        </p:nvSpPr>
        <p:spPr>
          <a:xfrm>
            <a:off x="9798050" y="34099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estado-arte:41cda64d01"/>
          <p:cNvSpPr txBox="1"/>
          <p:nvPr/>
        </p:nvSpPr>
        <p:spPr>
          <a:xfrm>
            <a:off x="9772650" y="34472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14" name="!!estado-arte:c6333e7a1c"/>
          <p:cNvSpPr txBox="1"/>
          <p:nvPr/>
        </p:nvSpPr>
        <p:spPr>
          <a:xfrm>
            <a:off x="812800" y="37869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Procedimiento</a:t>
            </a:r>
            <a:br/>
            <a:r>
              <a:rPr sz="1200" b="1" i="0">
                <a:solidFill>
                  <a:srgbClr val="1F2937"/>
                </a:solidFill>
                <a:latin typeface="Calibri"/>
              </a:rPr>
              <a:t>completo</a:t>
            </a:r>
          </a:p>
        </p:txBody>
      </p:sp>
      <p:sp>
        <p:nvSpPr>
          <p:cNvPr id="315" name="!!estado-arte:64e3ca93c7"/>
          <p:cNvSpPr txBox="1"/>
          <p:nvPr/>
        </p:nvSpPr>
        <p:spPr>
          <a:xfrm>
            <a:off x="635000" y="38707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5</a:t>
            </a:r>
          </a:p>
        </p:txBody>
      </p:sp>
      <p:sp>
        <p:nvSpPr>
          <p:cNvPr id="316" name="!!estado-arte:18865465b1"/>
          <p:cNvSpPr/>
          <p:nvPr/>
        </p:nvSpPr>
        <p:spPr>
          <a:xfrm>
            <a:off x="2171700" y="3746500"/>
            <a:ext cx="14732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estado-arte:8954c25b54"/>
          <p:cNvSpPr txBox="1"/>
          <p:nvPr/>
        </p:nvSpPr>
        <p:spPr>
          <a:xfrm>
            <a:off x="2463800" y="3869004"/>
            <a:ext cx="147130"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Sí</a:t>
            </a:r>
          </a:p>
        </p:txBody>
      </p:sp>
      <p:sp>
        <p:nvSpPr>
          <p:cNvPr id="318" name="!!estado-arte:3876aca3d5"/>
          <p:cNvSpPr/>
          <p:nvPr/>
        </p:nvSpPr>
        <p:spPr>
          <a:xfrm>
            <a:off x="2228850" y="3844544"/>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estado-arte:1f525adff2"/>
          <p:cNvSpPr txBox="1"/>
          <p:nvPr/>
        </p:nvSpPr>
        <p:spPr>
          <a:xfrm>
            <a:off x="2203450" y="3881819"/>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20" name="!!estado-arte:a4a7596ab6"/>
          <p:cNvSpPr/>
          <p:nvPr/>
        </p:nvSpPr>
        <p:spPr>
          <a:xfrm>
            <a:off x="3683000" y="3746500"/>
            <a:ext cx="13970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estado-arte:ed264fd3f8"/>
          <p:cNvSpPr txBox="1"/>
          <p:nvPr/>
        </p:nvSpPr>
        <p:spPr>
          <a:xfrm>
            <a:off x="3740150" y="3792169"/>
            <a:ext cx="13398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Parcial (solo</a:t>
            </a:r>
            <a:br/>
            <a:r>
              <a:rPr sz="1100" b="0" i="0">
                <a:solidFill>
                  <a:srgbClr val="1F2937"/>
                </a:solidFill>
                <a:latin typeface="Calibri"/>
              </a:rPr>
              <a:t>barras)</a:t>
            </a:r>
          </a:p>
        </p:txBody>
      </p:sp>
      <p:sp>
        <p:nvSpPr>
          <p:cNvPr id="322" name="!!estado-arte:97e31bb8f4"/>
          <p:cNvSpPr/>
          <p:nvPr/>
        </p:nvSpPr>
        <p:spPr>
          <a:xfrm>
            <a:off x="3749675" y="37772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estado-arte:119797ae88"/>
          <p:cNvSpPr/>
          <p:nvPr/>
        </p:nvSpPr>
        <p:spPr>
          <a:xfrm>
            <a:off x="5118100" y="3746500"/>
            <a:ext cx="14986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estado-arte:b8f2e8981f"/>
          <p:cNvSpPr txBox="1"/>
          <p:nvPr/>
        </p:nvSpPr>
        <p:spPr>
          <a:xfrm>
            <a:off x="5175250" y="37921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Sin recuperación de</a:t>
            </a:r>
            <a:br/>
            <a:r>
              <a:rPr sz="1100" b="0" i="0">
                <a:solidFill>
                  <a:srgbClr val="1F2937"/>
                </a:solidFill>
                <a:latin typeface="Calibri"/>
              </a:rPr>
              <a:t>tensiones</a:t>
            </a:r>
          </a:p>
        </p:txBody>
      </p:sp>
      <p:sp>
        <p:nvSpPr>
          <p:cNvPr id="325" name="!!estado-arte:5546418759"/>
          <p:cNvSpPr/>
          <p:nvPr/>
        </p:nvSpPr>
        <p:spPr>
          <a:xfrm>
            <a:off x="5184775" y="37772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estado-arte:0d973b2356"/>
          <p:cNvSpPr/>
          <p:nvPr/>
        </p:nvSpPr>
        <p:spPr>
          <a:xfrm>
            <a:off x="6654800" y="3746500"/>
            <a:ext cx="13462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estado-arte:7d7cae1f8f"/>
          <p:cNvSpPr txBox="1"/>
          <p:nvPr/>
        </p:nvSpPr>
        <p:spPr>
          <a:xfrm>
            <a:off x="6711950" y="37921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Parcial</a:t>
            </a:r>
            <a:br/>
            <a:r>
              <a:rPr sz="1100" b="0" i="0">
                <a:solidFill>
                  <a:srgbClr val="1F2937"/>
                </a:solidFill>
                <a:latin typeface="Calibri"/>
              </a:rPr>
              <a:t>(programando)</a:t>
            </a:r>
          </a:p>
        </p:txBody>
      </p:sp>
      <p:sp>
        <p:nvSpPr>
          <p:cNvPr id="328" name="!!estado-arte:6d92d67938"/>
          <p:cNvSpPr/>
          <p:nvPr/>
        </p:nvSpPr>
        <p:spPr>
          <a:xfrm>
            <a:off x="6721475" y="37772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estado-arte:894b29cd34"/>
          <p:cNvSpPr/>
          <p:nvPr/>
        </p:nvSpPr>
        <p:spPr>
          <a:xfrm>
            <a:off x="8039100" y="3746500"/>
            <a:ext cx="16637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estado-arte:75731d2f51"/>
          <p:cNvSpPr txBox="1"/>
          <p:nvPr/>
        </p:nvSpPr>
        <p:spPr>
          <a:xfrm>
            <a:off x="8096250" y="37921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No concebido para la</a:t>
            </a:r>
            <a:br/>
            <a:r>
              <a:rPr sz="1100" b="0" i="0">
                <a:solidFill>
                  <a:srgbClr val="1F2937"/>
                </a:solidFill>
                <a:latin typeface="Calibri"/>
              </a:rPr>
              <a:t>enseñanza</a:t>
            </a:r>
          </a:p>
        </p:txBody>
      </p:sp>
      <p:sp>
        <p:nvSpPr>
          <p:cNvPr id="331" name="!!estado-arte:e543cd9f4a"/>
          <p:cNvSpPr/>
          <p:nvPr/>
        </p:nvSpPr>
        <p:spPr>
          <a:xfrm>
            <a:off x="8096250" y="3767709"/>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estado-arte:6c6eb77038"/>
          <p:cNvSpPr txBox="1"/>
          <p:nvPr/>
        </p:nvSpPr>
        <p:spPr>
          <a:xfrm>
            <a:off x="8070850" y="38049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33" name="!!estado-arte:c27883eb89"/>
          <p:cNvSpPr/>
          <p:nvPr/>
        </p:nvSpPr>
        <p:spPr>
          <a:xfrm>
            <a:off x="9740900" y="3746500"/>
            <a:ext cx="18161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estado-arte:689b424369"/>
          <p:cNvSpPr/>
          <p:nvPr/>
        </p:nvSpPr>
        <p:spPr>
          <a:xfrm>
            <a:off x="9747250" y="3752850"/>
            <a:ext cx="1803400" cy="393700"/>
          </a:xfrm>
          <a:prstGeom prst="roundRect">
            <a:avLst>
              <a:gd name="adj" fmla="val 14516"/>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estado-arte:c8288f5ce8"/>
          <p:cNvSpPr txBox="1"/>
          <p:nvPr/>
        </p:nvSpPr>
        <p:spPr>
          <a:xfrm>
            <a:off x="10033000" y="3881620"/>
            <a:ext cx="151194"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Sí</a:t>
            </a:r>
          </a:p>
        </p:txBody>
      </p:sp>
      <p:sp>
        <p:nvSpPr>
          <p:cNvPr id="336" name="!!estado-arte:84222b02a2"/>
          <p:cNvSpPr/>
          <p:nvPr/>
        </p:nvSpPr>
        <p:spPr>
          <a:xfrm>
            <a:off x="9798050" y="38544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estado-arte:c67fdf62b9"/>
          <p:cNvSpPr txBox="1"/>
          <p:nvPr/>
        </p:nvSpPr>
        <p:spPr>
          <a:xfrm>
            <a:off x="9772650" y="38917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38" name="!!estado-arte:f6ea9b3e1f"/>
          <p:cNvSpPr txBox="1"/>
          <p:nvPr/>
        </p:nvSpPr>
        <p:spPr>
          <a:xfrm>
            <a:off x="812800" y="4315231"/>
            <a:ext cx="13716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Memoria de cálculo</a:t>
            </a:r>
          </a:p>
        </p:txBody>
      </p:sp>
      <p:sp>
        <p:nvSpPr>
          <p:cNvPr id="339" name="!!estado-arte:fab315d4d6"/>
          <p:cNvSpPr txBox="1"/>
          <p:nvPr/>
        </p:nvSpPr>
        <p:spPr>
          <a:xfrm>
            <a:off x="635000" y="43152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6</a:t>
            </a:r>
          </a:p>
        </p:txBody>
      </p:sp>
      <p:sp>
        <p:nvSpPr>
          <p:cNvPr id="340" name="!!estado-arte:3e361c64e0"/>
          <p:cNvSpPr/>
          <p:nvPr/>
        </p:nvSpPr>
        <p:spPr>
          <a:xfrm>
            <a:off x="2171700" y="4191000"/>
            <a:ext cx="14732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estado-arte:e3690abbf3"/>
          <p:cNvSpPr/>
          <p:nvPr/>
        </p:nvSpPr>
        <p:spPr>
          <a:xfrm>
            <a:off x="2181225" y="4200525"/>
            <a:ext cx="1454150" cy="387350"/>
          </a:xfrm>
          <a:prstGeom prst="roundRect">
            <a:avLst>
              <a:gd name="adj" fmla="val 13934"/>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estado-arte:bc6f0ec501"/>
          <p:cNvSpPr txBox="1"/>
          <p:nvPr/>
        </p:nvSpPr>
        <p:spPr>
          <a:xfrm>
            <a:off x="2463800" y="43135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343" name="!!estado-arte:d87a0a12f0"/>
          <p:cNvSpPr/>
          <p:nvPr/>
        </p:nvSpPr>
        <p:spPr>
          <a:xfrm>
            <a:off x="2235200" y="42952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estado-arte:95d6feb1e2"/>
          <p:cNvSpPr txBox="1"/>
          <p:nvPr/>
        </p:nvSpPr>
        <p:spPr>
          <a:xfrm>
            <a:off x="2216150" y="43230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345" name="!!estado-arte:5b7ace7581"/>
          <p:cNvSpPr/>
          <p:nvPr/>
        </p:nvSpPr>
        <p:spPr>
          <a:xfrm>
            <a:off x="3683000" y="4191000"/>
            <a:ext cx="1397000" cy="406400"/>
          </a:xfrm>
          <a:prstGeom prst="roundRect">
            <a:avLst>
              <a:gd name="adj" fmla="val 15625"/>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estado-arte:a2e6a88ce1"/>
          <p:cNvSpPr/>
          <p:nvPr/>
        </p:nvSpPr>
        <p:spPr>
          <a:xfrm>
            <a:off x="3692525" y="4200525"/>
            <a:ext cx="1377950" cy="387350"/>
          </a:xfrm>
          <a:prstGeom prst="roundRect">
            <a:avLst>
              <a:gd name="adj" fmla="val 13934"/>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estado-arte:8db712325d"/>
          <p:cNvSpPr txBox="1"/>
          <p:nvPr/>
        </p:nvSpPr>
        <p:spPr>
          <a:xfrm>
            <a:off x="3975100" y="43135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348" name="!!estado-arte:61d2419125"/>
          <p:cNvSpPr/>
          <p:nvPr/>
        </p:nvSpPr>
        <p:spPr>
          <a:xfrm>
            <a:off x="3746500" y="42952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estado-arte:b2a60ea177"/>
          <p:cNvSpPr txBox="1"/>
          <p:nvPr/>
        </p:nvSpPr>
        <p:spPr>
          <a:xfrm>
            <a:off x="3727450" y="43230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350" name="!!estado-arte:5c865500b6"/>
          <p:cNvSpPr/>
          <p:nvPr/>
        </p:nvSpPr>
        <p:spPr>
          <a:xfrm>
            <a:off x="5118100" y="4191000"/>
            <a:ext cx="1498600" cy="406400"/>
          </a:xfrm>
          <a:prstGeom prst="roundRect">
            <a:avLst>
              <a:gd name="adj" fmla="val 15625"/>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estado-arte:08e2833d5d"/>
          <p:cNvSpPr/>
          <p:nvPr/>
        </p:nvSpPr>
        <p:spPr>
          <a:xfrm>
            <a:off x="5127625" y="4200525"/>
            <a:ext cx="1479550" cy="387350"/>
          </a:xfrm>
          <a:prstGeom prst="roundRect">
            <a:avLst>
              <a:gd name="adj" fmla="val 13934"/>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estado-arte:54f7399dc0"/>
          <p:cNvSpPr txBox="1"/>
          <p:nvPr/>
        </p:nvSpPr>
        <p:spPr>
          <a:xfrm>
            <a:off x="5175250" y="42366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En pantalla, no</a:t>
            </a:r>
            <a:br/>
            <a:r>
              <a:rPr sz="1100" b="0" i="0">
                <a:solidFill>
                  <a:srgbClr val="1F2937"/>
                </a:solidFill>
                <a:latin typeface="Calibri"/>
              </a:rPr>
              <a:t>como documento</a:t>
            </a:r>
          </a:p>
        </p:txBody>
      </p:sp>
      <p:sp>
        <p:nvSpPr>
          <p:cNvPr id="353" name="!!estado-arte:d134121888"/>
          <p:cNvSpPr/>
          <p:nvPr/>
        </p:nvSpPr>
        <p:spPr>
          <a:xfrm>
            <a:off x="5184775" y="42217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estado-arte:28d22b416c"/>
          <p:cNvSpPr/>
          <p:nvPr/>
        </p:nvSpPr>
        <p:spPr>
          <a:xfrm>
            <a:off x="6654800" y="4191000"/>
            <a:ext cx="13462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estado-arte:0093f371f2"/>
          <p:cNvSpPr/>
          <p:nvPr/>
        </p:nvSpPr>
        <p:spPr>
          <a:xfrm>
            <a:off x="6664325" y="4200525"/>
            <a:ext cx="1327150" cy="387350"/>
          </a:xfrm>
          <a:prstGeom prst="roundRect">
            <a:avLst>
              <a:gd name="adj" fmla="val 13934"/>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estado-arte:d587aaf5bd"/>
          <p:cNvSpPr txBox="1"/>
          <p:nvPr/>
        </p:nvSpPr>
        <p:spPr>
          <a:xfrm>
            <a:off x="6711950" y="42366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La programa el</a:t>
            </a:r>
            <a:br/>
            <a:r>
              <a:rPr sz="1100" b="0" i="0">
                <a:solidFill>
                  <a:srgbClr val="1F2937"/>
                </a:solidFill>
                <a:latin typeface="Calibri"/>
              </a:rPr>
              <a:t>usuario</a:t>
            </a:r>
          </a:p>
        </p:txBody>
      </p:sp>
      <p:sp>
        <p:nvSpPr>
          <p:cNvPr id="357" name="!!estado-arte:808fe8caa6"/>
          <p:cNvSpPr/>
          <p:nvPr/>
        </p:nvSpPr>
        <p:spPr>
          <a:xfrm>
            <a:off x="6711950" y="4212209"/>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estado-arte:b79e973011"/>
          <p:cNvSpPr txBox="1"/>
          <p:nvPr/>
        </p:nvSpPr>
        <p:spPr>
          <a:xfrm>
            <a:off x="6686550" y="42494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59" name="!!estado-arte:6a8ee6a184"/>
          <p:cNvSpPr/>
          <p:nvPr/>
        </p:nvSpPr>
        <p:spPr>
          <a:xfrm>
            <a:off x="8039100" y="4191000"/>
            <a:ext cx="1663700" cy="406400"/>
          </a:xfrm>
          <a:prstGeom prst="roundRect">
            <a:avLst>
              <a:gd name="adj" fmla="val 15625"/>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estado-arte:c7f8c276d1"/>
          <p:cNvSpPr/>
          <p:nvPr/>
        </p:nvSpPr>
        <p:spPr>
          <a:xfrm>
            <a:off x="8048625" y="4200525"/>
            <a:ext cx="1644650" cy="387350"/>
          </a:xfrm>
          <a:prstGeom prst="roundRect">
            <a:avLst>
              <a:gd name="adj" fmla="val 13934"/>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estado-arte:2d9cf7f4fc"/>
          <p:cNvSpPr txBox="1"/>
          <p:nvPr/>
        </p:nvSpPr>
        <p:spPr>
          <a:xfrm>
            <a:off x="8096250" y="42366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Informes sin el</a:t>
            </a:r>
            <a:br/>
            <a:r>
              <a:rPr sz="1100" b="0" i="0">
                <a:solidFill>
                  <a:srgbClr val="1F2937"/>
                </a:solidFill>
                <a:latin typeface="Calibri"/>
              </a:rPr>
              <a:t>desarrollo matricial</a:t>
            </a:r>
          </a:p>
        </p:txBody>
      </p:sp>
      <p:sp>
        <p:nvSpPr>
          <p:cNvPr id="362" name="!!estado-arte:bd443534cf"/>
          <p:cNvSpPr/>
          <p:nvPr/>
        </p:nvSpPr>
        <p:spPr>
          <a:xfrm>
            <a:off x="8096250" y="4212209"/>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estado-arte:4a8cb779c3"/>
          <p:cNvSpPr txBox="1"/>
          <p:nvPr/>
        </p:nvSpPr>
        <p:spPr>
          <a:xfrm>
            <a:off x="8070850" y="42494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64" name="!!estado-arte:2bc163debf"/>
          <p:cNvSpPr/>
          <p:nvPr/>
        </p:nvSpPr>
        <p:spPr>
          <a:xfrm>
            <a:off x="9740900" y="4191000"/>
            <a:ext cx="1816100" cy="406400"/>
          </a:xfrm>
          <a:prstGeom prst="roundRect">
            <a:avLst>
              <a:gd name="adj" fmla="val 15625"/>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estado-arte:cc3141f14d"/>
          <p:cNvSpPr/>
          <p:nvPr/>
        </p:nvSpPr>
        <p:spPr>
          <a:xfrm>
            <a:off x="9747250" y="4197350"/>
            <a:ext cx="1803400" cy="393700"/>
          </a:xfrm>
          <a:prstGeom prst="roundRect">
            <a:avLst>
              <a:gd name="adj" fmla="val 14516"/>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estado-arte:c6de823b57"/>
          <p:cNvSpPr txBox="1"/>
          <p:nvPr/>
        </p:nvSpPr>
        <p:spPr>
          <a:xfrm>
            <a:off x="10033000" y="4253540"/>
            <a:ext cx="1524000" cy="290576"/>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PDF con sustitución</a:t>
            </a:r>
            <a:br/>
            <a:r>
              <a:rPr sz="1100" b="1" i="0">
                <a:solidFill>
                  <a:srgbClr val="1F2937"/>
                </a:solidFill>
                <a:latin typeface="Calibri"/>
              </a:rPr>
              <a:t>numérica</a:t>
            </a:r>
          </a:p>
        </p:txBody>
      </p:sp>
      <p:sp>
        <p:nvSpPr>
          <p:cNvPr id="367" name="!!estado-arte:3261685ed1"/>
          <p:cNvSpPr/>
          <p:nvPr/>
        </p:nvSpPr>
        <p:spPr>
          <a:xfrm>
            <a:off x="9798050" y="42989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estado-arte:f6fcf1a7dc"/>
          <p:cNvSpPr txBox="1"/>
          <p:nvPr/>
        </p:nvSpPr>
        <p:spPr>
          <a:xfrm>
            <a:off x="9772650" y="43362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369" name="!!estado-arte:5b732b3fe1"/>
          <p:cNvSpPr txBox="1"/>
          <p:nvPr/>
        </p:nvSpPr>
        <p:spPr>
          <a:xfrm>
            <a:off x="812800" y="47267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alpha val="30000"/>
                  </a:srgbClr>
                </a:solidFill>
                <a:latin typeface="Calibri"/>
              </a:rPr>
              <a:t>Fenómenos</a:t>
            </a:r>
            <a:br/>
            <a:r>
              <a:rPr sz="1200" b="1" i="0">
                <a:solidFill>
                  <a:srgbClr val="1F2937">
                    <a:alpha val="30000"/>
                  </a:srgbClr>
                </a:solidFill>
                <a:latin typeface="Calibri"/>
              </a:rPr>
              <a:t>numéricos</a:t>
            </a:r>
          </a:p>
        </p:txBody>
      </p:sp>
      <p:sp>
        <p:nvSpPr>
          <p:cNvPr id="370" name="!!estado-arte:72fa8b6557"/>
          <p:cNvSpPr txBox="1"/>
          <p:nvPr/>
        </p:nvSpPr>
        <p:spPr>
          <a:xfrm>
            <a:off x="635000" y="48105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alpha val="30000"/>
                  </a:srgbClr>
                </a:solidFill>
                <a:latin typeface="Calibri"/>
              </a:rPr>
              <a:t>7</a:t>
            </a:r>
          </a:p>
        </p:txBody>
      </p:sp>
      <p:sp>
        <p:nvSpPr>
          <p:cNvPr id="371" name="!!estado-arte:2e4e82dab6"/>
          <p:cNvSpPr/>
          <p:nvPr/>
        </p:nvSpPr>
        <p:spPr>
          <a:xfrm>
            <a:off x="2171700" y="4635500"/>
            <a:ext cx="14732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estado-arte:2763142789"/>
          <p:cNvSpPr txBox="1"/>
          <p:nvPr/>
        </p:nvSpPr>
        <p:spPr>
          <a:xfrm>
            <a:off x="2463800" y="48088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alpha val="30000"/>
                  </a:srgbClr>
                </a:solidFill>
                <a:latin typeface="Calibri"/>
              </a:rPr>
              <a:t>No consta</a:t>
            </a:r>
          </a:p>
        </p:txBody>
      </p:sp>
      <p:sp>
        <p:nvSpPr>
          <p:cNvPr id="373" name="!!estado-arte:78217e768c"/>
          <p:cNvSpPr/>
          <p:nvPr/>
        </p:nvSpPr>
        <p:spPr>
          <a:xfrm>
            <a:off x="2235200" y="4790567"/>
            <a:ext cx="177800" cy="177800"/>
          </a:xfrm>
          <a:prstGeom prst="ellipse">
            <a:avLst/>
          </a:prstGeom>
          <a:noFill/>
          <a:ln w="12700">
            <a:solidFill>
              <a:srgbClr val="5B6575">
                <a:alpha val="3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estado-arte:0a1a781255"/>
          <p:cNvSpPr txBox="1"/>
          <p:nvPr/>
        </p:nvSpPr>
        <p:spPr>
          <a:xfrm>
            <a:off x="2216150" y="48183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alpha val="30000"/>
                  </a:srgbClr>
                </a:solidFill>
                <a:latin typeface="Calibri"/>
              </a:rPr>
              <a:t>?</a:t>
            </a:r>
          </a:p>
        </p:txBody>
      </p:sp>
      <p:sp>
        <p:nvSpPr>
          <p:cNvPr id="375" name="!!estado-arte:b8226873db"/>
          <p:cNvSpPr/>
          <p:nvPr/>
        </p:nvSpPr>
        <p:spPr>
          <a:xfrm>
            <a:off x="3683000" y="4635500"/>
            <a:ext cx="13970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estado-arte:fb68aa1d43"/>
          <p:cNvSpPr txBox="1"/>
          <p:nvPr/>
        </p:nvSpPr>
        <p:spPr>
          <a:xfrm>
            <a:off x="3975100" y="48088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alpha val="30000"/>
                  </a:srgbClr>
                </a:solidFill>
                <a:latin typeface="Calibri"/>
              </a:rPr>
              <a:t>No consta</a:t>
            </a:r>
          </a:p>
        </p:txBody>
      </p:sp>
      <p:sp>
        <p:nvSpPr>
          <p:cNvPr id="377" name="!!estado-arte:904e36d35c"/>
          <p:cNvSpPr/>
          <p:nvPr/>
        </p:nvSpPr>
        <p:spPr>
          <a:xfrm>
            <a:off x="3746500" y="4790567"/>
            <a:ext cx="177800" cy="177800"/>
          </a:xfrm>
          <a:prstGeom prst="ellipse">
            <a:avLst/>
          </a:prstGeom>
          <a:noFill/>
          <a:ln w="12700">
            <a:solidFill>
              <a:srgbClr val="5B6575">
                <a:alpha val="3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estado-arte:3cf0238bd6"/>
          <p:cNvSpPr txBox="1"/>
          <p:nvPr/>
        </p:nvSpPr>
        <p:spPr>
          <a:xfrm>
            <a:off x="3727450" y="48183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alpha val="30000"/>
                  </a:srgbClr>
                </a:solidFill>
                <a:latin typeface="Calibri"/>
              </a:rPr>
              <a:t>?</a:t>
            </a:r>
          </a:p>
        </p:txBody>
      </p:sp>
      <p:sp>
        <p:nvSpPr>
          <p:cNvPr id="379" name="!!estado-arte:df6c5b2d3e"/>
          <p:cNvSpPr/>
          <p:nvPr/>
        </p:nvSpPr>
        <p:spPr>
          <a:xfrm>
            <a:off x="5118100" y="4635500"/>
            <a:ext cx="1498600" cy="508000"/>
          </a:xfrm>
          <a:prstGeom prst="roundRect">
            <a:avLst>
              <a:gd name="adj" fmla="val 12500"/>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estado-arte:307e169f5e"/>
          <p:cNvSpPr txBox="1"/>
          <p:nvPr/>
        </p:nvSpPr>
        <p:spPr>
          <a:xfrm>
            <a:off x="5175250" y="47319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Modos espurios y</a:t>
            </a:r>
            <a:br/>
            <a:r>
              <a:rPr sz="1100" b="0" i="0">
                <a:solidFill>
                  <a:srgbClr val="1F2937">
                    <a:alpha val="30000"/>
                  </a:srgbClr>
                </a:solidFill>
                <a:latin typeface="Calibri"/>
              </a:rPr>
              <a:t>bloqueo</a:t>
            </a:r>
          </a:p>
        </p:txBody>
      </p:sp>
      <p:sp>
        <p:nvSpPr>
          <p:cNvPr id="381" name="!!estado-arte:8061ed90d6"/>
          <p:cNvSpPr/>
          <p:nvPr/>
        </p:nvSpPr>
        <p:spPr>
          <a:xfrm>
            <a:off x="5175250" y="4707509"/>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estado-arte:63f95ae8d9"/>
          <p:cNvSpPr txBox="1"/>
          <p:nvPr/>
        </p:nvSpPr>
        <p:spPr>
          <a:xfrm>
            <a:off x="5149850" y="47447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383" name="!!estado-arte:195752ef8c"/>
          <p:cNvSpPr/>
          <p:nvPr/>
        </p:nvSpPr>
        <p:spPr>
          <a:xfrm>
            <a:off x="6654800" y="4635500"/>
            <a:ext cx="1346200" cy="508000"/>
          </a:xfrm>
          <a:prstGeom prst="roundRect">
            <a:avLst>
              <a:gd name="adj" fmla="val 12500"/>
            </a:avLst>
          </a:prstGeom>
          <a:solidFill>
            <a:srgbClr val="B7791F">
              <a:alpha val="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estado-arte:93102b8b77"/>
          <p:cNvSpPr txBox="1"/>
          <p:nvPr/>
        </p:nvSpPr>
        <p:spPr>
          <a:xfrm>
            <a:off x="6711950" y="47319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Programando, sin</a:t>
            </a:r>
            <a:br/>
            <a:r>
              <a:rPr sz="1100" b="0" i="0">
                <a:solidFill>
                  <a:srgbClr val="1F2937">
                    <a:alpha val="30000"/>
                  </a:srgbClr>
                </a:solidFill>
                <a:latin typeface="Calibri"/>
              </a:rPr>
              <a:t>guía</a:t>
            </a:r>
          </a:p>
        </p:txBody>
      </p:sp>
      <p:sp>
        <p:nvSpPr>
          <p:cNvPr id="385" name="!!estado-arte:9b4abf1027"/>
          <p:cNvSpPr/>
          <p:nvPr/>
        </p:nvSpPr>
        <p:spPr>
          <a:xfrm>
            <a:off x="6721475" y="4717034"/>
            <a:ext cx="171450" cy="171450"/>
          </a:xfrm>
          <a:prstGeom prst="ellipse">
            <a:avLst/>
          </a:prstGeom>
          <a:gradFill rotWithShape="1">
            <a:gsLst>
              <a:gs pos="50000">
                <a:srgbClr val="B7791F">
                  <a:alpha val="30000"/>
                </a:srgbClr>
              </a:gs>
              <a:gs pos="50000">
                <a:srgbClr val="FFFFFF">
                  <a:alpha val="0"/>
                </a:srgbClr>
              </a:gs>
            </a:gsLst>
            <a:lin scaled="0" ang="0"/>
          </a:gradFill>
          <a:ln w="19050">
            <a:solidFill>
              <a:srgbClr val="B7791F">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estado-arte:1a0b65f446"/>
          <p:cNvSpPr/>
          <p:nvPr/>
        </p:nvSpPr>
        <p:spPr>
          <a:xfrm>
            <a:off x="8039100" y="4635500"/>
            <a:ext cx="1663700" cy="508000"/>
          </a:xfrm>
          <a:prstGeom prst="roundRect">
            <a:avLst>
              <a:gd name="adj" fmla="val 12500"/>
            </a:avLst>
          </a:prstGeom>
          <a:solidFill>
            <a:srgbClr val="FBE9E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estado-arte:264d6d35ad"/>
          <p:cNvSpPr txBox="1"/>
          <p:nvPr/>
        </p:nvSpPr>
        <p:spPr>
          <a:xfrm>
            <a:off x="8096250" y="47319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alpha val="30000"/>
                  </a:srgbClr>
                </a:solidFill>
                <a:latin typeface="Calibri"/>
              </a:rPr>
              <a:t>Solo a través de los</a:t>
            </a:r>
            <a:br/>
            <a:r>
              <a:rPr sz="1100" b="0" i="0">
                <a:solidFill>
                  <a:srgbClr val="1F2937">
                    <a:alpha val="30000"/>
                  </a:srgbClr>
                </a:solidFill>
                <a:latin typeface="Calibri"/>
              </a:rPr>
              <a:t>resultados</a:t>
            </a:r>
          </a:p>
        </p:txBody>
      </p:sp>
      <p:sp>
        <p:nvSpPr>
          <p:cNvPr id="388" name="!!estado-arte:a3edb7b776"/>
          <p:cNvSpPr/>
          <p:nvPr/>
        </p:nvSpPr>
        <p:spPr>
          <a:xfrm>
            <a:off x="8096250" y="4707509"/>
            <a:ext cx="190500" cy="190500"/>
          </a:xfrm>
          <a:prstGeom prst="ellipse">
            <a:avLst/>
          </a:prstGeom>
          <a:solidFill>
            <a:srgbClr val="C0392B">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estado-arte:a64c8dbff1"/>
          <p:cNvSpPr txBox="1"/>
          <p:nvPr/>
        </p:nvSpPr>
        <p:spPr>
          <a:xfrm>
            <a:off x="8070850" y="47447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390" name="!!estado-arte:dc76077021"/>
          <p:cNvSpPr/>
          <p:nvPr/>
        </p:nvSpPr>
        <p:spPr>
          <a:xfrm>
            <a:off x="9740900" y="4635500"/>
            <a:ext cx="1816100" cy="508000"/>
          </a:xfrm>
          <a:prstGeom prst="roundRect">
            <a:avLst>
              <a:gd name="adj" fmla="val 12500"/>
            </a:avLst>
          </a:prstGeom>
          <a:solidFill>
            <a:srgbClr val="E4F3EA">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estado-arte:592cadcb00"/>
          <p:cNvSpPr/>
          <p:nvPr/>
        </p:nvSpPr>
        <p:spPr>
          <a:xfrm>
            <a:off x="9747250" y="4641850"/>
            <a:ext cx="1803400" cy="495300"/>
          </a:xfrm>
          <a:prstGeom prst="roundRect">
            <a:avLst>
              <a:gd name="adj" fmla="val 11538"/>
            </a:avLst>
          </a:prstGeom>
          <a:noFill/>
          <a:ln w="12700">
            <a:solidFill>
              <a:srgbClr val="E8741A">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estado-arte:c4d01126af"/>
          <p:cNvSpPr txBox="1"/>
          <p:nvPr/>
        </p:nvSpPr>
        <p:spPr>
          <a:xfrm>
            <a:off x="10033000" y="4676196"/>
            <a:ext cx="1524000" cy="435864"/>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alpha val="30000"/>
                  </a:srgbClr>
                </a:solidFill>
                <a:latin typeface="Calibri"/>
              </a:rPr>
              <a:t>Distorsión, espurios,</a:t>
            </a:r>
            <a:br/>
            <a:r>
              <a:rPr sz="1100" b="1" i="0">
                <a:solidFill>
                  <a:srgbClr val="1F2937">
                    <a:alpha val="30000"/>
                  </a:srgbClr>
                </a:solidFill>
                <a:latin typeface="Calibri"/>
              </a:rPr>
              <a:t>bloqueo y</a:t>
            </a:r>
            <a:br/>
            <a:r>
              <a:rPr sz="1100" b="1" i="0">
                <a:solidFill>
                  <a:srgbClr val="1F2937">
                    <a:alpha val="30000"/>
                  </a:srgbClr>
                </a:solidFill>
                <a:latin typeface="Calibri"/>
              </a:rPr>
              <a:t>condicionamiento</a:t>
            </a:r>
          </a:p>
        </p:txBody>
      </p:sp>
      <p:sp>
        <p:nvSpPr>
          <p:cNvPr id="393" name="!!estado-arte:26e51360a7"/>
          <p:cNvSpPr/>
          <p:nvPr/>
        </p:nvSpPr>
        <p:spPr>
          <a:xfrm>
            <a:off x="9798050" y="4794250"/>
            <a:ext cx="190500" cy="190500"/>
          </a:xfrm>
          <a:prstGeom prst="ellipse">
            <a:avLst/>
          </a:prstGeom>
          <a:solidFill>
            <a:srgbClr val="2E8B57">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estado-arte:00ae9569d2"/>
          <p:cNvSpPr txBox="1"/>
          <p:nvPr/>
        </p:nvSpPr>
        <p:spPr>
          <a:xfrm>
            <a:off x="9772650" y="48315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alpha val="30000"/>
                  </a:srgbClr>
                </a:solidFill>
                <a:latin typeface="Calibri"/>
              </a:rPr>
              <a:t>✓</a:t>
            </a:r>
          </a:p>
        </p:txBody>
      </p:sp>
      <p:sp>
        <p:nvSpPr>
          <p:cNvPr id="395" name="!!estado-arte:fb6f9a67fb"/>
          <p:cNvSpPr txBox="1"/>
          <p:nvPr/>
        </p:nvSpPr>
        <p:spPr>
          <a:xfrm>
            <a:off x="812800" y="52728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Verificación y</a:t>
            </a:r>
            <a:br/>
            <a:r>
              <a:rPr sz="1200" b="1" i="0">
                <a:solidFill>
                  <a:srgbClr val="E8741A"/>
                </a:solidFill>
                <a:latin typeface="Calibri"/>
              </a:rPr>
              <a:t>validación publicada</a:t>
            </a:r>
          </a:p>
        </p:txBody>
      </p:sp>
      <p:sp>
        <p:nvSpPr>
          <p:cNvPr id="396" name="!!estado-arte:25171b7a32"/>
          <p:cNvSpPr txBox="1"/>
          <p:nvPr/>
        </p:nvSpPr>
        <p:spPr>
          <a:xfrm>
            <a:off x="812800" y="47267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Fenómenos</a:t>
            </a:r>
            <a:br/>
            <a:r>
              <a:rPr sz="1200" b="1" i="0">
                <a:solidFill>
                  <a:srgbClr val="1F2937"/>
                </a:solidFill>
                <a:latin typeface="Calibri"/>
              </a:rPr>
              <a:t>numéricos</a:t>
            </a:r>
          </a:p>
        </p:txBody>
      </p:sp>
      <p:sp>
        <p:nvSpPr>
          <p:cNvPr id="397" name="!!estado-arte:bc615673c1"/>
          <p:cNvSpPr txBox="1"/>
          <p:nvPr/>
        </p:nvSpPr>
        <p:spPr>
          <a:xfrm>
            <a:off x="635000" y="48105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7</a:t>
            </a:r>
          </a:p>
        </p:txBody>
      </p:sp>
      <p:sp>
        <p:nvSpPr>
          <p:cNvPr id="398" name="!!estado-arte:f2d2b3c125"/>
          <p:cNvSpPr/>
          <p:nvPr/>
        </p:nvSpPr>
        <p:spPr>
          <a:xfrm>
            <a:off x="2171700" y="4635500"/>
            <a:ext cx="14732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estado-arte:60839308fa"/>
          <p:cNvSpPr txBox="1"/>
          <p:nvPr/>
        </p:nvSpPr>
        <p:spPr>
          <a:xfrm>
            <a:off x="2463800" y="48088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400" name="!!estado-arte:c6a663d5bc"/>
          <p:cNvSpPr/>
          <p:nvPr/>
        </p:nvSpPr>
        <p:spPr>
          <a:xfrm>
            <a:off x="2235200" y="47905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estado-arte:be5c963e98"/>
          <p:cNvSpPr txBox="1"/>
          <p:nvPr/>
        </p:nvSpPr>
        <p:spPr>
          <a:xfrm>
            <a:off x="2216150" y="48183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402" name="!!estado-arte:c3f6570afc"/>
          <p:cNvSpPr/>
          <p:nvPr/>
        </p:nvSpPr>
        <p:spPr>
          <a:xfrm>
            <a:off x="3683000" y="4635500"/>
            <a:ext cx="13970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estado-arte:4b93af977a"/>
          <p:cNvSpPr txBox="1"/>
          <p:nvPr/>
        </p:nvSpPr>
        <p:spPr>
          <a:xfrm>
            <a:off x="3975100" y="48088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404" name="!!estado-arte:53dd26fd27"/>
          <p:cNvSpPr/>
          <p:nvPr/>
        </p:nvSpPr>
        <p:spPr>
          <a:xfrm>
            <a:off x="3746500" y="47905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estado-arte:99b92f1509"/>
          <p:cNvSpPr txBox="1"/>
          <p:nvPr/>
        </p:nvSpPr>
        <p:spPr>
          <a:xfrm>
            <a:off x="3727450" y="48183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406" name="!!estado-arte:0e8595fb5a"/>
          <p:cNvSpPr/>
          <p:nvPr/>
        </p:nvSpPr>
        <p:spPr>
          <a:xfrm>
            <a:off x="5118100" y="4635500"/>
            <a:ext cx="1498600" cy="508000"/>
          </a:xfrm>
          <a:prstGeom prst="roundRect">
            <a:avLst>
              <a:gd name="adj" fmla="val 125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estado-arte:b21034fc5e"/>
          <p:cNvSpPr txBox="1"/>
          <p:nvPr/>
        </p:nvSpPr>
        <p:spPr>
          <a:xfrm>
            <a:off x="5175250" y="4731969"/>
            <a:ext cx="14414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Modos espurios y</a:t>
            </a:r>
            <a:br/>
            <a:r>
              <a:rPr sz="1100" b="0" i="0">
                <a:solidFill>
                  <a:srgbClr val="1F2937"/>
                </a:solidFill>
                <a:latin typeface="Calibri"/>
              </a:rPr>
              <a:t>bloqueo</a:t>
            </a:r>
          </a:p>
        </p:txBody>
      </p:sp>
      <p:sp>
        <p:nvSpPr>
          <p:cNvPr id="408" name="!!estado-arte:2568584310"/>
          <p:cNvSpPr/>
          <p:nvPr/>
        </p:nvSpPr>
        <p:spPr>
          <a:xfrm>
            <a:off x="5175250" y="4707509"/>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estado-arte:c7fb737008"/>
          <p:cNvSpPr txBox="1"/>
          <p:nvPr/>
        </p:nvSpPr>
        <p:spPr>
          <a:xfrm>
            <a:off x="5149850" y="47447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410" name="!!estado-arte:a443abe350"/>
          <p:cNvSpPr/>
          <p:nvPr/>
        </p:nvSpPr>
        <p:spPr>
          <a:xfrm>
            <a:off x="6654800" y="4635500"/>
            <a:ext cx="1346200" cy="508000"/>
          </a:xfrm>
          <a:prstGeom prst="roundRect">
            <a:avLst>
              <a:gd name="adj" fmla="val 12500"/>
            </a:avLst>
          </a:prstGeom>
          <a:solidFill>
            <a:srgbClr val="B7791F">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estado-arte:e2b4dff6bf"/>
          <p:cNvSpPr txBox="1"/>
          <p:nvPr/>
        </p:nvSpPr>
        <p:spPr>
          <a:xfrm>
            <a:off x="6711950" y="4731969"/>
            <a:ext cx="12890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Programando, sin</a:t>
            </a:r>
            <a:br/>
            <a:r>
              <a:rPr sz="1100" b="0" i="0">
                <a:solidFill>
                  <a:srgbClr val="1F2937"/>
                </a:solidFill>
                <a:latin typeface="Calibri"/>
              </a:rPr>
              <a:t>guía</a:t>
            </a:r>
          </a:p>
        </p:txBody>
      </p:sp>
      <p:sp>
        <p:nvSpPr>
          <p:cNvPr id="412" name="!!estado-arte:49ae7f475b"/>
          <p:cNvSpPr/>
          <p:nvPr/>
        </p:nvSpPr>
        <p:spPr>
          <a:xfrm>
            <a:off x="6721475" y="4717034"/>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estado-arte:fea812e7e7"/>
          <p:cNvSpPr/>
          <p:nvPr/>
        </p:nvSpPr>
        <p:spPr>
          <a:xfrm>
            <a:off x="8039100" y="4635500"/>
            <a:ext cx="1663700" cy="508000"/>
          </a:xfrm>
          <a:prstGeom prst="roundRect">
            <a:avLst>
              <a:gd name="adj" fmla="val 12500"/>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estado-arte:4071056fc9"/>
          <p:cNvSpPr txBox="1"/>
          <p:nvPr/>
        </p:nvSpPr>
        <p:spPr>
          <a:xfrm>
            <a:off x="8096250" y="4731969"/>
            <a:ext cx="1606550" cy="307340"/>
          </a:xfrm>
          <a:prstGeom prst="rect">
            <a:avLst/>
          </a:prstGeom>
          <a:noFill/>
        </p:spPr>
        <p:txBody>
          <a:bodyPr wrap="square" lIns="0" rIns="0" tIns="0" bIns="0" anchor="t"/>
          <a:lstStyle/>
          <a:p>
            <a:pPr algn="l">
              <a:lnSpc>
                <a:spcPts val="1210"/>
              </a:lnSpc>
              <a:spcBef>
                <a:spcPts val="0"/>
              </a:spcBef>
              <a:spcAft>
                <a:spcPts val="0"/>
              </a:spcAft>
            </a:pPr>
            <a:r>
              <a:rPr sz="1100" b="0" i="0">
                <a:solidFill>
                  <a:srgbClr val="1F2937"/>
                </a:solidFill>
                <a:latin typeface="Calibri"/>
              </a:rPr>
              <a:t>Solo a través de los</a:t>
            </a:r>
            <a:br/>
            <a:r>
              <a:rPr sz="1100" b="0" i="0">
                <a:solidFill>
                  <a:srgbClr val="1F2937"/>
                </a:solidFill>
                <a:latin typeface="Calibri"/>
              </a:rPr>
              <a:t>resultados</a:t>
            </a:r>
          </a:p>
        </p:txBody>
      </p:sp>
      <p:sp>
        <p:nvSpPr>
          <p:cNvPr id="415" name="!!estado-arte:cf5e07fc81"/>
          <p:cNvSpPr/>
          <p:nvPr/>
        </p:nvSpPr>
        <p:spPr>
          <a:xfrm>
            <a:off x="8096250" y="4707509"/>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estado-arte:05a993acbb"/>
          <p:cNvSpPr txBox="1"/>
          <p:nvPr/>
        </p:nvSpPr>
        <p:spPr>
          <a:xfrm>
            <a:off x="8070850" y="474478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417" name="!!estado-arte:2a0ddb3d3c"/>
          <p:cNvSpPr/>
          <p:nvPr/>
        </p:nvSpPr>
        <p:spPr>
          <a:xfrm>
            <a:off x="9740900" y="4635500"/>
            <a:ext cx="1816100" cy="508000"/>
          </a:xfrm>
          <a:prstGeom prst="roundRect">
            <a:avLst>
              <a:gd name="adj" fmla="val 125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estado-arte:14dd0058f6"/>
          <p:cNvSpPr/>
          <p:nvPr/>
        </p:nvSpPr>
        <p:spPr>
          <a:xfrm>
            <a:off x="9747250" y="4641850"/>
            <a:ext cx="1803400" cy="495300"/>
          </a:xfrm>
          <a:prstGeom prst="roundRect">
            <a:avLst>
              <a:gd name="adj" fmla="val 11538"/>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estado-arte:f51c87eaaa"/>
          <p:cNvSpPr txBox="1"/>
          <p:nvPr/>
        </p:nvSpPr>
        <p:spPr>
          <a:xfrm>
            <a:off x="10033000" y="4676196"/>
            <a:ext cx="1524000" cy="435864"/>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Distorsión, espurios,</a:t>
            </a:r>
            <a:br/>
            <a:r>
              <a:rPr sz="1100" b="1" i="0">
                <a:solidFill>
                  <a:srgbClr val="1F2937"/>
                </a:solidFill>
                <a:latin typeface="Calibri"/>
              </a:rPr>
              <a:t>bloqueo y</a:t>
            </a:r>
            <a:br/>
            <a:r>
              <a:rPr sz="1100" b="1" i="0">
                <a:solidFill>
                  <a:srgbClr val="1F2937"/>
                </a:solidFill>
                <a:latin typeface="Calibri"/>
              </a:rPr>
              <a:t>condicionamiento</a:t>
            </a:r>
          </a:p>
        </p:txBody>
      </p:sp>
      <p:sp>
        <p:nvSpPr>
          <p:cNvPr id="420" name="!!estado-arte:6b711c9abc"/>
          <p:cNvSpPr/>
          <p:nvPr/>
        </p:nvSpPr>
        <p:spPr>
          <a:xfrm>
            <a:off x="9798050" y="47942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estado-arte:8b58b01c33"/>
          <p:cNvSpPr txBox="1"/>
          <p:nvPr/>
        </p:nvSpPr>
        <p:spPr>
          <a:xfrm>
            <a:off x="9772650" y="48315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422" name="!!estado-arte:ebfd25f148"/>
          <p:cNvSpPr txBox="1"/>
          <p:nvPr/>
        </p:nvSpPr>
        <p:spPr>
          <a:xfrm>
            <a:off x="812800" y="5272875"/>
            <a:ext cx="1371600" cy="335280"/>
          </a:xfrm>
          <a:prstGeom prst="rect">
            <a:avLst/>
          </a:prstGeom>
          <a:noFill/>
        </p:spPr>
        <p:txBody>
          <a:bodyPr wrap="square" lIns="0" rIns="0" tIns="0" bIns="0" anchor="t"/>
          <a:lstStyle/>
          <a:p>
            <a:pPr algn="l">
              <a:lnSpc>
                <a:spcPts val="1320"/>
              </a:lnSpc>
              <a:spcBef>
                <a:spcPts val="0"/>
              </a:spcBef>
              <a:spcAft>
                <a:spcPts val="0"/>
              </a:spcAft>
            </a:pPr>
            <a:r>
              <a:rPr sz="1200" b="1" i="0">
                <a:solidFill>
                  <a:srgbClr val="1F2937"/>
                </a:solidFill>
                <a:latin typeface="Calibri"/>
              </a:rPr>
              <a:t>Verificación y</a:t>
            </a:r>
            <a:br/>
            <a:r>
              <a:rPr sz="1200" b="1" i="0">
                <a:solidFill>
                  <a:srgbClr val="1F2937"/>
                </a:solidFill>
                <a:latin typeface="Calibri"/>
              </a:rPr>
              <a:t>validación publicada</a:t>
            </a:r>
          </a:p>
        </p:txBody>
      </p:sp>
      <p:sp>
        <p:nvSpPr>
          <p:cNvPr id="423" name="!!estado-arte:a40335c8f1"/>
          <p:cNvSpPr txBox="1"/>
          <p:nvPr/>
        </p:nvSpPr>
        <p:spPr>
          <a:xfrm>
            <a:off x="635000" y="5356631"/>
            <a:ext cx="165100" cy="167640"/>
          </a:xfrm>
          <a:prstGeom prst="rect">
            <a:avLst/>
          </a:prstGeom>
          <a:noFill/>
        </p:spPr>
        <p:txBody>
          <a:bodyPr wrap="square" lIns="0" rIns="0" tIns="0" bIns="0" anchor="t"/>
          <a:lstStyle/>
          <a:p>
            <a:pPr algn="l">
              <a:lnSpc>
                <a:spcPts val="1320"/>
              </a:lnSpc>
              <a:spcBef>
                <a:spcPts val="0"/>
              </a:spcBef>
              <a:spcAft>
                <a:spcPts val="0"/>
              </a:spcAft>
            </a:pPr>
            <a:r>
              <a:rPr sz="1200" b="1" i="0">
                <a:solidFill>
                  <a:srgbClr val="E8741A"/>
                </a:solidFill>
                <a:latin typeface="Calibri"/>
              </a:rPr>
              <a:t>8</a:t>
            </a:r>
          </a:p>
        </p:txBody>
      </p:sp>
      <p:sp>
        <p:nvSpPr>
          <p:cNvPr id="424" name="!!estado-arte:49c9e9fcf0"/>
          <p:cNvSpPr/>
          <p:nvPr/>
        </p:nvSpPr>
        <p:spPr>
          <a:xfrm>
            <a:off x="2171700" y="5181600"/>
            <a:ext cx="14732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estado-arte:87cbff79e7"/>
          <p:cNvSpPr/>
          <p:nvPr/>
        </p:nvSpPr>
        <p:spPr>
          <a:xfrm>
            <a:off x="2181225" y="5191125"/>
            <a:ext cx="1454150" cy="488950"/>
          </a:xfrm>
          <a:prstGeom prst="roundRect">
            <a:avLst>
              <a:gd name="adj" fmla="val 11038"/>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estado-arte:05803c6134"/>
          <p:cNvSpPr txBox="1"/>
          <p:nvPr/>
        </p:nvSpPr>
        <p:spPr>
          <a:xfrm>
            <a:off x="2463800" y="53549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427" name="!!estado-arte:093b52293c"/>
          <p:cNvSpPr/>
          <p:nvPr/>
        </p:nvSpPr>
        <p:spPr>
          <a:xfrm>
            <a:off x="2235200" y="53366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estado-arte:421f33d138"/>
          <p:cNvSpPr txBox="1"/>
          <p:nvPr/>
        </p:nvSpPr>
        <p:spPr>
          <a:xfrm>
            <a:off x="2216150" y="53644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429" name="!!estado-arte:e2a8bcfa01"/>
          <p:cNvSpPr/>
          <p:nvPr/>
        </p:nvSpPr>
        <p:spPr>
          <a:xfrm>
            <a:off x="3683000" y="5181600"/>
            <a:ext cx="13970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estado-arte:674e9dfb46"/>
          <p:cNvSpPr/>
          <p:nvPr/>
        </p:nvSpPr>
        <p:spPr>
          <a:xfrm>
            <a:off x="3692525" y="5191125"/>
            <a:ext cx="1377950" cy="488950"/>
          </a:xfrm>
          <a:prstGeom prst="roundRect">
            <a:avLst>
              <a:gd name="adj" fmla="val 11038"/>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estado-arte:3de726b2eb"/>
          <p:cNvSpPr txBox="1"/>
          <p:nvPr/>
        </p:nvSpPr>
        <p:spPr>
          <a:xfrm>
            <a:off x="3975100" y="53549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432" name="!!estado-arte:5b13dcf43d"/>
          <p:cNvSpPr/>
          <p:nvPr/>
        </p:nvSpPr>
        <p:spPr>
          <a:xfrm>
            <a:off x="3746500" y="53366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estado-arte:71fc725f5e"/>
          <p:cNvSpPr txBox="1"/>
          <p:nvPr/>
        </p:nvSpPr>
        <p:spPr>
          <a:xfrm>
            <a:off x="3727450" y="53644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434" name="!!estado-arte:badd106d45"/>
          <p:cNvSpPr/>
          <p:nvPr/>
        </p:nvSpPr>
        <p:spPr>
          <a:xfrm>
            <a:off x="5118100" y="5181600"/>
            <a:ext cx="1498600" cy="508000"/>
          </a:xfrm>
          <a:prstGeom prst="roundRect">
            <a:avLst>
              <a:gd name="adj" fmla="val 12500"/>
            </a:avLst>
          </a:prstGeom>
          <a:pattFill prst="wdUpDiag">
            <a:fgClr>
              <a:srgbClr val="EAF0FA"/>
            </a:fgClr>
            <a:bgClr>
              <a:srgbClr val="F6F8FC"/>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estado-arte:7ac08a01c5"/>
          <p:cNvSpPr/>
          <p:nvPr/>
        </p:nvSpPr>
        <p:spPr>
          <a:xfrm>
            <a:off x="5127625" y="5191125"/>
            <a:ext cx="1479550" cy="488950"/>
          </a:xfrm>
          <a:prstGeom prst="roundRect">
            <a:avLst>
              <a:gd name="adj" fmla="val 11038"/>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estado-arte:f7b6621a5d"/>
          <p:cNvSpPr txBox="1"/>
          <p:nvPr/>
        </p:nvSpPr>
        <p:spPr>
          <a:xfrm>
            <a:off x="5410200" y="5354968"/>
            <a:ext cx="618808" cy="153670"/>
          </a:xfrm>
          <a:prstGeom prst="rect">
            <a:avLst/>
          </a:prstGeom>
          <a:noFill/>
        </p:spPr>
        <p:txBody>
          <a:bodyPr wrap="square" lIns="0" rIns="0" tIns="0" bIns="0" anchor="t"/>
          <a:lstStyle/>
          <a:p>
            <a:pPr algn="l">
              <a:lnSpc>
                <a:spcPts val="1210"/>
              </a:lnSpc>
              <a:spcBef>
                <a:spcPts val="0"/>
              </a:spcBef>
              <a:spcAft>
                <a:spcPts val="0"/>
              </a:spcAft>
            </a:pPr>
            <a:r>
              <a:rPr sz="1100" b="0" i="1">
                <a:solidFill>
                  <a:srgbClr val="5B6575"/>
                </a:solidFill>
                <a:latin typeface="Calibri"/>
              </a:rPr>
              <a:t>No consta</a:t>
            </a:r>
          </a:p>
        </p:txBody>
      </p:sp>
      <p:sp>
        <p:nvSpPr>
          <p:cNvPr id="437" name="!!estado-arte:af54f80fe4"/>
          <p:cNvSpPr/>
          <p:nvPr/>
        </p:nvSpPr>
        <p:spPr>
          <a:xfrm>
            <a:off x="5181600" y="5336667"/>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estado-arte:360f6d4d2a"/>
          <p:cNvSpPr txBox="1"/>
          <p:nvPr/>
        </p:nvSpPr>
        <p:spPr>
          <a:xfrm>
            <a:off x="5162550" y="5364416"/>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439" name="!!estado-arte:ef9d9c6343"/>
          <p:cNvSpPr/>
          <p:nvPr/>
        </p:nvSpPr>
        <p:spPr>
          <a:xfrm>
            <a:off x="6654800" y="5181600"/>
            <a:ext cx="1346200" cy="508000"/>
          </a:xfrm>
          <a:prstGeom prst="roundRect">
            <a:avLst>
              <a:gd name="adj" fmla="val 12500"/>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estado-arte:7144d01c97"/>
          <p:cNvSpPr/>
          <p:nvPr/>
        </p:nvSpPr>
        <p:spPr>
          <a:xfrm>
            <a:off x="6664325" y="5191125"/>
            <a:ext cx="1327150" cy="488950"/>
          </a:xfrm>
          <a:prstGeom prst="roundRect">
            <a:avLst>
              <a:gd name="adj" fmla="val 11038"/>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estado-arte:58e311fe12"/>
          <p:cNvSpPr txBox="1"/>
          <p:nvPr/>
        </p:nvSpPr>
        <p:spPr>
          <a:xfrm>
            <a:off x="6946900" y="5354904"/>
            <a:ext cx="765302"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5B6575"/>
                </a:solidFill>
                <a:latin typeface="Calibri"/>
              </a:rPr>
              <a:t>No evaluado</a:t>
            </a:r>
          </a:p>
        </p:txBody>
      </p:sp>
      <p:sp>
        <p:nvSpPr>
          <p:cNvPr id="442" name="!!estado-arte:49b375953f"/>
          <p:cNvSpPr txBox="1"/>
          <p:nvPr/>
        </p:nvSpPr>
        <p:spPr>
          <a:xfrm>
            <a:off x="6686550" y="5359273"/>
            <a:ext cx="2413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5B6575"/>
                </a:solidFill>
                <a:latin typeface="Calibri"/>
              </a:rPr>
              <a:t>—</a:t>
            </a:r>
          </a:p>
        </p:txBody>
      </p:sp>
      <p:sp>
        <p:nvSpPr>
          <p:cNvPr id="443" name="!!estado-arte:f6d9562c5d"/>
          <p:cNvSpPr/>
          <p:nvPr/>
        </p:nvSpPr>
        <p:spPr>
          <a:xfrm>
            <a:off x="8039100" y="5181600"/>
            <a:ext cx="1663700" cy="508000"/>
          </a:xfrm>
          <a:prstGeom prst="roundRect">
            <a:avLst>
              <a:gd name="adj" fmla="val 12500"/>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estado-arte:afeb97d817"/>
          <p:cNvSpPr/>
          <p:nvPr/>
        </p:nvSpPr>
        <p:spPr>
          <a:xfrm>
            <a:off x="8048625" y="5191125"/>
            <a:ext cx="1644650" cy="488950"/>
          </a:xfrm>
          <a:prstGeom prst="roundRect">
            <a:avLst>
              <a:gd name="adj" fmla="val 11038"/>
            </a:avLst>
          </a:prstGeom>
          <a:noFill/>
          <a:ln w="19050">
            <a:solidFill>
              <a:srgbClr val="E8741A">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estado-arte:c82f6d1eb8"/>
          <p:cNvSpPr txBox="1"/>
          <p:nvPr/>
        </p:nvSpPr>
        <p:spPr>
          <a:xfrm>
            <a:off x="8331200" y="5354904"/>
            <a:ext cx="765302" cy="153670"/>
          </a:xfrm>
          <a:prstGeom prst="rect">
            <a:avLst/>
          </a:prstGeom>
          <a:noFill/>
        </p:spPr>
        <p:txBody>
          <a:bodyPr wrap="square" lIns="0" rIns="0" tIns="0" bIns="0" anchor="t"/>
          <a:lstStyle/>
          <a:p>
            <a:pPr algn="l">
              <a:lnSpc>
                <a:spcPts val="1210"/>
              </a:lnSpc>
              <a:spcBef>
                <a:spcPts val="0"/>
              </a:spcBef>
              <a:spcAft>
                <a:spcPts val="0"/>
              </a:spcAft>
            </a:pPr>
            <a:r>
              <a:rPr sz="1100" b="0" i="0">
                <a:solidFill>
                  <a:srgbClr val="5B6575"/>
                </a:solidFill>
                <a:latin typeface="Calibri"/>
              </a:rPr>
              <a:t>No evaluado</a:t>
            </a:r>
          </a:p>
        </p:txBody>
      </p:sp>
      <p:sp>
        <p:nvSpPr>
          <p:cNvPr id="446" name="!!estado-arte:a9ced0db6d"/>
          <p:cNvSpPr txBox="1"/>
          <p:nvPr/>
        </p:nvSpPr>
        <p:spPr>
          <a:xfrm>
            <a:off x="8070850" y="5359273"/>
            <a:ext cx="2413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5B6575"/>
                </a:solidFill>
                <a:latin typeface="Calibri"/>
              </a:rPr>
              <a:t>—</a:t>
            </a:r>
          </a:p>
        </p:txBody>
      </p:sp>
      <p:sp>
        <p:nvSpPr>
          <p:cNvPr id="447" name="!!estado-arte:0183d2e691"/>
          <p:cNvSpPr/>
          <p:nvPr/>
        </p:nvSpPr>
        <p:spPr>
          <a:xfrm>
            <a:off x="9740900" y="5181600"/>
            <a:ext cx="1816100" cy="508000"/>
          </a:xfrm>
          <a:prstGeom prst="roundRect">
            <a:avLst>
              <a:gd name="adj" fmla="val 15000"/>
            </a:avLst>
          </a:prstGeom>
          <a:solidFill>
            <a:srgbClr val="E4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estado-arte:aaadd58dd0"/>
          <p:cNvSpPr/>
          <p:nvPr/>
        </p:nvSpPr>
        <p:spPr>
          <a:xfrm>
            <a:off x="9747250" y="5187950"/>
            <a:ext cx="1803400" cy="495300"/>
          </a:xfrm>
          <a:prstGeom prst="roundRect">
            <a:avLst>
              <a:gd name="adj" fmla="val 14102"/>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estado-arte:8e91978b9a"/>
          <p:cNvSpPr txBox="1"/>
          <p:nvPr/>
        </p:nvSpPr>
        <p:spPr>
          <a:xfrm>
            <a:off x="10033000" y="5367520"/>
            <a:ext cx="1433322" cy="145288"/>
          </a:xfrm>
          <a:prstGeom prst="rect">
            <a:avLst/>
          </a:prstGeom>
          <a:noFill/>
        </p:spPr>
        <p:txBody>
          <a:bodyPr wrap="square" lIns="0" rIns="0" tIns="0" bIns="0" anchor="t"/>
          <a:lstStyle/>
          <a:p>
            <a:pPr algn="l">
              <a:lnSpc>
                <a:spcPts val="1144"/>
              </a:lnSpc>
              <a:spcBef>
                <a:spcPts val="0"/>
              </a:spcBef>
              <a:spcAft>
                <a:spcPts val="0"/>
              </a:spcAft>
            </a:pPr>
            <a:r>
              <a:rPr sz="1100" b="1" i="0">
                <a:solidFill>
                  <a:srgbClr val="1F2937"/>
                </a:solidFill>
                <a:latin typeface="Calibri"/>
              </a:rPr>
              <a:t>Sí: tres casos de estudio</a:t>
            </a:r>
          </a:p>
        </p:txBody>
      </p:sp>
      <p:sp>
        <p:nvSpPr>
          <p:cNvPr id="450" name="!!estado-arte:864e9a8c04"/>
          <p:cNvSpPr/>
          <p:nvPr/>
        </p:nvSpPr>
        <p:spPr>
          <a:xfrm>
            <a:off x="9798050" y="5340350"/>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estado-arte:f1f24e1250"/>
          <p:cNvSpPr txBox="1"/>
          <p:nvPr/>
        </p:nvSpPr>
        <p:spPr>
          <a:xfrm>
            <a:off x="9772650" y="5377624"/>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452" name="!!estado-arte:e55617af97"/>
          <p:cNvSpPr/>
          <p:nvPr/>
        </p:nvSpPr>
        <p:spPr>
          <a:xfrm>
            <a:off x="635000" y="5740400"/>
            <a:ext cx="10922000" cy="530225"/>
          </a:xfrm>
          <a:prstGeom prst="roundRect">
            <a:avLst>
              <a:gd name="adj" fmla="val 14371"/>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estado-arte:e55617af97·2"/>
          <p:cNvSpPr/>
          <p:nvPr/>
        </p:nvSpPr>
        <p:spPr>
          <a:xfrm>
            <a:off x="635000" y="5740400"/>
            <a:ext cx="50800" cy="530225"/>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estado-arte:a9df85d646"/>
          <p:cNvSpPr txBox="1"/>
          <p:nvPr/>
        </p:nvSpPr>
        <p:spPr>
          <a:xfrm>
            <a:off x="850900" y="5793137"/>
            <a:ext cx="10751820" cy="428625"/>
          </a:xfrm>
          <a:prstGeom prst="rect">
            <a:avLst/>
          </a:prstGeom>
          <a:noFill/>
        </p:spPr>
        <p:txBody>
          <a:bodyPr wrap="square" lIns="0" rIns="0" tIns="0" bIns="0" anchor="t"/>
          <a:lstStyle/>
          <a:p>
            <a:pPr algn="l">
              <a:lnSpc>
                <a:spcPts val="1688"/>
              </a:lnSpc>
              <a:spcBef>
                <a:spcPts val="0"/>
              </a:spcBef>
              <a:spcAft>
                <a:spcPts val="0"/>
              </a:spcAft>
            </a:pPr>
            <a:r>
              <a:rPr sz="1350" b="1" i="0">
                <a:solidFill>
                  <a:srgbClr val="E8741A"/>
                </a:solidFill>
                <a:latin typeface="Calibri"/>
              </a:rPr>
              <a:t>El vacío:</a:t>
            </a:r>
            <a:r>
              <a:rPr sz="1350" b="0" i="0">
                <a:solidFill>
                  <a:srgbClr val="1F2937"/>
                </a:solidFill>
                <a:latin typeface="Calibri"/>
              </a:rPr>
              <a:t> ningún recurso didáctico revisado documenta una memoria de cálculo reproducible a mano ni una verificación y validación publicada junto</a:t>
            </a:r>
            <a:br/>
            <a:r>
              <a:rPr sz="1350" b="0" i="0">
                <a:solidFill>
                  <a:srgbClr val="1F2937"/>
                </a:solidFill>
                <a:latin typeface="Calibri"/>
              </a:rPr>
              <a:t>con la herramienta.</a:t>
            </a:r>
          </a:p>
        </p:txBody>
      </p:sp>
      <p:sp>
        <p:nvSpPr>
          <p:cNvPr id="455" name="!!estado-arte:4dd489a5b8"/>
          <p:cNvSpPr txBox="1"/>
          <p:nvPr/>
        </p:nvSpPr>
        <p:spPr>
          <a:xfrm>
            <a:off x="933450" y="5845924"/>
            <a:ext cx="145478"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sí</a:t>
            </a:r>
          </a:p>
        </p:txBody>
      </p:sp>
      <p:sp>
        <p:nvSpPr>
          <p:cNvPr id="456" name="!!estado-arte:293cd47f67"/>
          <p:cNvSpPr/>
          <p:nvPr/>
        </p:nvSpPr>
        <p:spPr>
          <a:xfrm>
            <a:off x="635000" y="5826125"/>
            <a:ext cx="190500" cy="1905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estado-arte:a68ef0fa75"/>
          <p:cNvSpPr txBox="1"/>
          <p:nvPr/>
        </p:nvSpPr>
        <p:spPr>
          <a:xfrm>
            <a:off x="609600" y="5863400"/>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458" name="!!estado-arte:57e2fb03cd"/>
          <p:cNvSpPr txBox="1"/>
          <p:nvPr/>
        </p:nvSpPr>
        <p:spPr>
          <a:xfrm>
            <a:off x="1542478" y="5845924"/>
            <a:ext cx="464439"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parcial</a:t>
            </a:r>
          </a:p>
        </p:txBody>
      </p:sp>
      <p:sp>
        <p:nvSpPr>
          <p:cNvPr id="459" name="!!estado-arte:3e3d76005c"/>
          <p:cNvSpPr/>
          <p:nvPr/>
        </p:nvSpPr>
        <p:spPr>
          <a:xfrm>
            <a:off x="1253554" y="5835650"/>
            <a:ext cx="171450" cy="171450"/>
          </a:xfrm>
          <a:prstGeom prst="ellipse">
            <a:avLst/>
          </a:prstGeom>
          <a:gradFill rotWithShape="1">
            <a:gsLst>
              <a:gs pos="50000">
                <a:srgbClr val="B7791F"/>
              </a:gs>
              <a:gs pos="50000">
                <a:srgbClr val="FFFFFF">
                  <a:alpha val="0"/>
                </a:srgbClr>
              </a:gs>
            </a:gsLst>
            <a:lin scaled="0" ang="0"/>
          </a:gradFill>
          <a:ln w="1905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estado-arte:443fc575c1"/>
          <p:cNvSpPr txBox="1"/>
          <p:nvPr/>
        </p:nvSpPr>
        <p:spPr>
          <a:xfrm>
            <a:off x="2470468" y="5845924"/>
            <a:ext cx="211265"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no</a:t>
            </a:r>
          </a:p>
        </p:txBody>
      </p:sp>
      <p:sp>
        <p:nvSpPr>
          <p:cNvPr id="461" name="!!estado-arte:32c3f345c2"/>
          <p:cNvSpPr/>
          <p:nvPr/>
        </p:nvSpPr>
        <p:spPr>
          <a:xfrm>
            <a:off x="2172018" y="5826125"/>
            <a:ext cx="190500" cy="1905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estado-arte:a7ed67db5c"/>
          <p:cNvSpPr txBox="1"/>
          <p:nvPr/>
        </p:nvSpPr>
        <p:spPr>
          <a:xfrm>
            <a:off x="2146618" y="5863400"/>
            <a:ext cx="2413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463" name="!!estado-arte:9877d073a2"/>
          <p:cNvSpPr txBox="1"/>
          <p:nvPr/>
        </p:nvSpPr>
        <p:spPr>
          <a:xfrm>
            <a:off x="3145218" y="5845924"/>
            <a:ext cx="2666619"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no consta: la publicación no lo documenta</a:t>
            </a:r>
          </a:p>
        </p:txBody>
      </p:sp>
      <p:sp>
        <p:nvSpPr>
          <p:cNvPr id="464" name="!!estado-arte:4442e0661e"/>
          <p:cNvSpPr/>
          <p:nvPr/>
        </p:nvSpPr>
        <p:spPr>
          <a:xfrm>
            <a:off x="2853118" y="5832475"/>
            <a:ext cx="177800" cy="177800"/>
          </a:xfrm>
          <a:prstGeom prst="ellipse">
            <a:avLst/>
          </a:prstGeom>
          <a:noFill/>
          <a:ln w="12700">
            <a:solidFill>
              <a:srgbClr val="5B657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estado-arte:36fbce267e"/>
          <p:cNvSpPr txBox="1"/>
          <p:nvPr/>
        </p:nvSpPr>
        <p:spPr>
          <a:xfrm>
            <a:off x="2834068" y="5860224"/>
            <a:ext cx="2159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5B6575"/>
                </a:solidFill>
                <a:latin typeface="Calibri"/>
              </a:rPr>
              <a:t>?</a:t>
            </a:r>
          </a:p>
        </p:txBody>
      </p:sp>
      <p:sp>
        <p:nvSpPr>
          <p:cNvPr id="466" name="!!estado-arte:5b78b8b6f5"/>
          <p:cNvSpPr txBox="1"/>
          <p:nvPr/>
        </p:nvSpPr>
        <p:spPr>
          <a:xfrm>
            <a:off x="6273927" y="5845924"/>
            <a:ext cx="2510346"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no evaluado en las categorías generales</a:t>
            </a:r>
          </a:p>
        </p:txBody>
      </p:sp>
      <p:sp>
        <p:nvSpPr>
          <p:cNvPr id="467" name="!!estado-arte:06e2a16973"/>
          <p:cNvSpPr txBox="1"/>
          <p:nvPr/>
        </p:nvSpPr>
        <p:spPr>
          <a:xfrm>
            <a:off x="5950077" y="5854954"/>
            <a:ext cx="2413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5B6575"/>
                </a:solidFill>
                <a:latin typeface="Calibri"/>
              </a:rPr>
              <a:t>—</a:t>
            </a:r>
          </a:p>
        </p:txBody>
      </p:sp>
      <p:sp>
        <p:nvSpPr>
          <p:cNvPr id="468"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pie-izq"/>
          <p:cNvSpPr txBox="1"/>
          <p:nvPr/>
        </p:nvSpPr>
        <p:spPr>
          <a:xfrm>
            <a:off x="565150" y="6535420"/>
            <a:ext cx="485349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71" name="!!pie-cen"/>
          <p:cNvSpPr txBox="1"/>
          <p:nvPr/>
        </p:nvSpPr>
        <p:spPr>
          <a:xfrm>
            <a:off x="5298059" y="6535420"/>
            <a:ext cx="1595755"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1.1 · Tabla 1.1 · § 2.2.1</a:t>
            </a:r>
          </a:p>
        </p:txBody>
      </p:sp>
      <p:sp>
        <p:nvSpPr>
          <p:cNvPr id="472" name="!!pie-der"/>
          <p:cNvSpPr txBox="1"/>
          <p:nvPr/>
        </p:nvSpPr>
        <p:spPr>
          <a:xfrm>
            <a:off x="6773228" y="6535420"/>
            <a:ext cx="485362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11</a:t>
            </a:r>
          </a:p>
        </p:txBody>
      </p:sp>
      <p:sp>
        <p:nvSpPr>
          <p:cNvPr id="473" name="!!estado-arte:31b8312914">
            <a:hlinkClick action="ppaction://hlinksldjump" r:id="rId10"/>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estado-arte:395a892857">
            <a:hlinkClick action="ppaction://hlinksldjump" r:id="rId11"/>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estado-arte:45302ebe87">
            <a:hlinkClick action="ppaction://hlinksldjump" r:id="rId12"/>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estado-arte:c07c48e2b6">
            <a:hlinkClick action="ppaction://hlinksldjump" r:id="rId13"/>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estado-arte:36e88799ae">
            <a:hlinkClick action="ppaction://hlinksldjump" r:id="rId14"/>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650"/>
                                        <p:tgtEl>
                                          <p:spTgt spid="76"/>
                                        </p:tgtEl>
                                      </p:cBhvr>
                                    </p:animEffect>
                                    <p:anim calcmode="lin" valueType="num">
                                      <p:cBhvr>
                                        <p:cTn id="8" dur="650" fill="hold"/>
                                        <p:tgtEl>
                                          <p:spTgt spid="76"/>
                                        </p:tgtEl>
                                        <p:attrNameLst>
                                          <p:attrName>ppt_x</p:attrName>
                                        </p:attrNameLst>
                                      </p:cBhvr>
                                      <p:tavLst>
                                        <p:tav tm="0">
                                          <p:val>
                                            <p:strVal val="#ppt_x"/>
                                          </p:val>
                                        </p:tav>
                                        <p:tav tm="100000">
                                          <p:val>
                                            <p:strVal val="#ppt_x"/>
                                          </p:val>
                                        </p:tav>
                                      </p:tavLst>
                                    </p:anim>
                                    <p:anim calcmode="lin" valueType="num">
                                      <p:cBhvr>
                                        <p:cTn id="9" dur="650" fill="hold"/>
                                        <p:tgtEl>
                                          <p:spTgt spid="7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fade">
                                      <p:cBhvr>
                                        <p:cTn id="12" dur="650"/>
                                        <p:tgtEl>
                                          <p:spTgt spid="77"/>
                                        </p:tgtEl>
                                      </p:cBhvr>
                                    </p:animEffect>
                                    <p:anim calcmode="lin" valueType="num">
                                      <p:cBhvr>
                                        <p:cTn id="13" dur="650" fill="hold"/>
                                        <p:tgtEl>
                                          <p:spTgt spid="77"/>
                                        </p:tgtEl>
                                        <p:attrNameLst>
                                          <p:attrName>ppt_x</p:attrName>
                                        </p:attrNameLst>
                                      </p:cBhvr>
                                      <p:tavLst>
                                        <p:tav tm="0">
                                          <p:val>
                                            <p:strVal val="#ppt_x"/>
                                          </p:val>
                                        </p:tav>
                                        <p:tav tm="100000">
                                          <p:val>
                                            <p:strVal val="#ppt_x"/>
                                          </p:val>
                                        </p:tav>
                                      </p:tavLst>
                                    </p:anim>
                                    <p:anim calcmode="lin" valueType="num">
                                      <p:cBhvr>
                                        <p:cTn id="14" dur="650" fill="hold"/>
                                        <p:tgtEl>
                                          <p:spTgt spid="7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8"/>
                                        </p:tgtEl>
                                        <p:attrNameLst>
                                          <p:attrName>style.visibility</p:attrName>
                                        </p:attrNameLst>
                                      </p:cBhvr>
                                      <p:to>
                                        <p:strVal val="visible"/>
                                      </p:to>
                                    </p:set>
                                    <p:animEffect transition="in" filter="fade">
                                      <p:cBhvr>
                                        <p:cTn id="17" dur="650"/>
                                        <p:tgtEl>
                                          <p:spTgt spid="78"/>
                                        </p:tgtEl>
                                      </p:cBhvr>
                                    </p:animEffect>
                                    <p:anim calcmode="lin" valueType="num">
                                      <p:cBhvr>
                                        <p:cTn id="18" dur="650" fill="hold"/>
                                        <p:tgtEl>
                                          <p:spTgt spid="78"/>
                                        </p:tgtEl>
                                        <p:attrNameLst>
                                          <p:attrName>ppt_x</p:attrName>
                                        </p:attrNameLst>
                                      </p:cBhvr>
                                      <p:tavLst>
                                        <p:tav tm="0">
                                          <p:val>
                                            <p:strVal val="#ppt_x"/>
                                          </p:val>
                                        </p:tav>
                                        <p:tav tm="100000">
                                          <p:val>
                                            <p:strVal val="#ppt_x"/>
                                          </p:val>
                                        </p:tav>
                                      </p:tavLst>
                                    </p:anim>
                                    <p:anim calcmode="lin" valueType="num">
                                      <p:cBhvr>
                                        <p:cTn id="19" dur="650" fill="hold"/>
                                        <p:tgtEl>
                                          <p:spTgt spid="7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88"/>
                                  </p:stCondLst>
                                  <p:childTnLst>
                                    <p:set>
                                      <p:cBhvr>
                                        <p:cTn id="21" dur="1" fill="hold">
                                          <p:stCondLst>
                                            <p:cond delay="0"/>
                                          </p:stCondLst>
                                        </p:cTn>
                                        <p:tgtEl>
                                          <p:spTgt spid="230"/>
                                        </p:tgtEl>
                                        <p:attrNameLst>
                                          <p:attrName>style.visibility</p:attrName>
                                        </p:attrNameLst>
                                      </p:cBhvr>
                                      <p:to>
                                        <p:strVal val="visible"/>
                                      </p:to>
                                    </p:set>
                                    <p:animEffect transition="in" filter="fade">
                                      <p:cBhvr>
                                        <p:cTn id="22" dur="650"/>
                                        <p:tgtEl>
                                          <p:spTgt spid="230"/>
                                        </p:tgtEl>
                                      </p:cBhvr>
                                    </p:animEffect>
                                    <p:anim calcmode="lin" valueType="num">
                                      <p:cBhvr>
                                        <p:cTn id="23" dur="650" fill="hold"/>
                                        <p:tgtEl>
                                          <p:spTgt spid="230"/>
                                        </p:tgtEl>
                                        <p:attrNameLst>
                                          <p:attrName>ppt_x</p:attrName>
                                        </p:attrNameLst>
                                      </p:cBhvr>
                                      <p:tavLst>
                                        <p:tav tm="0">
                                          <p:val>
                                            <p:strVal val="#ppt_x"/>
                                          </p:val>
                                        </p:tav>
                                        <p:tav tm="100000">
                                          <p:val>
                                            <p:strVal val="#ppt_x"/>
                                          </p:val>
                                        </p:tav>
                                      </p:tavLst>
                                    </p:anim>
                                    <p:anim calcmode="lin" valueType="num">
                                      <p:cBhvr>
                                        <p:cTn id="24" dur="650" fill="hold"/>
                                        <p:tgtEl>
                                          <p:spTgt spid="23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88"/>
                                  </p:stCondLst>
                                  <p:childTnLst>
                                    <p:set>
                                      <p:cBhvr>
                                        <p:cTn id="26" dur="1" fill="hold">
                                          <p:stCondLst>
                                            <p:cond delay="0"/>
                                          </p:stCondLst>
                                        </p:cTn>
                                        <p:tgtEl>
                                          <p:spTgt spid="231"/>
                                        </p:tgtEl>
                                        <p:attrNameLst>
                                          <p:attrName>style.visibility</p:attrName>
                                        </p:attrNameLst>
                                      </p:cBhvr>
                                      <p:to>
                                        <p:strVal val="visible"/>
                                      </p:to>
                                    </p:set>
                                    <p:animEffect transition="in" filter="fade">
                                      <p:cBhvr>
                                        <p:cTn id="27" dur="650"/>
                                        <p:tgtEl>
                                          <p:spTgt spid="231"/>
                                        </p:tgtEl>
                                      </p:cBhvr>
                                    </p:animEffect>
                                    <p:anim calcmode="lin" valueType="num">
                                      <p:cBhvr>
                                        <p:cTn id="28" dur="650" fill="hold"/>
                                        <p:tgtEl>
                                          <p:spTgt spid="231"/>
                                        </p:tgtEl>
                                        <p:attrNameLst>
                                          <p:attrName>ppt_x</p:attrName>
                                        </p:attrNameLst>
                                      </p:cBhvr>
                                      <p:tavLst>
                                        <p:tav tm="0">
                                          <p:val>
                                            <p:strVal val="#ppt_x"/>
                                          </p:val>
                                        </p:tav>
                                        <p:tav tm="100000">
                                          <p:val>
                                            <p:strVal val="#ppt_x"/>
                                          </p:val>
                                        </p:tav>
                                      </p:tavLst>
                                    </p:anim>
                                    <p:anim calcmode="lin" valueType="num">
                                      <p:cBhvr>
                                        <p:cTn id="29" dur="650" fill="hold"/>
                                        <p:tgtEl>
                                          <p:spTgt spid="23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88"/>
                                  </p:stCondLst>
                                  <p:childTnLst>
                                    <p:set>
                                      <p:cBhvr>
                                        <p:cTn id="31" dur="1" fill="hold">
                                          <p:stCondLst>
                                            <p:cond delay="0"/>
                                          </p:stCondLst>
                                        </p:cTn>
                                        <p:tgtEl>
                                          <p:spTgt spid="232"/>
                                        </p:tgtEl>
                                        <p:attrNameLst>
                                          <p:attrName>style.visibility</p:attrName>
                                        </p:attrNameLst>
                                      </p:cBhvr>
                                      <p:to>
                                        <p:strVal val="visible"/>
                                      </p:to>
                                    </p:set>
                                    <p:animEffect transition="in" filter="fade">
                                      <p:cBhvr>
                                        <p:cTn id="32" dur="650"/>
                                        <p:tgtEl>
                                          <p:spTgt spid="232"/>
                                        </p:tgtEl>
                                      </p:cBhvr>
                                    </p:animEffect>
                                    <p:anim calcmode="lin" valueType="num">
                                      <p:cBhvr>
                                        <p:cTn id="33" dur="650" fill="hold"/>
                                        <p:tgtEl>
                                          <p:spTgt spid="232"/>
                                        </p:tgtEl>
                                        <p:attrNameLst>
                                          <p:attrName>ppt_x</p:attrName>
                                        </p:attrNameLst>
                                      </p:cBhvr>
                                      <p:tavLst>
                                        <p:tav tm="0">
                                          <p:val>
                                            <p:strVal val="#ppt_x"/>
                                          </p:val>
                                        </p:tav>
                                        <p:tav tm="100000">
                                          <p:val>
                                            <p:strVal val="#ppt_x"/>
                                          </p:val>
                                        </p:tav>
                                      </p:tavLst>
                                    </p:anim>
                                    <p:anim calcmode="lin" valueType="num">
                                      <p:cBhvr>
                                        <p:cTn id="34" dur="650" fill="hold"/>
                                        <p:tgtEl>
                                          <p:spTgt spid="23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88"/>
                                  </p:stCondLst>
                                  <p:childTnLst>
                                    <p:set>
                                      <p:cBhvr>
                                        <p:cTn id="36" dur="1" fill="hold">
                                          <p:stCondLst>
                                            <p:cond delay="0"/>
                                          </p:stCondLst>
                                        </p:cTn>
                                        <p:tgtEl>
                                          <p:spTgt spid="233"/>
                                        </p:tgtEl>
                                        <p:attrNameLst>
                                          <p:attrName>style.visibility</p:attrName>
                                        </p:attrNameLst>
                                      </p:cBhvr>
                                      <p:to>
                                        <p:strVal val="visible"/>
                                      </p:to>
                                    </p:set>
                                    <p:animEffect transition="in" filter="fade">
                                      <p:cBhvr>
                                        <p:cTn id="37" dur="650"/>
                                        <p:tgtEl>
                                          <p:spTgt spid="233"/>
                                        </p:tgtEl>
                                      </p:cBhvr>
                                    </p:animEffect>
                                    <p:anim calcmode="lin" valueType="num">
                                      <p:cBhvr>
                                        <p:cTn id="38" dur="650" fill="hold"/>
                                        <p:tgtEl>
                                          <p:spTgt spid="233"/>
                                        </p:tgtEl>
                                        <p:attrNameLst>
                                          <p:attrName>ppt_x</p:attrName>
                                        </p:attrNameLst>
                                      </p:cBhvr>
                                      <p:tavLst>
                                        <p:tav tm="0">
                                          <p:val>
                                            <p:strVal val="#ppt_x"/>
                                          </p:val>
                                        </p:tav>
                                        <p:tav tm="100000">
                                          <p:val>
                                            <p:strVal val="#ppt_x"/>
                                          </p:val>
                                        </p:tav>
                                      </p:tavLst>
                                    </p:anim>
                                    <p:anim calcmode="lin" valueType="num">
                                      <p:cBhvr>
                                        <p:cTn id="39" dur="650" fill="hold"/>
                                        <p:tgtEl>
                                          <p:spTgt spid="23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88"/>
                                  </p:stCondLst>
                                  <p:childTnLst>
                                    <p:set>
                                      <p:cBhvr>
                                        <p:cTn id="41" dur="1" fill="hold">
                                          <p:stCondLst>
                                            <p:cond delay="0"/>
                                          </p:stCondLst>
                                        </p:cTn>
                                        <p:tgtEl>
                                          <p:spTgt spid="234"/>
                                        </p:tgtEl>
                                        <p:attrNameLst>
                                          <p:attrName>style.visibility</p:attrName>
                                        </p:attrNameLst>
                                      </p:cBhvr>
                                      <p:to>
                                        <p:strVal val="visible"/>
                                      </p:to>
                                    </p:set>
                                    <p:animEffect transition="in" filter="fade">
                                      <p:cBhvr>
                                        <p:cTn id="42" dur="650"/>
                                        <p:tgtEl>
                                          <p:spTgt spid="234"/>
                                        </p:tgtEl>
                                      </p:cBhvr>
                                    </p:animEffect>
                                    <p:anim calcmode="lin" valueType="num">
                                      <p:cBhvr>
                                        <p:cTn id="43" dur="650" fill="hold"/>
                                        <p:tgtEl>
                                          <p:spTgt spid="234"/>
                                        </p:tgtEl>
                                        <p:attrNameLst>
                                          <p:attrName>ppt_x</p:attrName>
                                        </p:attrNameLst>
                                      </p:cBhvr>
                                      <p:tavLst>
                                        <p:tav tm="0">
                                          <p:val>
                                            <p:strVal val="#ppt_x"/>
                                          </p:val>
                                        </p:tav>
                                        <p:tav tm="100000">
                                          <p:val>
                                            <p:strVal val="#ppt_x"/>
                                          </p:val>
                                        </p:tav>
                                      </p:tavLst>
                                    </p:anim>
                                    <p:anim calcmode="lin" valueType="num">
                                      <p:cBhvr>
                                        <p:cTn id="44" dur="650" fill="hold"/>
                                        <p:tgtEl>
                                          <p:spTgt spid="23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175"/>
                                  </p:stCondLst>
                                  <p:childTnLst>
                                    <p:set>
                                      <p:cBhvr>
                                        <p:cTn id="46" dur="1" fill="hold">
                                          <p:stCondLst>
                                            <p:cond delay="0"/>
                                          </p:stCondLst>
                                        </p:cTn>
                                        <p:tgtEl>
                                          <p:spTgt spid="257"/>
                                        </p:tgtEl>
                                        <p:attrNameLst>
                                          <p:attrName>style.visibility</p:attrName>
                                        </p:attrNameLst>
                                      </p:cBhvr>
                                      <p:to>
                                        <p:strVal val="visible"/>
                                      </p:to>
                                    </p:set>
                                    <p:animEffect transition="in" filter="fade">
                                      <p:cBhvr>
                                        <p:cTn id="47" dur="650"/>
                                        <p:tgtEl>
                                          <p:spTgt spid="257"/>
                                        </p:tgtEl>
                                      </p:cBhvr>
                                    </p:animEffect>
                                    <p:anim calcmode="lin" valueType="num">
                                      <p:cBhvr>
                                        <p:cTn id="48" dur="650" fill="hold"/>
                                        <p:tgtEl>
                                          <p:spTgt spid="257"/>
                                        </p:tgtEl>
                                        <p:attrNameLst>
                                          <p:attrName>ppt_x</p:attrName>
                                        </p:attrNameLst>
                                      </p:cBhvr>
                                      <p:tavLst>
                                        <p:tav tm="0">
                                          <p:val>
                                            <p:strVal val="#ppt_x"/>
                                          </p:val>
                                        </p:tav>
                                        <p:tav tm="100000">
                                          <p:val>
                                            <p:strVal val="#ppt_x"/>
                                          </p:val>
                                        </p:tav>
                                      </p:tavLst>
                                    </p:anim>
                                    <p:anim calcmode="lin" valueType="num">
                                      <p:cBhvr>
                                        <p:cTn id="49" dur="650" fill="hold"/>
                                        <p:tgtEl>
                                          <p:spTgt spid="257"/>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175"/>
                                  </p:stCondLst>
                                  <p:childTnLst>
                                    <p:set>
                                      <p:cBhvr>
                                        <p:cTn id="51" dur="1" fill="hold">
                                          <p:stCondLst>
                                            <p:cond delay="0"/>
                                          </p:stCondLst>
                                        </p:cTn>
                                        <p:tgtEl>
                                          <p:spTgt spid="258"/>
                                        </p:tgtEl>
                                        <p:attrNameLst>
                                          <p:attrName>style.visibility</p:attrName>
                                        </p:attrNameLst>
                                      </p:cBhvr>
                                      <p:to>
                                        <p:strVal val="visible"/>
                                      </p:to>
                                    </p:set>
                                    <p:animEffect transition="in" filter="fade">
                                      <p:cBhvr>
                                        <p:cTn id="52" dur="650"/>
                                        <p:tgtEl>
                                          <p:spTgt spid="258"/>
                                        </p:tgtEl>
                                      </p:cBhvr>
                                    </p:animEffect>
                                    <p:anim calcmode="lin" valueType="num">
                                      <p:cBhvr>
                                        <p:cTn id="53" dur="650" fill="hold"/>
                                        <p:tgtEl>
                                          <p:spTgt spid="258"/>
                                        </p:tgtEl>
                                        <p:attrNameLst>
                                          <p:attrName>ppt_x</p:attrName>
                                        </p:attrNameLst>
                                      </p:cBhvr>
                                      <p:tavLst>
                                        <p:tav tm="0">
                                          <p:val>
                                            <p:strVal val="#ppt_x"/>
                                          </p:val>
                                        </p:tav>
                                        <p:tav tm="100000">
                                          <p:val>
                                            <p:strVal val="#ppt_x"/>
                                          </p:val>
                                        </p:tav>
                                      </p:tavLst>
                                    </p:anim>
                                    <p:anim calcmode="lin" valueType="num">
                                      <p:cBhvr>
                                        <p:cTn id="54" dur="650" fill="hold"/>
                                        <p:tgtEl>
                                          <p:spTgt spid="258"/>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175"/>
                                  </p:stCondLst>
                                  <p:childTnLst>
                                    <p:set>
                                      <p:cBhvr>
                                        <p:cTn id="56" dur="1" fill="hold">
                                          <p:stCondLst>
                                            <p:cond delay="0"/>
                                          </p:stCondLst>
                                        </p:cTn>
                                        <p:tgtEl>
                                          <p:spTgt spid="259"/>
                                        </p:tgtEl>
                                        <p:attrNameLst>
                                          <p:attrName>style.visibility</p:attrName>
                                        </p:attrNameLst>
                                      </p:cBhvr>
                                      <p:to>
                                        <p:strVal val="visible"/>
                                      </p:to>
                                    </p:set>
                                    <p:animEffect transition="in" filter="fade">
                                      <p:cBhvr>
                                        <p:cTn id="57" dur="650"/>
                                        <p:tgtEl>
                                          <p:spTgt spid="259"/>
                                        </p:tgtEl>
                                      </p:cBhvr>
                                    </p:animEffect>
                                    <p:anim calcmode="lin" valueType="num">
                                      <p:cBhvr>
                                        <p:cTn id="58" dur="650" fill="hold"/>
                                        <p:tgtEl>
                                          <p:spTgt spid="259"/>
                                        </p:tgtEl>
                                        <p:attrNameLst>
                                          <p:attrName>ppt_x</p:attrName>
                                        </p:attrNameLst>
                                      </p:cBhvr>
                                      <p:tavLst>
                                        <p:tav tm="0">
                                          <p:val>
                                            <p:strVal val="#ppt_x"/>
                                          </p:val>
                                        </p:tav>
                                        <p:tav tm="100000">
                                          <p:val>
                                            <p:strVal val="#ppt_x"/>
                                          </p:val>
                                        </p:tav>
                                      </p:tavLst>
                                    </p:anim>
                                    <p:anim calcmode="lin" valueType="num">
                                      <p:cBhvr>
                                        <p:cTn id="59" dur="650" fill="hold"/>
                                        <p:tgtEl>
                                          <p:spTgt spid="259"/>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175"/>
                                  </p:stCondLst>
                                  <p:childTnLst>
                                    <p:set>
                                      <p:cBhvr>
                                        <p:cTn id="61" dur="1" fill="hold">
                                          <p:stCondLst>
                                            <p:cond delay="0"/>
                                          </p:stCondLst>
                                        </p:cTn>
                                        <p:tgtEl>
                                          <p:spTgt spid="260"/>
                                        </p:tgtEl>
                                        <p:attrNameLst>
                                          <p:attrName>style.visibility</p:attrName>
                                        </p:attrNameLst>
                                      </p:cBhvr>
                                      <p:to>
                                        <p:strVal val="visible"/>
                                      </p:to>
                                    </p:set>
                                    <p:animEffect transition="in" filter="fade">
                                      <p:cBhvr>
                                        <p:cTn id="62" dur="650"/>
                                        <p:tgtEl>
                                          <p:spTgt spid="260"/>
                                        </p:tgtEl>
                                      </p:cBhvr>
                                    </p:animEffect>
                                    <p:anim calcmode="lin" valueType="num">
                                      <p:cBhvr>
                                        <p:cTn id="63" dur="650" fill="hold"/>
                                        <p:tgtEl>
                                          <p:spTgt spid="260"/>
                                        </p:tgtEl>
                                        <p:attrNameLst>
                                          <p:attrName>ppt_x</p:attrName>
                                        </p:attrNameLst>
                                      </p:cBhvr>
                                      <p:tavLst>
                                        <p:tav tm="0">
                                          <p:val>
                                            <p:strVal val="#ppt_x"/>
                                          </p:val>
                                        </p:tav>
                                        <p:tav tm="100000">
                                          <p:val>
                                            <p:strVal val="#ppt_x"/>
                                          </p:val>
                                        </p:tav>
                                      </p:tavLst>
                                    </p:anim>
                                    <p:anim calcmode="lin" valueType="num">
                                      <p:cBhvr>
                                        <p:cTn id="64" dur="650" fill="hold"/>
                                        <p:tgtEl>
                                          <p:spTgt spid="260"/>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175"/>
                                  </p:stCondLst>
                                  <p:childTnLst>
                                    <p:set>
                                      <p:cBhvr>
                                        <p:cTn id="66" dur="1" fill="hold">
                                          <p:stCondLst>
                                            <p:cond delay="0"/>
                                          </p:stCondLst>
                                        </p:cTn>
                                        <p:tgtEl>
                                          <p:spTgt spid="261"/>
                                        </p:tgtEl>
                                        <p:attrNameLst>
                                          <p:attrName>style.visibility</p:attrName>
                                        </p:attrNameLst>
                                      </p:cBhvr>
                                      <p:to>
                                        <p:strVal val="visible"/>
                                      </p:to>
                                    </p:set>
                                    <p:animEffect transition="in" filter="fade">
                                      <p:cBhvr>
                                        <p:cTn id="67" dur="650"/>
                                        <p:tgtEl>
                                          <p:spTgt spid="261"/>
                                        </p:tgtEl>
                                      </p:cBhvr>
                                    </p:animEffect>
                                    <p:anim calcmode="lin" valueType="num">
                                      <p:cBhvr>
                                        <p:cTn id="68" dur="650" fill="hold"/>
                                        <p:tgtEl>
                                          <p:spTgt spid="261"/>
                                        </p:tgtEl>
                                        <p:attrNameLst>
                                          <p:attrName>ppt_x</p:attrName>
                                        </p:attrNameLst>
                                      </p:cBhvr>
                                      <p:tavLst>
                                        <p:tav tm="0">
                                          <p:val>
                                            <p:strVal val="#ppt_x"/>
                                          </p:val>
                                        </p:tav>
                                        <p:tav tm="100000">
                                          <p:val>
                                            <p:strVal val="#ppt_x"/>
                                          </p:val>
                                        </p:tav>
                                      </p:tavLst>
                                    </p:anim>
                                    <p:anim calcmode="lin" valueType="num">
                                      <p:cBhvr>
                                        <p:cTn id="69" dur="650" fill="hold"/>
                                        <p:tgtEl>
                                          <p:spTgt spid="261"/>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262"/>
                                  </p:stCondLst>
                                  <p:childTnLst>
                                    <p:set>
                                      <p:cBhvr>
                                        <p:cTn id="71" dur="1" fill="hold">
                                          <p:stCondLst>
                                            <p:cond delay="0"/>
                                          </p:stCondLst>
                                        </p:cTn>
                                        <p:tgtEl>
                                          <p:spTgt spid="284"/>
                                        </p:tgtEl>
                                        <p:attrNameLst>
                                          <p:attrName>style.visibility</p:attrName>
                                        </p:attrNameLst>
                                      </p:cBhvr>
                                      <p:to>
                                        <p:strVal val="visible"/>
                                      </p:to>
                                    </p:set>
                                    <p:animEffect transition="in" filter="fade">
                                      <p:cBhvr>
                                        <p:cTn id="72" dur="650"/>
                                        <p:tgtEl>
                                          <p:spTgt spid="284"/>
                                        </p:tgtEl>
                                      </p:cBhvr>
                                    </p:animEffect>
                                    <p:anim calcmode="lin" valueType="num">
                                      <p:cBhvr>
                                        <p:cTn id="73" dur="650" fill="hold"/>
                                        <p:tgtEl>
                                          <p:spTgt spid="284"/>
                                        </p:tgtEl>
                                        <p:attrNameLst>
                                          <p:attrName>ppt_x</p:attrName>
                                        </p:attrNameLst>
                                      </p:cBhvr>
                                      <p:tavLst>
                                        <p:tav tm="0">
                                          <p:val>
                                            <p:strVal val="#ppt_x"/>
                                          </p:val>
                                        </p:tav>
                                        <p:tav tm="100000">
                                          <p:val>
                                            <p:strVal val="#ppt_x"/>
                                          </p:val>
                                        </p:tav>
                                      </p:tavLst>
                                    </p:anim>
                                    <p:anim calcmode="lin" valueType="num">
                                      <p:cBhvr>
                                        <p:cTn id="74" dur="650" fill="hold"/>
                                        <p:tgtEl>
                                          <p:spTgt spid="284"/>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262"/>
                                  </p:stCondLst>
                                  <p:childTnLst>
                                    <p:set>
                                      <p:cBhvr>
                                        <p:cTn id="76" dur="1" fill="hold">
                                          <p:stCondLst>
                                            <p:cond delay="0"/>
                                          </p:stCondLst>
                                        </p:cTn>
                                        <p:tgtEl>
                                          <p:spTgt spid="285"/>
                                        </p:tgtEl>
                                        <p:attrNameLst>
                                          <p:attrName>style.visibility</p:attrName>
                                        </p:attrNameLst>
                                      </p:cBhvr>
                                      <p:to>
                                        <p:strVal val="visible"/>
                                      </p:to>
                                    </p:set>
                                    <p:animEffect transition="in" filter="fade">
                                      <p:cBhvr>
                                        <p:cTn id="77" dur="650"/>
                                        <p:tgtEl>
                                          <p:spTgt spid="285"/>
                                        </p:tgtEl>
                                      </p:cBhvr>
                                    </p:animEffect>
                                    <p:anim calcmode="lin" valueType="num">
                                      <p:cBhvr>
                                        <p:cTn id="78" dur="650" fill="hold"/>
                                        <p:tgtEl>
                                          <p:spTgt spid="285"/>
                                        </p:tgtEl>
                                        <p:attrNameLst>
                                          <p:attrName>ppt_x</p:attrName>
                                        </p:attrNameLst>
                                      </p:cBhvr>
                                      <p:tavLst>
                                        <p:tav tm="0">
                                          <p:val>
                                            <p:strVal val="#ppt_x"/>
                                          </p:val>
                                        </p:tav>
                                        <p:tav tm="100000">
                                          <p:val>
                                            <p:strVal val="#ppt_x"/>
                                          </p:val>
                                        </p:tav>
                                      </p:tavLst>
                                    </p:anim>
                                    <p:anim calcmode="lin" valueType="num">
                                      <p:cBhvr>
                                        <p:cTn id="79" dur="650" fill="hold"/>
                                        <p:tgtEl>
                                          <p:spTgt spid="285"/>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262"/>
                                  </p:stCondLst>
                                  <p:childTnLst>
                                    <p:set>
                                      <p:cBhvr>
                                        <p:cTn id="81" dur="1" fill="hold">
                                          <p:stCondLst>
                                            <p:cond delay="0"/>
                                          </p:stCondLst>
                                        </p:cTn>
                                        <p:tgtEl>
                                          <p:spTgt spid="286"/>
                                        </p:tgtEl>
                                        <p:attrNameLst>
                                          <p:attrName>style.visibility</p:attrName>
                                        </p:attrNameLst>
                                      </p:cBhvr>
                                      <p:to>
                                        <p:strVal val="visible"/>
                                      </p:to>
                                    </p:set>
                                    <p:animEffect transition="in" filter="fade">
                                      <p:cBhvr>
                                        <p:cTn id="82" dur="650"/>
                                        <p:tgtEl>
                                          <p:spTgt spid="286"/>
                                        </p:tgtEl>
                                      </p:cBhvr>
                                    </p:animEffect>
                                    <p:anim calcmode="lin" valueType="num">
                                      <p:cBhvr>
                                        <p:cTn id="83" dur="650" fill="hold"/>
                                        <p:tgtEl>
                                          <p:spTgt spid="286"/>
                                        </p:tgtEl>
                                        <p:attrNameLst>
                                          <p:attrName>ppt_x</p:attrName>
                                        </p:attrNameLst>
                                      </p:cBhvr>
                                      <p:tavLst>
                                        <p:tav tm="0">
                                          <p:val>
                                            <p:strVal val="#ppt_x"/>
                                          </p:val>
                                        </p:tav>
                                        <p:tav tm="100000">
                                          <p:val>
                                            <p:strVal val="#ppt_x"/>
                                          </p:val>
                                        </p:tav>
                                      </p:tavLst>
                                    </p:anim>
                                    <p:anim calcmode="lin" valueType="num">
                                      <p:cBhvr>
                                        <p:cTn id="84" dur="650" fill="hold"/>
                                        <p:tgtEl>
                                          <p:spTgt spid="286"/>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262"/>
                                  </p:stCondLst>
                                  <p:childTnLst>
                                    <p:set>
                                      <p:cBhvr>
                                        <p:cTn id="86" dur="1" fill="hold">
                                          <p:stCondLst>
                                            <p:cond delay="0"/>
                                          </p:stCondLst>
                                        </p:cTn>
                                        <p:tgtEl>
                                          <p:spTgt spid="287"/>
                                        </p:tgtEl>
                                        <p:attrNameLst>
                                          <p:attrName>style.visibility</p:attrName>
                                        </p:attrNameLst>
                                      </p:cBhvr>
                                      <p:to>
                                        <p:strVal val="visible"/>
                                      </p:to>
                                    </p:set>
                                    <p:animEffect transition="in" filter="fade">
                                      <p:cBhvr>
                                        <p:cTn id="87" dur="650"/>
                                        <p:tgtEl>
                                          <p:spTgt spid="287"/>
                                        </p:tgtEl>
                                      </p:cBhvr>
                                    </p:animEffect>
                                    <p:anim calcmode="lin" valueType="num">
                                      <p:cBhvr>
                                        <p:cTn id="88" dur="650" fill="hold"/>
                                        <p:tgtEl>
                                          <p:spTgt spid="287"/>
                                        </p:tgtEl>
                                        <p:attrNameLst>
                                          <p:attrName>ppt_x</p:attrName>
                                        </p:attrNameLst>
                                      </p:cBhvr>
                                      <p:tavLst>
                                        <p:tav tm="0">
                                          <p:val>
                                            <p:strVal val="#ppt_x"/>
                                          </p:val>
                                        </p:tav>
                                        <p:tav tm="100000">
                                          <p:val>
                                            <p:strVal val="#ppt_x"/>
                                          </p:val>
                                        </p:tav>
                                      </p:tavLst>
                                    </p:anim>
                                    <p:anim calcmode="lin" valueType="num">
                                      <p:cBhvr>
                                        <p:cTn id="89" dur="650" fill="hold"/>
                                        <p:tgtEl>
                                          <p:spTgt spid="287"/>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262"/>
                                  </p:stCondLst>
                                  <p:childTnLst>
                                    <p:set>
                                      <p:cBhvr>
                                        <p:cTn id="91" dur="1" fill="hold">
                                          <p:stCondLst>
                                            <p:cond delay="0"/>
                                          </p:stCondLst>
                                        </p:cTn>
                                        <p:tgtEl>
                                          <p:spTgt spid="288"/>
                                        </p:tgtEl>
                                        <p:attrNameLst>
                                          <p:attrName>style.visibility</p:attrName>
                                        </p:attrNameLst>
                                      </p:cBhvr>
                                      <p:to>
                                        <p:strVal val="visible"/>
                                      </p:to>
                                    </p:set>
                                    <p:animEffect transition="in" filter="fade">
                                      <p:cBhvr>
                                        <p:cTn id="92" dur="650"/>
                                        <p:tgtEl>
                                          <p:spTgt spid="288"/>
                                        </p:tgtEl>
                                      </p:cBhvr>
                                    </p:animEffect>
                                    <p:anim calcmode="lin" valueType="num">
                                      <p:cBhvr>
                                        <p:cTn id="93" dur="650" fill="hold"/>
                                        <p:tgtEl>
                                          <p:spTgt spid="288"/>
                                        </p:tgtEl>
                                        <p:attrNameLst>
                                          <p:attrName>ppt_x</p:attrName>
                                        </p:attrNameLst>
                                      </p:cBhvr>
                                      <p:tavLst>
                                        <p:tav tm="0">
                                          <p:val>
                                            <p:strVal val="#ppt_x"/>
                                          </p:val>
                                        </p:tav>
                                        <p:tav tm="100000">
                                          <p:val>
                                            <p:strVal val="#ppt_x"/>
                                          </p:val>
                                        </p:tav>
                                      </p:tavLst>
                                    </p:anim>
                                    <p:anim calcmode="lin" valueType="num">
                                      <p:cBhvr>
                                        <p:cTn id="94" dur="650" fill="hold"/>
                                        <p:tgtEl>
                                          <p:spTgt spid="288"/>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350"/>
                                  </p:stCondLst>
                                  <p:childTnLst>
                                    <p:set>
                                      <p:cBhvr>
                                        <p:cTn id="96" dur="1" fill="hold">
                                          <p:stCondLst>
                                            <p:cond delay="0"/>
                                          </p:stCondLst>
                                        </p:cTn>
                                        <p:tgtEl>
                                          <p:spTgt spid="309"/>
                                        </p:tgtEl>
                                        <p:attrNameLst>
                                          <p:attrName>style.visibility</p:attrName>
                                        </p:attrNameLst>
                                      </p:cBhvr>
                                      <p:to>
                                        <p:strVal val="visible"/>
                                      </p:to>
                                    </p:set>
                                    <p:animEffect transition="in" filter="fade">
                                      <p:cBhvr>
                                        <p:cTn id="97" dur="650"/>
                                        <p:tgtEl>
                                          <p:spTgt spid="309"/>
                                        </p:tgtEl>
                                      </p:cBhvr>
                                    </p:animEffect>
                                    <p:anim calcmode="lin" valueType="num">
                                      <p:cBhvr>
                                        <p:cTn id="98" dur="650" fill="hold"/>
                                        <p:tgtEl>
                                          <p:spTgt spid="309"/>
                                        </p:tgtEl>
                                        <p:attrNameLst>
                                          <p:attrName>ppt_x</p:attrName>
                                        </p:attrNameLst>
                                      </p:cBhvr>
                                      <p:tavLst>
                                        <p:tav tm="0">
                                          <p:val>
                                            <p:strVal val="#ppt_x"/>
                                          </p:val>
                                        </p:tav>
                                        <p:tav tm="100000">
                                          <p:val>
                                            <p:strVal val="#ppt_x"/>
                                          </p:val>
                                        </p:tav>
                                      </p:tavLst>
                                    </p:anim>
                                    <p:anim calcmode="lin" valueType="num">
                                      <p:cBhvr>
                                        <p:cTn id="99" dur="650" fill="hold"/>
                                        <p:tgtEl>
                                          <p:spTgt spid="309"/>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350"/>
                                  </p:stCondLst>
                                  <p:childTnLst>
                                    <p:set>
                                      <p:cBhvr>
                                        <p:cTn id="101" dur="1" fill="hold">
                                          <p:stCondLst>
                                            <p:cond delay="0"/>
                                          </p:stCondLst>
                                        </p:cTn>
                                        <p:tgtEl>
                                          <p:spTgt spid="310"/>
                                        </p:tgtEl>
                                        <p:attrNameLst>
                                          <p:attrName>style.visibility</p:attrName>
                                        </p:attrNameLst>
                                      </p:cBhvr>
                                      <p:to>
                                        <p:strVal val="visible"/>
                                      </p:to>
                                    </p:set>
                                    <p:animEffect transition="in" filter="fade">
                                      <p:cBhvr>
                                        <p:cTn id="102" dur="650"/>
                                        <p:tgtEl>
                                          <p:spTgt spid="310"/>
                                        </p:tgtEl>
                                      </p:cBhvr>
                                    </p:animEffect>
                                    <p:anim calcmode="lin" valueType="num">
                                      <p:cBhvr>
                                        <p:cTn id="103" dur="650" fill="hold"/>
                                        <p:tgtEl>
                                          <p:spTgt spid="310"/>
                                        </p:tgtEl>
                                        <p:attrNameLst>
                                          <p:attrName>ppt_x</p:attrName>
                                        </p:attrNameLst>
                                      </p:cBhvr>
                                      <p:tavLst>
                                        <p:tav tm="0">
                                          <p:val>
                                            <p:strVal val="#ppt_x"/>
                                          </p:val>
                                        </p:tav>
                                        <p:tav tm="100000">
                                          <p:val>
                                            <p:strVal val="#ppt_x"/>
                                          </p:val>
                                        </p:tav>
                                      </p:tavLst>
                                    </p:anim>
                                    <p:anim calcmode="lin" valueType="num">
                                      <p:cBhvr>
                                        <p:cTn id="104" dur="650" fill="hold"/>
                                        <p:tgtEl>
                                          <p:spTgt spid="310"/>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350"/>
                                  </p:stCondLst>
                                  <p:childTnLst>
                                    <p:set>
                                      <p:cBhvr>
                                        <p:cTn id="106" dur="1" fill="hold">
                                          <p:stCondLst>
                                            <p:cond delay="0"/>
                                          </p:stCondLst>
                                        </p:cTn>
                                        <p:tgtEl>
                                          <p:spTgt spid="311"/>
                                        </p:tgtEl>
                                        <p:attrNameLst>
                                          <p:attrName>style.visibility</p:attrName>
                                        </p:attrNameLst>
                                      </p:cBhvr>
                                      <p:to>
                                        <p:strVal val="visible"/>
                                      </p:to>
                                    </p:set>
                                    <p:animEffect transition="in" filter="fade">
                                      <p:cBhvr>
                                        <p:cTn id="107" dur="650"/>
                                        <p:tgtEl>
                                          <p:spTgt spid="311"/>
                                        </p:tgtEl>
                                      </p:cBhvr>
                                    </p:animEffect>
                                    <p:anim calcmode="lin" valueType="num">
                                      <p:cBhvr>
                                        <p:cTn id="108" dur="650" fill="hold"/>
                                        <p:tgtEl>
                                          <p:spTgt spid="311"/>
                                        </p:tgtEl>
                                        <p:attrNameLst>
                                          <p:attrName>ppt_x</p:attrName>
                                        </p:attrNameLst>
                                      </p:cBhvr>
                                      <p:tavLst>
                                        <p:tav tm="0">
                                          <p:val>
                                            <p:strVal val="#ppt_x"/>
                                          </p:val>
                                        </p:tav>
                                        <p:tav tm="100000">
                                          <p:val>
                                            <p:strVal val="#ppt_x"/>
                                          </p:val>
                                        </p:tav>
                                      </p:tavLst>
                                    </p:anim>
                                    <p:anim calcmode="lin" valueType="num">
                                      <p:cBhvr>
                                        <p:cTn id="109" dur="650" fill="hold"/>
                                        <p:tgtEl>
                                          <p:spTgt spid="311"/>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350"/>
                                  </p:stCondLst>
                                  <p:childTnLst>
                                    <p:set>
                                      <p:cBhvr>
                                        <p:cTn id="111" dur="1" fill="hold">
                                          <p:stCondLst>
                                            <p:cond delay="0"/>
                                          </p:stCondLst>
                                        </p:cTn>
                                        <p:tgtEl>
                                          <p:spTgt spid="312"/>
                                        </p:tgtEl>
                                        <p:attrNameLst>
                                          <p:attrName>style.visibility</p:attrName>
                                        </p:attrNameLst>
                                      </p:cBhvr>
                                      <p:to>
                                        <p:strVal val="visible"/>
                                      </p:to>
                                    </p:set>
                                    <p:animEffect transition="in" filter="fade">
                                      <p:cBhvr>
                                        <p:cTn id="112" dur="650"/>
                                        <p:tgtEl>
                                          <p:spTgt spid="312"/>
                                        </p:tgtEl>
                                      </p:cBhvr>
                                    </p:animEffect>
                                    <p:anim calcmode="lin" valueType="num">
                                      <p:cBhvr>
                                        <p:cTn id="113" dur="650" fill="hold"/>
                                        <p:tgtEl>
                                          <p:spTgt spid="312"/>
                                        </p:tgtEl>
                                        <p:attrNameLst>
                                          <p:attrName>ppt_x</p:attrName>
                                        </p:attrNameLst>
                                      </p:cBhvr>
                                      <p:tavLst>
                                        <p:tav tm="0">
                                          <p:val>
                                            <p:strVal val="#ppt_x"/>
                                          </p:val>
                                        </p:tav>
                                        <p:tav tm="100000">
                                          <p:val>
                                            <p:strVal val="#ppt_x"/>
                                          </p:val>
                                        </p:tav>
                                      </p:tavLst>
                                    </p:anim>
                                    <p:anim calcmode="lin" valueType="num">
                                      <p:cBhvr>
                                        <p:cTn id="114" dur="650" fill="hold"/>
                                        <p:tgtEl>
                                          <p:spTgt spid="312"/>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350"/>
                                  </p:stCondLst>
                                  <p:childTnLst>
                                    <p:set>
                                      <p:cBhvr>
                                        <p:cTn id="116" dur="1" fill="hold">
                                          <p:stCondLst>
                                            <p:cond delay="0"/>
                                          </p:stCondLst>
                                        </p:cTn>
                                        <p:tgtEl>
                                          <p:spTgt spid="313"/>
                                        </p:tgtEl>
                                        <p:attrNameLst>
                                          <p:attrName>style.visibility</p:attrName>
                                        </p:attrNameLst>
                                      </p:cBhvr>
                                      <p:to>
                                        <p:strVal val="visible"/>
                                      </p:to>
                                    </p:set>
                                    <p:animEffect transition="in" filter="fade">
                                      <p:cBhvr>
                                        <p:cTn id="117" dur="650"/>
                                        <p:tgtEl>
                                          <p:spTgt spid="313"/>
                                        </p:tgtEl>
                                      </p:cBhvr>
                                    </p:animEffect>
                                    <p:anim calcmode="lin" valueType="num">
                                      <p:cBhvr>
                                        <p:cTn id="118" dur="650" fill="hold"/>
                                        <p:tgtEl>
                                          <p:spTgt spid="313"/>
                                        </p:tgtEl>
                                        <p:attrNameLst>
                                          <p:attrName>ppt_x</p:attrName>
                                        </p:attrNameLst>
                                      </p:cBhvr>
                                      <p:tavLst>
                                        <p:tav tm="0">
                                          <p:val>
                                            <p:strVal val="#ppt_x"/>
                                          </p:val>
                                        </p:tav>
                                        <p:tav tm="100000">
                                          <p:val>
                                            <p:strVal val="#ppt_x"/>
                                          </p:val>
                                        </p:tav>
                                      </p:tavLst>
                                    </p:anim>
                                    <p:anim calcmode="lin" valueType="num">
                                      <p:cBhvr>
                                        <p:cTn id="119" dur="650" fill="hold"/>
                                        <p:tgtEl>
                                          <p:spTgt spid="313"/>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438"/>
                                  </p:stCondLst>
                                  <p:childTnLst>
                                    <p:set>
                                      <p:cBhvr>
                                        <p:cTn id="121" dur="1" fill="hold">
                                          <p:stCondLst>
                                            <p:cond delay="0"/>
                                          </p:stCondLst>
                                        </p:cTn>
                                        <p:tgtEl>
                                          <p:spTgt spid="333"/>
                                        </p:tgtEl>
                                        <p:attrNameLst>
                                          <p:attrName>style.visibility</p:attrName>
                                        </p:attrNameLst>
                                      </p:cBhvr>
                                      <p:to>
                                        <p:strVal val="visible"/>
                                      </p:to>
                                    </p:set>
                                    <p:animEffect transition="in" filter="fade">
                                      <p:cBhvr>
                                        <p:cTn id="122" dur="650"/>
                                        <p:tgtEl>
                                          <p:spTgt spid="333"/>
                                        </p:tgtEl>
                                      </p:cBhvr>
                                    </p:animEffect>
                                    <p:anim calcmode="lin" valueType="num">
                                      <p:cBhvr>
                                        <p:cTn id="123" dur="650" fill="hold"/>
                                        <p:tgtEl>
                                          <p:spTgt spid="333"/>
                                        </p:tgtEl>
                                        <p:attrNameLst>
                                          <p:attrName>ppt_x</p:attrName>
                                        </p:attrNameLst>
                                      </p:cBhvr>
                                      <p:tavLst>
                                        <p:tav tm="0">
                                          <p:val>
                                            <p:strVal val="#ppt_x"/>
                                          </p:val>
                                        </p:tav>
                                        <p:tav tm="100000">
                                          <p:val>
                                            <p:strVal val="#ppt_x"/>
                                          </p:val>
                                        </p:tav>
                                      </p:tavLst>
                                    </p:anim>
                                    <p:anim calcmode="lin" valueType="num">
                                      <p:cBhvr>
                                        <p:cTn id="124" dur="650" fill="hold"/>
                                        <p:tgtEl>
                                          <p:spTgt spid="333"/>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438"/>
                                  </p:stCondLst>
                                  <p:childTnLst>
                                    <p:set>
                                      <p:cBhvr>
                                        <p:cTn id="126" dur="1" fill="hold">
                                          <p:stCondLst>
                                            <p:cond delay="0"/>
                                          </p:stCondLst>
                                        </p:cTn>
                                        <p:tgtEl>
                                          <p:spTgt spid="334"/>
                                        </p:tgtEl>
                                        <p:attrNameLst>
                                          <p:attrName>style.visibility</p:attrName>
                                        </p:attrNameLst>
                                      </p:cBhvr>
                                      <p:to>
                                        <p:strVal val="visible"/>
                                      </p:to>
                                    </p:set>
                                    <p:animEffect transition="in" filter="fade">
                                      <p:cBhvr>
                                        <p:cTn id="127" dur="650"/>
                                        <p:tgtEl>
                                          <p:spTgt spid="334"/>
                                        </p:tgtEl>
                                      </p:cBhvr>
                                    </p:animEffect>
                                    <p:anim calcmode="lin" valueType="num">
                                      <p:cBhvr>
                                        <p:cTn id="128" dur="650" fill="hold"/>
                                        <p:tgtEl>
                                          <p:spTgt spid="334"/>
                                        </p:tgtEl>
                                        <p:attrNameLst>
                                          <p:attrName>ppt_x</p:attrName>
                                        </p:attrNameLst>
                                      </p:cBhvr>
                                      <p:tavLst>
                                        <p:tav tm="0">
                                          <p:val>
                                            <p:strVal val="#ppt_x"/>
                                          </p:val>
                                        </p:tav>
                                        <p:tav tm="100000">
                                          <p:val>
                                            <p:strVal val="#ppt_x"/>
                                          </p:val>
                                        </p:tav>
                                      </p:tavLst>
                                    </p:anim>
                                    <p:anim calcmode="lin" valueType="num">
                                      <p:cBhvr>
                                        <p:cTn id="129" dur="650" fill="hold"/>
                                        <p:tgtEl>
                                          <p:spTgt spid="334"/>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438"/>
                                  </p:stCondLst>
                                  <p:childTnLst>
                                    <p:set>
                                      <p:cBhvr>
                                        <p:cTn id="131" dur="1" fill="hold">
                                          <p:stCondLst>
                                            <p:cond delay="0"/>
                                          </p:stCondLst>
                                        </p:cTn>
                                        <p:tgtEl>
                                          <p:spTgt spid="335"/>
                                        </p:tgtEl>
                                        <p:attrNameLst>
                                          <p:attrName>style.visibility</p:attrName>
                                        </p:attrNameLst>
                                      </p:cBhvr>
                                      <p:to>
                                        <p:strVal val="visible"/>
                                      </p:to>
                                    </p:set>
                                    <p:animEffect transition="in" filter="fade">
                                      <p:cBhvr>
                                        <p:cTn id="132" dur="650"/>
                                        <p:tgtEl>
                                          <p:spTgt spid="335"/>
                                        </p:tgtEl>
                                      </p:cBhvr>
                                    </p:animEffect>
                                    <p:anim calcmode="lin" valueType="num">
                                      <p:cBhvr>
                                        <p:cTn id="133" dur="650" fill="hold"/>
                                        <p:tgtEl>
                                          <p:spTgt spid="335"/>
                                        </p:tgtEl>
                                        <p:attrNameLst>
                                          <p:attrName>ppt_x</p:attrName>
                                        </p:attrNameLst>
                                      </p:cBhvr>
                                      <p:tavLst>
                                        <p:tav tm="0">
                                          <p:val>
                                            <p:strVal val="#ppt_x"/>
                                          </p:val>
                                        </p:tav>
                                        <p:tav tm="100000">
                                          <p:val>
                                            <p:strVal val="#ppt_x"/>
                                          </p:val>
                                        </p:tav>
                                      </p:tavLst>
                                    </p:anim>
                                    <p:anim calcmode="lin" valueType="num">
                                      <p:cBhvr>
                                        <p:cTn id="134" dur="650" fill="hold"/>
                                        <p:tgtEl>
                                          <p:spTgt spid="335"/>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438"/>
                                  </p:stCondLst>
                                  <p:childTnLst>
                                    <p:set>
                                      <p:cBhvr>
                                        <p:cTn id="136" dur="1" fill="hold">
                                          <p:stCondLst>
                                            <p:cond delay="0"/>
                                          </p:stCondLst>
                                        </p:cTn>
                                        <p:tgtEl>
                                          <p:spTgt spid="336"/>
                                        </p:tgtEl>
                                        <p:attrNameLst>
                                          <p:attrName>style.visibility</p:attrName>
                                        </p:attrNameLst>
                                      </p:cBhvr>
                                      <p:to>
                                        <p:strVal val="visible"/>
                                      </p:to>
                                    </p:set>
                                    <p:animEffect transition="in" filter="fade">
                                      <p:cBhvr>
                                        <p:cTn id="137" dur="650"/>
                                        <p:tgtEl>
                                          <p:spTgt spid="336"/>
                                        </p:tgtEl>
                                      </p:cBhvr>
                                    </p:animEffect>
                                    <p:anim calcmode="lin" valueType="num">
                                      <p:cBhvr>
                                        <p:cTn id="138" dur="650" fill="hold"/>
                                        <p:tgtEl>
                                          <p:spTgt spid="336"/>
                                        </p:tgtEl>
                                        <p:attrNameLst>
                                          <p:attrName>ppt_x</p:attrName>
                                        </p:attrNameLst>
                                      </p:cBhvr>
                                      <p:tavLst>
                                        <p:tav tm="0">
                                          <p:val>
                                            <p:strVal val="#ppt_x"/>
                                          </p:val>
                                        </p:tav>
                                        <p:tav tm="100000">
                                          <p:val>
                                            <p:strVal val="#ppt_x"/>
                                          </p:val>
                                        </p:tav>
                                      </p:tavLst>
                                    </p:anim>
                                    <p:anim calcmode="lin" valueType="num">
                                      <p:cBhvr>
                                        <p:cTn id="139" dur="650" fill="hold"/>
                                        <p:tgtEl>
                                          <p:spTgt spid="336"/>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438"/>
                                  </p:stCondLst>
                                  <p:childTnLst>
                                    <p:set>
                                      <p:cBhvr>
                                        <p:cTn id="141" dur="1" fill="hold">
                                          <p:stCondLst>
                                            <p:cond delay="0"/>
                                          </p:stCondLst>
                                        </p:cTn>
                                        <p:tgtEl>
                                          <p:spTgt spid="337"/>
                                        </p:tgtEl>
                                        <p:attrNameLst>
                                          <p:attrName>style.visibility</p:attrName>
                                        </p:attrNameLst>
                                      </p:cBhvr>
                                      <p:to>
                                        <p:strVal val="visible"/>
                                      </p:to>
                                    </p:set>
                                    <p:animEffect transition="in" filter="fade">
                                      <p:cBhvr>
                                        <p:cTn id="142" dur="650"/>
                                        <p:tgtEl>
                                          <p:spTgt spid="337"/>
                                        </p:tgtEl>
                                      </p:cBhvr>
                                    </p:animEffect>
                                    <p:anim calcmode="lin" valueType="num">
                                      <p:cBhvr>
                                        <p:cTn id="143" dur="650" fill="hold"/>
                                        <p:tgtEl>
                                          <p:spTgt spid="337"/>
                                        </p:tgtEl>
                                        <p:attrNameLst>
                                          <p:attrName>ppt_x</p:attrName>
                                        </p:attrNameLst>
                                      </p:cBhvr>
                                      <p:tavLst>
                                        <p:tav tm="0">
                                          <p:val>
                                            <p:strVal val="#ppt_x"/>
                                          </p:val>
                                        </p:tav>
                                        <p:tav tm="100000">
                                          <p:val>
                                            <p:strVal val="#ppt_x"/>
                                          </p:val>
                                        </p:tav>
                                      </p:tavLst>
                                    </p:anim>
                                    <p:anim calcmode="lin" valueType="num">
                                      <p:cBhvr>
                                        <p:cTn id="144" dur="650" fill="hold"/>
                                        <p:tgtEl>
                                          <p:spTgt spid="337"/>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525"/>
                                  </p:stCondLst>
                                  <p:childTnLst>
                                    <p:set>
                                      <p:cBhvr>
                                        <p:cTn id="146" dur="1" fill="hold">
                                          <p:stCondLst>
                                            <p:cond delay="0"/>
                                          </p:stCondLst>
                                        </p:cTn>
                                        <p:tgtEl>
                                          <p:spTgt spid="364"/>
                                        </p:tgtEl>
                                        <p:attrNameLst>
                                          <p:attrName>style.visibility</p:attrName>
                                        </p:attrNameLst>
                                      </p:cBhvr>
                                      <p:to>
                                        <p:strVal val="visible"/>
                                      </p:to>
                                    </p:set>
                                    <p:animEffect transition="in" filter="fade">
                                      <p:cBhvr>
                                        <p:cTn id="147" dur="650"/>
                                        <p:tgtEl>
                                          <p:spTgt spid="364"/>
                                        </p:tgtEl>
                                      </p:cBhvr>
                                    </p:animEffect>
                                    <p:anim calcmode="lin" valueType="num">
                                      <p:cBhvr>
                                        <p:cTn id="148" dur="650" fill="hold"/>
                                        <p:tgtEl>
                                          <p:spTgt spid="364"/>
                                        </p:tgtEl>
                                        <p:attrNameLst>
                                          <p:attrName>ppt_x</p:attrName>
                                        </p:attrNameLst>
                                      </p:cBhvr>
                                      <p:tavLst>
                                        <p:tav tm="0">
                                          <p:val>
                                            <p:strVal val="#ppt_x"/>
                                          </p:val>
                                        </p:tav>
                                        <p:tav tm="100000">
                                          <p:val>
                                            <p:strVal val="#ppt_x"/>
                                          </p:val>
                                        </p:tav>
                                      </p:tavLst>
                                    </p:anim>
                                    <p:anim calcmode="lin" valueType="num">
                                      <p:cBhvr>
                                        <p:cTn id="149" dur="650" fill="hold"/>
                                        <p:tgtEl>
                                          <p:spTgt spid="364"/>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525"/>
                                  </p:stCondLst>
                                  <p:childTnLst>
                                    <p:set>
                                      <p:cBhvr>
                                        <p:cTn id="151" dur="1" fill="hold">
                                          <p:stCondLst>
                                            <p:cond delay="0"/>
                                          </p:stCondLst>
                                        </p:cTn>
                                        <p:tgtEl>
                                          <p:spTgt spid="365"/>
                                        </p:tgtEl>
                                        <p:attrNameLst>
                                          <p:attrName>style.visibility</p:attrName>
                                        </p:attrNameLst>
                                      </p:cBhvr>
                                      <p:to>
                                        <p:strVal val="visible"/>
                                      </p:to>
                                    </p:set>
                                    <p:animEffect transition="in" filter="fade">
                                      <p:cBhvr>
                                        <p:cTn id="152" dur="650"/>
                                        <p:tgtEl>
                                          <p:spTgt spid="365"/>
                                        </p:tgtEl>
                                      </p:cBhvr>
                                    </p:animEffect>
                                    <p:anim calcmode="lin" valueType="num">
                                      <p:cBhvr>
                                        <p:cTn id="153" dur="650" fill="hold"/>
                                        <p:tgtEl>
                                          <p:spTgt spid="365"/>
                                        </p:tgtEl>
                                        <p:attrNameLst>
                                          <p:attrName>ppt_x</p:attrName>
                                        </p:attrNameLst>
                                      </p:cBhvr>
                                      <p:tavLst>
                                        <p:tav tm="0">
                                          <p:val>
                                            <p:strVal val="#ppt_x"/>
                                          </p:val>
                                        </p:tav>
                                        <p:tav tm="100000">
                                          <p:val>
                                            <p:strVal val="#ppt_x"/>
                                          </p:val>
                                        </p:tav>
                                      </p:tavLst>
                                    </p:anim>
                                    <p:anim calcmode="lin" valueType="num">
                                      <p:cBhvr>
                                        <p:cTn id="154" dur="650" fill="hold"/>
                                        <p:tgtEl>
                                          <p:spTgt spid="365"/>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525"/>
                                  </p:stCondLst>
                                  <p:childTnLst>
                                    <p:set>
                                      <p:cBhvr>
                                        <p:cTn id="156" dur="1" fill="hold">
                                          <p:stCondLst>
                                            <p:cond delay="0"/>
                                          </p:stCondLst>
                                        </p:cTn>
                                        <p:tgtEl>
                                          <p:spTgt spid="366"/>
                                        </p:tgtEl>
                                        <p:attrNameLst>
                                          <p:attrName>style.visibility</p:attrName>
                                        </p:attrNameLst>
                                      </p:cBhvr>
                                      <p:to>
                                        <p:strVal val="visible"/>
                                      </p:to>
                                    </p:set>
                                    <p:animEffect transition="in" filter="fade">
                                      <p:cBhvr>
                                        <p:cTn id="157" dur="650"/>
                                        <p:tgtEl>
                                          <p:spTgt spid="366"/>
                                        </p:tgtEl>
                                      </p:cBhvr>
                                    </p:animEffect>
                                    <p:anim calcmode="lin" valueType="num">
                                      <p:cBhvr>
                                        <p:cTn id="158" dur="650" fill="hold"/>
                                        <p:tgtEl>
                                          <p:spTgt spid="366"/>
                                        </p:tgtEl>
                                        <p:attrNameLst>
                                          <p:attrName>ppt_x</p:attrName>
                                        </p:attrNameLst>
                                      </p:cBhvr>
                                      <p:tavLst>
                                        <p:tav tm="0">
                                          <p:val>
                                            <p:strVal val="#ppt_x"/>
                                          </p:val>
                                        </p:tav>
                                        <p:tav tm="100000">
                                          <p:val>
                                            <p:strVal val="#ppt_x"/>
                                          </p:val>
                                        </p:tav>
                                      </p:tavLst>
                                    </p:anim>
                                    <p:anim calcmode="lin" valueType="num">
                                      <p:cBhvr>
                                        <p:cTn id="159" dur="650" fill="hold"/>
                                        <p:tgtEl>
                                          <p:spTgt spid="366"/>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525"/>
                                  </p:stCondLst>
                                  <p:childTnLst>
                                    <p:set>
                                      <p:cBhvr>
                                        <p:cTn id="161" dur="1" fill="hold">
                                          <p:stCondLst>
                                            <p:cond delay="0"/>
                                          </p:stCondLst>
                                        </p:cTn>
                                        <p:tgtEl>
                                          <p:spTgt spid="367"/>
                                        </p:tgtEl>
                                        <p:attrNameLst>
                                          <p:attrName>style.visibility</p:attrName>
                                        </p:attrNameLst>
                                      </p:cBhvr>
                                      <p:to>
                                        <p:strVal val="visible"/>
                                      </p:to>
                                    </p:set>
                                    <p:animEffect transition="in" filter="fade">
                                      <p:cBhvr>
                                        <p:cTn id="162" dur="650"/>
                                        <p:tgtEl>
                                          <p:spTgt spid="367"/>
                                        </p:tgtEl>
                                      </p:cBhvr>
                                    </p:animEffect>
                                    <p:anim calcmode="lin" valueType="num">
                                      <p:cBhvr>
                                        <p:cTn id="163" dur="650" fill="hold"/>
                                        <p:tgtEl>
                                          <p:spTgt spid="367"/>
                                        </p:tgtEl>
                                        <p:attrNameLst>
                                          <p:attrName>ppt_x</p:attrName>
                                        </p:attrNameLst>
                                      </p:cBhvr>
                                      <p:tavLst>
                                        <p:tav tm="0">
                                          <p:val>
                                            <p:strVal val="#ppt_x"/>
                                          </p:val>
                                        </p:tav>
                                        <p:tav tm="100000">
                                          <p:val>
                                            <p:strVal val="#ppt_x"/>
                                          </p:val>
                                        </p:tav>
                                      </p:tavLst>
                                    </p:anim>
                                    <p:anim calcmode="lin" valueType="num">
                                      <p:cBhvr>
                                        <p:cTn id="164" dur="650" fill="hold"/>
                                        <p:tgtEl>
                                          <p:spTgt spid="367"/>
                                        </p:tgtEl>
                                        <p:attrNameLst>
                                          <p:attrName>ppt_y</p:attrName>
                                        </p:attrNameLst>
                                      </p:cBhvr>
                                      <p:tavLst>
                                        <p:tav tm="0">
                                          <p:val>
                                            <p:strVal val="#ppt_y+.1"/>
                                          </p:val>
                                        </p:tav>
                                        <p:tav tm="100000">
                                          <p:val>
                                            <p:strVal val="#ppt_y"/>
                                          </p:val>
                                        </p:tav>
                                      </p:tavLst>
                                    </p:anim>
                                  </p:childTnLst>
                                </p:cTn>
                              </p:par>
                              <p:par>
                                <p:cTn id="165" presetID="42" presetClass="entr" presetSubtype="0" fill="hold" grpId="0" nodeType="withEffect">
                                  <p:stCondLst>
                                    <p:cond delay="525"/>
                                  </p:stCondLst>
                                  <p:childTnLst>
                                    <p:set>
                                      <p:cBhvr>
                                        <p:cTn id="166" dur="1" fill="hold">
                                          <p:stCondLst>
                                            <p:cond delay="0"/>
                                          </p:stCondLst>
                                        </p:cTn>
                                        <p:tgtEl>
                                          <p:spTgt spid="368"/>
                                        </p:tgtEl>
                                        <p:attrNameLst>
                                          <p:attrName>style.visibility</p:attrName>
                                        </p:attrNameLst>
                                      </p:cBhvr>
                                      <p:to>
                                        <p:strVal val="visible"/>
                                      </p:to>
                                    </p:set>
                                    <p:animEffect transition="in" filter="fade">
                                      <p:cBhvr>
                                        <p:cTn id="167" dur="650"/>
                                        <p:tgtEl>
                                          <p:spTgt spid="368"/>
                                        </p:tgtEl>
                                      </p:cBhvr>
                                    </p:animEffect>
                                    <p:anim calcmode="lin" valueType="num">
                                      <p:cBhvr>
                                        <p:cTn id="168" dur="650" fill="hold"/>
                                        <p:tgtEl>
                                          <p:spTgt spid="368"/>
                                        </p:tgtEl>
                                        <p:attrNameLst>
                                          <p:attrName>ppt_x</p:attrName>
                                        </p:attrNameLst>
                                      </p:cBhvr>
                                      <p:tavLst>
                                        <p:tav tm="0">
                                          <p:val>
                                            <p:strVal val="#ppt_x"/>
                                          </p:val>
                                        </p:tav>
                                        <p:tav tm="100000">
                                          <p:val>
                                            <p:strVal val="#ppt_x"/>
                                          </p:val>
                                        </p:tav>
                                      </p:tavLst>
                                    </p:anim>
                                    <p:anim calcmode="lin" valueType="num">
                                      <p:cBhvr>
                                        <p:cTn id="169" dur="650" fill="hold"/>
                                        <p:tgtEl>
                                          <p:spTgt spid="368"/>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612"/>
                                  </p:stCondLst>
                                  <p:childTnLst>
                                    <p:set>
                                      <p:cBhvr>
                                        <p:cTn id="171" dur="1" fill="hold">
                                          <p:stCondLst>
                                            <p:cond delay="0"/>
                                          </p:stCondLst>
                                        </p:cTn>
                                        <p:tgtEl>
                                          <p:spTgt spid="417"/>
                                        </p:tgtEl>
                                        <p:attrNameLst>
                                          <p:attrName>style.visibility</p:attrName>
                                        </p:attrNameLst>
                                      </p:cBhvr>
                                      <p:to>
                                        <p:strVal val="visible"/>
                                      </p:to>
                                    </p:set>
                                    <p:animEffect transition="in" filter="fade">
                                      <p:cBhvr>
                                        <p:cTn id="172" dur="650"/>
                                        <p:tgtEl>
                                          <p:spTgt spid="417"/>
                                        </p:tgtEl>
                                      </p:cBhvr>
                                    </p:animEffect>
                                    <p:anim calcmode="lin" valueType="num">
                                      <p:cBhvr>
                                        <p:cTn id="173" dur="650" fill="hold"/>
                                        <p:tgtEl>
                                          <p:spTgt spid="417"/>
                                        </p:tgtEl>
                                        <p:attrNameLst>
                                          <p:attrName>ppt_x</p:attrName>
                                        </p:attrNameLst>
                                      </p:cBhvr>
                                      <p:tavLst>
                                        <p:tav tm="0">
                                          <p:val>
                                            <p:strVal val="#ppt_x"/>
                                          </p:val>
                                        </p:tav>
                                        <p:tav tm="100000">
                                          <p:val>
                                            <p:strVal val="#ppt_x"/>
                                          </p:val>
                                        </p:tav>
                                      </p:tavLst>
                                    </p:anim>
                                    <p:anim calcmode="lin" valueType="num">
                                      <p:cBhvr>
                                        <p:cTn id="174" dur="650" fill="hold"/>
                                        <p:tgtEl>
                                          <p:spTgt spid="417"/>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612"/>
                                  </p:stCondLst>
                                  <p:childTnLst>
                                    <p:set>
                                      <p:cBhvr>
                                        <p:cTn id="176" dur="1" fill="hold">
                                          <p:stCondLst>
                                            <p:cond delay="0"/>
                                          </p:stCondLst>
                                        </p:cTn>
                                        <p:tgtEl>
                                          <p:spTgt spid="418"/>
                                        </p:tgtEl>
                                        <p:attrNameLst>
                                          <p:attrName>style.visibility</p:attrName>
                                        </p:attrNameLst>
                                      </p:cBhvr>
                                      <p:to>
                                        <p:strVal val="visible"/>
                                      </p:to>
                                    </p:set>
                                    <p:animEffect transition="in" filter="fade">
                                      <p:cBhvr>
                                        <p:cTn id="177" dur="650"/>
                                        <p:tgtEl>
                                          <p:spTgt spid="418"/>
                                        </p:tgtEl>
                                      </p:cBhvr>
                                    </p:animEffect>
                                    <p:anim calcmode="lin" valueType="num">
                                      <p:cBhvr>
                                        <p:cTn id="178" dur="650" fill="hold"/>
                                        <p:tgtEl>
                                          <p:spTgt spid="418"/>
                                        </p:tgtEl>
                                        <p:attrNameLst>
                                          <p:attrName>ppt_x</p:attrName>
                                        </p:attrNameLst>
                                      </p:cBhvr>
                                      <p:tavLst>
                                        <p:tav tm="0">
                                          <p:val>
                                            <p:strVal val="#ppt_x"/>
                                          </p:val>
                                        </p:tav>
                                        <p:tav tm="100000">
                                          <p:val>
                                            <p:strVal val="#ppt_x"/>
                                          </p:val>
                                        </p:tav>
                                      </p:tavLst>
                                    </p:anim>
                                    <p:anim calcmode="lin" valueType="num">
                                      <p:cBhvr>
                                        <p:cTn id="179" dur="650" fill="hold"/>
                                        <p:tgtEl>
                                          <p:spTgt spid="418"/>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612"/>
                                  </p:stCondLst>
                                  <p:childTnLst>
                                    <p:set>
                                      <p:cBhvr>
                                        <p:cTn id="181" dur="1" fill="hold">
                                          <p:stCondLst>
                                            <p:cond delay="0"/>
                                          </p:stCondLst>
                                        </p:cTn>
                                        <p:tgtEl>
                                          <p:spTgt spid="419"/>
                                        </p:tgtEl>
                                        <p:attrNameLst>
                                          <p:attrName>style.visibility</p:attrName>
                                        </p:attrNameLst>
                                      </p:cBhvr>
                                      <p:to>
                                        <p:strVal val="visible"/>
                                      </p:to>
                                    </p:set>
                                    <p:animEffect transition="in" filter="fade">
                                      <p:cBhvr>
                                        <p:cTn id="182" dur="650"/>
                                        <p:tgtEl>
                                          <p:spTgt spid="419"/>
                                        </p:tgtEl>
                                      </p:cBhvr>
                                    </p:animEffect>
                                    <p:anim calcmode="lin" valueType="num">
                                      <p:cBhvr>
                                        <p:cTn id="183" dur="650" fill="hold"/>
                                        <p:tgtEl>
                                          <p:spTgt spid="419"/>
                                        </p:tgtEl>
                                        <p:attrNameLst>
                                          <p:attrName>ppt_x</p:attrName>
                                        </p:attrNameLst>
                                      </p:cBhvr>
                                      <p:tavLst>
                                        <p:tav tm="0">
                                          <p:val>
                                            <p:strVal val="#ppt_x"/>
                                          </p:val>
                                        </p:tav>
                                        <p:tav tm="100000">
                                          <p:val>
                                            <p:strVal val="#ppt_x"/>
                                          </p:val>
                                        </p:tav>
                                      </p:tavLst>
                                    </p:anim>
                                    <p:anim calcmode="lin" valueType="num">
                                      <p:cBhvr>
                                        <p:cTn id="184" dur="650" fill="hold"/>
                                        <p:tgtEl>
                                          <p:spTgt spid="419"/>
                                        </p:tgtEl>
                                        <p:attrNameLst>
                                          <p:attrName>ppt_y</p:attrName>
                                        </p:attrNameLst>
                                      </p:cBhvr>
                                      <p:tavLst>
                                        <p:tav tm="0">
                                          <p:val>
                                            <p:strVal val="#ppt_y+.1"/>
                                          </p:val>
                                        </p:tav>
                                        <p:tav tm="100000">
                                          <p:val>
                                            <p:strVal val="#ppt_y"/>
                                          </p:val>
                                        </p:tav>
                                      </p:tavLst>
                                    </p:anim>
                                  </p:childTnLst>
                                </p:cTn>
                              </p:par>
                              <p:par>
                                <p:cTn id="185" presetID="42" presetClass="entr" presetSubtype="0" fill="hold" grpId="0" nodeType="withEffect">
                                  <p:stCondLst>
                                    <p:cond delay="612"/>
                                  </p:stCondLst>
                                  <p:childTnLst>
                                    <p:set>
                                      <p:cBhvr>
                                        <p:cTn id="186" dur="1" fill="hold">
                                          <p:stCondLst>
                                            <p:cond delay="0"/>
                                          </p:stCondLst>
                                        </p:cTn>
                                        <p:tgtEl>
                                          <p:spTgt spid="420"/>
                                        </p:tgtEl>
                                        <p:attrNameLst>
                                          <p:attrName>style.visibility</p:attrName>
                                        </p:attrNameLst>
                                      </p:cBhvr>
                                      <p:to>
                                        <p:strVal val="visible"/>
                                      </p:to>
                                    </p:set>
                                    <p:animEffect transition="in" filter="fade">
                                      <p:cBhvr>
                                        <p:cTn id="187" dur="650"/>
                                        <p:tgtEl>
                                          <p:spTgt spid="420"/>
                                        </p:tgtEl>
                                      </p:cBhvr>
                                    </p:animEffect>
                                    <p:anim calcmode="lin" valueType="num">
                                      <p:cBhvr>
                                        <p:cTn id="188" dur="650" fill="hold"/>
                                        <p:tgtEl>
                                          <p:spTgt spid="420"/>
                                        </p:tgtEl>
                                        <p:attrNameLst>
                                          <p:attrName>ppt_x</p:attrName>
                                        </p:attrNameLst>
                                      </p:cBhvr>
                                      <p:tavLst>
                                        <p:tav tm="0">
                                          <p:val>
                                            <p:strVal val="#ppt_x"/>
                                          </p:val>
                                        </p:tav>
                                        <p:tav tm="100000">
                                          <p:val>
                                            <p:strVal val="#ppt_x"/>
                                          </p:val>
                                        </p:tav>
                                      </p:tavLst>
                                    </p:anim>
                                    <p:anim calcmode="lin" valueType="num">
                                      <p:cBhvr>
                                        <p:cTn id="189" dur="650" fill="hold"/>
                                        <p:tgtEl>
                                          <p:spTgt spid="420"/>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612"/>
                                  </p:stCondLst>
                                  <p:childTnLst>
                                    <p:set>
                                      <p:cBhvr>
                                        <p:cTn id="191" dur="1" fill="hold">
                                          <p:stCondLst>
                                            <p:cond delay="0"/>
                                          </p:stCondLst>
                                        </p:cTn>
                                        <p:tgtEl>
                                          <p:spTgt spid="421"/>
                                        </p:tgtEl>
                                        <p:attrNameLst>
                                          <p:attrName>style.visibility</p:attrName>
                                        </p:attrNameLst>
                                      </p:cBhvr>
                                      <p:to>
                                        <p:strVal val="visible"/>
                                      </p:to>
                                    </p:set>
                                    <p:animEffect transition="in" filter="fade">
                                      <p:cBhvr>
                                        <p:cTn id="192" dur="650"/>
                                        <p:tgtEl>
                                          <p:spTgt spid="421"/>
                                        </p:tgtEl>
                                      </p:cBhvr>
                                    </p:animEffect>
                                    <p:anim calcmode="lin" valueType="num">
                                      <p:cBhvr>
                                        <p:cTn id="193" dur="650" fill="hold"/>
                                        <p:tgtEl>
                                          <p:spTgt spid="421"/>
                                        </p:tgtEl>
                                        <p:attrNameLst>
                                          <p:attrName>ppt_x</p:attrName>
                                        </p:attrNameLst>
                                      </p:cBhvr>
                                      <p:tavLst>
                                        <p:tav tm="0">
                                          <p:val>
                                            <p:strVal val="#ppt_x"/>
                                          </p:val>
                                        </p:tav>
                                        <p:tav tm="100000">
                                          <p:val>
                                            <p:strVal val="#ppt_x"/>
                                          </p:val>
                                        </p:tav>
                                      </p:tavLst>
                                    </p:anim>
                                    <p:anim calcmode="lin" valueType="num">
                                      <p:cBhvr>
                                        <p:cTn id="194" dur="650" fill="hold"/>
                                        <p:tgtEl>
                                          <p:spTgt spid="421"/>
                                        </p:tgtEl>
                                        <p:attrNameLst>
                                          <p:attrName>ppt_y</p:attrName>
                                        </p:attrNameLst>
                                      </p:cBhvr>
                                      <p:tavLst>
                                        <p:tav tm="0">
                                          <p:val>
                                            <p:strVal val="#ppt_y+.1"/>
                                          </p:val>
                                        </p:tav>
                                        <p:tav tm="100000">
                                          <p:val>
                                            <p:strVal val="#ppt_y"/>
                                          </p:val>
                                        </p:tav>
                                      </p:tavLst>
                                    </p:anim>
                                  </p:childTnLst>
                                </p:cTn>
                              </p:par>
                              <p:par>
                                <p:cTn id="195" presetID="42" presetClass="entr" presetSubtype="0" fill="hold" grpId="0" nodeType="withEffect">
                                  <p:stCondLst>
                                    <p:cond delay="700"/>
                                  </p:stCondLst>
                                  <p:childTnLst>
                                    <p:set>
                                      <p:cBhvr>
                                        <p:cTn id="196" dur="1" fill="hold">
                                          <p:stCondLst>
                                            <p:cond delay="0"/>
                                          </p:stCondLst>
                                        </p:cTn>
                                        <p:tgtEl>
                                          <p:spTgt spid="447"/>
                                        </p:tgtEl>
                                        <p:attrNameLst>
                                          <p:attrName>style.visibility</p:attrName>
                                        </p:attrNameLst>
                                      </p:cBhvr>
                                      <p:to>
                                        <p:strVal val="visible"/>
                                      </p:to>
                                    </p:set>
                                    <p:animEffect transition="in" filter="fade">
                                      <p:cBhvr>
                                        <p:cTn id="197" dur="650"/>
                                        <p:tgtEl>
                                          <p:spTgt spid="447"/>
                                        </p:tgtEl>
                                      </p:cBhvr>
                                    </p:animEffect>
                                    <p:anim calcmode="lin" valueType="num">
                                      <p:cBhvr>
                                        <p:cTn id="198" dur="650" fill="hold"/>
                                        <p:tgtEl>
                                          <p:spTgt spid="447"/>
                                        </p:tgtEl>
                                        <p:attrNameLst>
                                          <p:attrName>ppt_x</p:attrName>
                                        </p:attrNameLst>
                                      </p:cBhvr>
                                      <p:tavLst>
                                        <p:tav tm="0">
                                          <p:val>
                                            <p:strVal val="#ppt_x"/>
                                          </p:val>
                                        </p:tav>
                                        <p:tav tm="100000">
                                          <p:val>
                                            <p:strVal val="#ppt_x"/>
                                          </p:val>
                                        </p:tav>
                                      </p:tavLst>
                                    </p:anim>
                                    <p:anim calcmode="lin" valueType="num">
                                      <p:cBhvr>
                                        <p:cTn id="199" dur="650" fill="hold"/>
                                        <p:tgtEl>
                                          <p:spTgt spid="447"/>
                                        </p:tgtEl>
                                        <p:attrNameLst>
                                          <p:attrName>ppt_y</p:attrName>
                                        </p:attrNameLst>
                                      </p:cBhvr>
                                      <p:tavLst>
                                        <p:tav tm="0">
                                          <p:val>
                                            <p:strVal val="#ppt_y+.1"/>
                                          </p:val>
                                        </p:tav>
                                        <p:tav tm="100000">
                                          <p:val>
                                            <p:strVal val="#ppt_y"/>
                                          </p:val>
                                        </p:tav>
                                      </p:tavLst>
                                    </p:anim>
                                  </p:childTnLst>
                                </p:cTn>
                              </p:par>
                              <p:par>
                                <p:cTn id="200" presetID="42" presetClass="entr" presetSubtype="0" fill="hold" grpId="0" nodeType="withEffect">
                                  <p:stCondLst>
                                    <p:cond delay="700"/>
                                  </p:stCondLst>
                                  <p:childTnLst>
                                    <p:set>
                                      <p:cBhvr>
                                        <p:cTn id="201" dur="1" fill="hold">
                                          <p:stCondLst>
                                            <p:cond delay="0"/>
                                          </p:stCondLst>
                                        </p:cTn>
                                        <p:tgtEl>
                                          <p:spTgt spid="448"/>
                                        </p:tgtEl>
                                        <p:attrNameLst>
                                          <p:attrName>style.visibility</p:attrName>
                                        </p:attrNameLst>
                                      </p:cBhvr>
                                      <p:to>
                                        <p:strVal val="visible"/>
                                      </p:to>
                                    </p:set>
                                    <p:animEffect transition="in" filter="fade">
                                      <p:cBhvr>
                                        <p:cTn id="202" dur="650"/>
                                        <p:tgtEl>
                                          <p:spTgt spid="448"/>
                                        </p:tgtEl>
                                      </p:cBhvr>
                                    </p:animEffect>
                                    <p:anim calcmode="lin" valueType="num">
                                      <p:cBhvr>
                                        <p:cTn id="203" dur="650" fill="hold"/>
                                        <p:tgtEl>
                                          <p:spTgt spid="448"/>
                                        </p:tgtEl>
                                        <p:attrNameLst>
                                          <p:attrName>ppt_x</p:attrName>
                                        </p:attrNameLst>
                                      </p:cBhvr>
                                      <p:tavLst>
                                        <p:tav tm="0">
                                          <p:val>
                                            <p:strVal val="#ppt_x"/>
                                          </p:val>
                                        </p:tav>
                                        <p:tav tm="100000">
                                          <p:val>
                                            <p:strVal val="#ppt_x"/>
                                          </p:val>
                                        </p:tav>
                                      </p:tavLst>
                                    </p:anim>
                                    <p:anim calcmode="lin" valueType="num">
                                      <p:cBhvr>
                                        <p:cTn id="204" dur="650" fill="hold"/>
                                        <p:tgtEl>
                                          <p:spTgt spid="448"/>
                                        </p:tgtEl>
                                        <p:attrNameLst>
                                          <p:attrName>ppt_y</p:attrName>
                                        </p:attrNameLst>
                                      </p:cBhvr>
                                      <p:tavLst>
                                        <p:tav tm="0">
                                          <p:val>
                                            <p:strVal val="#ppt_y+.1"/>
                                          </p:val>
                                        </p:tav>
                                        <p:tav tm="100000">
                                          <p:val>
                                            <p:strVal val="#ppt_y"/>
                                          </p:val>
                                        </p:tav>
                                      </p:tavLst>
                                    </p:anim>
                                  </p:childTnLst>
                                </p:cTn>
                              </p:par>
                              <p:par>
                                <p:cTn id="205" presetID="42" presetClass="entr" presetSubtype="0" fill="hold" grpId="0" nodeType="withEffect">
                                  <p:stCondLst>
                                    <p:cond delay="700"/>
                                  </p:stCondLst>
                                  <p:childTnLst>
                                    <p:set>
                                      <p:cBhvr>
                                        <p:cTn id="206" dur="1" fill="hold">
                                          <p:stCondLst>
                                            <p:cond delay="0"/>
                                          </p:stCondLst>
                                        </p:cTn>
                                        <p:tgtEl>
                                          <p:spTgt spid="449"/>
                                        </p:tgtEl>
                                        <p:attrNameLst>
                                          <p:attrName>style.visibility</p:attrName>
                                        </p:attrNameLst>
                                      </p:cBhvr>
                                      <p:to>
                                        <p:strVal val="visible"/>
                                      </p:to>
                                    </p:set>
                                    <p:animEffect transition="in" filter="fade">
                                      <p:cBhvr>
                                        <p:cTn id="207" dur="650"/>
                                        <p:tgtEl>
                                          <p:spTgt spid="449"/>
                                        </p:tgtEl>
                                      </p:cBhvr>
                                    </p:animEffect>
                                    <p:anim calcmode="lin" valueType="num">
                                      <p:cBhvr>
                                        <p:cTn id="208" dur="650" fill="hold"/>
                                        <p:tgtEl>
                                          <p:spTgt spid="449"/>
                                        </p:tgtEl>
                                        <p:attrNameLst>
                                          <p:attrName>ppt_x</p:attrName>
                                        </p:attrNameLst>
                                      </p:cBhvr>
                                      <p:tavLst>
                                        <p:tav tm="0">
                                          <p:val>
                                            <p:strVal val="#ppt_x"/>
                                          </p:val>
                                        </p:tav>
                                        <p:tav tm="100000">
                                          <p:val>
                                            <p:strVal val="#ppt_x"/>
                                          </p:val>
                                        </p:tav>
                                      </p:tavLst>
                                    </p:anim>
                                    <p:anim calcmode="lin" valueType="num">
                                      <p:cBhvr>
                                        <p:cTn id="209" dur="650" fill="hold"/>
                                        <p:tgtEl>
                                          <p:spTgt spid="449"/>
                                        </p:tgtEl>
                                        <p:attrNameLst>
                                          <p:attrName>ppt_y</p:attrName>
                                        </p:attrNameLst>
                                      </p:cBhvr>
                                      <p:tavLst>
                                        <p:tav tm="0">
                                          <p:val>
                                            <p:strVal val="#ppt_y+.1"/>
                                          </p:val>
                                        </p:tav>
                                        <p:tav tm="100000">
                                          <p:val>
                                            <p:strVal val="#ppt_y"/>
                                          </p:val>
                                        </p:tav>
                                      </p:tavLst>
                                    </p:anim>
                                  </p:childTnLst>
                                </p:cTn>
                              </p:par>
                              <p:par>
                                <p:cTn id="210" presetID="42" presetClass="entr" presetSubtype="0" fill="hold" grpId="0" nodeType="withEffect">
                                  <p:stCondLst>
                                    <p:cond delay="700"/>
                                  </p:stCondLst>
                                  <p:childTnLst>
                                    <p:set>
                                      <p:cBhvr>
                                        <p:cTn id="211" dur="1" fill="hold">
                                          <p:stCondLst>
                                            <p:cond delay="0"/>
                                          </p:stCondLst>
                                        </p:cTn>
                                        <p:tgtEl>
                                          <p:spTgt spid="450"/>
                                        </p:tgtEl>
                                        <p:attrNameLst>
                                          <p:attrName>style.visibility</p:attrName>
                                        </p:attrNameLst>
                                      </p:cBhvr>
                                      <p:to>
                                        <p:strVal val="visible"/>
                                      </p:to>
                                    </p:set>
                                    <p:animEffect transition="in" filter="fade">
                                      <p:cBhvr>
                                        <p:cTn id="212" dur="650"/>
                                        <p:tgtEl>
                                          <p:spTgt spid="450"/>
                                        </p:tgtEl>
                                      </p:cBhvr>
                                    </p:animEffect>
                                    <p:anim calcmode="lin" valueType="num">
                                      <p:cBhvr>
                                        <p:cTn id="213" dur="650" fill="hold"/>
                                        <p:tgtEl>
                                          <p:spTgt spid="450"/>
                                        </p:tgtEl>
                                        <p:attrNameLst>
                                          <p:attrName>ppt_x</p:attrName>
                                        </p:attrNameLst>
                                      </p:cBhvr>
                                      <p:tavLst>
                                        <p:tav tm="0">
                                          <p:val>
                                            <p:strVal val="#ppt_x"/>
                                          </p:val>
                                        </p:tav>
                                        <p:tav tm="100000">
                                          <p:val>
                                            <p:strVal val="#ppt_x"/>
                                          </p:val>
                                        </p:tav>
                                      </p:tavLst>
                                    </p:anim>
                                    <p:anim calcmode="lin" valueType="num">
                                      <p:cBhvr>
                                        <p:cTn id="214" dur="650" fill="hold"/>
                                        <p:tgtEl>
                                          <p:spTgt spid="450"/>
                                        </p:tgtEl>
                                        <p:attrNameLst>
                                          <p:attrName>ppt_y</p:attrName>
                                        </p:attrNameLst>
                                      </p:cBhvr>
                                      <p:tavLst>
                                        <p:tav tm="0">
                                          <p:val>
                                            <p:strVal val="#ppt_y+.1"/>
                                          </p:val>
                                        </p:tav>
                                        <p:tav tm="100000">
                                          <p:val>
                                            <p:strVal val="#ppt_y"/>
                                          </p:val>
                                        </p:tav>
                                      </p:tavLst>
                                    </p:anim>
                                  </p:childTnLst>
                                </p:cTn>
                              </p:par>
                              <p:par>
                                <p:cTn id="215" presetID="42" presetClass="entr" presetSubtype="0" fill="hold" grpId="0" nodeType="withEffect">
                                  <p:stCondLst>
                                    <p:cond delay="700"/>
                                  </p:stCondLst>
                                  <p:childTnLst>
                                    <p:set>
                                      <p:cBhvr>
                                        <p:cTn id="216" dur="1" fill="hold">
                                          <p:stCondLst>
                                            <p:cond delay="0"/>
                                          </p:stCondLst>
                                        </p:cTn>
                                        <p:tgtEl>
                                          <p:spTgt spid="451"/>
                                        </p:tgtEl>
                                        <p:attrNameLst>
                                          <p:attrName>style.visibility</p:attrName>
                                        </p:attrNameLst>
                                      </p:cBhvr>
                                      <p:to>
                                        <p:strVal val="visible"/>
                                      </p:to>
                                    </p:set>
                                    <p:animEffect transition="in" filter="fade">
                                      <p:cBhvr>
                                        <p:cTn id="217" dur="650"/>
                                        <p:tgtEl>
                                          <p:spTgt spid="451"/>
                                        </p:tgtEl>
                                      </p:cBhvr>
                                    </p:animEffect>
                                    <p:anim calcmode="lin" valueType="num">
                                      <p:cBhvr>
                                        <p:cTn id="218" dur="650" fill="hold"/>
                                        <p:tgtEl>
                                          <p:spTgt spid="451"/>
                                        </p:tgtEl>
                                        <p:attrNameLst>
                                          <p:attrName>ppt_x</p:attrName>
                                        </p:attrNameLst>
                                      </p:cBhvr>
                                      <p:tavLst>
                                        <p:tav tm="0">
                                          <p:val>
                                            <p:strVal val="#ppt_x"/>
                                          </p:val>
                                        </p:tav>
                                        <p:tav tm="100000">
                                          <p:val>
                                            <p:strVal val="#ppt_x"/>
                                          </p:val>
                                        </p:tav>
                                      </p:tavLst>
                                    </p:anim>
                                    <p:anim calcmode="lin" valueType="num">
                                      <p:cBhvr>
                                        <p:cTn id="219" dur="650" fill="hold"/>
                                        <p:tgtEl>
                                          <p:spTgt spid="451"/>
                                        </p:tgtEl>
                                        <p:attrNameLst>
                                          <p:attrName>ppt_y</p:attrName>
                                        </p:attrNameLst>
                                      </p:cBhvr>
                                      <p:tavLst>
                                        <p:tav tm="0">
                                          <p:val>
                                            <p:strVal val="#ppt_y+.1"/>
                                          </p:val>
                                        </p:tav>
                                        <p:tav tm="100000">
                                          <p:val>
                                            <p:strVal val="#ppt_y"/>
                                          </p:val>
                                        </p:tav>
                                      </p:tavLst>
                                    </p:anim>
                                  </p:childTnLst>
                                </p:cTn>
                              </p:par>
                            </p:childTnLst>
                          </p:cTn>
                        </p:par>
                      </p:childTnLst>
                    </p:cTn>
                  </p:par>
                  <p:par>
                    <p:cTn id="220" fill="hold">
                      <p:stCondLst>
                        <p:cond delay="indefinite"/>
                      </p:stCondLst>
                      <p:childTnLst>
                        <p:par>
                          <p:cTn id="221" fill="hold">
                            <p:stCondLst>
                              <p:cond delay="0"/>
                            </p:stCondLst>
                            <p:childTnLst>
                              <p:par>
                                <p:cTn id="222" presetID="10" presetClass="exit" presetSubtype="0" fill="hold" grpId="0" nodeType="clickEffect">
                                  <p:stCondLst>
                                    <p:cond delay="0"/>
                                  </p:stCondLst>
                                  <p:childTnLst>
                                    <p:animEffect transition="out" filter="fade">
                                      <p:cBhvr>
                                        <p:cTn id="223" dur="300"/>
                                        <p:tgtEl>
                                          <p:spTgt spid="455"/>
                                        </p:tgtEl>
                                      </p:cBhvr>
                                    </p:animEffect>
                                    <p:set>
                                      <p:cBhvr>
                                        <p:cTn id="224" dur="1" fill="hold">
                                          <p:stCondLst>
                                            <p:cond delay="299"/>
                                          </p:stCondLst>
                                        </p:cTn>
                                        <p:tgtEl>
                                          <p:spTgt spid="455"/>
                                        </p:tgtEl>
                                        <p:attrNameLst>
                                          <p:attrName>style.visibility</p:attrName>
                                        </p:attrNameLst>
                                      </p:cBhvr>
                                      <p:to>
                                        <p:strVal val="hidden"/>
                                      </p:to>
                                    </p:set>
                                  </p:childTnLst>
                                </p:cTn>
                              </p:par>
                              <p:par>
                                <p:cTn id="225" presetID="10" presetClass="exit" presetSubtype="0" fill="hold" grpId="0" nodeType="withEffect">
                                  <p:stCondLst>
                                    <p:cond delay="0"/>
                                  </p:stCondLst>
                                  <p:childTnLst>
                                    <p:animEffect transition="out" filter="fade">
                                      <p:cBhvr>
                                        <p:cTn id="226" dur="300"/>
                                        <p:tgtEl>
                                          <p:spTgt spid="456"/>
                                        </p:tgtEl>
                                      </p:cBhvr>
                                    </p:animEffect>
                                    <p:set>
                                      <p:cBhvr>
                                        <p:cTn id="227" dur="1" fill="hold">
                                          <p:stCondLst>
                                            <p:cond delay="299"/>
                                          </p:stCondLst>
                                        </p:cTn>
                                        <p:tgtEl>
                                          <p:spTgt spid="456"/>
                                        </p:tgtEl>
                                        <p:attrNameLst>
                                          <p:attrName>style.visibility</p:attrName>
                                        </p:attrNameLst>
                                      </p:cBhvr>
                                      <p:to>
                                        <p:strVal val="hidden"/>
                                      </p:to>
                                    </p:set>
                                  </p:childTnLst>
                                </p:cTn>
                              </p:par>
                              <p:par>
                                <p:cTn id="228" presetID="10" presetClass="exit" presetSubtype="0" fill="hold" grpId="0" nodeType="withEffect">
                                  <p:stCondLst>
                                    <p:cond delay="0"/>
                                  </p:stCondLst>
                                  <p:childTnLst>
                                    <p:animEffect transition="out" filter="fade">
                                      <p:cBhvr>
                                        <p:cTn id="229" dur="300"/>
                                        <p:tgtEl>
                                          <p:spTgt spid="457"/>
                                        </p:tgtEl>
                                      </p:cBhvr>
                                    </p:animEffect>
                                    <p:set>
                                      <p:cBhvr>
                                        <p:cTn id="230" dur="1" fill="hold">
                                          <p:stCondLst>
                                            <p:cond delay="299"/>
                                          </p:stCondLst>
                                        </p:cTn>
                                        <p:tgtEl>
                                          <p:spTgt spid="457"/>
                                        </p:tgtEl>
                                        <p:attrNameLst>
                                          <p:attrName>style.visibility</p:attrName>
                                        </p:attrNameLst>
                                      </p:cBhvr>
                                      <p:to>
                                        <p:strVal val="hidden"/>
                                      </p:to>
                                    </p:set>
                                  </p:childTnLst>
                                </p:cTn>
                              </p:par>
                              <p:par>
                                <p:cTn id="231" presetID="10" presetClass="exit" presetSubtype="0" fill="hold" grpId="0" nodeType="withEffect">
                                  <p:stCondLst>
                                    <p:cond delay="0"/>
                                  </p:stCondLst>
                                  <p:childTnLst>
                                    <p:animEffect transition="out" filter="fade">
                                      <p:cBhvr>
                                        <p:cTn id="232" dur="300"/>
                                        <p:tgtEl>
                                          <p:spTgt spid="458"/>
                                        </p:tgtEl>
                                      </p:cBhvr>
                                    </p:animEffect>
                                    <p:set>
                                      <p:cBhvr>
                                        <p:cTn id="233" dur="1" fill="hold">
                                          <p:stCondLst>
                                            <p:cond delay="299"/>
                                          </p:stCondLst>
                                        </p:cTn>
                                        <p:tgtEl>
                                          <p:spTgt spid="458"/>
                                        </p:tgtEl>
                                        <p:attrNameLst>
                                          <p:attrName>style.visibility</p:attrName>
                                        </p:attrNameLst>
                                      </p:cBhvr>
                                      <p:to>
                                        <p:strVal val="hidden"/>
                                      </p:to>
                                    </p:set>
                                  </p:childTnLst>
                                </p:cTn>
                              </p:par>
                              <p:par>
                                <p:cTn id="234" presetID="10" presetClass="exit" presetSubtype="0" fill="hold" grpId="0" nodeType="withEffect">
                                  <p:stCondLst>
                                    <p:cond delay="0"/>
                                  </p:stCondLst>
                                  <p:childTnLst>
                                    <p:animEffect transition="out" filter="fade">
                                      <p:cBhvr>
                                        <p:cTn id="235" dur="300"/>
                                        <p:tgtEl>
                                          <p:spTgt spid="459"/>
                                        </p:tgtEl>
                                      </p:cBhvr>
                                    </p:animEffect>
                                    <p:set>
                                      <p:cBhvr>
                                        <p:cTn id="236" dur="1" fill="hold">
                                          <p:stCondLst>
                                            <p:cond delay="299"/>
                                          </p:stCondLst>
                                        </p:cTn>
                                        <p:tgtEl>
                                          <p:spTgt spid="459"/>
                                        </p:tgtEl>
                                        <p:attrNameLst>
                                          <p:attrName>style.visibility</p:attrName>
                                        </p:attrNameLst>
                                      </p:cBhvr>
                                      <p:to>
                                        <p:strVal val="hidden"/>
                                      </p:to>
                                    </p:set>
                                  </p:childTnLst>
                                </p:cTn>
                              </p:par>
                              <p:par>
                                <p:cTn id="237" presetID="10" presetClass="exit" presetSubtype="0" fill="hold" grpId="0" nodeType="withEffect">
                                  <p:stCondLst>
                                    <p:cond delay="0"/>
                                  </p:stCondLst>
                                  <p:childTnLst>
                                    <p:animEffect transition="out" filter="fade">
                                      <p:cBhvr>
                                        <p:cTn id="238" dur="300"/>
                                        <p:tgtEl>
                                          <p:spTgt spid="460"/>
                                        </p:tgtEl>
                                      </p:cBhvr>
                                    </p:animEffect>
                                    <p:set>
                                      <p:cBhvr>
                                        <p:cTn id="239" dur="1" fill="hold">
                                          <p:stCondLst>
                                            <p:cond delay="299"/>
                                          </p:stCondLst>
                                        </p:cTn>
                                        <p:tgtEl>
                                          <p:spTgt spid="460"/>
                                        </p:tgtEl>
                                        <p:attrNameLst>
                                          <p:attrName>style.visibility</p:attrName>
                                        </p:attrNameLst>
                                      </p:cBhvr>
                                      <p:to>
                                        <p:strVal val="hidden"/>
                                      </p:to>
                                    </p:set>
                                  </p:childTnLst>
                                </p:cTn>
                              </p:par>
                              <p:par>
                                <p:cTn id="240" presetID="10" presetClass="exit" presetSubtype="0" fill="hold" grpId="0" nodeType="withEffect">
                                  <p:stCondLst>
                                    <p:cond delay="0"/>
                                  </p:stCondLst>
                                  <p:childTnLst>
                                    <p:animEffect transition="out" filter="fade">
                                      <p:cBhvr>
                                        <p:cTn id="241" dur="300"/>
                                        <p:tgtEl>
                                          <p:spTgt spid="461"/>
                                        </p:tgtEl>
                                      </p:cBhvr>
                                    </p:animEffect>
                                    <p:set>
                                      <p:cBhvr>
                                        <p:cTn id="242" dur="1" fill="hold">
                                          <p:stCondLst>
                                            <p:cond delay="299"/>
                                          </p:stCondLst>
                                        </p:cTn>
                                        <p:tgtEl>
                                          <p:spTgt spid="461"/>
                                        </p:tgtEl>
                                        <p:attrNameLst>
                                          <p:attrName>style.visibility</p:attrName>
                                        </p:attrNameLst>
                                      </p:cBhvr>
                                      <p:to>
                                        <p:strVal val="hidden"/>
                                      </p:to>
                                    </p:set>
                                  </p:childTnLst>
                                </p:cTn>
                              </p:par>
                              <p:par>
                                <p:cTn id="243" presetID="10" presetClass="exit" presetSubtype="0" fill="hold" grpId="0" nodeType="withEffect">
                                  <p:stCondLst>
                                    <p:cond delay="0"/>
                                  </p:stCondLst>
                                  <p:childTnLst>
                                    <p:animEffect transition="out" filter="fade">
                                      <p:cBhvr>
                                        <p:cTn id="244" dur="300"/>
                                        <p:tgtEl>
                                          <p:spTgt spid="462"/>
                                        </p:tgtEl>
                                      </p:cBhvr>
                                    </p:animEffect>
                                    <p:set>
                                      <p:cBhvr>
                                        <p:cTn id="245" dur="1" fill="hold">
                                          <p:stCondLst>
                                            <p:cond delay="299"/>
                                          </p:stCondLst>
                                        </p:cTn>
                                        <p:tgtEl>
                                          <p:spTgt spid="462"/>
                                        </p:tgtEl>
                                        <p:attrNameLst>
                                          <p:attrName>style.visibility</p:attrName>
                                        </p:attrNameLst>
                                      </p:cBhvr>
                                      <p:to>
                                        <p:strVal val="hidden"/>
                                      </p:to>
                                    </p:set>
                                  </p:childTnLst>
                                </p:cTn>
                              </p:par>
                              <p:par>
                                <p:cTn id="246" presetID="10" presetClass="exit" presetSubtype="0" fill="hold" grpId="0" nodeType="withEffect">
                                  <p:stCondLst>
                                    <p:cond delay="0"/>
                                  </p:stCondLst>
                                  <p:childTnLst>
                                    <p:animEffect transition="out" filter="fade">
                                      <p:cBhvr>
                                        <p:cTn id="247" dur="300"/>
                                        <p:tgtEl>
                                          <p:spTgt spid="463"/>
                                        </p:tgtEl>
                                      </p:cBhvr>
                                    </p:animEffect>
                                    <p:set>
                                      <p:cBhvr>
                                        <p:cTn id="248" dur="1" fill="hold">
                                          <p:stCondLst>
                                            <p:cond delay="299"/>
                                          </p:stCondLst>
                                        </p:cTn>
                                        <p:tgtEl>
                                          <p:spTgt spid="463"/>
                                        </p:tgtEl>
                                        <p:attrNameLst>
                                          <p:attrName>style.visibility</p:attrName>
                                        </p:attrNameLst>
                                      </p:cBhvr>
                                      <p:to>
                                        <p:strVal val="hidden"/>
                                      </p:to>
                                    </p:set>
                                  </p:childTnLst>
                                </p:cTn>
                              </p:par>
                              <p:par>
                                <p:cTn id="249" presetID="10" presetClass="exit" presetSubtype="0" fill="hold" grpId="0" nodeType="withEffect">
                                  <p:stCondLst>
                                    <p:cond delay="0"/>
                                  </p:stCondLst>
                                  <p:childTnLst>
                                    <p:animEffect transition="out" filter="fade">
                                      <p:cBhvr>
                                        <p:cTn id="250" dur="300"/>
                                        <p:tgtEl>
                                          <p:spTgt spid="464"/>
                                        </p:tgtEl>
                                      </p:cBhvr>
                                    </p:animEffect>
                                    <p:set>
                                      <p:cBhvr>
                                        <p:cTn id="251" dur="1" fill="hold">
                                          <p:stCondLst>
                                            <p:cond delay="299"/>
                                          </p:stCondLst>
                                        </p:cTn>
                                        <p:tgtEl>
                                          <p:spTgt spid="464"/>
                                        </p:tgtEl>
                                        <p:attrNameLst>
                                          <p:attrName>style.visibility</p:attrName>
                                        </p:attrNameLst>
                                      </p:cBhvr>
                                      <p:to>
                                        <p:strVal val="hidden"/>
                                      </p:to>
                                    </p:set>
                                  </p:childTnLst>
                                </p:cTn>
                              </p:par>
                              <p:par>
                                <p:cTn id="252" presetID="10" presetClass="exit" presetSubtype="0" fill="hold" grpId="0" nodeType="withEffect">
                                  <p:stCondLst>
                                    <p:cond delay="0"/>
                                  </p:stCondLst>
                                  <p:childTnLst>
                                    <p:animEffect transition="out" filter="fade">
                                      <p:cBhvr>
                                        <p:cTn id="253" dur="300"/>
                                        <p:tgtEl>
                                          <p:spTgt spid="465"/>
                                        </p:tgtEl>
                                      </p:cBhvr>
                                    </p:animEffect>
                                    <p:set>
                                      <p:cBhvr>
                                        <p:cTn id="254" dur="1" fill="hold">
                                          <p:stCondLst>
                                            <p:cond delay="299"/>
                                          </p:stCondLst>
                                        </p:cTn>
                                        <p:tgtEl>
                                          <p:spTgt spid="465"/>
                                        </p:tgtEl>
                                        <p:attrNameLst>
                                          <p:attrName>style.visibility</p:attrName>
                                        </p:attrNameLst>
                                      </p:cBhvr>
                                      <p:to>
                                        <p:strVal val="hidden"/>
                                      </p:to>
                                    </p:set>
                                  </p:childTnLst>
                                </p:cTn>
                              </p:par>
                              <p:par>
                                <p:cTn id="255" presetID="10" presetClass="exit" presetSubtype="0" fill="hold" grpId="0" nodeType="withEffect">
                                  <p:stCondLst>
                                    <p:cond delay="0"/>
                                  </p:stCondLst>
                                  <p:childTnLst>
                                    <p:animEffect transition="out" filter="fade">
                                      <p:cBhvr>
                                        <p:cTn id="256" dur="300"/>
                                        <p:tgtEl>
                                          <p:spTgt spid="466"/>
                                        </p:tgtEl>
                                      </p:cBhvr>
                                    </p:animEffect>
                                    <p:set>
                                      <p:cBhvr>
                                        <p:cTn id="257" dur="1" fill="hold">
                                          <p:stCondLst>
                                            <p:cond delay="299"/>
                                          </p:stCondLst>
                                        </p:cTn>
                                        <p:tgtEl>
                                          <p:spTgt spid="466"/>
                                        </p:tgtEl>
                                        <p:attrNameLst>
                                          <p:attrName>style.visibility</p:attrName>
                                        </p:attrNameLst>
                                      </p:cBhvr>
                                      <p:to>
                                        <p:strVal val="hidden"/>
                                      </p:to>
                                    </p:set>
                                  </p:childTnLst>
                                </p:cTn>
                              </p:par>
                              <p:par>
                                <p:cTn id="258" presetID="10" presetClass="exit" presetSubtype="0" fill="hold" grpId="0" nodeType="withEffect">
                                  <p:stCondLst>
                                    <p:cond delay="0"/>
                                  </p:stCondLst>
                                  <p:childTnLst>
                                    <p:animEffect transition="out" filter="fade">
                                      <p:cBhvr>
                                        <p:cTn id="259" dur="300"/>
                                        <p:tgtEl>
                                          <p:spTgt spid="467"/>
                                        </p:tgtEl>
                                      </p:cBhvr>
                                    </p:animEffect>
                                    <p:set>
                                      <p:cBhvr>
                                        <p:cTn id="260" dur="1" fill="hold">
                                          <p:stCondLst>
                                            <p:cond delay="299"/>
                                          </p:stCondLst>
                                        </p:cTn>
                                        <p:tgtEl>
                                          <p:spTgt spid="467"/>
                                        </p:tgtEl>
                                        <p:attrNameLst>
                                          <p:attrName>style.visibility</p:attrName>
                                        </p:attrNameLst>
                                      </p:cBhvr>
                                      <p:to>
                                        <p:strVal val="hidden"/>
                                      </p:to>
                                    </p:set>
                                  </p:childTnLst>
                                </p:cTn>
                              </p:par>
                              <p:par>
                                <p:cTn id="261" presetID="1" presetClass="entr" presetSubtype="0" fill="hold" grpId="0" nodeType="withEffect">
                                  <p:stCondLst>
                                    <p:cond delay="0"/>
                                  </p:stCondLst>
                                  <p:childTnLst>
                                    <p:set>
                                      <p:cBhvr>
                                        <p:cTn id="262" dur="1" fill="hold">
                                          <p:stCondLst>
                                            <p:cond delay="0"/>
                                          </p:stCondLst>
                                        </p:cTn>
                                        <p:tgtEl>
                                          <p:spTgt spid="79"/>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80"/>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81"/>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82"/>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83"/>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84"/>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85"/>
                                        </p:tgtEl>
                                        <p:attrNameLst>
                                          <p:attrName>style.visibility</p:attrName>
                                        </p:attrNameLst>
                                      </p:cBhvr>
                                      <p:to>
                                        <p:strVal val="visible"/>
                                      </p:to>
                                    </p:set>
                                  </p:childTnLst>
                                </p:cTn>
                              </p:par>
                              <p:par>
                                <p:cTn id="275" presetID="1" presetClass="entr" presetSubtype="0" fill="hold" grpId="0" nodeType="withEffect">
                                  <p:stCondLst>
                                    <p:cond delay="0"/>
                                  </p:stCondLst>
                                  <p:childTnLst>
                                    <p:set>
                                      <p:cBhvr>
                                        <p:cTn id="276" dur="1" fill="hold">
                                          <p:stCondLst>
                                            <p:cond delay="0"/>
                                          </p:stCondLst>
                                        </p:cTn>
                                        <p:tgtEl>
                                          <p:spTgt spid="86"/>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87"/>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88"/>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89"/>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90"/>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91"/>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92"/>
                                        </p:tgtEl>
                                        <p:attrNameLst>
                                          <p:attrName>style.visibility</p:attrName>
                                        </p:attrNameLst>
                                      </p:cBhvr>
                                      <p:to>
                                        <p:strVal val="visible"/>
                                      </p:to>
                                    </p:set>
                                  </p:childTnLst>
                                </p:cTn>
                              </p:par>
                              <p:par>
                                <p:cTn id="289" presetID="1" presetClass="entr" presetSubtype="0" fill="hold" grpId="0" nodeType="withEffect">
                                  <p:stCondLst>
                                    <p:cond delay="0"/>
                                  </p:stCondLst>
                                  <p:childTnLst>
                                    <p:set>
                                      <p:cBhvr>
                                        <p:cTn id="290" dur="1" fill="hold">
                                          <p:stCondLst>
                                            <p:cond delay="0"/>
                                          </p:stCondLst>
                                        </p:cTn>
                                        <p:tgtEl>
                                          <p:spTgt spid="93"/>
                                        </p:tgtEl>
                                        <p:attrNameLst>
                                          <p:attrName>style.visibility</p:attrName>
                                        </p:attrNameLst>
                                      </p:cBhvr>
                                      <p:to>
                                        <p:strVal val="visible"/>
                                      </p:to>
                                    </p:set>
                                  </p:childTnLst>
                                </p:cTn>
                              </p:par>
                              <p:par>
                                <p:cTn id="291" presetID="1" presetClass="entr" presetSubtype="0" fill="hold" grpId="0" nodeType="withEffect">
                                  <p:stCondLst>
                                    <p:cond delay="0"/>
                                  </p:stCondLst>
                                  <p:childTnLst>
                                    <p:set>
                                      <p:cBhvr>
                                        <p:cTn id="292" dur="1" fill="hold">
                                          <p:stCondLst>
                                            <p:cond delay="0"/>
                                          </p:stCondLst>
                                        </p:cTn>
                                        <p:tgtEl>
                                          <p:spTgt spid="94"/>
                                        </p:tgtEl>
                                        <p:attrNameLst>
                                          <p:attrName>style.visibility</p:attrName>
                                        </p:attrNameLst>
                                      </p:cBhvr>
                                      <p:to>
                                        <p:strVal val="visible"/>
                                      </p:to>
                                    </p:set>
                                  </p:childTnLst>
                                </p:cTn>
                              </p:par>
                              <p:par>
                                <p:cTn id="293" presetID="1" presetClass="entr" presetSubtype="0" fill="hold" grpId="0" nodeType="withEffect">
                                  <p:stCondLst>
                                    <p:cond delay="0"/>
                                  </p:stCondLst>
                                  <p:childTnLst>
                                    <p:set>
                                      <p:cBhvr>
                                        <p:cTn id="294" dur="1" fill="hold">
                                          <p:stCondLst>
                                            <p:cond delay="0"/>
                                          </p:stCondLst>
                                        </p:cTn>
                                        <p:tgtEl>
                                          <p:spTgt spid="95"/>
                                        </p:tgtEl>
                                        <p:attrNameLst>
                                          <p:attrName>style.visibility</p:attrName>
                                        </p:attrNameLst>
                                      </p:cBhvr>
                                      <p:to>
                                        <p:strVal val="visible"/>
                                      </p:to>
                                    </p:set>
                                  </p:childTnLst>
                                </p:cTn>
                              </p:par>
                              <p:par>
                                <p:cTn id="295" presetID="1" presetClass="entr" presetSubtype="0" fill="hold" grpId="0" nodeType="withEffect">
                                  <p:stCondLst>
                                    <p:cond delay="0"/>
                                  </p:stCondLst>
                                  <p:childTnLst>
                                    <p:set>
                                      <p:cBhvr>
                                        <p:cTn id="296" dur="1" fill="hold">
                                          <p:stCondLst>
                                            <p:cond delay="0"/>
                                          </p:stCondLst>
                                        </p:cTn>
                                        <p:tgtEl>
                                          <p:spTgt spid="96"/>
                                        </p:tgtEl>
                                        <p:attrNameLst>
                                          <p:attrName>style.visibility</p:attrName>
                                        </p:attrNameLst>
                                      </p:cBhvr>
                                      <p:to>
                                        <p:strVal val="visible"/>
                                      </p:to>
                                    </p:set>
                                  </p:childTnLst>
                                </p:cTn>
                              </p:par>
                              <p:par>
                                <p:cTn id="297" presetID="1" presetClass="entr" presetSubtype="0" fill="hold" grpId="0" nodeType="withEffect">
                                  <p:stCondLst>
                                    <p:cond delay="0"/>
                                  </p:stCondLst>
                                  <p:childTnLst>
                                    <p:set>
                                      <p:cBhvr>
                                        <p:cTn id="298" dur="1" fill="hold">
                                          <p:stCondLst>
                                            <p:cond delay="0"/>
                                          </p:stCondLst>
                                        </p:cTn>
                                        <p:tgtEl>
                                          <p:spTgt spid="97"/>
                                        </p:tgtEl>
                                        <p:attrNameLst>
                                          <p:attrName>style.visibility</p:attrName>
                                        </p:attrNameLst>
                                      </p:cBhvr>
                                      <p:to>
                                        <p:strVal val="visible"/>
                                      </p:to>
                                    </p:set>
                                  </p:childTnLst>
                                </p:cTn>
                              </p:par>
                              <p:par>
                                <p:cTn id="299" presetID="1" presetClass="entr" presetSubtype="0" fill="hold" grpId="0" nodeType="withEffect">
                                  <p:stCondLst>
                                    <p:cond delay="0"/>
                                  </p:stCondLst>
                                  <p:childTnLst>
                                    <p:set>
                                      <p:cBhvr>
                                        <p:cTn id="300" dur="1" fill="hold">
                                          <p:stCondLst>
                                            <p:cond delay="0"/>
                                          </p:stCondLst>
                                        </p:cTn>
                                        <p:tgtEl>
                                          <p:spTgt spid="98"/>
                                        </p:tgtEl>
                                        <p:attrNameLst>
                                          <p:attrName>style.visibility</p:attrName>
                                        </p:attrNameLst>
                                      </p:cBhvr>
                                      <p:to>
                                        <p:strVal val="visible"/>
                                      </p:to>
                                    </p:set>
                                  </p:childTnLst>
                                </p:cTn>
                              </p:par>
                              <p:par>
                                <p:cTn id="301" presetID="1" presetClass="entr" presetSubtype="0" fill="hold" grpId="0" nodeType="withEffect">
                                  <p:stCondLst>
                                    <p:cond delay="0"/>
                                  </p:stCondLst>
                                  <p:childTnLst>
                                    <p:set>
                                      <p:cBhvr>
                                        <p:cTn id="302" dur="1" fill="hold">
                                          <p:stCondLst>
                                            <p:cond delay="0"/>
                                          </p:stCondLst>
                                        </p:cTn>
                                        <p:tgtEl>
                                          <p:spTgt spid="99"/>
                                        </p:tgtEl>
                                        <p:attrNameLst>
                                          <p:attrName>style.visibility</p:attrName>
                                        </p:attrNameLst>
                                      </p:cBhvr>
                                      <p:to>
                                        <p:strVal val="visible"/>
                                      </p:to>
                                    </p:set>
                                  </p:childTnLst>
                                </p:cTn>
                              </p:par>
                              <p:par>
                                <p:cTn id="303" presetID="1" presetClass="entr" presetSubtype="0" fill="hold" grpId="0" nodeType="withEffect">
                                  <p:stCondLst>
                                    <p:cond delay="0"/>
                                  </p:stCondLst>
                                  <p:childTnLst>
                                    <p:set>
                                      <p:cBhvr>
                                        <p:cTn id="304" dur="1" fill="hold">
                                          <p:stCondLst>
                                            <p:cond delay="0"/>
                                          </p:stCondLst>
                                        </p:cTn>
                                        <p:tgtEl>
                                          <p:spTgt spid="100"/>
                                        </p:tgtEl>
                                        <p:attrNameLst>
                                          <p:attrName>style.visibility</p:attrName>
                                        </p:attrNameLst>
                                      </p:cBhvr>
                                      <p:to>
                                        <p:strVal val="visible"/>
                                      </p:to>
                                    </p:set>
                                  </p:childTnLst>
                                </p:cTn>
                              </p:par>
                              <p:par>
                                <p:cTn id="305" presetID="1" presetClass="entr" presetSubtype="0" fill="hold" grpId="0" nodeType="withEffect">
                                  <p:stCondLst>
                                    <p:cond delay="0"/>
                                  </p:stCondLst>
                                  <p:childTnLst>
                                    <p:set>
                                      <p:cBhvr>
                                        <p:cTn id="306" dur="1" fill="hold">
                                          <p:stCondLst>
                                            <p:cond delay="0"/>
                                          </p:stCondLst>
                                        </p:cTn>
                                        <p:tgtEl>
                                          <p:spTgt spid="101"/>
                                        </p:tgtEl>
                                        <p:attrNameLst>
                                          <p:attrName>style.visibility</p:attrName>
                                        </p:attrNameLst>
                                      </p:cBhvr>
                                      <p:to>
                                        <p:strVal val="visible"/>
                                      </p:to>
                                    </p:set>
                                  </p:childTnLst>
                                </p:cTn>
                              </p:par>
                              <p:par>
                                <p:cTn id="307" presetID="1" presetClass="entr" presetSubtype="0" fill="hold" grpId="0" nodeType="withEffect">
                                  <p:stCondLst>
                                    <p:cond delay="0"/>
                                  </p:stCondLst>
                                  <p:childTnLst>
                                    <p:set>
                                      <p:cBhvr>
                                        <p:cTn id="308" dur="1" fill="hold">
                                          <p:stCondLst>
                                            <p:cond delay="0"/>
                                          </p:stCondLst>
                                        </p:cTn>
                                        <p:tgtEl>
                                          <p:spTgt spid="102"/>
                                        </p:tgtEl>
                                        <p:attrNameLst>
                                          <p:attrName>style.visibility</p:attrName>
                                        </p:attrNameLst>
                                      </p:cBhvr>
                                      <p:to>
                                        <p:strVal val="visible"/>
                                      </p:to>
                                    </p:set>
                                  </p:childTnLst>
                                </p:cTn>
                              </p:par>
                              <p:par>
                                <p:cTn id="309" presetID="1" presetClass="entr" presetSubtype="0" fill="hold" grpId="0" nodeType="withEffect">
                                  <p:stCondLst>
                                    <p:cond delay="0"/>
                                  </p:stCondLst>
                                  <p:childTnLst>
                                    <p:set>
                                      <p:cBhvr>
                                        <p:cTn id="310" dur="1" fill="hold">
                                          <p:stCondLst>
                                            <p:cond delay="0"/>
                                          </p:stCondLst>
                                        </p:cTn>
                                        <p:tgtEl>
                                          <p:spTgt spid="103"/>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104"/>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105"/>
                                        </p:tgtEl>
                                        <p:attrNameLst>
                                          <p:attrName>style.visibility</p:attrName>
                                        </p:attrNameLst>
                                      </p:cBhvr>
                                      <p:to>
                                        <p:strVal val="visible"/>
                                      </p:to>
                                    </p:set>
                                  </p:childTnLst>
                                </p:cTn>
                              </p:par>
                              <p:par>
                                <p:cTn id="315" presetID="1" presetClass="entr" presetSubtype="0" fill="hold" grpId="0" nodeType="withEffect">
                                  <p:stCondLst>
                                    <p:cond delay="0"/>
                                  </p:stCondLst>
                                  <p:childTnLst>
                                    <p:set>
                                      <p:cBhvr>
                                        <p:cTn id="316" dur="1" fill="hold">
                                          <p:stCondLst>
                                            <p:cond delay="0"/>
                                          </p:stCondLst>
                                        </p:cTn>
                                        <p:tgtEl>
                                          <p:spTgt spid="106"/>
                                        </p:tgtEl>
                                        <p:attrNameLst>
                                          <p:attrName>style.visibility</p:attrName>
                                        </p:attrNameLst>
                                      </p:cBhvr>
                                      <p:to>
                                        <p:strVal val="visible"/>
                                      </p:to>
                                    </p:set>
                                  </p:childTnLst>
                                </p:cTn>
                              </p:par>
                              <p:par>
                                <p:cTn id="317" presetID="1" presetClass="entr" presetSubtype="0" fill="hold" grpId="0" nodeType="withEffect">
                                  <p:stCondLst>
                                    <p:cond delay="0"/>
                                  </p:stCondLst>
                                  <p:childTnLst>
                                    <p:set>
                                      <p:cBhvr>
                                        <p:cTn id="318" dur="1" fill="hold">
                                          <p:stCondLst>
                                            <p:cond delay="0"/>
                                          </p:stCondLst>
                                        </p:cTn>
                                        <p:tgtEl>
                                          <p:spTgt spid="107"/>
                                        </p:tgtEl>
                                        <p:attrNameLst>
                                          <p:attrName>style.visibility</p:attrName>
                                        </p:attrNameLst>
                                      </p:cBhvr>
                                      <p:to>
                                        <p:strVal val="visible"/>
                                      </p:to>
                                    </p:set>
                                  </p:childTnLst>
                                </p:cTn>
                              </p:par>
                              <p:par>
                                <p:cTn id="319" presetID="1" presetClass="entr" presetSubtype="0" fill="hold" grpId="0" nodeType="withEffect">
                                  <p:stCondLst>
                                    <p:cond delay="0"/>
                                  </p:stCondLst>
                                  <p:childTnLst>
                                    <p:set>
                                      <p:cBhvr>
                                        <p:cTn id="320" dur="1" fill="hold">
                                          <p:stCondLst>
                                            <p:cond delay="0"/>
                                          </p:stCondLst>
                                        </p:cTn>
                                        <p:tgtEl>
                                          <p:spTgt spid="108"/>
                                        </p:tgtEl>
                                        <p:attrNameLst>
                                          <p:attrName>style.visibility</p:attrName>
                                        </p:attrNameLst>
                                      </p:cBhvr>
                                      <p:to>
                                        <p:strVal val="visible"/>
                                      </p:to>
                                    </p:set>
                                  </p:childTnLst>
                                </p:cTn>
                              </p:par>
                              <p:par>
                                <p:cTn id="321" presetID="1" presetClass="entr" presetSubtype="0" fill="hold" grpId="0" nodeType="withEffect">
                                  <p:stCondLst>
                                    <p:cond delay="0"/>
                                  </p:stCondLst>
                                  <p:childTnLst>
                                    <p:set>
                                      <p:cBhvr>
                                        <p:cTn id="322" dur="1" fill="hold">
                                          <p:stCondLst>
                                            <p:cond delay="0"/>
                                          </p:stCondLst>
                                        </p:cTn>
                                        <p:tgtEl>
                                          <p:spTgt spid="109"/>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110"/>
                                        </p:tgtEl>
                                        <p:attrNameLst>
                                          <p:attrName>style.visibility</p:attrName>
                                        </p:attrNameLst>
                                      </p:cBhvr>
                                      <p:to>
                                        <p:strVal val="visible"/>
                                      </p:to>
                                    </p:set>
                                  </p:childTnLst>
                                </p:cTn>
                              </p:par>
                              <p:par>
                                <p:cTn id="325" presetID="1" presetClass="entr" presetSubtype="0" fill="hold" grpId="0" nodeType="withEffect">
                                  <p:stCondLst>
                                    <p:cond delay="0"/>
                                  </p:stCondLst>
                                  <p:childTnLst>
                                    <p:set>
                                      <p:cBhvr>
                                        <p:cTn id="326" dur="1" fill="hold">
                                          <p:stCondLst>
                                            <p:cond delay="0"/>
                                          </p:stCondLst>
                                        </p:cTn>
                                        <p:tgtEl>
                                          <p:spTgt spid="111"/>
                                        </p:tgtEl>
                                        <p:attrNameLst>
                                          <p:attrName>style.visibility</p:attrName>
                                        </p:attrNameLst>
                                      </p:cBhvr>
                                      <p:to>
                                        <p:strVal val="visible"/>
                                      </p:to>
                                    </p:set>
                                  </p:childTnLst>
                                </p:cTn>
                              </p:par>
                              <p:par>
                                <p:cTn id="327" presetID="1" presetClass="entr" presetSubtype="0" fill="hold" grpId="0" nodeType="withEffect">
                                  <p:stCondLst>
                                    <p:cond delay="0"/>
                                  </p:stCondLst>
                                  <p:childTnLst>
                                    <p:set>
                                      <p:cBhvr>
                                        <p:cTn id="328" dur="1" fill="hold">
                                          <p:stCondLst>
                                            <p:cond delay="0"/>
                                          </p:stCondLst>
                                        </p:cTn>
                                        <p:tgtEl>
                                          <p:spTgt spid="112"/>
                                        </p:tgtEl>
                                        <p:attrNameLst>
                                          <p:attrName>style.visibility</p:attrName>
                                        </p:attrNameLst>
                                      </p:cBhvr>
                                      <p:to>
                                        <p:strVal val="visible"/>
                                      </p:to>
                                    </p:set>
                                  </p:childTnLst>
                                </p:cTn>
                              </p:par>
                              <p:par>
                                <p:cTn id="329" presetID="1" presetClass="entr" presetSubtype="0" fill="hold" grpId="0" nodeType="withEffect">
                                  <p:stCondLst>
                                    <p:cond delay="0"/>
                                  </p:stCondLst>
                                  <p:childTnLst>
                                    <p:set>
                                      <p:cBhvr>
                                        <p:cTn id="330" dur="1" fill="hold">
                                          <p:stCondLst>
                                            <p:cond delay="0"/>
                                          </p:stCondLst>
                                        </p:cTn>
                                        <p:tgtEl>
                                          <p:spTgt spid="113"/>
                                        </p:tgtEl>
                                        <p:attrNameLst>
                                          <p:attrName>style.visibility</p:attrName>
                                        </p:attrNameLst>
                                      </p:cBhvr>
                                      <p:to>
                                        <p:strVal val="visible"/>
                                      </p:to>
                                    </p:set>
                                  </p:childTnLst>
                                </p:cTn>
                              </p:par>
                              <p:par>
                                <p:cTn id="331" presetID="1" presetClass="entr" presetSubtype="0" fill="hold" grpId="0" nodeType="withEffect">
                                  <p:stCondLst>
                                    <p:cond delay="0"/>
                                  </p:stCondLst>
                                  <p:childTnLst>
                                    <p:set>
                                      <p:cBhvr>
                                        <p:cTn id="332" dur="1" fill="hold">
                                          <p:stCondLst>
                                            <p:cond delay="0"/>
                                          </p:stCondLst>
                                        </p:cTn>
                                        <p:tgtEl>
                                          <p:spTgt spid="114"/>
                                        </p:tgtEl>
                                        <p:attrNameLst>
                                          <p:attrName>style.visibility</p:attrName>
                                        </p:attrNameLst>
                                      </p:cBhvr>
                                      <p:to>
                                        <p:strVal val="visible"/>
                                      </p:to>
                                    </p:set>
                                  </p:childTnLst>
                                </p:cTn>
                              </p:par>
                              <p:par>
                                <p:cTn id="333" presetID="1" presetClass="entr" presetSubtype="0" fill="hold" grpId="0" nodeType="withEffect">
                                  <p:stCondLst>
                                    <p:cond delay="0"/>
                                  </p:stCondLst>
                                  <p:childTnLst>
                                    <p:set>
                                      <p:cBhvr>
                                        <p:cTn id="334" dur="1" fill="hold">
                                          <p:stCondLst>
                                            <p:cond delay="0"/>
                                          </p:stCondLst>
                                        </p:cTn>
                                        <p:tgtEl>
                                          <p:spTgt spid="115"/>
                                        </p:tgtEl>
                                        <p:attrNameLst>
                                          <p:attrName>style.visibility</p:attrName>
                                        </p:attrNameLst>
                                      </p:cBhvr>
                                      <p:to>
                                        <p:strVal val="visible"/>
                                      </p:to>
                                    </p:set>
                                  </p:childTnLst>
                                </p:cTn>
                              </p:par>
                              <p:par>
                                <p:cTn id="335" presetID="1" presetClass="entr" presetSubtype="0" fill="hold" grpId="0" nodeType="withEffect">
                                  <p:stCondLst>
                                    <p:cond delay="0"/>
                                  </p:stCondLst>
                                  <p:childTnLst>
                                    <p:set>
                                      <p:cBhvr>
                                        <p:cTn id="336" dur="1" fill="hold">
                                          <p:stCondLst>
                                            <p:cond delay="0"/>
                                          </p:stCondLst>
                                        </p:cTn>
                                        <p:tgtEl>
                                          <p:spTgt spid="116"/>
                                        </p:tgtEl>
                                        <p:attrNameLst>
                                          <p:attrName>style.visibility</p:attrName>
                                        </p:attrNameLst>
                                      </p:cBhvr>
                                      <p:to>
                                        <p:strVal val="visible"/>
                                      </p:to>
                                    </p:set>
                                  </p:childTnLst>
                                </p:cTn>
                              </p:par>
                              <p:par>
                                <p:cTn id="337" presetID="1" presetClass="entr" presetSubtype="0" fill="hold" grpId="0" nodeType="withEffect">
                                  <p:stCondLst>
                                    <p:cond delay="0"/>
                                  </p:stCondLst>
                                  <p:childTnLst>
                                    <p:set>
                                      <p:cBhvr>
                                        <p:cTn id="338" dur="1" fill="hold">
                                          <p:stCondLst>
                                            <p:cond delay="0"/>
                                          </p:stCondLst>
                                        </p:cTn>
                                        <p:tgtEl>
                                          <p:spTgt spid="117"/>
                                        </p:tgtEl>
                                        <p:attrNameLst>
                                          <p:attrName>style.visibility</p:attrName>
                                        </p:attrNameLst>
                                      </p:cBhvr>
                                      <p:to>
                                        <p:strVal val="visible"/>
                                      </p:to>
                                    </p:set>
                                  </p:childTnLst>
                                </p:cTn>
                              </p:par>
                              <p:par>
                                <p:cTn id="339" presetID="1" presetClass="entr" presetSubtype="0" fill="hold" grpId="0" nodeType="withEffect">
                                  <p:stCondLst>
                                    <p:cond delay="0"/>
                                  </p:stCondLst>
                                  <p:childTnLst>
                                    <p:set>
                                      <p:cBhvr>
                                        <p:cTn id="340" dur="1" fill="hold">
                                          <p:stCondLst>
                                            <p:cond delay="0"/>
                                          </p:stCondLst>
                                        </p:cTn>
                                        <p:tgtEl>
                                          <p:spTgt spid="118"/>
                                        </p:tgtEl>
                                        <p:attrNameLst>
                                          <p:attrName>style.visibility</p:attrName>
                                        </p:attrNameLst>
                                      </p:cBhvr>
                                      <p:to>
                                        <p:strVal val="visible"/>
                                      </p:to>
                                    </p:set>
                                  </p:childTnLst>
                                </p:cTn>
                              </p:par>
                              <p:par>
                                <p:cTn id="341" presetID="1" presetClass="entr" presetSubtype="0" fill="hold" grpId="0" nodeType="withEffect">
                                  <p:stCondLst>
                                    <p:cond delay="0"/>
                                  </p:stCondLst>
                                  <p:childTnLst>
                                    <p:set>
                                      <p:cBhvr>
                                        <p:cTn id="342" dur="1" fill="hold">
                                          <p:stCondLst>
                                            <p:cond delay="0"/>
                                          </p:stCondLst>
                                        </p:cTn>
                                        <p:tgtEl>
                                          <p:spTgt spid="119"/>
                                        </p:tgtEl>
                                        <p:attrNameLst>
                                          <p:attrName>style.visibility</p:attrName>
                                        </p:attrNameLst>
                                      </p:cBhvr>
                                      <p:to>
                                        <p:strVal val="visible"/>
                                      </p:to>
                                    </p:set>
                                  </p:childTnLst>
                                </p:cTn>
                              </p:par>
                              <p:par>
                                <p:cTn id="343" presetID="1" presetClass="entr" presetSubtype="0" fill="hold" grpId="0" nodeType="withEffect">
                                  <p:stCondLst>
                                    <p:cond delay="0"/>
                                  </p:stCondLst>
                                  <p:childTnLst>
                                    <p:set>
                                      <p:cBhvr>
                                        <p:cTn id="344" dur="1" fill="hold">
                                          <p:stCondLst>
                                            <p:cond delay="0"/>
                                          </p:stCondLst>
                                        </p:cTn>
                                        <p:tgtEl>
                                          <p:spTgt spid="120"/>
                                        </p:tgtEl>
                                        <p:attrNameLst>
                                          <p:attrName>style.visibility</p:attrName>
                                        </p:attrNameLst>
                                      </p:cBhvr>
                                      <p:to>
                                        <p:strVal val="visible"/>
                                      </p:to>
                                    </p:set>
                                  </p:childTnLst>
                                </p:cTn>
                              </p:par>
                              <p:par>
                                <p:cTn id="345" presetID="1" presetClass="entr" presetSubtype="0" fill="hold" grpId="0" nodeType="withEffect">
                                  <p:stCondLst>
                                    <p:cond delay="0"/>
                                  </p:stCondLst>
                                  <p:childTnLst>
                                    <p:set>
                                      <p:cBhvr>
                                        <p:cTn id="346" dur="1" fill="hold">
                                          <p:stCondLst>
                                            <p:cond delay="0"/>
                                          </p:stCondLst>
                                        </p:cTn>
                                        <p:tgtEl>
                                          <p:spTgt spid="121"/>
                                        </p:tgtEl>
                                        <p:attrNameLst>
                                          <p:attrName>style.visibility</p:attrName>
                                        </p:attrNameLst>
                                      </p:cBhvr>
                                      <p:to>
                                        <p:strVal val="visible"/>
                                      </p:to>
                                    </p:set>
                                  </p:childTnLst>
                                </p:cTn>
                              </p:par>
                              <p:par>
                                <p:cTn id="347" presetID="1" presetClass="entr" presetSubtype="0" fill="hold" grpId="0" nodeType="withEffect">
                                  <p:stCondLst>
                                    <p:cond delay="0"/>
                                  </p:stCondLst>
                                  <p:childTnLst>
                                    <p:set>
                                      <p:cBhvr>
                                        <p:cTn id="348" dur="1" fill="hold">
                                          <p:stCondLst>
                                            <p:cond delay="0"/>
                                          </p:stCondLst>
                                        </p:cTn>
                                        <p:tgtEl>
                                          <p:spTgt spid="122"/>
                                        </p:tgtEl>
                                        <p:attrNameLst>
                                          <p:attrName>style.visibility</p:attrName>
                                        </p:attrNameLst>
                                      </p:cBhvr>
                                      <p:to>
                                        <p:strVal val="visible"/>
                                      </p:to>
                                    </p:set>
                                  </p:childTnLst>
                                </p:cTn>
                              </p:par>
                              <p:par>
                                <p:cTn id="349" presetID="1" presetClass="entr" presetSubtype="0" fill="hold" grpId="0" nodeType="withEffect">
                                  <p:stCondLst>
                                    <p:cond delay="0"/>
                                  </p:stCondLst>
                                  <p:childTnLst>
                                    <p:set>
                                      <p:cBhvr>
                                        <p:cTn id="350" dur="1" fill="hold">
                                          <p:stCondLst>
                                            <p:cond delay="0"/>
                                          </p:stCondLst>
                                        </p:cTn>
                                        <p:tgtEl>
                                          <p:spTgt spid="123"/>
                                        </p:tgtEl>
                                        <p:attrNameLst>
                                          <p:attrName>style.visibility</p:attrName>
                                        </p:attrNameLst>
                                      </p:cBhvr>
                                      <p:to>
                                        <p:strVal val="visible"/>
                                      </p:to>
                                    </p:set>
                                  </p:childTnLst>
                                </p:cTn>
                              </p:par>
                              <p:par>
                                <p:cTn id="351" presetID="1" presetClass="entr" presetSubtype="0" fill="hold" grpId="0" nodeType="withEffect">
                                  <p:stCondLst>
                                    <p:cond delay="0"/>
                                  </p:stCondLst>
                                  <p:childTnLst>
                                    <p:set>
                                      <p:cBhvr>
                                        <p:cTn id="352" dur="1" fill="hold">
                                          <p:stCondLst>
                                            <p:cond delay="0"/>
                                          </p:stCondLst>
                                        </p:cTn>
                                        <p:tgtEl>
                                          <p:spTgt spid="124"/>
                                        </p:tgtEl>
                                        <p:attrNameLst>
                                          <p:attrName>style.visibility</p:attrName>
                                        </p:attrNameLst>
                                      </p:cBhvr>
                                      <p:to>
                                        <p:strVal val="visible"/>
                                      </p:to>
                                    </p:set>
                                  </p:childTnLst>
                                </p:cTn>
                              </p:par>
                              <p:par>
                                <p:cTn id="353" presetID="1" presetClass="entr" presetSubtype="0" fill="hold" grpId="0" nodeType="withEffect">
                                  <p:stCondLst>
                                    <p:cond delay="0"/>
                                  </p:stCondLst>
                                  <p:childTnLst>
                                    <p:set>
                                      <p:cBhvr>
                                        <p:cTn id="354" dur="1" fill="hold">
                                          <p:stCondLst>
                                            <p:cond delay="0"/>
                                          </p:stCondLst>
                                        </p:cTn>
                                        <p:tgtEl>
                                          <p:spTgt spid="125"/>
                                        </p:tgtEl>
                                        <p:attrNameLst>
                                          <p:attrName>style.visibility</p:attrName>
                                        </p:attrNameLst>
                                      </p:cBhvr>
                                      <p:to>
                                        <p:strVal val="visible"/>
                                      </p:to>
                                    </p:set>
                                  </p:childTnLst>
                                </p:cTn>
                              </p:par>
                              <p:par>
                                <p:cTn id="355" presetID="1" presetClass="entr" presetSubtype="0" fill="hold" grpId="0" nodeType="withEffect">
                                  <p:stCondLst>
                                    <p:cond delay="0"/>
                                  </p:stCondLst>
                                  <p:childTnLst>
                                    <p:set>
                                      <p:cBhvr>
                                        <p:cTn id="356" dur="1" fill="hold">
                                          <p:stCondLst>
                                            <p:cond delay="0"/>
                                          </p:stCondLst>
                                        </p:cTn>
                                        <p:tgtEl>
                                          <p:spTgt spid="126"/>
                                        </p:tgtEl>
                                        <p:attrNameLst>
                                          <p:attrName>style.visibility</p:attrName>
                                        </p:attrNameLst>
                                      </p:cBhvr>
                                      <p:to>
                                        <p:strVal val="visible"/>
                                      </p:to>
                                    </p:set>
                                  </p:childTnLst>
                                </p:cTn>
                              </p:par>
                              <p:par>
                                <p:cTn id="357" presetID="1" presetClass="entr" presetSubtype="0" fill="hold" grpId="0" nodeType="withEffect">
                                  <p:stCondLst>
                                    <p:cond delay="0"/>
                                  </p:stCondLst>
                                  <p:childTnLst>
                                    <p:set>
                                      <p:cBhvr>
                                        <p:cTn id="358" dur="1" fill="hold">
                                          <p:stCondLst>
                                            <p:cond delay="0"/>
                                          </p:stCondLst>
                                        </p:cTn>
                                        <p:tgtEl>
                                          <p:spTgt spid="127"/>
                                        </p:tgtEl>
                                        <p:attrNameLst>
                                          <p:attrName>style.visibility</p:attrName>
                                        </p:attrNameLst>
                                      </p:cBhvr>
                                      <p:to>
                                        <p:strVal val="visible"/>
                                      </p:to>
                                    </p:set>
                                  </p:childTnLst>
                                </p:cTn>
                              </p:par>
                              <p:par>
                                <p:cTn id="359" presetID="1" presetClass="entr" presetSubtype="0" fill="hold" grpId="0" nodeType="withEffect">
                                  <p:stCondLst>
                                    <p:cond delay="0"/>
                                  </p:stCondLst>
                                  <p:childTnLst>
                                    <p:set>
                                      <p:cBhvr>
                                        <p:cTn id="360" dur="1" fill="hold">
                                          <p:stCondLst>
                                            <p:cond delay="0"/>
                                          </p:stCondLst>
                                        </p:cTn>
                                        <p:tgtEl>
                                          <p:spTgt spid="128"/>
                                        </p:tgtEl>
                                        <p:attrNameLst>
                                          <p:attrName>style.visibility</p:attrName>
                                        </p:attrNameLst>
                                      </p:cBhvr>
                                      <p:to>
                                        <p:strVal val="visible"/>
                                      </p:to>
                                    </p:set>
                                  </p:childTnLst>
                                </p:cTn>
                              </p:par>
                              <p:par>
                                <p:cTn id="361" presetID="1" presetClass="entr" presetSubtype="0" fill="hold" grpId="0" nodeType="withEffect">
                                  <p:stCondLst>
                                    <p:cond delay="0"/>
                                  </p:stCondLst>
                                  <p:childTnLst>
                                    <p:set>
                                      <p:cBhvr>
                                        <p:cTn id="362" dur="1" fill="hold">
                                          <p:stCondLst>
                                            <p:cond delay="0"/>
                                          </p:stCondLst>
                                        </p:cTn>
                                        <p:tgtEl>
                                          <p:spTgt spid="129"/>
                                        </p:tgtEl>
                                        <p:attrNameLst>
                                          <p:attrName>style.visibility</p:attrName>
                                        </p:attrNameLst>
                                      </p:cBhvr>
                                      <p:to>
                                        <p:strVal val="visible"/>
                                      </p:to>
                                    </p:set>
                                  </p:childTnLst>
                                </p:cTn>
                              </p:par>
                              <p:par>
                                <p:cTn id="363" presetID="1" presetClass="entr" presetSubtype="0" fill="hold" grpId="0" nodeType="withEffect">
                                  <p:stCondLst>
                                    <p:cond delay="0"/>
                                  </p:stCondLst>
                                  <p:childTnLst>
                                    <p:set>
                                      <p:cBhvr>
                                        <p:cTn id="364" dur="1" fill="hold">
                                          <p:stCondLst>
                                            <p:cond delay="0"/>
                                          </p:stCondLst>
                                        </p:cTn>
                                        <p:tgtEl>
                                          <p:spTgt spid="130"/>
                                        </p:tgtEl>
                                        <p:attrNameLst>
                                          <p:attrName>style.visibility</p:attrName>
                                        </p:attrNameLst>
                                      </p:cBhvr>
                                      <p:to>
                                        <p:strVal val="visible"/>
                                      </p:to>
                                    </p:set>
                                  </p:childTnLst>
                                </p:cTn>
                              </p:par>
                              <p:par>
                                <p:cTn id="365" presetID="1" presetClass="entr" presetSubtype="0" fill="hold" grpId="0" nodeType="withEffect">
                                  <p:stCondLst>
                                    <p:cond delay="0"/>
                                  </p:stCondLst>
                                  <p:childTnLst>
                                    <p:set>
                                      <p:cBhvr>
                                        <p:cTn id="366" dur="1" fill="hold">
                                          <p:stCondLst>
                                            <p:cond delay="0"/>
                                          </p:stCondLst>
                                        </p:cTn>
                                        <p:tgtEl>
                                          <p:spTgt spid="131"/>
                                        </p:tgtEl>
                                        <p:attrNameLst>
                                          <p:attrName>style.visibility</p:attrName>
                                        </p:attrNameLst>
                                      </p:cBhvr>
                                      <p:to>
                                        <p:strVal val="visible"/>
                                      </p:to>
                                    </p:set>
                                  </p:childTnLst>
                                </p:cTn>
                              </p:par>
                              <p:par>
                                <p:cTn id="367" presetID="1" presetClass="entr" presetSubtype="0" fill="hold" grpId="0" nodeType="withEffect">
                                  <p:stCondLst>
                                    <p:cond delay="0"/>
                                  </p:stCondLst>
                                  <p:childTnLst>
                                    <p:set>
                                      <p:cBhvr>
                                        <p:cTn id="368" dur="1" fill="hold">
                                          <p:stCondLst>
                                            <p:cond delay="0"/>
                                          </p:stCondLst>
                                        </p:cTn>
                                        <p:tgtEl>
                                          <p:spTgt spid="132"/>
                                        </p:tgtEl>
                                        <p:attrNameLst>
                                          <p:attrName>style.visibility</p:attrName>
                                        </p:attrNameLst>
                                      </p:cBhvr>
                                      <p:to>
                                        <p:strVal val="visible"/>
                                      </p:to>
                                    </p:set>
                                  </p:childTnLst>
                                </p:cTn>
                              </p:par>
                              <p:par>
                                <p:cTn id="369" presetID="1" presetClass="entr" presetSubtype="0" fill="hold" grpId="0" nodeType="withEffect">
                                  <p:stCondLst>
                                    <p:cond delay="0"/>
                                  </p:stCondLst>
                                  <p:childTnLst>
                                    <p:set>
                                      <p:cBhvr>
                                        <p:cTn id="370" dur="1" fill="hold">
                                          <p:stCondLst>
                                            <p:cond delay="0"/>
                                          </p:stCondLst>
                                        </p:cTn>
                                        <p:tgtEl>
                                          <p:spTgt spid="133"/>
                                        </p:tgtEl>
                                        <p:attrNameLst>
                                          <p:attrName>style.visibility</p:attrName>
                                        </p:attrNameLst>
                                      </p:cBhvr>
                                      <p:to>
                                        <p:strVal val="visible"/>
                                      </p:to>
                                    </p:set>
                                  </p:childTnLst>
                                </p:cTn>
                              </p:par>
                              <p:par>
                                <p:cTn id="371" presetID="1" presetClass="entr" presetSubtype="0" fill="hold" grpId="0" nodeType="withEffect">
                                  <p:stCondLst>
                                    <p:cond delay="0"/>
                                  </p:stCondLst>
                                  <p:childTnLst>
                                    <p:set>
                                      <p:cBhvr>
                                        <p:cTn id="372" dur="1" fill="hold">
                                          <p:stCondLst>
                                            <p:cond delay="0"/>
                                          </p:stCondLst>
                                        </p:cTn>
                                        <p:tgtEl>
                                          <p:spTgt spid="134"/>
                                        </p:tgtEl>
                                        <p:attrNameLst>
                                          <p:attrName>style.visibility</p:attrName>
                                        </p:attrNameLst>
                                      </p:cBhvr>
                                      <p:to>
                                        <p:strVal val="visible"/>
                                      </p:to>
                                    </p:set>
                                  </p:childTnLst>
                                </p:cTn>
                              </p:par>
                              <p:par>
                                <p:cTn id="373" presetID="1" presetClass="entr" presetSubtype="0" fill="hold" grpId="0" nodeType="withEffect">
                                  <p:stCondLst>
                                    <p:cond delay="0"/>
                                  </p:stCondLst>
                                  <p:childTnLst>
                                    <p:set>
                                      <p:cBhvr>
                                        <p:cTn id="374" dur="1" fill="hold">
                                          <p:stCondLst>
                                            <p:cond delay="0"/>
                                          </p:stCondLst>
                                        </p:cTn>
                                        <p:tgtEl>
                                          <p:spTgt spid="135"/>
                                        </p:tgtEl>
                                        <p:attrNameLst>
                                          <p:attrName>style.visibility</p:attrName>
                                        </p:attrNameLst>
                                      </p:cBhvr>
                                      <p:to>
                                        <p:strVal val="visible"/>
                                      </p:to>
                                    </p:set>
                                  </p:childTnLst>
                                </p:cTn>
                              </p:par>
                              <p:par>
                                <p:cTn id="375" presetID="1" presetClass="entr" presetSubtype="0" fill="hold" grpId="0" nodeType="withEffect">
                                  <p:stCondLst>
                                    <p:cond delay="0"/>
                                  </p:stCondLst>
                                  <p:childTnLst>
                                    <p:set>
                                      <p:cBhvr>
                                        <p:cTn id="376" dur="1" fill="hold">
                                          <p:stCondLst>
                                            <p:cond delay="0"/>
                                          </p:stCondLst>
                                        </p:cTn>
                                        <p:tgtEl>
                                          <p:spTgt spid="136"/>
                                        </p:tgtEl>
                                        <p:attrNameLst>
                                          <p:attrName>style.visibility</p:attrName>
                                        </p:attrNameLst>
                                      </p:cBhvr>
                                      <p:to>
                                        <p:strVal val="visible"/>
                                      </p:to>
                                    </p:set>
                                  </p:childTnLst>
                                </p:cTn>
                              </p:par>
                              <p:par>
                                <p:cTn id="377" presetID="1" presetClass="entr" presetSubtype="0" fill="hold" grpId="0" nodeType="withEffect">
                                  <p:stCondLst>
                                    <p:cond delay="0"/>
                                  </p:stCondLst>
                                  <p:childTnLst>
                                    <p:set>
                                      <p:cBhvr>
                                        <p:cTn id="378" dur="1" fill="hold">
                                          <p:stCondLst>
                                            <p:cond delay="0"/>
                                          </p:stCondLst>
                                        </p:cTn>
                                        <p:tgtEl>
                                          <p:spTgt spid="137"/>
                                        </p:tgtEl>
                                        <p:attrNameLst>
                                          <p:attrName>style.visibility</p:attrName>
                                        </p:attrNameLst>
                                      </p:cBhvr>
                                      <p:to>
                                        <p:strVal val="visible"/>
                                      </p:to>
                                    </p:set>
                                  </p:childTnLst>
                                </p:cTn>
                              </p:par>
                              <p:par>
                                <p:cTn id="379" presetID="1" presetClass="entr" presetSubtype="0" fill="hold" grpId="0" nodeType="withEffect">
                                  <p:stCondLst>
                                    <p:cond delay="0"/>
                                  </p:stCondLst>
                                  <p:childTnLst>
                                    <p:set>
                                      <p:cBhvr>
                                        <p:cTn id="380" dur="1" fill="hold">
                                          <p:stCondLst>
                                            <p:cond delay="0"/>
                                          </p:stCondLst>
                                        </p:cTn>
                                        <p:tgtEl>
                                          <p:spTgt spid="138"/>
                                        </p:tgtEl>
                                        <p:attrNameLst>
                                          <p:attrName>style.visibility</p:attrName>
                                        </p:attrNameLst>
                                      </p:cBhvr>
                                      <p:to>
                                        <p:strVal val="visible"/>
                                      </p:to>
                                    </p:set>
                                  </p:childTnLst>
                                </p:cTn>
                              </p:par>
                              <p:par>
                                <p:cTn id="381" presetID="1" presetClass="entr" presetSubtype="0" fill="hold" grpId="0" nodeType="withEffect">
                                  <p:stCondLst>
                                    <p:cond delay="0"/>
                                  </p:stCondLst>
                                  <p:childTnLst>
                                    <p:set>
                                      <p:cBhvr>
                                        <p:cTn id="382" dur="1" fill="hold">
                                          <p:stCondLst>
                                            <p:cond delay="0"/>
                                          </p:stCondLst>
                                        </p:cTn>
                                        <p:tgtEl>
                                          <p:spTgt spid="139"/>
                                        </p:tgtEl>
                                        <p:attrNameLst>
                                          <p:attrName>style.visibility</p:attrName>
                                        </p:attrNameLst>
                                      </p:cBhvr>
                                      <p:to>
                                        <p:strVal val="visible"/>
                                      </p:to>
                                    </p:set>
                                  </p:childTnLst>
                                </p:cTn>
                              </p:par>
                              <p:par>
                                <p:cTn id="383" presetID="1" presetClass="entr" presetSubtype="0" fill="hold" grpId="0" nodeType="withEffect">
                                  <p:stCondLst>
                                    <p:cond delay="0"/>
                                  </p:stCondLst>
                                  <p:childTnLst>
                                    <p:set>
                                      <p:cBhvr>
                                        <p:cTn id="384" dur="1" fill="hold">
                                          <p:stCondLst>
                                            <p:cond delay="0"/>
                                          </p:stCondLst>
                                        </p:cTn>
                                        <p:tgtEl>
                                          <p:spTgt spid="140"/>
                                        </p:tgtEl>
                                        <p:attrNameLst>
                                          <p:attrName>style.visibility</p:attrName>
                                        </p:attrNameLst>
                                      </p:cBhvr>
                                      <p:to>
                                        <p:strVal val="visible"/>
                                      </p:to>
                                    </p:set>
                                  </p:childTnLst>
                                </p:cTn>
                              </p:par>
                              <p:par>
                                <p:cTn id="385" presetID="1" presetClass="entr" presetSubtype="0" fill="hold" grpId="0" nodeType="withEffect">
                                  <p:stCondLst>
                                    <p:cond delay="0"/>
                                  </p:stCondLst>
                                  <p:childTnLst>
                                    <p:set>
                                      <p:cBhvr>
                                        <p:cTn id="386" dur="1" fill="hold">
                                          <p:stCondLst>
                                            <p:cond delay="0"/>
                                          </p:stCondLst>
                                        </p:cTn>
                                        <p:tgtEl>
                                          <p:spTgt spid="141"/>
                                        </p:tgtEl>
                                        <p:attrNameLst>
                                          <p:attrName>style.visibility</p:attrName>
                                        </p:attrNameLst>
                                      </p:cBhvr>
                                      <p:to>
                                        <p:strVal val="visible"/>
                                      </p:to>
                                    </p:set>
                                  </p:childTnLst>
                                </p:cTn>
                              </p:par>
                              <p:par>
                                <p:cTn id="387" presetID="1" presetClass="entr" presetSubtype="0" fill="hold" grpId="0" nodeType="withEffect">
                                  <p:stCondLst>
                                    <p:cond delay="0"/>
                                  </p:stCondLst>
                                  <p:childTnLst>
                                    <p:set>
                                      <p:cBhvr>
                                        <p:cTn id="388" dur="1" fill="hold">
                                          <p:stCondLst>
                                            <p:cond delay="0"/>
                                          </p:stCondLst>
                                        </p:cTn>
                                        <p:tgtEl>
                                          <p:spTgt spid="142"/>
                                        </p:tgtEl>
                                        <p:attrNameLst>
                                          <p:attrName>style.visibility</p:attrName>
                                        </p:attrNameLst>
                                      </p:cBhvr>
                                      <p:to>
                                        <p:strVal val="visible"/>
                                      </p:to>
                                    </p:set>
                                  </p:childTnLst>
                                </p:cTn>
                              </p:par>
                              <p:par>
                                <p:cTn id="389" presetID="1" presetClass="entr" presetSubtype="0" fill="hold" grpId="0" nodeType="withEffect">
                                  <p:stCondLst>
                                    <p:cond delay="0"/>
                                  </p:stCondLst>
                                  <p:childTnLst>
                                    <p:set>
                                      <p:cBhvr>
                                        <p:cTn id="390" dur="1" fill="hold">
                                          <p:stCondLst>
                                            <p:cond delay="0"/>
                                          </p:stCondLst>
                                        </p:cTn>
                                        <p:tgtEl>
                                          <p:spTgt spid="143"/>
                                        </p:tgtEl>
                                        <p:attrNameLst>
                                          <p:attrName>style.visibility</p:attrName>
                                        </p:attrNameLst>
                                      </p:cBhvr>
                                      <p:to>
                                        <p:strVal val="visible"/>
                                      </p:to>
                                    </p:set>
                                  </p:childTnLst>
                                </p:cTn>
                              </p:par>
                              <p:par>
                                <p:cTn id="391" presetID="1" presetClass="entr" presetSubtype="0" fill="hold" grpId="0" nodeType="withEffect">
                                  <p:stCondLst>
                                    <p:cond delay="0"/>
                                  </p:stCondLst>
                                  <p:childTnLst>
                                    <p:set>
                                      <p:cBhvr>
                                        <p:cTn id="392" dur="1" fill="hold">
                                          <p:stCondLst>
                                            <p:cond delay="0"/>
                                          </p:stCondLst>
                                        </p:cTn>
                                        <p:tgtEl>
                                          <p:spTgt spid="144"/>
                                        </p:tgtEl>
                                        <p:attrNameLst>
                                          <p:attrName>style.visibility</p:attrName>
                                        </p:attrNameLst>
                                      </p:cBhvr>
                                      <p:to>
                                        <p:strVal val="visible"/>
                                      </p:to>
                                    </p:set>
                                  </p:childTnLst>
                                </p:cTn>
                              </p:par>
                              <p:par>
                                <p:cTn id="393" presetID="1" presetClass="entr" presetSubtype="0" fill="hold" grpId="0" nodeType="withEffect">
                                  <p:stCondLst>
                                    <p:cond delay="0"/>
                                  </p:stCondLst>
                                  <p:childTnLst>
                                    <p:set>
                                      <p:cBhvr>
                                        <p:cTn id="394" dur="1" fill="hold">
                                          <p:stCondLst>
                                            <p:cond delay="0"/>
                                          </p:stCondLst>
                                        </p:cTn>
                                        <p:tgtEl>
                                          <p:spTgt spid="145"/>
                                        </p:tgtEl>
                                        <p:attrNameLst>
                                          <p:attrName>style.visibility</p:attrName>
                                        </p:attrNameLst>
                                      </p:cBhvr>
                                      <p:to>
                                        <p:strVal val="visible"/>
                                      </p:to>
                                    </p:set>
                                  </p:childTnLst>
                                </p:cTn>
                              </p:par>
                              <p:par>
                                <p:cTn id="395" presetID="1" presetClass="entr" presetSubtype="0" fill="hold" grpId="0" nodeType="withEffect">
                                  <p:stCondLst>
                                    <p:cond delay="0"/>
                                  </p:stCondLst>
                                  <p:childTnLst>
                                    <p:set>
                                      <p:cBhvr>
                                        <p:cTn id="396" dur="1" fill="hold">
                                          <p:stCondLst>
                                            <p:cond delay="0"/>
                                          </p:stCondLst>
                                        </p:cTn>
                                        <p:tgtEl>
                                          <p:spTgt spid="146"/>
                                        </p:tgtEl>
                                        <p:attrNameLst>
                                          <p:attrName>style.visibility</p:attrName>
                                        </p:attrNameLst>
                                      </p:cBhvr>
                                      <p:to>
                                        <p:strVal val="visible"/>
                                      </p:to>
                                    </p:set>
                                  </p:childTnLst>
                                </p:cTn>
                              </p:par>
                              <p:par>
                                <p:cTn id="397" presetID="1" presetClass="entr" presetSubtype="0" fill="hold" grpId="0" nodeType="withEffect">
                                  <p:stCondLst>
                                    <p:cond delay="0"/>
                                  </p:stCondLst>
                                  <p:childTnLst>
                                    <p:set>
                                      <p:cBhvr>
                                        <p:cTn id="398" dur="1" fill="hold">
                                          <p:stCondLst>
                                            <p:cond delay="0"/>
                                          </p:stCondLst>
                                        </p:cTn>
                                        <p:tgtEl>
                                          <p:spTgt spid="147"/>
                                        </p:tgtEl>
                                        <p:attrNameLst>
                                          <p:attrName>style.visibility</p:attrName>
                                        </p:attrNameLst>
                                      </p:cBhvr>
                                      <p:to>
                                        <p:strVal val="visible"/>
                                      </p:to>
                                    </p:set>
                                  </p:childTnLst>
                                </p:cTn>
                              </p:par>
                              <p:par>
                                <p:cTn id="399" presetID="1" presetClass="entr" presetSubtype="0" fill="hold" grpId="0" nodeType="withEffect">
                                  <p:stCondLst>
                                    <p:cond delay="0"/>
                                  </p:stCondLst>
                                  <p:childTnLst>
                                    <p:set>
                                      <p:cBhvr>
                                        <p:cTn id="400" dur="1" fill="hold">
                                          <p:stCondLst>
                                            <p:cond delay="0"/>
                                          </p:stCondLst>
                                        </p:cTn>
                                        <p:tgtEl>
                                          <p:spTgt spid="148"/>
                                        </p:tgtEl>
                                        <p:attrNameLst>
                                          <p:attrName>style.visibility</p:attrName>
                                        </p:attrNameLst>
                                      </p:cBhvr>
                                      <p:to>
                                        <p:strVal val="visible"/>
                                      </p:to>
                                    </p:set>
                                  </p:childTnLst>
                                </p:cTn>
                              </p:par>
                              <p:par>
                                <p:cTn id="401" presetID="1" presetClass="entr" presetSubtype="0" fill="hold" grpId="0" nodeType="withEffect">
                                  <p:stCondLst>
                                    <p:cond delay="0"/>
                                  </p:stCondLst>
                                  <p:childTnLst>
                                    <p:set>
                                      <p:cBhvr>
                                        <p:cTn id="402" dur="1" fill="hold">
                                          <p:stCondLst>
                                            <p:cond delay="0"/>
                                          </p:stCondLst>
                                        </p:cTn>
                                        <p:tgtEl>
                                          <p:spTgt spid="149"/>
                                        </p:tgtEl>
                                        <p:attrNameLst>
                                          <p:attrName>style.visibility</p:attrName>
                                        </p:attrNameLst>
                                      </p:cBhvr>
                                      <p:to>
                                        <p:strVal val="visible"/>
                                      </p:to>
                                    </p:set>
                                  </p:childTnLst>
                                </p:cTn>
                              </p:par>
                              <p:par>
                                <p:cTn id="403" presetID="1" presetClass="entr" presetSubtype="0" fill="hold" grpId="0" nodeType="withEffect">
                                  <p:stCondLst>
                                    <p:cond delay="0"/>
                                  </p:stCondLst>
                                  <p:childTnLst>
                                    <p:set>
                                      <p:cBhvr>
                                        <p:cTn id="404" dur="1" fill="hold">
                                          <p:stCondLst>
                                            <p:cond delay="0"/>
                                          </p:stCondLst>
                                        </p:cTn>
                                        <p:tgtEl>
                                          <p:spTgt spid="150"/>
                                        </p:tgtEl>
                                        <p:attrNameLst>
                                          <p:attrName>style.visibility</p:attrName>
                                        </p:attrNameLst>
                                      </p:cBhvr>
                                      <p:to>
                                        <p:strVal val="visible"/>
                                      </p:to>
                                    </p:set>
                                  </p:childTnLst>
                                </p:cTn>
                              </p:par>
                              <p:par>
                                <p:cTn id="405" presetID="1" presetClass="entr" presetSubtype="0" fill="hold" grpId="0" nodeType="withEffect">
                                  <p:stCondLst>
                                    <p:cond delay="0"/>
                                  </p:stCondLst>
                                  <p:childTnLst>
                                    <p:set>
                                      <p:cBhvr>
                                        <p:cTn id="406" dur="1" fill="hold">
                                          <p:stCondLst>
                                            <p:cond delay="0"/>
                                          </p:stCondLst>
                                        </p:cTn>
                                        <p:tgtEl>
                                          <p:spTgt spid="151"/>
                                        </p:tgtEl>
                                        <p:attrNameLst>
                                          <p:attrName>style.visibility</p:attrName>
                                        </p:attrNameLst>
                                      </p:cBhvr>
                                      <p:to>
                                        <p:strVal val="visible"/>
                                      </p:to>
                                    </p:set>
                                  </p:childTnLst>
                                </p:cTn>
                              </p:par>
                              <p:par>
                                <p:cTn id="407" presetID="1" presetClass="entr" presetSubtype="0" fill="hold" grpId="0" nodeType="withEffect">
                                  <p:stCondLst>
                                    <p:cond delay="0"/>
                                  </p:stCondLst>
                                  <p:childTnLst>
                                    <p:set>
                                      <p:cBhvr>
                                        <p:cTn id="408" dur="1" fill="hold">
                                          <p:stCondLst>
                                            <p:cond delay="0"/>
                                          </p:stCondLst>
                                        </p:cTn>
                                        <p:tgtEl>
                                          <p:spTgt spid="152"/>
                                        </p:tgtEl>
                                        <p:attrNameLst>
                                          <p:attrName>style.visibility</p:attrName>
                                        </p:attrNameLst>
                                      </p:cBhvr>
                                      <p:to>
                                        <p:strVal val="visible"/>
                                      </p:to>
                                    </p:set>
                                  </p:childTnLst>
                                </p:cTn>
                              </p:par>
                              <p:par>
                                <p:cTn id="409" presetID="1" presetClass="entr" presetSubtype="0" fill="hold" grpId="0" nodeType="withEffect">
                                  <p:stCondLst>
                                    <p:cond delay="0"/>
                                  </p:stCondLst>
                                  <p:childTnLst>
                                    <p:set>
                                      <p:cBhvr>
                                        <p:cTn id="410" dur="1" fill="hold">
                                          <p:stCondLst>
                                            <p:cond delay="0"/>
                                          </p:stCondLst>
                                        </p:cTn>
                                        <p:tgtEl>
                                          <p:spTgt spid="153"/>
                                        </p:tgtEl>
                                        <p:attrNameLst>
                                          <p:attrName>style.visibility</p:attrName>
                                        </p:attrNameLst>
                                      </p:cBhvr>
                                      <p:to>
                                        <p:strVal val="visible"/>
                                      </p:to>
                                    </p:set>
                                  </p:childTnLst>
                                </p:cTn>
                              </p:par>
                              <p:par>
                                <p:cTn id="411" presetID="1" presetClass="entr" presetSubtype="0" fill="hold" grpId="0" nodeType="withEffect">
                                  <p:stCondLst>
                                    <p:cond delay="0"/>
                                  </p:stCondLst>
                                  <p:childTnLst>
                                    <p:set>
                                      <p:cBhvr>
                                        <p:cTn id="412" dur="1" fill="hold">
                                          <p:stCondLst>
                                            <p:cond delay="0"/>
                                          </p:stCondLst>
                                        </p:cTn>
                                        <p:tgtEl>
                                          <p:spTgt spid="154"/>
                                        </p:tgtEl>
                                        <p:attrNameLst>
                                          <p:attrName>style.visibility</p:attrName>
                                        </p:attrNameLst>
                                      </p:cBhvr>
                                      <p:to>
                                        <p:strVal val="visible"/>
                                      </p:to>
                                    </p:set>
                                  </p:childTnLst>
                                </p:cTn>
                              </p:par>
                              <p:par>
                                <p:cTn id="413" presetID="1" presetClass="entr" presetSubtype="0" fill="hold" grpId="0" nodeType="withEffect">
                                  <p:stCondLst>
                                    <p:cond delay="0"/>
                                  </p:stCondLst>
                                  <p:childTnLst>
                                    <p:set>
                                      <p:cBhvr>
                                        <p:cTn id="414" dur="1" fill="hold">
                                          <p:stCondLst>
                                            <p:cond delay="0"/>
                                          </p:stCondLst>
                                        </p:cTn>
                                        <p:tgtEl>
                                          <p:spTgt spid="155"/>
                                        </p:tgtEl>
                                        <p:attrNameLst>
                                          <p:attrName>style.visibility</p:attrName>
                                        </p:attrNameLst>
                                      </p:cBhvr>
                                      <p:to>
                                        <p:strVal val="visible"/>
                                      </p:to>
                                    </p:set>
                                  </p:childTnLst>
                                </p:cTn>
                              </p:par>
                              <p:par>
                                <p:cTn id="415" presetID="1" presetClass="entr" presetSubtype="0" fill="hold" grpId="0" nodeType="withEffect">
                                  <p:stCondLst>
                                    <p:cond delay="0"/>
                                  </p:stCondLst>
                                  <p:childTnLst>
                                    <p:set>
                                      <p:cBhvr>
                                        <p:cTn id="416" dur="1" fill="hold">
                                          <p:stCondLst>
                                            <p:cond delay="0"/>
                                          </p:stCondLst>
                                        </p:cTn>
                                        <p:tgtEl>
                                          <p:spTgt spid="156"/>
                                        </p:tgtEl>
                                        <p:attrNameLst>
                                          <p:attrName>style.visibility</p:attrName>
                                        </p:attrNameLst>
                                      </p:cBhvr>
                                      <p:to>
                                        <p:strVal val="visible"/>
                                      </p:to>
                                    </p:set>
                                  </p:childTnLst>
                                </p:cTn>
                              </p:par>
                              <p:par>
                                <p:cTn id="417" presetID="1" presetClass="entr" presetSubtype="0" fill="hold" grpId="0" nodeType="withEffect">
                                  <p:stCondLst>
                                    <p:cond delay="0"/>
                                  </p:stCondLst>
                                  <p:childTnLst>
                                    <p:set>
                                      <p:cBhvr>
                                        <p:cTn id="418" dur="1" fill="hold">
                                          <p:stCondLst>
                                            <p:cond delay="0"/>
                                          </p:stCondLst>
                                        </p:cTn>
                                        <p:tgtEl>
                                          <p:spTgt spid="157"/>
                                        </p:tgtEl>
                                        <p:attrNameLst>
                                          <p:attrName>style.visibility</p:attrName>
                                        </p:attrNameLst>
                                      </p:cBhvr>
                                      <p:to>
                                        <p:strVal val="visible"/>
                                      </p:to>
                                    </p:set>
                                  </p:childTnLst>
                                </p:cTn>
                              </p:par>
                              <p:par>
                                <p:cTn id="419" presetID="1" presetClass="entr" presetSubtype="0" fill="hold" grpId="0" nodeType="withEffect">
                                  <p:stCondLst>
                                    <p:cond delay="0"/>
                                  </p:stCondLst>
                                  <p:childTnLst>
                                    <p:set>
                                      <p:cBhvr>
                                        <p:cTn id="420" dur="1" fill="hold">
                                          <p:stCondLst>
                                            <p:cond delay="0"/>
                                          </p:stCondLst>
                                        </p:cTn>
                                        <p:tgtEl>
                                          <p:spTgt spid="158"/>
                                        </p:tgtEl>
                                        <p:attrNameLst>
                                          <p:attrName>style.visibility</p:attrName>
                                        </p:attrNameLst>
                                      </p:cBhvr>
                                      <p:to>
                                        <p:strVal val="visible"/>
                                      </p:to>
                                    </p:set>
                                  </p:childTnLst>
                                </p:cTn>
                              </p:par>
                              <p:par>
                                <p:cTn id="421" presetID="1" presetClass="entr" presetSubtype="0" fill="hold" grpId="0" nodeType="withEffect">
                                  <p:stCondLst>
                                    <p:cond delay="0"/>
                                  </p:stCondLst>
                                  <p:childTnLst>
                                    <p:set>
                                      <p:cBhvr>
                                        <p:cTn id="422" dur="1" fill="hold">
                                          <p:stCondLst>
                                            <p:cond delay="0"/>
                                          </p:stCondLst>
                                        </p:cTn>
                                        <p:tgtEl>
                                          <p:spTgt spid="159"/>
                                        </p:tgtEl>
                                        <p:attrNameLst>
                                          <p:attrName>style.visibility</p:attrName>
                                        </p:attrNameLst>
                                      </p:cBhvr>
                                      <p:to>
                                        <p:strVal val="visible"/>
                                      </p:to>
                                    </p:set>
                                  </p:childTnLst>
                                </p:cTn>
                              </p:par>
                              <p:par>
                                <p:cTn id="423" presetID="1" presetClass="entr" presetSubtype="0" fill="hold" grpId="0" nodeType="withEffect">
                                  <p:stCondLst>
                                    <p:cond delay="0"/>
                                  </p:stCondLst>
                                  <p:childTnLst>
                                    <p:set>
                                      <p:cBhvr>
                                        <p:cTn id="424" dur="1" fill="hold">
                                          <p:stCondLst>
                                            <p:cond delay="0"/>
                                          </p:stCondLst>
                                        </p:cTn>
                                        <p:tgtEl>
                                          <p:spTgt spid="160"/>
                                        </p:tgtEl>
                                        <p:attrNameLst>
                                          <p:attrName>style.visibility</p:attrName>
                                        </p:attrNameLst>
                                      </p:cBhvr>
                                      <p:to>
                                        <p:strVal val="visible"/>
                                      </p:to>
                                    </p:set>
                                  </p:childTnLst>
                                </p:cTn>
                              </p:par>
                              <p:par>
                                <p:cTn id="425" presetID="1" presetClass="entr" presetSubtype="0" fill="hold" grpId="0" nodeType="withEffect">
                                  <p:stCondLst>
                                    <p:cond delay="0"/>
                                  </p:stCondLst>
                                  <p:childTnLst>
                                    <p:set>
                                      <p:cBhvr>
                                        <p:cTn id="426" dur="1" fill="hold">
                                          <p:stCondLst>
                                            <p:cond delay="0"/>
                                          </p:stCondLst>
                                        </p:cTn>
                                        <p:tgtEl>
                                          <p:spTgt spid="161"/>
                                        </p:tgtEl>
                                        <p:attrNameLst>
                                          <p:attrName>style.visibility</p:attrName>
                                        </p:attrNameLst>
                                      </p:cBhvr>
                                      <p:to>
                                        <p:strVal val="visible"/>
                                      </p:to>
                                    </p:set>
                                  </p:childTnLst>
                                </p:cTn>
                              </p:par>
                              <p:par>
                                <p:cTn id="427" presetID="1" presetClass="entr" presetSubtype="0" fill="hold" grpId="0" nodeType="withEffect">
                                  <p:stCondLst>
                                    <p:cond delay="0"/>
                                  </p:stCondLst>
                                  <p:childTnLst>
                                    <p:set>
                                      <p:cBhvr>
                                        <p:cTn id="428" dur="1" fill="hold">
                                          <p:stCondLst>
                                            <p:cond delay="0"/>
                                          </p:stCondLst>
                                        </p:cTn>
                                        <p:tgtEl>
                                          <p:spTgt spid="162"/>
                                        </p:tgtEl>
                                        <p:attrNameLst>
                                          <p:attrName>style.visibility</p:attrName>
                                        </p:attrNameLst>
                                      </p:cBhvr>
                                      <p:to>
                                        <p:strVal val="visible"/>
                                      </p:to>
                                    </p:set>
                                  </p:childTnLst>
                                </p:cTn>
                              </p:par>
                              <p:par>
                                <p:cTn id="429" presetID="1" presetClass="entr" presetSubtype="0" fill="hold" grpId="0" nodeType="withEffect">
                                  <p:stCondLst>
                                    <p:cond delay="0"/>
                                  </p:stCondLst>
                                  <p:childTnLst>
                                    <p:set>
                                      <p:cBhvr>
                                        <p:cTn id="430" dur="1" fill="hold">
                                          <p:stCondLst>
                                            <p:cond delay="0"/>
                                          </p:stCondLst>
                                        </p:cTn>
                                        <p:tgtEl>
                                          <p:spTgt spid="163"/>
                                        </p:tgtEl>
                                        <p:attrNameLst>
                                          <p:attrName>style.visibility</p:attrName>
                                        </p:attrNameLst>
                                      </p:cBhvr>
                                      <p:to>
                                        <p:strVal val="visible"/>
                                      </p:to>
                                    </p:set>
                                  </p:childTnLst>
                                </p:cTn>
                              </p:par>
                              <p:par>
                                <p:cTn id="431" presetID="1" presetClass="entr" presetSubtype="0" fill="hold" grpId="0" nodeType="withEffect">
                                  <p:stCondLst>
                                    <p:cond delay="0"/>
                                  </p:stCondLst>
                                  <p:childTnLst>
                                    <p:set>
                                      <p:cBhvr>
                                        <p:cTn id="432" dur="1" fill="hold">
                                          <p:stCondLst>
                                            <p:cond delay="0"/>
                                          </p:stCondLst>
                                        </p:cTn>
                                        <p:tgtEl>
                                          <p:spTgt spid="164"/>
                                        </p:tgtEl>
                                        <p:attrNameLst>
                                          <p:attrName>style.visibility</p:attrName>
                                        </p:attrNameLst>
                                      </p:cBhvr>
                                      <p:to>
                                        <p:strVal val="visible"/>
                                      </p:to>
                                    </p:set>
                                  </p:childTnLst>
                                </p:cTn>
                              </p:par>
                              <p:par>
                                <p:cTn id="433" presetID="1" presetClass="entr" presetSubtype="0" fill="hold" grpId="0" nodeType="withEffect">
                                  <p:stCondLst>
                                    <p:cond delay="0"/>
                                  </p:stCondLst>
                                  <p:childTnLst>
                                    <p:set>
                                      <p:cBhvr>
                                        <p:cTn id="434" dur="1" fill="hold">
                                          <p:stCondLst>
                                            <p:cond delay="0"/>
                                          </p:stCondLst>
                                        </p:cTn>
                                        <p:tgtEl>
                                          <p:spTgt spid="165"/>
                                        </p:tgtEl>
                                        <p:attrNameLst>
                                          <p:attrName>style.visibility</p:attrName>
                                        </p:attrNameLst>
                                      </p:cBhvr>
                                      <p:to>
                                        <p:strVal val="visible"/>
                                      </p:to>
                                    </p:set>
                                  </p:childTnLst>
                                </p:cTn>
                              </p:par>
                              <p:par>
                                <p:cTn id="435" presetID="1" presetClass="entr" presetSubtype="0" fill="hold" grpId="0" nodeType="withEffect">
                                  <p:stCondLst>
                                    <p:cond delay="0"/>
                                  </p:stCondLst>
                                  <p:childTnLst>
                                    <p:set>
                                      <p:cBhvr>
                                        <p:cTn id="436" dur="1" fill="hold">
                                          <p:stCondLst>
                                            <p:cond delay="0"/>
                                          </p:stCondLst>
                                        </p:cTn>
                                        <p:tgtEl>
                                          <p:spTgt spid="166"/>
                                        </p:tgtEl>
                                        <p:attrNameLst>
                                          <p:attrName>style.visibility</p:attrName>
                                        </p:attrNameLst>
                                      </p:cBhvr>
                                      <p:to>
                                        <p:strVal val="visible"/>
                                      </p:to>
                                    </p:set>
                                  </p:childTnLst>
                                </p:cTn>
                              </p:par>
                              <p:par>
                                <p:cTn id="437" presetID="1" presetClass="entr" presetSubtype="0" fill="hold" grpId="0" nodeType="withEffect">
                                  <p:stCondLst>
                                    <p:cond delay="0"/>
                                  </p:stCondLst>
                                  <p:childTnLst>
                                    <p:set>
                                      <p:cBhvr>
                                        <p:cTn id="438" dur="1" fill="hold">
                                          <p:stCondLst>
                                            <p:cond delay="0"/>
                                          </p:stCondLst>
                                        </p:cTn>
                                        <p:tgtEl>
                                          <p:spTgt spid="167"/>
                                        </p:tgtEl>
                                        <p:attrNameLst>
                                          <p:attrName>style.visibility</p:attrName>
                                        </p:attrNameLst>
                                      </p:cBhvr>
                                      <p:to>
                                        <p:strVal val="visible"/>
                                      </p:to>
                                    </p:set>
                                  </p:childTnLst>
                                </p:cTn>
                              </p:par>
                              <p:par>
                                <p:cTn id="439" presetID="1" presetClass="entr" presetSubtype="0" fill="hold" grpId="0" nodeType="withEffect">
                                  <p:stCondLst>
                                    <p:cond delay="0"/>
                                  </p:stCondLst>
                                  <p:childTnLst>
                                    <p:set>
                                      <p:cBhvr>
                                        <p:cTn id="440" dur="1" fill="hold">
                                          <p:stCondLst>
                                            <p:cond delay="0"/>
                                          </p:stCondLst>
                                        </p:cTn>
                                        <p:tgtEl>
                                          <p:spTgt spid="168"/>
                                        </p:tgtEl>
                                        <p:attrNameLst>
                                          <p:attrName>style.visibility</p:attrName>
                                        </p:attrNameLst>
                                      </p:cBhvr>
                                      <p:to>
                                        <p:strVal val="visible"/>
                                      </p:to>
                                    </p:set>
                                  </p:childTnLst>
                                </p:cTn>
                              </p:par>
                              <p:par>
                                <p:cTn id="441" presetID="1" presetClass="entr" presetSubtype="0" fill="hold" grpId="0" nodeType="withEffect">
                                  <p:stCondLst>
                                    <p:cond delay="0"/>
                                  </p:stCondLst>
                                  <p:childTnLst>
                                    <p:set>
                                      <p:cBhvr>
                                        <p:cTn id="442" dur="1" fill="hold">
                                          <p:stCondLst>
                                            <p:cond delay="0"/>
                                          </p:stCondLst>
                                        </p:cTn>
                                        <p:tgtEl>
                                          <p:spTgt spid="169"/>
                                        </p:tgtEl>
                                        <p:attrNameLst>
                                          <p:attrName>style.visibility</p:attrName>
                                        </p:attrNameLst>
                                      </p:cBhvr>
                                      <p:to>
                                        <p:strVal val="visible"/>
                                      </p:to>
                                    </p:set>
                                  </p:childTnLst>
                                </p:cTn>
                              </p:par>
                              <p:par>
                                <p:cTn id="443" presetID="1" presetClass="entr" presetSubtype="0" fill="hold" grpId="0" nodeType="withEffect">
                                  <p:stCondLst>
                                    <p:cond delay="0"/>
                                  </p:stCondLst>
                                  <p:childTnLst>
                                    <p:set>
                                      <p:cBhvr>
                                        <p:cTn id="444" dur="1" fill="hold">
                                          <p:stCondLst>
                                            <p:cond delay="0"/>
                                          </p:stCondLst>
                                        </p:cTn>
                                        <p:tgtEl>
                                          <p:spTgt spid="170"/>
                                        </p:tgtEl>
                                        <p:attrNameLst>
                                          <p:attrName>style.visibility</p:attrName>
                                        </p:attrNameLst>
                                      </p:cBhvr>
                                      <p:to>
                                        <p:strVal val="visible"/>
                                      </p:to>
                                    </p:set>
                                  </p:childTnLst>
                                </p:cTn>
                              </p:par>
                              <p:par>
                                <p:cTn id="445" presetID="1" presetClass="entr" presetSubtype="0" fill="hold" grpId="0" nodeType="withEffect">
                                  <p:stCondLst>
                                    <p:cond delay="0"/>
                                  </p:stCondLst>
                                  <p:childTnLst>
                                    <p:set>
                                      <p:cBhvr>
                                        <p:cTn id="446" dur="1" fill="hold">
                                          <p:stCondLst>
                                            <p:cond delay="0"/>
                                          </p:stCondLst>
                                        </p:cTn>
                                        <p:tgtEl>
                                          <p:spTgt spid="171"/>
                                        </p:tgtEl>
                                        <p:attrNameLst>
                                          <p:attrName>style.visibility</p:attrName>
                                        </p:attrNameLst>
                                      </p:cBhvr>
                                      <p:to>
                                        <p:strVal val="visible"/>
                                      </p:to>
                                    </p:set>
                                  </p:childTnLst>
                                </p:cTn>
                              </p:par>
                              <p:par>
                                <p:cTn id="447" presetID="1" presetClass="entr" presetSubtype="0" fill="hold" grpId="0" nodeType="withEffect">
                                  <p:stCondLst>
                                    <p:cond delay="0"/>
                                  </p:stCondLst>
                                  <p:childTnLst>
                                    <p:set>
                                      <p:cBhvr>
                                        <p:cTn id="448" dur="1" fill="hold">
                                          <p:stCondLst>
                                            <p:cond delay="0"/>
                                          </p:stCondLst>
                                        </p:cTn>
                                        <p:tgtEl>
                                          <p:spTgt spid="172"/>
                                        </p:tgtEl>
                                        <p:attrNameLst>
                                          <p:attrName>style.visibility</p:attrName>
                                        </p:attrNameLst>
                                      </p:cBhvr>
                                      <p:to>
                                        <p:strVal val="visible"/>
                                      </p:to>
                                    </p:set>
                                  </p:childTnLst>
                                </p:cTn>
                              </p:par>
                              <p:par>
                                <p:cTn id="449" presetID="1" presetClass="entr" presetSubtype="0" fill="hold" grpId="0" nodeType="withEffect">
                                  <p:stCondLst>
                                    <p:cond delay="0"/>
                                  </p:stCondLst>
                                  <p:childTnLst>
                                    <p:set>
                                      <p:cBhvr>
                                        <p:cTn id="450" dur="1" fill="hold">
                                          <p:stCondLst>
                                            <p:cond delay="0"/>
                                          </p:stCondLst>
                                        </p:cTn>
                                        <p:tgtEl>
                                          <p:spTgt spid="173"/>
                                        </p:tgtEl>
                                        <p:attrNameLst>
                                          <p:attrName>style.visibility</p:attrName>
                                        </p:attrNameLst>
                                      </p:cBhvr>
                                      <p:to>
                                        <p:strVal val="visible"/>
                                      </p:to>
                                    </p:set>
                                  </p:childTnLst>
                                </p:cTn>
                              </p:par>
                              <p:par>
                                <p:cTn id="451" presetID="1" presetClass="entr" presetSubtype="0" fill="hold" grpId="0" nodeType="withEffect">
                                  <p:stCondLst>
                                    <p:cond delay="0"/>
                                  </p:stCondLst>
                                  <p:childTnLst>
                                    <p:set>
                                      <p:cBhvr>
                                        <p:cTn id="452" dur="1" fill="hold">
                                          <p:stCondLst>
                                            <p:cond delay="0"/>
                                          </p:stCondLst>
                                        </p:cTn>
                                        <p:tgtEl>
                                          <p:spTgt spid="174"/>
                                        </p:tgtEl>
                                        <p:attrNameLst>
                                          <p:attrName>style.visibility</p:attrName>
                                        </p:attrNameLst>
                                      </p:cBhvr>
                                      <p:to>
                                        <p:strVal val="visible"/>
                                      </p:to>
                                    </p:set>
                                  </p:childTnLst>
                                </p:cTn>
                              </p:par>
                              <p:par>
                                <p:cTn id="453" presetID="1" presetClass="entr" presetSubtype="0" fill="hold" grpId="0" nodeType="withEffect">
                                  <p:stCondLst>
                                    <p:cond delay="0"/>
                                  </p:stCondLst>
                                  <p:childTnLst>
                                    <p:set>
                                      <p:cBhvr>
                                        <p:cTn id="454" dur="1" fill="hold">
                                          <p:stCondLst>
                                            <p:cond delay="0"/>
                                          </p:stCondLst>
                                        </p:cTn>
                                        <p:tgtEl>
                                          <p:spTgt spid="175"/>
                                        </p:tgtEl>
                                        <p:attrNameLst>
                                          <p:attrName>style.visibility</p:attrName>
                                        </p:attrNameLst>
                                      </p:cBhvr>
                                      <p:to>
                                        <p:strVal val="visible"/>
                                      </p:to>
                                    </p:set>
                                  </p:childTnLst>
                                </p:cTn>
                              </p:par>
                              <p:par>
                                <p:cTn id="455" presetID="1" presetClass="entr" presetSubtype="0" fill="hold" grpId="0" nodeType="withEffect">
                                  <p:stCondLst>
                                    <p:cond delay="0"/>
                                  </p:stCondLst>
                                  <p:childTnLst>
                                    <p:set>
                                      <p:cBhvr>
                                        <p:cTn id="456" dur="1" fill="hold">
                                          <p:stCondLst>
                                            <p:cond delay="0"/>
                                          </p:stCondLst>
                                        </p:cTn>
                                        <p:tgtEl>
                                          <p:spTgt spid="176"/>
                                        </p:tgtEl>
                                        <p:attrNameLst>
                                          <p:attrName>style.visibility</p:attrName>
                                        </p:attrNameLst>
                                      </p:cBhvr>
                                      <p:to>
                                        <p:strVal val="visible"/>
                                      </p:to>
                                    </p:set>
                                  </p:childTnLst>
                                </p:cTn>
                              </p:par>
                              <p:par>
                                <p:cTn id="457" presetID="1" presetClass="entr" presetSubtype="0" fill="hold" grpId="0" nodeType="withEffect">
                                  <p:stCondLst>
                                    <p:cond delay="0"/>
                                  </p:stCondLst>
                                  <p:childTnLst>
                                    <p:set>
                                      <p:cBhvr>
                                        <p:cTn id="458" dur="1" fill="hold">
                                          <p:stCondLst>
                                            <p:cond delay="0"/>
                                          </p:stCondLst>
                                        </p:cTn>
                                        <p:tgtEl>
                                          <p:spTgt spid="177"/>
                                        </p:tgtEl>
                                        <p:attrNameLst>
                                          <p:attrName>style.visibility</p:attrName>
                                        </p:attrNameLst>
                                      </p:cBhvr>
                                      <p:to>
                                        <p:strVal val="visible"/>
                                      </p:to>
                                    </p:set>
                                  </p:childTnLst>
                                </p:cTn>
                              </p:par>
                              <p:par>
                                <p:cTn id="459" presetID="1" presetClass="entr" presetSubtype="0" fill="hold" grpId="0" nodeType="withEffect">
                                  <p:stCondLst>
                                    <p:cond delay="0"/>
                                  </p:stCondLst>
                                  <p:childTnLst>
                                    <p:set>
                                      <p:cBhvr>
                                        <p:cTn id="460" dur="1" fill="hold">
                                          <p:stCondLst>
                                            <p:cond delay="0"/>
                                          </p:stCondLst>
                                        </p:cTn>
                                        <p:tgtEl>
                                          <p:spTgt spid="178"/>
                                        </p:tgtEl>
                                        <p:attrNameLst>
                                          <p:attrName>style.visibility</p:attrName>
                                        </p:attrNameLst>
                                      </p:cBhvr>
                                      <p:to>
                                        <p:strVal val="visible"/>
                                      </p:to>
                                    </p:set>
                                  </p:childTnLst>
                                </p:cTn>
                              </p:par>
                              <p:par>
                                <p:cTn id="461" presetID="1" presetClass="entr" presetSubtype="0" fill="hold" grpId="0" nodeType="withEffect">
                                  <p:stCondLst>
                                    <p:cond delay="0"/>
                                  </p:stCondLst>
                                  <p:childTnLst>
                                    <p:set>
                                      <p:cBhvr>
                                        <p:cTn id="462" dur="1" fill="hold">
                                          <p:stCondLst>
                                            <p:cond delay="0"/>
                                          </p:stCondLst>
                                        </p:cTn>
                                        <p:tgtEl>
                                          <p:spTgt spid="179"/>
                                        </p:tgtEl>
                                        <p:attrNameLst>
                                          <p:attrName>style.visibility</p:attrName>
                                        </p:attrNameLst>
                                      </p:cBhvr>
                                      <p:to>
                                        <p:strVal val="visible"/>
                                      </p:to>
                                    </p:set>
                                  </p:childTnLst>
                                </p:cTn>
                              </p:par>
                              <p:par>
                                <p:cTn id="463" presetID="1" presetClass="entr" presetSubtype="0" fill="hold" grpId="0" nodeType="withEffect">
                                  <p:stCondLst>
                                    <p:cond delay="0"/>
                                  </p:stCondLst>
                                  <p:childTnLst>
                                    <p:set>
                                      <p:cBhvr>
                                        <p:cTn id="464" dur="1" fill="hold">
                                          <p:stCondLst>
                                            <p:cond delay="0"/>
                                          </p:stCondLst>
                                        </p:cTn>
                                        <p:tgtEl>
                                          <p:spTgt spid="180"/>
                                        </p:tgtEl>
                                        <p:attrNameLst>
                                          <p:attrName>style.visibility</p:attrName>
                                        </p:attrNameLst>
                                      </p:cBhvr>
                                      <p:to>
                                        <p:strVal val="visible"/>
                                      </p:to>
                                    </p:set>
                                  </p:childTnLst>
                                </p:cTn>
                              </p:par>
                              <p:par>
                                <p:cTn id="465" presetID="1" presetClass="entr" presetSubtype="0" fill="hold" grpId="0" nodeType="withEffect">
                                  <p:stCondLst>
                                    <p:cond delay="0"/>
                                  </p:stCondLst>
                                  <p:childTnLst>
                                    <p:set>
                                      <p:cBhvr>
                                        <p:cTn id="466" dur="1" fill="hold">
                                          <p:stCondLst>
                                            <p:cond delay="0"/>
                                          </p:stCondLst>
                                        </p:cTn>
                                        <p:tgtEl>
                                          <p:spTgt spid="181"/>
                                        </p:tgtEl>
                                        <p:attrNameLst>
                                          <p:attrName>style.visibility</p:attrName>
                                        </p:attrNameLst>
                                      </p:cBhvr>
                                      <p:to>
                                        <p:strVal val="visible"/>
                                      </p:to>
                                    </p:set>
                                  </p:childTnLst>
                                </p:cTn>
                              </p:par>
                              <p:par>
                                <p:cTn id="467" presetID="1" presetClass="entr" presetSubtype="0" fill="hold" grpId="0" nodeType="withEffect">
                                  <p:stCondLst>
                                    <p:cond delay="0"/>
                                  </p:stCondLst>
                                  <p:childTnLst>
                                    <p:set>
                                      <p:cBhvr>
                                        <p:cTn id="468" dur="1" fill="hold">
                                          <p:stCondLst>
                                            <p:cond delay="0"/>
                                          </p:stCondLst>
                                        </p:cTn>
                                        <p:tgtEl>
                                          <p:spTgt spid="182"/>
                                        </p:tgtEl>
                                        <p:attrNameLst>
                                          <p:attrName>style.visibility</p:attrName>
                                        </p:attrNameLst>
                                      </p:cBhvr>
                                      <p:to>
                                        <p:strVal val="visible"/>
                                      </p:to>
                                    </p:set>
                                  </p:childTnLst>
                                </p:cTn>
                              </p:par>
                              <p:par>
                                <p:cTn id="469" presetID="1" presetClass="entr" presetSubtype="0" fill="hold" grpId="0" nodeType="withEffect">
                                  <p:stCondLst>
                                    <p:cond delay="0"/>
                                  </p:stCondLst>
                                  <p:childTnLst>
                                    <p:set>
                                      <p:cBhvr>
                                        <p:cTn id="470" dur="1" fill="hold">
                                          <p:stCondLst>
                                            <p:cond delay="0"/>
                                          </p:stCondLst>
                                        </p:cTn>
                                        <p:tgtEl>
                                          <p:spTgt spid="183"/>
                                        </p:tgtEl>
                                        <p:attrNameLst>
                                          <p:attrName>style.visibility</p:attrName>
                                        </p:attrNameLst>
                                      </p:cBhvr>
                                      <p:to>
                                        <p:strVal val="visible"/>
                                      </p:to>
                                    </p:set>
                                  </p:childTnLst>
                                </p:cTn>
                              </p:par>
                              <p:par>
                                <p:cTn id="471" presetID="1" presetClass="entr" presetSubtype="0" fill="hold" grpId="0" nodeType="withEffect">
                                  <p:stCondLst>
                                    <p:cond delay="0"/>
                                  </p:stCondLst>
                                  <p:childTnLst>
                                    <p:set>
                                      <p:cBhvr>
                                        <p:cTn id="472" dur="1" fill="hold">
                                          <p:stCondLst>
                                            <p:cond delay="0"/>
                                          </p:stCondLst>
                                        </p:cTn>
                                        <p:tgtEl>
                                          <p:spTgt spid="184"/>
                                        </p:tgtEl>
                                        <p:attrNameLst>
                                          <p:attrName>style.visibility</p:attrName>
                                        </p:attrNameLst>
                                      </p:cBhvr>
                                      <p:to>
                                        <p:strVal val="visible"/>
                                      </p:to>
                                    </p:set>
                                  </p:childTnLst>
                                </p:cTn>
                              </p:par>
                              <p:par>
                                <p:cTn id="473" presetID="1" presetClass="entr" presetSubtype="0" fill="hold" grpId="0" nodeType="withEffect">
                                  <p:stCondLst>
                                    <p:cond delay="0"/>
                                  </p:stCondLst>
                                  <p:childTnLst>
                                    <p:set>
                                      <p:cBhvr>
                                        <p:cTn id="474" dur="1" fill="hold">
                                          <p:stCondLst>
                                            <p:cond delay="0"/>
                                          </p:stCondLst>
                                        </p:cTn>
                                        <p:tgtEl>
                                          <p:spTgt spid="185"/>
                                        </p:tgtEl>
                                        <p:attrNameLst>
                                          <p:attrName>style.visibility</p:attrName>
                                        </p:attrNameLst>
                                      </p:cBhvr>
                                      <p:to>
                                        <p:strVal val="visible"/>
                                      </p:to>
                                    </p:set>
                                  </p:childTnLst>
                                </p:cTn>
                              </p:par>
                              <p:par>
                                <p:cTn id="475" presetID="1" presetClass="entr" presetSubtype="0" fill="hold" grpId="0" nodeType="withEffect">
                                  <p:stCondLst>
                                    <p:cond delay="0"/>
                                  </p:stCondLst>
                                  <p:childTnLst>
                                    <p:set>
                                      <p:cBhvr>
                                        <p:cTn id="476" dur="1" fill="hold">
                                          <p:stCondLst>
                                            <p:cond delay="0"/>
                                          </p:stCondLst>
                                        </p:cTn>
                                        <p:tgtEl>
                                          <p:spTgt spid="186"/>
                                        </p:tgtEl>
                                        <p:attrNameLst>
                                          <p:attrName>style.visibility</p:attrName>
                                        </p:attrNameLst>
                                      </p:cBhvr>
                                      <p:to>
                                        <p:strVal val="visible"/>
                                      </p:to>
                                    </p:set>
                                  </p:childTnLst>
                                </p:cTn>
                              </p:par>
                              <p:par>
                                <p:cTn id="477" presetID="1" presetClass="entr" presetSubtype="0" fill="hold" grpId="0" nodeType="withEffect">
                                  <p:stCondLst>
                                    <p:cond delay="0"/>
                                  </p:stCondLst>
                                  <p:childTnLst>
                                    <p:set>
                                      <p:cBhvr>
                                        <p:cTn id="478" dur="1" fill="hold">
                                          <p:stCondLst>
                                            <p:cond delay="0"/>
                                          </p:stCondLst>
                                        </p:cTn>
                                        <p:tgtEl>
                                          <p:spTgt spid="187"/>
                                        </p:tgtEl>
                                        <p:attrNameLst>
                                          <p:attrName>style.visibility</p:attrName>
                                        </p:attrNameLst>
                                      </p:cBhvr>
                                      <p:to>
                                        <p:strVal val="visible"/>
                                      </p:to>
                                    </p:set>
                                  </p:childTnLst>
                                </p:cTn>
                              </p:par>
                              <p:par>
                                <p:cTn id="479" presetID="1" presetClass="entr" presetSubtype="0" fill="hold" grpId="0" nodeType="withEffect">
                                  <p:stCondLst>
                                    <p:cond delay="0"/>
                                  </p:stCondLst>
                                  <p:childTnLst>
                                    <p:set>
                                      <p:cBhvr>
                                        <p:cTn id="480" dur="1" fill="hold">
                                          <p:stCondLst>
                                            <p:cond delay="0"/>
                                          </p:stCondLst>
                                        </p:cTn>
                                        <p:tgtEl>
                                          <p:spTgt spid="188"/>
                                        </p:tgtEl>
                                        <p:attrNameLst>
                                          <p:attrName>style.visibility</p:attrName>
                                        </p:attrNameLst>
                                      </p:cBhvr>
                                      <p:to>
                                        <p:strVal val="visible"/>
                                      </p:to>
                                    </p:set>
                                  </p:childTnLst>
                                </p:cTn>
                              </p:par>
                              <p:par>
                                <p:cTn id="481" presetID="1" presetClass="entr" presetSubtype="0" fill="hold" grpId="0" nodeType="withEffect">
                                  <p:stCondLst>
                                    <p:cond delay="0"/>
                                  </p:stCondLst>
                                  <p:childTnLst>
                                    <p:set>
                                      <p:cBhvr>
                                        <p:cTn id="482" dur="1" fill="hold">
                                          <p:stCondLst>
                                            <p:cond delay="0"/>
                                          </p:stCondLst>
                                        </p:cTn>
                                        <p:tgtEl>
                                          <p:spTgt spid="189"/>
                                        </p:tgtEl>
                                        <p:attrNameLst>
                                          <p:attrName>style.visibility</p:attrName>
                                        </p:attrNameLst>
                                      </p:cBhvr>
                                      <p:to>
                                        <p:strVal val="visible"/>
                                      </p:to>
                                    </p:set>
                                  </p:childTnLst>
                                </p:cTn>
                              </p:par>
                              <p:par>
                                <p:cTn id="483" presetID="1" presetClass="entr" presetSubtype="0" fill="hold" grpId="0" nodeType="withEffect">
                                  <p:stCondLst>
                                    <p:cond delay="0"/>
                                  </p:stCondLst>
                                  <p:childTnLst>
                                    <p:set>
                                      <p:cBhvr>
                                        <p:cTn id="484" dur="1" fill="hold">
                                          <p:stCondLst>
                                            <p:cond delay="0"/>
                                          </p:stCondLst>
                                        </p:cTn>
                                        <p:tgtEl>
                                          <p:spTgt spid="190"/>
                                        </p:tgtEl>
                                        <p:attrNameLst>
                                          <p:attrName>style.visibility</p:attrName>
                                        </p:attrNameLst>
                                      </p:cBhvr>
                                      <p:to>
                                        <p:strVal val="visible"/>
                                      </p:to>
                                    </p:set>
                                  </p:childTnLst>
                                </p:cTn>
                              </p:par>
                              <p:par>
                                <p:cTn id="485" presetID="1" presetClass="entr" presetSubtype="0" fill="hold" grpId="0" nodeType="withEffect">
                                  <p:stCondLst>
                                    <p:cond delay="0"/>
                                  </p:stCondLst>
                                  <p:childTnLst>
                                    <p:set>
                                      <p:cBhvr>
                                        <p:cTn id="486" dur="1" fill="hold">
                                          <p:stCondLst>
                                            <p:cond delay="0"/>
                                          </p:stCondLst>
                                        </p:cTn>
                                        <p:tgtEl>
                                          <p:spTgt spid="191"/>
                                        </p:tgtEl>
                                        <p:attrNameLst>
                                          <p:attrName>style.visibility</p:attrName>
                                        </p:attrNameLst>
                                      </p:cBhvr>
                                      <p:to>
                                        <p:strVal val="visible"/>
                                      </p:to>
                                    </p:set>
                                  </p:childTnLst>
                                </p:cTn>
                              </p:par>
                              <p:par>
                                <p:cTn id="487" presetID="1" presetClass="entr" presetSubtype="0" fill="hold" grpId="0" nodeType="withEffect">
                                  <p:stCondLst>
                                    <p:cond delay="0"/>
                                  </p:stCondLst>
                                  <p:childTnLst>
                                    <p:set>
                                      <p:cBhvr>
                                        <p:cTn id="488" dur="1" fill="hold">
                                          <p:stCondLst>
                                            <p:cond delay="0"/>
                                          </p:stCondLst>
                                        </p:cTn>
                                        <p:tgtEl>
                                          <p:spTgt spid="192"/>
                                        </p:tgtEl>
                                        <p:attrNameLst>
                                          <p:attrName>style.visibility</p:attrName>
                                        </p:attrNameLst>
                                      </p:cBhvr>
                                      <p:to>
                                        <p:strVal val="visible"/>
                                      </p:to>
                                    </p:set>
                                  </p:childTnLst>
                                </p:cTn>
                              </p:par>
                              <p:par>
                                <p:cTn id="489" presetID="1" presetClass="entr" presetSubtype="0" fill="hold" grpId="0" nodeType="withEffect">
                                  <p:stCondLst>
                                    <p:cond delay="0"/>
                                  </p:stCondLst>
                                  <p:childTnLst>
                                    <p:set>
                                      <p:cBhvr>
                                        <p:cTn id="490" dur="1" fill="hold">
                                          <p:stCondLst>
                                            <p:cond delay="0"/>
                                          </p:stCondLst>
                                        </p:cTn>
                                        <p:tgtEl>
                                          <p:spTgt spid="193"/>
                                        </p:tgtEl>
                                        <p:attrNameLst>
                                          <p:attrName>style.visibility</p:attrName>
                                        </p:attrNameLst>
                                      </p:cBhvr>
                                      <p:to>
                                        <p:strVal val="visible"/>
                                      </p:to>
                                    </p:set>
                                  </p:childTnLst>
                                </p:cTn>
                              </p:par>
                              <p:par>
                                <p:cTn id="491" presetID="1" presetClass="entr" presetSubtype="0" fill="hold" grpId="0" nodeType="withEffect">
                                  <p:stCondLst>
                                    <p:cond delay="0"/>
                                  </p:stCondLst>
                                  <p:childTnLst>
                                    <p:set>
                                      <p:cBhvr>
                                        <p:cTn id="492" dur="1" fill="hold">
                                          <p:stCondLst>
                                            <p:cond delay="0"/>
                                          </p:stCondLst>
                                        </p:cTn>
                                        <p:tgtEl>
                                          <p:spTgt spid="194"/>
                                        </p:tgtEl>
                                        <p:attrNameLst>
                                          <p:attrName>style.visibility</p:attrName>
                                        </p:attrNameLst>
                                      </p:cBhvr>
                                      <p:to>
                                        <p:strVal val="visible"/>
                                      </p:to>
                                    </p:set>
                                  </p:childTnLst>
                                </p:cTn>
                              </p:par>
                              <p:par>
                                <p:cTn id="493" presetID="1" presetClass="entr" presetSubtype="0" fill="hold" grpId="0" nodeType="withEffect">
                                  <p:stCondLst>
                                    <p:cond delay="0"/>
                                  </p:stCondLst>
                                  <p:childTnLst>
                                    <p:set>
                                      <p:cBhvr>
                                        <p:cTn id="494" dur="1" fill="hold">
                                          <p:stCondLst>
                                            <p:cond delay="0"/>
                                          </p:stCondLst>
                                        </p:cTn>
                                        <p:tgtEl>
                                          <p:spTgt spid="195"/>
                                        </p:tgtEl>
                                        <p:attrNameLst>
                                          <p:attrName>style.visibility</p:attrName>
                                        </p:attrNameLst>
                                      </p:cBhvr>
                                      <p:to>
                                        <p:strVal val="visible"/>
                                      </p:to>
                                    </p:set>
                                  </p:childTnLst>
                                </p:cTn>
                              </p:par>
                              <p:par>
                                <p:cTn id="495" presetID="1" presetClass="entr" presetSubtype="0" fill="hold" grpId="0" nodeType="withEffect">
                                  <p:stCondLst>
                                    <p:cond delay="0"/>
                                  </p:stCondLst>
                                  <p:childTnLst>
                                    <p:set>
                                      <p:cBhvr>
                                        <p:cTn id="496" dur="1" fill="hold">
                                          <p:stCondLst>
                                            <p:cond delay="0"/>
                                          </p:stCondLst>
                                        </p:cTn>
                                        <p:tgtEl>
                                          <p:spTgt spid="196"/>
                                        </p:tgtEl>
                                        <p:attrNameLst>
                                          <p:attrName>style.visibility</p:attrName>
                                        </p:attrNameLst>
                                      </p:cBhvr>
                                      <p:to>
                                        <p:strVal val="visible"/>
                                      </p:to>
                                    </p:set>
                                  </p:childTnLst>
                                </p:cTn>
                              </p:par>
                              <p:par>
                                <p:cTn id="497" presetID="1" presetClass="entr" presetSubtype="0" fill="hold" grpId="0" nodeType="withEffect">
                                  <p:stCondLst>
                                    <p:cond delay="0"/>
                                  </p:stCondLst>
                                  <p:childTnLst>
                                    <p:set>
                                      <p:cBhvr>
                                        <p:cTn id="498" dur="1" fill="hold">
                                          <p:stCondLst>
                                            <p:cond delay="0"/>
                                          </p:stCondLst>
                                        </p:cTn>
                                        <p:tgtEl>
                                          <p:spTgt spid="197"/>
                                        </p:tgtEl>
                                        <p:attrNameLst>
                                          <p:attrName>style.visibility</p:attrName>
                                        </p:attrNameLst>
                                      </p:cBhvr>
                                      <p:to>
                                        <p:strVal val="visible"/>
                                      </p:to>
                                    </p:set>
                                  </p:childTnLst>
                                </p:cTn>
                              </p:par>
                              <p:par>
                                <p:cTn id="499" presetID="1" presetClass="entr" presetSubtype="0" fill="hold" grpId="0" nodeType="withEffect">
                                  <p:stCondLst>
                                    <p:cond delay="0"/>
                                  </p:stCondLst>
                                  <p:childTnLst>
                                    <p:set>
                                      <p:cBhvr>
                                        <p:cTn id="500" dur="1" fill="hold">
                                          <p:stCondLst>
                                            <p:cond delay="0"/>
                                          </p:stCondLst>
                                        </p:cTn>
                                        <p:tgtEl>
                                          <p:spTgt spid="198"/>
                                        </p:tgtEl>
                                        <p:attrNameLst>
                                          <p:attrName>style.visibility</p:attrName>
                                        </p:attrNameLst>
                                      </p:cBhvr>
                                      <p:to>
                                        <p:strVal val="visible"/>
                                      </p:to>
                                    </p:set>
                                  </p:childTnLst>
                                </p:cTn>
                              </p:par>
                              <p:par>
                                <p:cTn id="501" presetID="1" presetClass="entr" presetSubtype="0" fill="hold" grpId="0" nodeType="withEffect">
                                  <p:stCondLst>
                                    <p:cond delay="0"/>
                                  </p:stCondLst>
                                  <p:childTnLst>
                                    <p:set>
                                      <p:cBhvr>
                                        <p:cTn id="502" dur="1" fill="hold">
                                          <p:stCondLst>
                                            <p:cond delay="0"/>
                                          </p:stCondLst>
                                        </p:cTn>
                                        <p:tgtEl>
                                          <p:spTgt spid="199"/>
                                        </p:tgtEl>
                                        <p:attrNameLst>
                                          <p:attrName>style.visibility</p:attrName>
                                        </p:attrNameLst>
                                      </p:cBhvr>
                                      <p:to>
                                        <p:strVal val="visible"/>
                                      </p:to>
                                    </p:set>
                                  </p:childTnLst>
                                </p:cTn>
                              </p:par>
                              <p:par>
                                <p:cTn id="503" presetID="1" presetClass="entr" presetSubtype="0" fill="hold" grpId="0" nodeType="withEffect">
                                  <p:stCondLst>
                                    <p:cond delay="0"/>
                                  </p:stCondLst>
                                  <p:childTnLst>
                                    <p:set>
                                      <p:cBhvr>
                                        <p:cTn id="504" dur="1" fill="hold">
                                          <p:stCondLst>
                                            <p:cond delay="0"/>
                                          </p:stCondLst>
                                        </p:cTn>
                                        <p:tgtEl>
                                          <p:spTgt spid="200"/>
                                        </p:tgtEl>
                                        <p:attrNameLst>
                                          <p:attrName>style.visibility</p:attrName>
                                        </p:attrNameLst>
                                      </p:cBhvr>
                                      <p:to>
                                        <p:strVal val="visible"/>
                                      </p:to>
                                    </p:set>
                                  </p:childTnLst>
                                </p:cTn>
                              </p:par>
                              <p:par>
                                <p:cTn id="505" presetID="1" presetClass="entr" presetSubtype="0" fill="hold" grpId="0" nodeType="withEffect">
                                  <p:stCondLst>
                                    <p:cond delay="0"/>
                                  </p:stCondLst>
                                  <p:childTnLst>
                                    <p:set>
                                      <p:cBhvr>
                                        <p:cTn id="506" dur="1" fill="hold">
                                          <p:stCondLst>
                                            <p:cond delay="0"/>
                                          </p:stCondLst>
                                        </p:cTn>
                                        <p:tgtEl>
                                          <p:spTgt spid="201"/>
                                        </p:tgtEl>
                                        <p:attrNameLst>
                                          <p:attrName>style.visibility</p:attrName>
                                        </p:attrNameLst>
                                      </p:cBhvr>
                                      <p:to>
                                        <p:strVal val="visible"/>
                                      </p:to>
                                    </p:set>
                                  </p:childTnLst>
                                </p:cTn>
                              </p:par>
                              <p:par>
                                <p:cTn id="507" presetID="1" presetClass="entr" presetSubtype="0" fill="hold" grpId="0" nodeType="withEffect">
                                  <p:stCondLst>
                                    <p:cond delay="0"/>
                                  </p:stCondLst>
                                  <p:childTnLst>
                                    <p:set>
                                      <p:cBhvr>
                                        <p:cTn id="508" dur="1" fill="hold">
                                          <p:stCondLst>
                                            <p:cond delay="0"/>
                                          </p:stCondLst>
                                        </p:cTn>
                                        <p:tgtEl>
                                          <p:spTgt spid="202"/>
                                        </p:tgtEl>
                                        <p:attrNameLst>
                                          <p:attrName>style.visibility</p:attrName>
                                        </p:attrNameLst>
                                      </p:cBhvr>
                                      <p:to>
                                        <p:strVal val="visible"/>
                                      </p:to>
                                    </p:set>
                                  </p:childTnLst>
                                </p:cTn>
                              </p:par>
                              <p:par>
                                <p:cTn id="509" presetID="1" presetClass="entr" presetSubtype="0" fill="hold" grpId="0" nodeType="withEffect">
                                  <p:stCondLst>
                                    <p:cond delay="0"/>
                                  </p:stCondLst>
                                  <p:childTnLst>
                                    <p:set>
                                      <p:cBhvr>
                                        <p:cTn id="510" dur="1" fill="hold">
                                          <p:stCondLst>
                                            <p:cond delay="0"/>
                                          </p:stCondLst>
                                        </p:cTn>
                                        <p:tgtEl>
                                          <p:spTgt spid="203"/>
                                        </p:tgtEl>
                                        <p:attrNameLst>
                                          <p:attrName>style.visibility</p:attrName>
                                        </p:attrNameLst>
                                      </p:cBhvr>
                                      <p:to>
                                        <p:strVal val="visible"/>
                                      </p:to>
                                    </p:set>
                                  </p:childTnLst>
                                </p:cTn>
                              </p:par>
                              <p:par>
                                <p:cTn id="511" presetID="1" presetClass="entr" presetSubtype="0" fill="hold" grpId="0" nodeType="withEffect">
                                  <p:stCondLst>
                                    <p:cond delay="0"/>
                                  </p:stCondLst>
                                  <p:childTnLst>
                                    <p:set>
                                      <p:cBhvr>
                                        <p:cTn id="512" dur="1" fill="hold">
                                          <p:stCondLst>
                                            <p:cond delay="0"/>
                                          </p:stCondLst>
                                        </p:cTn>
                                        <p:tgtEl>
                                          <p:spTgt spid="204"/>
                                        </p:tgtEl>
                                        <p:attrNameLst>
                                          <p:attrName>style.visibility</p:attrName>
                                        </p:attrNameLst>
                                      </p:cBhvr>
                                      <p:to>
                                        <p:strVal val="visible"/>
                                      </p:to>
                                    </p:set>
                                  </p:childTnLst>
                                </p:cTn>
                              </p:par>
                              <p:par>
                                <p:cTn id="513" presetID="1" presetClass="entr" presetSubtype="0" fill="hold" grpId="0" nodeType="withEffect">
                                  <p:stCondLst>
                                    <p:cond delay="0"/>
                                  </p:stCondLst>
                                  <p:childTnLst>
                                    <p:set>
                                      <p:cBhvr>
                                        <p:cTn id="514" dur="1" fill="hold">
                                          <p:stCondLst>
                                            <p:cond delay="0"/>
                                          </p:stCondLst>
                                        </p:cTn>
                                        <p:tgtEl>
                                          <p:spTgt spid="205"/>
                                        </p:tgtEl>
                                        <p:attrNameLst>
                                          <p:attrName>style.visibility</p:attrName>
                                        </p:attrNameLst>
                                      </p:cBhvr>
                                      <p:to>
                                        <p:strVal val="visible"/>
                                      </p:to>
                                    </p:set>
                                  </p:childTnLst>
                                </p:cTn>
                              </p:par>
                              <p:par>
                                <p:cTn id="515" presetID="1" presetClass="entr" presetSubtype="0" fill="hold" grpId="0" nodeType="withEffect">
                                  <p:stCondLst>
                                    <p:cond delay="0"/>
                                  </p:stCondLst>
                                  <p:childTnLst>
                                    <p:set>
                                      <p:cBhvr>
                                        <p:cTn id="516" dur="1" fill="hold">
                                          <p:stCondLst>
                                            <p:cond delay="0"/>
                                          </p:stCondLst>
                                        </p:cTn>
                                        <p:tgtEl>
                                          <p:spTgt spid="206"/>
                                        </p:tgtEl>
                                        <p:attrNameLst>
                                          <p:attrName>style.visibility</p:attrName>
                                        </p:attrNameLst>
                                      </p:cBhvr>
                                      <p:to>
                                        <p:strVal val="visible"/>
                                      </p:to>
                                    </p:set>
                                  </p:childTnLst>
                                </p:cTn>
                              </p:par>
                              <p:par>
                                <p:cTn id="517" presetID="1" presetClass="entr" presetSubtype="0" fill="hold" grpId="0" nodeType="withEffect">
                                  <p:stCondLst>
                                    <p:cond delay="0"/>
                                  </p:stCondLst>
                                  <p:childTnLst>
                                    <p:set>
                                      <p:cBhvr>
                                        <p:cTn id="518" dur="1" fill="hold">
                                          <p:stCondLst>
                                            <p:cond delay="0"/>
                                          </p:stCondLst>
                                        </p:cTn>
                                        <p:tgtEl>
                                          <p:spTgt spid="207"/>
                                        </p:tgtEl>
                                        <p:attrNameLst>
                                          <p:attrName>style.visibility</p:attrName>
                                        </p:attrNameLst>
                                      </p:cBhvr>
                                      <p:to>
                                        <p:strVal val="visible"/>
                                      </p:to>
                                    </p:set>
                                  </p:childTnLst>
                                </p:cTn>
                              </p:par>
                              <p:par>
                                <p:cTn id="519" presetID="1" presetClass="entr" presetSubtype="0" fill="hold" grpId="0" nodeType="withEffect">
                                  <p:stCondLst>
                                    <p:cond delay="0"/>
                                  </p:stCondLst>
                                  <p:childTnLst>
                                    <p:set>
                                      <p:cBhvr>
                                        <p:cTn id="520" dur="1" fill="hold">
                                          <p:stCondLst>
                                            <p:cond delay="0"/>
                                          </p:stCondLst>
                                        </p:cTn>
                                        <p:tgtEl>
                                          <p:spTgt spid="208"/>
                                        </p:tgtEl>
                                        <p:attrNameLst>
                                          <p:attrName>style.visibility</p:attrName>
                                        </p:attrNameLst>
                                      </p:cBhvr>
                                      <p:to>
                                        <p:strVal val="visible"/>
                                      </p:to>
                                    </p:set>
                                  </p:childTnLst>
                                </p:cTn>
                              </p:par>
                              <p:par>
                                <p:cTn id="521" presetID="10" presetClass="entr" presetSubtype="0" fill="hold" grpId="0" nodeType="withEffect">
                                  <p:stCondLst>
                                    <p:cond delay="0"/>
                                  </p:stCondLst>
                                  <p:childTnLst>
                                    <p:set>
                                      <p:cBhvr>
                                        <p:cTn id="522" dur="1" fill="hold">
                                          <p:stCondLst>
                                            <p:cond delay="0"/>
                                          </p:stCondLst>
                                        </p:cTn>
                                        <p:tgtEl>
                                          <p:spTgt spid="341"/>
                                        </p:tgtEl>
                                        <p:attrNameLst>
                                          <p:attrName>style.visibility</p:attrName>
                                        </p:attrNameLst>
                                      </p:cBhvr>
                                      <p:to>
                                        <p:strVal val="visible"/>
                                      </p:to>
                                    </p:set>
                                    <p:animEffect transition="in" filter="fade">
                                      <p:cBhvr>
                                        <p:cTn id="523" dur="420"/>
                                        <p:tgtEl>
                                          <p:spTgt spid="341"/>
                                        </p:tgtEl>
                                      </p:cBhvr>
                                    </p:animEffect>
                                  </p:childTnLst>
                                </p:cTn>
                              </p:par>
                              <p:par>
                                <p:cTn id="524" presetID="10" presetClass="entr" presetSubtype="0" fill="hold" grpId="0" nodeType="withEffect">
                                  <p:stCondLst>
                                    <p:cond delay="0"/>
                                  </p:stCondLst>
                                  <p:childTnLst>
                                    <p:set>
                                      <p:cBhvr>
                                        <p:cTn id="525" dur="1" fill="hold">
                                          <p:stCondLst>
                                            <p:cond delay="0"/>
                                          </p:stCondLst>
                                        </p:cTn>
                                        <p:tgtEl>
                                          <p:spTgt spid="346"/>
                                        </p:tgtEl>
                                        <p:attrNameLst>
                                          <p:attrName>style.visibility</p:attrName>
                                        </p:attrNameLst>
                                      </p:cBhvr>
                                      <p:to>
                                        <p:strVal val="visible"/>
                                      </p:to>
                                    </p:set>
                                    <p:animEffect transition="in" filter="fade">
                                      <p:cBhvr>
                                        <p:cTn id="526" dur="420"/>
                                        <p:tgtEl>
                                          <p:spTgt spid="346"/>
                                        </p:tgtEl>
                                      </p:cBhvr>
                                    </p:animEffect>
                                  </p:childTnLst>
                                </p:cTn>
                              </p:par>
                              <p:par>
                                <p:cTn id="527" presetID="10" presetClass="entr" presetSubtype="0" fill="hold" grpId="0" nodeType="withEffect">
                                  <p:stCondLst>
                                    <p:cond delay="0"/>
                                  </p:stCondLst>
                                  <p:childTnLst>
                                    <p:set>
                                      <p:cBhvr>
                                        <p:cTn id="528" dur="1" fill="hold">
                                          <p:stCondLst>
                                            <p:cond delay="0"/>
                                          </p:stCondLst>
                                        </p:cTn>
                                        <p:tgtEl>
                                          <p:spTgt spid="351"/>
                                        </p:tgtEl>
                                        <p:attrNameLst>
                                          <p:attrName>style.visibility</p:attrName>
                                        </p:attrNameLst>
                                      </p:cBhvr>
                                      <p:to>
                                        <p:strVal val="visible"/>
                                      </p:to>
                                    </p:set>
                                    <p:animEffect transition="in" filter="fade">
                                      <p:cBhvr>
                                        <p:cTn id="529" dur="420"/>
                                        <p:tgtEl>
                                          <p:spTgt spid="351"/>
                                        </p:tgtEl>
                                      </p:cBhvr>
                                    </p:animEffect>
                                  </p:childTnLst>
                                </p:cTn>
                              </p:par>
                              <p:par>
                                <p:cTn id="530" presetID="10" presetClass="entr" presetSubtype="0" fill="hold" grpId="0" nodeType="withEffect">
                                  <p:stCondLst>
                                    <p:cond delay="0"/>
                                  </p:stCondLst>
                                  <p:childTnLst>
                                    <p:set>
                                      <p:cBhvr>
                                        <p:cTn id="531" dur="1" fill="hold">
                                          <p:stCondLst>
                                            <p:cond delay="0"/>
                                          </p:stCondLst>
                                        </p:cTn>
                                        <p:tgtEl>
                                          <p:spTgt spid="355"/>
                                        </p:tgtEl>
                                        <p:attrNameLst>
                                          <p:attrName>style.visibility</p:attrName>
                                        </p:attrNameLst>
                                      </p:cBhvr>
                                      <p:to>
                                        <p:strVal val="visible"/>
                                      </p:to>
                                    </p:set>
                                    <p:animEffect transition="in" filter="fade">
                                      <p:cBhvr>
                                        <p:cTn id="532" dur="420"/>
                                        <p:tgtEl>
                                          <p:spTgt spid="355"/>
                                        </p:tgtEl>
                                      </p:cBhvr>
                                    </p:animEffect>
                                  </p:childTnLst>
                                </p:cTn>
                              </p:par>
                              <p:par>
                                <p:cTn id="533" presetID="10" presetClass="entr" presetSubtype="0" fill="hold" grpId="0" nodeType="withEffect">
                                  <p:stCondLst>
                                    <p:cond delay="0"/>
                                  </p:stCondLst>
                                  <p:childTnLst>
                                    <p:set>
                                      <p:cBhvr>
                                        <p:cTn id="534" dur="1" fill="hold">
                                          <p:stCondLst>
                                            <p:cond delay="0"/>
                                          </p:stCondLst>
                                        </p:cTn>
                                        <p:tgtEl>
                                          <p:spTgt spid="360"/>
                                        </p:tgtEl>
                                        <p:attrNameLst>
                                          <p:attrName>style.visibility</p:attrName>
                                        </p:attrNameLst>
                                      </p:cBhvr>
                                      <p:to>
                                        <p:strVal val="visible"/>
                                      </p:to>
                                    </p:set>
                                    <p:animEffect transition="in" filter="fade">
                                      <p:cBhvr>
                                        <p:cTn id="535" dur="420"/>
                                        <p:tgtEl>
                                          <p:spTgt spid="360"/>
                                        </p:tgtEl>
                                      </p:cBhvr>
                                    </p:animEffect>
                                  </p:childTnLst>
                                </p:cTn>
                              </p:par>
                              <p:par>
                                <p:cTn id="536" presetID="1" presetClass="entr" presetSubtype="0" fill="hold" grpId="0" nodeType="withEffect">
                                  <p:stCondLst>
                                    <p:cond delay="0"/>
                                  </p:stCondLst>
                                  <p:childTnLst>
                                    <p:set>
                                      <p:cBhvr>
                                        <p:cTn id="537" dur="1" fill="hold">
                                          <p:stCondLst>
                                            <p:cond delay="0"/>
                                          </p:stCondLst>
                                        </p:cTn>
                                        <p:tgtEl>
                                          <p:spTgt spid="369"/>
                                        </p:tgtEl>
                                        <p:attrNameLst>
                                          <p:attrName>style.visibility</p:attrName>
                                        </p:attrNameLst>
                                      </p:cBhvr>
                                      <p:to>
                                        <p:strVal val="visible"/>
                                      </p:to>
                                    </p:set>
                                  </p:childTnLst>
                                </p:cTn>
                              </p:par>
                              <p:par>
                                <p:cTn id="538" presetID="1" presetClass="entr" presetSubtype="0" fill="hold" grpId="0" nodeType="withEffect">
                                  <p:stCondLst>
                                    <p:cond delay="0"/>
                                  </p:stCondLst>
                                  <p:childTnLst>
                                    <p:set>
                                      <p:cBhvr>
                                        <p:cTn id="539" dur="1" fill="hold">
                                          <p:stCondLst>
                                            <p:cond delay="0"/>
                                          </p:stCondLst>
                                        </p:cTn>
                                        <p:tgtEl>
                                          <p:spTgt spid="370"/>
                                        </p:tgtEl>
                                        <p:attrNameLst>
                                          <p:attrName>style.visibility</p:attrName>
                                        </p:attrNameLst>
                                      </p:cBhvr>
                                      <p:to>
                                        <p:strVal val="visible"/>
                                      </p:to>
                                    </p:set>
                                  </p:childTnLst>
                                </p:cTn>
                              </p:par>
                              <p:par>
                                <p:cTn id="540" presetID="1" presetClass="entr" presetSubtype="0" fill="hold" grpId="0" nodeType="withEffect">
                                  <p:stCondLst>
                                    <p:cond delay="0"/>
                                  </p:stCondLst>
                                  <p:childTnLst>
                                    <p:set>
                                      <p:cBhvr>
                                        <p:cTn id="541" dur="1" fill="hold">
                                          <p:stCondLst>
                                            <p:cond delay="0"/>
                                          </p:stCondLst>
                                        </p:cTn>
                                        <p:tgtEl>
                                          <p:spTgt spid="371"/>
                                        </p:tgtEl>
                                        <p:attrNameLst>
                                          <p:attrName>style.visibility</p:attrName>
                                        </p:attrNameLst>
                                      </p:cBhvr>
                                      <p:to>
                                        <p:strVal val="visible"/>
                                      </p:to>
                                    </p:set>
                                  </p:childTnLst>
                                </p:cTn>
                              </p:par>
                              <p:par>
                                <p:cTn id="542" presetID="1" presetClass="entr" presetSubtype="0" fill="hold" grpId="0" nodeType="withEffect">
                                  <p:stCondLst>
                                    <p:cond delay="0"/>
                                  </p:stCondLst>
                                  <p:childTnLst>
                                    <p:set>
                                      <p:cBhvr>
                                        <p:cTn id="543" dur="1" fill="hold">
                                          <p:stCondLst>
                                            <p:cond delay="0"/>
                                          </p:stCondLst>
                                        </p:cTn>
                                        <p:tgtEl>
                                          <p:spTgt spid="372"/>
                                        </p:tgtEl>
                                        <p:attrNameLst>
                                          <p:attrName>style.visibility</p:attrName>
                                        </p:attrNameLst>
                                      </p:cBhvr>
                                      <p:to>
                                        <p:strVal val="visible"/>
                                      </p:to>
                                    </p:set>
                                  </p:childTnLst>
                                </p:cTn>
                              </p:par>
                              <p:par>
                                <p:cTn id="544" presetID="1" presetClass="entr" presetSubtype="0" fill="hold" grpId="0" nodeType="withEffect">
                                  <p:stCondLst>
                                    <p:cond delay="0"/>
                                  </p:stCondLst>
                                  <p:childTnLst>
                                    <p:set>
                                      <p:cBhvr>
                                        <p:cTn id="545" dur="1" fill="hold">
                                          <p:stCondLst>
                                            <p:cond delay="0"/>
                                          </p:stCondLst>
                                        </p:cTn>
                                        <p:tgtEl>
                                          <p:spTgt spid="373"/>
                                        </p:tgtEl>
                                        <p:attrNameLst>
                                          <p:attrName>style.visibility</p:attrName>
                                        </p:attrNameLst>
                                      </p:cBhvr>
                                      <p:to>
                                        <p:strVal val="visible"/>
                                      </p:to>
                                    </p:set>
                                  </p:childTnLst>
                                </p:cTn>
                              </p:par>
                              <p:par>
                                <p:cTn id="546" presetID="1" presetClass="entr" presetSubtype="0" fill="hold" grpId="0" nodeType="withEffect">
                                  <p:stCondLst>
                                    <p:cond delay="0"/>
                                  </p:stCondLst>
                                  <p:childTnLst>
                                    <p:set>
                                      <p:cBhvr>
                                        <p:cTn id="547" dur="1" fill="hold">
                                          <p:stCondLst>
                                            <p:cond delay="0"/>
                                          </p:stCondLst>
                                        </p:cTn>
                                        <p:tgtEl>
                                          <p:spTgt spid="374"/>
                                        </p:tgtEl>
                                        <p:attrNameLst>
                                          <p:attrName>style.visibility</p:attrName>
                                        </p:attrNameLst>
                                      </p:cBhvr>
                                      <p:to>
                                        <p:strVal val="visible"/>
                                      </p:to>
                                    </p:set>
                                  </p:childTnLst>
                                </p:cTn>
                              </p:par>
                              <p:par>
                                <p:cTn id="548" presetID="1" presetClass="entr" presetSubtype="0" fill="hold" grpId="0" nodeType="withEffect">
                                  <p:stCondLst>
                                    <p:cond delay="0"/>
                                  </p:stCondLst>
                                  <p:childTnLst>
                                    <p:set>
                                      <p:cBhvr>
                                        <p:cTn id="549" dur="1" fill="hold">
                                          <p:stCondLst>
                                            <p:cond delay="0"/>
                                          </p:stCondLst>
                                        </p:cTn>
                                        <p:tgtEl>
                                          <p:spTgt spid="375"/>
                                        </p:tgtEl>
                                        <p:attrNameLst>
                                          <p:attrName>style.visibility</p:attrName>
                                        </p:attrNameLst>
                                      </p:cBhvr>
                                      <p:to>
                                        <p:strVal val="visible"/>
                                      </p:to>
                                    </p:set>
                                  </p:childTnLst>
                                </p:cTn>
                              </p:par>
                              <p:par>
                                <p:cTn id="550" presetID="1" presetClass="entr" presetSubtype="0" fill="hold" grpId="0" nodeType="withEffect">
                                  <p:stCondLst>
                                    <p:cond delay="0"/>
                                  </p:stCondLst>
                                  <p:childTnLst>
                                    <p:set>
                                      <p:cBhvr>
                                        <p:cTn id="551" dur="1" fill="hold">
                                          <p:stCondLst>
                                            <p:cond delay="0"/>
                                          </p:stCondLst>
                                        </p:cTn>
                                        <p:tgtEl>
                                          <p:spTgt spid="376"/>
                                        </p:tgtEl>
                                        <p:attrNameLst>
                                          <p:attrName>style.visibility</p:attrName>
                                        </p:attrNameLst>
                                      </p:cBhvr>
                                      <p:to>
                                        <p:strVal val="visible"/>
                                      </p:to>
                                    </p:set>
                                  </p:childTnLst>
                                </p:cTn>
                              </p:par>
                              <p:par>
                                <p:cTn id="552" presetID="1" presetClass="entr" presetSubtype="0" fill="hold" grpId="0" nodeType="withEffect">
                                  <p:stCondLst>
                                    <p:cond delay="0"/>
                                  </p:stCondLst>
                                  <p:childTnLst>
                                    <p:set>
                                      <p:cBhvr>
                                        <p:cTn id="553" dur="1" fill="hold">
                                          <p:stCondLst>
                                            <p:cond delay="0"/>
                                          </p:stCondLst>
                                        </p:cTn>
                                        <p:tgtEl>
                                          <p:spTgt spid="377"/>
                                        </p:tgtEl>
                                        <p:attrNameLst>
                                          <p:attrName>style.visibility</p:attrName>
                                        </p:attrNameLst>
                                      </p:cBhvr>
                                      <p:to>
                                        <p:strVal val="visible"/>
                                      </p:to>
                                    </p:set>
                                  </p:childTnLst>
                                </p:cTn>
                              </p:par>
                              <p:par>
                                <p:cTn id="554" presetID="1" presetClass="entr" presetSubtype="0" fill="hold" grpId="0" nodeType="withEffect">
                                  <p:stCondLst>
                                    <p:cond delay="0"/>
                                  </p:stCondLst>
                                  <p:childTnLst>
                                    <p:set>
                                      <p:cBhvr>
                                        <p:cTn id="555" dur="1" fill="hold">
                                          <p:stCondLst>
                                            <p:cond delay="0"/>
                                          </p:stCondLst>
                                        </p:cTn>
                                        <p:tgtEl>
                                          <p:spTgt spid="378"/>
                                        </p:tgtEl>
                                        <p:attrNameLst>
                                          <p:attrName>style.visibility</p:attrName>
                                        </p:attrNameLst>
                                      </p:cBhvr>
                                      <p:to>
                                        <p:strVal val="visible"/>
                                      </p:to>
                                    </p:set>
                                  </p:childTnLst>
                                </p:cTn>
                              </p:par>
                              <p:par>
                                <p:cTn id="556" presetID="1" presetClass="entr" presetSubtype="0" fill="hold" grpId="0" nodeType="withEffect">
                                  <p:stCondLst>
                                    <p:cond delay="0"/>
                                  </p:stCondLst>
                                  <p:childTnLst>
                                    <p:set>
                                      <p:cBhvr>
                                        <p:cTn id="557" dur="1" fill="hold">
                                          <p:stCondLst>
                                            <p:cond delay="0"/>
                                          </p:stCondLst>
                                        </p:cTn>
                                        <p:tgtEl>
                                          <p:spTgt spid="379"/>
                                        </p:tgtEl>
                                        <p:attrNameLst>
                                          <p:attrName>style.visibility</p:attrName>
                                        </p:attrNameLst>
                                      </p:cBhvr>
                                      <p:to>
                                        <p:strVal val="visible"/>
                                      </p:to>
                                    </p:set>
                                  </p:childTnLst>
                                </p:cTn>
                              </p:par>
                              <p:par>
                                <p:cTn id="558" presetID="1" presetClass="entr" presetSubtype="0" fill="hold" grpId="0" nodeType="withEffect">
                                  <p:stCondLst>
                                    <p:cond delay="0"/>
                                  </p:stCondLst>
                                  <p:childTnLst>
                                    <p:set>
                                      <p:cBhvr>
                                        <p:cTn id="559" dur="1" fill="hold">
                                          <p:stCondLst>
                                            <p:cond delay="0"/>
                                          </p:stCondLst>
                                        </p:cTn>
                                        <p:tgtEl>
                                          <p:spTgt spid="380"/>
                                        </p:tgtEl>
                                        <p:attrNameLst>
                                          <p:attrName>style.visibility</p:attrName>
                                        </p:attrNameLst>
                                      </p:cBhvr>
                                      <p:to>
                                        <p:strVal val="visible"/>
                                      </p:to>
                                    </p:set>
                                  </p:childTnLst>
                                </p:cTn>
                              </p:par>
                              <p:par>
                                <p:cTn id="560" presetID="1" presetClass="entr" presetSubtype="0" fill="hold" grpId="0" nodeType="withEffect">
                                  <p:stCondLst>
                                    <p:cond delay="0"/>
                                  </p:stCondLst>
                                  <p:childTnLst>
                                    <p:set>
                                      <p:cBhvr>
                                        <p:cTn id="561" dur="1" fill="hold">
                                          <p:stCondLst>
                                            <p:cond delay="0"/>
                                          </p:stCondLst>
                                        </p:cTn>
                                        <p:tgtEl>
                                          <p:spTgt spid="381"/>
                                        </p:tgtEl>
                                        <p:attrNameLst>
                                          <p:attrName>style.visibility</p:attrName>
                                        </p:attrNameLst>
                                      </p:cBhvr>
                                      <p:to>
                                        <p:strVal val="visible"/>
                                      </p:to>
                                    </p:set>
                                  </p:childTnLst>
                                </p:cTn>
                              </p:par>
                              <p:par>
                                <p:cTn id="562" presetID="1" presetClass="entr" presetSubtype="0" fill="hold" grpId="0" nodeType="withEffect">
                                  <p:stCondLst>
                                    <p:cond delay="0"/>
                                  </p:stCondLst>
                                  <p:childTnLst>
                                    <p:set>
                                      <p:cBhvr>
                                        <p:cTn id="563" dur="1" fill="hold">
                                          <p:stCondLst>
                                            <p:cond delay="0"/>
                                          </p:stCondLst>
                                        </p:cTn>
                                        <p:tgtEl>
                                          <p:spTgt spid="382"/>
                                        </p:tgtEl>
                                        <p:attrNameLst>
                                          <p:attrName>style.visibility</p:attrName>
                                        </p:attrNameLst>
                                      </p:cBhvr>
                                      <p:to>
                                        <p:strVal val="visible"/>
                                      </p:to>
                                    </p:set>
                                  </p:childTnLst>
                                </p:cTn>
                              </p:par>
                              <p:par>
                                <p:cTn id="564" presetID="1" presetClass="entr" presetSubtype="0" fill="hold" grpId="0" nodeType="withEffect">
                                  <p:stCondLst>
                                    <p:cond delay="0"/>
                                  </p:stCondLst>
                                  <p:childTnLst>
                                    <p:set>
                                      <p:cBhvr>
                                        <p:cTn id="565" dur="1" fill="hold">
                                          <p:stCondLst>
                                            <p:cond delay="0"/>
                                          </p:stCondLst>
                                        </p:cTn>
                                        <p:tgtEl>
                                          <p:spTgt spid="383"/>
                                        </p:tgtEl>
                                        <p:attrNameLst>
                                          <p:attrName>style.visibility</p:attrName>
                                        </p:attrNameLst>
                                      </p:cBhvr>
                                      <p:to>
                                        <p:strVal val="visible"/>
                                      </p:to>
                                    </p:set>
                                  </p:childTnLst>
                                </p:cTn>
                              </p:par>
                              <p:par>
                                <p:cTn id="566" presetID="1" presetClass="entr" presetSubtype="0" fill="hold" grpId="0" nodeType="withEffect">
                                  <p:stCondLst>
                                    <p:cond delay="0"/>
                                  </p:stCondLst>
                                  <p:childTnLst>
                                    <p:set>
                                      <p:cBhvr>
                                        <p:cTn id="567" dur="1" fill="hold">
                                          <p:stCondLst>
                                            <p:cond delay="0"/>
                                          </p:stCondLst>
                                        </p:cTn>
                                        <p:tgtEl>
                                          <p:spTgt spid="384"/>
                                        </p:tgtEl>
                                        <p:attrNameLst>
                                          <p:attrName>style.visibility</p:attrName>
                                        </p:attrNameLst>
                                      </p:cBhvr>
                                      <p:to>
                                        <p:strVal val="visible"/>
                                      </p:to>
                                    </p:set>
                                  </p:childTnLst>
                                </p:cTn>
                              </p:par>
                              <p:par>
                                <p:cTn id="568" presetID="1" presetClass="entr" presetSubtype="0" fill="hold" grpId="0" nodeType="withEffect">
                                  <p:stCondLst>
                                    <p:cond delay="0"/>
                                  </p:stCondLst>
                                  <p:childTnLst>
                                    <p:set>
                                      <p:cBhvr>
                                        <p:cTn id="569" dur="1" fill="hold">
                                          <p:stCondLst>
                                            <p:cond delay="0"/>
                                          </p:stCondLst>
                                        </p:cTn>
                                        <p:tgtEl>
                                          <p:spTgt spid="385"/>
                                        </p:tgtEl>
                                        <p:attrNameLst>
                                          <p:attrName>style.visibility</p:attrName>
                                        </p:attrNameLst>
                                      </p:cBhvr>
                                      <p:to>
                                        <p:strVal val="visible"/>
                                      </p:to>
                                    </p:set>
                                  </p:childTnLst>
                                </p:cTn>
                              </p:par>
                              <p:par>
                                <p:cTn id="570" presetID="1" presetClass="entr" presetSubtype="0" fill="hold" grpId="0" nodeType="withEffect">
                                  <p:stCondLst>
                                    <p:cond delay="0"/>
                                  </p:stCondLst>
                                  <p:childTnLst>
                                    <p:set>
                                      <p:cBhvr>
                                        <p:cTn id="571" dur="1" fill="hold">
                                          <p:stCondLst>
                                            <p:cond delay="0"/>
                                          </p:stCondLst>
                                        </p:cTn>
                                        <p:tgtEl>
                                          <p:spTgt spid="386"/>
                                        </p:tgtEl>
                                        <p:attrNameLst>
                                          <p:attrName>style.visibility</p:attrName>
                                        </p:attrNameLst>
                                      </p:cBhvr>
                                      <p:to>
                                        <p:strVal val="visible"/>
                                      </p:to>
                                    </p:set>
                                  </p:childTnLst>
                                </p:cTn>
                              </p:par>
                              <p:par>
                                <p:cTn id="572" presetID="1" presetClass="entr" presetSubtype="0" fill="hold" grpId="0" nodeType="withEffect">
                                  <p:stCondLst>
                                    <p:cond delay="0"/>
                                  </p:stCondLst>
                                  <p:childTnLst>
                                    <p:set>
                                      <p:cBhvr>
                                        <p:cTn id="573" dur="1" fill="hold">
                                          <p:stCondLst>
                                            <p:cond delay="0"/>
                                          </p:stCondLst>
                                        </p:cTn>
                                        <p:tgtEl>
                                          <p:spTgt spid="387"/>
                                        </p:tgtEl>
                                        <p:attrNameLst>
                                          <p:attrName>style.visibility</p:attrName>
                                        </p:attrNameLst>
                                      </p:cBhvr>
                                      <p:to>
                                        <p:strVal val="visible"/>
                                      </p:to>
                                    </p:set>
                                  </p:childTnLst>
                                </p:cTn>
                              </p:par>
                              <p:par>
                                <p:cTn id="574" presetID="1" presetClass="entr" presetSubtype="0" fill="hold" grpId="0" nodeType="withEffect">
                                  <p:stCondLst>
                                    <p:cond delay="0"/>
                                  </p:stCondLst>
                                  <p:childTnLst>
                                    <p:set>
                                      <p:cBhvr>
                                        <p:cTn id="575" dur="1" fill="hold">
                                          <p:stCondLst>
                                            <p:cond delay="0"/>
                                          </p:stCondLst>
                                        </p:cTn>
                                        <p:tgtEl>
                                          <p:spTgt spid="388"/>
                                        </p:tgtEl>
                                        <p:attrNameLst>
                                          <p:attrName>style.visibility</p:attrName>
                                        </p:attrNameLst>
                                      </p:cBhvr>
                                      <p:to>
                                        <p:strVal val="visible"/>
                                      </p:to>
                                    </p:set>
                                  </p:childTnLst>
                                </p:cTn>
                              </p:par>
                              <p:par>
                                <p:cTn id="576" presetID="1" presetClass="entr" presetSubtype="0" fill="hold" grpId="0" nodeType="withEffect">
                                  <p:stCondLst>
                                    <p:cond delay="0"/>
                                  </p:stCondLst>
                                  <p:childTnLst>
                                    <p:set>
                                      <p:cBhvr>
                                        <p:cTn id="577" dur="1" fill="hold">
                                          <p:stCondLst>
                                            <p:cond delay="0"/>
                                          </p:stCondLst>
                                        </p:cTn>
                                        <p:tgtEl>
                                          <p:spTgt spid="389"/>
                                        </p:tgtEl>
                                        <p:attrNameLst>
                                          <p:attrName>style.visibility</p:attrName>
                                        </p:attrNameLst>
                                      </p:cBhvr>
                                      <p:to>
                                        <p:strVal val="visible"/>
                                      </p:to>
                                    </p:set>
                                  </p:childTnLst>
                                </p:cTn>
                              </p:par>
                              <p:par>
                                <p:cTn id="578" presetID="1" presetClass="entr" presetSubtype="0" fill="hold" grpId="0" nodeType="withEffect">
                                  <p:stCondLst>
                                    <p:cond delay="0"/>
                                  </p:stCondLst>
                                  <p:childTnLst>
                                    <p:set>
                                      <p:cBhvr>
                                        <p:cTn id="579" dur="1" fill="hold">
                                          <p:stCondLst>
                                            <p:cond delay="0"/>
                                          </p:stCondLst>
                                        </p:cTn>
                                        <p:tgtEl>
                                          <p:spTgt spid="390"/>
                                        </p:tgtEl>
                                        <p:attrNameLst>
                                          <p:attrName>style.visibility</p:attrName>
                                        </p:attrNameLst>
                                      </p:cBhvr>
                                      <p:to>
                                        <p:strVal val="visible"/>
                                      </p:to>
                                    </p:set>
                                  </p:childTnLst>
                                </p:cTn>
                              </p:par>
                              <p:par>
                                <p:cTn id="580" presetID="1" presetClass="entr" presetSubtype="0" fill="hold" grpId="0" nodeType="withEffect">
                                  <p:stCondLst>
                                    <p:cond delay="0"/>
                                  </p:stCondLst>
                                  <p:childTnLst>
                                    <p:set>
                                      <p:cBhvr>
                                        <p:cTn id="581" dur="1" fill="hold">
                                          <p:stCondLst>
                                            <p:cond delay="0"/>
                                          </p:stCondLst>
                                        </p:cTn>
                                        <p:tgtEl>
                                          <p:spTgt spid="391"/>
                                        </p:tgtEl>
                                        <p:attrNameLst>
                                          <p:attrName>style.visibility</p:attrName>
                                        </p:attrNameLst>
                                      </p:cBhvr>
                                      <p:to>
                                        <p:strVal val="visible"/>
                                      </p:to>
                                    </p:set>
                                  </p:childTnLst>
                                </p:cTn>
                              </p:par>
                              <p:par>
                                <p:cTn id="582" presetID="1" presetClass="entr" presetSubtype="0" fill="hold" grpId="0" nodeType="withEffect">
                                  <p:stCondLst>
                                    <p:cond delay="0"/>
                                  </p:stCondLst>
                                  <p:childTnLst>
                                    <p:set>
                                      <p:cBhvr>
                                        <p:cTn id="583" dur="1" fill="hold">
                                          <p:stCondLst>
                                            <p:cond delay="0"/>
                                          </p:stCondLst>
                                        </p:cTn>
                                        <p:tgtEl>
                                          <p:spTgt spid="392"/>
                                        </p:tgtEl>
                                        <p:attrNameLst>
                                          <p:attrName>style.visibility</p:attrName>
                                        </p:attrNameLst>
                                      </p:cBhvr>
                                      <p:to>
                                        <p:strVal val="visible"/>
                                      </p:to>
                                    </p:set>
                                  </p:childTnLst>
                                </p:cTn>
                              </p:par>
                              <p:par>
                                <p:cTn id="584" presetID="1" presetClass="entr" presetSubtype="0" fill="hold" grpId="0" nodeType="withEffect">
                                  <p:stCondLst>
                                    <p:cond delay="0"/>
                                  </p:stCondLst>
                                  <p:childTnLst>
                                    <p:set>
                                      <p:cBhvr>
                                        <p:cTn id="585" dur="1" fill="hold">
                                          <p:stCondLst>
                                            <p:cond delay="0"/>
                                          </p:stCondLst>
                                        </p:cTn>
                                        <p:tgtEl>
                                          <p:spTgt spid="393"/>
                                        </p:tgtEl>
                                        <p:attrNameLst>
                                          <p:attrName>style.visibility</p:attrName>
                                        </p:attrNameLst>
                                      </p:cBhvr>
                                      <p:to>
                                        <p:strVal val="visible"/>
                                      </p:to>
                                    </p:set>
                                  </p:childTnLst>
                                </p:cTn>
                              </p:par>
                              <p:par>
                                <p:cTn id="586" presetID="1" presetClass="entr" presetSubtype="0" fill="hold" grpId="0" nodeType="withEffect">
                                  <p:stCondLst>
                                    <p:cond delay="0"/>
                                  </p:stCondLst>
                                  <p:childTnLst>
                                    <p:set>
                                      <p:cBhvr>
                                        <p:cTn id="587" dur="1" fill="hold">
                                          <p:stCondLst>
                                            <p:cond delay="0"/>
                                          </p:stCondLst>
                                        </p:cTn>
                                        <p:tgtEl>
                                          <p:spTgt spid="394"/>
                                        </p:tgtEl>
                                        <p:attrNameLst>
                                          <p:attrName>style.visibility</p:attrName>
                                        </p:attrNameLst>
                                      </p:cBhvr>
                                      <p:to>
                                        <p:strVal val="visible"/>
                                      </p:to>
                                    </p:set>
                                  </p:childTnLst>
                                </p:cTn>
                              </p:par>
                              <p:par>
                                <p:cTn id="588" presetID="1" presetClass="entr" presetSubtype="0" fill="hold" grpId="0" nodeType="withEffect">
                                  <p:stCondLst>
                                    <p:cond delay="0"/>
                                  </p:stCondLst>
                                  <p:childTnLst>
                                    <p:set>
                                      <p:cBhvr>
                                        <p:cTn id="589" dur="1" fill="hold">
                                          <p:stCondLst>
                                            <p:cond delay="0"/>
                                          </p:stCondLst>
                                        </p:cTn>
                                        <p:tgtEl>
                                          <p:spTgt spid="395"/>
                                        </p:tgtEl>
                                        <p:attrNameLst>
                                          <p:attrName>style.visibility</p:attrName>
                                        </p:attrNameLst>
                                      </p:cBhvr>
                                      <p:to>
                                        <p:strVal val="visible"/>
                                      </p:to>
                                    </p:set>
                                  </p:childTnLst>
                                </p:cTn>
                              </p:par>
                              <p:par>
                                <p:cTn id="590" presetID="10" presetClass="entr" presetSubtype="0" fill="hold" grpId="0" nodeType="withEffect">
                                  <p:stCondLst>
                                    <p:cond delay="0"/>
                                  </p:stCondLst>
                                  <p:childTnLst>
                                    <p:set>
                                      <p:cBhvr>
                                        <p:cTn id="591" dur="1" fill="hold">
                                          <p:stCondLst>
                                            <p:cond delay="0"/>
                                          </p:stCondLst>
                                        </p:cTn>
                                        <p:tgtEl>
                                          <p:spTgt spid="425"/>
                                        </p:tgtEl>
                                        <p:attrNameLst>
                                          <p:attrName>style.visibility</p:attrName>
                                        </p:attrNameLst>
                                      </p:cBhvr>
                                      <p:to>
                                        <p:strVal val="visible"/>
                                      </p:to>
                                    </p:set>
                                    <p:animEffect transition="in" filter="fade">
                                      <p:cBhvr>
                                        <p:cTn id="592" dur="420"/>
                                        <p:tgtEl>
                                          <p:spTgt spid="425"/>
                                        </p:tgtEl>
                                      </p:cBhvr>
                                    </p:animEffect>
                                  </p:childTnLst>
                                </p:cTn>
                              </p:par>
                              <p:par>
                                <p:cTn id="593" presetID="10" presetClass="entr" presetSubtype="0" fill="hold" grpId="0" nodeType="withEffect">
                                  <p:stCondLst>
                                    <p:cond delay="0"/>
                                  </p:stCondLst>
                                  <p:childTnLst>
                                    <p:set>
                                      <p:cBhvr>
                                        <p:cTn id="594" dur="1" fill="hold">
                                          <p:stCondLst>
                                            <p:cond delay="0"/>
                                          </p:stCondLst>
                                        </p:cTn>
                                        <p:tgtEl>
                                          <p:spTgt spid="430"/>
                                        </p:tgtEl>
                                        <p:attrNameLst>
                                          <p:attrName>style.visibility</p:attrName>
                                        </p:attrNameLst>
                                      </p:cBhvr>
                                      <p:to>
                                        <p:strVal val="visible"/>
                                      </p:to>
                                    </p:set>
                                    <p:animEffect transition="in" filter="fade">
                                      <p:cBhvr>
                                        <p:cTn id="595" dur="420"/>
                                        <p:tgtEl>
                                          <p:spTgt spid="430"/>
                                        </p:tgtEl>
                                      </p:cBhvr>
                                    </p:animEffect>
                                  </p:childTnLst>
                                </p:cTn>
                              </p:par>
                              <p:par>
                                <p:cTn id="596" presetID="10" presetClass="entr" presetSubtype="0" fill="hold" grpId="0" nodeType="withEffect">
                                  <p:stCondLst>
                                    <p:cond delay="0"/>
                                  </p:stCondLst>
                                  <p:childTnLst>
                                    <p:set>
                                      <p:cBhvr>
                                        <p:cTn id="597" dur="1" fill="hold">
                                          <p:stCondLst>
                                            <p:cond delay="0"/>
                                          </p:stCondLst>
                                        </p:cTn>
                                        <p:tgtEl>
                                          <p:spTgt spid="435"/>
                                        </p:tgtEl>
                                        <p:attrNameLst>
                                          <p:attrName>style.visibility</p:attrName>
                                        </p:attrNameLst>
                                      </p:cBhvr>
                                      <p:to>
                                        <p:strVal val="visible"/>
                                      </p:to>
                                    </p:set>
                                    <p:animEffect transition="in" filter="fade">
                                      <p:cBhvr>
                                        <p:cTn id="598" dur="420"/>
                                        <p:tgtEl>
                                          <p:spTgt spid="435"/>
                                        </p:tgtEl>
                                      </p:cBhvr>
                                    </p:animEffect>
                                  </p:childTnLst>
                                </p:cTn>
                              </p:par>
                              <p:par>
                                <p:cTn id="599" presetID="10" presetClass="entr" presetSubtype="0" fill="hold" grpId="0" nodeType="withEffect">
                                  <p:stCondLst>
                                    <p:cond delay="0"/>
                                  </p:stCondLst>
                                  <p:childTnLst>
                                    <p:set>
                                      <p:cBhvr>
                                        <p:cTn id="600" dur="1" fill="hold">
                                          <p:stCondLst>
                                            <p:cond delay="0"/>
                                          </p:stCondLst>
                                        </p:cTn>
                                        <p:tgtEl>
                                          <p:spTgt spid="440"/>
                                        </p:tgtEl>
                                        <p:attrNameLst>
                                          <p:attrName>style.visibility</p:attrName>
                                        </p:attrNameLst>
                                      </p:cBhvr>
                                      <p:to>
                                        <p:strVal val="visible"/>
                                      </p:to>
                                    </p:set>
                                    <p:animEffect transition="in" filter="fade">
                                      <p:cBhvr>
                                        <p:cTn id="601" dur="420"/>
                                        <p:tgtEl>
                                          <p:spTgt spid="440"/>
                                        </p:tgtEl>
                                      </p:cBhvr>
                                    </p:animEffect>
                                  </p:childTnLst>
                                </p:cTn>
                              </p:par>
                              <p:par>
                                <p:cTn id="602" presetID="10" presetClass="entr" presetSubtype="0" fill="hold" grpId="0" nodeType="withEffect">
                                  <p:stCondLst>
                                    <p:cond delay="0"/>
                                  </p:stCondLst>
                                  <p:childTnLst>
                                    <p:set>
                                      <p:cBhvr>
                                        <p:cTn id="603" dur="1" fill="hold">
                                          <p:stCondLst>
                                            <p:cond delay="0"/>
                                          </p:stCondLst>
                                        </p:cTn>
                                        <p:tgtEl>
                                          <p:spTgt spid="444"/>
                                        </p:tgtEl>
                                        <p:attrNameLst>
                                          <p:attrName>style.visibility</p:attrName>
                                        </p:attrNameLst>
                                      </p:cBhvr>
                                      <p:to>
                                        <p:strVal val="visible"/>
                                      </p:to>
                                    </p:set>
                                    <p:animEffect transition="in" filter="fade">
                                      <p:cBhvr>
                                        <p:cTn id="604" dur="420"/>
                                        <p:tgtEl>
                                          <p:spTgt spid="444"/>
                                        </p:tgtEl>
                                      </p:cBhvr>
                                    </p:animEffect>
                                  </p:childTnLst>
                                </p:cTn>
                              </p:par>
                              <p:par>
                                <p:cTn id="605" presetID="10" presetClass="exit" presetSubtype="0" fill="hold" grpId="0" nodeType="withEffect">
                                  <p:stCondLst>
                                    <p:cond delay="0"/>
                                  </p:stCondLst>
                                  <p:childTnLst>
                                    <p:animEffect transition="out" filter="fade">
                                      <p:cBhvr>
                                        <p:cTn id="606" dur="420"/>
                                        <p:tgtEl>
                                          <p:spTgt spid="209"/>
                                        </p:tgtEl>
                                      </p:cBhvr>
                                    </p:animEffect>
                                    <p:set>
                                      <p:cBhvr>
                                        <p:cTn id="607" dur="1" fill="hold">
                                          <p:stCondLst>
                                            <p:cond delay="419"/>
                                          </p:stCondLst>
                                        </p:cTn>
                                        <p:tgtEl>
                                          <p:spTgt spid="209"/>
                                        </p:tgtEl>
                                        <p:attrNameLst>
                                          <p:attrName>style.visibility</p:attrName>
                                        </p:attrNameLst>
                                      </p:cBhvr>
                                      <p:to>
                                        <p:strVal val="hidden"/>
                                      </p:to>
                                    </p:set>
                                  </p:childTnLst>
                                </p:cTn>
                              </p:par>
                              <p:par>
                                <p:cTn id="608" presetID="10" presetClass="exit" presetSubtype="0" fill="hold" grpId="0" nodeType="withEffect">
                                  <p:stCondLst>
                                    <p:cond delay="0"/>
                                  </p:stCondLst>
                                  <p:childTnLst>
                                    <p:animEffect transition="out" filter="fade">
                                      <p:cBhvr>
                                        <p:cTn id="609" dur="420"/>
                                        <p:tgtEl>
                                          <p:spTgt spid="210"/>
                                        </p:tgtEl>
                                      </p:cBhvr>
                                    </p:animEffect>
                                    <p:set>
                                      <p:cBhvr>
                                        <p:cTn id="610" dur="1" fill="hold">
                                          <p:stCondLst>
                                            <p:cond delay="419"/>
                                          </p:stCondLst>
                                        </p:cTn>
                                        <p:tgtEl>
                                          <p:spTgt spid="210"/>
                                        </p:tgtEl>
                                        <p:attrNameLst>
                                          <p:attrName>style.visibility</p:attrName>
                                        </p:attrNameLst>
                                      </p:cBhvr>
                                      <p:to>
                                        <p:strVal val="hidden"/>
                                      </p:to>
                                    </p:set>
                                  </p:childTnLst>
                                </p:cTn>
                              </p:par>
                              <p:par>
                                <p:cTn id="611" presetID="10" presetClass="exit" presetSubtype="0" fill="hold" grpId="0" nodeType="withEffect">
                                  <p:stCondLst>
                                    <p:cond delay="0"/>
                                  </p:stCondLst>
                                  <p:childTnLst>
                                    <p:animEffect transition="out" filter="fade">
                                      <p:cBhvr>
                                        <p:cTn id="612" dur="420"/>
                                        <p:tgtEl>
                                          <p:spTgt spid="211"/>
                                        </p:tgtEl>
                                      </p:cBhvr>
                                    </p:animEffect>
                                    <p:set>
                                      <p:cBhvr>
                                        <p:cTn id="613" dur="1" fill="hold">
                                          <p:stCondLst>
                                            <p:cond delay="419"/>
                                          </p:stCondLst>
                                        </p:cTn>
                                        <p:tgtEl>
                                          <p:spTgt spid="211"/>
                                        </p:tgtEl>
                                        <p:attrNameLst>
                                          <p:attrName>style.visibility</p:attrName>
                                        </p:attrNameLst>
                                      </p:cBhvr>
                                      <p:to>
                                        <p:strVal val="hidden"/>
                                      </p:to>
                                    </p:set>
                                  </p:childTnLst>
                                </p:cTn>
                              </p:par>
                              <p:par>
                                <p:cTn id="614" presetID="10" presetClass="exit" presetSubtype="0" fill="hold" grpId="0" nodeType="withEffect">
                                  <p:stCondLst>
                                    <p:cond delay="0"/>
                                  </p:stCondLst>
                                  <p:childTnLst>
                                    <p:animEffect transition="out" filter="fade">
                                      <p:cBhvr>
                                        <p:cTn id="615" dur="420"/>
                                        <p:tgtEl>
                                          <p:spTgt spid="212"/>
                                        </p:tgtEl>
                                      </p:cBhvr>
                                    </p:animEffect>
                                    <p:set>
                                      <p:cBhvr>
                                        <p:cTn id="616" dur="1" fill="hold">
                                          <p:stCondLst>
                                            <p:cond delay="419"/>
                                          </p:stCondLst>
                                        </p:cTn>
                                        <p:tgtEl>
                                          <p:spTgt spid="212"/>
                                        </p:tgtEl>
                                        <p:attrNameLst>
                                          <p:attrName>style.visibility</p:attrName>
                                        </p:attrNameLst>
                                      </p:cBhvr>
                                      <p:to>
                                        <p:strVal val="hidden"/>
                                      </p:to>
                                    </p:set>
                                  </p:childTnLst>
                                </p:cTn>
                              </p:par>
                              <p:par>
                                <p:cTn id="617" presetID="10" presetClass="exit" presetSubtype="0" fill="hold" grpId="0" nodeType="withEffect">
                                  <p:stCondLst>
                                    <p:cond delay="0"/>
                                  </p:stCondLst>
                                  <p:childTnLst>
                                    <p:animEffect transition="out" filter="fade">
                                      <p:cBhvr>
                                        <p:cTn id="618" dur="420"/>
                                        <p:tgtEl>
                                          <p:spTgt spid="213"/>
                                        </p:tgtEl>
                                      </p:cBhvr>
                                    </p:animEffect>
                                    <p:set>
                                      <p:cBhvr>
                                        <p:cTn id="619" dur="1" fill="hold">
                                          <p:stCondLst>
                                            <p:cond delay="419"/>
                                          </p:stCondLst>
                                        </p:cTn>
                                        <p:tgtEl>
                                          <p:spTgt spid="213"/>
                                        </p:tgtEl>
                                        <p:attrNameLst>
                                          <p:attrName>style.visibility</p:attrName>
                                        </p:attrNameLst>
                                      </p:cBhvr>
                                      <p:to>
                                        <p:strVal val="hidden"/>
                                      </p:to>
                                    </p:set>
                                  </p:childTnLst>
                                </p:cTn>
                              </p:par>
                              <p:par>
                                <p:cTn id="620" presetID="10" presetClass="exit" presetSubtype="0" fill="hold" grpId="0" nodeType="withEffect">
                                  <p:stCondLst>
                                    <p:cond delay="0"/>
                                  </p:stCondLst>
                                  <p:childTnLst>
                                    <p:animEffect transition="out" filter="fade">
                                      <p:cBhvr>
                                        <p:cTn id="621" dur="420"/>
                                        <p:tgtEl>
                                          <p:spTgt spid="214"/>
                                        </p:tgtEl>
                                      </p:cBhvr>
                                    </p:animEffect>
                                    <p:set>
                                      <p:cBhvr>
                                        <p:cTn id="622" dur="1" fill="hold">
                                          <p:stCondLst>
                                            <p:cond delay="419"/>
                                          </p:stCondLst>
                                        </p:cTn>
                                        <p:tgtEl>
                                          <p:spTgt spid="214"/>
                                        </p:tgtEl>
                                        <p:attrNameLst>
                                          <p:attrName>style.visibility</p:attrName>
                                        </p:attrNameLst>
                                      </p:cBhvr>
                                      <p:to>
                                        <p:strVal val="hidden"/>
                                      </p:to>
                                    </p:set>
                                  </p:childTnLst>
                                </p:cTn>
                              </p:par>
                              <p:par>
                                <p:cTn id="623" presetID="10" presetClass="exit" presetSubtype="0" fill="hold" grpId="0" nodeType="withEffect">
                                  <p:stCondLst>
                                    <p:cond delay="0"/>
                                  </p:stCondLst>
                                  <p:childTnLst>
                                    <p:animEffect transition="out" filter="fade">
                                      <p:cBhvr>
                                        <p:cTn id="624" dur="420"/>
                                        <p:tgtEl>
                                          <p:spTgt spid="215"/>
                                        </p:tgtEl>
                                      </p:cBhvr>
                                    </p:animEffect>
                                    <p:set>
                                      <p:cBhvr>
                                        <p:cTn id="625" dur="1" fill="hold">
                                          <p:stCondLst>
                                            <p:cond delay="419"/>
                                          </p:stCondLst>
                                        </p:cTn>
                                        <p:tgtEl>
                                          <p:spTgt spid="215"/>
                                        </p:tgtEl>
                                        <p:attrNameLst>
                                          <p:attrName>style.visibility</p:attrName>
                                        </p:attrNameLst>
                                      </p:cBhvr>
                                      <p:to>
                                        <p:strVal val="hidden"/>
                                      </p:to>
                                    </p:set>
                                  </p:childTnLst>
                                </p:cTn>
                              </p:par>
                              <p:par>
                                <p:cTn id="626" presetID="10" presetClass="exit" presetSubtype="0" fill="hold" grpId="0" nodeType="withEffect">
                                  <p:stCondLst>
                                    <p:cond delay="0"/>
                                  </p:stCondLst>
                                  <p:childTnLst>
                                    <p:animEffect transition="out" filter="fade">
                                      <p:cBhvr>
                                        <p:cTn id="627" dur="420"/>
                                        <p:tgtEl>
                                          <p:spTgt spid="216"/>
                                        </p:tgtEl>
                                      </p:cBhvr>
                                    </p:animEffect>
                                    <p:set>
                                      <p:cBhvr>
                                        <p:cTn id="628" dur="1" fill="hold">
                                          <p:stCondLst>
                                            <p:cond delay="419"/>
                                          </p:stCondLst>
                                        </p:cTn>
                                        <p:tgtEl>
                                          <p:spTgt spid="216"/>
                                        </p:tgtEl>
                                        <p:attrNameLst>
                                          <p:attrName>style.visibility</p:attrName>
                                        </p:attrNameLst>
                                      </p:cBhvr>
                                      <p:to>
                                        <p:strVal val="hidden"/>
                                      </p:to>
                                    </p:set>
                                  </p:childTnLst>
                                </p:cTn>
                              </p:par>
                              <p:par>
                                <p:cTn id="629" presetID="10" presetClass="exit" presetSubtype="0" fill="hold" grpId="0" nodeType="withEffect">
                                  <p:stCondLst>
                                    <p:cond delay="0"/>
                                  </p:stCondLst>
                                  <p:childTnLst>
                                    <p:animEffect transition="out" filter="fade">
                                      <p:cBhvr>
                                        <p:cTn id="630" dur="420"/>
                                        <p:tgtEl>
                                          <p:spTgt spid="217"/>
                                        </p:tgtEl>
                                      </p:cBhvr>
                                    </p:animEffect>
                                    <p:set>
                                      <p:cBhvr>
                                        <p:cTn id="631" dur="1" fill="hold">
                                          <p:stCondLst>
                                            <p:cond delay="419"/>
                                          </p:stCondLst>
                                        </p:cTn>
                                        <p:tgtEl>
                                          <p:spTgt spid="217"/>
                                        </p:tgtEl>
                                        <p:attrNameLst>
                                          <p:attrName>style.visibility</p:attrName>
                                        </p:attrNameLst>
                                      </p:cBhvr>
                                      <p:to>
                                        <p:strVal val="hidden"/>
                                      </p:to>
                                    </p:set>
                                  </p:childTnLst>
                                </p:cTn>
                              </p:par>
                              <p:par>
                                <p:cTn id="632" presetID="10" presetClass="exit" presetSubtype="0" fill="hold" grpId="0" nodeType="withEffect">
                                  <p:stCondLst>
                                    <p:cond delay="0"/>
                                  </p:stCondLst>
                                  <p:childTnLst>
                                    <p:animEffect transition="out" filter="fade">
                                      <p:cBhvr>
                                        <p:cTn id="633" dur="420"/>
                                        <p:tgtEl>
                                          <p:spTgt spid="218"/>
                                        </p:tgtEl>
                                      </p:cBhvr>
                                    </p:animEffect>
                                    <p:set>
                                      <p:cBhvr>
                                        <p:cTn id="634" dur="1" fill="hold">
                                          <p:stCondLst>
                                            <p:cond delay="419"/>
                                          </p:stCondLst>
                                        </p:cTn>
                                        <p:tgtEl>
                                          <p:spTgt spid="218"/>
                                        </p:tgtEl>
                                        <p:attrNameLst>
                                          <p:attrName>style.visibility</p:attrName>
                                        </p:attrNameLst>
                                      </p:cBhvr>
                                      <p:to>
                                        <p:strVal val="hidden"/>
                                      </p:to>
                                    </p:set>
                                  </p:childTnLst>
                                </p:cTn>
                              </p:par>
                              <p:par>
                                <p:cTn id="635" presetID="10" presetClass="exit" presetSubtype="0" fill="hold" grpId="0" nodeType="withEffect">
                                  <p:stCondLst>
                                    <p:cond delay="0"/>
                                  </p:stCondLst>
                                  <p:childTnLst>
                                    <p:animEffect transition="out" filter="fade">
                                      <p:cBhvr>
                                        <p:cTn id="636" dur="420"/>
                                        <p:tgtEl>
                                          <p:spTgt spid="219"/>
                                        </p:tgtEl>
                                      </p:cBhvr>
                                    </p:animEffect>
                                    <p:set>
                                      <p:cBhvr>
                                        <p:cTn id="637" dur="1" fill="hold">
                                          <p:stCondLst>
                                            <p:cond delay="419"/>
                                          </p:stCondLst>
                                        </p:cTn>
                                        <p:tgtEl>
                                          <p:spTgt spid="219"/>
                                        </p:tgtEl>
                                        <p:attrNameLst>
                                          <p:attrName>style.visibility</p:attrName>
                                        </p:attrNameLst>
                                      </p:cBhvr>
                                      <p:to>
                                        <p:strVal val="hidden"/>
                                      </p:to>
                                    </p:set>
                                  </p:childTnLst>
                                </p:cTn>
                              </p:par>
                              <p:par>
                                <p:cTn id="638" presetID="10" presetClass="exit" presetSubtype="0" fill="hold" grpId="0" nodeType="withEffect">
                                  <p:stCondLst>
                                    <p:cond delay="0"/>
                                  </p:stCondLst>
                                  <p:childTnLst>
                                    <p:animEffect transition="out" filter="fade">
                                      <p:cBhvr>
                                        <p:cTn id="639" dur="420"/>
                                        <p:tgtEl>
                                          <p:spTgt spid="220"/>
                                        </p:tgtEl>
                                      </p:cBhvr>
                                    </p:animEffect>
                                    <p:set>
                                      <p:cBhvr>
                                        <p:cTn id="640" dur="1" fill="hold">
                                          <p:stCondLst>
                                            <p:cond delay="419"/>
                                          </p:stCondLst>
                                        </p:cTn>
                                        <p:tgtEl>
                                          <p:spTgt spid="220"/>
                                        </p:tgtEl>
                                        <p:attrNameLst>
                                          <p:attrName>style.visibility</p:attrName>
                                        </p:attrNameLst>
                                      </p:cBhvr>
                                      <p:to>
                                        <p:strVal val="hidden"/>
                                      </p:to>
                                    </p:set>
                                  </p:childTnLst>
                                </p:cTn>
                              </p:par>
                              <p:par>
                                <p:cTn id="641" presetID="10" presetClass="exit" presetSubtype="0" fill="hold" grpId="0" nodeType="withEffect">
                                  <p:stCondLst>
                                    <p:cond delay="0"/>
                                  </p:stCondLst>
                                  <p:childTnLst>
                                    <p:animEffect transition="out" filter="fade">
                                      <p:cBhvr>
                                        <p:cTn id="642" dur="420"/>
                                        <p:tgtEl>
                                          <p:spTgt spid="221"/>
                                        </p:tgtEl>
                                      </p:cBhvr>
                                    </p:animEffect>
                                    <p:set>
                                      <p:cBhvr>
                                        <p:cTn id="643" dur="1" fill="hold">
                                          <p:stCondLst>
                                            <p:cond delay="419"/>
                                          </p:stCondLst>
                                        </p:cTn>
                                        <p:tgtEl>
                                          <p:spTgt spid="221"/>
                                        </p:tgtEl>
                                        <p:attrNameLst>
                                          <p:attrName>style.visibility</p:attrName>
                                        </p:attrNameLst>
                                      </p:cBhvr>
                                      <p:to>
                                        <p:strVal val="hidden"/>
                                      </p:to>
                                    </p:set>
                                  </p:childTnLst>
                                </p:cTn>
                              </p:par>
                              <p:par>
                                <p:cTn id="644" presetID="10" presetClass="exit" presetSubtype="0" fill="hold" grpId="0" nodeType="withEffect">
                                  <p:stCondLst>
                                    <p:cond delay="0"/>
                                  </p:stCondLst>
                                  <p:childTnLst>
                                    <p:animEffect transition="out" filter="fade">
                                      <p:cBhvr>
                                        <p:cTn id="645" dur="420"/>
                                        <p:tgtEl>
                                          <p:spTgt spid="222"/>
                                        </p:tgtEl>
                                      </p:cBhvr>
                                    </p:animEffect>
                                    <p:set>
                                      <p:cBhvr>
                                        <p:cTn id="646" dur="1" fill="hold">
                                          <p:stCondLst>
                                            <p:cond delay="419"/>
                                          </p:stCondLst>
                                        </p:cTn>
                                        <p:tgtEl>
                                          <p:spTgt spid="222"/>
                                        </p:tgtEl>
                                        <p:attrNameLst>
                                          <p:attrName>style.visibility</p:attrName>
                                        </p:attrNameLst>
                                      </p:cBhvr>
                                      <p:to>
                                        <p:strVal val="hidden"/>
                                      </p:to>
                                    </p:set>
                                  </p:childTnLst>
                                </p:cTn>
                              </p:par>
                              <p:par>
                                <p:cTn id="647" presetID="10" presetClass="exit" presetSubtype="0" fill="hold" grpId="0" nodeType="withEffect">
                                  <p:stCondLst>
                                    <p:cond delay="0"/>
                                  </p:stCondLst>
                                  <p:childTnLst>
                                    <p:animEffect transition="out" filter="fade">
                                      <p:cBhvr>
                                        <p:cTn id="648" dur="420"/>
                                        <p:tgtEl>
                                          <p:spTgt spid="223"/>
                                        </p:tgtEl>
                                      </p:cBhvr>
                                    </p:animEffect>
                                    <p:set>
                                      <p:cBhvr>
                                        <p:cTn id="649" dur="1" fill="hold">
                                          <p:stCondLst>
                                            <p:cond delay="419"/>
                                          </p:stCondLst>
                                        </p:cTn>
                                        <p:tgtEl>
                                          <p:spTgt spid="223"/>
                                        </p:tgtEl>
                                        <p:attrNameLst>
                                          <p:attrName>style.visibility</p:attrName>
                                        </p:attrNameLst>
                                      </p:cBhvr>
                                      <p:to>
                                        <p:strVal val="hidden"/>
                                      </p:to>
                                    </p:set>
                                  </p:childTnLst>
                                </p:cTn>
                              </p:par>
                              <p:par>
                                <p:cTn id="650" presetID="10" presetClass="exit" presetSubtype="0" fill="hold" grpId="0" nodeType="withEffect">
                                  <p:stCondLst>
                                    <p:cond delay="0"/>
                                  </p:stCondLst>
                                  <p:childTnLst>
                                    <p:animEffect transition="out" filter="fade">
                                      <p:cBhvr>
                                        <p:cTn id="651" dur="420"/>
                                        <p:tgtEl>
                                          <p:spTgt spid="224"/>
                                        </p:tgtEl>
                                      </p:cBhvr>
                                    </p:animEffect>
                                    <p:set>
                                      <p:cBhvr>
                                        <p:cTn id="652" dur="1" fill="hold">
                                          <p:stCondLst>
                                            <p:cond delay="419"/>
                                          </p:stCondLst>
                                        </p:cTn>
                                        <p:tgtEl>
                                          <p:spTgt spid="224"/>
                                        </p:tgtEl>
                                        <p:attrNameLst>
                                          <p:attrName>style.visibility</p:attrName>
                                        </p:attrNameLst>
                                      </p:cBhvr>
                                      <p:to>
                                        <p:strVal val="hidden"/>
                                      </p:to>
                                    </p:set>
                                  </p:childTnLst>
                                </p:cTn>
                              </p:par>
                              <p:par>
                                <p:cTn id="653" presetID="10" presetClass="exit" presetSubtype="0" fill="hold" grpId="0" nodeType="withEffect">
                                  <p:stCondLst>
                                    <p:cond delay="0"/>
                                  </p:stCondLst>
                                  <p:childTnLst>
                                    <p:animEffect transition="out" filter="fade">
                                      <p:cBhvr>
                                        <p:cTn id="654" dur="420"/>
                                        <p:tgtEl>
                                          <p:spTgt spid="225"/>
                                        </p:tgtEl>
                                      </p:cBhvr>
                                    </p:animEffect>
                                    <p:set>
                                      <p:cBhvr>
                                        <p:cTn id="655" dur="1" fill="hold">
                                          <p:stCondLst>
                                            <p:cond delay="419"/>
                                          </p:stCondLst>
                                        </p:cTn>
                                        <p:tgtEl>
                                          <p:spTgt spid="225"/>
                                        </p:tgtEl>
                                        <p:attrNameLst>
                                          <p:attrName>style.visibility</p:attrName>
                                        </p:attrNameLst>
                                      </p:cBhvr>
                                      <p:to>
                                        <p:strVal val="hidden"/>
                                      </p:to>
                                    </p:set>
                                  </p:childTnLst>
                                </p:cTn>
                              </p:par>
                              <p:par>
                                <p:cTn id="656" presetID="10" presetClass="exit" presetSubtype="0" fill="hold" grpId="0" nodeType="withEffect">
                                  <p:stCondLst>
                                    <p:cond delay="0"/>
                                  </p:stCondLst>
                                  <p:childTnLst>
                                    <p:animEffect transition="out" filter="fade">
                                      <p:cBhvr>
                                        <p:cTn id="657" dur="420"/>
                                        <p:tgtEl>
                                          <p:spTgt spid="226"/>
                                        </p:tgtEl>
                                      </p:cBhvr>
                                    </p:animEffect>
                                    <p:set>
                                      <p:cBhvr>
                                        <p:cTn id="658" dur="1" fill="hold">
                                          <p:stCondLst>
                                            <p:cond delay="419"/>
                                          </p:stCondLst>
                                        </p:cTn>
                                        <p:tgtEl>
                                          <p:spTgt spid="226"/>
                                        </p:tgtEl>
                                        <p:attrNameLst>
                                          <p:attrName>style.visibility</p:attrName>
                                        </p:attrNameLst>
                                      </p:cBhvr>
                                      <p:to>
                                        <p:strVal val="hidden"/>
                                      </p:to>
                                    </p:set>
                                  </p:childTnLst>
                                </p:cTn>
                              </p:par>
                              <p:par>
                                <p:cTn id="659" presetID="10" presetClass="exit" presetSubtype="0" fill="hold" grpId="0" nodeType="withEffect">
                                  <p:stCondLst>
                                    <p:cond delay="0"/>
                                  </p:stCondLst>
                                  <p:childTnLst>
                                    <p:animEffect transition="out" filter="fade">
                                      <p:cBhvr>
                                        <p:cTn id="660" dur="420"/>
                                        <p:tgtEl>
                                          <p:spTgt spid="227"/>
                                        </p:tgtEl>
                                      </p:cBhvr>
                                    </p:animEffect>
                                    <p:set>
                                      <p:cBhvr>
                                        <p:cTn id="661" dur="1" fill="hold">
                                          <p:stCondLst>
                                            <p:cond delay="419"/>
                                          </p:stCondLst>
                                        </p:cTn>
                                        <p:tgtEl>
                                          <p:spTgt spid="227"/>
                                        </p:tgtEl>
                                        <p:attrNameLst>
                                          <p:attrName>style.visibility</p:attrName>
                                        </p:attrNameLst>
                                      </p:cBhvr>
                                      <p:to>
                                        <p:strVal val="hidden"/>
                                      </p:to>
                                    </p:set>
                                  </p:childTnLst>
                                </p:cTn>
                              </p:par>
                              <p:par>
                                <p:cTn id="662" presetID="10" presetClass="exit" presetSubtype="0" fill="hold" grpId="0" nodeType="withEffect">
                                  <p:stCondLst>
                                    <p:cond delay="0"/>
                                  </p:stCondLst>
                                  <p:childTnLst>
                                    <p:animEffect transition="out" filter="fade">
                                      <p:cBhvr>
                                        <p:cTn id="663" dur="420"/>
                                        <p:tgtEl>
                                          <p:spTgt spid="228"/>
                                        </p:tgtEl>
                                      </p:cBhvr>
                                    </p:animEffect>
                                    <p:set>
                                      <p:cBhvr>
                                        <p:cTn id="664" dur="1" fill="hold">
                                          <p:stCondLst>
                                            <p:cond delay="419"/>
                                          </p:stCondLst>
                                        </p:cTn>
                                        <p:tgtEl>
                                          <p:spTgt spid="228"/>
                                        </p:tgtEl>
                                        <p:attrNameLst>
                                          <p:attrName>style.visibility</p:attrName>
                                        </p:attrNameLst>
                                      </p:cBhvr>
                                      <p:to>
                                        <p:strVal val="hidden"/>
                                      </p:to>
                                    </p:set>
                                  </p:childTnLst>
                                </p:cTn>
                              </p:par>
                              <p:par>
                                <p:cTn id="665" presetID="10" presetClass="exit" presetSubtype="0" fill="hold" grpId="0" nodeType="withEffect">
                                  <p:stCondLst>
                                    <p:cond delay="0"/>
                                  </p:stCondLst>
                                  <p:childTnLst>
                                    <p:animEffect transition="out" filter="fade">
                                      <p:cBhvr>
                                        <p:cTn id="666" dur="420"/>
                                        <p:tgtEl>
                                          <p:spTgt spid="229"/>
                                        </p:tgtEl>
                                      </p:cBhvr>
                                    </p:animEffect>
                                    <p:set>
                                      <p:cBhvr>
                                        <p:cTn id="667" dur="1" fill="hold">
                                          <p:stCondLst>
                                            <p:cond delay="419"/>
                                          </p:stCondLst>
                                        </p:cTn>
                                        <p:tgtEl>
                                          <p:spTgt spid="229"/>
                                        </p:tgtEl>
                                        <p:attrNameLst>
                                          <p:attrName>style.visibility</p:attrName>
                                        </p:attrNameLst>
                                      </p:cBhvr>
                                      <p:to>
                                        <p:strVal val="hidden"/>
                                      </p:to>
                                    </p:set>
                                  </p:childTnLst>
                                </p:cTn>
                              </p:par>
                              <p:par>
                                <p:cTn id="668" presetID="10" presetClass="exit" presetSubtype="0" fill="hold" grpId="1" nodeType="withEffect">
                                  <p:stCondLst>
                                    <p:cond delay="0"/>
                                  </p:stCondLst>
                                  <p:childTnLst>
                                    <p:animEffect transition="out" filter="fade">
                                      <p:cBhvr>
                                        <p:cTn id="669" dur="420"/>
                                        <p:tgtEl>
                                          <p:spTgt spid="230"/>
                                        </p:tgtEl>
                                      </p:cBhvr>
                                    </p:animEffect>
                                    <p:set>
                                      <p:cBhvr>
                                        <p:cTn id="670" dur="1" fill="hold">
                                          <p:stCondLst>
                                            <p:cond delay="419"/>
                                          </p:stCondLst>
                                        </p:cTn>
                                        <p:tgtEl>
                                          <p:spTgt spid="230"/>
                                        </p:tgtEl>
                                        <p:attrNameLst>
                                          <p:attrName>style.visibility</p:attrName>
                                        </p:attrNameLst>
                                      </p:cBhvr>
                                      <p:to>
                                        <p:strVal val="hidden"/>
                                      </p:to>
                                    </p:set>
                                  </p:childTnLst>
                                </p:cTn>
                              </p:par>
                              <p:par>
                                <p:cTn id="671" presetID="10" presetClass="exit" presetSubtype="0" fill="hold" grpId="1" nodeType="withEffect">
                                  <p:stCondLst>
                                    <p:cond delay="0"/>
                                  </p:stCondLst>
                                  <p:childTnLst>
                                    <p:animEffect transition="out" filter="fade">
                                      <p:cBhvr>
                                        <p:cTn id="672" dur="420"/>
                                        <p:tgtEl>
                                          <p:spTgt spid="231"/>
                                        </p:tgtEl>
                                      </p:cBhvr>
                                    </p:animEffect>
                                    <p:set>
                                      <p:cBhvr>
                                        <p:cTn id="673" dur="1" fill="hold">
                                          <p:stCondLst>
                                            <p:cond delay="419"/>
                                          </p:stCondLst>
                                        </p:cTn>
                                        <p:tgtEl>
                                          <p:spTgt spid="231"/>
                                        </p:tgtEl>
                                        <p:attrNameLst>
                                          <p:attrName>style.visibility</p:attrName>
                                        </p:attrNameLst>
                                      </p:cBhvr>
                                      <p:to>
                                        <p:strVal val="hidden"/>
                                      </p:to>
                                    </p:set>
                                  </p:childTnLst>
                                </p:cTn>
                              </p:par>
                              <p:par>
                                <p:cTn id="674" presetID="10" presetClass="exit" presetSubtype="0" fill="hold" grpId="1" nodeType="withEffect">
                                  <p:stCondLst>
                                    <p:cond delay="0"/>
                                  </p:stCondLst>
                                  <p:childTnLst>
                                    <p:animEffect transition="out" filter="fade">
                                      <p:cBhvr>
                                        <p:cTn id="675" dur="420"/>
                                        <p:tgtEl>
                                          <p:spTgt spid="232"/>
                                        </p:tgtEl>
                                      </p:cBhvr>
                                    </p:animEffect>
                                    <p:set>
                                      <p:cBhvr>
                                        <p:cTn id="676" dur="1" fill="hold">
                                          <p:stCondLst>
                                            <p:cond delay="419"/>
                                          </p:stCondLst>
                                        </p:cTn>
                                        <p:tgtEl>
                                          <p:spTgt spid="232"/>
                                        </p:tgtEl>
                                        <p:attrNameLst>
                                          <p:attrName>style.visibility</p:attrName>
                                        </p:attrNameLst>
                                      </p:cBhvr>
                                      <p:to>
                                        <p:strVal val="hidden"/>
                                      </p:to>
                                    </p:set>
                                  </p:childTnLst>
                                </p:cTn>
                              </p:par>
                              <p:par>
                                <p:cTn id="677" presetID="10" presetClass="exit" presetSubtype="0" fill="hold" grpId="1" nodeType="withEffect">
                                  <p:stCondLst>
                                    <p:cond delay="0"/>
                                  </p:stCondLst>
                                  <p:childTnLst>
                                    <p:animEffect transition="out" filter="fade">
                                      <p:cBhvr>
                                        <p:cTn id="678" dur="420"/>
                                        <p:tgtEl>
                                          <p:spTgt spid="233"/>
                                        </p:tgtEl>
                                      </p:cBhvr>
                                    </p:animEffect>
                                    <p:set>
                                      <p:cBhvr>
                                        <p:cTn id="679" dur="1" fill="hold">
                                          <p:stCondLst>
                                            <p:cond delay="419"/>
                                          </p:stCondLst>
                                        </p:cTn>
                                        <p:tgtEl>
                                          <p:spTgt spid="233"/>
                                        </p:tgtEl>
                                        <p:attrNameLst>
                                          <p:attrName>style.visibility</p:attrName>
                                        </p:attrNameLst>
                                      </p:cBhvr>
                                      <p:to>
                                        <p:strVal val="hidden"/>
                                      </p:to>
                                    </p:set>
                                  </p:childTnLst>
                                </p:cTn>
                              </p:par>
                              <p:par>
                                <p:cTn id="680" presetID="10" presetClass="exit" presetSubtype="0" fill="hold" grpId="1" nodeType="withEffect">
                                  <p:stCondLst>
                                    <p:cond delay="0"/>
                                  </p:stCondLst>
                                  <p:childTnLst>
                                    <p:animEffect transition="out" filter="fade">
                                      <p:cBhvr>
                                        <p:cTn id="681" dur="420"/>
                                        <p:tgtEl>
                                          <p:spTgt spid="234"/>
                                        </p:tgtEl>
                                      </p:cBhvr>
                                    </p:animEffect>
                                    <p:set>
                                      <p:cBhvr>
                                        <p:cTn id="682" dur="1" fill="hold">
                                          <p:stCondLst>
                                            <p:cond delay="419"/>
                                          </p:stCondLst>
                                        </p:cTn>
                                        <p:tgtEl>
                                          <p:spTgt spid="234"/>
                                        </p:tgtEl>
                                        <p:attrNameLst>
                                          <p:attrName>style.visibility</p:attrName>
                                        </p:attrNameLst>
                                      </p:cBhvr>
                                      <p:to>
                                        <p:strVal val="hidden"/>
                                      </p:to>
                                    </p:set>
                                  </p:childTnLst>
                                </p:cTn>
                              </p:par>
                              <p:par>
                                <p:cTn id="683" presetID="10" presetClass="exit" presetSubtype="0" fill="hold" grpId="0" nodeType="withEffect">
                                  <p:stCondLst>
                                    <p:cond delay="0"/>
                                  </p:stCondLst>
                                  <p:childTnLst>
                                    <p:animEffect transition="out" filter="fade">
                                      <p:cBhvr>
                                        <p:cTn id="684" dur="420"/>
                                        <p:tgtEl>
                                          <p:spTgt spid="235"/>
                                        </p:tgtEl>
                                      </p:cBhvr>
                                    </p:animEffect>
                                    <p:set>
                                      <p:cBhvr>
                                        <p:cTn id="685" dur="1" fill="hold">
                                          <p:stCondLst>
                                            <p:cond delay="419"/>
                                          </p:stCondLst>
                                        </p:cTn>
                                        <p:tgtEl>
                                          <p:spTgt spid="235"/>
                                        </p:tgtEl>
                                        <p:attrNameLst>
                                          <p:attrName>style.visibility</p:attrName>
                                        </p:attrNameLst>
                                      </p:cBhvr>
                                      <p:to>
                                        <p:strVal val="hidden"/>
                                      </p:to>
                                    </p:set>
                                  </p:childTnLst>
                                </p:cTn>
                              </p:par>
                              <p:par>
                                <p:cTn id="686" presetID="10" presetClass="exit" presetSubtype="0" fill="hold" grpId="0" nodeType="withEffect">
                                  <p:stCondLst>
                                    <p:cond delay="0"/>
                                  </p:stCondLst>
                                  <p:childTnLst>
                                    <p:animEffect transition="out" filter="fade">
                                      <p:cBhvr>
                                        <p:cTn id="687" dur="420"/>
                                        <p:tgtEl>
                                          <p:spTgt spid="236"/>
                                        </p:tgtEl>
                                      </p:cBhvr>
                                    </p:animEffect>
                                    <p:set>
                                      <p:cBhvr>
                                        <p:cTn id="688" dur="1" fill="hold">
                                          <p:stCondLst>
                                            <p:cond delay="419"/>
                                          </p:stCondLst>
                                        </p:cTn>
                                        <p:tgtEl>
                                          <p:spTgt spid="236"/>
                                        </p:tgtEl>
                                        <p:attrNameLst>
                                          <p:attrName>style.visibility</p:attrName>
                                        </p:attrNameLst>
                                      </p:cBhvr>
                                      <p:to>
                                        <p:strVal val="hidden"/>
                                      </p:to>
                                    </p:set>
                                  </p:childTnLst>
                                </p:cTn>
                              </p:par>
                              <p:par>
                                <p:cTn id="689" presetID="10" presetClass="exit" presetSubtype="0" fill="hold" grpId="0" nodeType="withEffect">
                                  <p:stCondLst>
                                    <p:cond delay="0"/>
                                  </p:stCondLst>
                                  <p:childTnLst>
                                    <p:animEffect transition="out" filter="fade">
                                      <p:cBhvr>
                                        <p:cTn id="690" dur="420"/>
                                        <p:tgtEl>
                                          <p:spTgt spid="237"/>
                                        </p:tgtEl>
                                      </p:cBhvr>
                                    </p:animEffect>
                                    <p:set>
                                      <p:cBhvr>
                                        <p:cTn id="691" dur="1" fill="hold">
                                          <p:stCondLst>
                                            <p:cond delay="419"/>
                                          </p:stCondLst>
                                        </p:cTn>
                                        <p:tgtEl>
                                          <p:spTgt spid="237"/>
                                        </p:tgtEl>
                                        <p:attrNameLst>
                                          <p:attrName>style.visibility</p:attrName>
                                        </p:attrNameLst>
                                      </p:cBhvr>
                                      <p:to>
                                        <p:strVal val="hidden"/>
                                      </p:to>
                                    </p:set>
                                  </p:childTnLst>
                                </p:cTn>
                              </p:par>
                              <p:par>
                                <p:cTn id="692" presetID="10" presetClass="exit" presetSubtype="0" fill="hold" grpId="0" nodeType="withEffect">
                                  <p:stCondLst>
                                    <p:cond delay="0"/>
                                  </p:stCondLst>
                                  <p:childTnLst>
                                    <p:animEffect transition="out" filter="fade">
                                      <p:cBhvr>
                                        <p:cTn id="693" dur="420"/>
                                        <p:tgtEl>
                                          <p:spTgt spid="238"/>
                                        </p:tgtEl>
                                      </p:cBhvr>
                                    </p:animEffect>
                                    <p:set>
                                      <p:cBhvr>
                                        <p:cTn id="694" dur="1" fill="hold">
                                          <p:stCondLst>
                                            <p:cond delay="419"/>
                                          </p:stCondLst>
                                        </p:cTn>
                                        <p:tgtEl>
                                          <p:spTgt spid="238"/>
                                        </p:tgtEl>
                                        <p:attrNameLst>
                                          <p:attrName>style.visibility</p:attrName>
                                        </p:attrNameLst>
                                      </p:cBhvr>
                                      <p:to>
                                        <p:strVal val="hidden"/>
                                      </p:to>
                                    </p:set>
                                  </p:childTnLst>
                                </p:cTn>
                              </p:par>
                              <p:par>
                                <p:cTn id="695" presetID="10" presetClass="exit" presetSubtype="0" fill="hold" grpId="0" nodeType="withEffect">
                                  <p:stCondLst>
                                    <p:cond delay="0"/>
                                  </p:stCondLst>
                                  <p:childTnLst>
                                    <p:animEffect transition="out" filter="fade">
                                      <p:cBhvr>
                                        <p:cTn id="696" dur="420"/>
                                        <p:tgtEl>
                                          <p:spTgt spid="239"/>
                                        </p:tgtEl>
                                      </p:cBhvr>
                                    </p:animEffect>
                                    <p:set>
                                      <p:cBhvr>
                                        <p:cTn id="697" dur="1" fill="hold">
                                          <p:stCondLst>
                                            <p:cond delay="419"/>
                                          </p:stCondLst>
                                        </p:cTn>
                                        <p:tgtEl>
                                          <p:spTgt spid="239"/>
                                        </p:tgtEl>
                                        <p:attrNameLst>
                                          <p:attrName>style.visibility</p:attrName>
                                        </p:attrNameLst>
                                      </p:cBhvr>
                                      <p:to>
                                        <p:strVal val="hidden"/>
                                      </p:to>
                                    </p:set>
                                  </p:childTnLst>
                                </p:cTn>
                              </p:par>
                              <p:par>
                                <p:cTn id="698" presetID="10" presetClass="exit" presetSubtype="0" fill="hold" grpId="0" nodeType="withEffect">
                                  <p:stCondLst>
                                    <p:cond delay="0"/>
                                  </p:stCondLst>
                                  <p:childTnLst>
                                    <p:animEffect transition="out" filter="fade">
                                      <p:cBhvr>
                                        <p:cTn id="699" dur="420"/>
                                        <p:tgtEl>
                                          <p:spTgt spid="240"/>
                                        </p:tgtEl>
                                      </p:cBhvr>
                                    </p:animEffect>
                                    <p:set>
                                      <p:cBhvr>
                                        <p:cTn id="700" dur="1" fill="hold">
                                          <p:stCondLst>
                                            <p:cond delay="419"/>
                                          </p:stCondLst>
                                        </p:cTn>
                                        <p:tgtEl>
                                          <p:spTgt spid="240"/>
                                        </p:tgtEl>
                                        <p:attrNameLst>
                                          <p:attrName>style.visibility</p:attrName>
                                        </p:attrNameLst>
                                      </p:cBhvr>
                                      <p:to>
                                        <p:strVal val="hidden"/>
                                      </p:to>
                                    </p:set>
                                  </p:childTnLst>
                                </p:cTn>
                              </p:par>
                              <p:par>
                                <p:cTn id="701" presetID="10" presetClass="exit" presetSubtype="0" fill="hold" grpId="0" nodeType="withEffect">
                                  <p:stCondLst>
                                    <p:cond delay="0"/>
                                  </p:stCondLst>
                                  <p:childTnLst>
                                    <p:animEffect transition="out" filter="fade">
                                      <p:cBhvr>
                                        <p:cTn id="702" dur="420"/>
                                        <p:tgtEl>
                                          <p:spTgt spid="241"/>
                                        </p:tgtEl>
                                      </p:cBhvr>
                                    </p:animEffect>
                                    <p:set>
                                      <p:cBhvr>
                                        <p:cTn id="703" dur="1" fill="hold">
                                          <p:stCondLst>
                                            <p:cond delay="419"/>
                                          </p:stCondLst>
                                        </p:cTn>
                                        <p:tgtEl>
                                          <p:spTgt spid="241"/>
                                        </p:tgtEl>
                                        <p:attrNameLst>
                                          <p:attrName>style.visibility</p:attrName>
                                        </p:attrNameLst>
                                      </p:cBhvr>
                                      <p:to>
                                        <p:strVal val="hidden"/>
                                      </p:to>
                                    </p:set>
                                  </p:childTnLst>
                                </p:cTn>
                              </p:par>
                              <p:par>
                                <p:cTn id="704" presetID="10" presetClass="exit" presetSubtype="0" fill="hold" grpId="0" nodeType="withEffect">
                                  <p:stCondLst>
                                    <p:cond delay="0"/>
                                  </p:stCondLst>
                                  <p:childTnLst>
                                    <p:animEffect transition="out" filter="fade">
                                      <p:cBhvr>
                                        <p:cTn id="705" dur="420"/>
                                        <p:tgtEl>
                                          <p:spTgt spid="242"/>
                                        </p:tgtEl>
                                      </p:cBhvr>
                                    </p:animEffect>
                                    <p:set>
                                      <p:cBhvr>
                                        <p:cTn id="706" dur="1" fill="hold">
                                          <p:stCondLst>
                                            <p:cond delay="419"/>
                                          </p:stCondLst>
                                        </p:cTn>
                                        <p:tgtEl>
                                          <p:spTgt spid="242"/>
                                        </p:tgtEl>
                                        <p:attrNameLst>
                                          <p:attrName>style.visibility</p:attrName>
                                        </p:attrNameLst>
                                      </p:cBhvr>
                                      <p:to>
                                        <p:strVal val="hidden"/>
                                      </p:to>
                                    </p:set>
                                  </p:childTnLst>
                                </p:cTn>
                              </p:par>
                              <p:par>
                                <p:cTn id="707" presetID="10" presetClass="exit" presetSubtype="0" fill="hold" grpId="0" nodeType="withEffect">
                                  <p:stCondLst>
                                    <p:cond delay="0"/>
                                  </p:stCondLst>
                                  <p:childTnLst>
                                    <p:animEffect transition="out" filter="fade">
                                      <p:cBhvr>
                                        <p:cTn id="708" dur="420"/>
                                        <p:tgtEl>
                                          <p:spTgt spid="243"/>
                                        </p:tgtEl>
                                      </p:cBhvr>
                                    </p:animEffect>
                                    <p:set>
                                      <p:cBhvr>
                                        <p:cTn id="709" dur="1" fill="hold">
                                          <p:stCondLst>
                                            <p:cond delay="419"/>
                                          </p:stCondLst>
                                        </p:cTn>
                                        <p:tgtEl>
                                          <p:spTgt spid="243"/>
                                        </p:tgtEl>
                                        <p:attrNameLst>
                                          <p:attrName>style.visibility</p:attrName>
                                        </p:attrNameLst>
                                      </p:cBhvr>
                                      <p:to>
                                        <p:strVal val="hidden"/>
                                      </p:to>
                                    </p:set>
                                  </p:childTnLst>
                                </p:cTn>
                              </p:par>
                              <p:par>
                                <p:cTn id="710" presetID="10" presetClass="exit" presetSubtype="0" fill="hold" grpId="0" nodeType="withEffect">
                                  <p:stCondLst>
                                    <p:cond delay="0"/>
                                  </p:stCondLst>
                                  <p:childTnLst>
                                    <p:animEffect transition="out" filter="fade">
                                      <p:cBhvr>
                                        <p:cTn id="711" dur="420"/>
                                        <p:tgtEl>
                                          <p:spTgt spid="244"/>
                                        </p:tgtEl>
                                      </p:cBhvr>
                                    </p:animEffect>
                                    <p:set>
                                      <p:cBhvr>
                                        <p:cTn id="712" dur="1" fill="hold">
                                          <p:stCondLst>
                                            <p:cond delay="419"/>
                                          </p:stCondLst>
                                        </p:cTn>
                                        <p:tgtEl>
                                          <p:spTgt spid="244"/>
                                        </p:tgtEl>
                                        <p:attrNameLst>
                                          <p:attrName>style.visibility</p:attrName>
                                        </p:attrNameLst>
                                      </p:cBhvr>
                                      <p:to>
                                        <p:strVal val="hidden"/>
                                      </p:to>
                                    </p:set>
                                  </p:childTnLst>
                                </p:cTn>
                              </p:par>
                              <p:par>
                                <p:cTn id="713" presetID="10" presetClass="exit" presetSubtype="0" fill="hold" grpId="0" nodeType="withEffect">
                                  <p:stCondLst>
                                    <p:cond delay="0"/>
                                  </p:stCondLst>
                                  <p:childTnLst>
                                    <p:animEffect transition="out" filter="fade">
                                      <p:cBhvr>
                                        <p:cTn id="714" dur="420"/>
                                        <p:tgtEl>
                                          <p:spTgt spid="245"/>
                                        </p:tgtEl>
                                      </p:cBhvr>
                                    </p:animEffect>
                                    <p:set>
                                      <p:cBhvr>
                                        <p:cTn id="715" dur="1" fill="hold">
                                          <p:stCondLst>
                                            <p:cond delay="419"/>
                                          </p:stCondLst>
                                        </p:cTn>
                                        <p:tgtEl>
                                          <p:spTgt spid="245"/>
                                        </p:tgtEl>
                                        <p:attrNameLst>
                                          <p:attrName>style.visibility</p:attrName>
                                        </p:attrNameLst>
                                      </p:cBhvr>
                                      <p:to>
                                        <p:strVal val="hidden"/>
                                      </p:to>
                                    </p:set>
                                  </p:childTnLst>
                                </p:cTn>
                              </p:par>
                              <p:par>
                                <p:cTn id="716" presetID="10" presetClass="exit" presetSubtype="0" fill="hold" grpId="0" nodeType="withEffect">
                                  <p:stCondLst>
                                    <p:cond delay="0"/>
                                  </p:stCondLst>
                                  <p:childTnLst>
                                    <p:animEffect transition="out" filter="fade">
                                      <p:cBhvr>
                                        <p:cTn id="717" dur="420"/>
                                        <p:tgtEl>
                                          <p:spTgt spid="246"/>
                                        </p:tgtEl>
                                      </p:cBhvr>
                                    </p:animEffect>
                                    <p:set>
                                      <p:cBhvr>
                                        <p:cTn id="718" dur="1" fill="hold">
                                          <p:stCondLst>
                                            <p:cond delay="419"/>
                                          </p:stCondLst>
                                        </p:cTn>
                                        <p:tgtEl>
                                          <p:spTgt spid="246"/>
                                        </p:tgtEl>
                                        <p:attrNameLst>
                                          <p:attrName>style.visibility</p:attrName>
                                        </p:attrNameLst>
                                      </p:cBhvr>
                                      <p:to>
                                        <p:strVal val="hidden"/>
                                      </p:to>
                                    </p:set>
                                  </p:childTnLst>
                                </p:cTn>
                              </p:par>
                              <p:par>
                                <p:cTn id="719" presetID="10" presetClass="exit" presetSubtype="0" fill="hold" grpId="0" nodeType="withEffect">
                                  <p:stCondLst>
                                    <p:cond delay="0"/>
                                  </p:stCondLst>
                                  <p:childTnLst>
                                    <p:animEffect transition="out" filter="fade">
                                      <p:cBhvr>
                                        <p:cTn id="720" dur="420"/>
                                        <p:tgtEl>
                                          <p:spTgt spid="247"/>
                                        </p:tgtEl>
                                      </p:cBhvr>
                                    </p:animEffect>
                                    <p:set>
                                      <p:cBhvr>
                                        <p:cTn id="721" dur="1" fill="hold">
                                          <p:stCondLst>
                                            <p:cond delay="419"/>
                                          </p:stCondLst>
                                        </p:cTn>
                                        <p:tgtEl>
                                          <p:spTgt spid="247"/>
                                        </p:tgtEl>
                                        <p:attrNameLst>
                                          <p:attrName>style.visibility</p:attrName>
                                        </p:attrNameLst>
                                      </p:cBhvr>
                                      <p:to>
                                        <p:strVal val="hidden"/>
                                      </p:to>
                                    </p:set>
                                  </p:childTnLst>
                                </p:cTn>
                              </p:par>
                              <p:par>
                                <p:cTn id="722" presetID="10" presetClass="exit" presetSubtype="0" fill="hold" grpId="0" nodeType="withEffect">
                                  <p:stCondLst>
                                    <p:cond delay="0"/>
                                  </p:stCondLst>
                                  <p:childTnLst>
                                    <p:animEffect transition="out" filter="fade">
                                      <p:cBhvr>
                                        <p:cTn id="723" dur="420"/>
                                        <p:tgtEl>
                                          <p:spTgt spid="248"/>
                                        </p:tgtEl>
                                      </p:cBhvr>
                                    </p:animEffect>
                                    <p:set>
                                      <p:cBhvr>
                                        <p:cTn id="724" dur="1" fill="hold">
                                          <p:stCondLst>
                                            <p:cond delay="419"/>
                                          </p:stCondLst>
                                        </p:cTn>
                                        <p:tgtEl>
                                          <p:spTgt spid="248"/>
                                        </p:tgtEl>
                                        <p:attrNameLst>
                                          <p:attrName>style.visibility</p:attrName>
                                        </p:attrNameLst>
                                      </p:cBhvr>
                                      <p:to>
                                        <p:strVal val="hidden"/>
                                      </p:to>
                                    </p:set>
                                  </p:childTnLst>
                                </p:cTn>
                              </p:par>
                              <p:par>
                                <p:cTn id="725" presetID="10" presetClass="exit" presetSubtype="0" fill="hold" grpId="0" nodeType="withEffect">
                                  <p:stCondLst>
                                    <p:cond delay="0"/>
                                  </p:stCondLst>
                                  <p:childTnLst>
                                    <p:animEffect transition="out" filter="fade">
                                      <p:cBhvr>
                                        <p:cTn id="726" dur="420"/>
                                        <p:tgtEl>
                                          <p:spTgt spid="249"/>
                                        </p:tgtEl>
                                      </p:cBhvr>
                                    </p:animEffect>
                                    <p:set>
                                      <p:cBhvr>
                                        <p:cTn id="727" dur="1" fill="hold">
                                          <p:stCondLst>
                                            <p:cond delay="419"/>
                                          </p:stCondLst>
                                        </p:cTn>
                                        <p:tgtEl>
                                          <p:spTgt spid="249"/>
                                        </p:tgtEl>
                                        <p:attrNameLst>
                                          <p:attrName>style.visibility</p:attrName>
                                        </p:attrNameLst>
                                      </p:cBhvr>
                                      <p:to>
                                        <p:strVal val="hidden"/>
                                      </p:to>
                                    </p:set>
                                  </p:childTnLst>
                                </p:cTn>
                              </p:par>
                              <p:par>
                                <p:cTn id="728" presetID="10" presetClass="exit" presetSubtype="0" fill="hold" grpId="0" nodeType="withEffect">
                                  <p:stCondLst>
                                    <p:cond delay="0"/>
                                  </p:stCondLst>
                                  <p:childTnLst>
                                    <p:animEffect transition="out" filter="fade">
                                      <p:cBhvr>
                                        <p:cTn id="729" dur="420"/>
                                        <p:tgtEl>
                                          <p:spTgt spid="250"/>
                                        </p:tgtEl>
                                      </p:cBhvr>
                                    </p:animEffect>
                                    <p:set>
                                      <p:cBhvr>
                                        <p:cTn id="730" dur="1" fill="hold">
                                          <p:stCondLst>
                                            <p:cond delay="419"/>
                                          </p:stCondLst>
                                        </p:cTn>
                                        <p:tgtEl>
                                          <p:spTgt spid="250"/>
                                        </p:tgtEl>
                                        <p:attrNameLst>
                                          <p:attrName>style.visibility</p:attrName>
                                        </p:attrNameLst>
                                      </p:cBhvr>
                                      <p:to>
                                        <p:strVal val="hidden"/>
                                      </p:to>
                                    </p:set>
                                  </p:childTnLst>
                                </p:cTn>
                              </p:par>
                              <p:par>
                                <p:cTn id="731" presetID="10" presetClass="exit" presetSubtype="0" fill="hold" grpId="0" nodeType="withEffect">
                                  <p:stCondLst>
                                    <p:cond delay="0"/>
                                  </p:stCondLst>
                                  <p:childTnLst>
                                    <p:animEffect transition="out" filter="fade">
                                      <p:cBhvr>
                                        <p:cTn id="732" dur="420"/>
                                        <p:tgtEl>
                                          <p:spTgt spid="251"/>
                                        </p:tgtEl>
                                      </p:cBhvr>
                                    </p:animEffect>
                                    <p:set>
                                      <p:cBhvr>
                                        <p:cTn id="733" dur="1" fill="hold">
                                          <p:stCondLst>
                                            <p:cond delay="419"/>
                                          </p:stCondLst>
                                        </p:cTn>
                                        <p:tgtEl>
                                          <p:spTgt spid="251"/>
                                        </p:tgtEl>
                                        <p:attrNameLst>
                                          <p:attrName>style.visibility</p:attrName>
                                        </p:attrNameLst>
                                      </p:cBhvr>
                                      <p:to>
                                        <p:strVal val="hidden"/>
                                      </p:to>
                                    </p:set>
                                  </p:childTnLst>
                                </p:cTn>
                              </p:par>
                              <p:par>
                                <p:cTn id="734" presetID="10" presetClass="exit" presetSubtype="0" fill="hold" grpId="0" nodeType="withEffect">
                                  <p:stCondLst>
                                    <p:cond delay="0"/>
                                  </p:stCondLst>
                                  <p:childTnLst>
                                    <p:animEffect transition="out" filter="fade">
                                      <p:cBhvr>
                                        <p:cTn id="735" dur="420"/>
                                        <p:tgtEl>
                                          <p:spTgt spid="252"/>
                                        </p:tgtEl>
                                      </p:cBhvr>
                                    </p:animEffect>
                                    <p:set>
                                      <p:cBhvr>
                                        <p:cTn id="736" dur="1" fill="hold">
                                          <p:stCondLst>
                                            <p:cond delay="419"/>
                                          </p:stCondLst>
                                        </p:cTn>
                                        <p:tgtEl>
                                          <p:spTgt spid="252"/>
                                        </p:tgtEl>
                                        <p:attrNameLst>
                                          <p:attrName>style.visibility</p:attrName>
                                        </p:attrNameLst>
                                      </p:cBhvr>
                                      <p:to>
                                        <p:strVal val="hidden"/>
                                      </p:to>
                                    </p:set>
                                  </p:childTnLst>
                                </p:cTn>
                              </p:par>
                              <p:par>
                                <p:cTn id="737" presetID="10" presetClass="exit" presetSubtype="0" fill="hold" grpId="0" nodeType="withEffect">
                                  <p:stCondLst>
                                    <p:cond delay="0"/>
                                  </p:stCondLst>
                                  <p:childTnLst>
                                    <p:animEffect transition="out" filter="fade">
                                      <p:cBhvr>
                                        <p:cTn id="738" dur="420"/>
                                        <p:tgtEl>
                                          <p:spTgt spid="253"/>
                                        </p:tgtEl>
                                      </p:cBhvr>
                                    </p:animEffect>
                                    <p:set>
                                      <p:cBhvr>
                                        <p:cTn id="739" dur="1" fill="hold">
                                          <p:stCondLst>
                                            <p:cond delay="419"/>
                                          </p:stCondLst>
                                        </p:cTn>
                                        <p:tgtEl>
                                          <p:spTgt spid="253"/>
                                        </p:tgtEl>
                                        <p:attrNameLst>
                                          <p:attrName>style.visibility</p:attrName>
                                        </p:attrNameLst>
                                      </p:cBhvr>
                                      <p:to>
                                        <p:strVal val="hidden"/>
                                      </p:to>
                                    </p:set>
                                  </p:childTnLst>
                                </p:cTn>
                              </p:par>
                              <p:par>
                                <p:cTn id="740" presetID="10" presetClass="exit" presetSubtype="0" fill="hold" grpId="0" nodeType="withEffect">
                                  <p:stCondLst>
                                    <p:cond delay="0"/>
                                  </p:stCondLst>
                                  <p:childTnLst>
                                    <p:animEffect transition="out" filter="fade">
                                      <p:cBhvr>
                                        <p:cTn id="741" dur="420"/>
                                        <p:tgtEl>
                                          <p:spTgt spid="254"/>
                                        </p:tgtEl>
                                      </p:cBhvr>
                                    </p:animEffect>
                                    <p:set>
                                      <p:cBhvr>
                                        <p:cTn id="742" dur="1" fill="hold">
                                          <p:stCondLst>
                                            <p:cond delay="419"/>
                                          </p:stCondLst>
                                        </p:cTn>
                                        <p:tgtEl>
                                          <p:spTgt spid="254"/>
                                        </p:tgtEl>
                                        <p:attrNameLst>
                                          <p:attrName>style.visibility</p:attrName>
                                        </p:attrNameLst>
                                      </p:cBhvr>
                                      <p:to>
                                        <p:strVal val="hidden"/>
                                      </p:to>
                                    </p:set>
                                  </p:childTnLst>
                                </p:cTn>
                              </p:par>
                              <p:par>
                                <p:cTn id="743" presetID="10" presetClass="exit" presetSubtype="0" fill="hold" grpId="0" nodeType="withEffect">
                                  <p:stCondLst>
                                    <p:cond delay="0"/>
                                  </p:stCondLst>
                                  <p:childTnLst>
                                    <p:animEffect transition="out" filter="fade">
                                      <p:cBhvr>
                                        <p:cTn id="744" dur="420"/>
                                        <p:tgtEl>
                                          <p:spTgt spid="255"/>
                                        </p:tgtEl>
                                      </p:cBhvr>
                                    </p:animEffect>
                                    <p:set>
                                      <p:cBhvr>
                                        <p:cTn id="745" dur="1" fill="hold">
                                          <p:stCondLst>
                                            <p:cond delay="419"/>
                                          </p:stCondLst>
                                        </p:cTn>
                                        <p:tgtEl>
                                          <p:spTgt spid="255"/>
                                        </p:tgtEl>
                                        <p:attrNameLst>
                                          <p:attrName>style.visibility</p:attrName>
                                        </p:attrNameLst>
                                      </p:cBhvr>
                                      <p:to>
                                        <p:strVal val="hidden"/>
                                      </p:to>
                                    </p:set>
                                  </p:childTnLst>
                                </p:cTn>
                              </p:par>
                              <p:par>
                                <p:cTn id="746" presetID="10" presetClass="exit" presetSubtype="0" fill="hold" grpId="0" nodeType="withEffect">
                                  <p:stCondLst>
                                    <p:cond delay="0"/>
                                  </p:stCondLst>
                                  <p:childTnLst>
                                    <p:animEffect transition="out" filter="fade">
                                      <p:cBhvr>
                                        <p:cTn id="747" dur="420"/>
                                        <p:tgtEl>
                                          <p:spTgt spid="256"/>
                                        </p:tgtEl>
                                      </p:cBhvr>
                                    </p:animEffect>
                                    <p:set>
                                      <p:cBhvr>
                                        <p:cTn id="748" dur="1" fill="hold">
                                          <p:stCondLst>
                                            <p:cond delay="419"/>
                                          </p:stCondLst>
                                        </p:cTn>
                                        <p:tgtEl>
                                          <p:spTgt spid="256"/>
                                        </p:tgtEl>
                                        <p:attrNameLst>
                                          <p:attrName>style.visibility</p:attrName>
                                        </p:attrNameLst>
                                      </p:cBhvr>
                                      <p:to>
                                        <p:strVal val="hidden"/>
                                      </p:to>
                                    </p:set>
                                  </p:childTnLst>
                                </p:cTn>
                              </p:par>
                              <p:par>
                                <p:cTn id="749" presetID="10" presetClass="exit" presetSubtype="0" fill="hold" grpId="1" nodeType="withEffect">
                                  <p:stCondLst>
                                    <p:cond delay="0"/>
                                  </p:stCondLst>
                                  <p:childTnLst>
                                    <p:animEffect transition="out" filter="fade">
                                      <p:cBhvr>
                                        <p:cTn id="750" dur="420"/>
                                        <p:tgtEl>
                                          <p:spTgt spid="257"/>
                                        </p:tgtEl>
                                      </p:cBhvr>
                                    </p:animEffect>
                                    <p:set>
                                      <p:cBhvr>
                                        <p:cTn id="751" dur="1" fill="hold">
                                          <p:stCondLst>
                                            <p:cond delay="419"/>
                                          </p:stCondLst>
                                        </p:cTn>
                                        <p:tgtEl>
                                          <p:spTgt spid="257"/>
                                        </p:tgtEl>
                                        <p:attrNameLst>
                                          <p:attrName>style.visibility</p:attrName>
                                        </p:attrNameLst>
                                      </p:cBhvr>
                                      <p:to>
                                        <p:strVal val="hidden"/>
                                      </p:to>
                                    </p:set>
                                  </p:childTnLst>
                                </p:cTn>
                              </p:par>
                              <p:par>
                                <p:cTn id="752" presetID="10" presetClass="exit" presetSubtype="0" fill="hold" grpId="1" nodeType="withEffect">
                                  <p:stCondLst>
                                    <p:cond delay="0"/>
                                  </p:stCondLst>
                                  <p:childTnLst>
                                    <p:animEffect transition="out" filter="fade">
                                      <p:cBhvr>
                                        <p:cTn id="753" dur="420"/>
                                        <p:tgtEl>
                                          <p:spTgt spid="258"/>
                                        </p:tgtEl>
                                      </p:cBhvr>
                                    </p:animEffect>
                                    <p:set>
                                      <p:cBhvr>
                                        <p:cTn id="754" dur="1" fill="hold">
                                          <p:stCondLst>
                                            <p:cond delay="419"/>
                                          </p:stCondLst>
                                        </p:cTn>
                                        <p:tgtEl>
                                          <p:spTgt spid="258"/>
                                        </p:tgtEl>
                                        <p:attrNameLst>
                                          <p:attrName>style.visibility</p:attrName>
                                        </p:attrNameLst>
                                      </p:cBhvr>
                                      <p:to>
                                        <p:strVal val="hidden"/>
                                      </p:to>
                                    </p:set>
                                  </p:childTnLst>
                                </p:cTn>
                              </p:par>
                              <p:par>
                                <p:cTn id="755" presetID="10" presetClass="exit" presetSubtype="0" fill="hold" grpId="1" nodeType="withEffect">
                                  <p:stCondLst>
                                    <p:cond delay="0"/>
                                  </p:stCondLst>
                                  <p:childTnLst>
                                    <p:animEffect transition="out" filter="fade">
                                      <p:cBhvr>
                                        <p:cTn id="756" dur="420"/>
                                        <p:tgtEl>
                                          <p:spTgt spid="259"/>
                                        </p:tgtEl>
                                      </p:cBhvr>
                                    </p:animEffect>
                                    <p:set>
                                      <p:cBhvr>
                                        <p:cTn id="757" dur="1" fill="hold">
                                          <p:stCondLst>
                                            <p:cond delay="419"/>
                                          </p:stCondLst>
                                        </p:cTn>
                                        <p:tgtEl>
                                          <p:spTgt spid="259"/>
                                        </p:tgtEl>
                                        <p:attrNameLst>
                                          <p:attrName>style.visibility</p:attrName>
                                        </p:attrNameLst>
                                      </p:cBhvr>
                                      <p:to>
                                        <p:strVal val="hidden"/>
                                      </p:to>
                                    </p:set>
                                  </p:childTnLst>
                                </p:cTn>
                              </p:par>
                              <p:par>
                                <p:cTn id="758" presetID="10" presetClass="exit" presetSubtype="0" fill="hold" grpId="1" nodeType="withEffect">
                                  <p:stCondLst>
                                    <p:cond delay="0"/>
                                  </p:stCondLst>
                                  <p:childTnLst>
                                    <p:animEffect transition="out" filter="fade">
                                      <p:cBhvr>
                                        <p:cTn id="759" dur="420"/>
                                        <p:tgtEl>
                                          <p:spTgt spid="260"/>
                                        </p:tgtEl>
                                      </p:cBhvr>
                                    </p:animEffect>
                                    <p:set>
                                      <p:cBhvr>
                                        <p:cTn id="760" dur="1" fill="hold">
                                          <p:stCondLst>
                                            <p:cond delay="419"/>
                                          </p:stCondLst>
                                        </p:cTn>
                                        <p:tgtEl>
                                          <p:spTgt spid="260"/>
                                        </p:tgtEl>
                                        <p:attrNameLst>
                                          <p:attrName>style.visibility</p:attrName>
                                        </p:attrNameLst>
                                      </p:cBhvr>
                                      <p:to>
                                        <p:strVal val="hidden"/>
                                      </p:to>
                                    </p:set>
                                  </p:childTnLst>
                                </p:cTn>
                              </p:par>
                              <p:par>
                                <p:cTn id="761" presetID="10" presetClass="exit" presetSubtype="0" fill="hold" grpId="1" nodeType="withEffect">
                                  <p:stCondLst>
                                    <p:cond delay="0"/>
                                  </p:stCondLst>
                                  <p:childTnLst>
                                    <p:animEffect transition="out" filter="fade">
                                      <p:cBhvr>
                                        <p:cTn id="762" dur="420"/>
                                        <p:tgtEl>
                                          <p:spTgt spid="261"/>
                                        </p:tgtEl>
                                      </p:cBhvr>
                                    </p:animEffect>
                                    <p:set>
                                      <p:cBhvr>
                                        <p:cTn id="763" dur="1" fill="hold">
                                          <p:stCondLst>
                                            <p:cond delay="419"/>
                                          </p:stCondLst>
                                        </p:cTn>
                                        <p:tgtEl>
                                          <p:spTgt spid="261"/>
                                        </p:tgtEl>
                                        <p:attrNameLst>
                                          <p:attrName>style.visibility</p:attrName>
                                        </p:attrNameLst>
                                      </p:cBhvr>
                                      <p:to>
                                        <p:strVal val="hidden"/>
                                      </p:to>
                                    </p:set>
                                  </p:childTnLst>
                                </p:cTn>
                              </p:par>
                              <p:par>
                                <p:cTn id="764" presetID="10" presetClass="exit" presetSubtype="0" fill="hold" grpId="0" nodeType="withEffect">
                                  <p:stCondLst>
                                    <p:cond delay="0"/>
                                  </p:stCondLst>
                                  <p:childTnLst>
                                    <p:animEffect transition="out" filter="fade">
                                      <p:cBhvr>
                                        <p:cTn id="765" dur="420"/>
                                        <p:tgtEl>
                                          <p:spTgt spid="262"/>
                                        </p:tgtEl>
                                      </p:cBhvr>
                                    </p:animEffect>
                                    <p:set>
                                      <p:cBhvr>
                                        <p:cTn id="766" dur="1" fill="hold">
                                          <p:stCondLst>
                                            <p:cond delay="419"/>
                                          </p:stCondLst>
                                        </p:cTn>
                                        <p:tgtEl>
                                          <p:spTgt spid="262"/>
                                        </p:tgtEl>
                                        <p:attrNameLst>
                                          <p:attrName>style.visibility</p:attrName>
                                        </p:attrNameLst>
                                      </p:cBhvr>
                                      <p:to>
                                        <p:strVal val="hidden"/>
                                      </p:to>
                                    </p:set>
                                  </p:childTnLst>
                                </p:cTn>
                              </p:par>
                              <p:par>
                                <p:cTn id="767" presetID="10" presetClass="exit" presetSubtype="0" fill="hold" grpId="0" nodeType="withEffect">
                                  <p:stCondLst>
                                    <p:cond delay="0"/>
                                  </p:stCondLst>
                                  <p:childTnLst>
                                    <p:animEffect transition="out" filter="fade">
                                      <p:cBhvr>
                                        <p:cTn id="768" dur="420"/>
                                        <p:tgtEl>
                                          <p:spTgt spid="263"/>
                                        </p:tgtEl>
                                      </p:cBhvr>
                                    </p:animEffect>
                                    <p:set>
                                      <p:cBhvr>
                                        <p:cTn id="769" dur="1" fill="hold">
                                          <p:stCondLst>
                                            <p:cond delay="419"/>
                                          </p:stCondLst>
                                        </p:cTn>
                                        <p:tgtEl>
                                          <p:spTgt spid="263"/>
                                        </p:tgtEl>
                                        <p:attrNameLst>
                                          <p:attrName>style.visibility</p:attrName>
                                        </p:attrNameLst>
                                      </p:cBhvr>
                                      <p:to>
                                        <p:strVal val="hidden"/>
                                      </p:to>
                                    </p:set>
                                  </p:childTnLst>
                                </p:cTn>
                              </p:par>
                              <p:par>
                                <p:cTn id="770" presetID="10" presetClass="exit" presetSubtype="0" fill="hold" grpId="0" nodeType="withEffect">
                                  <p:stCondLst>
                                    <p:cond delay="0"/>
                                  </p:stCondLst>
                                  <p:childTnLst>
                                    <p:animEffect transition="out" filter="fade">
                                      <p:cBhvr>
                                        <p:cTn id="771" dur="420"/>
                                        <p:tgtEl>
                                          <p:spTgt spid="264"/>
                                        </p:tgtEl>
                                      </p:cBhvr>
                                    </p:animEffect>
                                    <p:set>
                                      <p:cBhvr>
                                        <p:cTn id="772" dur="1" fill="hold">
                                          <p:stCondLst>
                                            <p:cond delay="419"/>
                                          </p:stCondLst>
                                        </p:cTn>
                                        <p:tgtEl>
                                          <p:spTgt spid="264"/>
                                        </p:tgtEl>
                                        <p:attrNameLst>
                                          <p:attrName>style.visibility</p:attrName>
                                        </p:attrNameLst>
                                      </p:cBhvr>
                                      <p:to>
                                        <p:strVal val="hidden"/>
                                      </p:to>
                                    </p:set>
                                  </p:childTnLst>
                                </p:cTn>
                              </p:par>
                              <p:par>
                                <p:cTn id="773" presetID="10" presetClass="exit" presetSubtype="0" fill="hold" grpId="0" nodeType="withEffect">
                                  <p:stCondLst>
                                    <p:cond delay="0"/>
                                  </p:stCondLst>
                                  <p:childTnLst>
                                    <p:animEffect transition="out" filter="fade">
                                      <p:cBhvr>
                                        <p:cTn id="774" dur="420"/>
                                        <p:tgtEl>
                                          <p:spTgt spid="265"/>
                                        </p:tgtEl>
                                      </p:cBhvr>
                                    </p:animEffect>
                                    <p:set>
                                      <p:cBhvr>
                                        <p:cTn id="775" dur="1" fill="hold">
                                          <p:stCondLst>
                                            <p:cond delay="419"/>
                                          </p:stCondLst>
                                        </p:cTn>
                                        <p:tgtEl>
                                          <p:spTgt spid="265"/>
                                        </p:tgtEl>
                                        <p:attrNameLst>
                                          <p:attrName>style.visibility</p:attrName>
                                        </p:attrNameLst>
                                      </p:cBhvr>
                                      <p:to>
                                        <p:strVal val="hidden"/>
                                      </p:to>
                                    </p:set>
                                  </p:childTnLst>
                                </p:cTn>
                              </p:par>
                              <p:par>
                                <p:cTn id="776" presetID="10" presetClass="exit" presetSubtype="0" fill="hold" grpId="0" nodeType="withEffect">
                                  <p:stCondLst>
                                    <p:cond delay="0"/>
                                  </p:stCondLst>
                                  <p:childTnLst>
                                    <p:animEffect transition="out" filter="fade">
                                      <p:cBhvr>
                                        <p:cTn id="777" dur="420"/>
                                        <p:tgtEl>
                                          <p:spTgt spid="266"/>
                                        </p:tgtEl>
                                      </p:cBhvr>
                                    </p:animEffect>
                                    <p:set>
                                      <p:cBhvr>
                                        <p:cTn id="778" dur="1" fill="hold">
                                          <p:stCondLst>
                                            <p:cond delay="419"/>
                                          </p:stCondLst>
                                        </p:cTn>
                                        <p:tgtEl>
                                          <p:spTgt spid="266"/>
                                        </p:tgtEl>
                                        <p:attrNameLst>
                                          <p:attrName>style.visibility</p:attrName>
                                        </p:attrNameLst>
                                      </p:cBhvr>
                                      <p:to>
                                        <p:strVal val="hidden"/>
                                      </p:to>
                                    </p:set>
                                  </p:childTnLst>
                                </p:cTn>
                              </p:par>
                              <p:par>
                                <p:cTn id="779" presetID="10" presetClass="exit" presetSubtype="0" fill="hold" grpId="0" nodeType="withEffect">
                                  <p:stCondLst>
                                    <p:cond delay="0"/>
                                  </p:stCondLst>
                                  <p:childTnLst>
                                    <p:animEffect transition="out" filter="fade">
                                      <p:cBhvr>
                                        <p:cTn id="780" dur="420"/>
                                        <p:tgtEl>
                                          <p:spTgt spid="267"/>
                                        </p:tgtEl>
                                      </p:cBhvr>
                                    </p:animEffect>
                                    <p:set>
                                      <p:cBhvr>
                                        <p:cTn id="781" dur="1" fill="hold">
                                          <p:stCondLst>
                                            <p:cond delay="419"/>
                                          </p:stCondLst>
                                        </p:cTn>
                                        <p:tgtEl>
                                          <p:spTgt spid="267"/>
                                        </p:tgtEl>
                                        <p:attrNameLst>
                                          <p:attrName>style.visibility</p:attrName>
                                        </p:attrNameLst>
                                      </p:cBhvr>
                                      <p:to>
                                        <p:strVal val="hidden"/>
                                      </p:to>
                                    </p:set>
                                  </p:childTnLst>
                                </p:cTn>
                              </p:par>
                              <p:par>
                                <p:cTn id="782" presetID="10" presetClass="exit" presetSubtype="0" fill="hold" grpId="0" nodeType="withEffect">
                                  <p:stCondLst>
                                    <p:cond delay="0"/>
                                  </p:stCondLst>
                                  <p:childTnLst>
                                    <p:animEffect transition="out" filter="fade">
                                      <p:cBhvr>
                                        <p:cTn id="783" dur="420"/>
                                        <p:tgtEl>
                                          <p:spTgt spid="268"/>
                                        </p:tgtEl>
                                      </p:cBhvr>
                                    </p:animEffect>
                                    <p:set>
                                      <p:cBhvr>
                                        <p:cTn id="784" dur="1" fill="hold">
                                          <p:stCondLst>
                                            <p:cond delay="419"/>
                                          </p:stCondLst>
                                        </p:cTn>
                                        <p:tgtEl>
                                          <p:spTgt spid="268"/>
                                        </p:tgtEl>
                                        <p:attrNameLst>
                                          <p:attrName>style.visibility</p:attrName>
                                        </p:attrNameLst>
                                      </p:cBhvr>
                                      <p:to>
                                        <p:strVal val="hidden"/>
                                      </p:to>
                                    </p:set>
                                  </p:childTnLst>
                                </p:cTn>
                              </p:par>
                              <p:par>
                                <p:cTn id="785" presetID="10" presetClass="exit" presetSubtype="0" fill="hold" grpId="0" nodeType="withEffect">
                                  <p:stCondLst>
                                    <p:cond delay="0"/>
                                  </p:stCondLst>
                                  <p:childTnLst>
                                    <p:animEffect transition="out" filter="fade">
                                      <p:cBhvr>
                                        <p:cTn id="786" dur="420"/>
                                        <p:tgtEl>
                                          <p:spTgt spid="269"/>
                                        </p:tgtEl>
                                      </p:cBhvr>
                                    </p:animEffect>
                                    <p:set>
                                      <p:cBhvr>
                                        <p:cTn id="787" dur="1" fill="hold">
                                          <p:stCondLst>
                                            <p:cond delay="419"/>
                                          </p:stCondLst>
                                        </p:cTn>
                                        <p:tgtEl>
                                          <p:spTgt spid="269"/>
                                        </p:tgtEl>
                                        <p:attrNameLst>
                                          <p:attrName>style.visibility</p:attrName>
                                        </p:attrNameLst>
                                      </p:cBhvr>
                                      <p:to>
                                        <p:strVal val="hidden"/>
                                      </p:to>
                                    </p:set>
                                  </p:childTnLst>
                                </p:cTn>
                              </p:par>
                              <p:par>
                                <p:cTn id="788" presetID="10" presetClass="exit" presetSubtype="0" fill="hold" grpId="0" nodeType="withEffect">
                                  <p:stCondLst>
                                    <p:cond delay="0"/>
                                  </p:stCondLst>
                                  <p:childTnLst>
                                    <p:animEffect transition="out" filter="fade">
                                      <p:cBhvr>
                                        <p:cTn id="789" dur="420"/>
                                        <p:tgtEl>
                                          <p:spTgt spid="270"/>
                                        </p:tgtEl>
                                      </p:cBhvr>
                                    </p:animEffect>
                                    <p:set>
                                      <p:cBhvr>
                                        <p:cTn id="790" dur="1" fill="hold">
                                          <p:stCondLst>
                                            <p:cond delay="419"/>
                                          </p:stCondLst>
                                        </p:cTn>
                                        <p:tgtEl>
                                          <p:spTgt spid="270"/>
                                        </p:tgtEl>
                                        <p:attrNameLst>
                                          <p:attrName>style.visibility</p:attrName>
                                        </p:attrNameLst>
                                      </p:cBhvr>
                                      <p:to>
                                        <p:strVal val="hidden"/>
                                      </p:to>
                                    </p:set>
                                  </p:childTnLst>
                                </p:cTn>
                              </p:par>
                              <p:par>
                                <p:cTn id="791" presetID="10" presetClass="exit" presetSubtype="0" fill="hold" grpId="0" nodeType="withEffect">
                                  <p:stCondLst>
                                    <p:cond delay="0"/>
                                  </p:stCondLst>
                                  <p:childTnLst>
                                    <p:animEffect transition="out" filter="fade">
                                      <p:cBhvr>
                                        <p:cTn id="792" dur="420"/>
                                        <p:tgtEl>
                                          <p:spTgt spid="271"/>
                                        </p:tgtEl>
                                      </p:cBhvr>
                                    </p:animEffect>
                                    <p:set>
                                      <p:cBhvr>
                                        <p:cTn id="793" dur="1" fill="hold">
                                          <p:stCondLst>
                                            <p:cond delay="419"/>
                                          </p:stCondLst>
                                        </p:cTn>
                                        <p:tgtEl>
                                          <p:spTgt spid="271"/>
                                        </p:tgtEl>
                                        <p:attrNameLst>
                                          <p:attrName>style.visibility</p:attrName>
                                        </p:attrNameLst>
                                      </p:cBhvr>
                                      <p:to>
                                        <p:strVal val="hidden"/>
                                      </p:to>
                                    </p:set>
                                  </p:childTnLst>
                                </p:cTn>
                              </p:par>
                              <p:par>
                                <p:cTn id="794" presetID="10" presetClass="exit" presetSubtype="0" fill="hold" grpId="0" nodeType="withEffect">
                                  <p:stCondLst>
                                    <p:cond delay="0"/>
                                  </p:stCondLst>
                                  <p:childTnLst>
                                    <p:animEffect transition="out" filter="fade">
                                      <p:cBhvr>
                                        <p:cTn id="795" dur="420"/>
                                        <p:tgtEl>
                                          <p:spTgt spid="272"/>
                                        </p:tgtEl>
                                      </p:cBhvr>
                                    </p:animEffect>
                                    <p:set>
                                      <p:cBhvr>
                                        <p:cTn id="796" dur="1" fill="hold">
                                          <p:stCondLst>
                                            <p:cond delay="419"/>
                                          </p:stCondLst>
                                        </p:cTn>
                                        <p:tgtEl>
                                          <p:spTgt spid="272"/>
                                        </p:tgtEl>
                                        <p:attrNameLst>
                                          <p:attrName>style.visibility</p:attrName>
                                        </p:attrNameLst>
                                      </p:cBhvr>
                                      <p:to>
                                        <p:strVal val="hidden"/>
                                      </p:to>
                                    </p:set>
                                  </p:childTnLst>
                                </p:cTn>
                              </p:par>
                              <p:par>
                                <p:cTn id="797" presetID="10" presetClass="exit" presetSubtype="0" fill="hold" grpId="0" nodeType="withEffect">
                                  <p:stCondLst>
                                    <p:cond delay="0"/>
                                  </p:stCondLst>
                                  <p:childTnLst>
                                    <p:animEffect transition="out" filter="fade">
                                      <p:cBhvr>
                                        <p:cTn id="798" dur="420"/>
                                        <p:tgtEl>
                                          <p:spTgt spid="273"/>
                                        </p:tgtEl>
                                      </p:cBhvr>
                                    </p:animEffect>
                                    <p:set>
                                      <p:cBhvr>
                                        <p:cTn id="799" dur="1" fill="hold">
                                          <p:stCondLst>
                                            <p:cond delay="419"/>
                                          </p:stCondLst>
                                        </p:cTn>
                                        <p:tgtEl>
                                          <p:spTgt spid="273"/>
                                        </p:tgtEl>
                                        <p:attrNameLst>
                                          <p:attrName>style.visibility</p:attrName>
                                        </p:attrNameLst>
                                      </p:cBhvr>
                                      <p:to>
                                        <p:strVal val="hidden"/>
                                      </p:to>
                                    </p:set>
                                  </p:childTnLst>
                                </p:cTn>
                              </p:par>
                              <p:par>
                                <p:cTn id="800" presetID="10" presetClass="exit" presetSubtype="0" fill="hold" grpId="0" nodeType="withEffect">
                                  <p:stCondLst>
                                    <p:cond delay="0"/>
                                  </p:stCondLst>
                                  <p:childTnLst>
                                    <p:animEffect transition="out" filter="fade">
                                      <p:cBhvr>
                                        <p:cTn id="801" dur="420"/>
                                        <p:tgtEl>
                                          <p:spTgt spid="274"/>
                                        </p:tgtEl>
                                      </p:cBhvr>
                                    </p:animEffect>
                                    <p:set>
                                      <p:cBhvr>
                                        <p:cTn id="802" dur="1" fill="hold">
                                          <p:stCondLst>
                                            <p:cond delay="419"/>
                                          </p:stCondLst>
                                        </p:cTn>
                                        <p:tgtEl>
                                          <p:spTgt spid="274"/>
                                        </p:tgtEl>
                                        <p:attrNameLst>
                                          <p:attrName>style.visibility</p:attrName>
                                        </p:attrNameLst>
                                      </p:cBhvr>
                                      <p:to>
                                        <p:strVal val="hidden"/>
                                      </p:to>
                                    </p:set>
                                  </p:childTnLst>
                                </p:cTn>
                              </p:par>
                              <p:par>
                                <p:cTn id="803" presetID="10" presetClass="exit" presetSubtype="0" fill="hold" grpId="0" nodeType="withEffect">
                                  <p:stCondLst>
                                    <p:cond delay="0"/>
                                  </p:stCondLst>
                                  <p:childTnLst>
                                    <p:animEffect transition="out" filter="fade">
                                      <p:cBhvr>
                                        <p:cTn id="804" dur="420"/>
                                        <p:tgtEl>
                                          <p:spTgt spid="275"/>
                                        </p:tgtEl>
                                      </p:cBhvr>
                                    </p:animEffect>
                                    <p:set>
                                      <p:cBhvr>
                                        <p:cTn id="805" dur="1" fill="hold">
                                          <p:stCondLst>
                                            <p:cond delay="419"/>
                                          </p:stCondLst>
                                        </p:cTn>
                                        <p:tgtEl>
                                          <p:spTgt spid="275"/>
                                        </p:tgtEl>
                                        <p:attrNameLst>
                                          <p:attrName>style.visibility</p:attrName>
                                        </p:attrNameLst>
                                      </p:cBhvr>
                                      <p:to>
                                        <p:strVal val="hidden"/>
                                      </p:to>
                                    </p:set>
                                  </p:childTnLst>
                                </p:cTn>
                              </p:par>
                              <p:par>
                                <p:cTn id="806" presetID="10" presetClass="exit" presetSubtype="0" fill="hold" grpId="0" nodeType="withEffect">
                                  <p:stCondLst>
                                    <p:cond delay="0"/>
                                  </p:stCondLst>
                                  <p:childTnLst>
                                    <p:animEffect transition="out" filter="fade">
                                      <p:cBhvr>
                                        <p:cTn id="807" dur="420"/>
                                        <p:tgtEl>
                                          <p:spTgt spid="276"/>
                                        </p:tgtEl>
                                      </p:cBhvr>
                                    </p:animEffect>
                                    <p:set>
                                      <p:cBhvr>
                                        <p:cTn id="808" dur="1" fill="hold">
                                          <p:stCondLst>
                                            <p:cond delay="419"/>
                                          </p:stCondLst>
                                        </p:cTn>
                                        <p:tgtEl>
                                          <p:spTgt spid="276"/>
                                        </p:tgtEl>
                                        <p:attrNameLst>
                                          <p:attrName>style.visibility</p:attrName>
                                        </p:attrNameLst>
                                      </p:cBhvr>
                                      <p:to>
                                        <p:strVal val="hidden"/>
                                      </p:to>
                                    </p:set>
                                  </p:childTnLst>
                                </p:cTn>
                              </p:par>
                              <p:par>
                                <p:cTn id="809" presetID="10" presetClass="exit" presetSubtype="0" fill="hold" grpId="0" nodeType="withEffect">
                                  <p:stCondLst>
                                    <p:cond delay="0"/>
                                  </p:stCondLst>
                                  <p:childTnLst>
                                    <p:animEffect transition="out" filter="fade">
                                      <p:cBhvr>
                                        <p:cTn id="810" dur="420"/>
                                        <p:tgtEl>
                                          <p:spTgt spid="277"/>
                                        </p:tgtEl>
                                      </p:cBhvr>
                                    </p:animEffect>
                                    <p:set>
                                      <p:cBhvr>
                                        <p:cTn id="811" dur="1" fill="hold">
                                          <p:stCondLst>
                                            <p:cond delay="419"/>
                                          </p:stCondLst>
                                        </p:cTn>
                                        <p:tgtEl>
                                          <p:spTgt spid="277"/>
                                        </p:tgtEl>
                                        <p:attrNameLst>
                                          <p:attrName>style.visibility</p:attrName>
                                        </p:attrNameLst>
                                      </p:cBhvr>
                                      <p:to>
                                        <p:strVal val="hidden"/>
                                      </p:to>
                                    </p:set>
                                  </p:childTnLst>
                                </p:cTn>
                              </p:par>
                              <p:par>
                                <p:cTn id="812" presetID="10" presetClass="exit" presetSubtype="0" fill="hold" grpId="0" nodeType="withEffect">
                                  <p:stCondLst>
                                    <p:cond delay="0"/>
                                  </p:stCondLst>
                                  <p:childTnLst>
                                    <p:animEffect transition="out" filter="fade">
                                      <p:cBhvr>
                                        <p:cTn id="813" dur="420"/>
                                        <p:tgtEl>
                                          <p:spTgt spid="278"/>
                                        </p:tgtEl>
                                      </p:cBhvr>
                                    </p:animEffect>
                                    <p:set>
                                      <p:cBhvr>
                                        <p:cTn id="814" dur="1" fill="hold">
                                          <p:stCondLst>
                                            <p:cond delay="419"/>
                                          </p:stCondLst>
                                        </p:cTn>
                                        <p:tgtEl>
                                          <p:spTgt spid="278"/>
                                        </p:tgtEl>
                                        <p:attrNameLst>
                                          <p:attrName>style.visibility</p:attrName>
                                        </p:attrNameLst>
                                      </p:cBhvr>
                                      <p:to>
                                        <p:strVal val="hidden"/>
                                      </p:to>
                                    </p:set>
                                  </p:childTnLst>
                                </p:cTn>
                              </p:par>
                              <p:par>
                                <p:cTn id="815" presetID="10" presetClass="exit" presetSubtype="0" fill="hold" grpId="0" nodeType="withEffect">
                                  <p:stCondLst>
                                    <p:cond delay="0"/>
                                  </p:stCondLst>
                                  <p:childTnLst>
                                    <p:animEffect transition="out" filter="fade">
                                      <p:cBhvr>
                                        <p:cTn id="816" dur="420"/>
                                        <p:tgtEl>
                                          <p:spTgt spid="279"/>
                                        </p:tgtEl>
                                      </p:cBhvr>
                                    </p:animEffect>
                                    <p:set>
                                      <p:cBhvr>
                                        <p:cTn id="817" dur="1" fill="hold">
                                          <p:stCondLst>
                                            <p:cond delay="419"/>
                                          </p:stCondLst>
                                        </p:cTn>
                                        <p:tgtEl>
                                          <p:spTgt spid="279"/>
                                        </p:tgtEl>
                                        <p:attrNameLst>
                                          <p:attrName>style.visibility</p:attrName>
                                        </p:attrNameLst>
                                      </p:cBhvr>
                                      <p:to>
                                        <p:strVal val="hidden"/>
                                      </p:to>
                                    </p:set>
                                  </p:childTnLst>
                                </p:cTn>
                              </p:par>
                              <p:par>
                                <p:cTn id="818" presetID="10" presetClass="exit" presetSubtype="0" fill="hold" grpId="0" nodeType="withEffect">
                                  <p:stCondLst>
                                    <p:cond delay="0"/>
                                  </p:stCondLst>
                                  <p:childTnLst>
                                    <p:animEffect transition="out" filter="fade">
                                      <p:cBhvr>
                                        <p:cTn id="819" dur="420"/>
                                        <p:tgtEl>
                                          <p:spTgt spid="280"/>
                                        </p:tgtEl>
                                      </p:cBhvr>
                                    </p:animEffect>
                                    <p:set>
                                      <p:cBhvr>
                                        <p:cTn id="820" dur="1" fill="hold">
                                          <p:stCondLst>
                                            <p:cond delay="419"/>
                                          </p:stCondLst>
                                        </p:cTn>
                                        <p:tgtEl>
                                          <p:spTgt spid="280"/>
                                        </p:tgtEl>
                                        <p:attrNameLst>
                                          <p:attrName>style.visibility</p:attrName>
                                        </p:attrNameLst>
                                      </p:cBhvr>
                                      <p:to>
                                        <p:strVal val="hidden"/>
                                      </p:to>
                                    </p:set>
                                  </p:childTnLst>
                                </p:cTn>
                              </p:par>
                              <p:par>
                                <p:cTn id="821" presetID="10" presetClass="exit" presetSubtype="0" fill="hold" grpId="0" nodeType="withEffect">
                                  <p:stCondLst>
                                    <p:cond delay="0"/>
                                  </p:stCondLst>
                                  <p:childTnLst>
                                    <p:animEffect transition="out" filter="fade">
                                      <p:cBhvr>
                                        <p:cTn id="822" dur="420"/>
                                        <p:tgtEl>
                                          <p:spTgt spid="281"/>
                                        </p:tgtEl>
                                      </p:cBhvr>
                                    </p:animEffect>
                                    <p:set>
                                      <p:cBhvr>
                                        <p:cTn id="823" dur="1" fill="hold">
                                          <p:stCondLst>
                                            <p:cond delay="419"/>
                                          </p:stCondLst>
                                        </p:cTn>
                                        <p:tgtEl>
                                          <p:spTgt spid="281"/>
                                        </p:tgtEl>
                                        <p:attrNameLst>
                                          <p:attrName>style.visibility</p:attrName>
                                        </p:attrNameLst>
                                      </p:cBhvr>
                                      <p:to>
                                        <p:strVal val="hidden"/>
                                      </p:to>
                                    </p:set>
                                  </p:childTnLst>
                                </p:cTn>
                              </p:par>
                              <p:par>
                                <p:cTn id="824" presetID="10" presetClass="exit" presetSubtype="0" fill="hold" grpId="0" nodeType="withEffect">
                                  <p:stCondLst>
                                    <p:cond delay="0"/>
                                  </p:stCondLst>
                                  <p:childTnLst>
                                    <p:animEffect transition="out" filter="fade">
                                      <p:cBhvr>
                                        <p:cTn id="825" dur="420"/>
                                        <p:tgtEl>
                                          <p:spTgt spid="282"/>
                                        </p:tgtEl>
                                      </p:cBhvr>
                                    </p:animEffect>
                                    <p:set>
                                      <p:cBhvr>
                                        <p:cTn id="826" dur="1" fill="hold">
                                          <p:stCondLst>
                                            <p:cond delay="419"/>
                                          </p:stCondLst>
                                        </p:cTn>
                                        <p:tgtEl>
                                          <p:spTgt spid="282"/>
                                        </p:tgtEl>
                                        <p:attrNameLst>
                                          <p:attrName>style.visibility</p:attrName>
                                        </p:attrNameLst>
                                      </p:cBhvr>
                                      <p:to>
                                        <p:strVal val="hidden"/>
                                      </p:to>
                                    </p:set>
                                  </p:childTnLst>
                                </p:cTn>
                              </p:par>
                              <p:par>
                                <p:cTn id="827" presetID="10" presetClass="exit" presetSubtype="0" fill="hold" grpId="0" nodeType="withEffect">
                                  <p:stCondLst>
                                    <p:cond delay="0"/>
                                  </p:stCondLst>
                                  <p:childTnLst>
                                    <p:animEffect transition="out" filter="fade">
                                      <p:cBhvr>
                                        <p:cTn id="828" dur="420"/>
                                        <p:tgtEl>
                                          <p:spTgt spid="283"/>
                                        </p:tgtEl>
                                      </p:cBhvr>
                                    </p:animEffect>
                                    <p:set>
                                      <p:cBhvr>
                                        <p:cTn id="829" dur="1" fill="hold">
                                          <p:stCondLst>
                                            <p:cond delay="419"/>
                                          </p:stCondLst>
                                        </p:cTn>
                                        <p:tgtEl>
                                          <p:spTgt spid="283"/>
                                        </p:tgtEl>
                                        <p:attrNameLst>
                                          <p:attrName>style.visibility</p:attrName>
                                        </p:attrNameLst>
                                      </p:cBhvr>
                                      <p:to>
                                        <p:strVal val="hidden"/>
                                      </p:to>
                                    </p:set>
                                  </p:childTnLst>
                                </p:cTn>
                              </p:par>
                              <p:par>
                                <p:cTn id="830" presetID="10" presetClass="exit" presetSubtype="0" fill="hold" grpId="1" nodeType="withEffect">
                                  <p:stCondLst>
                                    <p:cond delay="0"/>
                                  </p:stCondLst>
                                  <p:childTnLst>
                                    <p:animEffect transition="out" filter="fade">
                                      <p:cBhvr>
                                        <p:cTn id="831" dur="420"/>
                                        <p:tgtEl>
                                          <p:spTgt spid="284"/>
                                        </p:tgtEl>
                                      </p:cBhvr>
                                    </p:animEffect>
                                    <p:set>
                                      <p:cBhvr>
                                        <p:cTn id="832" dur="1" fill="hold">
                                          <p:stCondLst>
                                            <p:cond delay="419"/>
                                          </p:stCondLst>
                                        </p:cTn>
                                        <p:tgtEl>
                                          <p:spTgt spid="284"/>
                                        </p:tgtEl>
                                        <p:attrNameLst>
                                          <p:attrName>style.visibility</p:attrName>
                                        </p:attrNameLst>
                                      </p:cBhvr>
                                      <p:to>
                                        <p:strVal val="hidden"/>
                                      </p:to>
                                    </p:set>
                                  </p:childTnLst>
                                </p:cTn>
                              </p:par>
                              <p:par>
                                <p:cTn id="833" presetID="10" presetClass="exit" presetSubtype="0" fill="hold" grpId="1" nodeType="withEffect">
                                  <p:stCondLst>
                                    <p:cond delay="0"/>
                                  </p:stCondLst>
                                  <p:childTnLst>
                                    <p:animEffect transition="out" filter="fade">
                                      <p:cBhvr>
                                        <p:cTn id="834" dur="420"/>
                                        <p:tgtEl>
                                          <p:spTgt spid="285"/>
                                        </p:tgtEl>
                                      </p:cBhvr>
                                    </p:animEffect>
                                    <p:set>
                                      <p:cBhvr>
                                        <p:cTn id="835" dur="1" fill="hold">
                                          <p:stCondLst>
                                            <p:cond delay="419"/>
                                          </p:stCondLst>
                                        </p:cTn>
                                        <p:tgtEl>
                                          <p:spTgt spid="285"/>
                                        </p:tgtEl>
                                        <p:attrNameLst>
                                          <p:attrName>style.visibility</p:attrName>
                                        </p:attrNameLst>
                                      </p:cBhvr>
                                      <p:to>
                                        <p:strVal val="hidden"/>
                                      </p:to>
                                    </p:set>
                                  </p:childTnLst>
                                </p:cTn>
                              </p:par>
                              <p:par>
                                <p:cTn id="836" presetID="10" presetClass="exit" presetSubtype="0" fill="hold" grpId="1" nodeType="withEffect">
                                  <p:stCondLst>
                                    <p:cond delay="0"/>
                                  </p:stCondLst>
                                  <p:childTnLst>
                                    <p:animEffect transition="out" filter="fade">
                                      <p:cBhvr>
                                        <p:cTn id="837" dur="420"/>
                                        <p:tgtEl>
                                          <p:spTgt spid="286"/>
                                        </p:tgtEl>
                                      </p:cBhvr>
                                    </p:animEffect>
                                    <p:set>
                                      <p:cBhvr>
                                        <p:cTn id="838" dur="1" fill="hold">
                                          <p:stCondLst>
                                            <p:cond delay="419"/>
                                          </p:stCondLst>
                                        </p:cTn>
                                        <p:tgtEl>
                                          <p:spTgt spid="286"/>
                                        </p:tgtEl>
                                        <p:attrNameLst>
                                          <p:attrName>style.visibility</p:attrName>
                                        </p:attrNameLst>
                                      </p:cBhvr>
                                      <p:to>
                                        <p:strVal val="hidden"/>
                                      </p:to>
                                    </p:set>
                                  </p:childTnLst>
                                </p:cTn>
                              </p:par>
                              <p:par>
                                <p:cTn id="839" presetID="10" presetClass="exit" presetSubtype="0" fill="hold" grpId="1" nodeType="withEffect">
                                  <p:stCondLst>
                                    <p:cond delay="0"/>
                                  </p:stCondLst>
                                  <p:childTnLst>
                                    <p:animEffect transition="out" filter="fade">
                                      <p:cBhvr>
                                        <p:cTn id="840" dur="420"/>
                                        <p:tgtEl>
                                          <p:spTgt spid="287"/>
                                        </p:tgtEl>
                                      </p:cBhvr>
                                    </p:animEffect>
                                    <p:set>
                                      <p:cBhvr>
                                        <p:cTn id="841" dur="1" fill="hold">
                                          <p:stCondLst>
                                            <p:cond delay="419"/>
                                          </p:stCondLst>
                                        </p:cTn>
                                        <p:tgtEl>
                                          <p:spTgt spid="287"/>
                                        </p:tgtEl>
                                        <p:attrNameLst>
                                          <p:attrName>style.visibility</p:attrName>
                                        </p:attrNameLst>
                                      </p:cBhvr>
                                      <p:to>
                                        <p:strVal val="hidden"/>
                                      </p:to>
                                    </p:set>
                                  </p:childTnLst>
                                </p:cTn>
                              </p:par>
                              <p:par>
                                <p:cTn id="842" presetID="10" presetClass="exit" presetSubtype="0" fill="hold" grpId="1" nodeType="withEffect">
                                  <p:stCondLst>
                                    <p:cond delay="0"/>
                                  </p:stCondLst>
                                  <p:childTnLst>
                                    <p:animEffect transition="out" filter="fade">
                                      <p:cBhvr>
                                        <p:cTn id="843" dur="420"/>
                                        <p:tgtEl>
                                          <p:spTgt spid="288"/>
                                        </p:tgtEl>
                                      </p:cBhvr>
                                    </p:animEffect>
                                    <p:set>
                                      <p:cBhvr>
                                        <p:cTn id="844" dur="1" fill="hold">
                                          <p:stCondLst>
                                            <p:cond delay="419"/>
                                          </p:stCondLst>
                                        </p:cTn>
                                        <p:tgtEl>
                                          <p:spTgt spid="288"/>
                                        </p:tgtEl>
                                        <p:attrNameLst>
                                          <p:attrName>style.visibility</p:attrName>
                                        </p:attrNameLst>
                                      </p:cBhvr>
                                      <p:to>
                                        <p:strVal val="hidden"/>
                                      </p:to>
                                    </p:set>
                                  </p:childTnLst>
                                </p:cTn>
                              </p:par>
                              <p:par>
                                <p:cTn id="845" presetID="10" presetClass="exit" presetSubtype="0" fill="hold" grpId="0" nodeType="withEffect">
                                  <p:stCondLst>
                                    <p:cond delay="0"/>
                                  </p:stCondLst>
                                  <p:childTnLst>
                                    <p:animEffect transition="out" filter="fade">
                                      <p:cBhvr>
                                        <p:cTn id="846" dur="420"/>
                                        <p:tgtEl>
                                          <p:spTgt spid="289"/>
                                        </p:tgtEl>
                                      </p:cBhvr>
                                    </p:animEffect>
                                    <p:set>
                                      <p:cBhvr>
                                        <p:cTn id="847" dur="1" fill="hold">
                                          <p:stCondLst>
                                            <p:cond delay="419"/>
                                          </p:stCondLst>
                                        </p:cTn>
                                        <p:tgtEl>
                                          <p:spTgt spid="289"/>
                                        </p:tgtEl>
                                        <p:attrNameLst>
                                          <p:attrName>style.visibility</p:attrName>
                                        </p:attrNameLst>
                                      </p:cBhvr>
                                      <p:to>
                                        <p:strVal val="hidden"/>
                                      </p:to>
                                    </p:set>
                                  </p:childTnLst>
                                </p:cTn>
                              </p:par>
                              <p:par>
                                <p:cTn id="848" presetID="10" presetClass="exit" presetSubtype="0" fill="hold" grpId="0" nodeType="withEffect">
                                  <p:stCondLst>
                                    <p:cond delay="0"/>
                                  </p:stCondLst>
                                  <p:childTnLst>
                                    <p:animEffect transition="out" filter="fade">
                                      <p:cBhvr>
                                        <p:cTn id="849" dur="420"/>
                                        <p:tgtEl>
                                          <p:spTgt spid="290"/>
                                        </p:tgtEl>
                                      </p:cBhvr>
                                    </p:animEffect>
                                    <p:set>
                                      <p:cBhvr>
                                        <p:cTn id="850" dur="1" fill="hold">
                                          <p:stCondLst>
                                            <p:cond delay="419"/>
                                          </p:stCondLst>
                                        </p:cTn>
                                        <p:tgtEl>
                                          <p:spTgt spid="290"/>
                                        </p:tgtEl>
                                        <p:attrNameLst>
                                          <p:attrName>style.visibility</p:attrName>
                                        </p:attrNameLst>
                                      </p:cBhvr>
                                      <p:to>
                                        <p:strVal val="hidden"/>
                                      </p:to>
                                    </p:set>
                                  </p:childTnLst>
                                </p:cTn>
                              </p:par>
                              <p:par>
                                <p:cTn id="851" presetID="10" presetClass="exit" presetSubtype="0" fill="hold" grpId="0" nodeType="withEffect">
                                  <p:stCondLst>
                                    <p:cond delay="0"/>
                                  </p:stCondLst>
                                  <p:childTnLst>
                                    <p:animEffect transition="out" filter="fade">
                                      <p:cBhvr>
                                        <p:cTn id="852" dur="420"/>
                                        <p:tgtEl>
                                          <p:spTgt spid="291"/>
                                        </p:tgtEl>
                                      </p:cBhvr>
                                    </p:animEffect>
                                    <p:set>
                                      <p:cBhvr>
                                        <p:cTn id="853" dur="1" fill="hold">
                                          <p:stCondLst>
                                            <p:cond delay="419"/>
                                          </p:stCondLst>
                                        </p:cTn>
                                        <p:tgtEl>
                                          <p:spTgt spid="291"/>
                                        </p:tgtEl>
                                        <p:attrNameLst>
                                          <p:attrName>style.visibility</p:attrName>
                                        </p:attrNameLst>
                                      </p:cBhvr>
                                      <p:to>
                                        <p:strVal val="hidden"/>
                                      </p:to>
                                    </p:set>
                                  </p:childTnLst>
                                </p:cTn>
                              </p:par>
                              <p:par>
                                <p:cTn id="854" presetID="10" presetClass="exit" presetSubtype="0" fill="hold" grpId="0" nodeType="withEffect">
                                  <p:stCondLst>
                                    <p:cond delay="0"/>
                                  </p:stCondLst>
                                  <p:childTnLst>
                                    <p:animEffect transition="out" filter="fade">
                                      <p:cBhvr>
                                        <p:cTn id="855" dur="420"/>
                                        <p:tgtEl>
                                          <p:spTgt spid="292"/>
                                        </p:tgtEl>
                                      </p:cBhvr>
                                    </p:animEffect>
                                    <p:set>
                                      <p:cBhvr>
                                        <p:cTn id="856" dur="1" fill="hold">
                                          <p:stCondLst>
                                            <p:cond delay="419"/>
                                          </p:stCondLst>
                                        </p:cTn>
                                        <p:tgtEl>
                                          <p:spTgt spid="292"/>
                                        </p:tgtEl>
                                        <p:attrNameLst>
                                          <p:attrName>style.visibility</p:attrName>
                                        </p:attrNameLst>
                                      </p:cBhvr>
                                      <p:to>
                                        <p:strVal val="hidden"/>
                                      </p:to>
                                    </p:set>
                                  </p:childTnLst>
                                </p:cTn>
                              </p:par>
                              <p:par>
                                <p:cTn id="857" presetID="10" presetClass="exit" presetSubtype="0" fill="hold" grpId="0" nodeType="withEffect">
                                  <p:stCondLst>
                                    <p:cond delay="0"/>
                                  </p:stCondLst>
                                  <p:childTnLst>
                                    <p:animEffect transition="out" filter="fade">
                                      <p:cBhvr>
                                        <p:cTn id="858" dur="420"/>
                                        <p:tgtEl>
                                          <p:spTgt spid="293"/>
                                        </p:tgtEl>
                                      </p:cBhvr>
                                    </p:animEffect>
                                    <p:set>
                                      <p:cBhvr>
                                        <p:cTn id="859" dur="1" fill="hold">
                                          <p:stCondLst>
                                            <p:cond delay="419"/>
                                          </p:stCondLst>
                                        </p:cTn>
                                        <p:tgtEl>
                                          <p:spTgt spid="293"/>
                                        </p:tgtEl>
                                        <p:attrNameLst>
                                          <p:attrName>style.visibility</p:attrName>
                                        </p:attrNameLst>
                                      </p:cBhvr>
                                      <p:to>
                                        <p:strVal val="hidden"/>
                                      </p:to>
                                    </p:set>
                                  </p:childTnLst>
                                </p:cTn>
                              </p:par>
                              <p:par>
                                <p:cTn id="860" presetID="10" presetClass="exit" presetSubtype="0" fill="hold" grpId="0" nodeType="withEffect">
                                  <p:stCondLst>
                                    <p:cond delay="0"/>
                                  </p:stCondLst>
                                  <p:childTnLst>
                                    <p:animEffect transition="out" filter="fade">
                                      <p:cBhvr>
                                        <p:cTn id="861" dur="420"/>
                                        <p:tgtEl>
                                          <p:spTgt spid="294"/>
                                        </p:tgtEl>
                                      </p:cBhvr>
                                    </p:animEffect>
                                    <p:set>
                                      <p:cBhvr>
                                        <p:cTn id="862" dur="1" fill="hold">
                                          <p:stCondLst>
                                            <p:cond delay="419"/>
                                          </p:stCondLst>
                                        </p:cTn>
                                        <p:tgtEl>
                                          <p:spTgt spid="294"/>
                                        </p:tgtEl>
                                        <p:attrNameLst>
                                          <p:attrName>style.visibility</p:attrName>
                                        </p:attrNameLst>
                                      </p:cBhvr>
                                      <p:to>
                                        <p:strVal val="hidden"/>
                                      </p:to>
                                    </p:set>
                                  </p:childTnLst>
                                </p:cTn>
                              </p:par>
                              <p:par>
                                <p:cTn id="863" presetID="10" presetClass="exit" presetSubtype="0" fill="hold" grpId="0" nodeType="withEffect">
                                  <p:stCondLst>
                                    <p:cond delay="0"/>
                                  </p:stCondLst>
                                  <p:childTnLst>
                                    <p:animEffect transition="out" filter="fade">
                                      <p:cBhvr>
                                        <p:cTn id="864" dur="420"/>
                                        <p:tgtEl>
                                          <p:spTgt spid="295"/>
                                        </p:tgtEl>
                                      </p:cBhvr>
                                    </p:animEffect>
                                    <p:set>
                                      <p:cBhvr>
                                        <p:cTn id="865" dur="1" fill="hold">
                                          <p:stCondLst>
                                            <p:cond delay="419"/>
                                          </p:stCondLst>
                                        </p:cTn>
                                        <p:tgtEl>
                                          <p:spTgt spid="295"/>
                                        </p:tgtEl>
                                        <p:attrNameLst>
                                          <p:attrName>style.visibility</p:attrName>
                                        </p:attrNameLst>
                                      </p:cBhvr>
                                      <p:to>
                                        <p:strVal val="hidden"/>
                                      </p:to>
                                    </p:set>
                                  </p:childTnLst>
                                </p:cTn>
                              </p:par>
                              <p:par>
                                <p:cTn id="866" presetID="10" presetClass="exit" presetSubtype="0" fill="hold" grpId="0" nodeType="withEffect">
                                  <p:stCondLst>
                                    <p:cond delay="0"/>
                                  </p:stCondLst>
                                  <p:childTnLst>
                                    <p:animEffect transition="out" filter="fade">
                                      <p:cBhvr>
                                        <p:cTn id="867" dur="420"/>
                                        <p:tgtEl>
                                          <p:spTgt spid="296"/>
                                        </p:tgtEl>
                                      </p:cBhvr>
                                    </p:animEffect>
                                    <p:set>
                                      <p:cBhvr>
                                        <p:cTn id="868" dur="1" fill="hold">
                                          <p:stCondLst>
                                            <p:cond delay="419"/>
                                          </p:stCondLst>
                                        </p:cTn>
                                        <p:tgtEl>
                                          <p:spTgt spid="296"/>
                                        </p:tgtEl>
                                        <p:attrNameLst>
                                          <p:attrName>style.visibility</p:attrName>
                                        </p:attrNameLst>
                                      </p:cBhvr>
                                      <p:to>
                                        <p:strVal val="hidden"/>
                                      </p:to>
                                    </p:set>
                                  </p:childTnLst>
                                </p:cTn>
                              </p:par>
                              <p:par>
                                <p:cTn id="869" presetID="10" presetClass="exit" presetSubtype="0" fill="hold" grpId="0" nodeType="withEffect">
                                  <p:stCondLst>
                                    <p:cond delay="0"/>
                                  </p:stCondLst>
                                  <p:childTnLst>
                                    <p:animEffect transition="out" filter="fade">
                                      <p:cBhvr>
                                        <p:cTn id="870" dur="420"/>
                                        <p:tgtEl>
                                          <p:spTgt spid="297"/>
                                        </p:tgtEl>
                                      </p:cBhvr>
                                    </p:animEffect>
                                    <p:set>
                                      <p:cBhvr>
                                        <p:cTn id="871" dur="1" fill="hold">
                                          <p:stCondLst>
                                            <p:cond delay="419"/>
                                          </p:stCondLst>
                                        </p:cTn>
                                        <p:tgtEl>
                                          <p:spTgt spid="297"/>
                                        </p:tgtEl>
                                        <p:attrNameLst>
                                          <p:attrName>style.visibility</p:attrName>
                                        </p:attrNameLst>
                                      </p:cBhvr>
                                      <p:to>
                                        <p:strVal val="hidden"/>
                                      </p:to>
                                    </p:set>
                                  </p:childTnLst>
                                </p:cTn>
                              </p:par>
                              <p:par>
                                <p:cTn id="872" presetID="10" presetClass="exit" presetSubtype="0" fill="hold" grpId="0" nodeType="withEffect">
                                  <p:stCondLst>
                                    <p:cond delay="0"/>
                                  </p:stCondLst>
                                  <p:childTnLst>
                                    <p:animEffect transition="out" filter="fade">
                                      <p:cBhvr>
                                        <p:cTn id="873" dur="420"/>
                                        <p:tgtEl>
                                          <p:spTgt spid="298"/>
                                        </p:tgtEl>
                                      </p:cBhvr>
                                    </p:animEffect>
                                    <p:set>
                                      <p:cBhvr>
                                        <p:cTn id="874" dur="1" fill="hold">
                                          <p:stCondLst>
                                            <p:cond delay="419"/>
                                          </p:stCondLst>
                                        </p:cTn>
                                        <p:tgtEl>
                                          <p:spTgt spid="298"/>
                                        </p:tgtEl>
                                        <p:attrNameLst>
                                          <p:attrName>style.visibility</p:attrName>
                                        </p:attrNameLst>
                                      </p:cBhvr>
                                      <p:to>
                                        <p:strVal val="hidden"/>
                                      </p:to>
                                    </p:set>
                                  </p:childTnLst>
                                </p:cTn>
                              </p:par>
                              <p:par>
                                <p:cTn id="875" presetID="10" presetClass="exit" presetSubtype="0" fill="hold" grpId="0" nodeType="withEffect">
                                  <p:stCondLst>
                                    <p:cond delay="0"/>
                                  </p:stCondLst>
                                  <p:childTnLst>
                                    <p:animEffect transition="out" filter="fade">
                                      <p:cBhvr>
                                        <p:cTn id="876" dur="420"/>
                                        <p:tgtEl>
                                          <p:spTgt spid="299"/>
                                        </p:tgtEl>
                                      </p:cBhvr>
                                    </p:animEffect>
                                    <p:set>
                                      <p:cBhvr>
                                        <p:cTn id="877" dur="1" fill="hold">
                                          <p:stCondLst>
                                            <p:cond delay="419"/>
                                          </p:stCondLst>
                                        </p:cTn>
                                        <p:tgtEl>
                                          <p:spTgt spid="299"/>
                                        </p:tgtEl>
                                        <p:attrNameLst>
                                          <p:attrName>style.visibility</p:attrName>
                                        </p:attrNameLst>
                                      </p:cBhvr>
                                      <p:to>
                                        <p:strVal val="hidden"/>
                                      </p:to>
                                    </p:set>
                                  </p:childTnLst>
                                </p:cTn>
                              </p:par>
                              <p:par>
                                <p:cTn id="878" presetID="10" presetClass="exit" presetSubtype="0" fill="hold" grpId="0" nodeType="withEffect">
                                  <p:stCondLst>
                                    <p:cond delay="0"/>
                                  </p:stCondLst>
                                  <p:childTnLst>
                                    <p:animEffect transition="out" filter="fade">
                                      <p:cBhvr>
                                        <p:cTn id="879" dur="420"/>
                                        <p:tgtEl>
                                          <p:spTgt spid="300"/>
                                        </p:tgtEl>
                                      </p:cBhvr>
                                    </p:animEffect>
                                    <p:set>
                                      <p:cBhvr>
                                        <p:cTn id="880" dur="1" fill="hold">
                                          <p:stCondLst>
                                            <p:cond delay="419"/>
                                          </p:stCondLst>
                                        </p:cTn>
                                        <p:tgtEl>
                                          <p:spTgt spid="300"/>
                                        </p:tgtEl>
                                        <p:attrNameLst>
                                          <p:attrName>style.visibility</p:attrName>
                                        </p:attrNameLst>
                                      </p:cBhvr>
                                      <p:to>
                                        <p:strVal val="hidden"/>
                                      </p:to>
                                    </p:set>
                                  </p:childTnLst>
                                </p:cTn>
                              </p:par>
                              <p:par>
                                <p:cTn id="881" presetID="10" presetClass="exit" presetSubtype="0" fill="hold" grpId="0" nodeType="withEffect">
                                  <p:stCondLst>
                                    <p:cond delay="0"/>
                                  </p:stCondLst>
                                  <p:childTnLst>
                                    <p:animEffect transition="out" filter="fade">
                                      <p:cBhvr>
                                        <p:cTn id="882" dur="420"/>
                                        <p:tgtEl>
                                          <p:spTgt spid="301"/>
                                        </p:tgtEl>
                                      </p:cBhvr>
                                    </p:animEffect>
                                    <p:set>
                                      <p:cBhvr>
                                        <p:cTn id="883" dur="1" fill="hold">
                                          <p:stCondLst>
                                            <p:cond delay="419"/>
                                          </p:stCondLst>
                                        </p:cTn>
                                        <p:tgtEl>
                                          <p:spTgt spid="301"/>
                                        </p:tgtEl>
                                        <p:attrNameLst>
                                          <p:attrName>style.visibility</p:attrName>
                                        </p:attrNameLst>
                                      </p:cBhvr>
                                      <p:to>
                                        <p:strVal val="hidden"/>
                                      </p:to>
                                    </p:set>
                                  </p:childTnLst>
                                </p:cTn>
                              </p:par>
                              <p:par>
                                <p:cTn id="884" presetID="10" presetClass="exit" presetSubtype="0" fill="hold" grpId="0" nodeType="withEffect">
                                  <p:stCondLst>
                                    <p:cond delay="0"/>
                                  </p:stCondLst>
                                  <p:childTnLst>
                                    <p:animEffect transition="out" filter="fade">
                                      <p:cBhvr>
                                        <p:cTn id="885" dur="420"/>
                                        <p:tgtEl>
                                          <p:spTgt spid="302"/>
                                        </p:tgtEl>
                                      </p:cBhvr>
                                    </p:animEffect>
                                    <p:set>
                                      <p:cBhvr>
                                        <p:cTn id="886" dur="1" fill="hold">
                                          <p:stCondLst>
                                            <p:cond delay="419"/>
                                          </p:stCondLst>
                                        </p:cTn>
                                        <p:tgtEl>
                                          <p:spTgt spid="302"/>
                                        </p:tgtEl>
                                        <p:attrNameLst>
                                          <p:attrName>style.visibility</p:attrName>
                                        </p:attrNameLst>
                                      </p:cBhvr>
                                      <p:to>
                                        <p:strVal val="hidden"/>
                                      </p:to>
                                    </p:set>
                                  </p:childTnLst>
                                </p:cTn>
                              </p:par>
                              <p:par>
                                <p:cTn id="887" presetID="10" presetClass="exit" presetSubtype="0" fill="hold" grpId="0" nodeType="withEffect">
                                  <p:stCondLst>
                                    <p:cond delay="0"/>
                                  </p:stCondLst>
                                  <p:childTnLst>
                                    <p:animEffect transition="out" filter="fade">
                                      <p:cBhvr>
                                        <p:cTn id="888" dur="420"/>
                                        <p:tgtEl>
                                          <p:spTgt spid="303"/>
                                        </p:tgtEl>
                                      </p:cBhvr>
                                    </p:animEffect>
                                    <p:set>
                                      <p:cBhvr>
                                        <p:cTn id="889" dur="1" fill="hold">
                                          <p:stCondLst>
                                            <p:cond delay="419"/>
                                          </p:stCondLst>
                                        </p:cTn>
                                        <p:tgtEl>
                                          <p:spTgt spid="303"/>
                                        </p:tgtEl>
                                        <p:attrNameLst>
                                          <p:attrName>style.visibility</p:attrName>
                                        </p:attrNameLst>
                                      </p:cBhvr>
                                      <p:to>
                                        <p:strVal val="hidden"/>
                                      </p:to>
                                    </p:set>
                                  </p:childTnLst>
                                </p:cTn>
                              </p:par>
                              <p:par>
                                <p:cTn id="890" presetID="10" presetClass="exit" presetSubtype="0" fill="hold" grpId="0" nodeType="withEffect">
                                  <p:stCondLst>
                                    <p:cond delay="0"/>
                                  </p:stCondLst>
                                  <p:childTnLst>
                                    <p:animEffect transition="out" filter="fade">
                                      <p:cBhvr>
                                        <p:cTn id="891" dur="420"/>
                                        <p:tgtEl>
                                          <p:spTgt spid="304"/>
                                        </p:tgtEl>
                                      </p:cBhvr>
                                    </p:animEffect>
                                    <p:set>
                                      <p:cBhvr>
                                        <p:cTn id="892" dur="1" fill="hold">
                                          <p:stCondLst>
                                            <p:cond delay="419"/>
                                          </p:stCondLst>
                                        </p:cTn>
                                        <p:tgtEl>
                                          <p:spTgt spid="304"/>
                                        </p:tgtEl>
                                        <p:attrNameLst>
                                          <p:attrName>style.visibility</p:attrName>
                                        </p:attrNameLst>
                                      </p:cBhvr>
                                      <p:to>
                                        <p:strVal val="hidden"/>
                                      </p:to>
                                    </p:set>
                                  </p:childTnLst>
                                </p:cTn>
                              </p:par>
                              <p:par>
                                <p:cTn id="893" presetID="10" presetClass="exit" presetSubtype="0" fill="hold" grpId="0" nodeType="withEffect">
                                  <p:stCondLst>
                                    <p:cond delay="0"/>
                                  </p:stCondLst>
                                  <p:childTnLst>
                                    <p:animEffect transition="out" filter="fade">
                                      <p:cBhvr>
                                        <p:cTn id="894" dur="420"/>
                                        <p:tgtEl>
                                          <p:spTgt spid="305"/>
                                        </p:tgtEl>
                                      </p:cBhvr>
                                    </p:animEffect>
                                    <p:set>
                                      <p:cBhvr>
                                        <p:cTn id="895" dur="1" fill="hold">
                                          <p:stCondLst>
                                            <p:cond delay="419"/>
                                          </p:stCondLst>
                                        </p:cTn>
                                        <p:tgtEl>
                                          <p:spTgt spid="305"/>
                                        </p:tgtEl>
                                        <p:attrNameLst>
                                          <p:attrName>style.visibility</p:attrName>
                                        </p:attrNameLst>
                                      </p:cBhvr>
                                      <p:to>
                                        <p:strVal val="hidden"/>
                                      </p:to>
                                    </p:set>
                                  </p:childTnLst>
                                </p:cTn>
                              </p:par>
                              <p:par>
                                <p:cTn id="896" presetID="10" presetClass="exit" presetSubtype="0" fill="hold" grpId="0" nodeType="withEffect">
                                  <p:stCondLst>
                                    <p:cond delay="0"/>
                                  </p:stCondLst>
                                  <p:childTnLst>
                                    <p:animEffect transition="out" filter="fade">
                                      <p:cBhvr>
                                        <p:cTn id="897" dur="420"/>
                                        <p:tgtEl>
                                          <p:spTgt spid="306"/>
                                        </p:tgtEl>
                                      </p:cBhvr>
                                    </p:animEffect>
                                    <p:set>
                                      <p:cBhvr>
                                        <p:cTn id="898" dur="1" fill="hold">
                                          <p:stCondLst>
                                            <p:cond delay="419"/>
                                          </p:stCondLst>
                                        </p:cTn>
                                        <p:tgtEl>
                                          <p:spTgt spid="306"/>
                                        </p:tgtEl>
                                        <p:attrNameLst>
                                          <p:attrName>style.visibility</p:attrName>
                                        </p:attrNameLst>
                                      </p:cBhvr>
                                      <p:to>
                                        <p:strVal val="hidden"/>
                                      </p:to>
                                    </p:set>
                                  </p:childTnLst>
                                </p:cTn>
                              </p:par>
                              <p:par>
                                <p:cTn id="899" presetID="10" presetClass="exit" presetSubtype="0" fill="hold" grpId="0" nodeType="withEffect">
                                  <p:stCondLst>
                                    <p:cond delay="0"/>
                                  </p:stCondLst>
                                  <p:childTnLst>
                                    <p:animEffect transition="out" filter="fade">
                                      <p:cBhvr>
                                        <p:cTn id="900" dur="420"/>
                                        <p:tgtEl>
                                          <p:spTgt spid="307"/>
                                        </p:tgtEl>
                                      </p:cBhvr>
                                    </p:animEffect>
                                    <p:set>
                                      <p:cBhvr>
                                        <p:cTn id="901" dur="1" fill="hold">
                                          <p:stCondLst>
                                            <p:cond delay="419"/>
                                          </p:stCondLst>
                                        </p:cTn>
                                        <p:tgtEl>
                                          <p:spTgt spid="307"/>
                                        </p:tgtEl>
                                        <p:attrNameLst>
                                          <p:attrName>style.visibility</p:attrName>
                                        </p:attrNameLst>
                                      </p:cBhvr>
                                      <p:to>
                                        <p:strVal val="hidden"/>
                                      </p:to>
                                    </p:set>
                                  </p:childTnLst>
                                </p:cTn>
                              </p:par>
                              <p:par>
                                <p:cTn id="902" presetID="10" presetClass="exit" presetSubtype="0" fill="hold" grpId="0" nodeType="withEffect">
                                  <p:stCondLst>
                                    <p:cond delay="0"/>
                                  </p:stCondLst>
                                  <p:childTnLst>
                                    <p:animEffect transition="out" filter="fade">
                                      <p:cBhvr>
                                        <p:cTn id="903" dur="420"/>
                                        <p:tgtEl>
                                          <p:spTgt spid="308"/>
                                        </p:tgtEl>
                                      </p:cBhvr>
                                    </p:animEffect>
                                    <p:set>
                                      <p:cBhvr>
                                        <p:cTn id="904" dur="1" fill="hold">
                                          <p:stCondLst>
                                            <p:cond delay="419"/>
                                          </p:stCondLst>
                                        </p:cTn>
                                        <p:tgtEl>
                                          <p:spTgt spid="308"/>
                                        </p:tgtEl>
                                        <p:attrNameLst>
                                          <p:attrName>style.visibility</p:attrName>
                                        </p:attrNameLst>
                                      </p:cBhvr>
                                      <p:to>
                                        <p:strVal val="hidden"/>
                                      </p:to>
                                    </p:set>
                                  </p:childTnLst>
                                </p:cTn>
                              </p:par>
                              <p:par>
                                <p:cTn id="905" presetID="10" presetClass="exit" presetSubtype="0" fill="hold" grpId="1" nodeType="withEffect">
                                  <p:stCondLst>
                                    <p:cond delay="0"/>
                                  </p:stCondLst>
                                  <p:childTnLst>
                                    <p:animEffect transition="out" filter="fade">
                                      <p:cBhvr>
                                        <p:cTn id="906" dur="420"/>
                                        <p:tgtEl>
                                          <p:spTgt spid="309"/>
                                        </p:tgtEl>
                                      </p:cBhvr>
                                    </p:animEffect>
                                    <p:set>
                                      <p:cBhvr>
                                        <p:cTn id="907" dur="1" fill="hold">
                                          <p:stCondLst>
                                            <p:cond delay="419"/>
                                          </p:stCondLst>
                                        </p:cTn>
                                        <p:tgtEl>
                                          <p:spTgt spid="309"/>
                                        </p:tgtEl>
                                        <p:attrNameLst>
                                          <p:attrName>style.visibility</p:attrName>
                                        </p:attrNameLst>
                                      </p:cBhvr>
                                      <p:to>
                                        <p:strVal val="hidden"/>
                                      </p:to>
                                    </p:set>
                                  </p:childTnLst>
                                </p:cTn>
                              </p:par>
                              <p:par>
                                <p:cTn id="908" presetID="10" presetClass="exit" presetSubtype="0" fill="hold" grpId="1" nodeType="withEffect">
                                  <p:stCondLst>
                                    <p:cond delay="0"/>
                                  </p:stCondLst>
                                  <p:childTnLst>
                                    <p:animEffect transition="out" filter="fade">
                                      <p:cBhvr>
                                        <p:cTn id="909" dur="420"/>
                                        <p:tgtEl>
                                          <p:spTgt spid="310"/>
                                        </p:tgtEl>
                                      </p:cBhvr>
                                    </p:animEffect>
                                    <p:set>
                                      <p:cBhvr>
                                        <p:cTn id="910" dur="1" fill="hold">
                                          <p:stCondLst>
                                            <p:cond delay="419"/>
                                          </p:stCondLst>
                                        </p:cTn>
                                        <p:tgtEl>
                                          <p:spTgt spid="310"/>
                                        </p:tgtEl>
                                        <p:attrNameLst>
                                          <p:attrName>style.visibility</p:attrName>
                                        </p:attrNameLst>
                                      </p:cBhvr>
                                      <p:to>
                                        <p:strVal val="hidden"/>
                                      </p:to>
                                    </p:set>
                                  </p:childTnLst>
                                </p:cTn>
                              </p:par>
                              <p:par>
                                <p:cTn id="911" presetID="10" presetClass="exit" presetSubtype="0" fill="hold" grpId="1" nodeType="withEffect">
                                  <p:stCondLst>
                                    <p:cond delay="0"/>
                                  </p:stCondLst>
                                  <p:childTnLst>
                                    <p:animEffect transition="out" filter="fade">
                                      <p:cBhvr>
                                        <p:cTn id="912" dur="420"/>
                                        <p:tgtEl>
                                          <p:spTgt spid="311"/>
                                        </p:tgtEl>
                                      </p:cBhvr>
                                    </p:animEffect>
                                    <p:set>
                                      <p:cBhvr>
                                        <p:cTn id="913" dur="1" fill="hold">
                                          <p:stCondLst>
                                            <p:cond delay="419"/>
                                          </p:stCondLst>
                                        </p:cTn>
                                        <p:tgtEl>
                                          <p:spTgt spid="311"/>
                                        </p:tgtEl>
                                        <p:attrNameLst>
                                          <p:attrName>style.visibility</p:attrName>
                                        </p:attrNameLst>
                                      </p:cBhvr>
                                      <p:to>
                                        <p:strVal val="hidden"/>
                                      </p:to>
                                    </p:set>
                                  </p:childTnLst>
                                </p:cTn>
                              </p:par>
                              <p:par>
                                <p:cTn id="914" presetID="10" presetClass="exit" presetSubtype="0" fill="hold" grpId="1" nodeType="withEffect">
                                  <p:stCondLst>
                                    <p:cond delay="0"/>
                                  </p:stCondLst>
                                  <p:childTnLst>
                                    <p:animEffect transition="out" filter="fade">
                                      <p:cBhvr>
                                        <p:cTn id="915" dur="420"/>
                                        <p:tgtEl>
                                          <p:spTgt spid="312"/>
                                        </p:tgtEl>
                                      </p:cBhvr>
                                    </p:animEffect>
                                    <p:set>
                                      <p:cBhvr>
                                        <p:cTn id="916" dur="1" fill="hold">
                                          <p:stCondLst>
                                            <p:cond delay="419"/>
                                          </p:stCondLst>
                                        </p:cTn>
                                        <p:tgtEl>
                                          <p:spTgt spid="312"/>
                                        </p:tgtEl>
                                        <p:attrNameLst>
                                          <p:attrName>style.visibility</p:attrName>
                                        </p:attrNameLst>
                                      </p:cBhvr>
                                      <p:to>
                                        <p:strVal val="hidden"/>
                                      </p:to>
                                    </p:set>
                                  </p:childTnLst>
                                </p:cTn>
                              </p:par>
                              <p:par>
                                <p:cTn id="917" presetID="10" presetClass="exit" presetSubtype="0" fill="hold" grpId="1" nodeType="withEffect">
                                  <p:stCondLst>
                                    <p:cond delay="0"/>
                                  </p:stCondLst>
                                  <p:childTnLst>
                                    <p:animEffect transition="out" filter="fade">
                                      <p:cBhvr>
                                        <p:cTn id="918" dur="420"/>
                                        <p:tgtEl>
                                          <p:spTgt spid="313"/>
                                        </p:tgtEl>
                                      </p:cBhvr>
                                    </p:animEffect>
                                    <p:set>
                                      <p:cBhvr>
                                        <p:cTn id="919" dur="1" fill="hold">
                                          <p:stCondLst>
                                            <p:cond delay="419"/>
                                          </p:stCondLst>
                                        </p:cTn>
                                        <p:tgtEl>
                                          <p:spTgt spid="313"/>
                                        </p:tgtEl>
                                        <p:attrNameLst>
                                          <p:attrName>style.visibility</p:attrName>
                                        </p:attrNameLst>
                                      </p:cBhvr>
                                      <p:to>
                                        <p:strVal val="hidden"/>
                                      </p:to>
                                    </p:set>
                                  </p:childTnLst>
                                </p:cTn>
                              </p:par>
                              <p:par>
                                <p:cTn id="920" presetID="10" presetClass="exit" presetSubtype="0" fill="hold" grpId="0" nodeType="withEffect">
                                  <p:stCondLst>
                                    <p:cond delay="0"/>
                                  </p:stCondLst>
                                  <p:childTnLst>
                                    <p:animEffect transition="out" filter="fade">
                                      <p:cBhvr>
                                        <p:cTn id="921" dur="420"/>
                                        <p:tgtEl>
                                          <p:spTgt spid="314"/>
                                        </p:tgtEl>
                                      </p:cBhvr>
                                    </p:animEffect>
                                    <p:set>
                                      <p:cBhvr>
                                        <p:cTn id="922" dur="1" fill="hold">
                                          <p:stCondLst>
                                            <p:cond delay="419"/>
                                          </p:stCondLst>
                                        </p:cTn>
                                        <p:tgtEl>
                                          <p:spTgt spid="314"/>
                                        </p:tgtEl>
                                        <p:attrNameLst>
                                          <p:attrName>style.visibility</p:attrName>
                                        </p:attrNameLst>
                                      </p:cBhvr>
                                      <p:to>
                                        <p:strVal val="hidden"/>
                                      </p:to>
                                    </p:set>
                                  </p:childTnLst>
                                </p:cTn>
                              </p:par>
                              <p:par>
                                <p:cTn id="923" presetID="10" presetClass="exit" presetSubtype="0" fill="hold" grpId="0" nodeType="withEffect">
                                  <p:stCondLst>
                                    <p:cond delay="0"/>
                                  </p:stCondLst>
                                  <p:childTnLst>
                                    <p:animEffect transition="out" filter="fade">
                                      <p:cBhvr>
                                        <p:cTn id="924" dur="420"/>
                                        <p:tgtEl>
                                          <p:spTgt spid="315"/>
                                        </p:tgtEl>
                                      </p:cBhvr>
                                    </p:animEffect>
                                    <p:set>
                                      <p:cBhvr>
                                        <p:cTn id="925" dur="1" fill="hold">
                                          <p:stCondLst>
                                            <p:cond delay="419"/>
                                          </p:stCondLst>
                                        </p:cTn>
                                        <p:tgtEl>
                                          <p:spTgt spid="315"/>
                                        </p:tgtEl>
                                        <p:attrNameLst>
                                          <p:attrName>style.visibility</p:attrName>
                                        </p:attrNameLst>
                                      </p:cBhvr>
                                      <p:to>
                                        <p:strVal val="hidden"/>
                                      </p:to>
                                    </p:set>
                                  </p:childTnLst>
                                </p:cTn>
                              </p:par>
                              <p:par>
                                <p:cTn id="926" presetID="10" presetClass="exit" presetSubtype="0" fill="hold" grpId="0" nodeType="withEffect">
                                  <p:stCondLst>
                                    <p:cond delay="0"/>
                                  </p:stCondLst>
                                  <p:childTnLst>
                                    <p:animEffect transition="out" filter="fade">
                                      <p:cBhvr>
                                        <p:cTn id="927" dur="420"/>
                                        <p:tgtEl>
                                          <p:spTgt spid="316"/>
                                        </p:tgtEl>
                                      </p:cBhvr>
                                    </p:animEffect>
                                    <p:set>
                                      <p:cBhvr>
                                        <p:cTn id="928" dur="1" fill="hold">
                                          <p:stCondLst>
                                            <p:cond delay="419"/>
                                          </p:stCondLst>
                                        </p:cTn>
                                        <p:tgtEl>
                                          <p:spTgt spid="316"/>
                                        </p:tgtEl>
                                        <p:attrNameLst>
                                          <p:attrName>style.visibility</p:attrName>
                                        </p:attrNameLst>
                                      </p:cBhvr>
                                      <p:to>
                                        <p:strVal val="hidden"/>
                                      </p:to>
                                    </p:set>
                                  </p:childTnLst>
                                </p:cTn>
                              </p:par>
                              <p:par>
                                <p:cTn id="929" presetID="10" presetClass="exit" presetSubtype="0" fill="hold" grpId="0" nodeType="withEffect">
                                  <p:stCondLst>
                                    <p:cond delay="0"/>
                                  </p:stCondLst>
                                  <p:childTnLst>
                                    <p:animEffect transition="out" filter="fade">
                                      <p:cBhvr>
                                        <p:cTn id="930" dur="420"/>
                                        <p:tgtEl>
                                          <p:spTgt spid="317"/>
                                        </p:tgtEl>
                                      </p:cBhvr>
                                    </p:animEffect>
                                    <p:set>
                                      <p:cBhvr>
                                        <p:cTn id="931" dur="1" fill="hold">
                                          <p:stCondLst>
                                            <p:cond delay="419"/>
                                          </p:stCondLst>
                                        </p:cTn>
                                        <p:tgtEl>
                                          <p:spTgt spid="317"/>
                                        </p:tgtEl>
                                        <p:attrNameLst>
                                          <p:attrName>style.visibility</p:attrName>
                                        </p:attrNameLst>
                                      </p:cBhvr>
                                      <p:to>
                                        <p:strVal val="hidden"/>
                                      </p:to>
                                    </p:set>
                                  </p:childTnLst>
                                </p:cTn>
                              </p:par>
                              <p:par>
                                <p:cTn id="932" presetID="10" presetClass="exit" presetSubtype="0" fill="hold" grpId="0" nodeType="withEffect">
                                  <p:stCondLst>
                                    <p:cond delay="0"/>
                                  </p:stCondLst>
                                  <p:childTnLst>
                                    <p:animEffect transition="out" filter="fade">
                                      <p:cBhvr>
                                        <p:cTn id="933" dur="420"/>
                                        <p:tgtEl>
                                          <p:spTgt spid="318"/>
                                        </p:tgtEl>
                                      </p:cBhvr>
                                    </p:animEffect>
                                    <p:set>
                                      <p:cBhvr>
                                        <p:cTn id="934" dur="1" fill="hold">
                                          <p:stCondLst>
                                            <p:cond delay="419"/>
                                          </p:stCondLst>
                                        </p:cTn>
                                        <p:tgtEl>
                                          <p:spTgt spid="318"/>
                                        </p:tgtEl>
                                        <p:attrNameLst>
                                          <p:attrName>style.visibility</p:attrName>
                                        </p:attrNameLst>
                                      </p:cBhvr>
                                      <p:to>
                                        <p:strVal val="hidden"/>
                                      </p:to>
                                    </p:set>
                                  </p:childTnLst>
                                </p:cTn>
                              </p:par>
                              <p:par>
                                <p:cTn id="935" presetID="10" presetClass="exit" presetSubtype="0" fill="hold" grpId="0" nodeType="withEffect">
                                  <p:stCondLst>
                                    <p:cond delay="0"/>
                                  </p:stCondLst>
                                  <p:childTnLst>
                                    <p:animEffect transition="out" filter="fade">
                                      <p:cBhvr>
                                        <p:cTn id="936" dur="420"/>
                                        <p:tgtEl>
                                          <p:spTgt spid="319"/>
                                        </p:tgtEl>
                                      </p:cBhvr>
                                    </p:animEffect>
                                    <p:set>
                                      <p:cBhvr>
                                        <p:cTn id="937" dur="1" fill="hold">
                                          <p:stCondLst>
                                            <p:cond delay="419"/>
                                          </p:stCondLst>
                                        </p:cTn>
                                        <p:tgtEl>
                                          <p:spTgt spid="319"/>
                                        </p:tgtEl>
                                        <p:attrNameLst>
                                          <p:attrName>style.visibility</p:attrName>
                                        </p:attrNameLst>
                                      </p:cBhvr>
                                      <p:to>
                                        <p:strVal val="hidden"/>
                                      </p:to>
                                    </p:set>
                                  </p:childTnLst>
                                </p:cTn>
                              </p:par>
                              <p:par>
                                <p:cTn id="938" presetID="10" presetClass="exit" presetSubtype="0" fill="hold" grpId="0" nodeType="withEffect">
                                  <p:stCondLst>
                                    <p:cond delay="0"/>
                                  </p:stCondLst>
                                  <p:childTnLst>
                                    <p:animEffect transition="out" filter="fade">
                                      <p:cBhvr>
                                        <p:cTn id="939" dur="420"/>
                                        <p:tgtEl>
                                          <p:spTgt spid="320"/>
                                        </p:tgtEl>
                                      </p:cBhvr>
                                    </p:animEffect>
                                    <p:set>
                                      <p:cBhvr>
                                        <p:cTn id="940" dur="1" fill="hold">
                                          <p:stCondLst>
                                            <p:cond delay="419"/>
                                          </p:stCondLst>
                                        </p:cTn>
                                        <p:tgtEl>
                                          <p:spTgt spid="320"/>
                                        </p:tgtEl>
                                        <p:attrNameLst>
                                          <p:attrName>style.visibility</p:attrName>
                                        </p:attrNameLst>
                                      </p:cBhvr>
                                      <p:to>
                                        <p:strVal val="hidden"/>
                                      </p:to>
                                    </p:set>
                                  </p:childTnLst>
                                </p:cTn>
                              </p:par>
                              <p:par>
                                <p:cTn id="941" presetID="10" presetClass="exit" presetSubtype="0" fill="hold" grpId="0" nodeType="withEffect">
                                  <p:stCondLst>
                                    <p:cond delay="0"/>
                                  </p:stCondLst>
                                  <p:childTnLst>
                                    <p:animEffect transition="out" filter="fade">
                                      <p:cBhvr>
                                        <p:cTn id="942" dur="420"/>
                                        <p:tgtEl>
                                          <p:spTgt spid="321"/>
                                        </p:tgtEl>
                                      </p:cBhvr>
                                    </p:animEffect>
                                    <p:set>
                                      <p:cBhvr>
                                        <p:cTn id="943" dur="1" fill="hold">
                                          <p:stCondLst>
                                            <p:cond delay="419"/>
                                          </p:stCondLst>
                                        </p:cTn>
                                        <p:tgtEl>
                                          <p:spTgt spid="321"/>
                                        </p:tgtEl>
                                        <p:attrNameLst>
                                          <p:attrName>style.visibility</p:attrName>
                                        </p:attrNameLst>
                                      </p:cBhvr>
                                      <p:to>
                                        <p:strVal val="hidden"/>
                                      </p:to>
                                    </p:set>
                                  </p:childTnLst>
                                </p:cTn>
                              </p:par>
                              <p:par>
                                <p:cTn id="944" presetID="10" presetClass="exit" presetSubtype="0" fill="hold" grpId="0" nodeType="withEffect">
                                  <p:stCondLst>
                                    <p:cond delay="0"/>
                                  </p:stCondLst>
                                  <p:childTnLst>
                                    <p:animEffect transition="out" filter="fade">
                                      <p:cBhvr>
                                        <p:cTn id="945" dur="420"/>
                                        <p:tgtEl>
                                          <p:spTgt spid="322"/>
                                        </p:tgtEl>
                                      </p:cBhvr>
                                    </p:animEffect>
                                    <p:set>
                                      <p:cBhvr>
                                        <p:cTn id="946" dur="1" fill="hold">
                                          <p:stCondLst>
                                            <p:cond delay="419"/>
                                          </p:stCondLst>
                                        </p:cTn>
                                        <p:tgtEl>
                                          <p:spTgt spid="322"/>
                                        </p:tgtEl>
                                        <p:attrNameLst>
                                          <p:attrName>style.visibility</p:attrName>
                                        </p:attrNameLst>
                                      </p:cBhvr>
                                      <p:to>
                                        <p:strVal val="hidden"/>
                                      </p:to>
                                    </p:set>
                                  </p:childTnLst>
                                </p:cTn>
                              </p:par>
                              <p:par>
                                <p:cTn id="947" presetID="10" presetClass="exit" presetSubtype="0" fill="hold" grpId="0" nodeType="withEffect">
                                  <p:stCondLst>
                                    <p:cond delay="0"/>
                                  </p:stCondLst>
                                  <p:childTnLst>
                                    <p:animEffect transition="out" filter="fade">
                                      <p:cBhvr>
                                        <p:cTn id="948" dur="420"/>
                                        <p:tgtEl>
                                          <p:spTgt spid="323"/>
                                        </p:tgtEl>
                                      </p:cBhvr>
                                    </p:animEffect>
                                    <p:set>
                                      <p:cBhvr>
                                        <p:cTn id="949" dur="1" fill="hold">
                                          <p:stCondLst>
                                            <p:cond delay="419"/>
                                          </p:stCondLst>
                                        </p:cTn>
                                        <p:tgtEl>
                                          <p:spTgt spid="323"/>
                                        </p:tgtEl>
                                        <p:attrNameLst>
                                          <p:attrName>style.visibility</p:attrName>
                                        </p:attrNameLst>
                                      </p:cBhvr>
                                      <p:to>
                                        <p:strVal val="hidden"/>
                                      </p:to>
                                    </p:set>
                                  </p:childTnLst>
                                </p:cTn>
                              </p:par>
                              <p:par>
                                <p:cTn id="950" presetID="10" presetClass="exit" presetSubtype="0" fill="hold" grpId="0" nodeType="withEffect">
                                  <p:stCondLst>
                                    <p:cond delay="0"/>
                                  </p:stCondLst>
                                  <p:childTnLst>
                                    <p:animEffect transition="out" filter="fade">
                                      <p:cBhvr>
                                        <p:cTn id="951" dur="420"/>
                                        <p:tgtEl>
                                          <p:spTgt spid="324"/>
                                        </p:tgtEl>
                                      </p:cBhvr>
                                    </p:animEffect>
                                    <p:set>
                                      <p:cBhvr>
                                        <p:cTn id="952" dur="1" fill="hold">
                                          <p:stCondLst>
                                            <p:cond delay="419"/>
                                          </p:stCondLst>
                                        </p:cTn>
                                        <p:tgtEl>
                                          <p:spTgt spid="324"/>
                                        </p:tgtEl>
                                        <p:attrNameLst>
                                          <p:attrName>style.visibility</p:attrName>
                                        </p:attrNameLst>
                                      </p:cBhvr>
                                      <p:to>
                                        <p:strVal val="hidden"/>
                                      </p:to>
                                    </p:set>
                                  </p:childTnLst>
                                </p:cTn>
                              </p:par>
                              <p:par>
                                <p:cTn id="953" presetID="10" presetClass="exit" presetSubtype="0" fill="hold" grpId="0" nodeType="withEffect">
                                  <p:stCondLst>
                                    <p:cond delay="0"/>
                                  </p:stCondLst>
                                  <p:childTnLst>
                                    <p:animEffect transition="out" filter="fade">
                                      <p:cBhvr>
                                        <p:cTn id="954" dur="420"/>
                                        <p:tgtEl>
                                          <p:spTgt spid="325"/>
                                        </p:tgtEl>
                                      </p:cBhvr>
                                    </p:animEffect>
                                    <p:set>
                                      <p:cBhvr>
                                        <p:cTn id="955" dur="1" fill="hold">
                                          <p:stCondLst>
                                            <p:cond delay="419"/>
                                          </p:stCondLst>
                                        </p:cTn>
                                        <p:tgtEl>
                                          <p:spTgt spid="325"/>
                                        </p:tgtEl>
                                        <p:attrNameLst>
                                          <p:attrName>style.visibility</p:attrName>
                                        </p:attrNameLst>
                                      </p:cBhvr>
                                      <p:to>
                                        <p:strVal val="hidden"/>
                                      </p:to>
                                    </p:set>
                                  </p:childTnLst>
                                </p:cTn>
                              </p:par>
                              <p:par>
                                <p:cTn id="956" presetID="10" presetClass="exit" presetSubtype="0" fill="hold" grpId="0" nodeType="withEffect">
                                  <p:stCondLst>
                                    <p:cond delay="0"/>
                                  </p:stCondLst>
                                  <p:childTnLst>
                                    <p:animEffect transition="out" filter="fade">
                                      <p:cBhvr>
                                        <p:cTn id="957" dur="420"/>
                                        <p:tgtEl>
                                          <p:spTgt spid="326"/>
                                        </p:tgtEl>
                                      </p:cBhvr>
                                    </p:animEffect>
                                    <p:set>
                                      <p:cBhvr>
                                        <p:cTn id="958" dur="1" fill="hold">
                                          <p:stCondLst>
                                            <p:cond delay="419"/>
                                          </p:stCondLst>
                                        </p:cTn>
                                        <p:tgtEl>
                                          <p:spTgt spid="326"/>
                                        </p:tgtEl>
                                        <p:attrNameLst>
                                          <p:attrName>style.visibility</p:attrName>
                                        </p:attrNameLst>
                                      </p:cBhvr>
                                      <p:to>
                                        <p:strVal val="hidden"/>
                                      </p:to>
                                    </p:set>
                                  </p:childTnLst>
                                </p:cTn>
                              </p:par>
                              <p:par>
                                <p:cTn id="959" presetID="10" presetClass="exit" presetSubtype="0" fill="hold" grpId="0" nodeType="withEffect">
                                  <p:stCondLst>
                                    <p:cond delay="0"/>
                                  </p:stCondLst>
                                  <p:childTnLst>
                                    <p:animEffect transition="out" filter="fade">
                                      <p:cBhvr>
                                        <p:cTn id="960" dur="420"/>
                                        <p:tgtEl>
                                          <p:spTgt spid="327"/>
                                        </p:tgtEl>
                                      </p:cBhvr>
                                    </p:animEffect>
                                    <p:set>
                                      <p:cBhvr>
                                        <p:cTn id="961" dur="1" fill="hold">
                                          <p:stCondLst>
                                            <p:cond delay="419"/>
                                          </p:stCondLst>
                                        </p:cTn>
                                        <p:tgtEl>
                                          <p:spTgt spid="327"/>
                                        </p:tgtEl>
                                        <p:attrNameLst>
                                          <p:attrName>style.visibility</p:attrName>
                                        </p:attrNameLst>
                                      </p:cBhvr>
                                      <p:to>
                                        <p:strVal val="hidden"/>
                                      </p:to>
                                    </p:set>
                                  </p:childTnLst>
                                </p:cTn>
                              </p:par>
                              <p:par>
                                <p:cTn id="962" presetID="10" presetClass="exit" presetSubtype="0" fill="hold" grpId="0" nodeType="withEffect">
                                  <p:stCondLst>
                                    <p:cond delay="0"/>
                                  </p:stCondLst>
                                  <p:childTnLst>
                                    <p:animEffect transition="out" filter="fade">
                                      <p:cBhvr>
                                        <p:cTn id="963" dur="420"/>
                                        <p:tgtEl>
                                          <p:spTgt spid="328"/>
                                        </p:tgtEl>
                                      </p:cBhvr>
                                    </p:animEffect>
                                    <p:set>
                                      <p:cBhvr>
                                        <p:cTn id="964" dur="1" fill="hold">
                                          <p:stCondLst>
                                            <p:cond delay="419"/>
                                          </p:stCondLst>
                                        </p:cTn>
                                        <p:tgtEl>
                                          <p:spTgt spid="328"/>
                                        </p:tgtEl>
                                        <p:attrNameLst>
                                          <p:attrName>style.visibility</p:attrName>
                                        </p:attrNameLst>
                                      </p:cBhvr>
                                      <p:to>
                                        <p:strVal val="hidden"/>
                                      </p:to>
                                    </p:set>
                                  </p:childTnLst>
                                </p:cTn>
                              </p:par>
                              <p:par>
                                <p:cTn id="965" presetID="10" presetClass="exit" presetSubtype="0" fill="hold" grpId="0" nodeType="withEffect">
                                  <p:stCondLst>
                                    <p:cond delay="0"/>
                                  </p:stCondLst>
                                  <p:childTnLst>
                                    <p:animEffect transition="out" filter="fade">
                                      <p:cBhvr>
                                        <p:cTn id="966" dur="420"/>
                                        <p:tgtEl>
                                          <p:spTgt spid="329"/>
                                        </p:tgtEl>
                                      </p:cBhvr>
                                    </p:animEffect>
                                    <p:set>
                                      <p:cBhvr>
                                        <p:cTn id="967" dur="1" fill="hold">
                                          <p:stCondLst>
                                            <p:cond delay="419"/>
                                          </p:stCondLst>
                                        </p:cTn>
                                        <p:tgtEl>
                                          <p:spTgt spid="329"/>
                                        </p:tgtEl>
                                        <p:attrNameLst>
                                          <p:attrName>style.visibility</p:attrName>
                                        </p:attrNameLst>
                                      </p:cBhvr>
                                      <p:to>
                                        <p:strVal val="hidden"/>
                                      </p:to>
                                    </p:set>
                                  </p:childTnLst>
                                </p:cTn>
                              </p:par>
                              <p:par>
                                <p:cTn id="968" presetID="10" presetClass="exit" presetSubtype="0" fill="hold" grpId="0" nodeType="withEffect">
                                  <p:stCondLst>
                                    <p:cond delay="0"/>
                                  </p:stCondLst>
                                  <p:childTnLst>
                                    <p:animEffect transition="out" filter="fade">
                                      <p:cBhvr>
                                        <p:cTn id="969" dur="420"/>
                                        <p:tgtEl>
                                          <p:spTgt spid="330"/>
                                        </p:tgtEl>
                                      </p:cBhvr>
                                    </p:animEffect>
                                    <p:set>
                                      <p:cBhvr>
                                        <p:cTn id="970" dur="1" fill="hold">
                                          <p:stCondLst>
                                            <p:cond delay="419"/>
                                          </p:stCondLst>
                                        </p:cTn>
                                        <p:tgtEl>
                                          <p:spTgt spid="330"/>
                                        </p:tgtEl>
                                        <p:attrNameLst>
                                          <p:attrName>style.visibility</p:attrName>
                                        </p:attrNameLst>
                                      </p:cBhvr>
                                      <p:to>
                                        <p:strVal val="hidden"/>
                                      </p:to>
                                    </p:set>
                                  </p:childTnLst>
                                </p:cTn>
                              </p:par>
                              <p:par>
                                <p:cTn id="971" presetID="10" presetClass="exit" presetSubtype="0" fill="hold" grpId="0" nodeType="withEffect">
                                  <p:stCondLst>
                                    <p:cond delay="0"/>
                                  </p:stCondLst>
                                  <p:childTnLst>
                                    <p:animEffect transition="out" filter="fade">
                                      <p:cBhvr>
                                        <p:cTn id="972" dur="420"/>
                                        <p:tgtEl>
                                          <p:spTgt spid="331"/>
                                        </p:tgtEl>
                                      </p:cBhvr>
                                    </p:animEffect>
                                    <p:set>
                                      <p:cBhvr>
                                        <p:cTn id="973" dur="1" fill="hold">
                                          <p:stCondLst>
                                            <p:cond delay="419"/>
                                          </p:stCondLst>
                                        </p:cTn>
                                        <p:tgtEl>
                                          <p:spTgt spid="331"/>
                                        </p:tgtEl>
                                        <p:attrNameLst>
                                          <p:attrName>style.visibility</p:attrName>
                                        </p:attrNameLst>
                                      </p:cBhvr>
                                      <p:to>
                                        <p:strVal val="hidden"/>
                                      </p:to>
                                    </p:set>
                                  </p:childTnLst>
                                </p:cTn>
                              </p:par>
                              <p:par>
                                <p:cTn id="974" presetID="10" presetClass="exit" presetSubtype="0" fill="hold" grpId="0" nodeType="withEffect">
                                  <p:stCondLst>
                                    <p:cond delay="0"/>
                                  </p:stCondLst>
                                  <p:childTnLst>
                                    <p:animEffect transition="out" filter="fade">
                                      <p:cBhvr>
                                        <p:cTn id="975" dur="420"/>
                                        <p:tgtEl>
                                          <p:spTgt spid="332"/>
                                        </p:tgtEl>
                                      </p:cBhvr>
                                    </p:animEffect>
                                    <p:set>
                                      <p:cBhvr>
                                        <p:cTn id="976" dur="1" fill="hold">
                                          <p:stCondLst>
                                            <p:cond delay="419"/>
                                          </p:stCondLst>
                                        </p:cTn>
                                        <p:tgtEl>
                                          <p:spTgt spid="332"/>
                                        </p:tgtEl>
                                        <p:attrNameLst>
                                          <p:attrName>style.visibility</p:attrName>
                                        </p:attrNameLst>
                                      </p:cBhvr>
                                      <p:to>
                                        <p:strVal val="hidden"/>
                                      </p:to>
                                    </p:set>
                                  </p:childTnLst>
                                </p:cTn>
                              </p:par>
                              <p:par>
                                <p:cTn id="977" presetID="10" presetClass="exit" presetSubtype="0" fill="hold" grpId="1" nodeType="withEffect">
                                  <p:stCondLst>
                                    <p:cond delay="0"/>
                                  </p:stCondLst>
                                  <p:childTnLst>
                                    <p:animEffect transition="out" filter="fade">
                                      <p:cBhvr>
                                        <p:cTn id="978" dur="420"/>
                                        <p:tgtEl>
                                          <p:spTgt spid="333"/>
                                        </p:tgtEl>
                                      </p:cBhvr>
                                    </p:animEffect>
                                    <p:set>
                                      <p:cBhvr>
                                        <p:cTn id="979" dur="1" fill="hold">
                                          <p:stCondLst>
                                            <p:cond delay="419"/>
                                          </p:stCondLst>
                                        </p:cTn>
                                        <p:tgtEl>
                                          <p:spTgt spid="333"/>
                                        </p:tgtEl>
                                        <p:attrNameLst>
                                          <p:attrName>style.visibility</p:attrName>
                                        </p:attrNameLst>
                                      </p:cBhvr>
                                      <p:to>
                                        <p:strVal val="hidden"/>
                                      </p:to>
                                    </p:set>
                                  </p:childTnLst>
                                </p:cTn>
                              </p:par>
                              <p:par>
                                <p:cTn id="980" presetID="10" presetClass="exit" presetSubtype="0" fill="hold" grpId="1" nodeType="withEffect">
                                  <p:stCondLst>
                                    <p:cond delay="0"/>
                                  </p:stCondLst>
                                  <p:childTnLst>
                                    <p:animEffect transition="out" filter="fade">
                                      <p:cBhvr>
                                        <p:cTn id="981" dur="420"/>
                                        <p:tgtEl>
                                          <p:spTgt spid="334"/>
                                        </p:tgtEl>
                                      </p:cBhvr>
                                    </p:animEffect>
                                    <p:set>
                                      <p:cBhvr>
                                        <p:cTn id="982" dur="1" fill="hold">
                                          <p:stCondLst>
                                            <p:cond delay="419"/>
                                          </p:stCondLst>
                                        </p:cTn>
                                        <p:tgtEl>
                                          <p:spTgt spid="334"/>
                                        </p:tgtEl>
                                        <p:attrNameLst>
                                          <p:attrName>style.visibility</p:attrName>
                                        </p:attrNameLst>
                                      </p:cBhvr>
                                      <p:to>
                                        <p:strVal val="hidden"/>
                                      </p:to>
                                    </p:set>
                                  </p:childTnLst>
                                </p:cTn>
                              </p:par>
                              <p:par>
                                <p:cTn id="983" presetID="10" presetClass="exit" presetSubtype="0" fill="hold" grpId="1" nodeType="withEffect">
                                  <p:stCondLst>
                                    <p:cond delay="0"/>
                                  </p:stCondLst>
                                  <p:childTnLst>
                                    <p:animEffect transition="out" filter="fade">
                                      <p:cBhvr>
                                        <p:cTn id="984" dur="420"/>
                                        <p:tgtEl>
                                          <p:spTgt spid="335"/>
                                        </p:tgtEl>
                                      </p:cBhvr>
                                    </p:animEffect>
                                    <p:set>
                                      <p:cBhvr>
                                        <p:cTn id="985" dur="1" fill="hold">
                                          <p:stCondLst>
                                            <p:cond delay="419"/>
                                          </p:stCondLst>
                                        </p:cTn>
                                        <p:tgtEl>
                                          <p:spTgt spid="335"/>
                                        </p:tgtEl>
                                        <p:attrNameLst>
                                          <p:attrName>style.visibility</p:attrName>
                                        </p:attrNameLst>
                                      </p:cBhvr>
                                      <p:to>
                                        <p:strVal val="hidden"/>
                                      </p:to>
                                    </p:set>
                                  </p:childTnLst>
                                </p:cTn>
                              </p:par>
                              <p:par>
                                <p:cTn id="986" presetID="10" presetClass="exit" presetSubtype="0" fill="hold" grpId="1" nodeType="withEffect">
                                  <p:stCondLst>
                                    <p:cond delay="0"/>
                                  </p:stCondLst>
                                  <p:childTnLst>
                                    <p:animEffect transition="out" filter="fade">
                                      <p:cBhvr>
                                        <p:cTn id="987" dur="420"/>
                                        <p:tgtEl>
                                          <p:spTgt spid="336"/>
                                        </p:tgtEl>
                                      </p:cBhvr>
                                    </p:animEffect>
                                    <p:set>
                                      <p:cBhvr>
                                        <p:cTn id="988" dur="1" fill="hold">
                                          <p:stCondLst>
                                            <p:cond delay="419"/>
                                          </p:stCondLst>
                                        </p:cTn>
                                        <p:tgtEl>
                                          <p:spTgt spid="336"/>
                                        </p:tgtEl>
                                        <p:attrNameLst>
                                          <p:attrName>style.visibility</p:attrName>
                                        </p:attrNameLst>
                                      </p:cBhvr>
                                      <p:to>
                                        <p:strVal val="hidden"/>
                                      </p:to>
                                    </p:set>
                                  </p:childTnLst>
                                </p:cTn>
                              </p:par>
                              <p:par>
                                <p:cTn id="989" presetID="10" presetClass="exit" presetSubtype="0" fill="hold" grpId="1" nodeType="withEffect">
                                  <p:stCondLst>
                                    <p:cond delay="0"/>
                                  </p:stCondLst>
                                  <p:childTnLst>
                                    <p:animEffect transition="out" filter="fade">
                                      <p:cBhvr>
                                        <p:cTn id="990" dur="420"/>
                                        <p:tgtEl>
                                          <p:spTgt spid="337"/>
                                        </p:tgtEl>
                                      </p:cBhvr>
                                    </p:animEffect>
                                    <p:set>
                                      <p:cBhvr>
                                        <p:cTn id="991" dur="1" fill="hold">
                                          <p:stCondLst>
                                            <p:cond delay="419"/>
                                          </p:stCondLst>
                                        </p:cTn>
                                        <p:tgtEl>
                                          <p:spTgt spid="337"/>
                                        </p:tgtEl>
                                        <p:attrNameLst>
                                          <p:attrName>style.visibility</p:attrName>
                                        </p:attrNameLst>
                                      </p:cBhvr>
                                      <p:to>
                                        <p:strVal val="hidden"/>
                                      </p:to>
                                    </p:set>
                                  </p:childTnLst>
                                </p:cTn>
                              </p:par>
                              <p:par>
                                <p:cTn id="992" presetID="10" presetClass="exit" presetSubtype="0" fill="hold" grpId="0" nodeType="withEffect">
                                  <p:stCondLst>
                                    <p:cond delay="0"/>
                                  </p:stCondLst>
                                  <p:childTnLst>
                                    <p:animEffect transition="out" filter="fade">
                                      <p:cBhvr>
                                        <p:cTn id="993" dur="420"/>
                                        <p:tgtEl>
                                          <p:spTgt spid="338"/>
                                        </p:tgtEl>
                                      </p:cBhvr>
                                    </p:animEffect>
                                    <p:set>
                                      <p:cBhvr>
                                        <p:cTn id="994" dur="1" fill="hold">
                                          <p:stCondLst>
                                            <p:cond delay="419"/>
                                          </p:stCondLst>
                                        </p:cTn>
                                        <p:tgtEl>
                                          <p:spTgt spid="338"/>
                                        </p:tgtEl>
                                        <p:attrNameLst>
                                          <p:attrName>style.visibility</p:attrName>
                                        </p:attrNameLst>
                                      </p:cBhvr>
                                      <p:to>
                                        <p:strVal val="hidden"/>
                                      </p:to>
                                    </p:set>
                                  </p:childTnLst>
                                </p:cTn>
                              </p:par>
                              <p:par>
                                <p:cTn id="995" presetID="10" presetClass="exit" presetSubtype="0" fill="hold" grpId="0" nodeType="withEffect">
                                  <p:stCondLst>
                                    <p:cond delay="0"/>
                                  </p:stCondLst>
                                  <p:childTnLst>
                                    <p:animEffect transition="out" filter="fade">
                                      <p:cBhvr>
                                        <p:cTn id="996" dur="420"/>
                                        <p:tgtEl>
                                          <p:spTgt spid="396"/>
                                        </p:tgtEl>
                                      </p:cBhvr>
                                    </p:animEffect>
                                    <p:set>
                                      <p:cBhvr>
                                        <p:cTn id="997" dur="1" fill="hold">
                                          <p:stCondLst>
                                            <p:cond delay="419"/>
                                          </p:stCondLst>
                                        </p:cTn>
                                        <p:tgtEl>
                                          <p:spTgt spid="396"/>
                                        </p:tgtEl>
                                        <p:attrNameLst>
                                          <p:attrName>style.visibility</p:attrName>
                                        </p:attrNameLst>
                                      </p:cBhvr>
                                      <p:to>
                                        <p:strVal val="hidden"/>
                                      </p:to>
                                    </p:set>
                                  </p:childTnLst>
                                </p:cTn>
                              </p:par>
                              <p:par>
                                <p:cTn id="998" presetID="10" presetClass="exit" presetSubtype="0" fill="hold" grpId="0" nodeType="withEffect">
                                  <p:stCondLst>
                                    <p:cond delay="0"/>
                                  </p:stCondLst>
                                  <p:childTnLst>
                                    <p:animEffect transition="out" filter="fade">
                                      <p:cBhvr>
                                        <p:cTn id="999" dur="420"/>
                                        <p:tgtEl>
                                          <p:spTgt spid="397"/>
                                        </p:tgtEl>
                                      </p:cBhvr>
                                    </p:animEffect>
                                    <p:set>
                                      <p:cBhvr>
                                        <p:cTn id="1000" dur="1" fill="hold">
                                          <p:stCondLst>
                                            <p:cond delay="419"/>
                                          </p:stCondLst>
                                        </p:cTn>
                                        <p:tgtEl>
                                          <p:spTgt spid="397"/>
                                        </p:tgtEl>
                                        <p:attrNameLst>
                                          <p:attrName>style.visibility</p:attrName>
                                        </p:attrNameLst>
                                      </p:cBhvr>
                                      <p:to>
                                        <p:strVal val="hidden"/>
                                      </p:to>
                                    </p:set>
                                  </p:childTnLst>
                                </p:cTn>
                              </p:par>
                              <p:par>
                                <p:cTn id="1001" presetID="10" presetClass="exit" presetSubtype="0" fill="hold" grpId="0" nodeType="withEffect">
                                  <p:stCondLst>
                                    <p:cond delay="0"/>
                                  </p:stCondLst>
                                  <p:childTnLst>
                                    <p:animEffect transition="out" filter="fade">
                                      <p:cBhvr>
                                        <p:cTn id="1002" dur="420"/>
                                        <p:tgtEl>
                                          <p:spTgt spid="398"/>
                                        </p:tgtEl>
                                      </p:cBhvr>
                                    </p:animEffect>
                                    <p:set>
                                      <p:cBhvr>
                                        <p:cTn id="1003" dur="1" fill="hold">
                                          <p:stCondLst>
                                            <p:cond delay="419"/>
                                          </p:stCondLst>
                                        </p:cTn>
                                        <p:tgtEl>
                                          <p:spTgt spid="398"/>
                                        </p:tgtEl>
                                        <p:attrNameLst>
                                          <p:attrName>style.visibility</p:attrName>
                                        </p:attrNameLst>
                                      </p:cBhvr>
                                      <p:to>
                                        <p:strVal val="hidden"/>
                                      </p:to>
                                    </p:set>
                                  </p:childTnLst>
                                </p:cTn>
                              </p:par>
                              <p:par>
                                <p:cTn id="1004" presetID="10" presetClass="exit" presetSubtype="0" fill="hold" grpId="0" nodeType="withEffect">
                                  <p:stCondLst>
                                    <p:cond delay="0"/>
                                  </p:stCondLst>
                                  <p:childTnLst>
                                    <p:animEffect transition="out" filter="fade">
                                      <p:cBhvr>
                                        <p:cTn id="1005" dur="420"/>
                                        <p:tgtEl>
                                          <p:spTgt spid="399"/>
                                        </p:tgtEl>
                                      </p:cBhvr>
                                    </p:animEffect>
                                    <p:set>
                                      <p:cBhvr>
                                        <p:cTn id="1006" dur="1" fill="hold">
                                          <p:stCondLst>
                                            <p:cond delay="419"/>
                                          </p:stCondLst>
                                        </p:cTn>
                                        <p:tgtEl>
                                          <p:spTgt spid="399"/>
                                        </p:tgtEl>
                                        <p:attrNameLst>
                                          <p:attrName>style.visibility</p:attrName>
                                        </p:attrNameLst>
                                      </p:cBhvr>
                                      <p:to>
                                        <p:strVal val="hidden"/>
                                      </p:to>
                                    </p:set>
                                  </p:childTnLst>
                                </p:cTn>
                              </p:par>
                              <p:par>
                                <p:cTn id="1007" presetID="10" presetClass="exit" presetSubtype="0" fill="hold" grpId="0" nodeType="withEffect">
                                  <p:stCondLst>
                                    <p:cond delay="0"/>
                                  </p:stCondLst>
                                  <p:childTnLst>
                                    <p:animEffect transition="out" filter="fade">
                                      <p:cBhvr>
                                        <p:cTn id="1008" dur="420"/>
                                        <p:tgtEl>
                                          <p:spTgt spid="400"/>
                                        </p:tgtEl>
                                      </p:cBhvr>
                                    </p:animEffect>
                                    <p:set>
                                      <p:cBhvr>
                                        <p:cTn id="1009" dur="1" fill="hold">
                                          <p:stCondLst>
                                            <p:cond delay="419"/>
                                          </p:stCondLst>
                                        </p:cTn>
                                        <p:tgtEl>
                                          <p:spTgt spid="400"/>
                                        </p:tgtEl>
                                        <p:attrNameLst>
                                          <p:attrName>style.visibility</p:attrName>
                                        </p:attrNameLst>
                                      </p:cBhvr>
                                      <p:to>
                                        <p:strVal val="hidden"/>
                                      </p:to>
                                    </p:set>
                                  </p:childTnLst>
                                </p:cTn>
                              </p:par>
                              <p:par>
                                <p:cTn id="1010" presetID="10" presetClass="exit" presetSubtype="0" fill="hold" grpId="0" nodeType="withEffect">
                                  <p:stCondLst>
                                    <p:cond delay="0"/>
                                  </p:stCondLst>
                                  <p:childTnLst>
                                    <p:animEffect transition="out" filter="fade">
                                      <p:cBhvr>
                                        <p:cTn id="1011" dur="420"/>
                                        <p:tgtEl>
                                          <p:spTgt spid="401"/>
                                        </p:tgtEl>
                                      </p:cBhvr>
                                    </p:animEffect>
                                    <p:set>
                                      <p:cBhvr>
                                        <p:cTn id="1012" dur="1" fill="hold">
                                          <p:stCondLst>
                                            <p:cond delay="419"/>
                                          </p:stCondLst>
                                        </p:cTn>
                                        <p:tgtEl>
                                          <p:spTgt spid="401"/>
                                        </p:tgtEl>
                                        <p:attrNameLst>
                                          <p:attrName>style.visibility</p:attrName>
                                        </p:attrNameLst>
                                      </p:cBhvr>
                                      <p:to>
                                        <p:strVal val="hidden"/>
                                      </p:to>
                                    </p:set>
                                  </p:childTnLst>
                                </p:cTn>
                              </p:par>
                              <p:par>
                                <p:cTn id="1013" presetID="10" presetClass="exit" presetSubtype="0" fill="hold" grpId="0" nodeType="withEffect">
                                  <p:stCondLst>
                                    <p:cond delay="0"/>
                                  </p:stCondLst>
                                  <p:childTnLst>
                                    <p:animEffect transition="out" filter="fade">
                                      <p:cBhvr>
                                        <p:cTn id="1014" dur="420"/>
                                        <p:tgtEl>
                                          <p:spTgt spid="402"/>
                                        </p:tgtEl>
                                      </p:cBhvr>
                                    </p:animEffect>
                                    <p:set>
                                      <p:cBhvr>
                                        <p:cTn id="1015" dur="1" fill="hold">
                                          <p:stCondLst>
                                            <p:cond delay="419"/>
                                          </p:stCondLst>
                                        </p:cTn>
                                        <p:tgtEl>
                                          <p:spTgt spid="402"/>
                                        </p:tgtEl>
                                        <p:attrNameLst>
                                          <p:attrName>style.visibility</p:attrName>
                                        </p:attrNameLst>
                                      </p:cBhvr>
                                      <p:to>
                                        <p:strVal val="hidden"/>
                                      </p:to>
                                    </p:set>
                                  </p:childTnLst>
                                </p:cTn>
                              </p:par>
                              <p:par>
                                <p:cTn id="1016" presetID="10" presetClass="exit" presetSubtype="0" fill="hold" grpId="0" nodeType="withEffect">
                                  <p:stCondLst>
                                    <p:cond delay="0"/>
                                  </p:stCondLst>
                                  <p:childTnLst>
                                    <p:animEffect transition="out" filter="fade">
                                      <p:cBhvr>
                                        <p:cTn id="1017" dur="420"/>
                                        <p:tgtEl>
                                          <p:spTgt spid="403"/>
                                        </p:tgtEl>
                                      </p:cBhvr>
                                    </p:animEffect>
                                    <p:set>
                                      <p:cBhvr>
                                        <p:cTn id="1018" dur="1" fill="hold">
                                          <p:stCondLst>
                                            <p:cond delay="419"/>
                                          </p:stCondLst>
                                        </p:cTn>
                                        <p:tgtEl>
                                          <p:spTgt spid="403"/>
                                        </p:tgtEl>
                                        <p:attrNameLst>
                                          <p:attrName>style.visibility</p:attrName>
                                        </p:attrNameLst>
                                      </p:cBhvr>
                                      <p:to>
                                        <p:strVal val="hidden"/>
                                      </p:to>
                                    </p:set>
                                  </p:childTnLst>
                                </p:cTn>
                              </p:par>
                              <p:par>
                                <p:cTn id="1019" presetID="10" presetClass="exit" presetSubtype="0" fill="hold" grpId="0" nodeType="withEffect">
                                  <p:stCondLst>
                                    <p:cond delay="0"/>
                                  </p:stCondLst>
                                  <p:childTnLst>
                                    <p:animEffect transition="out" filter="fade">
                                      <p:cBhvr>
                                        <p:cTn id="1020" dur="420"/>
                                        <p:tgtEl>
                                          <p:spTgt spid="404"/>
                                        </p:tgtEl>
                                      </p:cBhvr>
                                    </p:animEffect>
                                    <p:set>
                                      <p:cBhvr>
                                        <p:cTn id="1021" dur="1" fill="hold">
                                          <p:stCondLst>
                                            <p:cond delay="419"/>
                                          </p:stCondLst>
                                        </p:cTn>
                                        <p:tgtEl>
                                          <p:spTgt spid="404"/>
                                        </p:tgtEl>
                                        <p:attrNameLst>
                                          <p:attrName>style.visibility</p:attrName>
                                        </p:attrNameLst>
                                      </p:cBhvr>
                                      <p:to>
                                        <p:strVal val="hidden"/>
                                      </p:to>
                                    </p:set>
                                  </p:childTnLst>
                                </p:cTn>
                              </p:par>
                              <p:par>
                                <p:cTn id="1022" presetID="10" presetClass="exit" presetSubtype="0" fill="hold" grpId="0" nodeType="withEffect">
                                  <p:stCondLst>
                                    <p:cond delay="0"/>
                                  </p:stCondLst>
                                  <p:childTnLst>
                                    <p:animEffect transition="out" filter="fade">
                                      <p:cBhvr>
                                        <p:cTn id="1023" dur="420"/>
                                        <p:tgtEl>
                                          <p:spTgt spid="405"/>
                                        </p:tgtEl>
                                      </p:cBhvr>
                                    </p:animEffect>
                                    <p:set>
                                      <p:cBhvr>
                                        <p:cTn id="1024" dur="1" fill="hold">
                                          <p:stCondLst>
                                            <p:cond delay="419"/>
                                          </p:stCondLst>
                                        </p:cTn>
                                        <p:tgtEl>
                                          <p:spTgt spid="405"/>
                                        </p:tgtEl>
                                        <p:attrNameLst>
                                          <p:attrName>style.visibility</p:attrName>
                                        </p:attrNameLst>
                                      </p:cBhvr>
                                      <p:to>
                                        <p:strVal val="hidden"/>
                                      </p:to>
                                    </p:set>
                                  </p:childTnLst>
                                </p:cTn>
                              </p:par>
                              <p:par>
                                <p:cTn id="1025" presetID="10" presetClass="exit" presetSubtype="0" fill="hold" grpId="0" nodeType="withEffect">
                                  <p:stCondLst>
                                    <p:cond delay="0"/>
                                  </p:stCondLst>
                                  <p:childTnLst>
                                    <p:animEffect transition="out" filter="fade">
                                      <p:cBhvr>
                                        <p:cTn id="1026" dur="420"/>
                                        <p:tgtEl>
                                          <p:spTgt spid="406"/>
                                        </p:tgtEl>
                                      </p:cBhvr>
                                    </p:animEffect>
                                    <p:set>
                                      <p:cBhvr>
                                        <p:cTn id="1027" dur="1" fill="hold">
                                          <p:stCondLst>
                                            <p:cond delay="419"/>
                                          </p:stCondLst>
                                        </p:cTn>
                                        <p:tgtEl>
                                          <p:spTgt spid="406"/>
                                        </p:tgtEl>
                                        <p:attrNameLst>
                                          <p:attrName>style.visibility</p:attrName>
                                        </p:attrNameLst>
                                      </p:cBhvr>
                                      <p:to>
                                        <p:strVal val="hidden"/>
                                      </p:to>
                                    </p:set>
                                  </p:childTnLst>
                                </p:cTn>
                              </p:par>
                              <p:par>
                                <p:cTn id="1028" presetID="10" presetClass="exit" presetSubtype="0" fill="hold" grpId="0" nodeType="withEffect">
                                  <p:stCondLst>
                                    <p:cond delay="0"/>
                                  </p:stCondLst>
                                  <p:childTnLst>
                                    <p:animEffect transition="out" filter="fade">
                                      <p:cBhvr>
                                        <p:cTn id="1029" dur="420"/>
                                        <p:tgtEl>
                                          <p:spTgt spid="407"/>
                                        </p:tgtEl>
                                      </p:cBhvr>
                                    </p:animEffect>
                                    <p:set>
                                      <p:cBhvr>
                                        <p:cTn id="1030" dur="1" fill="hold">
                                          <p:stCondLst>
                                            <p:cond delay="419"/>
                                          </p:stCondLst>
                                        </p:cTn>
                                        <p:tgtEl>
                                          <p:spTgt spid="407"/>
                                        </p:tgtEl>
                                        <p:attrNameLst>
                                          <p:attrName>style.visibility</p:attrName>
                                        </p:attrNameLst>
                                      </p:cBhvr>
                                      <p:to>
                                        <p:strVal val="hidden"/>
                                      </p:to>
                                    </p:set>
                                  </p:childTnLst>
                                </p:cTn>
                              </p:par>
                              <p:par>
                                <p:cTn id="1031" presetID="10" presetClass="exit" presetSubtype="0" fill="hold" grpId="0" nodeType="withEffect">
                                  <p:stCondLst>
                                    <p:cond delay="0"/>
                                  </p:stCondLst>
                                  <p:childTnLst>
                                    <p:animEffect transition="out" filter="fade">
                                      <p:cBhvr>
                                        <p:cTn id="1032" dur="420"/>
                                        <p:tgtEl>
                                          <p:spTgt spid="408"/>
                                        </p:tgtEl>
                                      </p:cBhvr>
                                    </p:animEffect>
                                    <p:set>
                                      <p:cBhvr>
                                        <p:cTn id="1033" dur="1" fill="hold">
                                          <p:stCondLst>
                                            <p:cond delay="419"/>
                                          </p:stCondLst>
                                        </p:cTn>
                                        <p:tgtEl>
                                          <p:spTgt spid="408"/>
                                        </p:tgtEl>
                                        <p:attrNameLst>
                                          <p:attrName>style.visibility</p:attrName>
                                        </p:attrNameLst>
                                      </p:cBhvr>
                                      <p:to>
                                        <p:strVal val="hidden"/>
                                      </p:to>
                                    </p:set>
                                  </p:childTnLst>
                                </p:cTn>
                              </p:par>
                              <p:par>
                                <p:cTn id="1034" presetID="10" presetClass="exit" presetSubtype="0" fill="hold" grpId="0" nodeType="withEffect">
                                  <p:stCondLst>
                                    <p:cond delay="0"/>
                                  </p:stCondLst>
                                  <p:childTnLst>
                                    <p:animEffect transition="out" filter="fade">
                                      <p:cBhvr>
                                        <p:cTn id="1035" dur="420"/>
                                        <p:tgtEl>
                                          <p:spTgt spid="409"/>
                                        </p:tgtEl>
                                      </p:cBhvr>
                                    </p:animEffect>
                                    <p:set>
                                      <p:cBhvr>
                                        <p:cTn id="1036" dur="1" fill="hold">
                                          <p:stCondLst>
                                            <p:cond delay="419"/>
                                          </p:stCondLst>
                                        </p:cTn>
                                        <p:tgtEl>
                                          <p:spTgt spid="409"/>
                                        </p:tgtEl>
                                        <p:attrNameLst>
                                          <p:attrName>style.visibility</p:attrName>
                                        </p:attrNameLst>
                                      </p:cBhvr>
                                      <p:to>
                                        <p:strVal val="hidden"/>
                                      </p:to>
                                    </p:set>
                                  </p:childTnLst>
                                </p:cTn>
                              </p:par>
                              <p:par>
                                <p:cTn id="1037" presetID="10" presetClass="exit" presetSubtype="0" fill="hold" grpId="0" nodeType="withEffect">
                                  <p:stCondLst>
                                    <p:cond delay="0"/>
                                  </p:stCondLst>
                                  <p:childTnLst>
                                    <p:animEffect transition="out" filter="fade">
                                      <p:cBhvr>
                                        <p:cTn id="1038" dur="420"/>
                                        <p:tgtEl>
                                          <p:spTgt spid="410"/>
                                        </p:tgtEl>
                                      </p:cBhvr>
                                    </p:animEffect>
                                    <p:set>
                                      <p:cBhvr>
                                        <p:cTn id="1039" dur="1" fill="hold">
                                          <p:stCondLst>
                                            <p:cond delay="419"/>
                                          </p:stCondLst>
                                        </p:cTn>
                                        <p:tgtEl>
                                          <p:spTgt spid="410"/>
                                        </p:tgtEl>
                                        <p:attrNameLst>
                                          <p:attrName>style.visibility</p:attrName>
                                        </p:attrNameLst>
                                      </p:cBhvr>
                                      <p:to>
                                        <p:strVal val="hidden"/>
                                      </p:to>
                                    </p:set>
                                  </p:childTnLst>
                                </p:cTn>
                              </p:par>
                              <p:par>
                                <p:cTn id="1040" presetID="10" presetClass="exit" presetSubtype="0" fill="hold" grpId="0" nodeType="withEffect">
                                  <p:stCondLst>
                                    <p:cond delay="0"/>
                                  </p:stCondLst>
                                  <p:childTnLst>
                                    <p:animEffect transition="out" filter="fade">
                                      <p:cBhvr>
                                        <p:cTn id="1041" dur="420"/>
                                        <p:tgtEl>
                                          <p:spTgt spid="411"/>
                                        </p:tgtEl>
                                      </p:cBhvr>
                                    </p:animEffect>
                                    <p:set>
                                      <p:cBhvr>
                                        <p:cTn id="1042" dur="1" fill="hold">
                                          <p:stCondLst>
                                            <p:cond delay="419"/>
                                          </p:stCondLst>
                                        </p:cTn>
                                        <p:tgtEl>
                                          <p:spTgt spid="411"/>
                                        </p:tgtEl>
                                        <p:attrNameLst>
                                          <p:attrName>style.visibility</p:attrName>
                                        </p:attrNameLst>
                                      </p:cBhvr>
                                      <p:to>
                                        <p:strVal val="hidden"/>
                                      </p:to>
                                    </p:set>
                                  </p:childTnLst>
                                </p:cTn>
                              </p:par>
                              <p:par>
                                <p:cTn id="1043" presetID="10" presetClass="exit" presetSubtype="0" fill="hold" grpId="0" nodeType="withEffect">
                                  <p:stCondLst>
                                    <p:cond delay="0"/>
                                  </p:stCondLst>
                                  <p:childTnLst>
                                    <p:animEffect transition="out" filter="fade">
                                      <p:cBhvr>
                                        <p:cTn id="1044" dur="420"/>
                                        <p:tgtEl>
                                          <p:spTgt spid="412"/>
                                        </p:tgtEl>
                                      </p:cBhvr>
                                    </p:animEffect>
                                    <p:set>
                                      <p:cBhvr>
                                        <p:cTn id="1045" dur="1" fill="hold">
                                          <p:stCondLst>
                                            <p:cond delay="419"/>
                                          </p:stCondLst>
                                        </p:cTn>
                                        <p:tgtEl>
                                          <p:spTgt spid="412"/>
                                        </p:tgtEl>
                                        <p:attrNameLst>
                                          <p:attrName>style.visibility</p:attrName>
                                        </p:attrNameLst>
                                      </p:cBhvr>
                                      <p:to>
                                        <p:strVal val="hidden"/>
                                      </p:to>
                                    </p:set>
                                  </p:childTnLst>
                                </p:cTn>
                              </p:par>
                              <p:par>
                                <p:cTn id="1046" presetID="10" presetClass="exit" presetSubtype="0" fill="hold" grpId="0" nodeType="withEffect">
                                  <p:stCondLst>
                                    <p:cond delay="0"/>
                                  </p:stCondLst>
                                  <p:childTnLst>
                                    <p:animEffect transition="out" filter="fade">
                                      <p:cBhvr>
                                        <p:cTn id="1047" dur="420"/>
                                        <p:tgtEl>
                                          <p:spTgt spid="413"/>
                                        </p:tgtEl>
                                      </p:cBhvr>
                                    </p:animEffect>
                                    <p:set>
                                      <p:cBhvr>
                                        <p:cTn id="1048" dur="1" fill="hold">
                                          <p:stCondLst>
                                            <p:cond delay="419"/>
                                          </p:stCondLst>
                                        </p:cTn>
                                        <p:tgtEl>
                                          <p:spTgt spid="413"/>
                                        </p:tgtEl>
                                        <p:attrNameLst>
                                          <p:attrName>style.visibility</p:attrName>
                                        </p:attrNameLst>
                                      </p:cBhvr>
                                      <p:to>
                                        <p:strVal val="hidden"/>
                                      </p:to>
                                    </p:set>
                                  </p:childTnLst>
                                </p:cTn>
                              </p:par>
                              <p:par>
                                <p:cTn id="1049" presetID="10" presetClass="exit" presetSubtype="0" fill="hold" grpId="0" nodeType="withEffect">
                                  <p:stCondLst>
                                    <p:cond delay="0"/>
                                  </p:stCondLst>
                                  <p:childTnLst>
                                    <p:animEffect transition="out" filter="fade">
                                      <p:cBhvr>
                                        <p:cTn id="1050" dur="420"/>
                                        <p:tgtEl>
                                          <p:spTgt spid="414"/>
                                        </p:tgtEl>
                                      </p:cBhvr>
                                    </p:animEffect>
                                    <p:set>
                                      <p:cBhvr>
                                        <p:cTn id="1051" dur="1" fill="hold">
                                          <p:stCondLst>
                                            <p:cond delay="419"/>
                                          </p:stCondLst>
                                        </p:cTn>
                                        <p:tgtEl>
                                          <p:spTgt spid="414"/>
                                        </p:tgtEl>
                                        <p:attrNameLst>
                                          <p:attrName>style.visibility</p:attrName>
                                        </p:attrNameLst>
                                      </p:cBhvr>
                                      <p:to>
                                        <p:strVal val="hidden"/>
                                      </p:to>
                                    </p:set>
                                  </p:childTnLst>
                                </p:cTn>
                              </p:par>
                              <p:par>
                                <p:cTn id="1052" presetID="10" presetClass="exit" presetSubtype="0" fill="hold" grpId="0" nodeType="withEffect">
                                  <p:stCondLst>
                                    <p:cond delay="0"/>
                                  </p:stCondLst>
                                  <p:childTnLst>
                                    <p:animEffect transition="out" filter="fade">
                                      <p:cBhvr>
                                        <p:cTn id="1053" dur="420"/>
                                        <p:tgtEl>
                                          <p:spTgt spid="415"/>
                                        </p:tgtEl>
                                      </p:cBhvr>
                                    </p:animEffect>
                                    <p:set>
                                      <p:cBhvr>
                                        <p:cTn id="1054" dur="1" fill="hold">
                                          <p:stCondLst>
                                            <p:cond delay="419"/>
                                          </p:stCondLst>
                                        </p:cTn>
                                        <p:tgtEl>
                                          <p:spTgt spid="415"/>
                                        </p:tgtEl>
                                        <p:attrNameLst>
                                          <p:attrName>style.visibility</p:attrName>
                                        </p:attrNameLst>
                                      </p:cBhvr>
                                      <p:to>
                                        <p:strVal val="hidden"/>
                                      </p:to>
                                    </p:set>
                                  </p:childTnLst>
                                </p:cTn>
                              </p:par>
                              <p:par>
                                <p:cTn id="1055" presetID="10" presetClass="exit" presetSubtype="0" fill="hold" grpId="0" nodeType="withEffect">
                                  <p:stCondLst>
                                    <p:cond delay="0"/>
                                  </p:stCondLst>
                                  <p:childTnLst>
                                    <p:animEffect transition="out" filter="fade">
                                      <p:cBhvr>
                                        <p:cTn id="1056" dur="420"/>
                                        <p:tgtEl>
                                          <p:spTgt spid="416"/>
                                        </p:tgtEl>
                                      </p:cBhvr>
                                    </p:animEffect>
                                    <p:set>
                                      <p:cBhvr>
                                        <p:cTn id="1057" dur="1" fill="hold">
                                          <p:stCondLst>
                                            <p:cond delay="419"/>
                                          </p:stCondLst>
                                        </p:cTn>
                                        <p:tgtEl>
                                          <p:spTgt spid="416"/>
                                        </p:tgtEl>
                                        <p:attrNameLst>
                                          <p:attrName>style.visibility</p:attrName>
                                        </p:attrNameLst>
                                      </p:cBhvr>
                                      <p:to>
                                        <p:strVal val="hidden"/>
                                      </p:to>
                                    </p:set>
                                  </p:childTnLst>
                                </p:cTn>
                              </p:par>
                              <p:par>
                                <p:cTn id="1058" presetID="10" presetClass="exit" presetSubtype="0" fill="hold" grpId="1" nodeType="withEffect">
                                  <p:stCondLst>
                                    <p:cond delay="0"/>
                                  </p:stCondLst>
                                  <p:childTnLst>
                                    <p:animEffect transition="out" filter="fade">
                                      <p:cBhvr>
                                        <p:cTn id="1059" dur="420"/>
                                        <p:tgtEl>
                                          <p:spTgt spid="417"/>
                                        </p:tgtEl>
                                      </p:cBhvr>
                                    </p:animEffect>
                                    <p:set>
                                      <p:cBhvr>
                                        <p:cTn id="1060" dur="1" fill="hold">
                                          <p:stCondLst>
                                            <p:cond delay="419"/>
                                          </p:stCondLst>
                                        </p:cTn>
                                        <p:tgtEl>
                                          <p:spTgt spid="417"/>
                                        </p:tgtEl>
                                        <p:attrNameLst>
                                          <p:attrName>style.visibility</p:attrName>
                                        </p:attrNameLst>
                                      </p:cBhvr>
                                      <p:to>
                                        <p:strVal val="hidden"/>
                                      </p:to>
                                    </p:set>
                                  </p:childTnLst>
                                </p:cTn>
                              </p:par>
                              <p:par>
                                <p:cTn id="1061" presetID="10" presetClass="exit" presetSubtype="0" fill="hold" grpId="1" nodeType="withEffect">
                                  <p:stCondLst>
                                    <p:cond delay="0"/>
                                  </p:stCondLst>
                                  <p:childTnLst>
                                    <p:animEffect transition="out" filter="fade">
                                      <p:cBhvr>
                                        <p:cTn id="1062" dur="420"/>
                                        <p:tgtEl>
                                          <p:spTgt spid="418"/>
                                        </p:tgtEl>
                                      </p:cBhvr>
                                    </p:animEffect>
                                    <p:set>
                                      <p:cBhvr>
                                        <p:cTn id="1063" dur="1" fill="hold">
                                          <p:stCondLst>
                                            <p:cond delay="419"/>
                                          </p:stCondLst>
                                        </p:cTn>
                                        <p:tgtEl>
                                          <p:spTgt spid="418"/>
                                        </p:tgtEl>
                                        <p:attrNameLst>
                                          <p:attrName>style.visibility</p:attrName>
                                        </p:attrNameLst>
                                      </p:cBhvr>
                                      <p:to>
                                        <p:strVal val="hidden"/>
                                      </p:to>
                                    </p:set>
                                  </p:childTnLst>
                                </p:cTn>
                              </p:par>
                              <p:par>
                                <p:cTn id="1064" presetID="10" presetClass="exit" presetSubtype="0" fill="hold" grpId="1" nodeType="withEffect">
                                  <p:stCondLst>
                                    <p:cond delay="0"/>
                                  </p:stCondLst>
                                  <p:childTnLst>
                                    <p:animEffect transition="out" filter="fade">
                                      <p:cBhvr>
                                        <p:cTn id="1065" dur="420"/>
                                        <p:tgtEl>
                                          <p:spTgt spid="419"/>
                                        </p:tgtEl>
                                      </p:cBhvr>
                                    </p:animEffect>
                                    <p:set>
                                      <p:cBhvr>
                                        <p:cTn id="1066" dur="1" fill="hold">
                                          <p:stCondLst>
                                            <p:cond delay="419"/>
                                          </p:stCondLst>
                                        </p:cTn>
                                        <p:tgtEl>
                                          <p:spTgt spid="419"/>
                                        </p:tgtEl>
                                        <p:attrNameLst>
                                          <p:attrName>style.visibility</p:attrName>
                                        </p:attrNameLst>
                                      </p:cBhvr>
                                      <p:to>
                                        <p:strVal val="hidden"/>
                                      </p:to>
                                    </p:set>
                                  </p:childTnLst>
                                </p:cTn>
                              </p:par>
                              <p:par>
                                <p:cTn id="1067" presetID="10" presetClass="exit" presetSubtype="0" fill="hold" grpId="1" nodeType="withEffect">
                                  <p:stCondLst>
                                    <p:cond delay="0"/>
                                  </p:stCondLst>
                                  <p:childTnLst>
                                    <p:animEffect transition="out" filter="fade">
                                      <p:cBhvr>
                                        <p:cTn id="1068" dur="420"/>
                                        <p:tgtEl>
                                          <p:spTgt spid="420"/>
                                        </p:tgtEl>
                                      </p:cBhvr>
                                    </p:animEffect>
                                    <p:set>
                                      <p:cBhvr>
                                        <p:cTn id="1069" dur="1" fill="hold">
                                          <p:stCondLst>
                                            <p:cond delay="419"/>
                                          </p:stCondLst>
                                        </p:cTn>
                                        <p:tgtEl>
                                          <p:spTgt spid="420"/>
                                        </p:tgtEl>
                                        <p:attrNameLst>
                                          <p:attrName>style.visibility</p:attrName>
                                        </p:attrNameLst>
                                      </p:cBhvr>
                                      <p:to>
                                        <p:strVal val="hidden"/>
                                      </p:to>
                                    </p:set>
                                  </p:childTnLst>
                                </p:cTn>
                              </p:par>
                              <p:par>
                                <p:cTn id="1070" presetID="10" presetClass="exit" presetSubtype="0" fill="hold" grpId="1" nodeType="withEffect">
                                  <p:stCondLst>
                                    <p:cond delay="0"/>
                                  </p:stCondLst>
                                  <p:childTnLst>
                                    <p:animEffect transition="out" filter="fade">
                                      <p:cBhvr>
                                        <p:cTn id="1071" dur="420"/>
                                        <p:tgtEl>
                                          <p:spTgt spid="421"/>
                                        </p:tgtEl>
                                      </p:cBhvr>
                                    </p:animEffect>
                                    <p:set>
                                      <p:cBhvr>
                                        <p:cTn id="1072" dur="1" fill="hold">
                                          <p:stCondLst>
                                            <p:cond delay="419"/>
                                          </p:stCondLst>
                                        </p:cTn>
                                        <p:tgtEl>
                                          <p:spTgt spid="421"/>
                                        </p:tgtEl>
                                        <p:attrNameLst>
                                          <p:attrName>style.visibility</p:attrName>
                                        </p:attrNameLst>
                                      </p:cBhvr>
                                      <p:to>
                                        <p:strVal val="hidden"/>
                                      </p:to>
                                    </p:set>
                                  </p:childTnLst>
                                </p:cTn>
                              </p:par>
                              <p:par>
                                <p:cTn id="1073" presetID="10" presetClass="exit" presetSubtype="0" fill="hold" grpId="0" nodeType="withEffect">
                                  <p:stCondLst>
                                    <p:cond delay="0"/>
                                  </p:stCondLst>
                                  <p:childTnLst>
                                    <p:animEffect transition="out" filter="fade">
                                      <p:cBhvr>
                                        <p:cTn id="1074" dur="420"/>
                                        <p:tgtEl>
                                          <p:spTgt spid="422"/>
                                        </p:tgtEl>
                                      </p:cBhvr>
                                    </p:animEffect>
                                    <p:set>
                                      <p:cBhvr>
                                        <p:cTn id="1075" dur="1" fill="hold">
                                          <p:stCondLst>
                                            <p:cond delay="419"/>
                                          </p:stCondLst>
                                        </p:cTn>
                                        <p:tgtEl>
                                          <p:spTgt spid="422"/>
                                        </p:tgtEl>
                                        <p:attrNameLst>
                                          <p:attrName>style.visibility</p:attrName>
                                        </p:attrNameLst>
                                      </p:cBhvr>
                                      <p:to>
                                        <p:strVal val="hidden"/>
                                      </p:to>
                                    </p:set>
                                  </p:childTnLst>
                                </p:cTn>
                              </p:par>
                              <p:par>
                                <p:cTn id="1076" presetID="42" presetClass="entr" presetSubtype="0" fill="hold" grpId="0" nodeType="withEffect">
                                  <p:stCondLst>
                                    <p:cond delay="250"/>
                                  </p:stCondLst>
                                  <p:childTnLst>
                                    <p:set>
                                      <p:cBhvr>
                                        <p:cTn id="1077" dur="1" fill="hold">
                                          <p:stCondLst>
                                            <p:cond delay="0"/>
                                          </p:stCondLst>
                                        </p:cTn>
                                        <p:tgtEl>
                                          <p:spTgt spid="452"/>
                                        </p:tgtEl>
                                        <p:attrNameLst>
                                          <p:attrName>style.visibility</p:attrName>
                                        </p:attrNameLst>
                                      </p:cBhvr>
                                      <p:to>
                                        <p:strVal val="visible"/>
                                      </p:to>
                                    </p:set>
                                    <p:animEffect transition="in" filter="fade">
                                      <p:cBhvr>
                                        <p:cTn id="1078" dur="650"/>
                                        <p:tgtEl>
                                          <p:spTgt spid="452"/>
                                        </p:tgtEl>
                                      </p:cBhvr>
                                    </p:animEffect>
                                    <p:anim calcmode="lin" valueType="num">
                                      <p:cBhvr>
                                        <p:cTn id="1079" dur="650" fill="hold"/>
                                        <p:tgtEl>
                                          <p:spTgt spid="452"/>
                                        </p:tgtEl>
                                        <p:attrNameLst>
                                          <p:attrName>ppt_x</p:attrName>
                                        </p:attrNameLst>
                                      </p:cBhvr>
                                      <p:tavLst>
                                        <p:tav tm="0">
                                          <p:val>
                                            <p:strVal val="#ppt_x"/>
                                          </p:val>
                                        </p:tav>
                                        <p:tav tm="100000">
                                          <p:val>
                                            <p:strVal val="#ppt_x"/>
                                          </p:val>
                                        </p:tav>
                                      </p:tavLst>
                                    </p:anim>
                                    <p:anim calcmode="lin" valueType="num">
                                      <p:cBhvr>
                                        <p:cTn id="1080" dur="650" fill="hold"/>
                                        <p:tgtEl>
                                          <p:spTgt spid="452"/>
                                        </p:tgtEl>
                                        <p:attrNameLst>
                                          <p:attrName>ppt_y</p:attrName>
                                        </p:attrNameLst>
                                      </p:cBhvr>
                                      <p:tavLst>
                                        <p:tav tm="0">
                                          <p:val>
                                            <p:strVal val="#ppt_y+.1"/>
                                          </p:val>
                                        </p:tav>
                                        <p:tav tm="100000">
                                          <p:val>
                                            <p:strVal val="#ppt_y"/>
                                          </p:val>
                                        </p:tav>
                                      </p:tavLst>
                                    </p:anim>
                                  </p:childTnLst>
                                </p:cTn>
                              </p:par>
                              <p:par>
                                <p:cTn id="1081" presetID="42" presetClass="entr" presetSubtype="0" fill="hold" grpId="0" nodeType="withEffect">
                                  <p:stCondLst>
                                    <p:cond delay="250"/>
                                  </p:stCondLst>
                                  <p:childTnLst>
                                    <p:set>
                                      <p:cBhvr>
                                        <p:cTn id="1082" dur="1" fill="hold">
                                          <p:stCondLst>
                                            <p:cond delay="0"/>
                                          </p:stCondLst>
                                        </p:cTn>
                                        <p:tgtEl>
                                          <p:spTgt spid="453"/>
                                        </p:tgtEl>
                                        <p:attrNameLst>
                                          <p:attrName>style.visibility</p:attrName>
                                        </p:attrNameLst>
                                      </p:cBhvr>
                                      <p:to>
                                        <p:strVal val="visible"/>
                                      </p:to>
                                    </p:set>
                                    <p:animEffect transition="in" filter="fade">
                                      <p:cBhvr>
                                        <p:cTn id="1083" dur="650"/>
                                        <p:tgtEl>
                                          <p:spTgt spid="453"/>
                                        </p:tgtEl>
                                      </p:cBhvr>
                                    </p:animEffect>
                                    <p:anim calcmode="lin" valueType="num">
                                      <p:cBhvr>
                                        <p:cTn id="1084" dur="650" fill="hold"/>
                                        <p:tgtEl>
                                          <p:spTgt spid="453"/>
                                        </p:tgtEl>
                                        <p:attrNameLst>
                                          <p:attrName>ppt_x</p:attrName>
                                        </p:attrNameLst>
                                      </p:cBhvr>
                                      <p:tavLst>
                                        <p:tav tm="0">
                                          <p:val>
                                            <p:strVal val="#ppt_x"/>
                                          </p:val>
                                        </p:tav>
                                        <p:tav tm="100000">
                                          <p:val>
                                            <p:strVal val="#ppt_x"/>
                                          </p:val>
                                        </p:tav>
                                      </p:tavLst>
                                    </p:anim>
                                    <p:anim calcmode="lin" valueType="num">
                                      <p:cBhvr>
                                        <p:cTn id="1085" dur="650" fill="hold"/>
                                        <p:tgtEl>
                                          <p:spTgt spid="453"/>
                                        </p:tgtEl>
                                        <p:attrNameLst>
                                          <p:attrName>ppt_y</p:attrName>
                                        </p:attrNameLst>
                                      </p:cBhvr>
                                      <p:tavLst>
                                        <p:tav tm="0">
                                          <p:val>
                                            <p:strVal val="#ppt_y+.1"/>
                                          </p:val>
                                        </p:tav>
                                        <p:tav tm="100000">
                                          <p:val>
                                            <p:strVal val="#ppt_y"/>
                                          </p:val>
                                        </p:tav>
                                      </p:tavLst>
                                    </p:anim>
                                  </p:childTnLst>
                                </p:cTn>
                              </p:par>
                              <p:par>
                                <p:cTn id="1086" presetID="42" presetClass="entr" presetSubtype="0" fill="hold" grpId="0" nodeType="withEffect">
                                  <p:stCondLst>
                                    <p:cond delay="250"/>
                                  </p:stCondLst>
                                  <p:childTnLst>
                                    <p:set>
                                      <p:cBhvr>
                                        <p:cTn id="1087" dur="1" fill="hold">
                                          <p:stCondLst>
                                            <p:cond delay="0"/>
                                          </p:stCondLst>
                                        </p:cTn>
                                        <p:tgtEl>
                                          <p:spTgt spid="454"/>
                                        </p:tgtEl>
                                        <p:attrNameLst>
                                          <p:attrName>style.visibility</p:attrName>
                                        </p:attrNameLst>
                                      </p:cBhvr>
                                      <p:to>
                                        <p:strVal val="visible"/>
                                      </p:to>
                                    </p:set>
                                    <p:animEffect transition="in" filter="fade">
                                      <p:cBhvr>
                                        <p:cTn id="1088" dur="650"/>
                                        <p:tgtEl>
                                          <p:spTgt spid="454"/>
                                        </p:tgtEl>
                                      </p:cBhvr>
                                    </p:animEffect>
                                    <p:anim calcmode="lin" valueType="num">
                                      <p:cBhvr>
                                        <p:cTn id="1089" dur="650" fill="hold"/>
                                        <p:tgtEl>
                                          <p:spTgt spid="454"/>
                                        </p:tgtEl>
                                        <p:attrNameLst>
                                          <p:attrName>ppt_x</p:attrName>
                                        </p:attrNameLst>
                                      </p:cBhvr>
                                      <p:tavLst>
                                        <p:tav tm="0">
                                          <p:val>
                                            <p:strVal val="#ppt_x"/>
                                          </p:val>
                                        </p:tav>
                                        <p:tav tm="100000">
                                          <p:val>
                                            <p:strVal val="#ppt_x"/>
                                          </p:val>
                                        </p:tav>
                                      </p:tavLst>
                                    </p:anim>
                                    <p:anim calcmode="lin" valueType="num">
                                      <p:cBhvr>
                                        <p:cTn id="1090" dur="650" fill="hold"/>
                                        <p:tgtEl>
                                          <p:spTgt spid="454"/>
                                        </p:tgtEl>
                                        <p:attrNameLst>
                                          <p:attrName>ppt_y</p:attrName>
                                        </p:attrNameLst>
                                      </p:cBhvr>
                                      <p:tavLst>
                                        <p:tav tm="0">
                                          <p:val>
                                            <p:strVal val="#ppt_y+.1"/>
                                          </p:val>
                                        </p:tav>
                                        <p:tav tm="100000">
                                          <p:val>
                                            <p:strVal val="#ppt_y"/>
                                          </p:val>
                                        </p:tav>
                                      </p:tavLst>
                                    </p:anim>
                                  </p:childTnLst>
                                </p:cTn>
                              </p:par>
                            </p:childTnLst>
                          </p:cTn>
                        </p:par>
                      </p:childTnLst>
                    </p:cTn>
                  </p:par>
                  <p:par>
                    <p:cTn id="1091" fill="hold">
                      <p:stCondLst>
                        <p:cond delay="indefinite"/>
                      </p:stCondLst>
                      <p:childTnLst>
                        <p:par>
                          <p:cTn id="1092" fill="hold">
                            <p:stCondLst>
                              <p:cond delay="0"/>
                            </p:stCondLst>
                            <p:childTnLst>
                              <p:par>
                                <p:cTn id="1093" presetID="10" presetClass="exit" presetSubtype="0" fill="hold" grpId="1" nodeType="clickEffect">
                                  <p:stCondLst>
                                    <p:cond delay="0"/>
                                  </p:stCondLst>
                                  <p:childTnLst>
                                    <p:animEffect transition="out" filter="fade">
                                      <p:cBhvr>
                                        <p:cTn id="1094" dur="300"/>
                                        <p:tgtEl>
                                          <p:spTgt spid="76"/>
                                        </p:tgtEl>
                                      </p:cBhvr>
                                    </p:animEffect>
                                    <p:set>
                                      <p:cBhvr>
                                        <p:cTn id="1095" dur="1" fill="hold">
                                          <p:stCondLst>
                                            <p:cond delay="299"/>
                                          </p:stCondLst>
                                        </p:cTn>
                                        <p:tgtEl>
                                          <p:spTgt spid="76"/>
                                        </p:tgtEl>
                                        <p:attrNameLst>
                                          <p:attrName>style.visibility</p:attrName>
                                        </p:attrNameLst>
                                      </p:cBhvr>
                                      <p:to>
                                        <p:strVal val="hidden"/>
                                      </p:to>
                                    </p:set>
                                  </p:childTnLst>
                                </p:cTn>
                              </p:par>
                              <p:par>
                                <p:cTn id="1096" presetID="10" presetClass="exit" presetSubtype="0" fill="hold" grpId="1" nodeType="withEffect">
                                  <p:stCondLst>
                                    <p:cond delay="0"/>
                                  </p:stCondLst>
                                  <p:childTnLst>
                                    <p:animEffect transition="out" filter="fade">
                                      <p:cBhvr>
                                        <p:cTn id="1097" dur="300"/>
                                        <p:tgtEl>
                                          <p:spTgt spid="77"/>
                                        </p:tgtEl>
                                      </p:cBhvr>
                                    </p:animEffect>
                                    <p:set>
                                      <p:cBhvr>
                                        <p:cTn id="1098" dur="1" fill="hold">
                                          <p:stCondLst>
                                            <p:cond delay="299"/>
                                          </p:stCondLst>
                                        </p:cTn>
                                        <p:tgtEl>
                                          <p:spTgt spid="77"/>
                                        </p:tgtEl>
                                        <p:attrNameLst>
                                          <p:attrName>style.visibility</p:attrName>
                                        </p:attrNameLst>
                                      </p:cBhvr>
                                      <p:to>
                                        <p:strVal val="hidden"/>
                                      </p:to>
                                    </p:set>
                                  </p:childTnLst>
                                </p:cTn>
                              </p:par>
                              <p:par>
                                <p:cTn id="1099" presetID="10" presetClass="exit" presetSubtype="0" fill="hold" grpId="1" nodeType="withEffect">
                                  <p:stCondLst>
                                    <p:cond delay="0"/>
                                  </p:stCondLst>
                                  <p:childTnLst>
                                    <p:animEffect transition="out" filter="fade">
                                      <p:cBhvr>
                                        <p:cTn id="1100" dur="300"/>
                                        <p:tgtEl>
                                          <p:spTgt spid="78"/>
                                        </p:tgtEl>
                                      </p:cBhvr>
                                    </p:animEffect>
                                    <p:set>
                                      <p:cBhvr>
                                        <p:cTn id="1101" dur="1" fill="hold">
                                          <p:stCondLst>
                                            <p:cond delay="299"/>
                                          </p:stCondLst>
                                        </p:cTn>
                                        <p:tgtEl>
                                          <p:spTgt spid="78"/>
                                        </p:tgtEl>
                                        <p:attrNameLst>
                                          <p:attrName>style.visibility</p:attrName>
                                        </p:attrNameLst>
                                      </p:cBhvr>
                                      <p:to>
                                        <p:strVal val="hidden"/>
                                      </p:to>
                                    </p:set>
                                  </p:childTnLst>
                                </p:cTn>
                              </p:par>
                              <p:par>
                                <p:cTn id="1102" presetID="10" presetClass="exit" presetSubtype="0" fill="hold" grpId="1" nodeType="withEffect">
                                  <p:stCondLst>
                                    <p:cond delay="0"/>
                                  </p:stCondLst>
                                  <p:childTnLst>
                                    <p:animEffect transition="out" filter="fade">
                                      <p:cBhvr>
                                        <p:cTn id="1103" dur="300"/>
                                        <p:tgtEl>
                                          <p:spTgt spid="100"/>
                                        </p:tgtEl>
                                      </p:cBhvr>
                                    </p:animEffect>
                                    <p:set>
                                      <p:cBhvr>
                                        <p:cTn id="1104" dur="1" fill="hold">
                                          <p:stCondLst>
                                            <p:cond delay="299"/>
                                          </p:stCondLst>
                                        </p:cTn>
                                        <p:tgtEl>
                                          <p:spTgt spid="100"/>
                                        </p:tgtEl>
                                        <p:attrNameLst>
                                          <p:attrName>style.visibility</p:attrName>
                                        </p:attrNameLst>
                                      </p:cBhvr>
                                      <p:to>
                                        <p:strVal val="hidden"/>
                                      </p:to>
                                    </p:set>
                                  </p:childTnLst>
                                </p:cTn>
                              </p:par>
                              <p:par>
                                <p:cTn id="1105" presetID="10" presetClass="exit" presetSubtype="0" fill="hold" grpId="1" nodeType="withEffect">
                                  <p:stCondLst>
                                    <p:cond delay="0"/>
                                  </p:stCondLst>
                                  <p:childTnLst>
                                    <p:animEffect transition="out" filter="fade">
                                      <p:cBhvr>
                                        <p:cTn id="1106" dur="300"/>
                                        <p:tgtEl>
                                          <p:spTgt spid="101"/>
                                        </p:tgtEl>
                                      </p:cBhvr>
                                    </p:animEffect>
                                    <p:set>
                                      <p:cBhvr>
                                        <p:cTn id="1107" dur="1" fill="hold">
                                          <p:stCondLst>
                                            <p:cond delay="299"/>
                                          </p:stCondLst>
                                        </p:cTn>
                                        <p:tgtEl>
                                          <p:spTgt spid="101"/>
                                        </p:tgtEl>
                                        <p:attrNameLst>
                                          <p:attrName>style.visibility</p:attrName>
                                        </p:attrNameLst>
                                      </p:cBhvr>
                                      <p:to>
                                        <p:strVal val="hidden"/>
                                      </p:to>
                                    </p:set>
                                  </p:childTnLst>
                                </p:cTn>
                              </p:par>
                              <p:par>
                                <p:cTn id="1108" presetID="10" presetClass="exit" presetSubtype="0" fill="hold" grpId="1" nodeType="withEffect">
                                  <p:stCondLst>
                                    <p:cond delay="0"/>
                                  </p:stCondLst>
                                  <p:childTnLst>
                                    <p:animEffect transition="out" filter="fade">
                                      <p:cBhvr>
                                        <p:cTn id="1109" dur="300"/>
                                        <p:tgtEl>
                                          <p:spTgt spid="102"/>
                                        </p:tgtEl>
                                      </p:cBhvr>
                                    </p:animEffect>
                                    <p:set>
                                      <p:cBhvr>
                                        <p:cTn id="1110" dur="1" fill="hold">
                                          <p:stCondLst>
                                            <p:cond delay="299"/>
                                          </p:stCondLst>
                                        </p:cTn>
                                        <p:tgtEl>
                                          <p:spTgt spid="102"/>
                                        </p:tgtEl>
                                        <p:attrNameLst>
                                          <p:attrName>style.visibility</p:attrName>
                                        </p:attrNameLst>
                                      </p:cBhvr>
                                      <p:to>
                                        <p:strVal val="hidden"/>
                                      </p:to>
                                    </p:set>
                                  </p:childTnLst>
                                </p:cTn>
                              </p:par>
                              <p:par>
                                <p:cTn id="1111" presetID="10" presetClass="exit" presetSubtype="0" fill="hold" grpId="1" nodeType="withEffect">
                                  <p:stCondLst>
                                    <p:cond delay="0"/>
                                  </p:stCondLst>
                                  <p:childTnLst>
                                    <p:animEffect transition="out" filter="fade">
                                      <p:cBhvr>
                                        <p:cTn id="1112" dur="300"/>
                                        <p:tgtEl>
                                          <p:spTgt spid="103"/>
                                        </p:tgtEl>
                                      </p:cBhvr>
                                    </p:animEffect>
                                    <p:set>
                                      <p:cBhvr>
                                        <p:cTn id="1113" dur="1" fill="hold">
                                          <p:stCondLst>
                                            <p:cond delay="299"/>
                                          </p:stCondLst>
                                        </p:cTn>
                                        <p:tgtEl>
                                          <p:spTgt spid="103"/>
                                        </p:tgtEl>
                                        <p:attrNameLst>
                                          <p:attrName>style.visibility</p:attrName>
                                        </p:attrNameLst>
                                      </p:cBhvr>
                                      <p:to>
                                        <p:strVal val="hidden"/>
                                      </p:to>
                                    </p:set>
                                  </p:childTnLst>
                                </p:cTn>
                              </p:par>
                              <p:par>
                                <p:cTn id="1114" presetID="10" presetClass="exit" presetSubtype="0" fill="hold" grpId="1" nodeType="withEffect">
                                  <p:stCondLst>
                                    <p:cond delay="0"/>
                                  </p:stCondLst>
                                  <p:childTnLst>
                                    <p:animEffect transition="out" filter="fade">
                                      <p:cBhvr>
                                        <p:cTn id="1115" dur="300"/>
                                        <p:tgtEl>
                                          <p:spTgt spid="104"/>
                                        </p:tgtEl>
                                      </p:cBhvr>
                                    </p:animEffect>
                                    <p:set>
                                      <p:cBhvr>
                                        <p:cTn id="1116" dur="1" fill="hold">
                                          <p:stCondLst>
                                            <p:cond delay="299"/>
                                          </p:stCondLst>
                                        </p:cTn>
                                        <p:tgtEl>
                                          <p:spTgt spid="104"/>
                                        </p:tgtEl>
                                        <p:attrNameLst>
                                          <p:attrName>style.visibility</p:attrName>
                                        </p:attrNameLst>
                                      </p:cBhvr>
                                      <p:to>
                                        <p:strVal val="hidden"/>
                                      </p:to>
                                    </p:set>
                                  </p:childTnLst>
                                </p:cTn>
                              </p:par>
                              <p:par>
                                <p:cTn id="1117" presetID="10" presetClass="exit" presetSubtype="0" fill="hold" grpId="1" nodeType="withEffect">
                                  <p:stCondLst>
                                    <p:cond delay="0"/>
                                  </p:stCondLst>
                                  <p:childTnLst>
                                    <p:animEffect transition="out" filter="fade">
                                      <p:cBhvr>
                                        <p:cTn id="1118" dur="300"/>
                                        <p:tgtEl>
                                          <p:spTgt spid="127"/>
                                        </p:tgtEl>
                                      </p:cBhvr>
                                    </p:animEffect>
                                    <p:set>
                                      <p:cBhvr>
                                        <p:cTn id="1119" dur="1" fill="hold">
                                          <p:stCondLst>
                                            <p:cond delay="299"/>
                                          </p:stCondLst>
                                        </p:cTn>
                                        <p:tgtEl>
                                          <p:spTgt spid="127"/>
                                        </p:tgtEl>
                                        <p:attrNameLst>
                                          <p:attrName>style.visibility</p:attrName>
                                        </p:attrNameLst>
                                      </p:cBhvr>
                                      <p:to>
                                        <p:strVal val="hidden"/>
                                      </p:to>
                                    </p:set>
                                  </p:childTnLst>
                                </p:cTn>
                              </p:par>
                              <p:par>
                                <p:cTn id="1120" presetID="10" presetClass="exit" presetSubtype="0" fill="hold" grpId="1" nodeType="withEffect">
                                  <p:stCondLst>
                                    <p:cond delay="0"/>
                                  </p:stCondLst>
                                  <p:childTnLst>
                                    <p:animEffect transition="out" filter="fade">
                                      <p:cBhvr>
                                        <p:cTn id="1121" dur="300"/>
                                        <p:tgtEl>
                                          <p:spTgt spid="128"/>
                                        </p:tgtEl>
                                      </p:cBhvr>
                                    </p:animEffect>
                                    <p:set>
                                      <p:cBhvr>
                                        <p:cTn id="1122" dur="1" fill="hold">
                                          <p:stCondLst>
                                            <p:cond delay="299"/>
                                          </p:stCondLst>
                                        </p:cTn>
                                        <p:tgtEl>
                                          <p:spTgt spid="128"/>
                                        </p:tgtEl>
                                        <p:attrNameLst>
                                          <p:attrName>style.visibility</p:attrName>
                                        </p:attrNameLst>
                                      </p:cBhvr>
                                      <p:to>
                                        <p:strVal val="hidden"/>
                                      </p:to>
                                    </p:set>
                                  </p:childTnLst>
                                </p:cTn>
                              </p:par>
                              <p:par>
                                <p:cTn id="1123" presetID="10" presetClass="exit" presetSubtype="0" fill="hold" grpId="1" nodeType="withEffect">
                                  <p:stCondLst>
                                    <p:cond delay="0"/>
                                  </p:stCondLst>
                                  <p:childTnLst>
                                    <p:animEffect transition="out" filter="fade">
                                      <p:cBhvr>
                                        <p:cTn id="1124" dur="300"/>
                                        <p:tgtEl>
                                          <p:spTgt spid="129"/>
                                        </p:tgtEl>
                                      </p:cBhvr>
                                    </p:animEffect>
                                    <p:set>
                                      <p:cBhvr>
                                        <p:cTn id="1125" dur="1" fill="hold">
                                          <p:stCondLst>
                                            <p:cond delay="299"/>
                                          </p:stCondLst>
                                        </p:cTn>
                                        <p:tgtEl>
                                          <p:spTgt spid="129"/>
                                        </p:tgtEl>
                                        <p:attrNameLst>
                                          <p:attrName>style.visibility</p:attrName>
                                        </p:attrNameLst>
                                      </p:cBhvr>
                                      <p:to>
                                        <p:strVal val="hidden"/>
                                      </p:to>
                                    </p:set>
                                  </p:childTnLst>
                                </p:cTn>
                              </p:par>
                              <p:par>
                                <p:cTn id="1126" presetID="10" presetClass="exit" presetSubtype="0" fill="hold" grpId="1" nodeType="withEffect">
                                  <p:stCondLst>
                                    <p:cond delay="0"/>
                                  </p:stCondLst>
                                  <p:childTnLst>
                                    <p:animEffect transition="out" filter="fade">
                                      <p:cBhvr>
                                        <p:cTn id="1127" dur="300"/>
                                        <p:tgtEl>
                                          <p:spTgt spid="130"/>
                                        </p:tgtEl>
                                      </p:cBhvr>
                                    </p:animEffect>
                                    <p:set>
                                      <p:cBhvr>
                                        <p:cTn id="1128" dur="1" fill="hold">
                                          <p:stCondLst>
                                            <p:cond delay="299"/>
                                          </p:stCondLst>
                                        </p:cTn>
                                        <p:tgtEl>
                                          <p:spTgt spid="130"/>
                                        </p:tgtEl>
                                        <p:attrNameLst>
                                          <p:attrName>style.visibility</p:attrName>
                                        </p:attrNameLst>
                                      </p:cBhvr>
                                      <p:to>
                                        <p:strVal val="hidden"/>
                                      </p:to>
                                    </p:set>
                                  </p:childTnLst>
                                </p:cTn>
                              </p:par>
                              <p:par>
                                <p:cTn id="1129" presetID="10" presetClass="exit" presetSubtype="0" fill="hold" grpId="1" nodeType="withEffect">
                                  <p:stCondLst>
                                    <p:cond delay="0"/>
                                  </p:stCondLst>
                                  <p:childTnLst>
                                    <p:animEffect transition="out" filter="fade">
                                      <p:cBhvr>
                                        <p:cTn id="1130" dur="300"/>
                                        <p:tgtEl>
                                          <p:spTgt spid="131"/>
                                        </p:tgtEl>
                                      </p:cBhvr>
                                    </p:animEffect>
                                    <p:set>
                                      <p:cBhvr>
                                        <p:cTn id="1131" dur="1" fill="hold">
                                          <p:stCondLst>
                                            <p:cond delay="299"/>
                                          </p:stCondLst>
                                        </p:cTn>
                                        <p:tgtEl>
                                          <p:spTgt spid="131"/>
                                        </p:tgtEl>
                                        <p:attrNameLst>
                                          <p:attrName>style.visibility</p:attrName>
                                        </p:attrNameLst>
                                      </p:cBhvr>
                                      <p:to>
                                        <p:strVal val="hidden"/>
                                      </p:to>
                                    </p:set>
                                  </p:childTnLst>
                                </p:cTn>
                              </p:par>
                              <p:par>
                                <p:cTn id="1132" presetID="10" presetClass="exit" presetSubtype="0" fill="hold" grpId="1" nodeType="withEffect">
                                  <p:stCondLst>
                                    <p:cond delay="0"/>
                                  </p:stCondLst>
                                  <p:childTnLst>
                                    <p:animEffect transition="out" filter="fade">
                                      <p:cBhvr>
                                        <p:cTn id="1133" dur="300"/>
                                        <p:tgtEl>
                                          <p:spTgt spid="154"/>
                                        </p:tgtEl>
                                      </p:cBhvr>
                                    </p:animEffect>
                                    <p:set>
                                      <p:cBhvr>
                                        <p:cTn id="1134" dur="1" fill="hold">
                                          <p:stCondLst>
                                            <p:cond delay="299"/>
                                          </p:stCondLst>
                                        </p:cTn>
                                        <p:tgtEl>
                                          <p:spTgt spid="154"/>
                                        </p:tgtEl>
                                        <p:attrNameLst>
                                          <p:attrName>style.visibility</p:attrName>
                                        </p:attrNameLst>
                                      </p:cBhvr>
                                      <p:to>
                                        <p:strVal val="hidden"/>
                                      </p:to>
                                    </p:set>
                                  </p:childTnLst>
                                </p:cTn>
                              </p:par>
                              <p:par>
                                <p:cTn id="1135" presetID="10" presetClass="exit" presetSubtype="0" fill="hold" grpId="1" nodeType="withEffect">
                                  <p:stCondLst>
                                    <p:cond delay="0"/>
                                  </p:stCondLst>
                                  <p:childTnLst>
                                    <p:animEffect transition="out" filter="fade">
                                      <p:cBhvr>
                                        <p:cTn id="1136" dur="300"/>
                                        <p:tgtEl>
                                          <p:spTgt spid="155"/>
                                        </p:tgtEl>
                                      </p:cBhvr>
                                    </p:animEffect>
                                    <p:set>
                                      <p:cBhvr>
                                        <p:cTn id="1137" dur="1" fill="hold">
                                          <p:stCondLst>
                                            <p:cond delay="299"/>
                                          </p:stCondLst>
                                        </p:cTn>
                                        <p:tgtEl>
                                          <p:spTgt spid="155"/>
                                        </p:tgtEl>
                                        <p:attrNameLst>
                                          <p:attrName>style.visibility</p:attrName>
                                        </p:attrNameLst>
                                      </p:cBhvr>
                                      <p:to>
                                        <p:strVal val="hidden"/>
                                      </p:to>
                                    </p:set>
                                  </p:childTnLst>
                                </p:cTn>
                              </p:par>
                              <p:par>
                                <p:cTn id="1138" presetID="10" presetClass="exit" presetSubtype="0" fill="hold" grpId="1" nodeType="withEffect">
                                  <p:stCondLst>
                                    <p:cond delay="0"/>
                                  </p:stCondLst>
                                  <p:childTnLst>
                                    <p:animEffect transition="out" filter="fade">
                                      <p:cBhvr>
                                        <p:cTn id="1139" dur="300"/>
                                        <p:tgtEl>
                                          <p:spTgt spid="156"/>
                                        </p:tgtEl>
                                      </p:cBhvr>
                                    </p:animEffect>
                                    <p:set>
                                      <p:cBhvr>
                                        <p:cTn id="1140" dur="1" fill="hold">
                                          <p:stCondLst>
                                            <p:cond delay="299"/>
                                          </p:stCondLst>
                                        </p:cTn>
                                        <p:tgtEl>
                                          <p:spTgt spid="156"/>
                                        </p:tgtEl>
                                        <p:attrNameLst>
                                          <p:attrName>style.visibility</p:attrName>
                                        </p:attrNameLst>
                                      </p:cBhvr>
                                      <p:to>
                                        <p:strVal val="hidden"/>
                                      </p:to>
                                    </p:set>
                                  </p:childTnLst>
                                </p:cTn>
                              </p:par>
                              <p:par>
                                <p:cTn id="1141" presetID="10" presetClass="exit" presetSubtype="0" fill="hold" grpId="1" nodeType="withEffect">
                                  <p:stCondLst>
                                    <p:cond delay="0"/>
                                  </p:stCondLst>
                                  <p:childTnLst>
                                    <p:animEffect transition="out" filter="fade">
                                      <p:cBhvr>
                                        <p:cTn id="1142" dur="300"/>
                                        <p:tgtEl>
                                          <p:spTgt spid="157"/>
                                        </p:tgtEl>
                                      </p:cBhvr>
                                    </p:animEffect>
                                    <p:set>
                                      <p:cBhvr>
                                        <p:cTn id="1143" dur="1" fill="hold">
                                          <p:stCondLst>
                                            <p:cond delay="299"/>
                                          </p:stCondLst>
                                        </p:cTn>
                                        <p:tgtEl>
                                          <p:spTgt spid="157"/>
                                        </p:tgtEl>
                                        <p:attrNameLst>
                                          <p:attrName>style.visibility</p:attrName>
                                        </p:attrNameLst>
                                      </p:cBhvr>
                                      <p:to>
                                        <p:strVal val="hidden"/>
                                      </p:to>
                                    </p:set>
                                  </p:childTnLst>
                                </p:cTn>
                              </p:par>
                              <p:par>
                                <p:cTn id="1144" presetID="10" presetClass="exit" presetSubtype="0" fill="hold" grpId="1" nodeType="withEffect">
                                  <p:stCondLst>
                                    <p:cond delay="0"/>
                                  </p:stCondLst>
                                  <p:childTnLst>
                                    <p:animEffect transition="out" filter="fade">
                                      <p:cBhvr>
                                        <p:cTn id="1145" dur="300"/>
                                        <p:tgtEl>
                                          <p:spTgt spid="158"/>
                                        </p:tgtEl>
                                      </p:cBhvr>
                                    </p:animEffect>
                                    <p:set>
                                      <p:cBhvr>
                                        <p:cTn id="1146" dur="1" fill="hold">
                                          <p:stCondLst>
                                            <p:cond delay="299"/>
                                          </p:stCondLst>
                                        </p:cTn>
                                        <p:tgtEl>
                                          <p:spTgt spid="158"/>
                                        </p:tgtEl>
                                        <p:attrNameLst>
                                          <p:attrName>style.visibility</p:attrName>
                                        </p:attrNameLst>
                                      </p:cBhvr>
                                      <p:to>
                                        <p:strVal val="hidden"/>
                                      </p:to>
                                    </p:set>
                                  </p:childTnLst>
                                </p:cTn>
                              </p:par>
                              <p:par>
                                <p:cTn id="1147" presetID="10" presetClass="exit" presetSubtype="0" fill="hold" grpId="1" nodeType="withEffect">
                                  <p:stCondLst>
                                    <p:cond delay="0"/>
                                  </p:stCondLst>
                                  <p:childTnLst>
                                    <p:animEffect transition="out" filter="fade">
                                      <p:cBhvr>
                                        <p:cTn id="1148" dur="300"/>
                                        <p:tgtEl>
                                          <p:spTgt spid="179"/>
                                        </p:tgtEl>
                                      </p:cBhvr>
                                    </p:animEffect>
                                    <p:set>
                                      <p:cBhvr>
                                        <p:cTn id="1149" dur="1" fill="hold">
                                          <p:stCondLst>
                                            <p:cond delay="299"/>
                                          </p:stCondLst>
                                        </p:cTn>
                                        <p:tgtEl>
                                          <p:spTgt spid="179"/>
                                        </p:tgtEl>
                                        <p:attrNameLst>
                                          <p:attrName>style.visibility</p:attrName>
                                        </p:attrNameLst>
                                      </p:cBhvr>
                                      <p:to>
                                        <p:strVal val="hidden"/>
                                      </p:to>
                                    </p:set>
                                  </p:childTnLst>
                                </p:cTn>
                              </p:par>
                              <p:par>
                                <p:cTn id="1150" presetID="10" presetClass="exit" presetSubtype="0" fill="hold" grpId="1" nodeType="withEffect">
                                  <p:stCondLst>
                                    <p:cond delay="0"/>
                                  </p:stCondLst>
                                  <p:childTnLst>
                                    <p:animEffect transition="out" filter="fade">
                                      <p:cBhvr>
                                        <p:cTn id="1151" dur="300"/>
                                        <p:tgtEl>
                                          <p:spTgt spid="180"/>
                                        </p:tgtEl>
                                      </p:cBhvr>
                                    </p:animEffect>
                                    <p:set>
                                      <p:cBhvr>
                                        <p:cTn id="1152" dur="1" fill="hold">
                                          <p:stCondLst>
                                            <p:cond delay="299"/>
                                          </p:stCondLst>
                                        </p:cTn>
                                        <p:tgtEl>
                                          <p:spTgt spid="180"/>
                                        </p:tgtEl>
                                        <p:attrNameLst>
                                          <p:attrName>style.visibility</p:attrName>
                                        </p:attrNameLst>
                                      </p:cBhvr>
                                      <p:to>
                                        <p:strVal val="hidden"/>
                                      </p:to>
                                    </p:set>
                                  </p:childTnLst>
                                </p:cTn>
                              </p:par>
                              <p:par>
                                <p:cTn id="1153" presetID="10" presetClass="exit" presetSubtype="0" fill="hold" grpId="1" nodeType="withEffect">
                                  <p:stCondLst>
                                    <p:cond delay="0"/>
                                  </p:stCondLst>
                                  <p:childTnLst>
                                    <p:animEffect transition="out" filter="fade">
                                      <p:cBhvr>
                                        <p:cTn id="1154" dur="300"/>
                                        <p:tgtEl>
                                          <p:spTgt spid="181"/>
                                        </p:tgtEl>
                                      </p:cBhvr>
                                    </p:animEffect>
                                    <p:set>
                                      <p:cBhvr>
                                        <p:cTn id="1155" dur="1" fill="hold">
                                          <p:stCondLst>
                                            <p:cond delay="299"/>
                                          </p:stCondLst>
                                        </p:cTn>
                                        <p:tgtEl>
                                          <p:spTgt spid="181"/>
                                        </p:tgtEl>
                                        <p:attrNameLst>
                                          <p:attrName>style.visibility</p:attrName>
                                        </p:attrNameLst>
                                      </p:cBhvr>
                                      <p:to>
                                        <p:strVal val="hidden"/>
                                      </p:to>
                                    </p:set>
                                  </p:childTnLst>
                                </p:cTn>
                              </p:par>
                              <p:par>
                                <p:cTn id="1156" presetID="10" presetClass="exit" presetSubtype="0" fill="hold" grpId="1" nodeType="withEffect">
                                  <p:stCondLst>
                                    <p:cond delay="0"/>
                                  </p:stCondLst>
                                  <p:childTnLst>
                                    <p:animEffect transition="out" filter="fade">
                                      <p:cBhvr>
                                        <p:cTn id="1157" dur="300"/>
                                        <p:tgtEl>
                                          <p:spTgt spid="182"/>
                                        </p:tgtEl>
                                      </p:cBhvr>
                                    </p:animEffect>
                                    <p:set>
                                      <p:cBhvr>
                                        <p:cTn id="1158" dur="1" fill="hold">
                                          <p:stCondLst>
                                            <p:cond delay="299"/>
                                          </p:stCondLst>
                                        </p:cTn>
                                        <p:tgtEl>
                                          <p:spTgt spid="182"/>
                                        </p:tgtEl>
                                        <p:attrNameLst>
                                          <p:attrName>style.visibility</p:attrName>
                                        </p:attrNameLst>
                                      </p:cBhvr>
                                      <p:to>
                                        <p:strVal val="hidden"/>
                                      </p:to>
                                    </p:set>
                                  </p:childTnLst>
                                </p:cTn>
                              </p:par>
                              <p:par>
                                <p:cTn id="1159" presetID="10" presetClass="exit" presetSubtype="0" fill="hold" grpId="1" nodeType="withEffect">
                                  <p:stCondLst>
                                    <p:cond delay="0"/>
                                  </p:stCondLst>
                                  <p:childTnLst>
                                    <p:animEffect transition="out" filter="fade">
                                      <p:cBhvr>
                                        <p:cTn id="1160" dur="300"/>
                                        <p:tgtEl>
                                          <p:spTgt spid="183"/>
                                        </p:tgtEl>
                                      </p:cBhvr>
                                    </p:animEffect>
                                    <p:set>
                                      <p:cBhvr>
                                        <p:cTn id="1161" dur="1" fill="hold">
                                          <p:stCondLst>
                                            <p:cond delay="299"/>
                                          </p:stCondLst>
                                        </p:cTn>
                                        <p:tgtEl>
                                          <p:spTgt spid="183"/>
                                        </p:tgtEl>
                                        <p:attrNameLst>
                                          <p:attrName>style.visibility</p:attrName>
                                        </p:attrNameLst>
                                      </p:cBhvr>
                                      <p:to>
                                        <p:strVal val="hidden"/>
                                      </p:to>
                                    </p:set>
                                  </p:childTnLst>
                                </p:cTn>
                              </p:par>
                              <p:par>
                                <p:cTn id="1162" presetID="10" presetClass="exit" presetSubtype="0" fill="hold" grpId="1" nodeType="withEffect">
                                  <p:stCondLst>
                                    <p:cond delay="0"/>
                                  </p:stCondLst>
                                  <p:childTnLst>
                                    <p:animEffect transition="out" filter="fade">
                                      <p:cBhvr>
                                        <p:cTn id="1163" dur="300"/>
                                        <p:tgtEl>
                                          <p:spTgt spid="203"/>
                                        </p:tgtEl>
                                      </p:cBhvr>
                                    </p:animEffect>
                                    <p:set>
                                      <p:cBhvr>
                                        <p:cTn id="1164" dur="1" fill="hold">
                                          <p:stCondLst>
                                            <p:cond delay="299"/>
                                          </p:stCondLst>
                                        </p:cTn>
                                        <p:tgtEl>
                                          <p:spTgt spid="203"/>
                                        </p:tgtEl>
                                        <p:attrNameLst>
                                          <p:attrName>style.visibility</p:attrName>
                                        </p:attrNameLst>
                                      </p:cBhvr>
                                      <p:to>
                                        <p:strVal val="hidden"/>
                                      </p:to>
                                    </p:set>
                                  </p:childTnLst>
                                </p:cTn>
                              </p:par>
                              <p:par>
                                <p:cTn id="1165" presetID="10" presetClass="exit" presetSubtype="0" fill="hold" grpId="1" nodeType="withEffect">
                                  <p:stCondLst>
                                    <p:cond delay="0"/>
                                  </p:stCondLst>
                                  <p:childTnLst>
                                    <p:animEffect transition="out" filter="fade">
                                      <p:cBhvr>
                                        <p:cTn id="1166" dur="300"/>
                                        <p:tgtEl>
                                          <p:spTgt spid="204"/>
                                        </p:tgtEl>
                                      </p:cBhvr>
                                    </p:animEffect>
                                    <p:set>
                                      <p:cBhvr>
                                        <p:cTn id="1167" dur="1" fill="hold">
                                          <p:stCondLst>
                                            <p:cond delay="299"/>
                                          </p:stCondLst>
                                        </p:cTn>
                                        <p:tgtEl>
                                          <p:spTgt spid="204"/>
                                        </p:tgtEl>
                                        <p:attrNameLst>
                                          <p:attrName>style.visibility</p:attrName>
                                        </p:attrNameLst>
                                      </p:cBhvr>
                                      <p:to>
                                        <p:strVal val="hidden"/>
                                      </p:to>
                                    </p:set>
                                  </p:childTnLst>
                                </p:cTn>
                              </p:par>
                              <p:par>
                                <p:cTn id="1168" presetID="10" presetClass="exit" presetSubtype="0" fill="hold" grpId="1" nodeType="withEffect">
                                  <p:stCondLst>
                                    <p:cond delay="0"/>
                                  </p:stCondLst>
                                  <p:childTnLst>
                                    <p:animEffect transition="out" filter="fade">
                                      <p:cBhvr>
                                        <p:cTn id="1169" dur="300"/>
                                        <p:tgtEl>
                                          <p:spTgt spid="205"/>
                                        </p:tgtEl>
                                      </p:cBhvr>
                                    </p:animEffect>
                                    <p:set>
                                      <p:cBhvr>
                                        <p:cTn id="1170" dur="1" fill="hold">
                                          <p:stCondLst>
                                            <p:cond delay="299"/>
                                          </p:stCondLst>
                                        </p:cTn>
                                        <p:tgtEl>
                                          <p:spTgt spid="205"/>
                                        </p:tgtEl>
                                        <p:attrNameLst>
                                          <p:attrName>style.visibility</p:attrName>
                                        </p:attrNameLst>
                                      </p:cBhvr>
                                      <p:to>
                                        <p:strVal val="hidden"/>
                                      </p:to>
                                    </p:set>
                                  </p:childTnLst>
                                </p:cTn>
                              </p:par>
                              <p:par>
                                <p:cTn id="1171" presetID="10" presetClass="exit" presetSubtype="0" fill="hold" grpId="1" nodeType="withEffect">
                                  <p:stCondLst>
                                    <p:cond delay="0"/>
                                  </p:stCondLst>
                                  <p:childTnLst>
                                    <p:animEffect transition="out" filter="fade">
                                      <p:cBhvr>
                                        <p:cTn id="1172" dur="300"/>
                                        <p:tgtEl>
                                          <p:spTgt spid="206"/>
                                        </p:tgtEl>
                                      </p:cBhvr>
                                    </p:animEffect>
                                    <p:set>
                                      <p:cBhvr>
                                        <p:cTn id="1173" dur="1" fill="hold">
                                          <p:stCondLst>
                                            <p:cond delay="299"/>
                                          </p:stCondLst>
                                        </p:cTn>
                                        <p:tgtEl>
                                          <p:spTgt spid="206"/>
                                        </p:tgtEl>
                                        <p:attrNameLst>
                                          <p:attrName>style.visibility</p:attrName>
                                        </p:attrNameLst>
                                      </p:cBhvr>
                                      <p:to>
                                        <p:strVal val="hidden"/>
                                      </p:to>
                                    </p:set>
                                  </p:childTnLst>
                                </p:cTn>
                              </p:par>
                              <p:par>
                                <p:cTn id="1174" presetID="10" presetClass="exit" presetSubtype="0" fill="hold" grpId="1" nodeType="withEffect">
                                  <p:stCondLst>
                                    <p:cond delay="0"/>
                                  </p:stCondLst>
                                  <p:childTnLst>
                                    <p:animEffect transition="out" filter="fade">
                                      <p:cBhvr>
                                        <p:cTn id="1175" dur="300"/>
                                        <p:tgtEl>
                                          <p:spTgt spid="207"/>
                                        </p:tgtEl>
                                      </p:cBhvr>
                                    </p:animEffect>
                                    <p:set>
                                      <p:cBhvr>
                                        <p:cTn id="1176" dur="1" fill="hold">
                                          <p:stCondLst>
                                            <p:cond delay="299"/>
                                          </p:stCondLst>
                                        </p:cTn>
                                        <p:tgtEl>
                                          <p:spTgt spid="207"/>
                                        </p:tgtEl>
                                        <p:attrNameLst>
                                          <p:attrName>style.visibility</p:attrName>
                                        </p:attrNameLst>
                                      </p:cBhvr>
                                      <p:to>
                                        <p:strVal val="hidden"/>
                                      </p:to>
                                    </p:set>
                                  </p:childTnLst>
                                </p:cTn>
                              </p:par>
                              <p:par>
                                <p:cTn id="1177" presetID="10" presetClass="exit" presetSubtype="0" fill="hold" grpId="1" nodeType="withEffect">
                                  <p:stCondLst>
                                    <p:cond delay="0"/>
                                  </p:stCondLst>
                                  <p:childTnLst>
                                    <p:animEffect transition="out" filter="fade">
                                      <p:cBhvr>
                                        <p:cTn id="1178" dur="300"/>
                                        <p:tgtEl>
                                          <p:spTgt spid="364"/>
                                        </p:tgtEl>
                                      </p:cBhvr>
                                    </p:animEffect>
                                    <p:set>
                                      <p:cBhvr>
                                        <p:cTn id="1179" dur="1" fill="hold">
                                          <p:stCondLst>
                                            <p:cond delay="299"/>
                                          </p:stCondLst>
                                        </p:cTn>
                                        <p:tgtEl>
                                          <p:spTgt spid="364"/>
                                        </p:tgtEl>
                                        <p:attrNameLst>
                                          <p:attrName>style.visibility</p:attrName>
                                        </p:attrNameLst>
                                      </p:cBhvr>
                                      <p:to>
                                        <p:strVal val="hidden"/>
                                      </p:to>
                                    </p:set>
                                  </p:childTnLst>
                                </p:cTn>
                              </p:par>
                              <p:par>
                                <p:cTn id="1180" presetID="10" presetClass="exit" presetSubtype="0" fill="hold" grpId="1" nodeType="withEffect">
                                  <p:stCondLst>
                                    <p:cond delay="0"/>
                                  </p:stCondLst>
                                  <p:childTnLst>
                                    <p:animEffect transition="out" filter="fade">
                                      <p:cBhvr>
                                        <p:cTn id="1181" dur="300"/>
                                        <p:tgtEl>
                                          <p:spTgt spid="365"/>
                                        </p:tgtEl>
                                      </p:cBhvr>
                                    </p:animEffect>
                                    <p:set>
                                      <p:cBhvr>
                                        <p:cTn id="1182" dur="1" fill="hold">
                                          <p:stCondLst>
                                            <p:cond delay="299"/>
                                          </p:stCondLst>
                                        </p:cTn>
                                        <p:tgtEl>
                                          <p:spTgt spid="365"/>
                                        </p:tgtEl>
                                        <p:attrNameLst>
                                          <p:attrName>style.visibility</p:attrName>
                                        </p:attrNameLst>
                                      </p:cBhvr>
                                      <p:to>
                                        <p:strVal val="hidden"/>
                                      </p:to>
                                    </p:set>
                                  </p:childTnLst>
                                </p:cTn>
                              </p:par>
                              <p:par>
                                <p:cTn id="1183" presetID="10" presetClass="exit" presetSubtype="0" fill="hold" grpId="1" nodeType="withEffect">
                                  <p:stCondLst>
                                    <p:cond delay="0"/>
                                  </p:stCondLst>
                                  <p:childTnLst>
                                    <p:animEffect transition="out" filter="fade">
                                      <p:cBhvr>
                                        <p:cTn id="1184" dur="300"/>
                                        <p:tgtEl>
                                          <p:spTgt spid="366"/>
                                        </p:tgtEl>
                                      </p:cBhvr>
                                    </p:animEffect>
                                    <p:set>
                                      <p:cBhvr>
                                        <p:cTn id="1185" dur="1" fill="hold">
                                          <p:stCondLst>
                                            <p:cond delay="299"/>
                                          </p:stCondLst>
                                        </p:cTn>
                                        <p:tgtEl>
                                          <p:spTgt spid="366"/>
                                        </p:tgtEl>
                                        <p:attrNameLst>
                                          <p:attrName>style.visibility</p:attrName>
                                        </p:attrNameLst>
                                      </p:cBhvr>
                                      <p:to>
                                        <p:strVal val="hidden"/>
                                      </p:to>
                                    </p:set>
                                  </p:childTnLst>
                                </p:cTn>
                              </p:par>
                              <p:par>
                                <p:cTn id="1186" presetID="10" presetClass="exit" presetSubtype="0" fill="hold" grpId="1" nodeType="withEffect">
                                  <p:stCondLst>
                                    <p:cond delay="0"/>
                                  </p:stCondLst>
                                  <p:childTnLst>
                                    <p:animEffect transition="out" filter="fade">
                                      <p:cBhvr>
                                        <p:cTn id="1187" dur="300"/>
                                        <p:tgtEl>
                                          <p:spTgt spid="367"/>
                                        </p:tgtEl>
                                      </p:cBhvr>
                                    </p:animEffect>
                                    <p:set>
                                      <p:cBhvr>
                                        <p:cTn id="1188" dur="1" fill="hold">
                                          <p:stCondLst>
                                            <p:cond delay="299"/>
                                          </p:stCondLst>
                                        </p:cTn>
                                        <p:tgtEl>
                                          <p:spTgt spid="367"/>
                                        </p:tgtEl>
                                        <p:attrNameLst>
                                          <p:attrName>style.visibility</p:attrName>
                                        </p:attrNameLst>
                                      </p:cBhvr>
                                      <p:to>
                                        <p:strVal val="hidden"/>
                                      </p:to>
                                    </p:set>
                                  </p:childTnLst>
                                </p:cTn>
                              </p:par>
                              <p:par>
                                <p:cTn id="1189" presetID="10" presetClass="exit" presetSubtype="0" fill="hold" grpId="1" nodeType="withEffect">
                                  <p:stCondLst>
                                    <p:cond delay="0"/>
                                  </p:stCondLst>
                                  <p:childTnLst>
                                    <p:animEffect transition="out" filter="fade">
                                      <p:cBhvr>
                                        <p:cTn id="1190" dur="300"/>
                                        <p:tgtEl>
                                          <p:spTgt spid="368"/>
                                        </p:tgtEl>
                                      </p:cBhvr>
                                    </p:animEffect>
                                    <p:set>
                                      <p:cBhvr>
                                        <p:cTn id="1191" dur="1" fill="hold">
                                          <p:stCondLst>
                                            <p:cond delay="299"/>
                                          </p:stCondLst>
                                        </p:cTn>
                                        <p:tgtEl>
                                          <p:spTgt spid="368"/>
                                        </p:tgtEl>
                                        <p:attrNameLst>
                                          <p:attrName>style.visibility</p:attrName>
                                        </p:attrNameLst>
                                      </p:cBhvr>
                                      <p:to>
                                        <p:strVal val="hidden"/>
                                      </p:to>
                                    </p:set>
                                  </p:childTnLst>
                                </p:cTn>
                              </p:par>
                              <p:par>
                                <p:cTn id="1192" presetID="10" presetClass="exit" presetSubtype="0" fill="hold" grpId="1" nodeType="withEffect">
                                  <p:stCondLst>
                                    <p:cond delay="0"/>
                                  </p:stCondLst>
                                  <p:childTnLst>
                                    <p:animEffect transition="out" filter="fade">
                                      <p:cBhvr>
                                        <p:cTn id="1193" dur="300"/>
                                        <p:tgtEl>
                                          <p:spTgt spid="390"/>
                                        </p:tgtEl>
                                      </p:cBhvr>
                                    </p:animEffect>
                                    <p:set>
                                      <p:cBhvr>
                                        <p:cTn id="1194" dur="1" fill="hold">
                                          <p:stCondLst>
                                            <p:cond delay="299"/>
                                          </p:stCondLst>
                                        </p:cTn>
                                        <p:tgtEl>
                                          <p:spTgt spid="390"/>
                                        </p:tgtEl>
                                        <p:attrNameLst>
                                          <p:attrName>style.visibility</p:attrName>
                                        </p:attrNameLst>
                                      </p:cBhvr>
                                      <p:to>
                                        <p:strVal val="hidden"/>
                                      </p:to>
                                    </p:set>
                                  </p:childTnLst>
                                </p:cTn>
                              </p:par>
                              <p:par>
                                <p:cTn id="1195" presetID="10" presetClass="exit" presetSubtype="0" fill="hold" grpId="1" nodeType="withEffect">
                                  <p:stCondLst>
                                    <p:cond delay="0"/>
                                  </p:stCondLst>
                                  <p:childTnLst>
                                    <p:animEffect transition="out" filter="fade">
                                      <p:cBhvr>
                                        <p:cTn id="1196" dur="300"/>
                                        <p:tgtEl>
                                          <p:spTgt spid="391"/>
                                        </p:tgtEl>
                                      </p:cBhvr>
                                    </p:animEffect>
                                    <p:set>
                                      <p:cBhvr>
                                        <p:cTn id="1197" dur="1" fill="hold">
                                          <p:stCondLst>
                                            <p:cond delay="299"/>
                                          </p:stCondLst>
                                        </p:cTn>
                                        <p:tgtEl>
                                          <p:spTgt spid="391"/>
                                        </p:tgtEl>
                                        <p:attrNameLst>
                                          <p:attrName>style.visibility</p:attrName>
                                        </p:attrNameLst>
                                      </p:cBhvr>
                                      <p:to>
                                        <p:strVal val="hidden"/>
                                      </p:to>
                                    </p:set>
                                  </p:childTnLst>
                                </p:cTn>
                              </p:par>
                              <p:par>
                                <p:cTn id="1198" presetID="10" presetClass="exit" presetSubtype="0" fill="hold" grpId="1" nodeType="withEffect">
                                  <p:stCondLst>
                                    <p:cond delay="0"/>
                                  </p:stCondLst>
                                  <p:childTnLst>
                                    <p:animEffect transition="out" filter="fade">
                                      <p:cBhvr>
                                        <p:cTn id="1199" dur="300"/>
                                        <p:tgtEl>
                                          <p:spTgt spid="392"/>
                                        </p:tgtEl>
                                      </p:cBhvr>
                                    </p:animEffect>
                                    <p:set>
                                      <p:cBhvr>
                                        <p:cTn id="1200" dur="1" fill="hold">
                                          <p:stCondLst>
                                            <p:cond delay="299"/>
                                          </p:stCondLst>
                                        </p:cTn>
                                        <p:tgtEl>
                                          <p:spTgt spid="392"/>
                                        </p:tgtEl>
                                        <p:attrNameLst>
                                          <p:attrName>style.visibility</p:attrName>
                                        </p:attrNameLst>
                                      </p:cBhvr>
                                      <p:to>
                                        <p:strVal val="hidden"/>
                                      </p:to>
                                    </p:set>
                                  </p:childTnLst>
                                </p:cTn>
                              </p:par>
                              <p:par>
                                <p:cTn id="1201" presetID="10" presetClass="exit" presetSubtype="0" fill="hold" grpId="1" nodeType="withEffect">
                                  <p:stCondLst>
                                    <p:cond delay="0"/>
                                  </p:stCondLst>
                                  <p:childTnLst>
                                    <p:animEffect transition="out" filter="fade">
                                      <p:cBhvr>
                                        <p:cTn id="1202" dur="300"/>
                                        <p:tgtEl>
                                          <p:spTgt spid="393"/>
                                        </p:tgtEl>
                                      </p:cBhvr>
                                    </p:animEffect>
                                    <p:set>
                                      <p:cBhvr>
                                        <p:cTn id="1203" dur="1" fill="hold">
                                          <p:stCondLst>
                                            <p:cond delay="299"/>
                                          </p:stCondLst>
                                        </p:cTn>
                                        <p:tgtEl>
                                          <p:spTgt spid="393"/>
                                        </p:tgtEl>
                                        <p:attrNameLst>
                                          <p:attrName>style.visibility</p:attrName>
                                        </p:attrNameLst>
                                      </p:cBhvr>
                                      <p:to>
                                        <p:strVal val="hidden"/>
                                      </p:to>
                                    </p:set>
                                  </p:childTnLst>
                                </p:cTn>
                              </p:par>
                              <p:par>
                                <p:cTn id="1204" presetID="10" presetClass="exit" presetSubtype="0" fill="hold" grpId="1" nodeType="withEffect">
                                  <p:stCondLst>
                                    <p:cond delay="0"/>
                                  </p:stCondLst>
                                  <p:childTnLst>
                                    <p:animEffect transition="out" filter="fade">
                                      <p:cBhvr>
                                        <p:cTn id="1205" dur="300"/>
                                        <p:tgtEl>
                                          <p:spTgt spid="394"/>
                                        </p:tgtEl>
                                      </p:cBhvr>
                                    </p:animEffect>
                                    <p:set>
                                      <p:cBhvr>
                                        <p:cTn id="1206" dur="1" fill="hold">
                                          <p:stCondLst>
                                            <p:cond delay="299"/>
                                          </p:stCondLst>
                                        </p:cTn>
                                        <p:tgtEl>
                                          <p:spTgt spid="394"/>
                                        </p:tgtEl>
                                        <p:attrNameLst>
                                          <p:attrName>style.visibility</p:attrName>
                                        </p:attrNameLst>
                                      </p:cBhvr>
                                      <p:to>
                                        <p:strVal val="hidden"/>
                                      </p:to>
                                    </p:set>
                                  </p:childTnLst>
                                </p:cTn>
                              </p:par>
                              <p:par>
                                <p:cTn id="1207" presetID="10" presetClass="exit" presetSubtype="0" fill="hold" grpId="1" nodeType="withEffect">
                                  <p:stCondLst>
                                    <p:cond delay="0"/>
                                  </p:stCondLst>
                                  <p:childTnLst>
                                    <p:animEffect transition="out" filter="fade">
                                      <p:cBhvr>
                                        <p:cTn id="1208" dur="300"/>
                                        <p:tgtEl>
                                          <p:spTgt spid="447"/>
                                        </p:tgtEl>
                                      </p:cBhvr>
                                    </p:animEffect>
                                    <p:set>
                                      <p:cBhvr>
                                        <p:cTn id="1209" dur="1" fill="hold">
                                          <p:stCondLst>
                                            <p:cond delay="299"/>
                                          </p:stCondLst>
                                        </p:cTn>
                                        <p:tgtEl>
                                          <p:spTgt spid="447"/>
                                        </p:tgtEl>
                                        <p:attrNameLst>
                                          <p:attrName>style.visibility</p:attrName>
                                        </p:attrNameLst>
                                      </p:cBhvr>
                                      <p:to>
                                        <p:strVal val="hidden"/>
                                      </p:to>
                                    </p:set>
                                  </p:childTnLst>
                                </p:cTn>
                              </p:par>
                              <p:par>
                                <p:cTn id="1210" presetID="10" presetClass="exit" presetSubtype="0" fill="hold" grpId="1" nodeType="withEffect">
                                  <p:stCondLst>
                                    <p:cond delay="0"/>
                                  </p:stCondLst>
                                  <p:childTnLst>
                                    <p:animEffect transition="out" filter="fade">
                                      <p:cBhvr>
                                        <p:cTn id="1211" dur="300"/>
                                        <p:tgtEl>
                                          <p:spTgt spid="448"/>
                                        </p:tgtEl>
                                      </p:cBhvr>
                                    </p:animEffect>
                                    <p:set>
                                      <p:cBhvr>
                                        <p:cTn id="1212" dur="1" fill="hold">
                                          <p:stCondLst>
                                            <p:cond delay="299"/>
                                          </p:stCondLst>
                                        </p:cTn>
                                        <p:tgtEl>
                                          <p:spTgt spid="448"/>
                                        </p:tgtEl>
                                        <p:attrNameLst>
                                          <p:attrName>style.visibility</p:attrName>
                                        </p:attrNameLst>
                                      </p:cBhvr>
                                      <p:to>
                                        <p:strVal val="hidden"/>
                                      </p:to>
                                    </p:set>
                                  </p:childTnLst>
                                </p:cTn>
                              </p:par>
                              <p:par>
                                <p:cTn id="1213" presetID="10" presetClass="exit" presetSubtype="0" fill="hold" grpId="1" nodeType="withEffect">
                                  <p:stCondLst>
                                    <p:cond delay="0"/>
                                  </p:stCondLst>
                                  <p:childTnLst>
                                    <p:animEffect transition="out" filter="fade">
                                      <p:cBhvr>
                                        <p:cTn id="1214" dur="300"/>
                                        <p:tgtEl>
                                          <p:spTgt spid="449"/>
                                        </p:tgtEl>
                                      </p:cBhvr>
                                    </p:animEffect>
                                    <p:set>
                                      <p:cBhvr>
                                        <p:cTn id="1215" dur="1" fill="hold">
                                          <p:stCondLst>
                                            <p:cond delay="299"/>
                                          </p:stCondLst>
                                        </p:cTn>
                                        <p:tgtEl>
                                          <p:spTgt spid="449"/>
                                        </p:tgtEl>
                                        <p:attrNameLst>
                                          <p:attrName>style.visibility</p:attrName>
                                        </p:attrNameLst>
                                      </p:cBhvr>
                                      <p:to>
                                        <p:strVal val="hidden"/>
                                      </p:to>
                                    </p:set>
                                  </p:childTnLst>
                                </p:cTn>
                              </p:par>
                              <p:par>
                                <p:cTn id="1216" presetID="10" presetClass="exit" presetSubtype="0" fill="hold" grpId="1" nodeType="withEffect">
                                  <p:stCondLst>
                                    <p:cond delay="0"/>
                                  </p:stCondLst>
                                  <p:childTnLst>
                                    <p:animEffect transition="out" filter="fade">
                                      <p:cBhvr>
                                        <p:cTn id="1217" dur="300"/>
                                        <p:tgtEl>
                                          <p:spTgt spid="450"/>
                                        </p:tgtEl>
                                      </p:cBhvr>
                                    </p:animEffect>
                                    <p:set>
                                      <p:cBhvr>
                                        <p:cTn id="1218" dur="1" fill="hold">
                                          <p:stCondLst>
                                            <p:cond delay="299"/>
                                          </p:stCondLst>
                                        </p:cTn>
                                        <p:tgtEl>
                                          <p:spTgt spid="450"/>
                                        </p:tgtEl>
                                        <p:attrNameLst>
                                          <p:attrName>style.visibility</p:attrName>
                                        </p:attrNameLst>
                                      </p:cBhvr>
                                      <p:to>
                                        <p:strVal val="hidden"/>
                                      </p:to>
                                    </p:set>
                                  </p:childTnLst>
                                </p:cTn>
                              </p:par>
                              <p:par>
                                <p:cTn id="1219" presetID="10" presetClass="exit" presetSubtype="0" fill="hold" grpId="1" nodeType="withEffect">
                                  <p:stCondLst>
                                    <p:cond delay="0"/>
                                  </p:stCondLst>
                                  <p:childTnLst>
                                    <p:animEffect transition="out" filter="fade">
                                      <p:cBhvr>
                                        <p:cTn id="1220" dur="300"/>
                                        <p:tgtEl>
                                          <p:spTgt spid="451"/>
                                        </p:tgtEl>
                                      </p:cBhvr>
                                    </p:animEffect>
                                    <p:set>
                                      <p:cBhvr>
                                        <p:cTn id="1221" dur="1" fill="hold">
                                          <p:stCondLst>
                                            <p:cond delay="299"/>
                                          </p:stCondLst>
                                        </p:cTn>
                                        <p:tgtEl>
                                          <p:spTgt spid="451"/>
                                        </p:tgtEl>
                                        <p:attrNameLst>
                                          <p:attrName>style.visibility</p:attrName>
                                        </p:attrNameLst>
                                      </p:cBhvr>
                                      <p:to>
                                        <p:strVal val="hidden"/>
                                      </p:to>
                                    </p:set>
                                  </p:childTnLst>
                                </p:cTn>
                              </p:par>
                              <p:par>
                                <p:cTn id="1222" presetID="10" presetClass="exit" presetSubtype="0" fill="hold" grpId="1" nodeType="withEffect">
                                  <p:stCondLst>
                                    <p:cond delay="0"/>
                                  </p:stCondLst>
                                  <p:childTnLst>
                                    <p:animEffect transition="out" filter="fade">
                                      <p:cBhvr>
                                        <p:cTn id="1223" dur="300"/>
                                        <p:tgtEl>
                                          <p:spTgt spid="452"/>
                                        </p:tgtEl>
                                      </p:cBhvr>
                                    </p:animEffect>
                                    <p:set>
                                      <p:cBhvr>
                                        <p:cTn id="1224" dur="1" fill="hold">
                                          <p:stCondLst>
                                            <p:cond delay="299"/>
                                          </p:stCondLst>
                                        </p:cTn>
                                        <p:tgtEl>
                                          <p:spTgt spid="452"/>
                                        </p:tgtEl>
                                        <p:attrNameLst>
                                          <p:attrName>style.visibility</p:attrName>
                                        </p:attrNameLst>
                                      </p:cBhvr>
                                      <p:to>
                                        <p:strVal val="hidden"/>
                                      </p:to>
                                    </p:set>
                                  </p:childTnLst>
                                </p:cTn>
                              </p:par>
                              <p:par>
                                <p:cTn id="1225" presetID="10" presetClass="exit" presetSubtype="0" fill="hold" grpId="1" nodeType="withEffect">
                                  <p:stCondLst>
                                    <p:cond delay="0"/>
                                  </p:stCondLst>
                                  <p:childTnLst>
                                    <p:animEffect transition="out" filter="fade">
                                      <p:cBhvr>
                                        <p:cTn id="1226" dur="300"/>
                                        <p:tgtEl>
                                          <p:spTgt spid="453"/>
                                        </p:tgtEl>
                                      </p:cBhvr>
                                    </p:animEffect>
                                    <p:set>
                                      <p:cBhvr>
                                        <p:cTn id="1227" dur="1" fill="hold">
                                          <p:stCondLst>
                                            <p:cond delay="299"/>
                                          </p:stCondLst>
                                        </p:cTn>
                                        <p:tgtEl>
                                          <p:spTgt spid="453"/>
                                        </p:tgtEl>
                                        <p:attrNameLst>
                                          <p:attrName>style.visibility</p:attrName>
                                        </p:attrNameLst>
                                      </p:cBhvr>
                                      <p:to>
                                        <p:strVal val="hidden"/>
                                      </p:to>
                                    </p:set>
                                  </p:childTnLst>
                                </p:cTn>
                              </p:par>
                              <p:par>
                                <p:cTn id="1228" presetID="10" presetClass="exit" presetSubtype="0" fill="hold" grpId="1" nodeType="withEffect">
                                  <p:stCondLst>
                                    <p:cond delay="0"/>
                                  </p:stCondLst>
                                  <p:childTnLst>
                                    <p:animEffect transition="out" filter="fade">
                                      <p:cBhvr>
                                        <p:cTn id="1229" dur="300"/>
                                        <p:tgtEl>
                                          <p:spTgt spid="454"/>
                                        </p:tgtEl>
                                      </p:cBhvr>
                                    </p:animEffect>
                                    <p:set>
                                      <p:cBhvr>
                                        <p:cTn id="1230" dur="1" fill="hold">
                                          <p:stCondLst>
                                            <p:cond delay="299"/>
                                          </p:stCondLst>
                                        </p:cTn>
                                        <p:tgtEl>
                                          <p:spTgt spid="454"/>
                                        </p:tgtEl>
                                        <p:attrNameLst>
                                          <p:attrName>style.visibility</p:attrName>
                                        </p:attrNameLst>
                                      </p:cBhvr>
                                      <p:to>
                                        <p:strVal val="hidden"/>
                                      </p:to>
                                    </p:set>
                                  </p:childTnLst>
                                </p:cTn>
                              </p:par>
                              <p:par>
                                <p:cTn id="1231" presetID="10" presetClass="exit" presetSubtype="0" fill="hold" grpId="0" nodeType="withEffect">
                                  <p:stCondLst>
                                    <p:cond delay="0"/>
                                  </p:stCondLst>
                                  <p:childTnLst>
                                    <p:animEffect transition="out" filter="fade">
                                      <p:cBhvr>
                                        <p:cTn id="1232" dur="420"/>
                                        <p:tgtEl>
                                          <p:spTgt spid="65"/>
                                        </p:tgtEl>
                                      </p:cBhvr>
                                    </p:animEffect>
                                    <p:set>
                                      <p:cBhvr>
                                        <p:cTn id="1233" dur="1" fill="hold">
                                          <p:stCondLst>
                                            <p:cond delay="419"/>
                                          </p:stCondLst>
                                        </p:cTn>
                                        <p:tgtEl>
                                          <p:spTgt spid="65"/>
                                        </p:tgtEl>
                                        <p:attrNameLst>
                                          <p:attrName>style.visibility</p:attrName>
                                        </p:attrNameLst>
                                      </p:cBhvr>
                                      <p:to>
                                        <p:strVal val="hidden"/>
                                      </p:to>
                                    </p:set>
                                  </p:childTnLst>
                                </p:cTn>
                              </p:par>
                              <p:par>
                                <p:cTn id="1234" presetID="10" presetClass="exit" presetSubtype="0" fill="hold" grpId="0" nodeType="withEffect">
                                  <p:stCondLst>
                                    <p:cond delay="0"/>
                                  </p:stCondLst>
                                  <p:childTnLst>
                                    <p:animEffect transition="out" filter="fade">
                                      <p:cBhvr>
                                        <p:cTn id="1235" dur="420"/>
                                        <p:tgtEl>
                                          <p:spTgt spid="66"/>
                                        </p:tgtEl>
                                      </p:cBhvr>
                                    </p:animEffect>
                                    <p:set>
                                      <p:cBhvr>
                                        <p:cTn id="1236" dur="1" fill="hold">
                                          <p:stCondLst>
                                            <p:cond delay="419"/>
                                          </p:stCondLst>
                                        </p:cTn>
                                        <p:tgtEl>
                                          <p:spTgt spid="66"/>
                                        </p:tgtEl>
                                        <p:attrNameLst>
                                          <p:attrName>style.visibility</p:attrName>
                                        </p:attrNameLst>
                                      </p:cBhvr>
                                      <p:to>
                                        <p:strVal val="hidden"/>
                                      </p:to>
                                    </p:set>
                                  </p:childTnLst>
                                </p:cTn>
                              </p:par>
                              <p:par>
                                <p:cTn id="1237" presetID="10" presetClass="exit" presetSubtype="0" fill="hold" grpId="0" nodeType="withEffect">
                                  <p:stCondLst>
                                    <p:cond delay="0"/>
                                  </p:stCondLst>
                                  <p:childTnLst>
                                    <p:animEffect transition="out" filter="fade">
                                      <p:cBhvr>
                                        <p:cTn id="1238" dur="420"/>
                                        <p:tgtEl>
                                          <p:spTgt spid="67"/>
                                        </p:tgtEl>
                                      </p:cBhvr>
                                    </p:animEffect>
                                    <p:set>
                                      <p:cBhvr>
                                        <p:cTn id="1239" dur="1" fill="hold">
                                          <p:stCondLst>
                                            <p:cond delay="419"/>
                                          </p:stCondLst>
                                        </p:cTn>
                                        <p:tgtEl>
                                          <p:spTgt spid="67"/>
                                        </p:tgtEl>
                                        <p:attrNameLst>
                                          <p:attrName>style.visibility</p:attrName>
                                        </p:attrNameLst>
                                      </p:cBhvr>
                                      <p:to>
                                        <p:strVal val="hidden"/>
                                      </p:to>
                                    </p:set>
                                  </p:childTnLst>
                                </p:cTn>
                              </p:par>
                              <p:par>
                                <p:cTn id="1240" presetID="10" presetClass="exit" presetSubtype="0" fill="hold" grpId="0" nodeType="withEffect">
                                  <p:stCondLst>
                                    <p:cond delay="0"/>
                                  </p:stCondLst>
                                  <p:childTnLst>
                                    <p:animEffect transition="out" filter="fade">
                                      <p:cBhvr>
                                        <p:cTn id="1241" dur="420"/>
                                        <p:tgtEl>
                                          <p:spTgt spid="68"/>
                                        </p:tgtEl>
                                      </p:cBhvr>
                                    </p:animEffect>
                                    <p:set>
                                      <p:cBhvr>
                                        <p:cTn id="1242" dur="1" fill="hold">
                                          <p:stCondLst>
                                            <p:cond delay="419"/>
                                          </p:stCondLst>
                                        </p:cTn>
                                        <p:tgtEl>
                                          <p:spTgt spid="68"/>
                                        </p:tgtEl>
                                        <p:attrNameLst>
                                          <p:attrName>style.visibility</p:attrName>
                                        </p:attrNameLst>
                                      </p:cBhvr>
                                      <p:to>
                                        <p:strVal val="hidden"/>
                                      </p:to>
                                    </p:set>
                                  </p:childTnLst>
                                </p:cTn>
                              </p:par>
                              <p:par>
                                <p:cTn id="1243" presetID="10" presetClass="exit" presetSubtype="0" fill="hold" grpId="0" nodeType="withEffect">
                                  <p:stCondLst>
                                    <p:cond delay="0"/>
                                  </p:stCondLst>
                                  <p:childTnLst>
                                    <p:animEffect transition="out" filter="fade">
                                      <p:cBhvr>
                                        <p:cTn id="1244" dur="420"/>
                                        <p:tgtEl>
                                          <p:spTgt spid="69"/>
                                        </p:tgtEl>
                                      </p:cBhvr>
                                    </p:animEffect>
                                    <p:set>
                                      <p:cBhvr>
                                        <p:cTn id="1245" dur="1" fill="hold">
                                          <p:stCondLst>
                                            <p:cond delay="419"/>
                                          </p:stCondLst>
                                        </p:cTn>
                                        <p:tgtEl>
                                          <p:spTgt spid="69"/>
                                        </p:tgtEl>
                                        <p:attrNameLst>
                                          <p:attrName>style.visibility</p:attrName>
                                        </p:attrNameLst>
                                      </p:cBhvr>
                                      <p:to>
                                        <p:strVal val="hidden"/>
                                      </p:to>
                                    </p:set>
                                  </p:childTnLst>
                                </p:cTn>
                              </p:par>
                              <p:par>
                                <p:cTn id="1246" presetID="10" presetClass="exit" presetSubtype="0" fill="hold" grpId="0" nodeType="withEffect">
                                  <p:stCondLst>
                                    <p:cond delay="0"/>
                                  </p:stCondLst>
                                  <p:childTnLst>
                                    <p:animEffect transition="out" filter="fade">
                                      <p:cBhvr>
                                        <p:cTn id="1247" dur="420"/>
                                        <p:tgtEl>
                                          <p:spTgt spid="70"/>
                                        </p:tgtEl>
                                      </p:cBhvr>
                                    </p:animEffect>
                                    <p:set>
                                      <p:cBhvr>
                                        <p:cTn id="1248" dur="1" fill="hold">
                                          <p:stCondLst>
                                            <p:cond delay="419"/>
                                          </p:stCondLst>
                                        </p:cTn>
                                        <p:tgtEl>
                                          <p:spTgt spid="70"/>
                                        </p:tgtEl>
                                        <p:attrNameLst>
                                          <p:attrName>style.visibility</p:attrName>
                                        </p:attrNameLst>
                                      </p:cBhvr>
                                      <p:to>
                                        <p:strVal val="hidden"/>
                                      </p:to>
                                    </p:set>
                                  </p:childTnLst>
                                </p:cTn>
                              </p:par>
                              <p:par>
                                <p:cTn id="1249" presetID="10" presetClass="exit" presetSubtype="0" fill="hold" grpId="0" nodeType="withEffect">
                                  <p:stCondLst>
                                    <p:cond delay="0"/>
                                  </p:stCondLst>
                                  <p:childTnLst>
                                    <p:animEffect transition="out" filter="fade">
                                      <p:cBhvr>
                                        <p:cTn id="1250" dur="420"/>
                                        <p:tgtEl>
                                          <p:spTgt spid="71"/>
                                        </p:tgtEl>
                                      </p:cBhvr>
                                    </p:animEffect>
                                    <p:set>
                                      <p:cBhvr>
                                        <p:cTn id="1251" dur="1" fill="hold">
                                          <p:stCondLst>
                                            <p:cond delay="419"/>
                                          </p:stCondLst>
                                        </p:cTn>
                                        <p:tgtEl>
                                          <p:spTgt spid="71"/>
                                        </p:tgtEl>
                                        <p:attrNameLst>
                                          <p:attrName>style.visibility</p:attrName>
                                        </p:attrNameLst>
                                      </p:cBhvr>
                                      <p:to>
                                        <p:strVal val="hidden"/>
                                      </p:to>
                                    </p:set>
                                  </p:childTnLst>
                                </p:cTn>
                              </p:par>
                              <p:par>
                                <p:cTn id="1252" presetID="10" presetClass="exit" presetSubtype="0" fill="hold" grpId="0" nodeType="withEffect">
                                  <p:stCondLst>
                                    <p:cond delay="0"/>
                                  </p:stCondLst>
                                  <p:childTnLst>
                                    <p:animEffect transition="out" filter="fade">
                                      <p:cBhvr>
                                        <p:cTn id="1253" dur="420"/>
                                        <p:tgtEl>
                                          <p:spTgt spid="72"/>
                                        </p:tgtEl>
                                      </p:cBhvr>
                                    </p:animEffect>
                                    <p:set>
                                      <p:cBhvr>
                                        <p:cTn id="1254" dur="1" fill="hold">
                                          <p:stCondLst>
                                            <p:cond delay="419"/>
                                          </p:stCondLst>
                                        </p:cTn>
                                        <p:tgtEl>
                                          <p:spTgt spid="72"/>
                                        </p:tgtEl>
                                        <p:attrNameLst>
                                          <p:attrName>style.visibility</p:attrName>
                                        </p:attrNameLst>
                                      </p:cBhvr>
                                      <p:to>
                                        <p:strVal val="hidden"/>
                                      </p:to>
                                    </p:set>
                                  </p:childTnLst>
                                </p:cTn>
                              </p:par>
                              <p:par>
                                <p:cTn id="1255" presetID="10" presetClass="exit" presetSubtype="0" fill="hold" grpId="0" nodeType="withEffect">
                                  <p:stCondLst>
                                    <p:cond delay="0"/>
                                  </p:stCondLst>
                                  <p:childTnLst>
                                    <p:animEffect transition="out" filter="fade">
                                      <p:cBhvr>
                                        <p:cTn id="1256" dur="420"/>
                                        <p:tgtEl>
                                          <p:spTgt spid="73"/>
                                        </p:tgtEl>
                                      </p:cBhvr>
                                    </p:animEffect>
                                    <p:set>
                                      <p:cBhvr>
                                        <p:cTn id="1257" dur="1" fill="hold">
                                          <p:stCondLst>
                                            <p:cond delay="419"/>
                                          </p:stCondLst>
                                        </p:cTn>
                                        <p:tgtEl>
                                          <p:spTgt spid="73"/>
                                        </p:tgtEl>
                                        <p:attrNameLst>
                                          <p:attrName>style.visibility</p:attrName>
                                        </p:attrNameLst>
                                      </p:cBhvr>
                                      <p:to>
                                        <p:strVal val="hidden"/>
                                      </p:to>
                                    </p:set>
                                  </p:childTnLst>
                                </p:cTn>
                              </p:par>
                              <p:par>
                                <p:cTn id="1258" presetID="10" presetClass="exit" presetSubtype="0" fill="hold" grpId="0" nodeType="withEffect">
                                  <p:stCondLst>
                                    <p:cond delay="0"/>
                                  </p:stCondLst>
                                  <p:childTnLst>
                                    <p:animEffect transition="out" filter="fade">
                                      <p:cBhvr>
                                        <p:cTn id="1259" dur="420"/>
                                        <p:tgtEl>
                                          <p:spTgt spid="74"/>
                                        </p:tgtEl>
                                      </p:cBhvr>
                                    </p:animEffect>
                                    <p:set>
                                      <p:cBhvr>
                                        <p:cTn id="1260" dur="1" fill="hold">
                                          <p:stCondLst>
                                            <p:cond delay="419"/>
                                          </p:stCondLst>
                                        </p:cTn>
                                        <p:tgtEl>
                                          <p:spTgt spid="74"/>
                                        </p:tgtEl>
                                        <p:attrNameLst>
                                          <p:attrName>style.visibility</p:attrName>
                                        </p:attrNameLst>
                                      </p:cBhvr>
                                      <p:to>
                                        <p:strVal val="hidden"/>
                                      </p:to>
                                    </p:set>
                                  </p:childTnLst>
                                </p:cTn>
                              </p:par>
                              <p:par>
                                <p:cTn id="1261" presetID="10" presetClass="exit" presetSubtype="0" fill="hold" grpId="0" nodeType="withEffect">
                                  <p:stCondLst>
                                    <p:cond delay="0"/>
                                  </p:stCondLst>
                                  <p:childTnLst>
                                    <p:animEffect transition="out" filter="fade">
                                      <p:cBhvr>
                                        <p:cTn id="1262" dur="420"/>
                                        <p:tgtEl>
                                          <p:spTgt spid="75"/>
                                        </p:tgtEl>
                                      </p:cBhvr>
                                    </p:animEffect>
                                    <p:set>
                                      <p:cBhvr>
                                        <p:cTn id="1263" dur="1" fill="hold">
                                          <p:stCondLst>
                                            <p:cond delay="419"/>
                                          </p:stCondLst>
                                        </p:cTn>
                                        <p:tgtEl>
                                          <p:spTgt spid="75"/>
                                        </p:tgtEl>
                                        <p:attrNameLst>
                                          <p:attrName>style.visibility</p:attrName>
                                        </p:attrNameLst>
                                      </p:cBhvr>
                                      <p:to>
                                        <p:strVal val="hidden"/>
                                      </p:to>
                                    </p:set>
                                  </p:childTnLst>
                                </p:cTn>
                              </p:par>
                              <p:par>
                                <p:cTn id="1264" presetID="10" presetClass="exit" presetSubtype="0" fill="hold" grpId="1" nodeType="withEffect">
                                  <p:stCondLst>
                                    <p:cond delay="0"/>
                                  </p:stCondLst>
                                  <p:childTnLst>
                                    <p:animEffect transition="out" filter="fade">
                                      <p:cBhvr>
                                        <p:cTn id="1265" dur="420"/>
                                        <p:tgtEl>
                                          <p:spTgt spid="79"/>
                                        </p:tgtEl>
                                      </p:cBhvr>
                                    </p:animEffect>
                                    <p:set>
                                      <p:cBhvr>
                                        <p:cTn id="1266" dur="1" fill="hold">
                                          <p:stCondLst>
                                            <p:cond delay="419"/>
                                          </p:stCondLst>
                                        </p:cTn>
                                        <p:tgtEl>
                                          <p:spTgt spid="79"/>
                                        </p:tgtEl>
                                        <p:attrNameLst>
                                          <p:attrName>style.visibility</p:attrName>
                                        </p:attrNameLst>
                                      </p:cBhvr>
                                      <p:to>
                                        <p:strVal val="hidden"/>
                                      </p:to>
                                    </p:set>
                                  </p:childTnLst>
                                </p:cTn>
                              </p:par>
                              <p:par>
                                <p:cTn id="1267" presetID="10" presetClass="exit" presetSubtype="0" fill="hold" grpId="1" nodeType="withEffect">
                                  <p:stCondLst>
                                    <p:cond delay="0"/>
                                  </p:stCondLst>
                                  <p:childTnLst>
                                    <p:animEffect transition="out" filter="fade">
                                      <p:cBhvr>
                                        <p:cTn id="1268" dur="420"/>
                                        <p:tgtEl>
                                          <p:spTgt spid="80"/>
                                        </p:tgtEl>
                                      </p:cBhvr>
                                    </p:animEffect>
                                    <p:set>
                                      <p:cBhvr>
                                        <p:cTn id="1269" dur="1" fill="hold">
                                          <p:stCondLst>
                                            <p:cond delay="419"/>
                                          </p:stCondLst>
                                        </p:cTn>
                                        <p:tgtEl>
                                          <p:spTgt spid="80"/>
                                        </p:tgtEl>
                                        <p:attrNameLst>
                                          <p:attrName>style.visibility</p:attrName>
                                        </p:attrNameLst>
                                      </p:cBhvr>
                                      <p:to>
                                        <p:strVal val="hidden"/>
                                      </p:to>
                                    </p:set>
                                  </p:childTnLst>
                                </p:cTn>
                              </p:par>
                              <p:par>
                                <p:cTn id="1270" presetID="10" presetClass="exit" presetSubtype="0" fill="hold" grpId="1" nodeType="withEffect">
                                  <p:stCondLst>
                                    <p:cond delay="0"/>
                                  </p:stCondLst>
                                  <p:childTnLst>
                                    <p:animEffect transition="out" filter="fade">
                                      <p:cBhvr>
                                        <p:cTn id="1271" dur="420"/>
                                        <p:tgtEl>
                                          <p:spTgt spid="81"/>
                                        </p:tgtEl>
                                      </p:cBhvr>
                                    </p:animEffect>
                                    <p:set>
                                      <p:cBhvr>
                                        <p:cTn id="1272" dur="1" fill="hold">
                                          <p:stCondLst>
                                            <p:cond delay="419"/>
                                          </p:stCondLst>
                                        </p:cTn>
                                        <p:tgtEl>
                                          <p:spTgt spid="81"/>
                                        </p:tgtEl>
                                        <p:attrNameLst>
                                          <p:attrName>style.visibility</p:attrName>
                                        </p:attrNameLst>
                                      </p:cBhvr>
                                      <p:to>
                                        <p:strVal val="hidden"/>
                                      </p:to>
                                    </p:set>
                                  </p:childTnLst>
                                </p:cTn>
                              </p:par>
                              <p:par>
                                <p:cTn id="1273" presetID="10" presetClass="exit" presetSubtype="0" fill="hold" grpId="1" nodeType="withEffect">
                                  <p:stCondLst>
                                    <p:cond delay="0"/>
                                  </p:stCondLst>
                                  <p:childTnLst>
                                    <p:animEffect transition="out" filter="fade">
                                      <p:cBhvr>
                                        <p:cTn id="1274" dur="420"/>
                                        <p:tgtEl>
                                          <p:spTgt spid="82"/>
                                        </p:tgtEl>
                                      </p:cBhvr>
                                    </p:animEffect>
                                    <p:set>
                                      <p:cBhvr>
                                        <p:cTn id="1275" dur="1" fill="hold">
                                          <p:stCondLst>
                                            <p:cond delay="419"/>
                                          </p:stCondLst>
                                        </p:cTn>
                                        <p:tgtEl>
                                          <p:spTgt spid="82"/>
                                        </p:tgtEl>
                                        <p:attrNameLst>
                                          <p:attrName>style.visibility</p:attrName>
                                        </p:attrNameLst>
                                      </p:cBhvr>
                                      <p:to>
                                        <p:strVal val="hidden"/>
                                      </p:to>
                                    </p:set>
                                  </p:childTnLst>
                                </p:cTn>
                              </p:par>
                              <p:par>
                                <p:cTn id="1276" presetID="10" presetClass="exit" presetSubtype="0" fill="hold" grpId="1" nodeType="withEffect">
                                  <p:stCondLst>
                                    <p:cond delay="0"/>
                                  </p:stCondLst>
                                  <p:childTnLst>
                                    <p:animEffect transition="out" filter="fade">
                                      <p:cBhvr>
                                        <p:cTn id="1277" dur="420"/>
                                        <p:tgtEl>
                                          <p:spTgt spid="83"/>
                                        </p:tgtEl>
                                      </p:cBhvr>
                                    </p:animEffect>
                                    <p:set>
                                      <p:cBhvr>
                                        <p:cTn id="1278" dur="1" fill="hold">
                                          <p:stCondLst>
                                            <p:cond delay="419"/>
                                          </p:stCondLst>
                                        </p:cTn>
                                        <p:tgtEl>
                                          <p:spTgt spid="83"/>
                                        </p:tgtEl>
                                        <p:attrNameLst>
                                          <p:attrName>style.visibility</p:attrName>
                                        </p:attrNameLst>
                                      </p:cBhvr>
                                      <p:to>
                                        <p:strVal val="hidden"/>
                                      </p:to>
                                    </p:set>
                                  </p:childTnLst>
                                </p:cTn>
                              </p:par>
                              <p:par>
                                <p:cTn id="1279" presetID="10" presetClass="exit" presetSubtype="0" fill="hold" grpId="1" nodeType="withEffect">
                                  <p:stCondLst>
                                    <p:cond delay="0"/>
                                  </p:stCondLst>
                                  <p:childTnLst>
                                    <p:animEffect transition="out" filter="fade">
                                      <p:cBhvr>
                                        <p:cTn id="1280" dur="420"/>
                                        <p:tgtEl>
                                          <p:spTgt spid="84"/>
                                        </p:tgtEl>
                                      </p:cBhvr>
                                    </p:animEffect>
                                    <p:set>
                                      <p:cBhvr>
                                        <p:cTn id="1281" dur="1" fill="hold">
                                          <p:stCondLst>
                                            <p:cond delay="419"/>
                                          </p:stCondLst>
                                        </p:cTn>
                                        <p:tgtEl>
                                          <p:spTgt spid="84"/>
                                        </p:tgtEl>
                                        <p:attrNameLst>
                                          <p:attrName>style.visibility</p:attrName>
                                        </p:attrNameLst>
                                      </p:cBhvr>
                                      <p:to>
                                        <p:strVal val="hidden"/>
                                      </p:to>
                                    </p:set>
                                  </p:childTnLst>
                                </p:cTn>
                              </p:par>
                              <p:par>
                                <p:cTn id="1282" presetID="10" presetClass="exit" presetSubtype="0" fill="hold" grpId="1" nodeType="withEffect">
                                  <p:stCondLst>
                                    <p:cond delay="0"/>
                                  </p:stCondLst>
                                  <p:childTnLst>
                                    <p:animEffect transition="out" filter="fade">
                                      <p:cBhvr>
                                        <p:cTn id="1283" dur="420"/>
                                        <p:tgtEl>
                                          <p:spTgt spid="85"/>
                                        </p:tgtEl>
                                      </p:cBhvr>
                                    </p:animEffect>
                                    <p:set>
                                      <p:cBhvr>
                                        <p:cTn id="1284" dur="1" fill="hold">
                                          <p:stCondLst>
                                            <p:cond delay="419"/>
                                          </p:stCondLst>
                                        </p:cTn>
                                        <p:tgtEl>
                                          <p:spTgt spid="85"/>
                                        </p:tgtEl>
                                        <p:attrNameLst>
                                          <p:attrName>style.visibility</p:attrName>
                                        </p:attrNameLst>
                                      </p:cBhvr>
                                      <p:to>
                                        <p:strVal val="hidden"/>
                                      </p:to>
                                    </p:set>
                                  </p:childTnLst>
                                </p:cTn>
                              </p:par>
                              <p:par>
                                <p:cTn id="1285" presetID="10" presetClass="exit" presetSubtype="0" fill="hold" grpId="1" nodeType="withEffect">
                                  <p:stCondLst>
                                    <p:cond delay="0"/>
                                  </p:stCondLst>
                                  <p:childTnLst>
                                    <p:animEffect transition="out" filter="fade">
                                      <p:cBhvr>
                                        <p:cTn id="1286" dur="420"/>
                                        <p:tgtEl>
                                          <p:spTgt spid="86"/>
                                        </p:tgtEl>
                                      </p:cBhvr>
                                    </p:animEffect>
                                    <p:set>
                                      <p:cBhvr>
                                        <p:cTn id="1287" dur="1" fill="hold">
                                          <p:stCondLst>
                                            <p:cond delay="419"/>
                                          </p:stCondLst>
                                        </p:cTn>
                                        <p:tgtEl>
                                          <p:spTgt spid="86"/>
                                        </p:tgtEl>
                                        <p:attrNameLst>
                                          <p:attrName>style.visibility</p:attrName>
                                        </p:attrNameLst>
                                      </p:cBhvr>
                                      <p:to>
                                        <p:strVal val="hidden"/>
                                      </p:to>
                                    </p:set>
                                  </p:childTnLst>
                                </p:cTn>
                              </p:par>
                              <p:par>
                                <p:cTn id="1288" presetID="10" presetClass="exit" presetSubtype="0" fill="hold" grpId="1" nodeType="withEffect">
                                  <p:stCondLst>
                                    <p:cond delay="0"/>
                                  </p:stCondLst>
                                  <p:childTnLst>
                                    <p:animEffect transition="out" filter="fade">
                                      <p:cBhvr>
                                        <p:cTn id="1289" dur="420"/>
                                        <p:tgtEl>
                                          <p:spTgt spid="87"/>
                                        </p:tgtEl>
                                      </p:cBhvr>
                                    </p:animEffect>
                                    <p:set>
                                      <p:cBhvr>
                                        <p:cTn id="1290" dur="1" fill="hold">
                                          <p:stCondLst>
                                            <p:cond delay="419"/>
                                          </p:stCondLst>
                                        </p:cTn>
                                        <p:tgtEl>
                                          <p:spTgt spid="87"/>
                                        </p:tgtEl>
                                        <p:attrNameLst>
                                          <p:attrName>style.visibility</p:attrName>
                                        </p:attrNameLst>
                                      </p:cBhvr>
                                      <p:to>
                                        <p:strVal val="hidden"/>
                                      </p:to>
                                    </p:set>
                                  </p:childTnLst>
                                </p:cTn>
                              </p:par>
                              <p:par>
                                <p:cTn id="1291" presetID="10" presetClass="exit" presetSubtype="0" fill="hold" grpId="1" nodeType="withEffect">
                                  <p:stCondLst>
                                    <p:cond delay="0"/>
                                  </p:stCondLst>
                                  <p:childTnLst>
                                    <p:animEffect transition="out" filter="fade">
                                      <p:cBhvr>
                                        <p:cTn id="1292" dur="420"/>
                                        <p:tgtEl>
                                          <p:spTgt spid="88"/>
                                        </p:tgtEl>
                                      </p:cBhvr>
                                    </p:animEffect>
                                    <p:set>
                                      <p:cBhvr>
                                        <p:cTn id="1293" dur="1" fill="hold">
                                          <p:stCondLst>
                                            <p:cond delay="419"/>
                                          </p:stCondLst>
                                        </p:cTn>
                                        <p:tgtEl>
                                          <p:spTgt spid="88"/>
                                        </p:tgtEl>
                                        <p:attrNameLst>
                                          <p:attrName>style.visibility</p:attrName>
                                        </p:attrNameLst>
                                      </p:cBhvr>
                                      <p:to>
                                        <p:strVal val="hidden"/>
                                      </p:to>
                                    </p:set>
                                  </p:childTnLst>
                                </p:cTn>
                              </p:par>
                              <p:par>
                                <p:cTn id="1294" presetID="10" presetClass="exit" presetSubtype="0" fill="hold" grpId="1" nodeType="withEffect">
                                  <p:stCondLst>
                                    <p:cond delay="0"/>
                                  </p:stCondLst>
                                  <p:childTnLst>
                                    <p:animEffect transition="out" filter="fade">
                                      <p:cBhvr>
                                        <p:cTn id="1295" dur="420"/>
                                        <p:tgtEl>
                                          <p:spTgt spid="89"/>
                                        </p:tgtEl>
                                      </p:cBhvr>
                                    </p:animEffect>
                                    <p:set>
                                      <p:cBhvr>
                                        <p:cTn id="1296" dur="1" fill="hold">
                                          <p:stCondLst>
                                            <p:cond delay="419"/>
                                          </p:stCondLst>
                                        </p:cTn>
                                        <p:tgtEl>
                                          <p:spTgt spid="89"/>
                                        </p:tgtEl>
                                        <p:attrNameLst>
                                          <p:attrName>style.visibility</p:attrName>
                                        </p:attrNameLst>
                                      </p:cBhvr>
                                      <p:to>
                                        <p:strVal val="hidden"/>
                                      </p:to>
                                    </p:set>
                                  </p:childTnLst>
                                </p:cTn>
                              </p:par>
                              <p:par>
                                <p:cTn id="1297" presetID="10" presetClass="exit" presetSubtype="0" fill="hold" grpId="1" nodeType="withEffect">
                                  <p:stCondLst>
                                    <p:cond delay="0"/>
                                  </p:stCondLst>
                                  <p:childTnLst>
                                    <p:animEffect transition="out" filter="fade">
                                      <p:cBhvr>
                                        <p:cTn id="1298" dur="420"/>
                                        <p:tgtEl>
                                          <p:spTgt spid="90"/>
                                        </p:tgtEl>
                                      </p:cBhvr>
                                    </p:animEffect>
                                    <p:set>
                                      <p:cBhvr>
                                        <p:cTn id="1299" dur="1" fill="hold">
                                          <p:stCondLst>
                                            <p:cond delay="419"/>
                                          </p:stCondLst>
                                        </p:cTn>
                                        <p:tgtEl>
                                          <p:spTgt spid="90"/>
                                        </p:tgtEl>
                                        <p:attrNameLst>
                                          <p:attrName>style.visibility</p:attrName>
                                        </p:attrNameLst>
                                      </p:cBhvr>
                                      <p:to>
                                        <p:strVal val="hidden"/>
                                      </p:to>
                                    </p:set>
                                  </p:childTnLst>
                                </p:cTn>
                              </p:par>
                              <p:par>
                                <p:cTn id="1300" presetID="10" presetClass="exit" presetSubtype="0" fill="hold" grpId="1" nodeType="withEffect">
                                  <p:stCondLst>
                                    <p:cond delay="0"/>
                                  </p:stCondLst>
                                  <p:childTnLst>
                                    <p:animEffect transition="out" filter="fade">
                                      <p:cBhvr>
                                        <p:cTn id="1301" dur="420"/>
                                        <p:tgtEl>
                                          <p:spTgt spid="91"/>
                                        </p:tgtEl>
                                      </p:cBhvr>
                                    </p:animEffect>
                                    <p:set>
                                      <p:cBhvr>
                                        <p:cTn id="1302" dur="1" fill="hold">
                                          <p:stCondLst>
                                            <p:cond delay="419"/>
                                          </p:stCondLst>
                                        </p:cTn>
                                        <p:tgtEl>
                                          <p:spTgt spid="91"/>
                                        </p:tgtEl>
                                        <p:attrNameLst>
                                          <p:attrName>style.visibility</p:attrName>
                                        </p:attrNameLst>
                                      </p:cBhvr>
                                      <p:to>
                                        <p:strVal val="hidden"/>
                                      </p:to>
                                    </p:set>
                                  </p:childTnLst>
                                </p:cTn>
                              </p:par>
                              <p:par>
                                <p:cTn id="1303" presetID="10" presetClass="exit" presetSubtype="0" fill="hold" grpId="1" nodeType="withEffect">
                                  <p:stCondLst>
                                    <p:cond delay="0"/>
                                  </p:stCondLst>
                                  <p:childTnLst>
                                    <p:animEffect transition="out" filter="fade">
                                      <p:cBhvr>
                                        <p:cTn id="1304" dur="420"/>
                                        <p:tgtEl>
                                          <p:spTgt spid="92"/>
                                        </p:tgtEl>
                                      </p:cBhvr>
                                    </p:animEffect>
                                    <p:set>
                                      <p:cBhvr>
                                        <p:cTn id="1305" dur="1" fill="hold">
                                          <p:stCondLst>
                                            <p:cond delay="419"/>
                                          </p:stCondLst>
                                        </p:cTn>
                                        <p:tgtEl>
                                          <p:spTgt spid="92"/>
                                        </p:tgtEl>
                                        <p:attrNameLst>
                                          <p:attrName>style.visibility</p:attrName>
                                        </p:attrNameLst>
                                      </p:cBhvr>
                                      <p:to>
                                        <p:strVal val="hidden"/>
                                      </p:to>
                                    </p:set>
                                  </p:childTnLst>
                                </p:cTn>
                              </p:par>
                              <p:par>
                                <p:cTn id="1306" presetID="10" presetClass="exit" presetSubtype="0" fill="hold" grpId="1" nodeType="withEffect">
                                  <p:stCondLst>
                                    <p:cond delay="0"/>
                                  </p:stCondLst>
                                  <p:childTnLst>
                                    <p:animEffect transition="out" filter="fade">
                                      <p:cBhvr>
                                        <p:cTn id="1307" dur="420"/>
                                        <p:tgtEl>
                                          <p:spTgt spid="93"/>
                                        </p:tgtEl>
                                      </p:cBhvr>
                                    </p:animEffect>
                                    <p:set>
                                      <p:cBhvr>
                                        <p:cTn id="1308" dur="1" fill="hold">
                                          <p:stCondLst>
                                            <p:cond delay="419"/>
                                          </p:stCondLst>
                                        </p:cTn>
                                        <p:tgtEl>
                                          <p:spTgt spid="93"/>
                                        </p:tgtEl>
                                        <p:attrNameLst>
                                          <p:attrName>style.visibility</p:attrName>
                                        </p:attrNameLst>
                                      </p:cBhvr>
                                      <p:to>
                                        <p:strVal val="hidden"/>
                                      </p:to>
                                    </p:set>
                                  </p:childTnLst>
                                </p:cTn>
                              </p:par>
                              <p:par>
                                <p:cTn id="1309" presetID="10" presetClass="exit" presetSubtype="0" fill="hold" grpId="1" nodeType="withEffect">
                                  <p:stCondLst>
                                    <p:cond delay="0"/>
                                  </p:stCondLst>
                                  <p:childTnLst>
                                    <p:animEffect transition="out" filter="fade">
                                      <p:cBhvr>
                                        <p:cTn id="1310" dur="420"/>
                                        <p:tgtEl>
                                          <p:spTgt spid="94"/>
                                        </p:tgtEl>
                                      </p:cBhvr>
                                    </p:animEffect>
                                    <p:set>
                                      <p:cBhvr>
                                        <p:cTn id="1311" dur="1" fill="hold">
                                          <p:stCondLst>
                                            <p:cond delay="419"/>
                                          </p:stCondLst>
                                        </p:cTn>
                                        <p:tgtEl>
                                          <p:spTgt spid="94"/>
                                        </p:tgtEl>
                                        <p:attrNameLst>
                                          <p:attrName>style.visibility</p:attrName>
                                        </p:attrNameLst>
                                      </p:cBhvr>
                                      <p:to>
                                        <p:strVal val="hidden"/>
                                      </p:to>
                                    </p:set>
                                  </p:childTnLst>
                                </p:cTn>
                              </p:par>
                              <p:par>
                                <p:cTn id="1312" presetID="10" presetClass="exit" presetSubtype="0" fill="hold" grpId="1" nodeType="withEffect">
                                  <p:stCondLst>
                                    <p:cond delay="0"/>
                                  </p:stCondLst>
                                  <p:childTnLst>
                                    <p:animEffect transition="out" filter="fade">
                                      <p:cBhvr>
                                        <p:cTn id="1313" dur="420"/>
                                        <p:tgtEl>
                                          <p:spTgt spid="95"/>
                                        </p:tgtEl>
                                      </p:cBhvr>
                                    </p:animEffect>
                                    <p:set>
                                      <p:cBhvr>
                                        <p:cTn id="1314" dur="1" fill="hold">
                                          <p:stCondLst>
                                            <p:cond delay="419"/>
                                          </p:stCondLst>
                                        </p:cTn>
                                        <p:tgtEl>
                                          <p:spTgt spid="95"/>
                                        </p:tgtEl>
                                        <p:attrNameLst>
                                          <p:attrName>style.visibility</p:attrName>
                                        </p:attrNameLst>
                                      </p:cBhvr>
                                      <p:to>
                                        <p:strVal val="hidden"/>
                                      </p:to>
                                    </p:set>
                                  </p:childTnLst>
                                </p:cTn>
                              </p:par>
                              <p:par>
                                <p:cTn id="1315" presetID="10" presetClass="exit" presetSubtype="0" fill="hold" grpId="1" nodeType="withEffect">
                                  <p:stCondLst>
                                    <p:cond delay="0"/>
                                  </p:stCondLst>
                                  <p:childTnLst>
                                    <p:animEffect transition="out" filter="fade">
                                      <p:cBhvr>
                                        <p:cTn id="1316" dur="420"/>
                                        <p:tgtEl>
                                          <p:spTgt spid="96"/>
                                        </p:tgtEl>
                                      </p:cBhvr>
                                    </p:animEffect>
                                    <p:set>
                                      <p:cBhvr>
                                        <p:cTn id="1317" dur="1" fill="hold">
                                          <p:stCondLst>
                                            <p:cond delay="419"/>
                                          </p:stCondLst>
                                        </p:cTn>
                                        <p:tgtEl>
                                          <p:spTgt spid="96"/>
                                        </p:tgtEl>
                                        <p:attrNameLst>
                                          <p:attrName>style.visibility</p:attrName>
                                        </p:attrNameLst>
                                      </p:cBhvr>
                                      <p:to>
                                        <p:strVal val="hidden"/>
                                      </p:to>
                                    </p:set>
                                  </p:childTnLst>
                                </p:cTn>
                              </p:par>
                              <p:par>
                                <p:cTn id="1318" presetID="10" presetClass="exit" presetSubtype="0" fill="hold" grpId="1" nodeType="withEffect">
                                  <p:stCondLst>
                                    <p:cond delay="0"/>
                                  </p:stCondLst>
                                  <p:childTnLst>
                                    <p:animEffect transition="out" filter="fade">
                                      <p:cBhvr>
                                        <p:cTn id="1319" dur="420"/>
                                        <p:tgtEl>
                                          <p:spTgt spid="97"/>
                                        </p:tgtEl>
                                      </p:cBhvr>
                                    </p:animEffect>
                                    <p:set>
                                      <p:cBhvr>
                                        <p:cTn id="1320" dur="1" fill="hold">
                                          <p:stCondLst>
                                            <p:cond delay="419"/>
                                          </p:stCondLst>
                                        </p:cTn>
                                        <p:tgtEl>
                                          <p:spTgt spid="97"/>
                                        </p:tgtEl>
                                        <p:attrNameLst>
                                          <p:attrName>style.visibility</p:attrName>
                                        </p:attrNameLst>
                                      </p:cBhvr>
                                      <p:to>
                                        <p:strVal val="hidden"/>
                                      </p:to>
                                    </p:set>
                                  </p:childTnLst>
                                </p:cTn>
                              </p:par>
                              <p:par>
                                <p:cTn id="1321" presetID="10" presetClass="exit" presetSubtype="0" fill="hold" grpId="1" nodeType="withEffect">
                                  <p:stCondLst>
                                    <p:cond delay="0"/>
                                  </p:stCondLst>
                                  <p:childTnLst>
                                    <p:animEffect transition="out" filter="fade">
                                      <p:cBhvr>
                                        <p:cTn id="1322" dur="420"/>
                                        <p:tgtEl>
                                          <p:spTgt spid="98"/>
                                        </p:tgtEl>
                                      </p:cBhvr>
                                    </p:animEffect>
                                    <p:set>
                                      <p:cBhvr>
                                        <p:cTn id="1323" dur="1" fill="hold">
                                          <p:stCondLst>
                                            <p:cond delay="419"/>
                                          </p:stCondLst>
                                        </p:cTn>
                                        <p:tgtEl>
                                          <p:spTgt spid="98"/>
                                        </p:tgtEl>
                                        <p:attrNameLst>
                                          <p:attrName>style.visibility</p:attrName>
                                        </p:attrNameLst>
                                      </p:cBhvr>
                                      <p:to>
                                        <p:strVal val="hidden"/>
                                      </p:to>
                                    </p:set>
                                  </p:childTnLst>
                                </p:cTn>
                              </p:par>
                              <p:par>
                                <p:cTn id="1324" presetID="10" presetClass="exit" presetSubtype="0" fill="hold" grpId="1" nodeType="withEffect">
                                  <p:stCondLst>
                                    <p:cond delay="0"/>
                                  </p:stCondLst>
                                  <p:childTnLst>
                                    <p:animEffect transition="out" filter="fade">
                                      <p:cBhvr>
                                        <p:cTn id="1325" dur="420"/>
                                        <p:tgtEl>
                                          <p:spTgt spid="99"/>
                                        </p:tgtEl>
                                      </p:cBhvr>
                                    </p:animEffect>
                                    <p:set>
                                      <p:cBhvr>
                                        <p:cTn id="1326" dur="1" fill="hold">
                                          <p:stCondLst>
                                            <p:cond delay="419"/>
                                          </p:stCondLst>
                                        </p:cTn>
                                        <p:tgtEl>
                                          <p:spTgt spid="99"/>
                                        </p:tgtEl>
                                        <p:attrNameLst>
                                          <p:attrName>style.visibility</p:attrName>
                                        </p:attrNameLst>
                                      </p:cBhvr>
                                      <p:to>
                                        <p:strVal val="hidden"/>
                                      </p:to>
                                    </p:set>
                                  </p:childTnLst>
                                </p:cTn>
                              </p:par>
                              <p:par>
                                <p:cTn id="1327" presetID="10" presetClass="exit" presetSubtype="0" fill="hold" grpId="1" nodeType="withEffect">
                                  <p:stCondLst>
                                    <p:cond delay="0"/>
                                  </p:stCondLst>
                                  <p:childTnLst>
                                    <p:animEffect transition="out" filter="fade">
                                      <p:cBhvr>
                                        <p:cTn id="1328" dur="420"/>
                                        <p:tgtEl>
                                          <p:spTgt spid="105"/>
                                        </p:tgtEl>
                                      </p:cBhvr>
                                    </p:animEffect>
                                    <p:set>
                                      <p:cBhvr>
                                        <p:cTn id="1329" dur="1" fill="hold">
                                          <p:stCondLst>
                                            <p:cond delay="419"/>
                                          </p:stCondLst>
                                        </p:cTn>
                                        <p:tgtEl>
                                          <p:spTgt spid="105"/>
                                        </p:tgtEl>
                                        <p:attrNameLst>
                                          <p:attrName>style.visibility</p:attrName>
                                        </p:attrNameLst>
                                      </p:cBhvr>
                                      <p:to>
                                        <p:strVal val="hidden"/>
                                      </p:to>
                                    </p:set>
                                  </p:childTnLst>
                                </p:cTn>
                              </p:par>
                              <p:par>
                                <p:cTn id="1330" presetID="10" presetClass="exit" presetSubtype="0" fill="hold" grpId="1" nodeType="withEffect">
                                  <p:stCondLst>
                                    <p:cond delay="0"/>
                                  </p:stCondLst>
                                  <p:childTnLst>
                                    <p:animEffect transition="out" filter="fade">
                                      <p:cBhvr>
                                        <p:cTn id="1331" dur="420"/>
                                        <p:tgtEl>
                                          <p:spTgt spid="106"/>
                                        </p:tgtEl>
                                      </p:cBhvr>
                                    </p:animEffect>
                                    <p:set>
                                      <p:cBhvr>
                                        <p:cTn id="1332" dur="1" fill="hold">
                                          <p:stCondLst>
                                            <p:cond delay="419"/>
                                          </p:stCondLst>
                                        </p:cTn>
                                        <p:tgtEl>
                                          <p:spTgt spid="106"/>
                                        </p:tgtEl>
                                        <p:attrNameLst>
                                          <p:attrName>style.visibility</p:attrName>
                                        </p:attrNameLst>
                                      </p:cBhvr>
                                      <p:to>
                                        <p:strVal val="hidden"/>
                                      </p:to>
                                    </p:set>
                                  </p:childTnLst>
                                </p:cTn>
                              </p:par>
                              <p:par>
                                <p:cTn id="1333" presetID="10" presetClass="exit" presetSubtype="0" fill="hold" grpId="1" nodeType="withEffect">
                                  <p:stCondLst>
                                    <p:cond delay="0"/>
                                  </p:stCondLst>
                                  <p:childTnLst>
                                    <p:animEffect transition="out" filter="fade">
                                      <p:cBhvr>
                                        <p:cTn id="1334" dur="420"/>
                                        <p:tgtEl>
                                          <p:spTgt spid="107"/>
                                        </p:tgtEl>
                                      </p:cBhvr>
                                    </p:animEffect>
                                    <p:set>
                                      <p:cBhvr>
                                        <p:cTn id="1335" dur="1" fill="hold">
                                          <p:stCondLst>
                                            <p:cond delay="419"/>
                                          </p:stCondLst>
                                        </p:cTn>
                                        <p:tgtEl>
                                          <p:spTgt spid="107"/>
                                        </p:tgtEl>
                                        <p:attrNameLst>
                                          <p:attrName>style.visibility</p:attrName>
                                        </p:attrNameLst>
                                      </p:cBhvr>
                                      <p:to>
                                        <p:strVal val="hidden"/>
                                      </p:to>
                                    </p:set>
                                  </p:childTnLst>
                                </p:cTn>
                              </p:par>
                              <p:par>
                                <p:cTn id="1336" presetID="10" presetClass="exit" presetSubtype="0" fill="hold" grpId="1" nodeType="withEffect">
                                  <p:stCondLst>
                                    <p:cond delay="0"/>
                                  </p:stCondLst>
                                  <p:childTnLst>
                                    <p:animEffect transition="out" filter="fade">
                                      <p:cBhvr>
                                        <p:cTn id="1337" dur="420"/>
                                        <p:tgtEl>
                                          <p:spTgt spid="108"/>
                                        </p:tgtEl>
                                      </p:cBhvr>
                                    </p:animEffect>
                                    <p:set>
                                      <p:cBhvr>
                                        <p:cTn id="1338" dur="1" fill="hold">
                                          <p:stCondLst>
                                            <p:cond delay="419"/>
                                          </p:stCondLst>
                                        </p:cTn>
                                        <p:tgtEl>
                                          <p:spTgt spid="108"/>
                                        </p:tgtEl>
                                        <p:attrNameLst>
                                          <p:attrName>style.visibility</p:attrName>
                                        </p:attrNameLst>
                                      </p:cBhvr>
                                      <p:to>
                                        <p:strVal val="hidden"/>
                                      </p:to>
                                    </p:set>
                                  </p:childTnLst>
                                </p:cTn>
                              </p:par>
                              <p:par>
                                <p:cTn id="1339" presetID="10" presetClass="exit" presetSubtype="0" fill="hold" grpId="1" nodeType="withEffect">
                                  <p:stCondLst>
                                    <p:cond delay="0"/>
                                  </p:stCondLst>
                                  <p:childTnLst>
                                    <p:animEffect transition="out" filter="fade">
                                      <p:cBhvr>
                                        <p:cTn id="1340" dur="420"/>
                                        <p:tgtEl>
                                          <p:spTgt spid="109"/>
                                        </p:tgtEl>
                                      </p:cBhvr>
                                    </p:animEffect>
                                    <p:set>
                                      <p:cBhvr>
                                        <p:cTn id="1341" dur="1" fill="hold">
                                          <p:stCondLst>
                                            <p:cond delay="419"/>
                                          </p:stCondLst>
                                        </p:cTn>
                                        <p:tgtEl>
                                          <p:spTgt spid="109"/>
                                        </p:tgtEl>
                                        <p:attrNameLst>
                                          <p:attrName>style.visibility</p:attrName>
                                        </p:attrNameLst>
                                      </p:cBhvr>
                                      <p:to>
                                        <p:strVal val="hidden"/>
                                      </p:to>
                                    </p:set>
                                  </p:childTnLst>
                                </p:cTn>
                              </p:par>
                              <p:par>
                                <p:cTn id="1342" presetID="10" presetClass="exit" presetSubtype="0" fill="hold" grpId="1" nodeType="withEffect">
                                  <p:stCondLst>
                                    <p:cond delay="0"/>
                                  </p:stCondLst>
                                  <p:childTnLst>
                                    <p:animEffect transition="out" filter="fade">
                                      <p:cBhvr>
                                        <p:cTn id="1343" dur="420"/>
                                        <p:tgtEl>
                                          <p:spTgt spid="110"/>
                                        </p:tgtEl>
                                      </p:cBhvr>
                                    </p:animEffect>
                                    <p:set>
                                      <p:cBhvr>
                                        <p:cTn id="1344" dur="1" fill="hold">
                                          <p:stCondLst>
                                            <p:cond delay="419"/>
                                          </p:stCondLst>
                                        </p:cTn>
                                        <p:tgtEl>
                                          <p:spTgt spid="110"/>
                                        </p:tgtEl>
                                        <p:attrNameLst>
                                          <p:attrName>style.visibility</p:attrName>
                                        </p:attrNameLst>
                                      </p:cBhvr>
                                      <p:to>
                                        <p:strVal val="hidden"/>
                                      </p:to>
                                    </p:set>
                                  </p:childTnLst>
                                </p:cTn>
                              </p:par>
                              <p:par>
                                <p:cTn id="1345" presetID="10" presetClass="exit" presetSubtype="0" fill="hold" grpId="1" nodeType="withEffect">
                                  <p:stCondLst>
                                    <p:cond delay="0"/>
                                  </p:stCondLst>
                                  <p:childTnLst>
                                    <p:animEffect transition="out" filter="fade">
                                      <p:cBhvr>
                                        <p:cTn id="1346" dur="420"/>
                                        <p:tgtEl>
                                          <p:spTgt spid="111"/>
                                        </p:tgtEl>
                                      </p:cBhvr>
                                    </p:animEffect>
                                    <p:set>
                                      <p:cBhvr>
                                        <p:cTn id="1347" dur="1" fill="hold">
                                          <p:stCondLst>
                                            <p:cond delay="419"/>
                                          </p:stCondLst>
                                        </p:cTn>
                                        <p:tgtEl>
                                          <p:spTgt spid="111"/>
                                        </p:tgtEl>
                                        <p:attrNameLst>
                                          <p:attrName>style.visibility</p:attrName>
                                        </p:attrNameLst>
                                      </p:cBhvr>
                                      <p:to>
                                        <p:strVal val="hidden"/>
                                      </p:to>
                                    </p:set>
                                  </p:childTnLst>
                                </p:cTn>
                              </p:par>
                              <p:par>
                                <p:cTn id="1348" presetID="10" presetClass="exit" presetSubtype="0" fill="hold" grpId="1" nodeType="withEffect">
                                  <p:stCondLst>
                                    <p:cond delay="0"/>
                                  </p:stCondLst>
                                  <p:childTnLst>
                                    <p:animEffect transition="out" filter="fade">
                                      <p:cBhvr>
                                        <p:cTn id="1349" dur="420"/>
                                        <p:tgtEl>
                                          <p:spTgt spid="112"/>
                                        </p:tgtEl>
                                      </p:cBhvr>
                                    </p:animEffect>
                                    <p:set>
                                      <p:cBhvr>
                                        <p:cTn id="1350" dur="1" fill="hold">
                                          <p:stCondLst>
                                            <p:cond delay="419"/>
                                          </p:stCondLst>
                                        </p:cTn>
                                        <p:tgtEl>
                                          <p:spTgt spid="112"/>
                                        </p:tgtEl>
                                        <p:attrNameLst>
                                          <p:attrName>style.visibility</p:attrName>
                                        </p:attrNameLst>
                                      </p:cBhvr>
                                      <p:to>
                                        <p:strVal val="hidden"/>
                                      </p:to>
                                    </p:set>
                                  </p:childTnLst>
                                </p:cTn>
                              </p:par>
                              <p:par>
                                <p:cTn id="1351" presetID="10" presetClass="exit" presetSubtype="0" fill="hold" grpId="1" nodeType="withEffect">
                                  <p:stCondLst>
                                    <p:cond delay="0"/>
                                  </p:stCondLst>
                                  <p:childTnLst>
                                    <p:animEffect transition="out" filter="fade">
                                      <p:cBhvr>
                                        <p:cTn id="1352" dur="420"/>
                                        <p:tgtEl>
                                          <p:spTgt spid="113"/>
                                        </p:tgtEl>
                                      </p:cBhvr>
                                    </p:animEffect>
                                    <p:set>
                                      <p:cBhvr>
                                        <p:cTn id="1353" dur="1" fill="hold">
                                          <p:stCondLst>
                                            <p:cond delay="419"/>
                                          </p:stCondLst>
                                        </p:cTn>
                                        <p:tgtEl>
                                          <p:spTgt spid="113"/>
                                        </p:tgtEl>
                                        <p:attrNameLst>
                                          <p:attrName>style.visibility</p:attrName>
                                        </p:attrNameLst>
                                      </p:cBhvr>
                                      <p:to>
                                        <p:strVal val="hidden"/>
                                      </p:to>
                                    </p:set>
                                  </p:childTnLst>
                                </p:cTn>
                              </p:par>
                              <p:par>
                                <p:cTn id="1354" presetID="10" presetClass="exit" presetSubtype="0" fill="hold" grpId="1" nodeType="withEffect">
                                  <p:stCondLst>
                                    <p:cond delay="0"/>
                                  </p:stCondLst>
                                  <p:childTnLst>
                                    <p:animEffect transition="out" filter="fade">
                                      <p:cBhvr>
                                        <p:cTn id="1355" dur="420"/>
                                        <p:tgtEl>
                                          <p:spTgt spid="114"/>
                                        </p:tgtEl>
                                      </p:cBhvr>
                                    </p:animEffect>
                                    <p:set>
                                      <p:cBhvr>
                                        <p:cTn id="1356" dur="1" fill="hold">
                                          <p:stCondLst>
                                            <p:cond delay="419"/>
                                          </p:stCondLst>
                                        </p:cTn>
                                        <p:tgtEl>
                                          <p:spTgt spid="114"/>
                                        </p:tgtEl>
                                        <p:attrNameLst>
                                          <p:attrName>style.visibility</p:attrName>
                                        </p:attrNameLst>
                                      </p:cBhvr>
                                      <p:to>
                                        <p:strVal val="hidden"/>
                                      </p:to>
                                    </p:set>
                                  </p:childTnLst>
                                </p:cTn>
                              </p:par>
                              <p:par>
                                <p:cTn id="1357" presetID="10" presetClass="exit" presetSubtype="0" fill="hold" grpId="1" nodeType="withEffect">
                                  <p:stCondLst>
                                    <p:cond delay="0"/>
                                  </p:stCondLst>
                                  <p:childTnLst>
                                    <p:animEffect transition="out" filter="fade">
                                      <p:cBhvr>
                                        <p:cTn id="1358" dur="420"/>
                                        <p:tgtEl>
                                          <p:spTgt spid="115"/>
                                        </p:tgtEl>
                                      </p:cBhvr>
                                    </p:animEffect>
                                    <p:set>
                                      <p:cBhvr>
                                        <p:cTn id="1359" dur="1" fill="hold">
                                          <p:stCondLst>
                                            <p:cond delay="419"/>
                                          </p:stCondLst>
                                        </p:cTn>
                                        <p:tgtEl>
                                          <p:spTgt spid="115"/>
                                        </p:tgtEl>
                                        <p:attrNameLst>
                                          <p:attrName>style.visibility</p:attrName>
                                        </p:attrNameLst>
                                      </p:cBhvr>
                                      <p:to>
                                        <p:strVal val="hidden"/>
                                      </p:to>
                                    </p:set>
                                  </p:childTnLst>
                                </p:cTn>
                              </p:par>
                              <p:par>
                                <p:cTn id="1360" presetID="10" presetClass="exit" presetSubtype="0" fill="hold" grpId="1" nodeType="withEffect">
                                  <p:stCondLst>
                                    <p:cond delay="0"/>
                                  </p:stCondLst>
                                  <p:childTnLst>
                                    <p:animEffect transition="out" filter="fade">
                                      <p:cBhvr>
                                        <p:cTn id="1361" dur="420"/>
                                        <p:tgtEl>
                                          <p:spTgt spid="116"/>
                                        </p:tgtEl>
                                      </p:cBhvr>
                                    </p:animEffect>
                                    <p:set>
                                      <p:cBhvr>
                                        <p:cTn id="1362" dur="1" fill="hold">
                                          <p:stCondLst>
                                            <p:cond delay="419"/>
                                          </p:stCondLst>
                                        </p:cTn>
                                        <p:tgtEl>
                                          <p:spTgt spid="116"/>
                                        </p:tgtEl>
                                        <p:attrNameLst>
                                          <p:attrName>style.visibility</p:attrName>
                                        </p:attrNameLst>
                                      </p:cBhvr>
                                      <p:to>
                                        <p:strVal val="hidden"/>
                                      </p:to>
                                    </p:set>
                                  </p:childTnLst>
                                </p:cTn>
                              </p:par>
                              <p:par>
                                <p:cTn id="1363" presetID="10" presetClass="exit" presetSubtype="0" fill="hold" grpId="1" nodeType="withEffect">
                                  <p:stCondLst>
                                    <p:cond delay="0"/>
                                  </p:stCondLst>
                                  <p:childTnLst>
                                    <p:animEffect transition="out" filter="fade">
                                      <p:cBhvr>
                                        <p:cTn id="1364" dur="420"/>
                                        <p:tgtEl>
                                          <p:spTgt spid="117"/>
                                        </p:tgtEl>
                                      </p:cBhvr>
                                    </p:animEffect>
                                    <p:set>
                                      <p:cBhvr>
                                        <p:cTn id="1365" dur="1" fill="hold">
                                          <p:stCondLst>
                                            <p:cond delay="419"/>
                                          </p:stCondLst>
                                        </p:cTn>
                                        <p:tgtEl>
                                          <p:spTgt spid="117"/>
                                        </p:tgtEl>
                                        <p:attrNameLst>
                                          <p:attrName>style.visibility</p:attrName>
                                        </p:attrNameLst>
                                      </p:cBhvr>
                                      <p:to>
                                        <p:strVal val="hidden"/>
                                      </p:to>
                                    </p:set>
                                  </p:childTnLst>
                                </p:cTn>
                              </p:par>
                              <p:par>
                                <p:cTn id="1366" presetID="10" presetClass="exit" presetSubtype="0" fill="hold" grpId="1" nodeType="withEffect">
                                  <p:stCondLst>
                                    <p:cond delay="0"/>
                                  </p:stCondLst>
                                  <p:childTnLst>
                                    <p:animEffect transition="out" filter="fade">
                                      <p:cBhvr>
                                        <p:cTn id="1367" dur="420"/>
                                        <p:tgtEl>
                                          <p:spTgt spid="118"/>
                                        </p:tgtEl>
                                      </p:cBhvr>
                                    </p:animEffect>
                                    <p:set>
                                      <p:cBhvr>
                                        <p:cTn id="1368" dur="1" fill="hold">
                                          <p:stCondLst>
                                            <p:cond delay="419"/>
                                          </p:stCondLst>
                                        </p:cTn>
                                        <p:tgtEl>
                                          <p:spTgt spid="118"/>
                                        </p:tgtEl>
                                        <p:attrNameLst>
                                          <p:attrName>style.visibility</p:attrName>
                                        </p:attrNameLst>
                                      </p:cBhvr>
                                      <p:to>
                                        <p:strVal val="hidden"/>
                                      </p:to>
                                    </p:set>
                                  </p:childTnLst>
                                </p:cTn>
                              </p:par>
                              <p:par>
                                <p:cTn id="1369" presetID="10" presetClass="exit" presetSubtype="0" fill="hold" grpId="1" nodeType="withEffect">
                                  <p:stCondLst>
                                    <p:cond delay="0"/>
                                  </p:stCondLst>
                                  <p:childTnLst>
                                    <p:animEffect transition="out" filter="fade">
                                      <p:cBhvr>
                                        <p:cTn id="1370" dur="420"/>
                                        <p:tgtEl>
                                          <p:spTgt spid="119"/>
                                        </p:tgtEl>
                                      </p:cBhvr>
                                    </p:animEffect>
                                    <p:set>
                                      <p:cBhvr>
                                        <p:cTn id="1371" dur="1" fill="hold">
                                          <p:stCondLst>
                                            <p:cond delay="419"/>
                                          </p:stCondLst>
                                        </p:cTn>
                                        <p:tgtEl>
                                          <p:spTgt spid="119"/>
                                        </p:tgtEl>
                                        <p:attrNameLst>
                                          <p:attrName>style.visibility</p:attrName>
                                        </p:attrNameLst>
                                      </p:cBhvr>
                                      <p:to>
                                        <p:strVal val="hidden"/>
                                      </p:to>
                                    </p:set>
                                  </p:childTnLst>
                                </p:cTn>
                              </p:par>
                              <p:par>
                                <p:cTn id="1372" presetID="10" presetClass="exit" presetSubtype="0" fill="hold" grpId="1" nodeType="withEffect">
                                  <p:stCondLst>
                                    <p:cond delay="0"/>
                                  </p:stCondLst>
                                  <p:childTnLst>
                                    <p:animEffect transition="out" filter="fade">
                                      <p:cBhvr>
                                        <p:cTn id="1373" dur="420"/>
                                        <p:tgtEl>
                                          <p:spTgt spid="120"/>
                                        </p:tgtEl>
                                      </p:cBhvr>
                                    </p:animEffect>
                                    <p:set>
                                      <p:cBhvr>
                                        <p:cTn id="1374" dur="1" fill="hold">
                                          <p:stCondLst>
                                            <p:cond delay="419"/>
                                          </p:stCondLst>
                                        </p:cTn>
                                        <p:tgtEl>
                                          <p:spTgt spid="120"/>
                                        </p:tgtEl>
                                        <p:attrNameLst>
                                          <p:attrName>style.visibility</p:attrName>
                                        </p:attrNameLst>
                                      </p:cBhvr>
                                      <p:to>
                                        <p:strVal val="hidden"/>
                                      </p:to>
                                    </p:set>
                                  </p:childTnLst>
                                </p:cTn>
                              </p:par>
                              <p:par>
                                <p:cTn id="1375" presetID="10" presetClass="exit" presetSubtype="0" fill="hold" grpId="1" nodeType="withEffect">
                                  <p:stCondLst>
                                    <p:cond delay="0"/>
                                  </p:stCondLst>
                                  <p:childTnLst>
                                    <p:animEffect transition="out" filter="fade">
                                      <p:cBhvr>
                                        <p:cTn id="1376" dur="420"/>
                                        <p:tgtEl>
                                          <p:spTgt spid="121"/>
                                        </p:tgtEl>
                                      </p:cBhvr>
                                    </p:animEffect>
                                    <p:set>
                                      <p:cBhvr>
                                        <p:cTn id="1377" dur="1" fill="hold">
                                          <p:stCondLst>
                                            <p:cond delay="419"/>
                                          </p:stCondLst>
                                        </p:cTn>
                                        <p:tgtEl>
                                          <p:spTgt spid="121"/>
                                        </p:tgtEl>
                                        <p:attrNameLst>
                                          <p:attrName>style.visibility</p:attrName>
                                        </p:attrNameLst>
                                      </p:cBhvr>
                                      <p:to>
                                        <p:strVal val="hidden"/>
                                      </p:to>
                                    </p:set>
                                  </p:childTnLst>
                                </p:cTn>
                              </p:par>
                              <p:par>
                                <p:cTn id="1378" presetID="10" presetClass="exit" presetSubtype="0" fill="hold" grpId="1" nodeType="withEffect">
                                  <p:stCondLst>
                                    <p:cond delay="0"/>
                                  </p:stCondLst>
                                  <p:childTnLst>
                                    <p:animEffect transition="out" filter="fade">
                                      <p:cBhvr>
                                        <p:cTn id="1379" dur="420"/>
                                        <p:tgtEl>
                                          <p:spTgt spid="122"/>
                                        </p:tgtEl>
                                      </p:cBhvr>
                                    </p:animEffect>
                                    <p:set>
                                      <p:cBhvr>
                                        <p:cTn id="1380" dur="1" fill="hold">
                                          <p:stCondLst>
                                            <p:cond delay="419"/>
                                          </p:stCondLst>
                                        </p:cTn>
                                        <p:tgtEl>
                                          <p:spTgt spid="122"/>
                                        </p:tgtEl>
                                        <p:attrNameLst>
                                          <p:attrName>style.visibility</p:attrName>
                                        </p:attrNameLst>
                                      </p:cBhvr>
                                      <p:to>
                                        <p:strVal val="hidden"/>
                                      </p:to>
                                    </p:set>
                                  </p:childTnLst>
                                </p:cTn>
                              </p:par>
                              <p:par>
                                <p:cTn id="1381" presetID="10" presetClass="exit" presetSubtype="0" fill="hold" grpId="1" nodeType="withEffect">
                                  <p:stCondLst>
                                    <p:cond delay="0"/>
                                  </p:stCondLst>
                                  <p:childTnLst>
                                    <p:animEffect transition="out" filter="fade">
                                      <p:cBhvr>
                                        <p:cTn id="1382" dur="420"/>
                                        <p:tgtEl>
                                          <p:spTgt spid="123"/>
                                        </p:tgtEl>
                                      </p:cBhvr>
                                    </p:animEffect>
                                    <p:set>
                                      <p:cBhvr>
                                        <p:cTn id="1383" dur="1" fill="hold">
                                          <p:stCondLst>
                                            <p:cond delay="419"/>
                                          </p:stCondLst>
                                        </p:cTn>
                                        <p:tgtEl>
                                          <p:spTgt spid="123"/>
                                        </p:tgtEl>
                                        <p:attrNameLst>
                                          <p:attrName>style.visibility</p:attrName>
                                        </p:attrNameLst>
                                      </p:cBhvr>
                                      <p:to>
                                        <p:strVal val="hidden"/>
                                      </p:to>
                                    </p:set>
                                  </p:childTnLst>
                                </p:cTn>
                              </p:par>
                              <p:par>
                                <p:cTn id="1384" presetID="10" presetClass="exit" presetSubtype="0" fill="hold" grpId="1" nodeType="withEffect">
                                  <p:stCondLst>
                                    <p:cond delay="0"/>
                                  </p:stCondLst>
                                  <p:childTnLst>
                                    <p:animEffect transition="out" filter="fade">
                                      <p:cBhvr>
                                        <p:cTn id="1385" dur="420"/>
                                        <p:tgtEl>
                                          <p:spTgt spid="124"/>
                                        </p:tgtEl>
                                      </p:cBhvr>
                                    </p:animEffect>
                                    <p:set>
                                      <p:cBhvr>
                                        <p:cTn id="1386" dur="1" fill="hold">
                                          <p:stCondLst>
                                            <p:cond delay="419"/>
                                          </p:stCondLst>
                                        </p:cTn>
                                        <p:tgtEl>
                                          <p:spTgt spid="124"/>
                                        </p:tgtEl>
                                        <p:attrNameLst>
                                          <p:attrName>style.visibility</p:attrName>
                                        </p:attrNameLst>
                                      </p:cBhvr>
                                      <p:to>
                                        <p:strVal val="hidden"/>
                                      </p:to>
                                    </p:set>
                                  </p:childTnLst>
                                </p:cTn>
                              </p:par>
                              <p:par>
                                <p:cTn id="1387" presetID="10" presetClass="exit" presetSubtype="0" fill="hold" grpId="1" nodeType="withEffect">
                                  <p:stCondLst>
                                    <p:cond delay="0"/>
                                  </p:stCondLst>
                                  <p:childTnLst>
                                    <p:animEffect transition="out" filter="fade">
                                      <p:cBhvr>
                                        <p:cTn id="1388" dur="420"/>
                                        <p:tgtEl>
                                          <p:spTgt spid="125"/>
                                        </p:tgtEl>
                                      </p:cBhvr>
                                    </p:animEffect>
                                    <p:set>
                                      <p:cBhvr>
                                        <p:cTn id="1389" dur="1" fill="hold">
                                          <p:stCondLst>
                                            <p:cond delay="419"/>
                                          </p:stCondLst>
                                        </p:cTn>
                                        <p:tgtEl>
                                          <p:spTgt spid="125"/>
                                        </p:tgtEl>
                                        <p:attrNameLst>
                                          <p:attrName>style.visibility</p:attrName>
                                        </p:attrNameLst>
                                      </p:cBhvr>
                                      <p:to>
                                        <p:strVal val="hidden"/>
                                      </p:to>
                                    </p:set>
                                  </p:childTnLst>
                                </p:cTn>
                              </p:par>
                              <p:par>
                                <p:cTn id="1390" presetID="10" presetClass="exit" presetSubtype="0" fill="hold" grpId="1" nodeType="withEffect">
                                  <p:stCondLst>
                                    <p:cond delay="0"/>
                                  </p:stCondLst>
                                  <p:childTnLst>
                                    <p:animEffect transition="out" filter="fade">
                                      <p:cBhvr>
                                        <p:cTn id="1391" dur="420"/>
                                        <p:tgtEl>
                                          <p:spTgt spid="126"/>
                                        </p:tgtEl>
                                      </p:cBhvr>
                                    </p:animEffect>
                                    <p:set>
                                      <p:cBhvr>
                                        <p:cTn id="1392" dur="1" fill="hold">
                                          <p:stCondLst>
                                            <p:cond delay="419"/>
                                          </p:stCondLst>
                                        </p:cTn>
                                        <p:tgtEl>
                                          <p:spTgt spid="126"/>
                                        </p:tgtEl>
                                        <p:attrNameLst>
                                          <p:attrName>style.visibility</p:attrName>
                                        </p:attrNameLst>
                                      </p:cBhvr>
                                      <p:to>
                                        <p:strVal val="hidden"/>
                                      </p:to>
                                    </p:set>
                                  </p:childTnLst>
                                </p:cTn>
                              </p:par>
                              <p:par>
                                <p:cTn id="1393" presetID="10" presetClass="exit" presetSubtype="0" fill="hold" grpId="1" nodeType="withEffect">
                                  <p:stCondLst>
                                    <p:cond delay="0"/>
                                  </p:stCondLst>
                                  <p:childTnLst>
                                    <p:animEffect transition="out" filter="fade">
                                      <p:cBhvr>
                                        <p:cTn id="1394" dur="420"/>
                                        <p:tgtEl>
                                          <p:spTgt spid="132"/>
                                        </p:tgtEl>
                                      </p:cBhvr>
                                    </p:animEffect>
                                    <p:set>
                                      <p:cBhvr>
                                        <p:cTn id="1395" dur="1" fill="hold">
                                          <p:stCondLst>
                                            <p:cond delay="419"/>
                                          </p:stCondLst>
                                        </p:cTn>
                                        <p:tgtEl>
                                          <p:spTgt spid="132"/>
                                        </p:tgtEl>
                                        <p:attrNameLst>
                                          <p:attrName>style.visibility</p:attrName>
                                        </p:attrNameLst>
                                      </p:cBhvr>
                                      <p:to>
                                        <p:strVal val="hidden"/>
                                      </p:to>
                                    </p:set>
                                  </p:childTnLst>
                                </p:cTn>
                              </p:par>
                              <p:par>
                                <p:cTn id="1396" presetID="10" presetClass="exit" presetSubtype="0" fill="hold" grpId="1" nodeType="withEffect">
                                  <p:stCondLst>
                                    <p:cond delay="0"/>
                                  </p:stCondLst>
                                  <p:childTnLst>
                                    <p:animEffect transition="out" filter="fade">
                                      <p:cBhvr>
                                        <p:cTn id="1397" dur="420"/>
                                        <p:tgtEl>
                                          <p:spTgt spid="133"/>
                                        </p:tgtEl>
                                      </p:cBhvr>
                                    </p:animEffect>
                                    <p:set>
                                      <p:cBhvr>
                                        <p:cTn id="1398" dur="1" fill="hold">
                                          <p:stCondLst>
                                            <p:cond delay="419"/>
                                          </p:stCondLst>
                                        </p:cTn>
                                        <p:tgtEl>
                                          <p:spTgt spid="133"/>
                                        </p:tgtEl>
                                        <p:attrNameLst>
                                          <p:attrName>style.visibility</p:attrName>
                                        </p:attrNameLst>
                                      </p:cBhvr>
                                      <p:to>
                                        <p:strVal val="hidden"/>
                                      </p:to>
                                    </p:set>
                                  </p:childTnLst>
                                </p:cTn>
                              </p:par>
                              <p:par>
                                <p:cTn id="1399" presetID="10" presetClass="exit" presetSubtype="0" fill="hold" grpId="1" nodeType="withEffect">
                                  <p:stCondLst>
                                    <p:cond delay="0"/>
                                  </p:stCondLst>
                                  <p:childTnLst>
                                    <p:animEffect transition="out" filter="fade">
                                      <p:cBhvr>
                                        <p:cTn id="1400" dur="420"/>
                                        <p:tgtEl>
                                          <p:spTgt spid="134"/>
                                        </p:tgtEl>
                                      </p:cBhvr>
                                    </p:animEffect>
                                    <p:set>
                                      <p:cBhvr>
                                        <p:cTn id="1401" dur="1" fill="hold">
                                          <p:stCondLst>
                                            <p:cond delay="419"/>
                                          </p:stCondLst>
                                        </p:cTn>
                                        <p:tgtEl>
                                          <p:spTgt spid="134"/>
                                        </p:tgtEl>
                                        <p:attrNameLst>
                                          <p:attrName>style.visibility</p:attrName>
                                        </p:attrNameLst>
                                      </p:cBhvr>
                                      <p:to>
                                        <p:strVal val="hidden"/>
                                      </p:to>
                                    </p:set>
                                  </p:childTnLst>
                                </p:cTn>
                              </p:par>
                              <p:par>
                                <p:cTn id="1402" presetID="10" presetClass="exit" presetSubtype="0" fill="hold" grpId="1" nodeType="withEffect">
                                  <p:stCondLst>
                                    <p:cond delay="0"/>
                                  </p:stCondLst>
                                  <p:childTnLst>
                                    <p:animEffect transition="out" filter="fade">
                                      <p:cBhvr>
                                        <p:cTn id="1403" dur="420"/>
                                        <p:tgtEl>
                                          <p:spTgt spid="135"/>
                                        </p:tgtEl>
                                      </p:cBhvr>
                                    </p:animEffect>
                                    <p:set>
                                      <p:cBhvr>
                                        <p:cTn id="1404" dur="1" fill="hold">
                                          <p:stCondLst>
                                            <p:cond delay="419"/>
                                          </p:stCondLst>
                                        </p:cTn>
                                        <p:tgtEl>
                                          <p:spTgt spid="135"/>
                                        </p:tgtEl>
                                        <p:attrNameLst>
                                          <p:attrName>style.visibility</p:attrName>
                                        </p:attrNameLst>
                                      </p:cBhvr>
                                      <p:to>
                                        <p:strVal val="hidden"/>
                                      </p:to>
                                    </p:set>
                                  </p:childTnLst>
                                </p:cTn>
                              </p:par>
                              <p:par>
                                <p:cTn id="1405" presetID="10" presetClass="exit" presetSubtype="0" fill="hold" grpId="1" nodeType="withEffect">
                                  <p:stCondLst>
                                    <p:cond delay="0"/>
                                  </p:stCondLst>
                                  <p:childTnLst>
                                    <p:animEffect transition="out" filter="fade">
                                      <p:cBhvr>
                                        <p:cTn id="1406" dur="420"/>
                                        <p:tgtEl>
                                          <p:spTgt spid="136"/>
                                        </p:tgtEl>
                                      </p:cBhvr>
                                    </p:animEffect>
                                    <p:set>
                                      <p:cBhvr>
                                        <p:cTn id="1407" dur="1" fill="hold">
                                          <p:stCondLst>
                                            <p:cond delay="419"/>
                                          </p:stCondLst>
                                        </p:cTn>
                                        <p:tgtEl>
                                          <p:spTgt spid="136"/>
                                        </p:tgtEl>
                                        <p:attrNameLst>
                                          <p:attrName>style.visibility</p:attrName>
                                        </p:attrNameLst>
                                      </p:cBhvr>
                                      <p:to>
                                        <p:strVal val="hidden"/>
                                      </p:to>
                                    </p:set>
                                  </p:childTnLst>
                                </p:cTn>
                              </p:par>
                              <p:par>
                                <p:cTn id="1408" presetID="10" presetClass="exit" presetSubtype="0" fill="hold" grpId="1" nodeType="withEffect">
                                  <p:stCondLst>
                                    <p:cond delay="0"/>
                                  </p:stCondLst>
                                  <p:childTnLst>
                                    <p:animEffect transition="out" filter="fade">
                                      <p:cBhvr>
                                        <p:cTn id="1409" dur="420"/>
                                        <p:tgtEl>
                                          <p:spTgt spid="137"/>
                                        </p:tgtEl>
                                      </p:cBhvr>
                                    </p:animEffect>
                                    <p:set>
                                      <p:cBhvr>
                                        <p:cTn id="1410" dur="1" fill="hold">
                                          <p:stCondLst>
                                            <p:cond delay="419"/>
                                          </p:stCondLst>
                                        </p:cTn>
                                        <p:tgtEl>
                                          <p:spTgt spid="137"/>
                                        </p:tgtEl>
                                        <p:attrNameLst>
                                          <p:attrName>style.visibility</p:attrName>
                                        </p:attrNameLst>
                                      </p:cBhvr>
                                      <p:to>
                                        <p:strVal val="hidden"/>
                                      </p:to>
                                    </p:set>
                                  </p:childTnLst>
                                </p:cTn>
                              </p:par>
                              <p:par>
                                <p:cTn id="1411" presetID="10" presetClass="exit" presetSubtype="0" fill="hold" grpId="1" nodeType="withEffect">
                                  <p:stCondLst>
                                    <p:cond delay="0"/>
                                  </p:stCondLst>
                                  <p:childTnLst>
                                    <p:animEffect transition="out" filter="fade">
                                      <p:cBhvr>
                                        <p:cTn id="1412" dur="420"/>
                                        <p:tgtEl>
                                          <p:spTgt spid="138"/>
                                        </p:tgtEl>
                                      </p:cBhvr>
                                    </p:animEffect>
                                    <p:set>
                                      <p:cBhvr>
                                        <p:cTn id="1413" dur="1" fill="hold">
                                          <p:stCondLst>
                                            <p:cond delay="419"/>
                                          </p:stCondLst>
                                        </p:cTn>
                                        <p:tgtEl>
                                          <p:spTgt spid="138"/>
                                        </p:tgtEl>
                                        <p:attrNameLst>
                                          <p:attrName>style.visibility</p:attrName>
                                        </p:attrNameLst>
                                      </p:cBhvr>
                                      <p:to>
                                        <p:strVal val="hidden"/>
                                      </p:to>
                                    </p:set>
                                  </p:childTnLst>
                                </p:cTn>
                              </p:par>
                              <p:par>
                                <p:cTn id="1414" presetID="10" presetClass="exit" presetSubtype="0" fill="hold" grpId="1" nodeType="withEffect">
                                  <p:stCondLst>
                                    <p:cond delay="0"/>
                                  </p:stCondLst>
                                  <p:childTnLst>
                                    <p:animEffect transition="out" filter="fade">
                                      <p:cBhvr>
                                        <p:cTn id="1415" dur="420"/>
                                        <p:tgtEl>
                                          <p:spTgt spid="139"/>
                                        </p:tgtEl>
                                      </p:cBhvr>
                                    </p:animEffect>
                                    <p:set>
                                      <p:cBhvr>
                                        <p:cTn id="1416" dur="1" fill="hold">
                                          <p:stCondLst>
                                            <p:cond delay="419"/>
                                          </p:stCondLst>
                                        </p:cTn>
                                        <p:tgtEl>
                                          <p:spTgt spid="139"/>
                                        </p:tgtEl>
                                        <p:attrNameLst>
                                          <p:attrName>style.visibility</p:attrName>
                                        </p:attrNameLst>
                                      </p:cBhvr>
                                      <p:to>
                                        <p:strVal val="hidden"/>
                                      </p:to>
                                    </p:set>
                                  </p:childTnLst>
                                </p:cTn>
                              </p:par>
                              <p:par>
                                <p:cTn id="1417" presetID="10" presetClass="exit" presetSubtype="0" fill="hold" grpId="1" nodeType="withEffect">
                                  <p:stCondLst>
                                    <p:cond delay="0"/>
                                  </p:stCondLst>
                                  <p:childTnLst>
                                    <p:animEffect transition="out" filter="fade">
                                      <p:cBhvr>
                                        <p:cTn id="1418" dur="420"/>
                                        <p:tgtEl>
                                          <p:spTgt spid="140"/>
                                        </p:tgtEl>
                                      </p:cBhvr>
                                    </p:animEffect>
                                    <p:set>
                                      <p:cBhvr>
                                        <p:cTn id="1419" dur="1" fill="hold">
                                          <p:stCondLst>
                                            <p:cond delay="419"/>
                                          </p:stCondLst>
                                        </p:cTn>
                                        <p:tgtEl>
                                          <p:spTgt spid="140"/>
                                        </p:tgtEl>
                                        <p:attrNameLst>
                                          <p:attrName>style.visibility</p:attrName>
                                        </p:attrNameLst>
                                      </p:cBhvr>
                                      <p:to>
                                        <p:strVal val="hidden"/>
                                      </p:to>
                                    </p:set>
                                  </p:childTnLst>
                                </p:cTn>
                              </p:par>
                              <p:par>
                                <p:cTn id="1420" presetID="10" presetClass="exit" presetSubtype="0" fill="hold" grpId="1" nodeType="withEffect">
                                  <p:stCondLst>
                                    <p:cond delay="0"/>
                                  </p:stCondLst>
                                  <p:childTnLst>
                                    <p:animEffect transition="out" filter="fade">
                                      <p:cBhvr>
                                        <p:cTn id="1421" dur="420"/>
                                        <p:tgtEl>
                                          <p:spTgt spid="141"/>
                                        </p:tgtEl>
                                      </p:cBhvr>
                                    </p:animEffect>
                                    <p:set>
                                      <p:cBhvr>
                                        <p:cTn id="1422" dur="1" fill="hold">
                                          <p:stCondLst>
                                            <p:cond delay="419"/>
                                          </p:stCondLst>
                                        </p:cTn>
                                        <p:tgtEl>
                                          <p:spTgt spid="141"/>
                                        </p:tgtEl>
                                        <p:attrNameLst>
                                          <p:attrName>style.visibility</p:attrName>
                                        </p:attrNameLst>
                                      </p:cBhvr>
                                      <p:to>
                                        <p:strVal val="hidden"/>
                                      </p:to>
                                    </p:set>
                                  </p:childTnLst>
                                </p:cTn>
                              </p:par>
                              <p:par>
                                <p:cTn id="1423" presetID="10" presetClass="exit" presetSubtype="0" fill="hold" grpId="1" nodeType="withEffect">
                                  <p:stCondLst>
                                    <p:cond delay="0"/>
                                  </p:stCondLst>
                                  <p:childTnLst>
                                    <p:animEffect transition="out" filter="fade">
                                      <p:cBhvr>
                                        <p:cTn id="1424" dur="420"/>
                                        <p:tgtEl>
                                          <p:spTgt spid="142"/>
                                        </p:tgtEl>
                                      </p:cBhvr>
                                    </p:animEffect>
                                    <p:set>
                                      <p:cBhvr>
                                        <p:cTn id="1425" dur="1" fill="hold">
                                          <p:stCondLst>
                                            <p:cond delay="419"/>
                                          </p:stCondLst>
                                        </p:cTn>
                                        <p:tgtEl>
                                          <p:spTgt spid="142"/>
                                        </p:tgtEl>
                                        <p:attrNameLst>
                                          <p:attrName>style.visibility</p:attrName>
                                        </p:attrNameLst>
                                      </p:cBhvr>
                                      <p:to>
                                        <p:strVal val="hidden"/>
                                      </p:to>
                                    </p:set>
                                  </p:childTnLst>
                                </p:cTn>
                              </p:par>
                              <p:par>
                                <p:cTn id="1426" presetID="10" presetClass="exit" presetSubtype="0" fill="hold" grpId="1" nodeType="withEffect">
                                  <p:stCondLst>
                                    <p:cond delay="0"/>
                                  </p:stCondLst>
                                  <p:childTnLst>
                                    <p:animEffect transition="out" filter="fade">
                                      <p:cBhvr>
                                        <p:cTn id="1427" dur="420"/>
                                        <p:tgtEl>
                                          <p:spTgt spid="143"/>
                                        </p:tgtEl>
                                      </p:cBhvr>
                                    </p:animEffect>
                                    <p:set>
                                      <p:cBhvr>
                                        <p:cTn id="1428" dur="1" fill="hold">
                                          <p:stCondLst>
                                            <p:cond delay="419"/>
                                          </p:stCondLst>
                                        </p:cTn>
                                        <p:tgtEl>
                                          <p:spTgt spid="143"/>
                                        </p:tgtEl>
                                        <p:attrNameLst>
                                          <p:attrName>style.visibility</p:attrName>
                                        </p:attrNameLst>
                                      </p:cBhvr>
                                      <p:to>
                                        <p:strVal val="hidden"/>
                                      </p:to>
                                    </p:set>
                                  </p:childTnLst>
                                </p:cTn>
                              </p:par>
                              <p:par>
                                <p:cTn id="1429" presetID="10" presetClass="exit" presetSubtype="0" fill="hold" grpId="1" nodeType="withEffect">
                                  <p:stCondLst>
                                    <p:cond delay="0"/>
                                  </p:stCondLst>
                                  <p:childTnLst>
                                    <p:animEffect transition="out" filter="fade">
                                      <p:cBhvr>
                                        <p:cTn id="1430" dur="420"/>
                                        <p:tgtEl>
                                          <p:spTgt spid="144"/>
                                        </p:tgtEl>
                                      </p:cBhvr>
                                    </p:animEffect>
                                    <p:set>
                                      <p:cBhvr>
                                        <p:cTn id="1431" dur="1" fill="hold">
                                          <p:stCondLst>
                                            <p:cond delay="419"/>
                                          </p:stCondLst>
                                        </p:cTn>
                                        <p:tgtEl>
                                          <p:spTgt spid="144"/>
                                        </p:tgtEl>
                                        <p:attrNameLst>
                                          <p:attrName>style.visibility</p:attrName>
                                        </p:attrNameLst>
                                      </p:cBhvr>
                                      <p:to>
                                        <p:strVal val="hidden"/>
                                      </p:to>
                                    </p:set>
                                  </p:childTnLst>
                                </p:cTn>
                              </p:par>
                              <p:par>
                                <p:cTn id="1432" presetID="10" presetClass="exit" presetSubtype="0" fill="hold" grpId="1" nodeType="withEffect">
                                  <p:stCondLst>
                                    <p:cond delay="0"/>
                                  </p:stCondLst>
                                  <p:childTnLst>
                                    <p:animEffect transition="out" filter="fade">
                                      <p:cBhvr>
                                        <p:cTn id="1433" dur="420"/>
                                        <p:tgtEl>
                                          <p:spTgt spid="145"/>
                                        </p:tgtEl>
                                      </p:cBhvr>
                                    </p:animEffect>
                                    <p:set>
                                      <p:cBhvr>
                                        <p:cTn id="1434" dur="1" fill="hold">
                                          <p:stCondLst>
                                            <p:cond delay="419"/>
                                          </p:stCondLst>
                                        </p:cTn>
                                        <p:tgtEl>
                                          <p:spTgt spid="145"/>
                                        </p:tgtEl>
                                        <p:attrNameLst>
                                          <p:attrName>style.visibility</p:attrName>
                                        </p:attrNameLst>
                                      </p:cBhvr>
                                      <p:to>
                                        <p:strVal val="hidden"/>
                                      </p:to>
                                    </p:set>
                                  </p:childTnLst>
                                </p:cTn>
                              </p:par>
                              <p:par>
                                <p:cTn id="1435" presetID="10" presetClass="exit" presetSubtype="0" fill="hold" grpId="1" nodeType="withEffect">
                                  <p:stCondLst>
                                    <p:cond delay="0"/>
                                  </p:stCondLst>
                                  <p:childTnLst>
                                    <p:animEffect transition="out" filter="fade">
                                      <p:cBhvr>
                                        <p:cTn id="1436" dur="420"/>
                                        <p:tgtEl>
                                          <p:spTgt spid="146"/>
                                        </p:tgtEl>
                                      </p:cBhvr>
                                    </p:animEffect>
                                    <p:set>
                                      <p:cBhvr>
                                        <p:cTn id="1437" dur="1" fill="hold">
                                          <p:stCondLst>
                                            <p:cond delay="419"/>
                                          </p:stCondLst>
                                        </p:cTn>
                                        <p:tgtEl>
                                          <p:spTgt spid="146"/>
                                        </p:tgtEl>
                                        <p:attrNameLst>
                                          <p:attrName>style.visibility</p:attrName>
                                        </p:attrNameLst>
                                      </p:cBhvr>
                                      <p:to>
                                        <p:strVal val="hidden"/>
                                      </p:to>
                                    </p:set>
                                  </p:childTnLst>
                                </p:cTn>
                              </p:par>
                              <p:par>
                                <p:cTn id="1438" presetID="10" presetClass="exit" presetSubtype="0" fill="hold" grpId="1" nodeType="withEffect">
                                  <p:stCondLst>
                                    <p:cond delay="0"/>
                                  </p:stCondLst>
                                  <p:childTnLst>
                                    <p:animEffect transition="out" filter="fade">
                                      <p:cBhvr>
                                        <p:cTn id="1439" dur="420"/>
                                        <p:tgtEl>
                                          <p:spTgt spid="147"/>
                                        </p:tgtEl>
                                      </p:cBhvr>
                                    </p:animEffect>
                                    <p:set>
                                      <p:cBhvr>
                                        <p:cTn id="1440" dur="1" fill="hold">
                                          <p:stCondLst>
                                            <p:cond delay="419"/>
                                          </p:stCondLst>
                                        </p:cTn>
                                        <p:tgtEl>
                                          <p:spTgt spid="147"/>
                                        </p:tgtEl>
                                        <p:attrNameLst>
                                          <p:attrName>style.visibility</p:attrName>
                                        </p:attrNameLst>
                                      </p:cBhvr>
                                      <p:to>
                                        <p:strVal val="hidden"/>
                                      </p:to>
                                    </p:set>
                                  </p:childTnLst>
                                </p:cTn>
                              </p:par>
                              <p:par>
                                <p:cTn id="1441" presetID="10" presetClass="exit" presetSubtype="0" fill="hold" grpId="1" nodeType="withEffect">
                                  <p:stCondLst>
                                    <p:cond delay="0"/>
                                  </p:stCondLst>
                                  <p:childTnLst>
                                    <p:animEffect transition="out" filter="fade">
                                      <p:cBhvr>
                                        <p:cTn id="1442" dur="420"/>
                                        <p:tgtEl>
                                          <p:spTgt spid="148"/>
                                        </p:tgtEl>
                                      </p:cBhvr>
                                    </p:animEffect>
                                    <p:set>
                                      <p:cBhvr>
                                        <p:cTn id="1443" dur="1" fill="hold">
                                          <p:stCondLst>
                                            <p:cond delay="419"/>
                                          </p:stCondLst>
                                        </p:cTn>
                                        <p:tgtEl>
                                          <p:spTgt spid="148"/>
                                        </p:tgtEl>
                                        <p:attrNameLst>
                                          <p:attrName>style.visibility</p:attrName>
                                        </p:attrNameLst>
                                      </p:cBhvr>
                                      <p:to>
                                        <p:strVal val="hidden"/>
                                      </p:to>
                                    </p:set>
                                  </p:childTnLst>
                                </p:cTn>
                              </p:par>
                              <p:par>
                                <p:cTn id="1444" presetID="10" presetClass="exit" presetSubtype="0" fill="hold" grpId="1" nodeType="withEffect">
                                  <p:stCondLst>
                                    <p:cond delay="0"/>
                                  </p:stCondLst>
                                  <p:childTnLst>
                                    <p:animEffect transition="out" filter="fade">
                                      <p:cBhvr>
                                        <p:cTn id="1445" dur="420"/>
                                        <p:tgtEl>
                                          <p:spTgt spid="149"/>
                                        </p:tgtEl>
                                      </p:cBhvr>
                                    </p:animEffect>
                                    <p:set>
                                      <p:cBhvr>
                                        <p:cTn id="1446" dur="1" fill="hold">
                                          <p:stCondLst>
                                            <p:cond delay="419"/>
                                          </p:stCondLst>
                                        </p:cTn>
                                        <p:tgtEl>
                                          <p:spTgt spid="149"/>
                                        </p:tgtEl>
                                        <p:attrNameLst>
                                          <p:attrName>style.visibility</p:attrName>
                                        </p:attrNameLst>
                                      </p:cBhvr>
                                      <p:to>
                                        <p:strVal val="hidden"/>
                                      </p:to>
                                    </p:set>
                                  </p:childTnLst>
                                </p:cTn>
                              </p:par>
                              <p:par>
                                <p:cTn id="1447" presetID="10" presetClass="exit" presetSubtype="0" fill="hold" grpId="1" nodeType="withEffect">
                                  <p:stCondLst>
                                    <p:cond delay="0"/>
                                  </p:stCondLst>
                                  <p:childTnLst>
                                    <p:animEffect transition="out" filter="fade">
                                      <p:cBhvr>
                                        <p:cTn id="1448" dur="420"/>
                                        <p:tgtEl>
                                          <p:spTgt spid="150"/>
                                        </p:tgtEl>
                                      </p:cBhvr>
                                    </p:animEffect>
                                    <p:set>
                                      <p:cBhvr>
                                        <p:cTn id="1449" dur="1" fill="hold">
                                          <p:stCondLst>
                                            <p:cond delay="419"/>
                                          </p:stCondLst>
                                        </p:cTn>
                                        <p:tgtEl>
                                          <p:spTgt spid="150"/>
                                        </p:tgtEl>
                                        <p:attrNameLst>
                                          <p:attrName>style.visibility</p:attrName>
                                        </p:attrNameLst>
                                      </p:cBhvr>
                                      <p:to>
                                        <p:strVal val="hidden"/>
                                      </p:to>
                                    </p:set>
                                  </p:childTnLst>
                                </p:cTn>
                              </p:par>
                              <p:par>
                                <p:cTn id="1450" presetID="10" presetClass="exit" presetSubtype="0" fill="hold" grpId="1" nodeType="withEffect">
                                  <p:stCondLst>
                                    <p:cond delay="0"/>
                                  </p:stCondLst>
                                  <p:childTnLst>
                                    <p:animEffect transition="out" filter="fade">
                                      <p:cBhvr>
                                        <p:cTn id="1451" dur="420"/>
                                        <p:tgtEl>
                                          <p:spTgt spid="151"/>
                                        </p:tgtEl>
                                      </p:cBhvr>
                                    </p:animEffect>
                                    <p:set>
                                      <p:cBhvr>
                                        <p:cTn id="1452" dur="1" fill="hold">
                                          <p:stCondLst>
                                            <p:cond delay="419"/>
                                          </p:stCondLst>
                                        </p:cTn>
                                        <p:tgtEl>
                                          <p:spTgt spid="151"/>
                                        </p:tgtEl>
                                        <p:attrNameLst>
                                          <p:attrName>style.visibility</p:attrName>
                                        </p:attrNameLst>
                                      </p:cBhvr>
                                      <p:to>
                                        <p:strVal val="hidden"/>
                                      </p:to>
                                    </p:set>
                                  </p:childTnLst>
                                </p:cTn>
                              </p:par>
                              <p:par>
                                <p:cTn id="1453" presetID="10" presetClass="exit" presetSubtype="0" fill="hold" grpId="1" nodeType="withEffect">
                                  <p:stCondLst>
                                    <p:cond delay="0"/>
                                  </p:stCondLst>
                                  <p:childTnLst>
                                    <p:animEffect transition="out" filter="fade">
                                      <p:cBhvr>
                                        <p:cTn id="1454" dur="420"/>
                                        <p:tgtEl>
                                          <p:spTgt spid="152"/>
                                        </p:tgtEl>
                                      </p:cBhvr>
                                    </p:animEffect>
                                    <p:set>
                                      <p:cBhvr>
                                        <p:cTn id="1455" dur="1" fill="hold">
                                          <p:stCondLst>
                                            <p:cond delay="419"/>
                                          </p:stCondLst>
                                        </p:cTn>
                                        <p:tgtEl>
                                          <p:spTgt spid="152"/>
                                        </p:tgtEl>
                                        <p:attrNameLst>
                                          <p:attrName>style.visibility</p:attrName>
                                        </p:attrNameLst>
                                      </p:cBhvr>
                                      <p:to>
                                        <p:strVal val="hidden"/>
                                      </p:to>
                                    </p:set>
                                  </p:childTnLst>
                                </p:cTn>
                              </p:par>
                              <p:par>
                                <p:cTn id="1456" presetID="10" presetClass="exit" presetSubtype="0" fill="hold" grpId="1" nodeType="withEffect">
                                  <p:stCondLst>
                                    <p:cond delay="0"/>
                                  </p:stCondLst>
                                  <p:childTnLst>
                                    <p:animEffect transition="out" filter="fade">
                                      <p:cBhvr>
                                        <p:cTn id="1457" dur="420"/>
                                        <p:tgtEl>
                                          <p:spTgt spid="153"/>
                                        </p:tgtEl>
                                      </p:cBhvr>
                                    </p:animEffect>
                                    <p:set>
                                      <p:cBhvr>
                                        <p:cTn id="1458" dur="1" fill="hold">
                                          <p:stCondLst>
                                            <p:cond delay="419"/>
                                          </p:stCondLst>
                                        </p:cTn>
                                        <p:tgtEl>
                                          <p:spTgt spid="153"/>
                                        </p:tgtEl>
                                        <p:attrNameLst>
                                          <p:attrName>style.visibility</p:attrName>
                                        </p:attrNameLst>
                                      </p:cBhvr>
                                      <p:to>
                                        <p:strVal val="hidden"/>
                                      </p:to>
                                    </p:set>
                                  </p:childTnLst>
                                </p:cTn>
                              </p:par>
                              <p:par>
                                <p:cTn id="1459" presetID="10" presetClass="exit" presetSubtype="0" fill="hold" grpId="1" nodeType="withEffect">
                                  <p:stCondLst>
                                    <p:cond delay="0"/>
                                  </p:stCondLst>
                                  <p:childTnLst>
                                    <p:animEffect transition="out" filter="fade">
                                      <p:cBhvr>
                                        <p:cTn id="1460" dur="420"/>
                                        <p:tgtEl>
                                          <p:spTgt spid="159"/>
                                        </p:tgtEl>
                                      </p:cBhvr>
                                    </p:animEffect>
                                    <p:set>
                                      <p:cBhvr>
                                        <p:cTn id="1461" dur="1" fill="hold">
                                          <p:stCondLst>
                                            <p:cond delay="419"/>
                                          </p:stCondLst>
                                        </p:cTn>
                                        <p:tgtEl>
                                          <p:spTgt spid="159"/>
                                        </p:tgtEl>
                                        <p:attrNameLst>
                                          <p:attrName>style.visibility</p:attrName>
                                        </p:attrNameLst>
                                      </p:cBhvr>
                                      <p:to>
                                        <p:strVal val="hidden"/>
                                      </p:to>
                                    </p:set>
                                  </p:childTnLst>
                                </p:cTn>
                              </p:par>
                              <p:par>
                                <p:cTn id="1462" presetID="10" presetClass="exit" presetSubtype="0" fill="hold" grpId="1" nodeType="withEffect">
                                  <p:stCondLst>
                                    <p:cond delay="0"/>
                                  </p:stCondLst>
                                  <p:childTnLst>
                                    <p:animEffect transition="out" filter="fade">
                                      <p:cBhvr>
                                        <p:cTn id="1463" dur="420"/>
                                        <p:tgtEl>
                                          <p:spTgt spid="160"/>
                                        </p:tgtEl>
                                      </p:cBhvr>
                                    </p:animEffect>
                                    <p:set>
                                      <p:cBhvr>
                                        <p:cTn id="1464" dur="1" fill="hold">
                                          <p:stCondLst>
                                            <p:cond delay="419"/>
                                          </p:stCondLst>
                                        </p:cTn>
                                        <p:tgtEl>
                                          <p:spTgt spid="160"/>
                                        </p:tgtEl>
                                        <p:attrNameLst>
                                          <p:attrName>style.visibility</p:attrName>
                                        </p:attrNameLst>
                                      </p:cBhvr>
                                      <p:to>
                                        <p:strVal val="hidden"/>
                                      </p:to>
                                    </p:set>
                                  </p:childTnLst>
                                </p:cTn>
                              </p:par>
                              <p:par>
                                <p:cTn id="1465" presetID="10" presetClass="exit" presetSubtype="0" fill="hold" grpId="1" nodeType="withEffect">
                                  <p:stCondLst>
                                    <p:cond delay="0"/>
                                  </p:stCondLst>
                                  <p:childTnLst>
                                    <p:animEffect transition="out" filter="fade">
                                      <p:cBhvr>
                                        <p:cTn id="1466" dur="420"/>
                                        <p:tgtEl>
                                          <p:spTgt spid="161"/>
                                        </p:tgtEl>
                                      </p:cBhvr>
                                    </p:animEffect>
                                    <p:set>
                                      <p:cBhvr>
                                        <p:cTn id="1467" dur="1" fill="hold">
                                          <p:stCondLst>
                                            <p:cond delay="419"/>
                                          </p:stCondLst>
                                        </p:cTn>
                                        <p:tgtEl>
                                          <p:spTgt spid="161"/>
                                        </p:tgtEl>
                                        <p:attrNameLst>
                                          <p:attrName>style.visibility</p:attrName>
                                        </p:attrNameLst>
                                      </p:cBhvr>
                                      <p:to>
                                        <p:strVal val="hidden"/>
                                      </p:to>
                                    </p:set>
                                  </p:childTnLst>
                                </p:cTn>
                              </p:par>
                              <p:par>
                                <p:cTn id="1468" presetID="10" presetClass="exit" presetSubtype="0" fill="hold" grpId="1" nodeType="withEffect">
                                  <p:stCondLst>
                                    <p:cond delay="0"/>
                                  </p:stCondLst>
                                  <p:childTnLst>
                                    <p:animEffect transition="out" filter="fade">
                                      <p:cBhvr>
                                        <p:cTn id="1469" dur="420"/>
                                        <p:tgtEl>
                                          <p:spTgt spid="162"/>
                                        </p:tgtEl>
                                      </p:cBhvr>
                                    </p:animEffect>
                                    <p:set>
                                      <p:cBhvr>
                                        <p:cTn id="1470" dur="1" fill="hold">
                                          <p:stCondLst>
                                            <p:cond delay="419"/>
                                          </p:stCondLst>
                                        </p:cTn>
                                        <p:tgtEl>
                                          <p:spTgt spid="162"/>
                                        </p:tgtEl>
                                        <p:attrNameLst>
                                          <p:attrName>style.visibility</p:attrName>
                                        </p:attrNameLst>
                                      </p:cBhvr>
                                      <p:to>
                                        <p:strVal val="hidden"/>
                                      </p:to>
                                    </p:set>
                                  </p:childTnLst>
                                </p:cTn>
                              </p:par>
                              <p:par>
                                <p:cTn id="1471" presetID="10" presetClass="exit" presetSubtype="0" fill="hold" grpId="1" nodeType="withEffect">
                                  <p:stCondLst>
                                    <p:cond delay="0"/>
                                  </p:stCondLst>
                                  <p:childTnLst>
                                    <p:animEffect transition="out" filter="fade">
                                      <p:cBhvr>
                                        <p:cTn id="1472" dur="420"/>
                                        <p:tgtEl>
                                          <p:spTgt spid="163"/>
                                        </p:tgtEl>
                                      </p:cBhvr>
                                    </p:animEffect>
                                    <p:set>
                                      <p:cBhvr>
                                        <p:cTn id="1473" dur="1" fill="hold">
                                          <p:stCondLst>
                                            <p:cond delay="419"/>
                                          </p:stCondLst>
                                        </p:cTn>
                                        <p:tgtEl>
                                          <p:spTgt spid="163"/>
                                        </p:tgtEl>
                                        <p:attrNameLst>
                                          <p:attrName>style.visibility</p:attrName>
                                        </p:attrNameLst>
                                      </p:cBhvr>
                                      <p:to>
                                        <p:strVal val="hidden"/>
                                      </p:to>
                                    </p:set>
                                  </p:childTnLst>
                                </p:cTn>
                              </p:par>
                              <p:par>
                                <p:cTn id="1474" presetID="10" presetClass="exit" presetSubtype="0" fill="hold" grpId="1" nodeType="withEffect">
                                  <p:stCondLst>
                                    <p:cond delay="0"/>
                                  </p:stCondLst>
                                  <p:childTnLst>
                                    <p:animEffect transition="out" filter="fade">
                                      <p:cBhvr>
                                        <p:cTn id="1475" dur="420"/>
                                        <p:tgtEl>
                                          <p:spTgt spid="164"/>
                                        </p:tgtEl>
                                      </p:cBhvr>
                                    </p:animEffect>
                                    <p:set>
                                      <p:cBhvr>
                                        <p:cTn id="1476" dur="1" fill="hold">
                                          <p:stCondLst>
                                            <p:cond delay="419"/>
                                          </p:stCondLst>
                                        </p:cTn>
                                        <p:tgtEl>
                                          <p:spTgt spid="164"/>
                                        </p:tgtEl>
                                        <p:attrNameLst>
                                          <p:attrName>style.visibility</p:attrName>
                                        </p:attrNameLst>
                                      </p:cBhvr>
                                      <p:to>
                                        <p:strVal val="hidden"/>
                                      </p:to>
                                    </p:set>
                                  </p:childTnLst>
                                </p:cTn>
                              </p:par>
                              <p:par>
                                <p:cTn id="1477" presetID="10" presetClass="exit" presetSubtype="0" fill="hold" grpId="1" nodeType="withEffect">
                                  <p:stCondLst>
                                    <p:cond delay="0"/>
                                  </p:stCondLst>
                                  <p:childTnLst>
                                    <p:animEffect transition="out" filter="fade">
                                      <p:cBhvr>
                                        <p:cTn id="1478" dur="420"/>
                                        <p:tgtEl>
                                          <p:spTgt spid="165"/>
                                        </p:tgtEl>
                                      </p:cBhvr>
                                    </p:animEffect>
                                    <p:set>
                                      <p:cBhvr>
                                        <p:cTn id="1479" dur="1" fill="hold">
                                          <p:stCondLst>
                                            <p:cond delay="419"/>
                                          </p:stCondLst>
                                        </p:cTn>
                                        <p:tgtEl>
                                          <p:spTgt spid="165"/>
                                        </p:tgtEl>
                                        <p:attrNameLst>
                                          <p:attrName>style.visibility</p:attrName>
                                        </p:attrNameLst>
                                      </p:cBhvr>
                                      <p:to>
                                        <p:strVal val="hidden"/>
                                      </p:to>
                                    </p:set>
                                  </p:childTnLst>
                                </p:cTn>
                              </p:par>
                              <p:par>
                                <p:cTn id="1480" presetID="10" presetClass="exit" presetSubtype="0" fill="hold" grpId="1" nodeType="withEffect">
                                  <p:stCondLst>
                                    <p:cond delay="0"/>
                                  </p:stCondLst>
                                  <p:childTnLst>
                                    <p:animEffect transition="out" filter="fade">
                                      <p:cBhvr>
                                        <p:cTn id="1481" dur="420"/>
                                        <p:tgtEl>
                                          <p:spTgt spid="166"/>
                                        </p:tgtEl>
                                      </p:cBhvr>
                                    </p:animEffect>
                                    <p:set>
                                      <p:cBhvr>
                                        <p:cTn id="1482" dur="1" fill="hold">
                                          <p:stCondLst>
                                            <p:cond delay="419"/>
                                          </p:stCondLst>
                                        </p:cTn>
                                        <p:tgtEl>
                                          <p:spTgt spid="166"/>
                                        </p:tgtEl>
                                        <p:attrNameLst>
                                          <p:attrName>style.visibility</p:attrName>
                                        </p:attrNameLst>
                                      </p:cBhvr>
                                      <p:to>
                                        <p:strVal val="hidden"/>
                                      </p:to>
                                    </p:set>
                                  </p:childTnLst>
                                </p:cTn>
                              </p:par>
                              <p:par>
                                <p:cTn id="1483" presetID="10" presetClass="exit" presetSubtype="0" fill="hold" grpId="1" nodeType="withEffect">
                                  <p:stCondLst>
                                    <p:cond delay="0"/>
                                  </p:stCondLst>
                                  <p:childTnLst>
                                    <p:animEffect transition="out" filter="fade">
                                      <p:cBhvr>
                                        <p:cTn id="1484" dur="420"/>
                                        <p:tgtEl>
                                          <p:spTgt spid="167"/>
                                        </p:tgtEl>
                                      </p:cBhvr>
                                    </p:animEffect>
                                    <p:set>
                                      <p:cBhvr>
                                        <p:cTn id="1485" dur="1" fill="hold">
                                          <p:stCondLst>
                                            <p:cond delay="419"/>
                                          </p:stCondLst>
                                        </p:cTn>
                                        <p:tgtEl>
                                          <p:spTgt spid="167"/>
                                        </p:tgtEl>
                                        <p:attrNameLst>
                                          <p:attrName>style.visibility</p:attrName>
                                        </p:attrNameLst>
                                      </p:cBhvr>
                                      <p:to>
                                        <p:strVal val="hidden"/>
                                      </p:to>
                                    </p:set>
                                  </p:childTnLst>
                                </p:cTn>
                              </p:par>
                              <p:par>
                                <p:cTn id="1486" presetID="10" presetClass="exit" presetSubtype="0" fill="hold" grpId="1" nodeType="withEffect">
                                  <p:stCondLst>
                                    <p:cond delay="0"/>
                                  </p:stCondLst>
                                  <p:childTnLst>
                                    <p:animEffect transition="out" filter="fade">
                                      <p:cBhvr>
                                        <p:cTn id="1487" dur="420"/>
                                        <p:tgtEl>
                                          <p:spTgt spid="168"/>
                                        </p:tgtEl>
                                      </p:cBhvr>
                                    </p:animEffect>
                                    <p:set>
                                      <p:cBhvr>
                                        <p:cTn id="1488" dur="1" fill="hold">
                                          <p:stCondLst>
                                            <p:cond delay="419"/>
                                          </p:stCondLst>
                                        </p:cTn>
                                        <p:tgtEl>
                                          <p:spTgt spid="168"/>
                                        </p:tgtEl>
                                        <p:attrNameLst>
                                          <p:attrName>style.visibility</p:attrName>
                                        </p:attrNameLst>
                                      </p:cBhvr>
                                      <p:to>
                                        <p:strVal val="hidden"/>
                                      </p:to>
                                    </p:set>
                                  </p:childTnLst>
                                </p:cTn>
                              </p:par>
                              <p:par>
                                <p:cTn id="1489" presetID="10" presetClass="exit" presetSubtype="0" fill="hold" grpId="1" nodeType="withEffect">
                                  <p:stCondLst>
                                    <p:cond delay="0"/>
                                  </p:stCondLst>
                                  <p:childTnLst>
                                    <p:animEffect transition="out" filter="fade">
                                      <p:cBhvr>
                                        <p:cTn id="1490" dur="420"/>
                                        <p:tgtEl>
                                          <p:spTgt spid="169"/>
                                        </p:tgtEl>
                                      </p:cBhvr>
                                    </p:animEffect>
                                    <p:set>
                                      <p:cBhvr>
                                        <p:cTn id="1491" dur="1" fill="hold">
                                          <p:stCondLst>
                                            <p:cond delay="419"/>
                                          </p:stCondLst>
                                        </p:cTn>
                                        <p:tgtEl>
                                          <p:spTgt spid="169"/>
                                        </p:tgtEl>
                                        <p:attrNameLst>
                                          <p:attrName>style.visibility</p:attrName>
                                        </p:attrNameLst>
                                      </p:cBhvr>
                                      <p:to>
                                        <p:strVal val="hidden"/>
                                      </p:to>
                                    </p:set>
                                  </p:childTnLst>
                                </p:cTn>
                              </p:par>
                              <p:par>
                                <p:cTn id="1492" presetID="10" presetClass="exit" presetSubtype="0" fill="hold" grpId="1" nodeType="withEffect">
                                  <p:stCondLst>
                                    <p:cond delay="0"/>
                                  </p:stCondLst>
                                  <p:childTnLst>
                                    <p:animEffect transition="out" filter="fade">
                                      <p:cBhvr>
                                        <p:cTn id="1493" dur="420"/>
                                        <p:tgtEl>
                                          <p:spTgt spid="170"/>
                                        </p:tgtEl>
                                      </p:cBhvr>
                                    </p:animEffect>
                                    <p:set>
                                      <p:cBhvr>
                                        <p:cTn id="1494" dur="1" fill="hold">
                                          <p:stCondLst>
                                            <p:cond delay="419"/>
                                          </p:stCondLst>
                                        </p:cTn>
                                        <p:tgtEl>
                                          <p:spTgt spid="170"/>
                                        </p:tgtEl>
                                        <p:attrNameLst>
                                          <p:attrName>style.visibility</p:attrName>
                                        </p:attrNameLst>
                                      </p:cBhvr>
                                      <p:to>
                                        <p:strVal val="hidden"/>
                                      </p:to>
                                    </p:set>
                                  </p:childTnLst>
                                </p:cTn>
                              </p:par>
                              <p:par>
                                <p:cTn id="1495" presetID="10" presetClass="exit" presetSubtype="0" fill="hold" grpId="1" nodeType="withEffect">
                                  <p:stCondLst>
                                    <p:cond delay="0"/>
                                  </p:stCondLst>
                                  <p:childTnLst>
                                    <p:animEffect transition="out" filter="fade">
                                      <p:cBhvr>
                                        <p:cTn id="1496" dur="420"/>
                                        <p:tgtEl>
                                          <p:spTgt spid="171"/>
                                        </p:tgtEl>
                                      </p:cBhvr>
                                    </p:animEffect>
                                    <p:set>
                                      <p:cBhvr>
                                        <p:cTn id="1497" dur="1" fill="hold">
                                          <p:stCondLst>
                                            <p:cond delay="419"/>
                                          </p:stCondLst>
                                        </p:cTn>
                                        <p:tgtEl>
                                          <p:spTgt spid="171"/>
                                        </p:tgtEl>
                                        <p:attrNameLst>
                                          <p:attrName>style.visibility</p:attrName>
                                        </p:attrNameLst>
                                      </p:cBhvr>
                                      <p:to>
                                        <p:strVal val="hidden"/>
                                      </p:to>
                                    </p:set>
                                  </p:childTnLst>
                                </p:cTn>
                              </p:par>
                              <p:par>
                                <p:cTn id="1498" presetID="10" presetClass="exit" presetSubtype="0" fill="hold" grpId="1" nodeType="withEffect">
                                  <p:stCondLst>
                                    <p:cond delay="0"/>
                                  </p:stCondLst>
                                  <p:childTnLst>
                                    <p:animEffect transition="out" filter="fade">
                                      <p:cBhvr>
                                        <p:cTn id="1499" dur="420"/>
                                        <p:tgtEl>
                                          <p:spTgt spid="172"/>
                                        </p:tgtEl>
                                      </p:cBhvr>
                                    </p:animEffect>
                                    <p:set>
                                      <p:cBhvr>
                                        <p:cTn id="1500" dur="1" fill="hold">
                                          <p:stCondLst>
                                            <p:cond delay="419"/>
                                          </p:stCondLst>
                                        </p:cTn>
                                        <p:tgtEl>
                                          <p:spTgt spid="172"/>
                                        </p:tgtEl>
                                        <p:attrNameLst>
                                          <p:attrName>style.visibility</p:attrName>
                                        </p:attrNameLst>
                                      </p:cBhvr>
                                      <p:to>
                                        <p:strVal val="hidden"/>
                                      </p:to>
                                    </p:set>
                                  </p:childTnLst>
                                </p:cTn>
                              </p:par>
                              <p:par>
                                <p:cTn id="1501" presetID="10" presetClass="exit" presetSubtype="0" fill="hold" grpId="1" nodeType="withEffect">
                                  <p:stCondLst>
                                    <p:cond delay="0"/>
                                  </p:stCondLst>
                                  <p:childTnLst>
                                    <p:animEffect transition="out" filter="fade">
                                      <p:cBhvr>
                                        <p:cTn id="1502" dur="420"/>
                                        <p:tgtEl>
                                          <p:spTgt spid="173"/>
                                        </p:tgtEl>
                                      </p:cBhvr>
                                    </p:animEffect>
                                    <p:set>
                                      <p:cBhvr>
                                        <p:cTn id="1503" dur="1" fill="hold">
                                          <p:stCondLst>
                                            <p:cond delay="419"/>
                                          </p:stCondLst>
                                        </p:cTn>
                                        <p:tgtEl>
                                          <p:spTgt spid="173"/>
                                        </p:tgtEl>
                                        <p:attrNameLst>
                                          <p:attrName>style.visibility</p:attrName>
                                        </p:attrNameLst>
                                      </p:cBhvr>
                                      <p:to>
                                        <p:strVal val="hidden"/>
                                      </p:to>
                                    </p:set>
                                  </p:childTnLst>
                                </p:cTn>
                              </p:par>
                              <p:par>
                                <p:cTn id="1504" presetID="10" presetClass="exit" presetSubtype="0" fill="hold" grpId="1" nodeType="withEffect">
                                  <p:stCondLst>
                                    <p:cond delay="0"/>
                                  </p:stCondLst>
                                  <p:childTnLst>
                                    <p:animEffect transition="out" filter="fade">
                                      <p:cBhvr>
                                        <p:cTn id="1505" dur="420"/>
                                        <p:tgtEl>
                                          <p:spTgt spid="174"/>
                                        </p:tgtEl>
                                      </p:cBhvr>
                                    </p:animEffect>
                                    <p:set>
                                      <p:cBhvr>
                                        <p:cTn id="1506" dur="1" fill="hold">
                                          <p:stCondLst>
                                            <p:cond delay="419"/>
                                          </p:stCondLst>
                                        </p:cTn>
                                        <p:tgtEl>
                                          <p:spTgt spid="174"/>
                                        </p:tgtEl>
                                        <p:attrNameLst>
                                          <p:attrName>style.visibility</p:attrName>
                                        </p:attrNameLst>
                                      </p:cBhvr>
                                      <p:to>
                                        <p:strVal val="hidden"/>
                                      </p:to>
                                    </p:set>
                                  </p:childTnLst>
                                </p:cTn>
                              </p:par>
                              <p:par>
                                <p:cTn id="1507" presetID="10" presetClass="exit" presetSubtype="0" fill="hold" grpId="1" nodeType="withEffect">
                                  <p:stCondLst>
                                    <p:cond delay="0"/>
                                  </p:stCondLst>
                                  <p:childTnLst>
                                    <p:animEffect transition="out" filter="fade">
                                      <p:cBhvr>
                                        <p:cTn id="1508" dur="420"/>
                                        <p:tgtEl>
                                          <p:spTgt spid="175"/>
                                        </p:tgtEl>
                                      </p:cBhvr>
                                    </p:animEffect>
                                    <p:set>
                                      <p:cBhvr>
                                        <p:cTn id="1509" dur="1" fill="hold">
                                          <p:stCondLst>
                                            <p:cond delay="419"/>
                                          </p:stCondLst>
                                        </p:cTn>
                                        <p:tgtEl>
                                          <p:spTgt spid="175"/>
                                        </p:tgtEl>
                                        <p:attrNameLst>
                                          <p:attrName>style.visibility</p:attrName>
                                        </p:attrNameLst>
                                      </p:cBhvr>
                                      <p:to>
                                        <p:strVal val="hidden"/>
                                      </p:to>
                                    </p:set>
                                  </p:childTnLst>
                                </p:cTn>
                              </p:par>
                              <p:par>
                                <p:cTn id="1510" presetID="10" presetClass="exit" presetSubtype="0" fill="hold" grpId="1" nodeType="withEffect">
                                  <p:stCondLst>
                                    <p:cond delay="0"/>
                                  </p:stCondLst>
                                  <p:childTnLst>
                                    <p:animEffect transition="out" filter="fade">
                                      <p:cBhvr>
                                        <p:cTn id="1511" dur="420"/>
                                        <p:tgtEl>
                                          <p:spTgt spid="176"/>
                                        </p:tgtEl>
                                      </p:cBhvr>
                                    </p:animEffect>
                                    <p:set>
                                      <p:cBhvr>
                                        <p:cTn id="1512" dur="1" fill="hold">
                                          <p:stCondLst>
                                            <p:cond delay="419"/>
                                          </p:stCondLst>
                                        </p:cTn>
                                        <p:tgtEl>
                                          <p:spTgt spid="176"/>
                                        </p:tgtEl>
                                        <p:attrNameLst>
                                          <p:attrName>style.visibility</p:attrName>
                                        </p:attrNameLst>
                                      </p:cBhvr>
                                      <p:to>
                                        <p:strVal val="hidden"/>
                                      </p:to>
                                    </p:set>
                                  </p:childTnLst>
                                </p:cTn>
                              </p:par>
                              <p:par>
                                <p:cTn id="1513" presetID="10" presetClass="exit" presetSubtype="0" fill="hold" grpId="1" nodeType="withEffect">
                                  <p:stCondLst>
                                    <p:cond delay="0"/>
                                  </p:stCondLst>
                                  <p:childTnLst>
                                    <p:animEffect transition="out" filter="fade">
                                      <p:cBhvr>
                                        <p:cTn id="1514" dur="420"/>
                                        <p:tgtEl>
                                          <p:spTgt spid="177"/>
                                        </p:tgtEl>
                                      </p:cBhvr>
                                    </p:animEffect>
                                    <p:set>
                                      <p:cBhvr>
                                        <p:cTn id="1515" dur="1" fill="hold">
                                          <p:stCondLst>
                                            <p:cond delay="419"/>
                                          </p:stCondLst>
                                        </p:cTn>
                                        <p:tgtEl>
                                          <p:spTgt spid="177"/>
                                        </p:tgtEl>
                                        <p:attrNameLst>
                                          <p:attrName>style.visibility</p:attrName>
                                        </p:attrNameLst>
                                      </p:cBhvr>
                                      <p:to>
                                        <p:strVal val="hidden"/>
                                      </p:to>
                                    </p:set>
                                  </p:childTnLst>
                                </p:cTn>
                              </p:par>
                              <p:par>
                                <p:cTn id="1516" presetID="10" presetClass="exit" presetSubtype="0" fill="hold" grpId="1" nodeType="withEffect">
                                  <p:stCondLst>
                                    <p:cond delay="0"/>
                                  </p:stCondLst>
                                  <p:childTnLst>
                                    <p:animEffect transition="out" filter="fade">
                                      <p:cBhvr>
                                        <p:cTn id="1517" dur="420"/>
                                        <p:tgtEl>
                                          <p:spTgt spid="178"/>
                                        </p:tgtEl>
                                      </p:cBhvr>
                                    </p:animEffect>
                                    <p:set>
                                      <p:cBhvr>
                                        <p:cTn id="1518" dur="1" fill="hold">
                                          <p:stCondLst>
                                            <p:cond delay="419"/>
                                          </p:stCondLst>
                                        </p:cTn>
                                        <p:tgtEl>
                                          <p:spTgt spid="178"/>
                                        </p:tgtEl>
                                        <p:attrNameLst>
                                          <p:attrName>style.visibility</p:attrName>
                                        </p:attrNameLst>
                                      </p:cBhvr>
                                      <p:to>
                                        <p:strVal val="hidden"/>
                                      </p:to>
                                    </p:set>
                                  </p:childTnLst>
                                </p:cTn>
                              </p:par>
                              <p:par>
                                <p:cTn id="1519" presetID="10" presetClass="exit" presetSubtype="0" fill="hold" grpId="1" nodeType="withEffect">
                                  <p:stCondLst>
                                    <p:cond delay="0"/>
                                  </p:stCondLst>
                                  <p:childTnLst>
                                    <p:animEffect transition="out" filter="fade">
                                      <p:cBhvr>
                                        <p:cTn id="1520" dur="420"/>
                                        <p:tgtEl>
                                          <p:spTgt spid="184"/>
                                        </p:tgtEl>
                                      </p:cBhvr>
                                    </p:animEffect>
                                    <p:set>
                                      <p:cBhvr>
                                        <p:cTn id="1521" dur="1" fill="hold">
                                          <p:stCondLst>
                                            <p:cond delay="419"/>
                                          </p:stCondLst>
                                        </p:cTn>
                                        <p:tgtEl>
                                          <p:spTgt spid="184"/>
                                        </p:tgtEl>
                                        <p:attrNameLst>
                                          <p:attrName>style.visibility</p:attrName>
                                        </p:attrNameLst>
                                      </p:cBhvr>
                                      <p:to>
                                        <p:strVal val="hidden"/>
                                      </p:to>
                                    </p:set>
                                  </p:childTnLst>
                                </p:cTn>
                              </p:par>
                              <p:par>
                                <p:cTn id="1522" presetID="10" presetClass="exit" presetSubtype="0" fill="hold" grpId="1" nodeType="withEffect">
                                  <p:stCondLst>
                                    <p:cond delay="0"/>
                                  </p:stCondLst>
                                  <p:childTnLst>
                                    <p:animEffect transition="out" filter="fade">
                                      <p:cBhvr>
                                        <p:cTn id="1523" dur="420"/>
                                        <p:tgtEl>
                                          <p:spTgt spid="185"/>
                                        </p:tgtEl>
                                      </p:cBhvr>
                                    </p:animEffect>
                                    <p:set>
                                      <p:cBhvr>
                                        <p:cTn id="1524" dur="1" fill="hold">
                                          <p:stCondLst>
                                            <p:cond delay="419"/>
                                          </p:stCondLst>
                                        </p:cTn>
                                        <p:tgtEl>
                                          <p:spTgt spid="185"/>
                                        </p:tgtEl>
                                        <p:attrNameLst>
                                          <p:attrName>style.visibility</p:attrName>
                                        </p:attrNameLst>
                                      </p:cBhvr>
                                      <p:to>
                                        <p:strVal val="hidden"/>
                                      </p:to>
                                    </p:set>
                                  </p:childTnLst>
                                </p:cTn>
                              </p:par>
                              <p:par>
                                <p:cTn id="1525" presetID="10" presetClass="exit" presetSubtype="0" fill="hold" grpId="1" nodeType="withEffect">
                                  <p:stCondLst>
                                    <p:cond delay="0"/>
                                  </p:stCondLst>
                                  <p:childTnLst>
                                    <p:animEffect transition="out" filter="fade">
                                      <p:cBhvr>
                                        <p:cTn id="1526" dur="420"/>
                                        <p:tgtEl>
                                          <p:spTgt spid="186"/>
                                        </p:tgtEl>
                                      </p:cBhvr>
                                    </p:animEffect>
                                    <p:set>
                                      <p:cBhvr>
                                        <p:cTn id="1527" dur="1" fill="hold">
                                          <p:stCondLst>
                                            <p:cond delay="419"/>
                                          </p:stCondLst>
                                        </p:cTn>
                                        <p:tgtEl>
                                          <p:spTgt spid="186"/>
                                        </p:tgtEl>
                                        <p:attrNameLst>
                                          <p:attrName>style.visibility</p:attrName>
                                        </p:attrNameLst>
                                      </p:cBhvr>
                                      <p:to>
                                        <p:strVal val="hidden"/>
                                      </p:to>
                                    </p:set>
                                  </p:childTnLst>
                                </p:cTn>
                              </p:par>
                              <p:par>
                                <p:cTn id="1528" presetID="10" presetClass="exit" presetSubtype="0" fill="hold" grpId="1" nodeType="withEffect">
                                  <p:stCondLst>
                                    <p:cond delay="0"/>
                                  </p:stCondLst>
                                  <p:childTnLst>
                                    <p:animEffect transition="out" filter="fade">
                                      <p:cBhvr>
                                        <p:cTn id="1529" dur="420"/>
                                        <p:tgtEl>
                                          <p:spTgt spid="187"/>
                                        </p:tgtEl>
                                      </p:cBhvr>
                                    </p:animEffect>
                                    <p:set>
                                      <p:cBhvr>
                                        <p:cTn id="1530" dur="1" fill="hold">
                                          <p:stCondLst>
                                            <p:cond delay="419"/>
                                          </p:stCondLst>
                                        </p:cTn>
                                        <p:tgtEl>
                                          <p:spTgt spid="187"/>
                                        </p:tgtEl>
                                        <p:attrNameLst>
                                          <p:attrName>style.visibility</p:attrName>
                                        </p:attrNameLst>
                                      </p:cBhvr>
                                      <p:to>
                                        <p:strVal val="hidden"/>
                                      </p:to>
                                    </p:set>
                                  </p:childTnLst>
                                </p:cTn>
                              </p:par>
                              <p:par>
                                <p:cTn id="1531" presetID="10" presetClass="exit" presetSubtype="0" fill="hold" grpId="1" nodeType="withEffect">
                                  <p:stCondLst>
                                    <p:cond delay="0"/>
                                  </p:stCondLst>
                                  <p:childTnLst>
                                    <p:animEffect transition="out" filter="fade">
                                      <p:cBhvr>
                                        <p:cTn id="1532" dur="420"/>
                                        <p:tgtEl>
                                          <p:spTgt spid="188"/>
                                        </p:tgtEl>
                                      </p:cBhvr>
                                    </p:animEffect>
                                    <p:set>
                                      <p:cBhvr>
                                        <p:cTn id="1533" dur="1" fill="hold">
                                          <p:stCondLst>
                                            <p:cond delay="419"/>
                                          </p:stCondLst>
                                        </p:cTn>
                                        <p:tgtEl>
                                          <p:spTgt spid="188"/>
                                        </p:tgtEl>
                                        <p:attrNameLst>
                                          <p:attrName>style.visibility</p:attrName>
                                        </p:attrNameLst>
                                      </p:cBhvr>
                                      <p:to>
                                        <p:strVal val="hidden"/>
                                      </p:to>
                                    </p:set>
                                  </p:childTnLst>
                                </p:cTn>
                              </p:par>
                              <p:par>
                                <p:cTn id="1534" presetID="10" presetClass="exit" presetSubtype="0" fill="hold" grpId="1" nodeType="withEffect">
                                  <p:stCondLst>
                                    <p:cond delay="0"/>
                                  </p:stCondLst>
                                  <p:childTnLst>
                                    <p:animEffect transition="out" filter="fade">
                                      <p:cBhvr>
                                        <p:cTn id="1535" dur="420"/>
                                        <p:tgtEl>
                                          <p:spTgt spid="189"/>
                                        </p:tgtEl>
                                      </p:cBhvr>
                                    </p:animEffect>
                                    <p:set>
                                      <p:cBhvr>
                                        <p:cTn id="1536" dur="1" fill="hold">
                                          <p:stCondLst>
                                            <p:cond delay="419"/>
                                          </p:stCondLst>
                                        </p:cTn>
                                        <p:tgtEl>
                                          <p:spTgt spid="189"/>
                                        </p:tgtEl>
                                        <p:attrNameLst>
                                          <p:attrName>style.visibility</p:attrName>
                                        </p:attrNameLst>
                                      </p:cBhvr>
                                      <p:to>
                                        <p:strVal val="hidden"/>
                                      </p:to>
                                    </p:set>
                                  </p:childTnLst>
                                </p:cTn>
                              </p:par>
                              <p:par>
                                <p:cTn id="1537" presetID="10" presetClass="exit" presetSubtype="0" fill="hold" grpId="1" nodeType="withEffect">
                                  <p:stCondLst>
                                    <p:cond delay="0"/>
                                  </p:stCondLst>
                                  <p:childTnLst>
                                    <p:animEffect transition="out" filter="fade">
                                      <p:cBhvr>
                                        <p:cTn id="1538" dur="420"/>
                                        <p:tgtEl>
                                          <p:spTgt spid="190"/>
                                        </p:tgtEl>
                                      </p:cBhvr>
                                    </p:animEffect>
                                    <p:set>
                                      <p:cBhvr>
                                        <p:cTn id="1539" dur="1" fill="hold">
                                          <p:stCondLst>
                                            <p:cond delay="419"/>
                                          </p:stCondLst>
                                        </p:cTn>
                                        <p:tgtEl>
                                          <p:spTgt spid="190"/>
                                        </p:tgtEl>
                                        <p:attrNameLst>
                                          <p:attrName>style.visibility</p:attrName>
                                        </p:attrNameLst>
                                      </p:cBhvr>
                                      <p:to>
                                        <p:strVal val="hidden"/>
                                      </p:to>
                                    </p:set>
                                  </p:childTnLst>
                                </p:cTn>
                              </p:par>
                              <p:par>
                                <p:cTn id="1540" presetID="10" presetClass="exit" presetSubtype="0" fill="hold" grpId="1" nodeType="withEffect">
                                  <p:stCondLst>
                                    <p:cond delay="0"/>
                                  </p:stCondLst>
                                  <p:childTnLst>
                                    <p:animEffect transition="out" filter="fade">
                                      <p:cBhvr>
                                        <p:cTn id="1541" dur="420"/>
                                        <p:tgtEl>
                                          <p:spTgt spid="191"/>
                                        </p:tgtEl>
                                      </p:cBhvr>
                                    </p:animEffect>
                                    <p:set>
                                      <p:cBhvr>
                                        <p:cTn id="1542" dur="1" fill="hold">
                                          <p:stCondLst>
                                            <p:cond delay="419"/>
                                          </p:stCondLst>
                                        </p:cTn>
                                        <p:tgtEl>
                                          <p:spTgt spid="191"/>
                                        </p:tgtEl>
                                        <p:attrNameLst>
                                          <p:attrName>style.visibility</p:attrName>
                                        </p:attrNameLst>
                                      </p:cBhvr>
                                      <p:to>
                                        <p:strVal val="hidden"/>
                                      </p:to>
                                    </p:set>
                                  </p:childTnLst>
                                </p:cTn>
                              </p:par>
                              <p:par>
                                <p:cTn id="1543" presetID="10" presetClass="exit" presetSubtype="0" fill="hold" grpId="1" nodeType="withEffect">
                                  <p:stCondLst>
                                    <p:cond delay="0"/>
                                  </p:stCondLst>
                                  <p:childTnLst>
                                    <p:animEffect transition="out" filter="fade">
                                      <p:cBhvr>
                                        <p:cTn id="1544" dur="420"/>
                                        <p:tgtEl>
                                          <p:spTgt spid="192"/>
                                        </p:tgtEl>
                                      </p:cBhvr>
                                    </p:animEffect>
                                    <p:set>
                                      <p:cBhvr>
                                        <p:cTn id="1545" dur="1" fill="hold">
                                          <p:stCondLst>
                                            <p:cond delay="419"/>
                                          </p:stCondLst>
                                        </p:cTn>
                                        <p:tgtEl>
                                          <p:spTgt spid="192"/>
                                        </p:tgtEl>
                                        <p:attrNameLst>
                                          <p:attrName>style.visibility</p:attrName>
                                        </p:attrNameLst>
                                      </p:cBhvr>
                                      <p:to>
                                        <p:strVal val="hidden"/>
                                      </p:to>
                                    </p:set>
                                  </p:childTnLst>
                                </p:cTn>
                              </p:par>
                              <p:par>
                                <p:cTn id="1546" presetID="10" presetClass="exit" presetSubtype="0" fill="hold" grpId="1" nodeType="withEffect">
                                  <p:stCondLst>
                                    <p:cond delay="0"/>
                                  </p:stCondLst>
                                  <p:childTnLst>
                                    <p:animEffect transition="out" filter="fade">
                                      <p:cBhvr>
                                        <p:cTn id="1547" dur="420"/>
                                        <p:tgtEl>
                                          <p:spTgt spid="193"/>
                                        </p:tgtEl>
                                      </p:cBhvr>
                                    </p:animEffect>
                                    <p:set>
                                      <p:cBhvr>
                                        <p:cTn id="1548" dur="1" fill="hold">
                                          <p:stCondLst>
                                            <p:cond delay="419"/>
                                          </p:stCondLst>
                                        </p:cTn>
                                        <p:tgtEl>
                                          <p:spTgt spid="193"/>
                                        </p:tgtEl>
                                        <p:attrNameLst>
                                          <p:attrName>style.visibility</p:attrName>
                                        </p:attrNameLst>
                                      </p:cBhvr>
                                      <p:to>
                                        <p:strVal val="hidden"/>
                                      </p:to>
                                    </p:set>
                                  </p:childTnLst>
                                </p:cTn>
                              </p:par>
                              <p:par>
                                <p:cTn id="1549" presetID="10" presetClass="exit" presetSubtype="0" fill="hold" grpId="1" nodeType="withEffect">
                                  <p:stCondLst>
                                    <p:cond delay="0"/>
                                  </p:stCondLst>
                                  <p:childTnLst>
                                    <p:animEffect transition="out" filter="fade">
                                      <p:cBhvr>
                                        <p:cTn id="1550" dur="420"/>
                                        <p:tgtEl>
                                          <p:spTgt spid="194"/>
                                        </p:tgtEl>
                                      </p:cBhvr>
                                    </p:animEffect>
                                    <p:set>
                                      <p:cBhvr>
                                        <p:cTn id="1551" dur="1" fill="hold">
                                          <p:stCondLst>
                                            <p:cond delay="419"/>
                                          </p:stCondLst>
                                        </p:cTn>
                                        <p:tgtEl>
                                          <p:spTgt spid="194"/>
                                        </p:tgtEl>
                                        <p:attrNameLst>
                                          <p:attrName>style.visibility</p:attrName>
                                        </p:attrNameLst>
                                      </p:cBhvr>
                                      <p:to>
                                        <p:strVal val="hidden"/>
                                      </p:to>
                                    </p:set>
                                  </p:childTnLst>
                                </p:cTn>
                              </p:par>
                              <p:par>
                                <p:cTn id="1552" presetID="10" presetClass="exit" presetSubtype="0" fill="hold" grpId="1" nodeType="withEffect">
                                  <p:stCondLst>
                                    <p:cond delay="0"/>
                                  </p:stCondLst>
                                  <p:childTnLst>
                                    <p:animEffect transition="out" filter="fade">
                                      <p:cBhvr>
                                        <p:cTn id="1553" dur="420"/>
                                        <p:tgtEl>
                                          <p:spTgt spid="195"/>
                                        </p:tgtEl>
                                      </p:cBhvr>
                                    </p:animEffect>
                                    <p:set>
                                      <p:cBhvr>
                                        <p:cTn id="1554" dur="1" fill="hold">
                                          <p:stCondLst>
                                            <p:cond delay="419"/>
                                          </p:stCondLst>
                                        </p:cTn>
                                        <p:tgtEl>
                                          <p:spTgt spid="195"/>
                                        </p:tgtEl>
                                        <p:attrNameLst>
                                          <p:attrName>style.visibility</p:attrName>
                                        </p:attrNameLst>
                                      </p:cBhvr>
                                      <p:to>
                                        <p:strVal val="hidden"/>
                                      </p:to>
                                    </p:set>
                                  </p:childTnLst>
                                </p:cTn>
                              </p:par>
                              <p:par>
                                <p:cTn id="1555" presetID="10" presetClass="exit" presetSubtype="0" fill="hold" grpId="1" nodeType="withEffect">
                                  <p:stCondLst>
                                    <p:cond delay="0"/>
                                  </p:stCondLst>
                                  <p:childTnLst>
                                    <p:animEffect transition="out" filter="fade">
                                      <p:cBhvr>
                                        <p:cTn id="1556" dur="420"/>
                                        <p:tgtEl>
                                          <p:spTgt spid="196"/>
                                        </p:tgtEl>
                                      </p:cBhvr>
                                    </p:animEffect>
                                    <p:set>
                                      <p:cBhvr>
                                        <p:cTn id="1557" dur="1" fill="hold">
                                          <p:stCondLst>
                                            <p:cond delay="419"/>
                                          </p:stCondLst>
                                        </p:cTn>
                                        <p:tgtEl>
                                          <p:spTgt spid="196"/>
                                        </p:tgtEl>
                                        <p:attrNameLst>
                                          <p:attrName>style.visibility</p:attrName>
                                        </p:attrNameLst>
                                      </p:cBhvr>
                                      <p:to>
                                        <p:strVal val="hidden"/>
                                      </p:to>
                                    </p:set>
                                  </p:childTnLst>
                                </p:cTn>
                              </p:par>
                              <p:par>
                                <p:cTn id="1558" presetID="10" presetClass="exit" presetSubtype="0" fill="hold" grpId="1" nodeType="withEffect">
                                  <p:stCondLst>
                                    <p:cond delay="0"/>
                                  </p:stCondLst>
                                  <p:childTnLst>
                                    <p:animEffect transition="out" filter="fade">
                                      <p:cBhvr>
                                        <p:cTn id="1559" dur="420"/>
                                        <p:tgtEl>
                                          <p:spTgt spid="197"/>
                                        </p:tgtEl>
                                      </p:cBhvr>
                                    </p:animEffect>
                                    <p:set>
                                      <p:cBhvr>
                                        <p:cTn id="1560" dur="1" fill="hold">
                                          <p:stCondLst>
                                            <p:cond delay="419"/>
                                          </p:stCondLst>
                                        </p:cTn>
                                        <p:tgtEl>
                                          <p:spTgt spid="197"/>
                                        </p:tgtEl>
                                        <p:attrNameLst>
                                          <p:attrName>style.visibility</p:attrName>
                                        </p:attrNameLst>
                                      </p:cBhvr>
                                      <p:to>
                                        <p:strVal val="hidden"/>
                                      </p:to>
                                    </p:set>
                                  </p:childTnLst>
                                </p:cTn>
                              </p:par>
                              <p:par>
                                <p:cTn id="1561" presetID="10" presetClass="exit" presetSubtype="0" fill="hold" grpId="1" nodeType="withEffect">
                                  <p:stCondLst>
                                    <p:cond delay="0"/>
                                  </p:stCondLst>
                                  <p:childTnLst>
                                    <p:animEffect transition="out" filter="fade">
                                      <p:cBhvr>
                                        <p:cTn id="1562" dur="420"/>
                                        <p:tgtEl>
                                          <p:spTgt spid="198"/>
                                        </p:tgtEl>
                                      </p:cBhvr>
                                    </p:animEffect>
                                    <p:set>
                                      <p:cBhvr>
                                        <p:cTn id="1563" dur="1" fill="hold">
                                          <p:stCondLst>
                                            <p:cond delay="419"/>
                                          </p:stCondLst>
                                        </p:cTn>
                                        <p:tgtEl>
                                          <p:spTgt spid="198"/>
                                        </p:tgtEl>
                                        <p:attrNameLst>
                                          <p:attrName>style.visibility</p:attrName>
                                        </p:attrNameLst>
                                      </p:cBhvr>
                                      <p:to>
                                        <p:strVal val="hidden"/>
                                      </p:to>
                                    </p:set>
                                  </p:childTnLst>
                                </p:cTn>
                              </p:par>
                              <p:par>
                                <p:cTn id="1564" presetID="10" presetClass="exit" presetSubtype="0" fill="hold" grpId="1" nodeType="withEffect">
                                  <p:stCondLst>
                                    <p:cond delay="0"/>
                                  </p:stCondLst>
                                  <p:childTnLst>
                                    <p:animEffect transition="out" filter="fade">
                                      <p:cBhvr>
                                        <p:cTn id="1565" dur="420"/>
                                        <p:tgtEl>
                                          <p:spTgt spid="199"/>
                                        </p:tgtEl>
                                      </p:cBhvr>
                                    </p:animEffect>
                                    <p:set>
                                      <p:cBhvr>
                                        <p:cTn id="1566" dur="1" fill="hold">
                                          <p:stCondLst>
                                            <p:cond delay="419"/>
                                          </p:stCondLst>
                                        </p:cTn>
                                        <p:tgtEl>
                                          <p:spTgt spid="199"/>
                                        </p:tgtEl>
                                        <p:attrNameLst>
                                          <p:attrName>style.visibility</p:attrName>
                                        </p:attrNameLst>
                                      </p:cBhvr>
                                      <p:to>
                                        <p:strVal val="hidden"/>
                                      </p:to>
                                    </p:set>
                                  </p:childTnLst>
                                </p:cTn>
                              </p:par>
                              <p:par>
                                <p:cTn id="1567" presetID="10" presetClass="exit" presetSubtype="0" fill="hold" grpId="1" nodeType="withEffect">
                                  <p:stCondLst>
                                    <p:cond delay="0"/>
                                  </p:stCondLst>
                                  <p:childTnLst>
                                    <p:animEffect transition="out" filter="fade">
                                      <p:cBhvr>
                                        <p:cTn id="1568" dur="420"/>
                                        <p:tgtEl>
                                          <p:spTgt spid="200"/>
                                        </p:tgtEl>
                                      </p:cBhvr>
                                    </p:animEffect>
                                    <p:set>
                                      <p:cBhvr>
                                        <p:cTn id="1569" dur="1" fill="hold">
                                          <p:stCondLst>
                                            <p:cond delay="419"/>
                                          </p:stCondLst>
                                        </p:cTn>
                                        <p:tgtEl>
                                          <p:spTgt spid="200"/>
                                        </p:tgtEl>
                                        <p:attrNameLst>
                                          <p:attrName>style.visibility</p:attrName>
                                        </p:attrNameLst>
                                      </p:cBhvr>
                                      <p:to>
                                        <p:strVal val="hidden"/>
                                      </p:to>
                                    </p:set>
                                  </p:childTnLst>
                                </p:cTn>
                              </p:par>
                              <p:par>
                                <p:cTn id="1570" presetID="10" presetClass="exit" presetSubtype="0" fill="hold" grpId="1" nodeType="withEffect">
                                  <p:stCondLst>
                                    <p:cond delay="0"/>
                                  </p:stCondLst>
                                  <p:childTnLst>
                                    <p:animEffect transition="out" filter="fade">
                                      <p:cBhvr>
                                        <p:cTn id="1571" dur="420"/>
                                        <p:tgtEl>
                                          <p:spTgt spid="201"/>
                                        </p:tgtEl>
                                      </p:cBhvr>
                                    </p:animEffect>
                                    <p:set>
                                      <p:cBhvr>
                                        <p:cTn id="1572" dur="1" fill="hold">
                                          <p:stCondLst>
                                            <p:cond delay="419"/>
                                          </p:stCondLst>
                                        </p:cTn>
                                        <p:tgtEl>
                                          <p:spTgt spid="201"/>
                                        </p:tgtEl>
                                        <p:attrNameLst>
                                          <p:attrName>style.visibility</p:attrName>
                                        </p:attrNameLst>
                                      </p:cBhvr>
                                      <p:to>
                                        <p:strVal val="hidden"/>
                                      </p:to>
                                    </p:set>
                                  </p:childTnLst>
                                </p:cTn>
                              </p:par>
                              <p:par>
                                <p:cTn id="1573" presetID="10" presetClass="exit" presetSubtype="0" fill="hold" grpId="1" nodeType="withEffect">
                                  <p:stCondLst>
                                    <p:cond delay="0"/>
                                  </p:stCondLst>
                                  <p:childTnLst>
                                    <p:animEffect transition="out" filter="fade">
                                      <p:cBhvr>
                                        <p:cTn id="1574" dur="420"/>
                                        <p:tgtEl>
                                          <p:spTgt spid="202"/>
                                        </p:tgtEl>
                                      </p:cBhvr>
                                    </p:animEffect>
                                    <p:set>
                                      <p:cBhvr>
                                        <p:cTn id="1575" dur="1" fill="hold">
                                          <p:stCondLst>
                                            <p:cond delay="419"/>
                                          </p:stCondLst>
                                        </p:cTn>
                                        <p:tgtEl>
                                          <p:spTgt spid="202"/>
                                        </p:tgtEl>
                                        <p:attrNameLst>
                                          <p:attrName>style.visibility</p:attrName>
                                        </p:attrNameLst>
                                      </p:cBhvr>
                                      <p:to>
                                        <p:strVal val="hidden"/>
                                      </p:to>
                                    </p:set>
                                  </p:childTnLst>
                                </p:cTn>
                              </p:par>
                              <p:par>
                                <p:cTn id="1576" presetID="10" presetClass="exit" presetSubtype="0" fill="hold" grpId="1" nodeType="withEffect">
                                  <p:stCondLst>
                                    <p:cond delay="0"/>
                                  </p:stCondLst>
                                  <p:childTnLst>
                                    <p:animEffect transition="out" filter="fade">
                                      <p:cBhvr>
                                        <p:cTn id="1577" dur="420"/>
                                        <p:tgtEl>
                                          <p:spTgt spid="208"/>
                                        </p:tgtEl>
                                      </p:cBhvr>
                                    </p:animEffect>
                                    <p:set>
                                      <p:cBhvr>
                                        <p:cTn id="1578" dur="1" fill="hold">
                                          <p:stCondLst>
                                            <p:cond delay="419"/>
                                          </p:stCondLst>
                                        </p:cTn>
                                        <p:tgtEl>
                                          <p:spTgt spid="208"/>
                                        </p:tgtEl>
                                        <p:attrNameLst>
                                          <p:attrName>style.visibility</p:attrName>
                                        </p:attrNameLst>
                                      </p:cBhvr>
                                      <p:to>
                                        <p:strVal val="hidden"/>
                                      </p:to>
                                    </p:set>
                                  </p:childTnLst>
                                </p:cTn>
                              </p:par>
                              <p:par>
                                <p:cTn id="1579" presetID="10" presetClass="exit" presetSubtype="0" fill="hold" grpId="0" nodeType="withEffect">
                                  <p:stCondLst>
                                    <p:cond delay="0"/>
                                  </p:stCondLst>
                                  <p:childTnLst>
                                    <p:animEffect transition="out" filter="fade">
                                      <p:cBhvr>
                                        <p:cTn id="1580" dur="420"/>
                                        <p:tgtEl>
                                          <p:spTgt spid="339"/>
                                        </p:tgtEl>
                                      </p:cBhvr>
                                    </p:animEffect>
                                    <p:set>
                                      <p:cBhvr>
                                        <p:cTn id="1581" dur="1" fill="hold">
                                          <p:stCondLst>
                                            <p:cond delay="419"/>
                                          </p:stCondLst>
                                        </p:cTn>
                                        <p:tgtEl>
                                          <p:spTgt spid="339"/>
                                        </p:tgtEl>
                                        <p:attrNameLst>
                                          <p:attrName>style.visibility</p:attrName>
                                        </p:attrNameLst>
                                      </p:cBhvr>
                                      <p:to>
                                        <p:strVal val="hidden"/>
                                      </p:to>
                                    </p:set>
                                  </p:childTnLst>
                                </p:cTn>
                              </p:par>
                              <p:par>
                                <p:cTn id="1582" presetID="10" presetClass="exit" presetSubtype="0" fill="hold" grpId="0" nodeType="withEffect">
                                  <p:stCondLst>
                                    <p:cond delay="0"/>
                                  </p:stCondLst>
                                  <p:childTnLst>
                                    <p:animEffect transition="out" filter="fade">
                                      <p:cBhvr>
                                        <p:cTn id="1583" dur="420"/>
                                        <p:tgtEl>
                                          <p:spTgt spid="340"/>
                                        </p:tgtEl>
                                      </p:cBhvr>
                                    </p:animEffect>
                                    <p:set>
                                      <p:cBhvr>
                                        <p:cTn id="1584" dur="1" fill="hold">
                                          <p:stCondLst>
                                            <p:cond delay="419"/>
                                          </p:stCondLst>
                                        </p:cTn>
                                        <p:tgtEl>
                                          <p:spTgt spid="340"/>
                                        </p:tgtEl>
                                        <p:attrNameLst>
                                          <p:attrName>style.visibility</p:attrName>
                                        </p:attrNameLst>
                                      </p:cBhvr>
                                      <p:to>
                                        <p:strVal val="hidden"/>
                                      </p:to>
                                    </p:set>
                                  </p:childTnLst>
                                </p:cTn>
                              </p:par>
                              <p:par>
                                <p:cTn id="1585" presetID="10" presetClass="exit" presetSubtype="0" fill="hold" grpId="1" nodeType="withEffect">
                                  <p:stCondLst>
                                    <p:cond delay="0"/>
                                  </p:stCondLst>
                                  <p:childTnLst>
                                    <p:animEffect transition="out" filter="fade">
                                      <p:cBhvr>
                                        <p:cTn id="1586" dur="420"/>
                                        <p:tgtEl>
                                          <p:spTgt spid="341"/>
                                        </p:tgtEl>
                                      </p:cBhvr>
                                    </p:animEffect>
                                    <p:set>
                                      <p:cBhvr>
                                        <p:cTn id="1587" dur="1" fill="hold">
                                          <p:stCondLst>
                                            <p:cond delay="419"/>
                                          </p:stCondLst>
                                        </p:cTn>
                                        <p:tgtEl>
                                          <p:spTgt spid="341"/>
                                        </p:tgtEl>
                                        <p:attrNameLst>
                                          <p:attrName>style.visibility</p:attrName>
                                        </p:attrNameLst>
                                      </p:cBhvr>
                                      <p:to>
                                        <p:strVal val="hidden"/>
                                      </p:to>
                                    </p:set>
                                  </p:childTnLst>
                                </p:cTn>
                              </p:par>
                              <p:par>
                                <p:cTn id="1588" presetID="10" presetClass="exit" presetSubtype="0" fill="hold" grpId="0" nodeType="withEffect">
                                  <p:stCondLst>
                                    <p:cond delay="0"/>
                                  </p:stCondLst>
                                  <p:childTnLst>
                                    <p:animEffect transition="out" filter="fade">
                                      <p:cBhvr>
                                        <p:cTn id="1589" dur="420"/>
                                        <p:tgtEl>
                                          <p:spTgt spid="342"/>
                                        </p:tgtEl>
                                      </p:cBhvr>
                                    </p:animEffect>
                                    <p:set>
                                      <p:cBhvr>
                                        <p:cTn id="1590" dur="1" fill="hold">
                                          <p:stCondLst>
                                            <p:cond delay="419"/>
                                          </p:stCondLst>
                                        </p:cTn>
                                        <p:tgtEl>
                                          <p:spTgt spid="342"/>
                                        </p:tgtEl>
                                        <p:attrNameLst>
                                          <p:attrName>style.visibility</p:attrName>
                                        </p:attrNameLst>
                                      </p:cBhvr>
                                      <p:to>
                                        <p:strVal val="hidden"/>
                                      </p:to>
                                    </p:set>
                                  </p:childTnLst>
                                </p:cTn>
                              </p:par>
                              <p:par>
                                <p:cTn id="1591" presetID="10" presetClass="exit" presetSubtype="0" fill="hold" grpId="0" nodeType="withEffect">
                                  <p:stCondLst>
                                    <p:cond delay="0"/>
                                  </p:stCondLst>
                                  <p:childTnLst>
                                    <p:animEffect transition="out" filter="fade">
                                      <p:cBhvr>
                                        <p:cTn id="1592" dur="420"/>
                                        <p:tgtEl>
                                          <p:spTgt spid="343"/>
                                        </p:tgtEl>
                                      </p:cBhvr>
                                    </p:animEffect>
                                    <p:set>
                                      <p:cBhvr>
                                        <p:cTn id="1593" dur="1" fill="hold">
                                          <p:stCondLst>
                                            <p:cond delay="419"/>
                                          </p:stCondLst>
                                        </p:cTn>
                                        <p:tgtEl>
                                          <p:spTgt spid="343"/>
                                        </p:tgtEl>
                                        <p:attrNameLst>
                                          <p:attrName>style.visibility</p:attrName>
                                        </p:attrNameLst>
                                      </p:cBhvr>
                                      <p:to>
                                        <p:strVal val="hidden"/>
                                      </p:to>
                                    </p:set>
                                  </p:childTnLst>
                                </p:cTn>
                              </p:par>
                              <p:par>
                                <p:cTn id="1594" presetID="10" presetClass="exit" presetSubtype="0" fill="hold" grpId="0" nodeType="withEffect">
                                  <p:stCondLst>
                                    <p:cond delay="0"/>
                                  </p:stCondLst>
                                  <p:childTnLst>
                                    <p:animEffect transition="out" filter="fade">
                                      <p:cBhvr>
                                        <p:cTn id="1595" dur="420"/>
                                        <p:tgtEl>
                                          <p:spTgt spid="344"/>
                                        </p:tgtEl>
                                      </p:cBhvr>
                                    </p:animEffect>
                                    <p:set>
                                      <p:cBhvr>
                                        <p:cTn id="1596" dur="1" fill="hold">
                                          <p:stCondLst>
                                            <p:cond delay="419"/>
                                          </p:stCondLst>
                                        </p:cTn>
                                        <p:tgtEl>
                                          <p:spTgt spid="344"/>
                                        </p:tgtEl>
                                        <p:attrNameLst>
                                          <p:attrName>style.visibility</p:attrName>
                                        </p:attrNameLst>
                                      </p:cBhvr>
                                      <p:to>
                                        <p:strVal val="hidden"/>
                                      </p:to>
                                    </p:set>
                                  </p:childTnLst>
                                </p:cTn>
                              </p:par>
                              <p:par>
                                <p:cTn id="1597" presetID="10" presetClass="exit" presetSubtype="0" fill="hold" grpId="0" nodeType="withEffect">
                                  <p:stCondLst>
                                    <p:cond delay="0"/>
                                  </p:stCondLst>
                                  <p:childTnLst>
                                    <p:animEffect transition="out" filter="fade">
                                      <p:cBhvr>
                                        <p:cTn id="1598" dur="420"/>
                                        <p:tgtEl>
                                          <p:spTgt spid="345"/>
                                        </p:tgtEl>
                                      </p:cBhvr>
                                    </p:animEffect>
                                    <p:set>
                                      <p:cBhvr>
                                        <p:cTn id="1599" dur="1" fill="hold">
                                          <p:stCondLst>
                                            <p:cond delay="419"/>
                                          </p:stCondLst>
                                        </p:cTn>
                                        <p:tgtEl>
                                          <p:spTgt spid="345"/>
                                        </p:tgtEl>
                                        <p:attrNameLst>
                                          <p:attrName>style.visibility</p:attrName>
                                        </p:attrNameLst>
                                      </p:cBhvr>
                                      <p:to>
                                        <p:strVal val="hidden"/>
                                      </p:to>
                                    </p:set>
                                  </p:childTnLst>
                                </p:cTn>
                              </p:par>
                              <p:par>
                                <p:cTn id="1600" presetID="10" presetClass="exit" presetSubtype="0" fill="hold" grpId="1" nodeType="withEffect">
                                  <p:stCondLst>
                                    <p:cond delay="0"/>
                                  </p:stCondLst>
                                  <p:childTnLst>
                                    <p:animEffect transition="out" filter="fade">
                                      <p:cBhvr>
                                        <p:cTn id="1601" dur="420"/>
                                        <p:tgtEl>
                                          <p:spTgt spid="346"/>
                                        </p:tgtEl>
                                      </p:cBhvr>
                                    </p:animEffect>
                                    <p:set>
                                      <p:cBhvr>
                                        <p:cTn id="1602" dur="1" fill="hold">
                                          <p:stCondLst>
                                            <p:cond delay="419"/>
                                          </p:stCondLst>
                                        </p:cTn>
                                        <p:tgtEl>
                                          <p:spTgt spid="346"/>
                                        </p:tgtEl>
                                        <p:attrNameLst>
                                          <p:attrName>style.visibility</p:attrName>
                                        </p:attrNameLst>
                                      </p:cBhvr>
                                      <p:to>
                                        <p:strVal val="hidden"/>
                                      </p:to>
                                    </p:set>
                                  </p:childTnLst>
                                </p:cTn>
                              </p:par>
                              <p:par>
                                <p:cTn id="1603" presetID="10" presetClass="exit" presetSubtype="0" fill="hold" grpId="0" nodeType="withEffect">
                                  <p:stCondLst>
                                    <p:cond delay="0"/>
                                  </p:stCondLst>
                                  <p:childTnLst>
                                    <p:animEffect transition="out" filter="fade">
                                      <p:cBhvr>
                                        <p:cTn id="1604" dur="420"/>
                                        <p:tgtEl>
                                          <p:spTgt spid="347"/>
                                        </p:tgtEl>
                                      </p:cBhvr>
                                    </p:animEffect>
                                    <p:set>
                                      <p:cBhvr>
                                        <p:cTn id="1605" dur="1" fill="hold">
                                          <p:stCondLst>
                                            <p:cond delay="419"/>
                                          </p:stCondLst>
                                        </p:cTn>
                                        <p:tgtEl>
                                          <p:spTgt spid="347"/>
                                        </p:tgtEl>
                                        <p:attrNameLst>
                                          <p:attrName>style.visibility</p:attrName>
                                        </p:attrNameLst>
                                      </p:cBhvr>
                                      <p:to>
                                        <p:strVal val="hidden"/>
                                      </p:to>
                                    </p:set>
                                  </p:childTnLst>
                                </p:cTn>
                              </p:par>
                              <p:par>
                                <p:cTn id="1606" presetID="10" presetClass="exit" presetSubtype="0" fill="hold" grpId="0" nodeType="withEffect">
                                  <p:stCondLst>
                                    <p:cond delay="0"/>
                                  </p:stCondLst>
                                  <p:childTnLst>
                                    <p:animEffect transition="out" filter="fade">
                                      <p:cBhvr>
                                        <p:cTn id="1607" dur="420"/>
                                        <p:tgtEl>
                                          <p:spTgt spid="348"/>
                                        </p:tgtEl>
                                      </p:cBhvr>
                                    </p:animEffect>
                                    <p:set>
                                      <p:cBhvr>
                                        <p:cTn id="1608" dur="1" fill="hold">
                                          <p:stCondLst>
                                            <p:cond delay="419"/>
                                          </p:stCondLst>
                                        </p:cTn>
                                        <p:tgtEl>
                                          <p:spTgt spid="348"/>
                                        </p:tgtEl>
                                        <p:attrNameLst>
                                          <p:attrName>style.visibility</p:attrName>
                                        </p:attrNameLst>
                                      </p:cBhvr>
                                      <p:to>
                                        <p:strVal val="hidden"/>
                                      </p:to>
                                    </p:set>
                                  </p:childTnLst>
                                </p:cTn>
                              </p:par>
                              <p:par>
                                <p:cTn id="1609" presetID="10" presetClass="exit" presetSubtype="0" fill="hold" grpId="0" nodeType="withEffect">
                                  <p:stCondLst>
                                    <p:cond delay="0"/>
                                  </p:stCondLst>
                                  <p:childTnLst>
                                    <p:animEffect transition="out" filter="fade">
                                      <p:cBhvr>
                                        <p:cTn id="1610" dur="420"/>
                                        <p:tgtEl>
                                          <p:spTgt spid="349"/>
                                        </p:tgtEl>
                                      </p:cBhvr>
                                    </p:animEffect>
                                    <p:set>
                                      <p:cBhvr>
                                        <p:cTn id="1611" dur="1" fill="hold">
                                          <p:stCondLst>
                                            <p:cond delay="419"/>
                                          </p:stCondLst>
                                        </p:cTn>
                                        <p:tgtEl>
                                          <p:spTgt spid="349"/>
                                        </p:tgtEl>
                                        <p:attrNameLst>
                                          <p:attrName>style.visibility</p:attrName>
                                        </p:attrNameLst>
                                      </p:cBhvr>
                                      <p:to>
                                        <p:strVal val="hidden"/>
                                      </p:to>
                                    </p:set>
                                  </p:childTnLst>
                                </p:cTn>
                              </p:par>
                              <p:par>
                                <p:cTn id="1612" presetID="10" presetClass="exit" presetSubtype="0" fill="hold" grpId="0" nodeType="withEffect">
                                  <p:stCondLst>
                                    <p:cond delay="0"/>
                                  </p:stCondLst>
                                  <p:childTnLst>
                                    <p:animEffect transition="out" filter="fade">
                                      <p:cBhvr>
                                        <p:cTn id="1613" dur="420"/>
                                        <p:tgtEl>
                                          <p:spTgt spid="350"/>
                                        </p:tgtEl>
                                      </p:cBhvr>
                                    </p:animEffect>
                                    <p:set>
                                      <p:cBhvr>
                                        <p:cTn id="1614" dur="1" fill="hold">
                                          <p:stCondLst>
                                            <p:cond delay="419"/>
                                          </p:stCondLst>
                                        </p:cTn>
                                        <p:tgtEl>
                                          <p:spTgt spid="350"/>
                                        </p:tgtEl>
                                        <p:attrNameLst>
                                          <p:attrName>style.visibility</p:attrName>
                                        </p:attrNameLst>
                                      </p:cBhvr>
                                      <p:to>
                                        <p:strVal val="hidden"/>
                                      </p:to>
                                    </p:set>
                                  </p:childTnLst>
                                </p:cTn>
                              </p:par>
                              <p:par>
                                <p:cTn id="1615" presetID="10" presetClass="exit" presetSubtype="0" fill="hold" grpId="1" nodeType="withEffect">
                                  <p:stCondLst>
                                    <p:cond delay="0"/>
                                  </p:stCondLst>
                                  <p:childTnLst>
                                    <p:animEffect transition="out" filter="fade">
                                      <p:cBhvr>
                                        <p:cTn id="1616" dur="420"/>
                                        <p:tgtEl>
                                          <p:spTgt spid="351"/>
                                        </p:tgtEl>
                                      </p:cBhvr>
                                    </p:animEffect>
                                    <p:set>
                                      <p:cBhvr>
                                        <p:cTn id="1617" dur="1" fill="hold">
                                          <p:stCondLst>
                                            <p:cond delay="419"/>
                                          </p:stCondLst>
                                        </p:cTn>
                                        <p:tgtEl>
                                          <p:spTgt spid="351"/>
                                        </p:tgtEl>
                                        <p:attrNameLst>
                                          <p:attrName>style.visibility</p:attrName>
                                        </p:attrNameLst>
                                      </p:cBhvr>
                                      <p:to>
                                        <p:strVal val="hidden"/>
                                      </p:to>
                                    </p:set>
                                  </p:childTnLst>
                                </p:cTn>
                              </p:par>
                              <p:par>
                                <p:cTn id="1618" presetID="10" presetClass="exit" presetSubtype="0" fill="hold" grpId="0" nodeType="withEffect">
                                  <p:stCondLst>
                                    <p:cond delay="0"/>
                                  </p:stCondLst>
                                  <p:childTnLst>
                                    <p:animEffect transition="out" filter="fade">
                                      <p:cBhvr>
                                        <p:cTn id="1619" dur="420"/>
                                        <p:tgtEl>
                                          <p:spTgt spid="352"/>
                                        </p:tgtEl>
                                      </p:cBhvr>
                                    </p:animEffect>
                                    <p:set>
                                      <p:cBhvr>
                                        <p:cTn id="1620" dur="1" fill="hold">
                                          <p:stCondLst>
                                            <p:cond delay="419"/>
                                          </p:stCondLst>
                                        </p:cTn>
                                        <p:tgtEl>
                                          <p:spTgt spid="352"/>
                                        </p:tgtEl>
                                        <p:attrNameLst>
                                          <p:attrName>style.visibility</p:attrName>
                                        </p:attrNameLst>
                                      </p:cBhvr>
                                      <p:to>
                                        <p:strVal val="hidden"/>
                                      </p:to>
                                    </p:set>
                                  </p:childTnLst>
                                </p:cTn>
                              </p:par>
                              <p:par>
                                <p:cTn id="1621" presetID="10" presetClass="exit" presetSubtype="0" fill="hold" grpId="0" nodeType="withEffect">
                                  <p:stCondLst>
                                    <p:cond delay="0"/>
                                  </p:stCondLst>
                                  <p:childTnLst>
                                    <p:animEffect transition="out" filter="fade">
                                      <p:cBhvr>
                                        <p:cTn id="1622" dur="420"/>
                                        <p:tgtEl>
                                          <p:spTgt spid="353"/>
                                        </p:tgtEl>
                                      </p:cBhvr>
                                    </p:animEffect>
                                    <p:set>
                                      <p:cBhvr>
                                        <p:cTn id="1623" dur="1" fill="hold">
                                          <p:stCondLst>
                                            <p:cond delay="419"/>
                                          </p:stCondLst>
                                        </p:cTn>
                                        <p:tgtEl>
                                          <p:spTgt spid="353"/>
                                        </p:tgtEl>
                                        <p:attrNameLst>
                                          <p:attrName>style.visibility</p:attrName>
                                        </p:attrNameLst>
                                      </p:cBhvr>
                                      <p:to>
                                        <p:strVal val="hidden"/>
                                      </p:to>
                                    </p:set>
                                  </p:childTnLst>
                                </p:cTn>
                              </p:par>
                              <p:par>
                                <p:cTn id="1624" presetID="10" presetClass="exit" presetSubtype="0" fill="hold" grpId="0" nodeType="withEffect">
                                  <p:stCondLst>
                                    <p:cond delay="0"/>
                                  </p:stCondLst>
                                  <p:childTnLst>
                                    <p:animEffect transition="out" filter="fade">
                                      <p:cBhvr>
                                        <p:cTn id="1625" dur="420"/>
                                        <p:tgtEl>
                                          <p:spTgt spid="354"/>
                                        </p:tgtEl>
                                      </p:cBhvr>
                                    </p:animEffect>
                                    <p:set>
                                      <p:cBhvr>
                                        <p:cTn id="1626" dur="1" fill="hold">
                                          <p:stCondLst>
                                            <p:cond delay="419"/>
                                          </p:stCondLst>
                                        </p:cTn>
                                        <p:tgtEl>
                                          <p:spTgt spid="354"/>
                                        </p:tgtEl>
                                        <p:attrNameLst>
                                          <p:attrName>style.visibility</p:attrName>
                                        </p:attrNameLst>
                                      </p:cBhvr>
                                      <p:to>
                                        <p:strVal val="hidden"/>
                                      </p:to>
                                    </p:set>
                                  </p:childTnLst>
                                </p:cTn>
                              </p:par>
                              <p:par>
                                <p:cTn id="1627" presetID="10" presetClass="exit" presetSubtype="0" fill="hold" grpId="1" nodeType="withEffect">
                                  <p:stCondLst>
                                    <p:cond delay="0"/>
                                  </p:stCondLst>
                                  <p:childTnLst>
                                    <p:animEffect transition="out" filter="fade">
                                      <p:cBhvr>
                                        <p:cTn id="1628" dur="420"/>
                                        <p:tgtEl>
                                          <p:spTgt spid="355"/>
                                        </p:tgtEl>
                                      </p:cBhvr>
                                    </p:animEffect>
                                    <p:set>
                                      <p:cBhvr>
                                        <p:cTn id="1629" dur="1" fill="hold">
                                          <p:stCondLst>
                                            <p:cond delay="419"/>
                                          </p:stCondLst>
                                        </p:cTn>
                                        <p:tgtEl>
                                          <p:spTgt spid="355"/>
                                        </p:tgtEl>
                                        <p:attrNameLst>
                                          <p:attrName>style.visibility</p:attrName>
                                        </p:attrNameLst>
                                      </p:cBhvr>
                                      <p:to>
                                        <p:strVal val="hidden"/>
                                      </p:to>
                                    </p:set>
                                  </p:childTnLst>
                                </p:cTn>
                              </p:par>
                              <p:par>
                                <p:cTn id="1630" presetID="10" presetClass="exit" presetSubtype="0" fill="hold" grpId="0" nodeType="withEffect">
                                  <p:stCondLst>
                                    <p:cond delay="0"/>
                                  </p:stCondLst>
                                  <p:childTnLst>
                                    <p:animEffect transition="out" filter="fade">
                                      <p:cBhvr>
                                        <p:cTn id="1631" dur="420"/>
                                        <p:tgtEl>
                                          <p:spTgt spid="356"/>
                                        </p:tgtEl>
                                      </p:cBhvr>
                                    </p:animEffect>
                                    <p:set>
                                      <p:cBhvr>
                                        <p:cTn id="1632" dur="1" fill="hold">
                                          <p:stCondLst>
                                            <p:cond delay="419"/>
                                          </p:stCondLst>
                                        </p:cTn>
                                        <p:tgtEl>
                                          <p:spTgt spid="356"/>
                                        </p:tgtEl>
                                        <p:attrNameLst>
                                          <p:attrName>style.visibility</p:attrName>
                                        </p:attrNameLst>
                                      </p:cBhvr>
                                      <p:to>
                                        <p:strVal val="hidden"/>
                                      </p:to>
                                    </p:set>
                                  </p:childTnLst>
                                </p:cTn>
                              </p:par>
                              <p:par>
                                <p:cTn id="1633" presetID="10" presetClass="exit" presetSubtype="0" fill="hold" grpId="0" nodeType="withEffect">
                                  <p:stCondLst>
                                    <p:cond delay="0"/>
                                  </p:stCondLst>
                                  <p:childTnLst>
                                    <p:animEffect transition="out" filter="fade">
                                      <p:cBhvr>
                                        <p:cTn id="1634" dur="420"/>
                                        <p:tgtEl>
                                          <p:spTgt spid="357"/>
                                        </p:tgtEl>
                                      </p:cBhvr>
                                    </p:animEffect>
                                    <p:set>
                                      <p:cBhvr>
                                        <p:cTn id="1635" dur="1" fill="hold">
                                          <p:stCondLst>
                                            <p:cond delay="419"/>
                                          </p:stCondLst>
                                        </p:cTn>
                                        <p:tgtEl>
                                          <p:spTgt spid="357"/>
                                        </p:tgtEl>
                                        <p:attrNameLst>
                                          <p:attrName>style.visibility</p:attrName>
                                        </p:attrNameLst>
                                      </p:cBhvr>
                                      <p:to>
                                        <p:strVal val="hidden"/>
                                      </p:to>
                                    </p:set>
                                  </p:childTnLst>
                                </p:cTn>
                              </p:par>
                              <p:par>
                                <p:cTn id="1636" presetID="10" presetClass="exit" presetSubtype="0" fill="hold" grpId="0" nodeType="withEffect">
                                  <p:stCondLst>
                                    <p:cond delay="0"/>
                                  </p:stCondLst>
                                  <p:childTnLst>
                                    <p:animEffect transition="out" filter="fade">
                                      <p:cBhvr>
                                        <p:cTn id="1637" dur="420"/>
                                        <p:tgtEl>
                                          <p:spTgt spid="358"/>
                                        </p:tgtEl>
                                      </p:cBhvr>
                                    </p:animEffect>
                                    <p:set>
                                      <p:cBhvr>
                                        <p:cTn id="1638" dur="1" fill="hold">
                                          <p:stCondLst>
                                            <p:cond delay="419"/>
                                          </p:stCondLst>
                                        </p:cTn>
                                        <p:tgtEl>
                                          <p:spTgt spid="358"/>
                                        </p:tgtEl>
                                        <p:attrNameLst>
                                          <p:attrName>style.visibility</p:attrName>
                                        </p:attrNameLst>
                                      </p:cBhvr>
                                      <p:to>
                                        <p:strVal val="hidden"/>
                                      </p:to>
                                    </p:set>
                                  </p:childTnLst>
                                </p:cTn>
                              </p:par>
                              <p:par>
                                <p:cTn id="1639" presetID="10" presetClass="exit" presetSubtype="0" fill="hold" grpId="0" nodeType="withEffect">
                                  <p:stCondLst>
                                    <p:cond delay="0"/>
                                  </p:stCondLst>
                                  <p:childTnLst>
                                    <p:animEffect transition="out" filter="fade">
                                      <p:cBhvr>
                                        <p:cTn id="1640" dur="420"/>
                                        <p:tgtEl>
                                          <p:spTgt spid="359"/>
                                        </p:tgtEl>
                                      </p:cBhvr>
                                    </p:animEffect>
                                    <p:set>
                                      <p:cBhvr>
                                        <p:cTn id="1641" dur="1" fill="hold">
                                          <p:stCondLst>
                                            <p:cond delay="419"/>
                                          </p:stCondLst>
                                        </p:cTn>
                                        <p:tgtEl>
                                          <p:spTgt spid="359"/>
                                        </p:tgtEl>
                                        <p:attrNameLst>
                                          <p:attrName>style.visibility</p:attrName>
                                        </p:attrNameLst>
                                      </p:cBhvr>
                                      <p:to>
                                        <p:strVal val="hidden"/>
                                      </p:to>
                                    </p:set>
                                  </p:childTnLst>
                                </p:cTn>
                              </p:par>
                              <p:par>
                                <p:cTn id="1642" presetID="10" presetClass="exit" presetSubtype="0" fill="hold" grpId="1" nodeType="withEffect">
                                  <p:stCondLst>
                                    <p:cond delay="0"/>
                                  </p:stCondLst>
                                  <p:childTnLst>
                                    <p:animEffect transition="out" filter="fade">
                                      <p:cBhvr>
                                        <p:cTn id="1643" dur="420"/>
                                        <p:tgtEl>
                                          <p:spTgt spid="360"/>
                                        </p:tgtEl>
                                      </p:cBhvr>
                                    </p:animEffect>
                                    <p:set>
                                      <p:cBhvr>
                                        <p:cTn id="1644" dur="1" fill="hold">
                                          <p:stCondLst>
                                            <p:cond delay="419"/>
                                          </p:stCondLst>
                                        </p:cTn>
                                        <p:tgtEl>
                                          <p:spTgt spid="360"/>
                                        </p:tgtEl>
                                        <p:attrNameLst>
                                          <p:attrName>style.visibility</p:attrName>
                                        </p:attrNameLst>
                                      </p:cBhvr>
                                      <p:to>
                                        <p:strVal val="hidden"/>
                                      </p:to>
                                    </p:set>
                                  </p:childTnLst>
                                </p:cTn>
                              </p:par>
                              <p:par>
                                <p:cTn id="1645" presetID="10" presetClass="exit" presetSubtype="0" fill="hold" grpId="0" nodeType="withEffect">
                                  <p:stCondLst>
                                    <p:cond delay="0"/>
                                  </p:stCondLst>
                                  <p:childTnLst>
                                    <p:animEffect transition="out" filter="fade">
                                      <p:cBhvr>
                                        <p:cTn id="1646" dur="420"/>
                                        <p:tgtEl>
                                          <p:spTgt spid="361"/>
                                        </p:tgtEl>
                                      </p:cBhvr>
                                    </p:animEffect>
                                    <p:set>
                                      <p:cBhvr>
                                        <p:cTn id="1647" dur="1" fill="hold">
                                          <p:stCondLst>
                                            <p:cond delay="419"/>
                                          </p:stCondLst>
                                        </p:cTn>
                                        <p:tgtEl>
                                          <p:spTgt spid="361"/>
                                        </p:tgtEl>
                                        <p:attrNameLst>
                                          <p:attrName>style.visibility</p:attrName>
                                        </p:attrNameLst>
                                      </p:cBhvr>
                                      <p:to>
                                        <p:strVal val="hidden"/>
                                      </p:to>
                                    </p:set>
                                  </p:childTnLst>
                                </p:cTn>
                              </p:par>
                              <p:par>
                                <p:cTn id="1648" presetID="10" presetClass="exit" presetSubtype="0" fill="hold" grpId="0" nodeType="withEffect">
                                  <p:stCondLst>
                                    <p:cond delay="0"/>
                                  </p:stCondLst>
                                  <p:childTnLst>
                                    <p:animEffect transition="out" filter="fade">
                                      <p:cBhvr>
                                        <p:cTn id="1649" dur="420"/>
                                        <p:tgtEl>
                                          <p:spTgt spid="362"/>
                                        </p:tgtEl>
                                      </p:cBhvr>
                                    </p:animEffect>
                                    <p:set>
                                      <p:cBhvr>
                                        <p:cTn id="1650" dur="1" fill="hold">
                                          <p:stCondLst>
                                            <p:cond delay="419"/>
                                          </p:stCondLst>
                                        </p:cTn>
                                        <p:tgtEl>
                                          <p:spTgt spid="362"/>
                                        </p:tgtEl>
                                        <p:attrNameLst>
                                          <p:attrName>style.visibility</p:attrName>
                                        </p:attrNameLst>
                                      </p:cBhvr>
                                      <p:to>
                                        <p:strVal val="hidden"/>
                                      </p:to>
                                    </p:set>
                                  </p:childTnLst>
                                </p:cTn>
                              </p:par>
                              <p:par>
                                <p:cTn id="1651" presetID="10" presetClass="exit" presetSubtype="0" fill="hold" grpId="0" nodeType="withEffect">
                                  <p:stCondLst>
                                    <p:cond delay="0"/>
                                  </p:stCondLst>
                                  <p:childTnLst>
                                    <p:animEffect transition="out" filter="fade">
                                      <p:cBhvr>
                                        <p:cTn id="1652" dur="420"/>
                                        <p:tgtEl>
                                          <p:spTgt spid="363"/>
                                        </p:tgtEl>
                                      </p:cBhvr>
                                    </p:animEffect>
                                    <p:set>
                                      <p:cBhvr>
                                        <p:cTn id="1653" dur="1" fill="hold">
                                          <p:stCondLst>
                                            <p:cond delay="419"/>
                                          </p:stCondLst>
                                        </p:cTn>
                                        <p:tgtEl>
                                          <p:spTgt spid="363"/>
                                        </p:tgtEl>
                                        <p:attrNameLst>
                                          <p:attrName>style.visibility</p:attrName>
                                        </p:attrNameLst>
                                      </p:cBhvr>
                                      <p:to>
                                        <p:strVal val="hidden"/>
                                      </p:to>
                                    </p:set>
                                  </p:childTnLst>
                                </p:cTn>
                              </p:par>
                              <p:par>
                                <p:cTn id="1654" presetID="10" presetClass="exit" presetSubtype="0" fill="hold" grpId="1" nodeType="withEffect">
                                  <p:stCondLst>
                                    <p:cond delay="0"/>
                                  </p:stCondLst>
                                  <p:childTnLst>
                                    <p:animEffect transition="out" filter="fade">
                                      <p:cBhvr>
                                        <p:cTn id="1655" dur="420"/>
                                        <p:tgtEl>
                                          <p:spTgt spid="369"/>
                                        </p:tgtEl>
                                      </p:cBhvr>
                                    </p:animEffect>
                                    <p:set>
                                      <p:cBhvr>
                                        <p:cTn id="1656" dur="1" fill="hold">
                                          <p:stCondLst>
                                            <p:cond delay="419"/>
                                          </p:stCondLst>
                                        </p:cTn>
                                        <p:tgtEl>
                                          <p:spTgt spid="369"/>
                                        </p:tgtEl>
                                        <p:attrNameLst>
                                          <p:attrName>style.visibility</p:attrName>
                                        </p:attrNameLst>
                                      </p:cBhvr>
                                      <p:to>
                                        <p:strVal val="hidden"/>
                                      </p:to>
                                    </p:set>
                                  </p:childTnLst>
                                </p:cTn>
                              </p:par>
                              <p:par>
                                <p:cTn id="1657" presetID="10" presetClass="exit" presetSubtype="0" fill="hold" grpId="1" nodeType="withEffect">
                                  <p:stCondLst>
                                    <p:cond delay="0"/>
                                  </p:stCondLst>
                                  <p:childTnLst>
                                    <p:animEffect transition="out" filter="fade">
                                      <p:cBhvr>
                                        <p:cTn id="1658" dur="420"/>
                                        <p:tgtEl>
                                          <p:spTgt spid="370"/>
                                        </p:tgtEl>
                                      </p:cBhvr>
                                    </p:animEffect>
                                    <p:set>
                                      <p:cBhvr>
                                        <p:cTn id="1659" dur="1" fill="hold">
                                          <p:stCondLst>
                                            <p:cond delay="419"/>
                                          </p:stCondLst>
                                        </p:cTn>
                                        <p:tgtEl>
                                          <p:spTgt spid="370"/>
                                        </p:tgtEl>
                                        <p:attrNameLst>
                                          <p:attrName>style.visibility</p:attrName>
                                        </p:attrNameLst>
                                      </p:cBhvr>
                                      <p:to>
                                        <p:strVal val="hidden"/>
                                      </p:to>
                                    </p:set>
                                  </p:childTnLst>
                                </p:cTn>
                              </p:par>
                              <p:par>
                                <p:cTn id="1660" presetID="10" presetClass="exit" presetSubtype="0" fill="hold" grpId="1" nodeType="withEffect">
                                  <p:stCondLst>
                                    <p:cond delay="0"/>
                                  </p:stCondLst>
                                  <p:childTnLst>
                                    <p:animEffect transition="out" filter="fade">
                                      <p:cBhvr>
                                        <p:cTn id="1661" dur="420"/>
                                        <p:tgtEl>
                                          <p:spTgt spid="371"/>
                                        </p:tgtEl>
                                      </p:cBhvr>
                                    </p:animEffect>
                                    <p:set>
                                      <p:cBhvr>
                                        <p:cTn id="1662" dur="1" fill="hold">
                                          <p:stCondLst>
                                            <p:cond delay="419"/>
                                          </p:stCondLst>
                                        </p:cTn>
                                        <p:tgtEl>
                                          <p:spTgt spid="371"/>
                                        </p:tgtEl>
                                        <p:attrNameLst>
                                          <p:attrName>style.visibility</p:attrName>
                                        </p:attrNameLst>
                                      </p:cBhvr>
                                      <p:to>
                                        <p:strVal val="hidden"/>
                                      </p:to>
                                    </p:set>
                                  </p:childTnLst>
                                </p:cTn>
                              </p:par>
                              <p:par>
                                <p:cTn id="1663" presetID="10" presetClass="exit" presetSubtype="0" fill="hold" grpId="1" nodeType="withEffect">
                                  <p:stCondLst>
                                    <p:cond delay="0"/>
                                  </p:stCondLst>
                                  <p:childTnLst>
                                    <p:animEffect transition="out" filter="fade">
                                      <p:cBhvr>
                                        <p:cTn id="1664" dur="420"/>
                                        <p:tgtEl>
                                          <p:spTgt spid="372"/>
                                        </p:tgtEl>
                                      </p:cBhvr>
                                    </p:animEffect>
                                    <p:set>
                                      <p:cBhvr>
                                        <p:cTn id="1665" dur="1" fill="hold">
                                          <p:stCondLst>
                                            <p:cond delay="419"/>
                                          </p:stCondLst>
                                        </p:cTn>
                                        <p:tgtEl>
                                          <p:spTgt spid="372"/>
                                        </p:tgtEl>
                                        <p:attrNameLst>
                                          <p:attrName>style.visibility</p:attrName>
                                        </p:attrNameLst>
                                      </p:cBhvr>
                                      <p:to>
                                        <p:strVal val="hidden"/>
                                      </p:to>
                                    </p:set>
                                  </p:childTnLst>
                                </p:cTn>
                              </p:par>
                              <p:par>
                                <p:cTn id="1666" presetID="10" presetClass="exit" presetSubtype="0" fill="hold" grpId="1" nodeType="withEffect">
                                  <p:stCondLst>
                                    <p:cond delay="0"/>
                                  </p:stCondLst>
                                  <p:childTnLst>
                                    <p:animEffect transition="out" filter="fade">
                                      <p:cBhvr>
                                        <p:cTn id="1667" dur="420"/>
                                        <p:tgtEl>
                                          <p:spTgt spid="373"/>
                                        </p:tgtEl>
                                      </p:cBhvr>
                                    </p:animEffect>
                                    <p:set>
                                      <p:cBhvr>
                                        <p:cTn id="1668" dur="1" fill="hold">
                                          <p:stCondLst>
                                            <p:cond delay="419"/>
                                          </p:stCondLst>
                                        </p:cTn>
                                        <p:tgtEl>
                                          <p:spTgt spid="373"/>
                                        </p:tgtEl>
                                        <p:attrNameLst>
                                          <p:attrName>style.visibility</p:attrName>
                                        </p:attrNameLst>
                                      </p:cBhvr>
                                      <p:to>
                                        <p:strVal val="hidden"/>
                                      </p:to>
                                    </p:set>
                                  </p:childTnLst>
                                </p:cTn>
                              </p:par>
                              <p:par>
                                <p:cTn id="1669" presetID="10" presetClass="exit" presetSubtype="0" fill="hold" grpId="1" nodeType="withEffect">
                                  <p:stCondLst>
                                    <p:cond delay="0"/>
                                  </p:stCondLst>
                                  <p:childTnLst>
                                    <p:animEffect transition="out" filter="fade">
                                      <p:cBhvr>
                                        <p:cTn id="1670" dur="420"/>
                                        <p:tgtEl>
                                          <p:spTgt spid="374"/>
                                        </p:tgtEl>
                                      </p:cBhvr>
                                    </p:animEffect>
                                    <p:set>
                                      <p:cBhvr>
                                        <p:cTn id="1671" dur="1" fill="hold">
                                          <p:stCondLst>
                                            <p:cond delay="419"/>
                                          </p:stCondLst>
                                        </p:cTn>
                                        <p:tgtEl>
                                          <p:spTgt spid="374"/>
                                        </p:tgtEl>
                                        <p:attrNameLst>
                                          <p:attrName>style.visibility</p:attrName>
                                        </p:attrNameLst>
                                      </p:cBhvr>
                                      <p:to>
                                        <p:strVal val="hidden"/>
                                      </p:to>
                                    </p:set>
                                  </p:childTnLst>
                                </p:cTn>
                              </p:par>
                              <p:par>
                                <p:cTn id="1672" presetID="10" presetClass="exit" presetSubtype="0" fill="hold" grpId="1" nodeType="withEffect">
                                  <p:stCondLst>
                                    <p:cond delay="0"/>
                                  </p:stCondLst>
                                  <p:childTnLst>
                                    <p:animEffect transition="out" filter="fade">
                                      <p:cBhvr>
                                        <p:cTn id="1673" dur="420"/>
                                        <p:tgtEl>
                                          <p:spTgt spid="375"/>
                                        </p:tgtEl>
                                      </p:cBhvr>
                                    </p:animEffect>
                                    <p:set>
                                      <p:cBhvr>
                                        <p:cTn id="1674" dur="1" fill="hold">
                                          <p:stCondLst>
                                            <p:cond delay="419"/>
                                          </p:stCondLst>
                                        </p:cTn>
                                        <p:tgtEl>
                                          <p:spTgt spid="375"/>
                                        </p:tgtEl>
                                        <p:attrNameLst>
                                          <p:attrName>style.visibility</p:attrName>
                                        </p:attrNameLst>
                                      </p:cBhvr>
                                      <p:to>
                                        <p:strVal val="hidden"/>
                                      </p:to>
                                    </p:set>
                                  </p:childTnLst>
                                </p:cTn>
                              </p:par>
                              <p:par>
                                <p:cTn id="1675" presetID="10" presetClass="exit" presetSubtype="0" fill="hold" grpId="1" nodeType="withEffect">
                                  <p:stCondLst>
                                    <p:cond delay="0"/>
                                  </p:stCondLst>
                                  <p:childTnLst>
                                    <p:animEffect transition="out" filter="fade">
                                      <p:cBhvr>
                                        <p:cTn id="1676" dur="420"/>
                                        <p:tgtEl>
                                          <p:spTgt spid="376"/>
                                        </p:tgtEl>
                                      </p:cBhvr>
                                    </p:animEffect>
                                    <p:set>
                                      <p:cBhvr>
                                        <p:cTn id="1677" dur="1" fill="hold">
                                          <p:stCondLst>
                                            <p:cond delay="419"/>
                                          </p:stCondLst>
                                        </p:cTn>
                                        <p:tgtEl>
                                          <p:spTgt spid="376"/>
                                        </p:tgtEl>
                                        <p:attrNameLst>
                                          <p:attrName>style.visibility</p:attrName>
                                        </p:attrNameLst>
                                      </p:cBhvr>
                                      <p:to>
                                        <p:strVal val="hidden"/>
                                      </p:to>
                                    </p:set>
                                  </p:childTnLst>
                                </p:cTn>
                              </p:par>
                              <p:par>
                                <p:cTn id="1678" presetID="10" presetClass="exit" presetSubtype="0" fill="hold" grpId="1" nodeType="withEffect">
                                  <p:stCondLst>
                                    <p:cond delay="0"/>
                                  </p:stCondLst>
                                  <p:childTnLst>
                                    <p:animEffect transition="out" filter="fade">
                                      <p:cBhvr>
                                        <p:cTn id="1679" dur="420"/>
                                        <p:tgtEl>
                                          <p:spTgt spid="377"/>
                                        </p:tgtEl>
                                      </p:cBhvr>
                                    </p:animEffect>
                                    <p:set>
                                      <p:cBhvr>
                                        <p:cTn id="1680" dur="1" fill="hold">
                                          <p:stCondLst>
                                            <p:cond delay="419"/>
                                          </p:stCondLst>
                                        </p:cTn>
                                        <p:tgtEl>
                                          <p:spTgt spid="377"/>
                                        </p:tgtEl>
                                        <p:attrNameLst>
                                          <p:attrName>style.visibility</p:attrName>
                                        </p:attrNameLst>
                                      </p:cBhvr>
                                      <p:to>
                                        <p:strVal val="hidden"/>
                                      </p:to>
                                    </p:set>
                                  </p:childTnLst>
                                </p:cTn>
                              </p:par>
                              <p:par>
                                <p:cTn id="1681" presetID="10" presetClass="exit" presetSubtype="0" fill="hold" grpId="1" nodeType="withEffect">
                                  <p:stCondLst>
                                    <p:cond delay="0"/>
                                  </p:stCondLst>
                                  <p:childTnLst>
                                    <p:animEffect transition="out" filter="fade">
                                      <p:cBhvr>
                                        <p:cTn id="1682" dur="420"/>
                                        <p:tgtEl>
                                          <p:spTgt spid="378"/>
                                        </p:tgtEl>
                                      </p:cBhvr>
                                    </p:animEffect>
                                    <p:set>
                                      <p:cBhvr>
                                        <p:cTn id="1683" dur="1" fill="hold">
                                          <p:stCondLst>
                                            <p:cond delay="419"/>
                                          </p:stCondLst>
                                        </p:cTn>
                                        <p:tgtEl>
                                          <p:spTgt spid="378"/>
                                        </p:tgtEl>
                                        <p:attrNameLst>
                                          <p:attrName>style.visibility</p:attrName>
                                        </p:attrNameLst>
                                      </p:cBhvr>
                                      <p:to>
                                        <p:strVal val="hidden"/>
                                      </p:to>
                                    </p:set>
                                  </p:childTnLst>
                                </p:cTn>
                              </p:par>
                              <p:par>
                                <p:cTn id="1684" presetID="10" presetClass="exit" presetSubtype="0" fill="hold" grpId="1" nodeType="withEffect">
                                  <p:stCondLst>
                                    <p:cond delay="0"/>
                                  </p:stCondLst>
                                  <p:childTnLst>
                                    <p:animEffect transition="out" filter="fade">
                                      <p:cBhvr>
                                        <p:cTn id="1685" dur="420"/>
                                        <p:tgtEl>
                                          <p:spTgt spid="379"/>
                                        </p:tgtEl>
                                      </p:cBhvr>
                                    </p:animEffect>
                                    <p:set>
                                      <p:cBhvr>
                                        <p:cTn id="1686" dur="1" fill="hold">
                                          <p:stCondLst>
                                            <p:cond delay="419"/>
                                          </p:stCondLst>
                                        </p:cTn>
                                        <p:tgtEl>
                                          <p:spTgt spid="379"/>
                                        </p:tgtEl>
                                        <p:attrNameLst>
                                          <p:attrName>style.visibility</p:attrName>
                                        </p:attrNameLst>
                                      </p:cBhvr>
                                      <p:to>
                                        <p:strVal val="hidden"/>
                                      </p:to>
                                    </p:set>
                                  </p:childTnLst>
                                </p:cTn>
                              </p:par>
                              <p:par>
                                <p:cTn id="1687" presetID="10" presetClass="exit" presetSubtype="0" fill="hold" grpId="1" nodeType="withEffect">
                                  <p:stCondLst>
                                    <p:cond delay="0"/>
                                  </p:stCondLst>
                                  <p:childTnLst>
                                    <p:animEffect transition="out" filter="fade">
                                      <p:cBhvr>
                                        <p:cTn id="1688" dur="420"/>
                                        <p:tgtEl>
                                          <p:spTgt spid="380"/>
                                        </p:tgtEl>
                                      </p:cBhvr>
                                    </p:animEffect>
                                    <p:set>
                                      <p:cBhvr>
                                        <p:cTn id="1689" dur="1" fill="hold">
                                          <p:stCondLst>
                                            <p:cond delay="419"/>
                                          </p:stCondLst>
                                        </p:cTn>
                                        <p:tgtEl>
                                          <p:spTgt spid="380"/>
                                        </p:tgtEl>
                                        <p:attrNameLst>
                                          <p:attrName>style.visibility</p:attrName>
                                        </p:attrNameLst>
                                      </p:cBhvr>
                                      <p:to>
                                        <p:strVal val="hidden"/>
                                      </p:to>
                                    </p:set>
                                  </p:childTnLst>
                                </p:cTn>
                              </p:par>
                              <p:par>
                                <p:cTn id="1690" presetID="10" presetClass="exit" presetSubtype="0" fill="hold" grpId="1" nodeType="withEffect">
                                  <p:stCondLst>
                                    <p:cond delay="0"/>
                                  </p:stCondLst>
                                  <p:childTnLst>
                                    <p:animEffect transition="out" filter="fade">
                                      <p:cBhvr>
                                        <p:cTn id="1691" dur="420"/>
                                        <p:tgtEl>
                                          <p:spTgt spid="381"/>
                                        </p:tgtEl>
                                      </p:cBhvr>
                                    </p:animEffect>
                                    <p:set>
                                      <p:cBhvr>
                                        <p:cTn id="1692" dur="1" fill="hold">
                                          <p:stCondLst>
                                            <p:cond delay="419"/>
                                          </p:stCondLst>
                                        </p:cTn>
                                        <p:tgtEl>
                                          <p:spTgt spid="381"/>
                                        </p:tgtEl>
                                        <p:attrNameLst>
                                          <p:attrName>style.visibility</p:attrName>
                                        </p:attrNameLst>
                                      </p:cBhvr>
                                      <p:to>
                                        <p:strVal val="hidden"/>
                                      </p:to>
                                    </p:set>
                                  </p:childTnLst>
                                </p:cTn>
                              </p:par>
                              <p:par>
                                <p:cTn id="1693" presetID="10" presetClass="exit" presetSubtype="0" fill="hold" grpId="1" nodeType="withEffect">
                                  <p:stCondLst>
                                    <p:cond delay="0"/>
                                  </p:stCondLst>
                                  <p:childTnLst>
                                    <p:animEffect transition="out" filter="fade">
                                      <p:cBhvr>
                                        <p:cTn id="1694" dur="420"/>
                                        <p:tgtEl>
                                          <p:spTgt spid="382"/>
                                        </p:tgtEl>
                                      </p:cBhvr>
                                    </p:animEffect>
                                    <p:set>
                                      <p:cBhvr>
                                        <p:cTn id="1695" dur="1" fill="hold">
                                          <p:stCondLst>
                                            <p:cond delay="419"/>
                                          </p:stCondLst>
                                        </p:cTn>
                                        <p:tgtEl>
                                          <p:spTgt spid="382"/>
                                        </p:tgtEl>
                                        <p:attrNameLst>
                                          <p:attrName>style.visibility</p:attrName>
                                        </p:attrNameLst>
                                      </p:cBhvr>
                                      <p:to>
                                        <p:strVal val="hidden"/>
                                      </p:to>
                                    </p:set>
                                  </p:childTnLst>
                                </p:cTn>
                              </p:par>
                              <p:par>
                                <p:cTn id="1696" presetID="10" presetClass="exit" presetSubtype="0" fill="hold" grpId="1" nodeType="withEffect">
                                  <p:stCondLst>
                                    <p:cond delay="0"/>
                                  </p:stCondLst>
                                  <p:childTnLst>
                                    <p:animEffect transition="out" filter="fade">
                                      <p:cBhvr>
                                        <p:cTn id="1697" dur="420"/>
                                        <p:tgtEl>
                                          <p:spTgt spid="383"/>
                                        </p:tgtEl>
                                      </p:cBhvr>
                                    </p:animEffect>
                                    <p:set>
                                      <p:cBhvr>
                                        <p:cTn id="1698" dur="1" fill="hold">
                                          <p:stCondLst>
                                            <p:cond delay="419"/>
                                          </p:stCondLst>
                                        </p:cTn>
                                        <p:tgtEl>
                                          <p:spTgt spid="383"/>
                                        </p:tgtEl>
                                        <p:attrNameLst>
                                          <p:attrName>style.visibility</p:attrName>
                                        </p:attrNameLst>
                                      </p:cBhvr>
                                      <p:to>
                                        <p:strVal val="hidden"/>
                                      </p:to>
                                    </p:set>
                                  </p:childTnLst>
                                </p:cTn>
                              </p:par>
                              <p:par>
                                <p:cTn id="1699" presetID="10" presetClass="exit" presetSubtype="0" fill="hold" grpId="1" nodeType="withEffect">
                                  <p:stCondLst>
                                    <p:cond delay="0"/>
                                  </p:stCondLst>
                                  <p:childTnLst>
                                    <p:animEffect transition="out" filter="fade">
                                      <p:cBhvr>
                                        <p:cTn id="1700" dur="420"/>
                                        <p:tgtEl>
                                          <p:spTgt spid="384"/>
                                        </p:tgtEl>
                                      </p:cBhvr>
                                    </p:animEffect>
                                    <p:set>
                                      <p:cBhvr>
                                        <p:cTn id="1701" dur="1" fill="hold">
                                          <p:stCondLst>
                                            <p:cond delay="419"/>
                                          </p:stCondLst>
                                        </p:cTn>
                                        <p:tgtEl>
                                          <p:spTgt spid="384"/>
                                        </p:tgtEl>
                                        <p:attrNameLst>
                                          <p:attrName>style.visibility</p:attrName>
                                        </p:attrNameLst>
                                      </p:cBhvr>
                                      <p:to>
                                        <p:strVal val="hidden"/>
                                      </p:to>
                                    </p:set>
                                  </p:childTnLst>
                                </p:cTn>
                              </p:par>
                              <p:par>
                                <p:cTn id="1702" presetID="10" presetClass="exit" presetSubtype="0" fill="hold" grpId="1" nodeType="withEffect">
                                  <p:stCondLst>
                                    <p:cond delay="0"/>
                                  </p:stCondLst>
                                  <p:childTnLst>
                                    <p:animEffect transition="out" filter="fade">
                                      <p:cBhvr>
                                        <p:cTn id="1703" dur="420"/>
                                        <p:tgtEl>
                                          <p:spTgt spid="385"/>
                                        </p:tgtEl>
                                      </p:cBhvr>
                                    </p:animEffect>
                                    <p:set>
                                      <p:cBhvr>
                                        <p:cTn id="1704" dur="1" fill="hold">
                                          <p:stCondLst>
                                            <p:cond delay="419"/>
                                          </p:stCondLst>
                                        </p:cTn>
                                        <p:tgtEl>
                                          <p:spTgt spid="385"/>
                                        </p:tgtEl>
                                        <p:attrNameLst>
                                          <p:attrName>style.visibility</p:attrName>
                                        </p:attrNameLst>
                                      </p:cBhvr>
                                      <p:to>
                                        <p:strVal val="hidden"/>
                                      </p:to>
                                    </p:set>
                                  </p:childTnLst>
                                </p:cTn>
                              </p:par>
                              <p:par>
                                <p:cTn id="1705" presetID="10" presetClass="exit" presetSubtype="0" fill="hold" grpId="1" nodeType="withEffect">
                                  <p:stCondLst>
                                    <p:cond delay="0"/>
                                  </p:stCondLst>
                                  <p:childTnLst>
                                    <p:animEffect transition="out" filter="fade">
                                      <p:cBhvr>
                                        <p:cTn id="1706" dur="420"/>
                                        <p:tgtEl>
                                          <p:spTgt spid="386"/>
                                        </p:tgtEl>
                                      </p:cBhvr>
                                    </p:animEffect>
                                    <p:set>
                                      <p:cBhvr>
                                        <p:cTn id="1707" dur="1" fill="hold">
                                          <p:stCondLst>
                                            <p:cond delay="419"/>
                                          </p:stCondLst>
                                        </p:cTn>
                                        <p:tgtEl>
                                          <p:spTgt spid="386"/>
                                        </p:tgtEl>
                                        <p:attrNameLst>
                                          <p:attrName>style.visibility</p:attrName>
                                        </p:attrNameLst>
                                      </p:cBhvr>
                                      <p:to>
                                        <p:strVal val="hidden"/>
                                      </p:to>
                                    </p:set>
                                  </p:childTnLst>
                                </p:cTn>
                              </p:par>
                              <p:par>
                                <p:cTn id="1708" presetID="10" presetClass="exit" presetSubtype="0" fill="hold" grpId="1" nodeType="withEffect">
                                  <p:stCondLst>
                                    <p:cond delay="0"/>
                                  </p:stCondLst>
                                  <p:childTnLst>
                                    <p:animEffect transition="out" filter="fade">
                                      <p:cBhvr>
                                        <p:cTn id="1709" dur="420"/>
                                        <p:tgtEl>
                                          <p:spTgt spid="387"/>
                                        </p:tgtEl>
                                      </p:cBhvr>
                                    </p:animEffect>
                                    <p:set>
                                      <p:cBhvr>
                                        <p:cTn id="1710" dur="1" fill="hold">
                                          <p:stCondLst>
                                            <p:cond delay="419"/>
                                          </p:stCondLst>
                                        </p:cTn>
                                        <p:tgtEl>
                                          <p:spTgt spid="387"/>
                                        </p:tgtEl>
                                        <p:attrNameLst>
                                          <p:attrName>style.visibility</p:attrName>
                                        </p:attrNameLst>
                                      </p:cBhvr>
                                      <p:to>
                                        <p:strVal val="hidden"/>
                                      </p:to>
                                    </p:set>
                                  </p:childTnLst>
                                </p:cTn>
                              </p:par>
                              <p:par>
                                <p:cTn id="1711" presetID="10" presetClass="exit" presetSubtype="0" fill="hold" grpId="1" nodeType="withEffect">
                                  <p:stCondLst>
                                    <p:cond delay="0"/>
                                  </p:stCondLst>
                                  <p:childTnLst>
                                    <p:animEffect transition="out" filter="fade">
                                      <p:cBhvr>
                                        <p:cTn id="1712" dur="420"/>
                                        <p:tgtEl>
                                          <p:spTgt spid="388"/>
                                        </p:tgtEl>
                                      </p:cBhvr>
                                    </p:animEffect>
                                    <p:set>
                                      <p:cBhvr>
                                        <p:cTn id="1713" dur="1" fill="hold">
                                          <p:stCondLst>
                                            <p:cond delay="419"/>
                                          </p:stCondLst>
                                        </p:cTn>
                                        <p:tgtEl>
                                          <p:spTgt spid="388"/>
                                        </p:tgtEl>
                                        <p:attrNameLst>
                                          <p:attrName>style.visibility</p:attrName>
                                        </p:attrNameLst>
                                      </p:cBhvr>
                                      <p:to>
                                        <p:strVal val="hidden"/>
                                      </p:to>
                                    </p:set>
                                  </p:childTnLst>
                                </p:cTn>
                              </p:par>
                              <p:par>
                                <p:cTn id="1714" presetID="10" presetClass="exit" presetSubtype="0" fill="hold" grpId="1" nodeType="withEffect">
                                  <p:stCondLst>
                                    <p:cond delay="0"/>
                                  </p:stCondLst>
                                  <p:childTnLst>
                                    <p:animEffect transition="out" filter="fade">
                                      <p:cBhvr>
                                        <p:cTn id="1715" dur="420"/>
                                        <p:tgtEl>
                                          <p:spTgt spid="389"/>
                                        </p:tgtEl>
                                      </p:cBhvr>
                                    </p:animEffect>
                                    <p:set>
                                      <p:cBhvr>
                                        <p:cTn id="1716" dur="1" fill="hold">
                                          <p:stCondLst>
                                            <p:cond delay="419"/>
                                          </p:stCondLst>
                                        </p:cTn>
                                        <p:tgtEl>
                                          <p:spTgt spid="389"/>
                                        </p:tgtEl>
                                        <p:attrNameLst>
                                          <p:attrName>style.visibility</p:attrName>
                                        </p:attrNameLst>
                                      </p:cBhvr>
                                      <p:to>
                                        <p:strVal val="hidden"/>
                                      </p:to>
                                    </p:set>
                                  </p:childTnLst>
                                </p:cTn>
                              </p:par>
                              <p:par>
                                <p:cTn id="1717" presetID="10" presetClass="exit" presetSubtype="0" fill="hold" grpId="1" nodeType="withEffect">
                                  <p:stCondLst>
                                    <p:cond delay="0"/>
                                  </p:stCondLst>
                                  <p:childTnLst>
                                    <p:animEffect transition="out" filter="fade">
                                      <p:cBhvr>
                                        <p:cTn id="1718" dur="420"/>
                                        <p:tgtEl>
                                          <p:spTgt spid="395"/>
                                        </p:tgtEl>
                                      </p:cBhvr>
                                    </p:animEffect>
                                    <p:set>
                                      <p:cBhvr>
                                        <p:cTn id="1719" dur="1" fill="hold">
                                          <p:stCondLst>
                                            <p:cond delay="419"/>
                                          </p:stCondLst>
                                        </p:cTn>
                                        <p:tgtEl>
                                          <p:spTgt spid="395"/>
                                        </p:tgtEl>
                                        <p:attrNameLst>
                                          <p:attrName>style.visibility</p:attrName>
                                        </p:attrNameLst>
                                      </p:cBhvr>
                                      <p:to>
                                        <p:strVal val="hidden"/>
                                      </p:to>
                                    </p:set>
                                  </p:childTnLst>
                                </p:cTn>
                              </p:par>
                              <p:par>
                                <p:cTn id="1720" presetID="10" presetClass="exit" presetSubtype="0" fill="hold" grpId="0" nodeType="withEffect">
                                  <p:stCondLst>
                                    <p:cond delay="0"/>
                                  </p:stCondLst>
                                  <p:childTnLst>
                                    <p:animEffect transition="out" filter="fade">
                                      <p:cBhvr>
                                        <p:cTn id="1721" dur="420"/>
                                        <p:tgtEl>
                                          <p:spTgt spid="423"/>
                                        </p:tgtEl>
                                      </p:cBhvr>
                                    </p:animEffect>
                                    <p:set>
                                      <p:cBhvr>
                                        <p:cTn id="1722" dur="1" fill="hold">
                                          <p:stCondLst>
                                            <p:cond delay="419"/>
                                          </p:stCondLst>
                                        </p:cTn>
                                        <p:tgtEl>
                                          <p:spTgt spid="423"/>
                                        </p:tgtEl>
                                        <p:attrNameLst>
                                          <p:attrName>style.visibility</p:attrName>
                                        </p:attrNameLst>
                                      </p:cBhvr>
                                      <p:to>
                                        <p:strVal val="hidden"/>
                                      </p:to>
                                    </p:set>
                                  </p:childTnLst>
                                </p:cTn>
                              </p:par>
                              <p:par>
                                <p:cTn id="1723" presetID="10" presetClass="exit" presetSubtype="0" fill="hold" grpId="0" nodeType="withEffect">
                                  <p:stCondLst>
                                    <p:cond delay="0"/>
                                  </p:stCondLst>
                                  <p:childTnLst>
                                    <p:animEffect transition="out" filter="fade">
                                      <p:cBhvr>
                                        <p:cTn id="1724" dur="420"/>
                                        <p:tgtEl>
                                          <p:spTgt spid="424"/>
                                        </p:tgtEl>
                                      </p:cBhvr>
                                    </p:animEffect>
                                    <p:set>
                                      <p:cBhvr>
                                        <p:cTn id="1725" dur="1" fill="hold">
                                          <p:stCondLst>
                                            <p:cond delay="419"/>
                                          </p:stCondLst>
                                        </p:cTn>
                                        <p:tgtEl>
                                          <p:spTgt spid="424"/>
                                        </p:tgtEl>
                                        <p:attrNameLst>
                                          <p:attrName>style.visibility</p:attrName>
                                        </p:attrNameLst>
                                      </p:cBhvr>
                                      <p:to>
                                        <p:strVal val="hidden"/>
                                      </p:to>
                                    </p:set>
                                  </p:childTnLst>
                                </p:cTn>
                              </p:par>
                              <p:par>
                                <p:cTn id="1726" presetID="10" presetClass="exit" presetSubtype="0" fill="hold" grpId="1" nodeType="withEffect">
                                  <p:stCondLst>
                                    <p:cond delay="0"/>
                                  </p:stCondLst>
                                  <p:childTnLst>
                                    <p:animEffect transition="out" filter="fade">
                                      <p:cBhvr>
                                        <p:cTn id="1727" dur="420"/>
                                        <p:tgtEl>
                                          <p:spTgt spid="425"/>
                                        </p:tgtEl>
                                      </p:cBhvr>
                                    </p:animEffect>
                                    <p:set>
                                      <p:cBhvr>
                                        <p:cTn id="1728" dur="1" fill="hold">
                                          <p:stCondLst>
                                            <p:cond delay="419"/>
                                          </p:stCondLst>
                                        </p:cTn>
                                        <p:tgtEl>
                                          <p:spTgt spid="425"/>
                                        </p:tgtEl>
                                        <p:attrNameLst>
                                          <p:attrName>style.visibility</p:attrName>
                                        </p:attrNameLst>
                                      </p:cBhvr>
                                      <p:to>
                                        <p:strVal val="hidden"/>
                                      </p:to>
                                    </p:set>
                                  </p:childTnLst>
                                </p:cTn>
                              </p:par>
                              <p:par>
                                <p:cTn id="1729" presetID="10" presetClass="exit" presetSubtype="0" fill="hold" grpId="0" nodeType="withEffect">
                                  <p:stCondLst>
                                    <p:cond delay="0"/>
                                  </p:stCondLst>
                                  <p:childTnLst>
                                    <p:animEffect transition="out" filter="fade">
                                      <p:cBhvr>
                                        <p:cTn id="1730" dur="420"/>
                                        <p:tgtEl>
                                          <p:spTgt spid="426"/>
                                        </p:tgtEl>
                                      </p:cBhvr>
                                    </p:animEffect>
                                    <p:set>
                                      <p:cBhvr>
                                        <p:cTn id="1731" dur="1" fill="hold">
                                          <p:stCondLst>
                                            <p:cond delay="419"/>
                                          </p:stCondLst>
                                        </p:cTn>
                                        <p:tgtEl>
                                          <p:spTgt spid="426"/>
                                        </p:tgtEl>
                                        <p:attrNameLst>
                                          <p:attrName>style.visibility</p:attrName>
                                        </p:attrNameLst>
                                      </p:cBhvr>
                                      <p:to>
                                        <p:strVal val="hidden"/>
                                      </p:to>
                                    </p:set>
                                  </p:childTnLst>
                                </p:cTn>
                              </p:par>
                              <p:par>
                                <p:cTn id="1732" presetID="10" presetClass="exit" presetSubtype="0" fill="hold" grpId="0" nodeType="withEffect">
                                  <p:stCondLst>
                                    <p:cond delay="0"/>
                                  </p:stCondLst>
                                  <p:childTnLst>
                                    <p:animEffect transition="out" filter="fade">
                                      <p:cBhvr>
                                        <p:cTn id="1733" dur="420"/>
                                        <p:tgtEl>
                                          <p:spTgt spid="427"/>
                                        </p:tgtEl>
                                      </p:cBhvr>
                                    </p:animEffect>
                                    <p:set>
                                      <p:cBhvr>
                                        <p:cTn id="1734" dur="1" fill="hold">
                                          <p:stCondLst>
                                            <p:cond delay="419"/>
                                          </p:stCondLst>
                                        </p:cTn>
                                        <p:tgtEl>
                                          <p:spTgt spid="427"/>
                                        </p:tgtEl>
                                        <p:attrNameLst>
                                          <p:attrName>style.visibility</p:attrName>
                                        </p:attrNameLst>
                                      </p:cBhvr>
                                      <p:to>
                                        <p:strVal val="hidden"/>
                                      </p:to>
                                    </p:set>
                                  </p:childTnLst>
                                </p:cTn>
                              </p:par>
                              <p:par>
                                <p:cTn id="1735" presetID="10" presetClass="exit" presetSubtype="0" fill="hold" grpId="0" nodeType="withEffect">
                                  <p:stCondLst>
                                    <p:cond delay="0"/>
                                  </p:stCondLst>
                                  <p:childTnLst>
                                    <p:animEffect transition="out" filter="fade">
                                      <p:cBhvr>
                                        <p:cTn id="1736" dur="420"/>
                                        <p:tgtEl>
                                          <p:spTgt spid="428"/>
                                        </p:tgtEl>
                                      </p:cBhvr>
                                    </p:animEffect>
                                    <p:set>
                                      <p:cBhvr>
                                        <p:cTn id="1737" dur="1" fill="hold">
                                          <p:stCondLst>
                                            <p:cond delay="419"/>
                                          </p:stCondLst>
                                        </p:cTn>
                                        <p:tgtEl>
                                          <p:spTgt spid="428"/>
                                        </p:tgtEl>
                                        <p:attrNameLst>
                                          <p:attrName>style.visibility</p:attrName>
                                        </p:attrNameLst>
                                      </p:cBhvr>
                                      <p:to>
                                        <p:strVal val="hidden"/>
                                      </p:to>
                                    </p:set>
                                  </p:childTnLst>
                                </p:cTn>
                              </p:par>
                              <p:par>
                                <p:cTn id="1738" presetID="10" presetClass="exit" presetSubtype="0" fill="hold" grpId="0" nodeType="withEffect">
                                  <p:stCondLst>
                                    <p:cond delay="0"/>
                                  </p:stCondLst>
                                  <p:childTnLst>
                                    <p:animEffect transition="out" filter="fade">
                                      <p:cBhvr>
                                        <p:cTn id="1739" dur="420"/>
                                        <p:tgtEl>
                                          <p:spTgt spid="429"/>
                                        </p:tgtEl>
                                      </p:cBhvr>
                                    </p:animEffect>
                                    <p:set>
                                      <p:cBhvr>
                                        <p:cTn id="1740" dur="1" fill="hold">
                                          <p:stCondLst>
                                            <p:cond delay="419"/>
                                          </p:stCondLst>
                                        </p:cTn>
                                        <p:tgtEl>
                                          <p:spTgt spid="429"/>
                                        </p:tgtEl>
                                        <p:attrNameLst>
                                          <p:attrName>style.visibility</p:attrName>
                                        </p:attrNameLst>
                                      </p:cBhvr>
                                      <p:to>
                                        <p:strVal val="hidden"/>
                                      </p:to>
                                    </p:set>
                                  </p:childTnLst>
                                </p:cTn>
                              </p:par>
                              <p:par>
                                <p:cTn id="1741" presetID="10" presetClass="exit" presetSubtype="0" fill="hold" grpId="1" nodeType="withEffect">
                                  <p:stCondLst>
                                    <p:cond delay="0"/>
                                  </p:stCondLst>
                                  <p:childTnLst>
                                    <p:animEffect transition="out" filter="fade">
                                      <p:cBhvr>
                                        <p:cTn id="1742" dur="420"/>
                                        <p:tgtEl>
                                          <p:spTgt spid="430"/>
                                        </p:tgtEl>
                                      </p:cBhvr>
                                    </p:animEffect>
                                    <p:set>
                                      <p:cBhvr>
                                        <p:cTn id="1743" dur="1" fill="hold">
                                          <p:stCondLst>
                                            <p:cond delay="419"/>
                                          </p:stCondLst>
                                        </p:cTn>
                                        <p:tgtEl>
                                          <p:spTgt spid="430"/>
                                        </p:tgtEl>
                                        <p:attrNameLst>
                                          <p:attrName>style.visibility</p:attrName>
                                        </p:attrNameLst>
                                      </p:cBhvr>
                                      <p:to>
                                        <p:strVal val="hidden"/>
                                      </p:to>
                                    </p:set>
                                  </p:childTnLst>
                                </p:cTn>
                              </p:par>
                              <p:par>
                                <p:cTn id="1744" presetID="10" presetClass="exit" presetSubtype="0" fill="hold" grpId="0" nodeType="withEffect">
                                  <p:stCondLst>
                                    <p:cond delay="0"/>
                                  </p:stCondLst>
                                  <p:childTnLst>
                                    <p:animEffect transition="out" filter="fade">
                                      <p:cBhvr>
                                        <p:cTn id="1745" dur="420"/>
                                        <p:tgtEl>
                                          <p:spTgt spid="431"/>
                                        </p:tgtEl>
                                      </p:cBhvr>
                                    </p:animEffect>
                                    <p:set>
                                      <p:cBhvr>
                                        <p:cTn id="1746" dur="1" fill="hold">
                                          <p:stCondLst>
                                            <p:cond delay="419"/>
                                          </p:stCondLst>
                                        </p:cTn>
                                        <p:tgtEl>
                                          <p:spTgt spid="431"/>
                                        </p:tgtEl>
                                        <p:attrNameLst>
                                          <p:attrName>style.visibility</p:attrName>
                                        </p:attrNameLst>
                                      </p:cBhvr>
                                      <p:to>
                                        <p:strVal val="hidden"/>
                                      </p:to>
                                    </p:set>
                                  </p:childTnLst>
                                </p:cTn>
                              </p:par>
                              <p:par>
                                <p:cTn id="1747" presetID="10" presetClass="exit" presetSubtype="0" fill="hold" grpId="0" nodeType="withEffect">
                                  <p:stCondLst>
                                    <p:cond delay="0"/>
                                  </p:stCondLst>
                                  <p:childTnLst>
                                    <p:animEffect transition="out" filter="fade">
                                      <p:cBhvr>
                                        <p:cTn id="1748" dur="420"/>
                                        <p:tgtEl>
                                          <p:spTgt spid="432"/>
                                        </p:tgtEl>
                                      </p:cBhvr>
                                    </p:animEffect>
                                    <p:set>
                                      <p:cBhvr>
                                        <p:cTn id="1749" dur="1" fill="hold">
                                          <p:stCondLst>
                                            <p:cond delay="419"/>
                                          </p:stCondLst>
                                        </p:cTn>
                                        <p:tgtEl>
                                          <p:spTgt spid="432"/>
                                        </p:tgtEl>
                                        <p:attrNameLst>
                                          <p:attrName>style.visibility</p:attrName>
                                        </p:attrNameLst>
                                      </p:cBhvr>
                                      <p:to>
                                        <p:strVal val="hidden"/>
                                      </p:to>
                                    </p:set>
                                  </p:childTnLst>
                                </p:cTn>
                              </p:par>
                              <p:par>
                                <p:cTn id="1750" presetID="10" presetClass="exit" presetSubtype="0" fill="hold" grpId="0" nodeType="withEffect">
                                  <p:stCondLst>
                                    <p:cond delay="0"/>
                                  </p:stCondLst>
                                  <p:childTnLst>
                                    <p:animEffect transition="out" filter="fade">
                                      <p:cBhvr>
                                        <p:cTn id="1751" dur="420"/>
                                        <p:tgtEl>
                                          <p:spTgt spid="433"/>
                                        </p:tgtEl>
                                      </p:cBhvr>
                                    </p:animEffect>
                                    <p:set>
                                      <p:cBhvr>
                                        <p:cTn id="1752" dur="1" fill="hold">
                                          <p:stCondLst>
                                            <p:cond delay="419"/>
                                          </p:stCondLst>
                                        </p:cTn>
                                        <p:tgtEl>
                                          <p:spTgt spid="433"/>
                                        </p:tgtEl>
                                        <p:attrNameLst>
                                          <p:attrName>style.visibility</p:attrName>
                                        </p:attrNameLst>
                                      </p:cBhvr>
                                      <p:to>
                                        <p:strVal val="hidden"/>
                                      </p:to>
                                    </p:set>
                                  </p:childTnLst>
                                </p:cTn>
                              </p:par>
                              <p:par>
                                <p:cTn id="1753" presetID="10" presetClass="exit" presetSubtype="0" fill="hold" grpId="0" nodeType="withEffect">
                                  <p:stCondLst>
                                    <p:cond delay="0"/>
                                  </p:stCondLst>
                                  <p:childTnLst>
                                    <p:animEffect transition="out" filter="fade">
                                      <p:cBhvr>
                                        <p:cTn id="1754" dur="420"/>
                                        <p:tgtEl>
                                          <p:spTgt spid="434"/>
                                        </p:tgtEl>
                                      </p:cBhvr>
                                    </p:animEffect>
                                    <p:set>
                                      <p:cBhvr>
                                        <p:cTn id="1755" dur="1" fill="hold">
                                          <p:stCondLst>
                                            <p:cond delay="419"/>
                                          </p:stCondLst>
                                        </p:cTn>
                                        <p:tgtEl>
                                          <p:spTgt spid="434"/>
                                        </p:tgtEl>
                                        <p:attrNameLst>
                                          <p:attrName>style.visibility</p:attrName>
                                        </p:attrNameLst>
                                      </p:cBhvr>
                                      <p:to>
                                        <p:strVal val="hidden"/>
                                      </p:to>
                                    </p:set>
                                  </p:childTnLst>
                                </p:cTn>
                              </p:par>
                              <p:par>
                                <p:cTn id="1756" presetID="10" presetClass="exit" presetSubtype="0" fill="hold" grpId="1" nodeType="withEffect">
                                  <p:stCondLst>
                                    <p:cond delay="0"/>
                                  </p:stCondLst>
                                  <p:childTnLst>
                                    <p:animEffect transition="out" filter="fade">
                                      <p:cBhvr>
                                        <p:cTn id="1757" dur="420"/>
                                        <p:tgtEl>
                                          <p:spTgt spid="435"/>
                                        </p:tgtEl>
                                      </p:cBhvr>
                                    </p:animEffect>
                                    <p:set>
                                      <p:cBhvr>
                                        <p:cTn id="1758" dur="1" fill="hold">
                                          <p:stCondLst>
                                            <p:cond delay="419"/>
                                          </p:stCondLst>
                                        </p:cTn>
                                        <p:tgtEl>
                                          <p:spTgt spid="435"/>
                                        </p:tgtEl>
                                        <p:attrNameLst>
                                          <p:attrName>style.visibility</p:attrName>
                                        </p:attrNameLst>
                                      </p:cBhvr>
                                      <p:to>
                                        <p:strVal val="hidden"/>
                                      </p:to>
                                    </p:set>
                                  </p:childTnLst>
                                </p:cTn>
                              </p:par>
                              <p:par>
                                <p:cTn id="1759" presetID="10" presetClass="exit" presetSubtype="0" fill="hold" grpId="0" nodeType="withEffect">
                                  <p:stCondLst>
                                    <p:cond delay="0"/>
                                  </p:stCondLst>
                                  <p:childTnLst>
                                    <p:animEffect transition="out" filter="fade">
                                      <p:cBhvr>
                                        <p:cTn id="1760" dur="420"/>
                                        <p:tgtEl>
                                          <p:spTgt spid="436"/>
                                        </p:tgtEl>
                                      </p:cBhvr>
                                    </p:animEffect>
                                    <p:set>
                                      <p:cBhvr>
                                        <p:cTn id="1761" dur="1" fill="hold">
                                          <p:stCondLst>
                                            <p:cond delay="419"/>
                                          </p:stCondLst>
                                        </p:cTn>
                                        <p:tgtEl>
                                          <p:spTgt spid="436"/>
                                        </p:tgtEl>
                                        <p:attrNameLst>
                                          <p:attrName>style.visibility</p:attrName>
                                        </p:attrNameLst>
                                      </p:cBhvr>
                                      <p:to>
                                        <p:strVal val="hidden"/>
                                      </p:to>
                                    </p:set>
                                  </p:childTnLst>
                                </p:cTn>
                              </p:par>
                              <p:par>
                                <p:cTn id="1762" presetID="10" presetClass="exit" presetSubtype="0" fill="hold" grpId="0" nodeType="withEffect">
                                  <p:stCondLst>
                                    <p:cond delay="0"/>
                                  </p:stCondLst>
                                  <p:childTnLst>
                                    <p:animEffect transition="out" filter="fade">
                                      <p:cBhvr>
                                        <p:cTn id="1763" dur="420"/>
                                        <p:tgtEl>
                                          <p:spTgt spid="437"/>
                                        </p:tgtEl>
                                      </p:cBhvr>
                                    </p:animEffect>
                                    <p:set>
                                      <p:cBhvr>
                                        <p:cTn id="1764" dur="1" fill="hold">
                                          <p:stCondLst>
                                            <p:cond delay="419"/>
                                          </p:stCondLst>
                                        </p:cTn>
                                        <p:tgtEl>
                                          <p:spTgt spid="437"/>
                                        </p:tgtEl>
                                        <p:attrNameLst>
                                          <p:attrName>style.visibility</p:attrName>
                                        </p:attrNameLst>
                                      </p:cBhvr>
                                      <p:to>
                                        <p:strVal val="hidden"/>
                                      </p:to>
                                    </p:set>
                                  </p:childTnLst>
                                </p:cTn>
                              </p:par>
                              <p:par>
                                <p:cTn id="1765" presetID="10" presetClass="exit" presetSubtype="0" fill="hold" grpId="0" nodeType="withEffect">
                                  <p:stCondLst>
                                    <p:cond delay="0"/>
                                  </p:stCondLst>
                                  <p:childTnLst>
                                    <p:animEffect transition="out" filter="fade">
                                      <p:cBhvr>
                                        <p:cTn id="1766" dur="420"/>
                                        <p:tgtEl>
                                          <p:spTgt spid="438"/>
                                        </p:tgtEl>
                                      </p:cBhvr>
                                    </p:animEffect>
                                    <p:set>
                                      <p:cBhvr>
                                        <p:cTn id="1767" dur="1" fill="hold">
                                          <p:stCondLst>
                                            <p:cond delay="419"/>
                                          </p:stCondLst>
                                        </p:cTn>
                                        <p:tgtEl>
                                          <p:spTgt spid="438"/>
                                        </p:tgtEl>
                                        <p:attrNameLst>
                                          <p:attrName>style.visibility</p:attrName>
                                        </p:attrNameLst>
                                      </p:cBhvr>
                                      <p:to>
                                        <p:strVal val="hidden"/>
                                      </p:to>
                                    </p:set>
                                  </p:childTnLst>
                                </p:cTn>
                              </p:par>
                              <p:par>
                                <p:cTn id="1768" presetID="10" presetClass="exit" presetSubtype="0" fill="hold" grpId="0" nodeType="withEffect">
                                  <p:stCondLst>
                                    <p:cond delay="0"/>
                                  </p:stCondLst>
                                  <p:childTnLst>
                                    <p:animEffect transition="out" filter="fade">
                                      <p:cBhvr>
                                        <p:cTn id="1769" dur="420"/>
                                        <p:tgtEl>
                                          <p:spTgt spid="439"/>
                                        </p:tgtEl>
                                      </p:cBhvr>
                                    </p:animEffect>
                                    <p:set>
                                      <p:cBhvr>
                                        <p:cTn id="1770" dur="1" fill="hold">
                                          <p:stCondLst>
                                            <p:cond delay="419"/>
                                          </p:stCondLst>
                                        </p:cTn>
                                        <p:tgtEl>
                                          <p:spTgt spid="439"/>
                                        </p:tgtEl>
                                        <p:attrNameLst>
                                          <p:attrName>style.visibility</p:attrName>
                                        </p:attrNameLst>
                                      </p:cBhvr>
                                      <p:to>
                                        <p:strVal val="hidden"/>
                                      </p:to>
                                    </p:set>
                                  </p:childTnLst>
                                </p:cTn>
                              </p:par>
                              <p:par>
                                <p:cTn id="1771" presetID="10" presetClass="exit" presetSubtype="0" fill="hold" grpId="1" nodeType="withEffect">
                                  <p:stCondLst>
                                    <p:cond delay="0"/>
                                  </p:stCondLst>
                                  <p:childTnLst>
                                    <p:animEffect transition="out" filter="fade">
                                      <p:cBhvr>
                                        <p:cTn id="1772" dur="420"/>
                                        <p:tgtEl>
                                          <p:spTgt spid="440"/>
                                        </p:tgtEl>
                                      </p:cBhvr>
                                    </p:animEffect>
                                    <p:set>
                                      <p:cBhvr>
                                        <p:cTn id="1773" dur="1" fill="hold">
                                          <p:stCondLst>
                                            <p:cond delay="419"/>
                                          </p:stCondLst>
                                        </p:cTn>
                                        <p:tgtEl>
                                          <p:spTgt spid="440"/>
                                        </p:tgtEl>
                                        <p:attrNameLst>
                                          <p:attrName>style.visibility</p:attrName>
                                        </p:attrNameLst>
                                      </p:cBhvr>
                                      <p:to>
                                        <p:strVal val="hidden"/>
                                      </p:to>
                                    </p:set>
                                  </p:childTnLst>
                                </p:cTn>
                              </p:par>
                              <p:par>
                                <p:cTn id="1774" presetID="10" presetClass="exit" presetSubtype="0" fill="hold" grpId="0" nodeType="withEffect">
                                  <p:stCondLst>
                                    <p:cond delay="0"/>
                                  </p:stCondLst>
                                  <p:childTnLst>
                                    <p:animEffect transition="out" filter="fade">
                                      <p:cBhvr>
                                        <p:cTn id="1775" dur="420"/>
                                        <p:tgtEl>
                                          <p:spTgt spid="441"/>
                                        </p:tgtEl>
                                      </p:cBhvr>
                                    </p:animEffect>
                                    <p:set>
                                      <p:cBhvr>
                                        <p:cTn id="1776" dur="1" fill="hold">
                                          <p:stCondLst>
                                            <p:cond delay="419"/>
                                          </p:stCondLst>
                                        </p:cTn>
                                        <p:tgtEl>
                                          <p:spTgt spid="441"/>
                                        </p:tgtEl>
                                        <p:attrNameLst>
                                          <p:attrName>style.visibility</p:attrName>
                                        </p:attrNameLst>
                                      </p:cBhvr>
                                      <p:to>
                                        <p:strVal val="hidden"/>
                                      </p:to>
                                    </p:set>
                                  </p:childTnLst>
                                </p:cTn>
                              </p:par>
                              <p:par>
                                <p:cTn id="1777" presetID="10" presetClass="exit" presetSubtype="0" fill="hold" grpId="0" nodeType="withEffect">
                                  <p:stCondLst>
                                    <p:cond delay="0"/>
                                  </p:stCondLst>
                                  <p:childTnLst>
                                    <p:animEffect transition="out" filter="fade">
                                      <p:cBhvr>
                                        <p:cTn id="1778" dur="420"/>
                                        <p:tgtEl>
                                          <p:spTgt spid="442"/>
                                        </p:tgtEl>
                                      </p:cBhvr>
                                    </p:animEffect>
                                    <p:set>
                                      <p:cBhvr>
                                        <p:cTn id="1779" dur="1" fill="hold">
                                          <p:stCondLst>
                                            <p:cond delay="419"/>
                                          </p:stCondLst>
                                        </p:cTn>
                                        <p:tgtEl>
                                          <p:spTgt spid="442"/>
                                        </p:tgtEl>
                                        <p:attrNameLst>
                                          <p:attrName>style.visibility</p:attrName>
                                        </p:attrNameLst>
                                      </p:cBhvr>
                                      <p:to>
                                        <p:strVal val="hidden"/>
                                      </p:to>
                                    </p:set>
                                  </p:childTnLst>
                                </p:cTn>
                              </p:par>
                              <p:par>
                                <p:cTn id="1780" presetID="10" presetClass="exit" presetSubtype="0" fill="hold" grpId="0" nodeType="withEffect">
                                  <p:stCondLst>
                                    <p:cond delay="0"/>
                                  </p:stCondLst>
                                  <p:childTnLst>
                                    <p:animEffect transition="out" filter="fade">
                                      <p:cBhvr>
                                        <p:cTn id="1781" dur="420"/>
                                        <p:tgtEl>
                                          <p:spTgt spid="443"/>
                                        </p:tgtEl>
                                      </p:cBhvr>
                                    </p:animEffect>
                                    <p:set>
                                      <p:cBhvr>
                                        <p:cTn id="1782" dur="1" fill="hold">
                                          <p:stCondLst>
                                            <p:cond delay="419"/>
                                          </p:stCondLst>
                                        </p:cTn>
                                        <p:tgtEl>
                                          <p:spTgt spid="443"/>
                                        </p:tgtEl>
                                        <p:attrNameLst>
                                          <p:attrName>style.visibility</p:attrName>
                                        </p:attrNameLst>
                                      </p:cBhvr>
                                      <p:to>
                                        <p:strVal val="hidden"/>
                                      </p:to>
                                    </p:set>
                                  </p:childTnLst>
                                </p:cTn>
                              </p:par>
                              <p:par>
                                <p:cTn id="1783" presetID="10" presetClass="exit" presetSubtype="0" fill="hold" grpId="1" nodeType="withEffect">
                                  <p:stCondLst>
                                    <p:cond delay="0"/>
                                  </p:stCondLst>
                                  <p:childTnLst>
                                    <p:animEffect transition="out" filter="fade">
                                      <p:cBhvr>
                                        <p:cTn id="1784" dur="420"/>
                                        <p:tgtEl>
                                          <p:spTgt spid="444"/>
                                        </p:tgtEl>
                                      </p:cBhvr>
                                    </p:animEffect>
                                    <p:set>
                                      <p:cBhvr>
                                        <p:cTn id="1785" dur="1" fill="hold">
                                          <p:stCondLst>
                                            <p:cond delay="419"/>
                                          </p:stCondLst>
                                        </p:cTn>
                                        <p:tgtEl>
                                          <p:spTgt spid="444"/>
                                        </p:tgtEl>
                                        <p:attrNameLst>
                                          <p:attrName>style.visibility</p:attrName>
                                        </p:attrNameLst>
                                      </p:cBhvr>
                                      <p:to>
                                        <p:strVal val="hidden"/>
                                      </p:to>
                                    </p:set>
                                  </p:childTnLst>
                                </p:cTn>
                              </p:par>
                              <p:par>
                                <p:cTn id="1786" presetID="10" presetClass="exit" presetSubtype="0" fill="hold" grpId="0" nodeType="withEffect">
                                  <p:stCondLst>
                                    <p:cond delay="0"/>
                                  </p:stCondLst>
                                  <p:childTnLst>
                                    <p:animEffect transition="out" filter="fade">
                                      <p:cBhvr>
                                        <p:cTn id="1787" dur="420"/>
                                        <p:tgtEl>
                                          <p:spTgt spid="445"/>
                                        </p:tgtEl>
                                      </p:cBhvr>
                                    </p:animEffect>
                                    <p:set>
                                      <p:cBhvr>
                                        <p:cTn id="1788" dur="1" fill="hold">
                                          <p:stCondLst>
                                            <p:cond delay="419"/>
                                          </p:stCondLst>
                                        </p:cTn>
                                        <p:tgtEl>
                                          <p:spTgt spid="445"/>
                                        </p:tgtEl>
                                        <p:attrNameLst>
                                          <p:attrName>style.visibility</p:attrName>
                                        </p:attrNameLst>
                                      </p:cBhvr>
                                      <p:to>
                                        <p:strVal val="hidden"/>
                                      </p:to>
                                    </p:set>
                                  </p:childTnLst>
                                </p:cTn>
                              </p:par>
                              <p:par>
                                <p:cTn id="1789" presetID="10" presetClass="exit" presetSubtype="0" fill="hold" grpId="0" nodeType="withEffect">
                                  <p:stCondLst>
                                    <p:cond delay="0"/>
                                  </p:stCondLst>
                                  <p:childTnLst>
                                    <p:animEffect transition="out" filter="fade">
                                      <p:cBhvr>
                                        <p:cTn id="1790" dur="420"/>
                                        <p:tgtEl>
                                          <p:spTgt spid="446"/>
                                        </p:tgtEl>
                                      </p:cBhvr>
                                    </p:animEffect>
                                    <p:set>
                                      <p:cBhvr>
                                        <p:cTn id="1791" dur="1" fill="hold">
                                          <p:stCondLst>
                                            <p:cond delay="419"/>
                                          </p:stCondLst>
                                        </p:cTn>
                                        <p:tgtEl>
                                          <p:spTgt spid="446"/>
                                        </p:tgtEl>
                                        <p:attrNameLst>
                                          <p:attrName>style.visibility</p:attrName>
                                        </p:attrNameLst>
                                      </p:cBhvr>
                                      <p:to>
                                        <p:strVal val="hidden"/>
                                      </p:to>
                                    </p:set>
                                  </p:childTnLst>
                                </p:cTn>
                              </p:par>
                              <p:par>
                                <p:cTn id="1792" presetID="42" presetClass="entr" presetSubtype="0" fill="hold" grpId="0" nodeType="withEffect">
                                  <p:stCondLst>
                                    <p:cond delay="250"/>
                                  </p:stCondLst>
                                  <p:childTnLst>
                                    <p:set>
                                      <p:cBhvr>
                                        <p:cTn id="1793" dur="1" fill="hold">
                                          <p:stCondLst>
                                            <p:cond delay="0"/>
                                          </p:stCondLst>
                                        </p:cTn>
                                        <p:tgtEl>
                                          <p:spTgt spid="12"/>
                                        </p:tgtEl>
                                        <p:attrNameLst>
                                          <p:attrName>style.visibility</p:attrName>
                                        </p:attrNameLst>
                                      </p:cBhvr>
                                      <p:to>
                                        <p:strVal val="visible"/>
                                      </p:to>
                                    </p:set>
                                    <p:animEffect transition="in" filter="fade">
                                      <p:cBhvr>
                                        <p:cTn id="1794" dur="650"/>
                                        <p:tgtEl>
                                          <p:spTgt spid="12"/>
                                        </p:tgtEl>
                                      </p:cBhvr>
                                    </p:animEffect>
                                    <p:anim calcmode="lin" valueType="num">
                                      <p:cBhvr>
                                        <p:cTn id="1795" dur="650" fill="hold"/>
                                        <p:tgtEl>
                                          <p:spTgt spid="12"/>
                                        </p:tgtEl>
                                        <p:attrNameLst>
                                          <p:attrName>ppt_x</p:attrName>
                                        </p:attrNameLst>
                                      </p:cBhvr>
                                      <p:tavLst>
                                        <p:tav tm="0">
                                          <p:val>
                                            <p:strVal val="#ppt_x"/>
                                          </p:val>
                                        </p:tav>
                                        <p:tav tm="100000">
                                          <p:val>
                                            <p:strVal val="#ppt_x"/>
                                          </p:val>
                                        </p:tav>
                                      </p:tavLst>
                                    </p:anim>
                                    <p:anim calcmode="lin" valueType="num">
                                      <p:cBhvr>
                                        <p:cTn id="1796" dur="650" fill="hold"/>
                                        <p:tgtEl>
                                          <p:spTgt spid="12"/>
                                        </p:tgtEl>
                                        <p:attrNameLst>
                                          <p:attrName>ppt_y</p:attrName>
                                        </p:attrNameLst>
                                      </p:cBhvr>
                                      <p:tavLst>
                                        <p:tav tm="0">
                                          <p:val>
                                            <p:strVal val="#ppt_y+.1"/>
                                          </p:val>
                                        </p:tav>
                                        <p:tav tm="100000">
                                          <p:val>
                                            <p:strVal val="#ppt_y"/>
                                          </p:val>
                                        </p:tav>
                                      </p:tavLst>
                                    </p:anim>
                                  </p:childTnLst>
                                </p:cTn>
                              </p:par>
                              <p:par>
                                <p:cTn id="1797" presetID="53" presetClass="entr" presetSubtype="16" fill="hold" grpId="0" nodeType="withEffect">
                                  <p:stCondLst>
                                    <p:cond delay="320"/>
                                  </p:stCondLst>
                                  <p:childTnLst>
                                    <p:set>
                                      <p:cBhvr>
                                        <p:cTn id="1798" dur="1" fill="hold">
                                          <p:stCondLst>
                                            <p:cond delay="0"/>
                                          </p:stCondLst>
                                        </p:cTn>
                                        <p:tgtEl>
                                          <p:spTgt spid="13"/>
                                        </p:tgtEl>
                                        <p:attrNameLst>
                                          <p:attrName>style.visibility</p:attrName>
                                        </p:attrNameLst>
                                      </p:cBhvr>
                                      <p:to>
                                        <p:strVal val="visible"/>
                                      </p:to>
                                    </p:set>
                                    <p:anim calcmode="lin" valueType="num">
                                      <p:cBhvr>
                                        <p:cTn id="1799" dur="750" fill="hold"/>
                                        <p:tgtEl>
                                          <p:spTgt spid="13"/>
                                        </p:tgtEl>
                                        <p:attrNameLst>
                                          <p:attrName>ppt_w</p:attrName>
                                        </p:attrNameLst>
                                      </p:cBhvr>
                                      <p:tavLst>
                                        <p:tav tm="0">
                                          <p:val>
                                            <p:fltVal val="0"/>
                                          </p:val>
                                        </p:tav>
                                        <p:tav tm="100000">
                                          <p:val>
                                            <p:strVal val="#ppt_w"/>
                                          </p:val>
                                        </p:tav>
                                      </p:tavLst>
                                    </p:anim>
                                    <p:anim calcmode="lin" valueType="num">
                                      <p:cBhvr>
                                        <p:cTn id="1800" dur="750" fill="hold"/>
                                        <p:tgtEl>
                                          <p:spTgt spid="13"/>
                                        </p:tgtEl>
                                        <p:attrNameLst>
                                          <p:attrName>ppt_h</p:attrName>
                                        </p:attrNameLst>
                                      </p:cBhvr>
                                      <p:tavLst>
                                        <p:tav tm="0">
                                          <p:val>
                                            <p:fltVal val="0"/>
                                          </p:val>
                                        </p:tav>
                                        <p:tav tm="100000">
                                          <p:val>
                                            <p:strVal val="#ppt_h"/>
                                          </p:val>
                                        </p:tav>
                                      </p:tavLst>
                                    </p:anim>
                                    <p:animEffect transition="in" filter="fade">
                                      <p:cBhvr>
                                        <p:cTn id="1801" dur="750"/>
                                        <p:tgtEl>
                                          <p:spTgt spid="13"/>
                                        </p:tgtEl>
                                      </p:cBhvr>
                                    </p:animEffect>
                                  </p:childTnLst>
                                </p:cTn>
                              </p:par>
                              <p:par>
                                <p:cTn id="1802" presetID="53" presetClass="entr" presetSubtype="16" fill="hold" grpId="0" nodeType="withEffect">
                                  <p:stCondLst>
                                    <p:cond delay="320"/>
                                  </p:stCondLst>
                                  <p:childTnLst>
                                    <p:set>
                                      <p:cBhvr>
                                        <p:cTn id="1803" dur="1" fill="hold">
                                          <p:stCondLst>
                                            <p:cond delay="0"/>
                                          </p:stCondLst>
                                        </p:cTn>
                                        <p:tgtEl>
                                          <p:spTgt spid="14"/>
                                        </p:tgtEl>
                                        <p:attrNameLst>
                                          <p:attrName>style.visibility</p:attrName>
                                        </p:attrNameLst>
                                      </p:cBhvr>
                                      <p:to>
                                        <p:strVal val="visible"/>
                                      </p:to>
                                    </p:set>
                                    <p:anim calcmode="lin" valueType="num">
                                      <p:cBhvr>
                                        <p:cTn id="1804" dur="750" fill="hold"/>
                                        <p:tgtEl>
                                          <p:spTgt spid="14"/>
                                        </p:tgtEl>
                                        <p:attrNameLst>
                                          <p:attrName>ppt_w</p:attrName>
                                        </p:attrNameLst>
                                      </p:cBhvr>
                                      <p:tavLst>
                                        <p:tav tm="0">
                                          <p:val>
                                            <p:fltVal val="0"/>
                                          </p:val>
                                        </p:tav>
                                        <p:tav tm="100000">
                                          <p:val>
                                            <p:strVal val="#ppt_w"/>
                                          </p:val>
                                        </p:tav>
                                      </p:tavLst>
                                    </p:anim>
                                    <p:anim calcmode="lin" valueType="num">
                                      <p:cBhvr>
                                        <p:cTn id="1805" dur="750" fill="hold"/>
                                        <p:tgtEl>
                                          <p:spTgt spid="14"/>
                                        </p:tgtEl>
                                        <p:attrNameLst>
                                          <p:attrName>ppt_h</p:attrName>
                                        </p:attrNameLst>
                                      </p:cBhvr>
                                      <p:tavLst>
                                        <p:tav tm="0">
                                          <p:val>
                                            <p:fltVal val="0"/>
                                          </p:val>
                                        </p:tav>
                                        <p:tav tm="100000">
                                          <p:val>
                                            <p:strVal val="#ppt_h"/>
                                          </p:val>
                                        </p:tav>
                                      </p:tavLst>
                                    </p:anim>
                                    <p:animEffect transition="in" filter="fade">
                                      <p:cBhvr>
                                        <p:cTn id="1806" dur="750"/>
                                        <p:tgtEl>
                                          <p:spTgt spid="14"/>
                                        </p:tgtEl>
                                      </p:cBhvr>
                                    </p:animEffect>
                                  </p:childTnLst>
                                </p:cTn>
                              </p:par>
                              <p:par>
                                <p:cTn id="1807" presetID="53" presetClass="entr" presetSubtype="16" fill="hold" grpId="0" nodeType="withEffect">
                                  <p:stCondLst>
                                    <p:cond delay="320"/>
                                  </p:stCondLst>
                                  <p:childTnLst>
                                    <p:set>
                                      <p:cBhvr>
                                        <p:cTn id="1808" dur="1" fill="hold">
                                          <p:stCondLst>
                                            <p:cond delay="0"/>
                                          </p:stCondLst>
                                        </p:cTn>
                                        <p:tgtEl>
                                          <p:spTgt spid="15"/>
                                        </p:tgtEl>
                                        <p:attrNameLst>
                                          <p:attrName>style.visibility</p:attrName>
                                        </p:attrNameLst>
                                      </p:cBhvr>
                                      <p:to>
                                        <p:strVal val="visible"/>
                                      </p:to>
                                    </p:set>
                                    <p:anim calcmode="lin" valueType="num">
                                      <p:cBhvr>
                                        <p:cTn id="1809" dur="750" fill="hold"/>
                                        <p:tgtEl>
                                          <p:spTgt spid="15"/>
                                        </p:tgtEl>
                                        <p:attrNameLst>
                                          <p:attrName>ppt_w</p:attrName>
                                        </p:attrNameLst>
                                      </p:cBhvr>
                                      <p:tavLst>
                                        <p:tav tm="0">
                                          <p:val>
                                            <p:fltVal val="0"/>
                                          </p:val>
                                        </p:tav>
                                        <p:tav tm="100000">
                                          <p:val>
                                            <p:strVal val="#ppt_w"/>
                                          </p:val>
                                        </p:tav>
                                      </p:tavLst>
                                    </p:anim>
                                    <p:anim calcmode="lin" valueType="num">
                                      <p:cBhvr>
                                        <p:cTn id="1810" dur="750" fill="hold"/>
                                        <p:tgtEl>
                                          <p:spTgt spid="15"/>
                                        </p:tgtEl>
                                        <p:attrNameLst>
                                          <p:attrName>ppt_h</p:attrName>
                                        </p:attrNameLst>
                                      </p:cBhvr>
                                      <p:tavLst>
                                        <p:tav tm="0">
                                          <p:val>
                                            <p:fltVal val="0"/>
                                          </p:val>
                                        </p:tav>
                                        <p:tav tm="100000">
                                          <p:val>
                                            <p:strVal val="#ppt_h"/>
                                          </p:val>
                                        </p:tav>
                                      </p:tavLst>
                                    </p:anim>
                                    <p:animEffect transition="in" filter="fade">
                                      <p:cBhvr>
                                        <p:cTn id="1811" dur="750"/>
                                        <p:tgtEl>
                                          <p:spTgt spid="15"/>
                                        </p:tgtEl>
                                      </p:cBhvr>
                                    </p:animEffect>
                                  </p:childTnLst>
                                </p:cTn>
                              </p:par>
                              <p:par>
                                <p:cTn id="1812" presetID="53" presetClass="entr" presetSubtype="16" fill="hold" grpId="0" nodeType="withEffect">
                                  <p:stCondLst>
                                    <p:cond delay="320"/>
                                  </p:stCondLst>
                                  <p:childTnLst>
                                    <p:set>
                                      <p:cBhvr>
                                        <p:cTn id="1813" dur="1" fill="hold">
                                          <p:stCondLst>
                                            <p:cond delay="0"/>
                                          </p:stCondLst>
                                        </p:cTn>
                                        <p:tgtEl>
                                          <p:spTgt spid="16"/>
                                        </p:tgtEl>
                                        <p:attrNameLst>
                                          <p:attrName>style.visibility</p:attrName>
                                        </p:attrNameLst>
                                      </p:cBhvr>
                                      <p:to>
                                        <p:strVal val="visible"/>
                                      </p:to>
                                    </p:set>
                                    <p:anim calcmode="lin" valueType="num">
                                      <p:cBhvr>
                                        <p:cTn id="1814" dur="750" fill="hold"/>
                                        <p:tgtEl>
                                          <p:spTgt spid="16"/>
                                        </p:tgtEl>
                                        <p:attrNameLst>
                                          <p:attrName>ppt_w</p:attrName>
                                        </p:attrNameLst>
                                      </p:cBhvr>
                                      <p:tavLst>
                                        <p:tav tm="0">
                                          <p:val>
                                            <p:fltVal val="0"/>
                                          </p:val>
                                        </p:tav>
                                        <p:tav tm="100000">
                                          <p:val>
                                            <p:strVal val="#ppt_w"/>
                                          </p:val>
                                        </p:tav>
                                      </p:tavLst>
                                    </p:anim>
                                    <p:anim calcmode="lin" valueType="num">
                                      <p:cBhvr>
                                        <p:cTn id="1815" dur="750" fill="hold"/>
                                        <p:tgtEl>
                                          <p:spTgt spid="16"/>
                                        </p:tgtEl>
                                        <p:attrNameLst>
                                          <p:attrName>ppt_h</p:attrName>
                                        </p:attrNameLst>
                                      </p:cBhvr>
                                      <p:tavLst>
                                        <p:tav tm="0">
                                          <p:val>
                                            <p:fltVal val="0"/>
                                          </p:val>
                                        </p:tav>
                                        <p:tav tm="100000">
                                          <p:val>
                                            <p:strVal val="#ppt_h"/>
                                          </p:val>
                                        </p:tav>
                                      </p:tavLst>
                                    </p:anim>
                                    <p:animEffect transition="in" filter="fade">
                                      <p:cBhvr>
                                        <p:cTn id="1816" dur="750"/>
                                        <p:tgtEl>
                                          <p:spTgt spid="16"/>
                                        </p:tgtEl>
                                      </p:cBhvr>
                                    </p:animEffect>
                                  </p:childTnLst>
                                </p:cTn>
                              </p:par>
                              <p:par>
                                <p:cTn id="1817" presetID="53" presetClass="entr" presetSubtype="16" fill="hold" grpId="0" nodeType="withEffect">
                                  <p:stCondLst>
                                    <p:cond delay="320"/>
                                  </p:stCondLst>
                                  <p:childTnLst>
                                    <p:set>
                                      <p:cBhvr>
                                        <p:cTn id="1818" dur="1" fill="hold">
                                          <p:stCondLst>
                                            <p:cond delay="0"/>
                                          </p:stCondLst>
                                        </p:cTn>
                                        <p:tgtEl>
                                          <p:spTgt spid="17"/>
                                        </p:tgtEl>
                                        <p:attrNameLst>
                                          <p:attrName>style.visibility</p:attrName>
                                        </p:attrNameLst>
                                      </p:cBhvr>
                                      <p:to>
                                        <p:strVal val="visible"/>
                                      </p:to>
                                    </p:set>
                                    <p:anim calcmode="lin" valueType="num">
                                      <p:cBhvr>
                                        <p:cTn id="1819" dur="750" fill="hold"/>
                                        <p:tgtEl>
                                          <p:spTgt spid="17"/>
                                        </p:tgtEl>
                                        <p:attrNameLst>
                                          <p:attrName>ppt_w</p:attrName>
                                        </p:attrNameLst>
                                      </p:cBhvr>
                                      <p:tavLst>
                                        <p:tav tm="0">
                                          <p:val>
                                            <p:fltVal val="0"/>
                                          </p:val>
                                        </p:tav>
                                        <p:tav tm="100000">
                                          <p:val>
                                            <p:strVal val="#ppt_w"/>
                                          </p:val>
                                        </p:tav>
                                      </p:tavLst>
                                    </p:anim>
                                    <p:anim calcmode="lin" valueType="num">
                                      <p:cBhvr>
                                        <p:cTn id="1820" dur="750" fill="hold"/>
                                        <p:tgtEl>
                                          <p:spTgt spid="17"/>
                                        </p:tgtEl>
                                        <p:attrNameLst>
                                          <p:attrName>ppt_h</p:attrName>
                                        </p:attrNameLst>
                                      </p:cBhvr>
                                      <p:tavLst>
                                        <p:tav tm="0">
                                          <p:val>
                                            <p:fltVal val="0"/>
                                          </p:val>
                                        </p:tav>
                                        <p:tav tm="100000">
                                          <p:val>
                                            <p:strVal val="#ppt_h"/>
                                          </p:val>
                                        </p:tav>
                                      </p:tavLst>
                                    </p:anim>
                                    <p:animEffect transition="in" filter="fade">
                                      <p:cBhvr>
                                        <p:cTn id="1821" dur="750"/>
                                        <p:tgtEl>
                                          <p:spTgt spid="17"/>
                                        </p:tgtEl>
                                      </p:cBhvr>
                                    </p:animEffect>
                                  </p:childTnLst>
                                </p:cTn>
                              </p:par>
                              <p:par>
                                <p:cTn id="1822" presetID="53" presetClass="entr" presetSubtype="16" fill="hold" grpId="0" nodeType="withEffect">
                                  <p:stCondLst>
                                    <p:cond delay="320"/>
                                  </p:stCondLst>
                                  <p:childTnLst>
                                    <p:set>
                                      <p:cBhvr>
                                        <p:cTn id="1823" dur="1" fill="hold">
                                          <p:stCondLst>
                                            <p:cond delay="0"/>
                                          </p:stCondLst>
                                        </p:cTn>
                                        <p:tgtEl>
                                          <p:spTgt spid="18"/>
                                        </p:tgtEl>
                                        <p:attrNameLst>
                                          <p:attrName>style.visibility</p:attrName>
                                        </p:attrNameLst>
                                      </p:cBhvr>
                                      <p:to>
                                        <p:strVal val="visible"/>
                                      </p:to>
                                    </p:set>
                                    <p:anim calcmode="lin" valueType="num">
                                      <p:cBhvr>
                                        <p:cTn id="1824" dur="750" fill="hold"/>
                                        <p:tgtEl>
                                          <p:spTgt spid="18"/>
                                        </p:tgtEl>
                                        <p:attrNameLst>
                                          <p:attrName>ppt_w</p:attrName>
                                        </p:attrNameLst>
                                      </p:cBhvr>
                                      <p:tavLst>
                                        <p:tav tm="0">
                                          <p:val>
                                            <p:fltVal val="0"/>
                                          </p:val>
                                        </p:tav>
                                        <p:tav tm="100000">
                                          <p:val>
                                            <p:strVal val="#ppt_w"/>
                                          </p:val>
                                        </p:tav>
                                      </p:tavLst>
                                    </p:anim>
                                    <p:anim calcmode="lin" valueType="num">
                                      <p:cBhvr>
                                        <p:cTn id="1825" dur="750" fill="hold"/>
                                        <p:tgtEl>
                                          <p:spTgt spid="18"/>
                                        </p:tgtEl>
                                        <p:attrNameLst>
                                          <p:attrName>ppt_h</p:attrName>
                                        </p:attrNameLst>
                                      </p:cBhvr>
                                      <p:tavLst>
                                        <p:tav tm="0">
                                          <p:val>
                                            <p:fltVal val="0"/>
                                          </p:val>
                                        </p:tav>
                                        <p:tav tm="100000">
                                          <p:val>
                                            <p:strVal val="#ppt_h"/>
                                          </p:val>
                                        </p:tav>
                                      </p:tavLst>
                                    </p:anim>
                                    <p:animEffect transition="in" filter="fade">
                                      <p:cBhvr>
                                        <p:cTn id="1826" dur="750"/>
                                        <p:tgtEl>
                                          <p:spTgt spid="18"/>
                                        </p:tgtEl>
                                      </p:cBhvr>
                                    </p:animEffect>
                                  </p:childTnLst>
                                </p:cTn>
                              </p:par>
                              <p:par>
                                <p:cTn id="1827" presetID="53" presetClass="entr" presetSubtype="16" fill="hold" nodeType="withEffect">
                                  <p:stCondLst>
                                    <p:cond delay="320"/>
                                  </p:stCondLst>
                                  <p:childTnLst>
                                    <p:set>
                                      <p:cBhvr>
                                        <p:cTn id="1828" dur="1" fill="hold">
                                          <p:stCondLst>
                                            <p:cond delay="0"/>
                                          </p:stCondLst>
                                        </p:cTn>
                                        <p:tgtEl>
                                          <p:spTgt spid="19"/>
                                        </p:tgtEl>
                                        <p:attrNameLst>
                                          <p:attrName>style.visibility</p:attrName>
                                        </p:attrNameLst>
                                      </p:cBhvr>
                                      <p:to>
                                        <p:strVal val="visible"/>
                                      </p:to>
                                    </p:set>
                                    <p:anim calcmode="lin" valueType="num">
                                      <p:cBhvr>
                                        <p:cTn id="1829" dur="750" fill="hold"/>
                                        <p:tgtEl>
                                          <p:spTgt spid="19"/>
                                        </p:tgtEl>
                                        <p:attrNameLst>
                                          <p:attrName>ppt_w</p:attrName>
                                        </p:attrNameLst>
                                      </p:cBhvr>
                                      <p:tavLst>
                                        <p:tav tm="0">
                                          <p:val>
                                            <p:fltVal val="0"/>
                                          </p:val>
                                        </p:tav>
                                        <p:tav tm="100000">
                                          <p:val>
                                            <p:strVal val="#ppt_w"/>
                                          </p:val>
                                        </p:tav>
                                      </p:tavLst>
                                    </p:anim>
                                    <p:anim calcmode="lin" valueType="num">
                                      <p:cBhvr>
                                        <p:cTn id="1830" dur="750" fill="hold"/>
                                        <p:tgtEl>
                                          <p:spTgt spid="19"/>
                                        </p:tgtEl>
                                        <p:attrNameLst>
                                          <p:attrName>ppt_h</p:attrName>
                                        </p:attrNameLst>
                                      </p:cBhvr>
                                      <p:tavLst>
                                        <p:tav tm="0">
                                          <p:val>
                                            <p:fltVal val="0"/>
                                          </p:val>
                                        </p:tav>
                                        <p:tav tm="100000">
                                          <p:val>
                                            <p:strVal val="#ppt_h"/>
                                          </p:val>
                                        </p:tav>
                                      </p:tavLst>
                                    </p:anim>
                                    <p:animEffect transition="in" filter="fade">
                                      <p:cBhvr>
                                        <p:cTn id="1831" dur="750"/>
                                        <p:tgtEl>
                                          <p:spTgt spid="19"/>
                                        </p:tgtEl>
                                      </p:cBhvr>
                                    </p:animEffect>
                                  </p:childTnLst>
                                </p:cTn>
                              </p:par>
                              <p:par>
                                <p:cTn id="1832" presetID="53" presetClass="entr" presetSubtype="16" fill="hold" grpId="0" nodeType="withEffect">
                                  <p:stCondLst>
                                    <p:cond delay="390"/>
                                  </p:stCondLst>
                                  <p:childTnLst>
                                    <p:set>
                                      <p:cBhvr>
                                        <p:cTn id="1833" dur="1" fill="hold">
                                          <p:stCondLst>
                                            <p:cond delay="0"/>
                                          </p:stCondLst>
                                        </p:cTn>
                                        <p:tgtEl>
                                          <p:spTgt spid="20"/>
                                        </p:tgtEl>
                                        <p:attrNameLst>
                                          <p:attrName>style.visibility</p:attrName>
                                        </p:attrNameLst>
                                      </p:cBhvr>
                                      <p:to>
                                        <p:strVal val="visible"/>
                                      </p:to>
                                    </p:set>
                                    <p:anim calcmode="lin" valueType="num">
                                      <p:cBhvr>
                                        <p:cTn id="1834" dur="750" fill="hold"/>
                                        <p:tgtEl>
                                          <p:spTgt spid="20"/>
                                        </p:tgtEl>
                                        <p:attrNameLst>
                                          <p:attrName>ppt_w</p:attrName>
                                        </p:attrNameLst>
                                      </p:cBhvr>
                                      <p:tavLst>
                                        <p:tav tm="0">
                                          <p:val>
                                            <p:fltVal val="0"/>
                                          </p:val>
                                        </p:tav>
                                        <p:tav tm="100000">
                                          <p:val>
                                            <p:strVal val="#ppt_w"/>
                                          </p:val>
                                        </p:tav>
                                      </p:tavLst>
                                    </p:anim>
                                    <p:anim calcmode="lin" valueType="num">
                                      <p:cBhvr>
                                        <p:cTn id="1835" dur="750" fill="hold"/>
                                        <p:tgtEl>
                                          <p:spTgt spid="20"/>
                                        </p:tgtEl>
                                        <p:attrNameLst>
                                          <p:attrName>ppt_h</p:attrName>
                                        </p:attrNameLst>
                                      </p:cBhvr>
                                      <p:tavLst>
                                        <p:tav tm="0">
                                          <p:val>
                                            <p:fltVal val="0"/>
                                          </p:val>
                                        </p:tav>
                                        <p:tav tm="100000">
                                          <p:val>
                                            <p:strVal val="#ppt_h"/>
                                          </p:val>
                                        </p:tav>
                                      </p:tavLst>
                                    </p:anim>
                                    <p:animEffect transition="in" filter="fade">
                                      <p:cBhvr>
                                        <p:cTn id="1836" dur="750"/>
                                        <p:tgtEl>
                                          <p:spTgt spid="20"/>
                                        </p:tgtEl>
                                      </p:cBhvr>
                                    </p:animEffect>
                                  </p:childTnLst>
                                </p:cTn>
                              </p:par>
                              <p:par>
                                <p:cTn id="1837" presetID="53" presetClass="entr" presetSubtype="16" fill="hold" grpId="0" nodeType="withEffect">
                                  <p:stCondLst>
                                    <p:cond delay="390"/>
                                  </p:stCondLst>
                                  <p:childTnLst>
                                    <p:set>
                                      <p:cBhvr>
                                        <p:cTn id="1838" dur="1" fill="hold">
                                          <p:stCondLst>
                                            <p:cond delay="0"/>
                                          </p:stCondLst>
                                        </p:cTn>
                                        <p:tgtEl>
                                          <p:spTgt spid="21"/>
                                        </p:tgtEl>
                                        <p:attrNameLst>
                                          <p:attrName>style.visibility</p:attrName>
                                        </p:attrNameLst>
                                      </p:cBhvr>
                                      <p:to>
                                        <p:strVal val="visible"/>
                                      </p:to>
                                    </p:set>
                                    <p:anim calcmode="lin" valueType="num">
                                      <p:cBhvr>
                                        <p:cTn id="1839" dur="750" fill="hold"/>
                                        <p:tgtEl>
                                          <p:spTgt spid="21"/>
                                        </p:tgtEl>
                                        <p:attrNameLst>
                                          <p:attrName>ppt_w</p:attrName>
                                        </p:attrNameLst>
                                      </p:cBhvr>
                                      <p:tavLst>
                                        <p:tav tm="0">
                                          <p:val>
                                            <p:fltVal val="0"/>
                                          </p:val>
                                        </p:tav>
                                        <p:tav tm="100000">
                                          <p:val>
                                            <p:strVal val="#ppt_w"/>
                                          </p:val>
                                        </p:tav>
                                      </p:tavLst>
                                    </p:anim>
                                    <p:anim calcmode="lin" valueType="num">
                                      <p:cBhvr>
                                        <p:cTn id="1840" dur="750" fill="hold"/>
                                        <p:tgtEl>
                                          <p:spTgt spid="21"/>
                                        </p:tgtEl>
                                        <p:attrNameLst>
                                          <p:attrName>ppt_h</p:attrName>
                                        </p:attrNameLst>
                                      </p:cBhvr>
                                      <p:tavLst>
                                        <p:tav tm="0">
                                          <p:val>
                                            <p:fltVal val="0"/>
                                          </p:val>
                                        </p:tav>
                                        <p:tav tm="100000">
                                          <p:val>
                                            <p:strVal val="#ppt_h"/>
                                          </p:val>
                                        </p:tav>
                                      </p:tavLst>
                                    </p:anim>
                                    <p:animEffect transition="in" filter="fade">
                                      <p:cBhvr>
                                        <p:cTn id="1841" dur="750"/>
                                        <p:tgtEl>
                                          <p:spTgt spid="21"/>
                                        </p:tgtEl>
                                      </p:cBhvr>
                                    </p:animEffect>
                                  </p:childTnLst>
                                </p:cTn>
                              </p:par>
                              <p:par>
                                <p:cTn id="1842" presetID="53" presetClass="entr" presetSubtype="16" fill="hold" grpId="0" nodeType="withEffect">
                                  <p:stCondLst>
                                    <p:cond delay="390"/>
                                  </p:stCondLst>
                                  <p:childTnLst>
                                    <p:set>
                                      <p:cBhvr>
                                        <p:cTn id="1843" dur="1" fill="hold">
                                          <p:stCondLst>
                                            <p:cond delay="0"/>
                                          </p:stCondLst>
                                        </p:cTn>
                                        <p:tgtEl>
                                          <p:spTgt spid="22"/>
                                        </p:tgtEl>
                                        <p:attrNameLst>
                                          <p:attrName>style.visibility</p:attrName>
                                        </p:attrNameLst>
                                      </p:cBhvr>
                                      <p:to>
                                        <p:strVal val="visible"/>
                                      </p:to>
                                    </p:set>
                                    <p:anim calcmode="lin" valueType="num">
                                      <p:cBhvr>
                                        <p:cTn id="1844" dur="750" fill="hold"/>
                                        <p:tgtEl>
                                          <p:spTgt spid="22"/>
                                        </p:tgtEl>
                                        <p:attrNameLst>
                                          <p:attrName>ppt_w</p:attrName>
                                        </p:attrNameLst>
                                      </p:cBhvr>
                                      <p:tavLst>
                                        <p:tav tm="0">
                                          <p:val>
                                            <p:fltVal val="0"/>
                                          </p:val>
                                        </p:tav>
                                        <p:tav tm="100000">
                                          <p:val>
                                            <p:strVal val="#ppt_w"/>
                                          </p:val>
                                        </p:tav>
                                      </p:tavLst>
                                    </p:anim>
                                    <p:anim calcmode="lin" valueType="num">
                                      <p:cBhvr>
                                        <p:cTn id="1845" dur="750" fill="hold"/>
                                        <p:tgtEl>
                                          <p:spTgt spid="22"/>
                                        </p:tgtEl>
                                        <p:attrNameLst>
                                          <p:attrName>ppt_h</p:attrName>
                                        </p:attrNameLst>
                                      </p:cBhvr>
                                      <p:tavLst>
                                        <p:tav tm="0">
                                          <p:val>
                                            <p:fltVal val="0"/>
                                          </p:val>
                                        </p:tav>
                                        <p:tav tm="100000">
                                          <p:val>
                                            <p:strVal val="#ppt_h"/>
                                          </p:val>
                                        </p:tav>
                                      </p:tavLst>
                                    </p:anim>
                                    <p:animEffect transition="in" filter="fade">
                                      <p:cBhvr>
                                        <p:cTn id="1846" dur="750"/>
                                        <p:tgtEl>
                                          <p:spTgt spid="22"/>
                                        </p:tgtEl>
                                      </p:cBhvr>
                                    </p:animEffect>
                                  </p:childTnLst>
                                </p:cTn>
                              </p:par>
                              <p:par>
                                <p:cTn id="1847" presetID="53" presetClass="entr" presetSubtype="16" fill="hold" grpId="0" nodeType="withEffect">
                                  <p:stCondLst>
                                    <p:cond delay="390"/>
                                  </p:stCondLst>
                                  <p:childTnLst>
                                    <p:set>
                                      <p:cBhvr>
                                        <p:cTn id="1848" dur="1" fill="hold">
                                          <p:stCondLst>
                                            <p:cond delay="0"/>
                                          </p:stCondLst>
                                        </p:cTn>
                                        <p:tgtEl>
                                          <p:spTgt spid="23"/>
                                        </p:tgtEl>
                                        <p:attrNameLst>
                                          <p:attrName>style.visibility</p:attrName>
                                        </p:attrNameLst>
                                      </p:cBhvr>
                                      <p:to>
                                        <p:strVal val="visible"/>
                                      </p:to>
                                    </p:set>
                                    <p:anim calcmode="lin" valueType="num">
                                      <p:cBhvr>
                                        <p:cTn id="1849" dur="750" fill="hold"/>
                                        <p:tgtEl>
                                          <p:spTgt spid="23"/>
                                        </p:tgtEl>
                                        <p:attrNameLst>
                                          <p:attrName>ppt_w</p:attrName>
                                        </p:attrNameLst>
                                      </p:cBhvr>
                                      <p:tavLst>
                                        <p:tav tm="0">
                                          <p:val>
                                            <p:fltVal val="0"/>
                                          </p:val>
                                        </p:tav>
                                        <p:tav tm="100000">
                                          <p:val>
                                            <p:strVal val="#ppt_w"/>
                                          </p:val>
                                        </p:tav>
                                      </p:tavLst>
                                    </p:anim>
                                    <p:anim calcmode="lin" valueType="num">
                                      <p:cBhvr>
                                        <p:cTn id="1850" dur="750" fill="hold"/>
                                        <p:tgtEl>
                                          <p:spTgt spid="23"/>
                                        </p:tgtEl>
                                        <p:attrNameLst>
                                          <p:attrName>ppt_h</p:attrName>
                                        </p:attrNameLst>
                                      </p:cBhvr>
                                      <p:tavLst>
                                        <p:tav tm="0">
                                          <p:val>
                                            <p:fltVal val="0"/>
                                          </p:val>
                                        </p:tav>
                                        <p:tav tm="100000">
                                          <p:val>
                                            <p:strVal val="#ppt_h"/>
                                          </p:val>
                                        </p:tav>
                                      </p:tavLst>
                                    </p:anim>
                                    <p:animEffect transition="in" filter="fade">
                                      <p:cBhvr>
                                        <p:cTn id="1851" dur="750"/>
                                        <p:tgtEl>
                                          <p:spTgt spid="23"/>
                                        </p:tgtEl>
                                      </p:cBhvr>
                                    </p:animEffect>
                                  </p:childTnLst>
                                </p:cTn>
                              </p:par>
                              <p:par>
                                <p:cTn id="1852" presetID="53" presetClass="entr" presetSubtype="16" fill="hold" grpId="0" nodeType="withEffect">
                                  <p:stCondLst>
                                    <p:cond delay="390"/>
                                  </p:stCondLst>
                                  <p:childTnLst>
                                    <p:set>
                                      <p:cBhvr>
                                        <p:cTn id="1853" dur="1" fill="hold">
                                          <p:stCondLst>
                                            <p:cond delay="0"/>
                                          </p:stCondLst>
                                        </p:cTn>
                                        <p:tgtEl>
                                          <p:spTgt spid="24"/>
                                        </p:tgtEl>
                                        <p:attrNameLst>
                                          <p:attrName>style.visibility</p:attrName>
                                        </p:attrNameLst>
                                      </p:cBhvr>
                                      <p:to>
                                        <p:strVal val="visible"/>
                                      </p:to>
                                    </p:set>
                                    <p:anim calcmode="lin" valueType="num">
                                      <p:cBhvr>
                                        <p:cTn id="1854" dur="750" fill="hold"/>
                                        <p:tgtEl>
                                          <p:spTgt spid="24"/>
                                        </p:tgtEl>
                                        <p:attrNameLst>
                                          <p:attrName>ppt_w</p:attrName>
                                        </p:attrNameLst>
                                      </p:cBhvr>
                                      <p:tavLst>
                                        <p:tav tm="0">
                                          <p:val>
                                            <p:fltVal val="0"/>
                                          </p:val>
                                        </p:tav>
                                        <p:tav tm="100000">
                                          <p:val>
                                            <p:strVal val="#ppt_w"/>
                                          </p:val>
                                        </p:tav>
                                      </p:tavLst>
                                    </p:anim>
                                    <p:anim calcmode="lin" valueType="num">
                                      <p:cBhvr>
                                        <p:cTn id="1855" dur="750" fill="hold"/>
                                        <p:tgtEl>
                                          <p:spTgt spid="24"/>
                                        </p:tgtEl>
                                        <p:attrNameLst>
                                          <p:attrName>ppt_h</p:attrName>
                                        </p:attrNameLst>
                                      </p:cBhvr>
                                      <p:tavLst>
                                        <p:tav tm="0">
                                          <p:val>
                                            <p:fltVal val="0"/>
                                          </p:val>
                                        </p:tav>
                                        <p:tav tm="100000">
                                          <p:val>
                                            <p:strVal val="#ppt_h"/>
                                          </p:val>
                                        </p:tav>
                                      </p:tavLst>
                                    </p:anim>
                                    <p:animEffect transition="in" filter="fade">
                                      <p:cBhvr>
                                        <p:cTn id="1856" dur="750"/>
                                        <p:tgtEl>
                                          <p:spTgt spid="24"/>
                                        </p:tgtEl>
                                      </p:cBhvr>
                                    </p:animEffect>
                                  </p:childTnLst>
                                </p:cTn>
                              </p:par>
                              <p:par>
                                <p:cTn id="1857" presetID="53" presetClass="entr" presetSubtype="16" fill="hold" grpId="0" nodeType="withEffect">
                                  <p:stCondLst>
                                    <p:cond delay="390"/>
                                  </p:stCondLst>
                                  <p:childTnLst>
                                    <p:set>
                                      <p:cBhvr>
                                        <p:cTn id="1858" dur="1" fill="hold">
                                          <p:stCondLst>
                                            <p:cond delay="0"/>
                                          </p:stCondLst>
                                        </p:cTn>
                                        <p:tgtEl>
                                          <p:spTgt spid="25"/>
                                        </p:tgtEl>
                                        <p:attrNameLst>
                                          <p:attrName>style.visibility</p:attrName>
                                        </p:attrNameLst>
                                      </p:cBhvr>
                                      <p:to>
                                        <p:strVal val="visible"/>
                                      </p:to>
                                    </p:set>
                                    <p:anim calcmode="lin" valueType="num">
                                      <p:cBhvr>
                                        <p:cTn id="1859" dur="750" fill="hold"/>
                                        <p:tgtEl>
                                          <p:spTgt spid="25"/>
                                        </p:tgtEl>
                                        <p:attrNameLst>
                                          <p:attrName>ppt_w</p:attrName>
                                        </p:attrNameLst>
                                      </p:cBhvr>
                                      <p:tavLst>
                                        <p:tav tm="0">
                                          <p:val>
                                            <p:fltVal val="0"/>
                                          </p:val>
                                        </p:tav>
                                        <p:tav tm="100000">
                                          <p:val>
                                            <p:strVal val="#ppt_w"/>
                                          </p:val>
                                        </p:tav>
                                      </p:tavLst>
                                    </p:anim>
                                    <p:anim calcmode="lin" valueType="num">
                                      <p:cBhvr>
                                        <p:cTn id="1860" dur="750" fill="hold"/>
                                        <p:tgtEl>
                                          <p:spTgt spid="25"/>
                                        </p:tgtEl>
                                        <p:attrNameLst>
                                          <p:attrName>ppt_h</p:attrName>
                                        </p:attrNameLst>
                                      </p:cBhvr>
                                      <p:tavLst>
                                        <p:tav tm="0">
                                          <p:val>
                                            <p:fltVal val="0"/>
                                          </p:val>
                                        </p:tav>
                                        <p:tav tm="100000">
                                          <p:val>
                                            <p:strVal val="#ppt_h"/>
                                          </p:val>
                                        </p:tav>
                                      </p:tavLst>
                                    </p:anim>
                                    <p:animEffect transition="in" filter="fade">
                                      <p:cBhvr>
                                        <p:cTn id="1861" dur="750"/>
                                        <p:tgtEl>
                                          <p:spTgt spid="25"/>
                                        </p:tgtEl>
                                      </p:cBhvr>
                                    </p:animEffect>
                                  </p:childTnLst>
                                </p:cTn>
                              </p:par>
                              <p:par>
                                <p:cTn id="1862" presetID="53" presetClass="entr" presetSubtype="16" fill="hold" nodeType="withEffect">
                                  <p:stCondLst>
                                    <p:cond delay="390"/>
                                  </p:stCondLst>
                                  <p:childTnLst>
                                    <p:set>
                                      <p:cBhvr>
                                        <p:cTn id="1863" dur="1" fill="hold">
                                          <p:stCondLst>
                                            <p:cond delay="0"/>
                                          </p:stCondLst>
                                        </p:cTn>
                                        <p:tgtEl>
                                          <p:spTgt spid="26"/>
                                        </p:tgtEl>
                                        <p:attrNameLst>
                                          <p:attrName>style.visibility</p:attrName>
                                        </p:attrNameLst>
                                      </p:cBhvr>
                                      <p:to>
                                        <p:strVal val="visible"/>
                                      </p:to>
                                    </p:set>
                                    <p:anim calcmode="lin" valueType="num">
                                      <p:cBhvr>
                                        <p:cTn id="1864" dur="750" fill="hold"/>
                                        <p:tgtEl>
                                          <p:spTgt spid="26"/>
                                        </p:tgtEl>
                                        <p:attrNameLst>
                                          <p:attrName>ppt_w</p:attrName>
                                        </p:attrNameLst>
                                      </p:cBhvr>
                                      <p:tavLst>
                                        <p:tav tm="0">
                                          <p:val>
                                            <p:fltVal val="0"/>
                                          </p:val>
                                        </p:tav>
                                        <p:tav tm="100000">
                                          <p:val>
                                            <p:strVal val="#ppt_w"/>
                                          </p:val>
                                        </p:tav>
                                      </p:tavLst>
                                    </p:anim>
                                    <p:anim calcmode="lin" valueType="num">
                                      <p:cBhvr>
                                        <p:cTn id="1865" dur="750" fill="hold"/>
                                        <p:tgtEl>
                                          <p:spTgt spid="26"/>
                                        </p:tgtEl>
                                        <p:attrNameLst>
                                          <p:attrName>ppt_h</p:attrName>
                                        </p:attrNameLst>
                                      </p:cBhvr>
                                      <p:tavLst>
                                        <p:tav tm="0">
                                          <p:val>
                                            <p:fltVal val="0"/>
                                          </p:val>
                                        </p:tav>
                                        <p:tav tm="100000">
                                          <p:val>
                                            <p:strVal val="#ppt_h"/>
                                          </p:val>
                                        </p:tav>
                                      </p:tavLst>
                                    </p:anim>
                                    <p:animEffect transition="in" filter="fade">
                                      <p:cBhvr>
                                        <p:cTn id="1866" dur="750"/>
                                        <p:tgtEl>
                                          <p:spTgt spid="26"/>
                                        </p:tgtEl>
                                      </p:cBhvr>
                                    </p:animEffect>
                                  </p:childTnLst>
                                </p:cTn>
                              </p:par>
                              <p:par>
                                <p:cTn id="1867" presetID="53" presetClass="entr" presetSubtype="16" fill="hold" grpId="0" nodeType="withEffect">
                                  <p:stCondLst>
                                    <p:cond delay="460"/>
                                  </p:stCondLst>
                                  <p:childTnLst>
                                    <p:set>
                                      <p:cBhvr>
                                        <p:cTn id="1868" dur="1" fill="hold">
                                          <p:stCondLst>
                                            <p:cond delay="0"/>
                                          </p:stCondLst>
                                        </p:cTn>
                                        <p:tgtEl>
                                          <p:spTgt spid="27"/>
                                        </p:tgtEl>
                                        <p:attrNameLst>
                                          <p:attrName>style.visibility</p:attrName>
                                        </p:attrNameLst>
                                      </p:cBhvr>
                                      <p:to>
                                        <p:strVal val="visible"/>
                                      </p:to>
                                    </p:set>
                                    <p:anim calcmode="lin" valueType="num">
                                      <p:cBhvr>
                                        <p:cTn id="1869" dur="750" fill="hold"/>
                                        <p:tgtEl>
                                          <p:spTgt spid="27"/>
                                        </p:tgtEl>
                                        <p:attrNameLst>
                                          <p:attrName>ppt_w</p:attrName>
                                        </p:attrNameLst>
                                      </p:cBhvr>
                                      <p:tavLst>
                                        <p:tav tm="0">
                                          <p:val>
                                            <p:fltVal val="0"/>
                                          </p:val>
                                        </p:tav>
                                        <p:tav tm="100000">
                                          <p:val>
                                            <p:strVal val="#ppt_w"/>
                                          </p:val>
                                        </p:tav>
                                      </p:tavLst>
                                    </p:anim>
                                    <p:anim calcmode="lin" valueType="num">
                                      <p:cBhvr>
                                        <p:cTn id="1870" dur="750" fill="hold"/>
                                        <p:tgtEl>
                                          <p:spTgt spid="27"/>
                                        </p:tgtEl>
                                        <p:attrNameLst>
                                          <p:attrName>ppt_h</p:attrName>
                                        </p:attrNameLst>
                                      </p:cBhvr>
                                      <p:tavLst>
                                        <p:tav tm="0">
                                          <p:val>
                                            <p:fltVal val="0"/>
                                          </p:val>
                                        </p:tav>
                                        <p:tav tm="100000">
                                          <p:val>
                                            <p:strVal val="#ppt_h"/>
                                          </p:val>
                                        </p:tav>
                                      </p:tavLst>
                                    </p:anim>
                                    <p:animEffect transition="in" filter="fade">
                                      <p:cBhvr>
                                        <p:cTn id="1871" dur="750"/>
                                        <p:tgtEl>
                                          <p:spTgt spid="27"/>
                                        </p:tgtEl>
                                      </p:cBhvr>
                                    </p:animEffect>
                                  </p:childTnLst>
                                </p:cTn>
                              </p:par>
                              <p:par>
                                <p:cTn id="1872" presetID="53" presetClass="entr" presetSubtype="16" fill="hold" grpId="0" nodeType="withEffect">
                                  <p:stCondLst>
                                    <p:cond delay="460"/>
                                  </p:stCondLst>
                                  <p:childTnLst>
                                    <p:set>
                                      <p:cBhvr>
                                        <p:cTn id="1873" dur="1" fill="hold">
                                          <p:stCondLst>
                                            <p:cond delay="0"/>
                                          </p:stCondLst>
                                        </p:cTn>
                                        <p:tgtEl>
                                          <p:spTgt spid="28"/>
                                        </p:tgtEl>
                                        <p:attrNameLst>
                                          <p:attrName>style.visibility</p:attrName>
                                        </p:attrNameLst>
                                      </p:cBhvr>
                                      <p:to>
                                        <p:strVal val="visible"/>
                                      </p:to>
                                    </p:set>
                                    <p:anim calcmode="lin" valueType="num">
                                      <p:cBhvr>
                                        <p:cTn id="1874" dur="750" fill="hold"/>
                                        <p:tgtEl>
                                          <p:spTgt spid="28"/>
                                        </p:tgtEl>
                                        <p:attrNameLst>
                                          <p:attrName>ppt_w</p:attrName>
                                        </p:attrNameLst>
                                      </p:cBhvr>
                                      <p:tavLst>
                                        <p:tav tm="0">
                                          <p:val>
                                            <p:fltVal val="0"/>
                                          </p:val>
                                        </p:tav>
                                        <p:tav tm="100000">
                                          <p:val>
                                            <p:strVal val="#ppt_w"/>
                                          </p:val>
                                        </p:tav>
                                      </p:tavLst>
                                    </p:anim>
                                    <p:anim calcmode="lin" valueType="num">
                                      <p:cBhvr>
                                        <p:cTn id="1875" dur="750" fill="hold"/>
                                        <p:tgtEl>
                                          <p:spTgt spid="28"/>
                                        </p:tgtEl>
                                        <p:attrNameLst>
                                          <p:attrName>ppt_h</p:attrName>
                                        </p:attrNameLst>
                                      </p:cBhvr>
                                      <p:tavLst>
                                        <p:tav tm="0">
                                          <p:val>
                                            <p:fltVal val="0"/>
                                          </p:val>
                                        </p:tav>
                                        <p:tav tm="100000">
                                          <p:val>
                                            <p:strVal val="#ppt_h"/>
                                          </p:val>
                                        </p:tav>
                                      </p:tavLst>
                                    </p:anim>
                                    <p:animEffect transition="in" filter="fade">
                                      <p:cBhvr>
                                        <p:cTn id="1876" dur="750"/>
                                        <p:tgtEl>
                                          <p:spTgt spid="28"/>
                                        </p:tgtEl>
                                      </p:cBhvr>
                                    </p:animEffect>
                                  </p:childTnLst>
                                </p:cTn>
                              </p:par>
                              <p:par>
                                <p:cTn id="1877" presetID="53" presetClass="entr" presetSubtype="16" fill="hold" grpId="0" nodeType="withEffect">
                                  <p:stCondLst>
                                    <p:cond delay="460"/>
                                  </p:stCondLst>
                                  <p:childTnLst>
                                    <p:set>
                                      <p:cBhvr>
                                        <p:cTn id="1878" dur="1" fill="hold">
                                          <p:stCondLst>
                                            <p:cond delay="0"/>
                                          </p:stCondLst>
                                        </p:cTn>
                                        <p:tgtEl>
                                          <p:spTgt spid="29"/>
                                        </p:tgtEl>
                                        <p:attrNameLst>
                                          <p:attrName>style.visibility</p:attrName>
                                        </p:attrNameLst>
                                      </p:cBhvr>
                                      <p:to>
                                        <p:strVal val="visible"/>
                                      </p:to>
                                    </p:set>
                                    <p:anim calcmode="lin" valueType="num">
                                      <p:cBhvr>
                                        <p:cTn id="1879" dur="750" fill="hold"/>
                                        <p:tgtEl>
                                          <p:spTgt spid="29"/>
                                        </p:tgtEl>
                                        <p:attrNameLst>
                                          <p:attrName>ppt_w</p:attrName>
                                        </p:attrNameLst>
                                      </p:cBhvr>
                                      <p:tavLst>
                                        <p:tav tm="0">
                                          <p:val>
                                            <p:fltVal val="0"/>
                                          </p:val>
                                        </p:tav>
                                        <p:tav tm="100000">
                                          <p:val>
                                            <p:strVal val="#ppt_w"/>
                                          </p:val>
                                        </p:tav>
                                      </p:tavLst>
                                    </p:anim>
                                    <p:anim calcmode="lin" valueType="num">
                                      <p:cBhvr>
                                        <p:cTn id="1880" dur="750" fill="hold"/>
                                        <p:tgtEl>
                                          <p:spTgt spid="29"/>
                                        </p:tgtEl>
                                        <p:attrNameLst>
                                          <p:attrName>ppt_h</p:attrName>
                                        </p:attrNameLst>
                                      </p:cBhvr>
                                      <p:tavLst>
                                        <p:tav tm="0">
                                          <p:val>
                                            <p:fltVal val="0"/>
                                          </p:val>
                                        </p:tav>
                                        <p:tav tm="100000">
                                          <p:val>
                                            <p:strVal val="#ppt_h"/>
                                          </p:val>
                                        </p:tav>
                                      </p:tavLst>
                                    </p:anim>
                                    <p:animEffect transition="in" filter="fade">
                                      <p:cBhvr>
                                        <p:cTn id="1881" dur="750"/>
                                        <p:tgtEl>
                                          <p:spTgt spid="29"/>
                                        </p:tgtEl>
                                      </p:cBhvr>
                                    </p:animEffect>
                                  </p:childTnLst>
                                </p:cTn>
                              </p:par>
                              <p:par>
                                <p:cTn id="1882" presetID="53" presetClass="entr" presetSubtype="16" fill="hold" grpId="0" nodeType="withEffect">
                                  <p:stCondLst>
                                    <p:cond delay="460"/>
                                  </p:stCondLst>
                                  <p:childTnLst>
                                    <p:set>
                                      <p:cBhvr>
                                        <p:cTn id="1883" dur="1" fill="hold">
                                          <p:stCondLst>
                                            <p:cond delay="0"/>
                                          </p:stCondLst>
                                        </p:cTn>
                                        <p:tgtEl>
                                          <p:spTgt spid="30"/>
                                        </p:tgtEl>
                                        <p:attrNameLst>
                                          <p:attrName>style.visibility</p:attrName>
                                        </p:attrNameLst>
                                      </p:cBhvr>
                                      <p:to>
                                        <p:strVal val="visible"/>
                                      </p:to>
                                    </p:set>
                                    <p:anim calcmode="lin" valueType="num">
                                      <p:cBhvr>
                                        <p:cTn id="1884" dur="750" fill="hold"/>
                                        <p:tgtEl>
                                          <p:spTgt spid="30"/>
                                        </p:tgtEl>
                                        <p:attrNameLst>
                                          <p:attrName>ppt_w</p:attrName>
                                        </p:attrNameLst>
                                      </p:cBhvr>
                                      <p:tavLst>
                                        <p:tav tm="0">
                                          <p:val>
                                            <p:fltVal val="0"/>
                                          </p:val>
                                        </p:tav>
                                        <p:tav tm="100000">
                                          <p:val>
                                            <p:strVal val="#ppt_w"/>
                                          </p:val>
                                        </p:tav>
                                      </p:tavLst>
                                    </p:anim>
                                    <p:anim calcmode="lin" valueType="num">
                                      <p:cBhvr>
                                        <p:cTn id="1885" dur="750" fill="hold"/>
                                        <p:tgtEl>
                                          <p:spTgt spid="30"/>
                                        </p:tgtEl>
                                        <p:attrNameLst>
                                          <p:attrName>ppt_h</p:attrName>
                                        </p:attrNameLst>
                                      </p:cBhvr>
                                      <p:tavLst>
                                        <p:tav tm="0">
                                          <p:val>
                                            <p:fltVal val="0"/>
                                          </p:val>
                                        </p:tav>
                                        <p:tav tm="100000">
                                          <p:val>
                                            <p:strVal val="#ppt_h"/>
                                          </p:val>
                                        </p:tav>
                                      </p:tavLst>
                                    </p:anim>
                                    <p:animEffect transition="in" filter="fade">
                                      <p:cBhvr>
                                        <p:cTn id="1886" dur="750"/>
                                        <p:tgtEl>
                                          <p:spTgt spid="30"/>
                                        </p:tgtEl>
                                      </p:cBhvr>
                                    </p:animEffect>
                                  </p:childTnLst>
                                </p:cTn>
                              </p:par>
                              <p:par>
                                <p:cTn id="1887" presetID="53" presetClass="entr" presetSubtype="16" fill="hold" grpId="0" nodeType="withEffect">
                                  <p:stCondLst>
                                    <p:cond delay="460"/>
                                  </p:stCondLst>
                                  <p:childTnLst>
                                    <p:set>
                                      <p:cBhvr>
                                        <p:cTn id="1888" dur="1" fill="hold">
                                          <p:stCondLst>
                                            <p:cond delay="0"/>
                                          </p:stCondLst>
                                        </p:cTn>
                                        <p:tgtEl>
                                          <p:spTgt spid="31"/>
                                        </p:tgtEl>
                                        <p:attrNameLst>
                                          <p:attrName>style.visibility</p:attrName>
                                        </p:attrNameLst>
                                      </p:cBhvr>
                                      <p:to>
                                        <p:strVal val="visible"/>
                                      </p:to>
                                    </p:set>
                                    <p:anim calcmode="lin" valueType="num">
                                      <p:cBhvr>
                                        <p:cTn id="1889" dur="750" fill="hold"/>
                                        <p:tgtEl>
                                          <p:spTgt spid="31"/>
                                        </p:tgtEl>
                                        <p:attrNameLst>
                                          <p:attrName>ppt_w</p:attrName>
                                        </p:attrNameLst>
                                      </p:cBhvr>
                                      <p:tavLst>
                                        <p:tav tm="0">
                                          <p:val>
                                            <p:fltVal val="0"/>
                                          </p:val>
                                        </p:tav>
                                        <p:tav tm="100000">
                                          <p:val>
                                            <p:strVal val="#ppt_w"/>
                                          </p:val>
                                        </p:tav>
                                      </p:tavLst>
                                    </p:anim>
                                    <p:anim calcmode="lin" valueType="num">
                                      <p:cBhvr>
                                        <p:cTn id="1890" dur="750" fill="hold"/>
                                        <p:tgtEl>
                                          <p:spTgt spid="31"/>
                                        </p:tgtEl>
                                        <p:attrNameLst>
                                          <p:attrName>ppt_h</p:attrName>
                                        </p:attrNameLst>
                                      </p:cBhvr>
                                      <p:tavLst>
                                        <p:tav tm="0">
                                          <p:val>
                                            <p:fltVal val="0"/>
                                          </p:val>
                                        </p:tav>
                                        <p:tav tm="100000">
                                          <p:val>
                                            <p:strVal val="#ppt_h"/>
                                          </p:val>
                                        </p:tav>
                                      </p:tavLst>
                                    </p:anim>
                                    <p:animEffect transition="in" filter="fade">
                                      <p:cBhvr>
                                        <p:cTn id="1891" dur="750"/>
                                        <p:tgtEl>
                                          <p:spTgt spid="31"/>
                                        </p:tgtEl>
                                      </p:cBhvr>
                                    </p:animEffect>
                                  </p:childTnLst>
                                </p:cTn>
                              </p:par>
                              <p:par>
                                <p:cTn id="1892" presetID="53" presetClass="entr" presetSubtype="16" fill="hold" grpId="0" nodeType="withEffect">
                                  <p:stCondLst>
                                    <p:cond delay="460"/>
                                  </p:stCondLst>
                                  <p:childTnLst>
                                    <p:set>
                                      <p:cBhvr>
                                        <p:cTn id="1893" dur="1" fill="hold">
                                          <p:stCondLst>
                                            <p:cond delay="0"/>
                                          </p:stCondLst>
                                        </p:cTn>
                                        <p:tgtEl>
                                          <p:spTgt spid="32"/>
                                        </p:tgtEl>
                                        <p:attrNameLst>
                                          <p:attrName>style.visibility</p:attrName>
                                        </p:attrNameLst>
                                      </p:cBhvr>
                                      <p:to>
                                        <p:strVal val="visible"/>
                                      </p:to>
                                    </p:set>
                                    <p:anim calcmode="lin" valueType="num">
                                      <p:cBhvr>
                                        <p:cTn id="1894" dur="750" fill="hold"/>
                                        <p:tgtEl>
                                          <p:spTgt spid="32"/>
                                        </p:tgtEl>
                                        <p:attrNameLst>
                                          <p:attrName>ppt_w</p:attrName>
                                        </p:attrNameLst>
                                      </p:cBhvr>
                                      <p:tavLst>
                                        <p:tav tm="0">
                                          <p:val>
                                            <p:fltVal val="0"/>
                                          </p:val>
                                        </p:tav>
                                        <p:tav tm="100000">
                                          <p:val>
                                            <p:strVal val="#ppt_w"/>
                                          </p:val>
                                        </p:tav>
                                      </p:tavLst>
                                    </p:anim>
                                    <p:anim calcmode="lin" valueType="num">
                                      <p:cBhvr>
                                        <p:cTn id="1895" dur="750" fill="hold"/>
                                        <p:tgtEl>
                                          <p:spTgt spid="32"/>
                                        </p:tgtEl>
                                        <p:attrNameLst>
                                          <p:attrName>ppt_h</p:attrName>
                                        </p:attrNameLst>
                                      </p:cBhvr>
                                      <p:tavLst>
                                        <p:tav tm="0">
                                          <p:val>
                                            <p:fltVal val="0"/>
                                          </p:val>
                                        </p:tav>
                                        <p:tav tm="100000">
                                          <p:val>
                                            <p:strVal val="#ppt_h"/>
                                          </p:val>
                                        </p:tav>
                                      </p:tavLst>
                                    </p:anim>
                                    <p:animEffect transition="in" filter="fade">
                                      <p:cBhvr>
                                        <p:cTn id="1896" dur="750"/>
                                        <p:tgtEl>
                                          <p:spTgt spid="32"/>
                                        </p:tgtEl>
                                      </p:cBhvr>
                                    </p:animEffect>
                                  </p:childTnLst>
                                </p:cTn>
                              </p:par>
                              <p:par>
                                <p:cTn id="1897" presetID="53" presetClass="entr" presetSubtype="16" fill="hold" nodeType="withEffect">
                                  <p:stCondLst>
                                    <p:cond delay="460"/>
                                  </p:stCondLst>
                                  <p:childTnLst>
                                    <p:set>
                                      <p:cBhvr>
                                        <p:cTn id="1898" dur="1" fill="hold">
                                          <p:stCondLst>
                                            <p:cond delay="0"/>
                                          </p:stCondLst>
                                        </p:cTn>
                                        <p:tgtEl>
                                          <p:spTgt spid="33"/>
                                        </p:tgtEl>
                                        <p:attrNameLst>
                                          <p:attrName>style.visibility</p:attrName>
                                        </p:attrNameLst>
                                      </p:cBhvr>
                                      <p:to>
                                        <p:strVal val="visible"/>
                                      </p:to>
                                    </p:set>
                                    <p:anim calcmode="lin" valueType="num">
                                      <p:cBhvr>
                                        <p:cTn id="1899" dur="750" fill="hold"/>
                                        <p:tgtEl>
                                          <p:spTgt spid="33"/>
                                        </p:tgtEl>
                                        <p:attrNameLst>
                                          <p:attrName>ppt_w</p:attrName>
                                        </p:attrNameLst>
                                      </p:cBhvr>
                                      <p:tavLst>
                                        <p:tav tm="0">
                                          <p:val>
                                            <p:fltVal val="0"/>
                                          </p:val>
                                        </p:tav>
                                        <p:tav tm="100000">
                                          <p:val>
                                            <p:strVal val="#ppt_w"/>
                                          </p:val>
                                        </p:tav>
                                      </p:tavLst>
                                    </p:anim>
                                    <p:anim calcmode="lin" valueType="num">
                                      <p:cBhvr>
                                        <p:cTn id="1900" dur="750" fill="hold"/>
                                        <p:tgtEl>
                                          <p:spTgt spid="33"/>
                                        </p:tgtEl>
                                        <p:attrNameLst>
                                          <p:attrName>ppt_h</p:attrName>
                                        </p:attrNameLst>
                                      </p:cBhvr>
                                      <p:tavLst>
                                        <p:tav tm="0">
                                          <p:val>
                                            <p:fltVal val="0"/>
                                          </p:val>
                                        </p:tav>
                                        <p:tav tm="100000">
                                          <p:val>
                                            <p:strVal val="#ppt_h"/>
                                          </p:val>
                                        </p:tav>
                                      </p:tavLst>
                                    </p:anim>
                                    <p:animEffect transition="in" filter="fade">
                                      <p:cBhvr>
                                        <p:cTn id="1901" dur="750"/>
                                        <p:tgtEl>
                                          <p:spTgt spid="33"/>
                                        </p:tgtEl>
                                      </p:cBhvr>
                                    </p:animEffect>
                                  </p:childTnLst>
                                </p:cTn>
                              </p:par>
                              <p:par>
                                <p:cTn id="1902" presetID="53" presetClass="entr" presetSubtype="16" fill="hold" grpId="0" nodeType="withEffect">
                                  <p:stCondLst>
                                    <p:cond delay="530"/>
                                  </p:stCondLst>
                                  <p:childTnLst>
                                    <p:set>
                                      <p:cBhvr>
                                        <p:cTn id="1903" dur="1" fill="hold">
                                          <p:stCondLst>
                                            <p:cond delay="0"/>
                                          </p:stCondLst>
                                        </p:cTn>
                                        <p:tgtEl>
                                          <p:spTgt spid="34"/>
                                        </p:tgtEl>
                                        <p:attrNameLst>
                                          <p:attrName>style.visibility</p:attrName>
                                        </p:attrNameLst>
                                      </p:cBhvr>
                                      <p:to>
                                        <p:strVal val="visible"/>
                                      </p:to>
                                    </p:set>
                                    <p:anim calcmode="lin" valueType="num">
                                      <p:cBhvr>
                                        <p:cTn id="1904" dur="750" fill="hold"/>
                                        <p:tgtEl>
                                          <p:spTgt spid="34"/>
                                        </p:tgtEl>
                                        <p:attrNameLst>
                                          <p:attrName>ppt_w</p:attrName>
                                        </p:attrNameLst>
                                      </p:cBhvr>
                                      <p:tavLst>
                                        <p:tav tm="0">
                                          <p:val>
                                            <p:fltVal val="0"/>
                                          </p:val>
                                        </p:tav>
                                        <p:tav tm="100000">
                                          <p:val>
                                            <p:strVal val="#ppt_w"/>
                                          </p:val>
                                        </p:tav>
                                      </p:tavLst>
                                    </p:anim>
                                    <p:anim calcmode="lin" valueType="num">
                                      <p:cBhvr>
                                        <p:cTn id="1905" dur="750" fill="hold"/>
                                        <p:tgtEl>
                                          <p:spTgt spid="34"/>
                                        </p:tgtEl>
                                        <p:attrNameLst>
                                          <p:attrName>ppt_h</p:attrName>
                                        </p:attrNameLst>
                                      </p:cBhvr>
                                      <p:tavLst>
                                        <p:tav tm="0">
                                          <p:val>
                                            <p:fltVal val="0"/>
                                          </p:val>
                                        </p:tav>
                                        <p:tav tm="100000">
                                          <p:val>
                                            <p:strVal val="#ppt_h"/>
                                          </p:val>
                                        </p:tav>
                                      </p:tavLst>
                                    </p:anim>
                                    <p:animEffect transition="in" filter="fade">
                                      <p:cBhvr>
                                        <p:cTn id="1906" dur="750"/>
                                        <p:tgtEl>
                                          <p:spTgt spid="34"/>
                                        </p:tgtEl>
                                      </p:cBhvr>
                                    </p:animEffect>
                                  </p:childTnLst>
                                </p:cTn>
                              </p:par>
                              <p:par>
                                <p:cTn id="1907" presetID="53" presetClass="entr" presetSubtype="16" fill="hold" grpId="0" nodeType="withEffect">
                                  <p:stCondLst>
                                    <p:cond delay="530"/>
                                  </p:stCondLst>
                                  <p:childTnLst>
                                    <p:set>
                                      <p:cBhvr>
                                        <p:cTn id="1908" dur="1" fill="hold">
                                          <p:stCondLst>
                                            <p:cond delay="0"/>
                                          </p:stCondLst>
                                        </p:cTn>
                                        <p:tgtEl>
                                          <p:spTgt spid="35"/>
                                        </p:tgtEl>
                                        <p:attrNameLst>
                                          <p:attrName>style.visibility</p:attrName>
                                        </p:attrNameLst>
                                      </p:cBhvr>
                                      <p:to>
                                        <p:strVal val="visible"/>
                                      </p:to>
                                    </p:set>
                                    <p:anim calcmode="lin" valueType="num">
                                      <p:cBhvr>
                                        <p:cTn id="1909" dur="750" fill="hold"/>
                                        <p:tgtEl>
                                          <p:spTgt spid="35"/>
                                        </p:tgtEl>
                                        <p:attrNameLst>
                                          <p:attrName>ppt_w</p:attrName>
                                        </p:attrNameLst>
                                      </p:cBhvr>
                                      <p:tavLst>
                                        <p:tav tm="0">
                                          <p:val>
                                            <p:fltVal val="0"/>
                                          </p:val>
                                        </p:tav>
                                        <p:tav tm="100000">
                                          <p:val>
                                            <p:strVal val="#ppt_w"/>
                                          </p:val>
                                        </p:tav>
                                      </p:tavLst>
                                    </p:anim>
                                    <p:anim calcmode="lin" valueType="num">
                                      <p:cBhvr>
                                        <p:cTn id="1910" dur="750" fill="hold"/>
                                        <p:tgtEl>
                                          <p:spTgt spid="35"/>
                                        </p:tgtEl>
                                        <p:attrNameLst>
                                          <p:attrName>ppt_h</p:attrName>
                                        </p:attrNameLst>
                                      </p:cBhvr>
                                      <p:tavLst>
                                        <p:tav tm="0">
                                          <p:val>
                                            <p:fltVal val="0"/>
                                          </p:val>
                                        </p:tav>
                                        <p:tav tm="100000">
                                          <p:val>
                                            <p:strVal val="#ppt_h"/>
                                          </p:val>
                                        </p:tav>
                                      </p:tavLst>
                                    </p:anim>
                                    <p:animEffect transition="in" filter="fade">
                                      <p:cBhvr>
                                        <p:cTn id="1911" dur="750"/>
                                        <p:tgtEl>
                                          <p:spTgt spid="35"/>
                                        </p:tgtEl>
                                      </p:cBhvr>
                                    </p:animEffect>
                                  </p:childTnLst>
                                </p:cTn>
                              </p:par>
                              <p:par>
                                <p:cTn id="1912" presetID="53" presetClass="entr" presetSubtype="16" fill="hold" grpId="0" nodeType="withEffect">
                                  <p:stCondLst>
                                    <p:cond delay="530"/>
                                  </p:stCondLst>
                                  <p:childTnLst>
                                    <p:set>
                                      <p:cBhvr>
                                        <p:cTn id="1913" dur="1" fill="hold">
                                          <p:stCondLst>
                                            <p:cond delay="0"/>
                                          </p:stCondLst>
                                        </p:cTn>
                                        <p:tgtEl>
                                          <p:spTgt spid="36"/>
                                        </p:tgtEl>
                                        <p:attrNameLst>
                                          <p:attrName>style.visibility</p:attrName>
                                        </p:attrNameLst>
                                      </p:cBhvr>
                                      <p:to>
                                        <p:strVal val="visible"/>
                                      </p:to>
                                    </p:set>
                                    <p:anim calcmode="lin" valueType="num">
                                      <p:cBhvr>
                                        <p:cTn id="1914" dur="750" fill="hold"/>
                                        <p:tgtEl>
                                          <p:spTgt spid="36"/>
                                        </p:tgtEl>
                                        <p:attrNameLst>
                                          <p:attrName>ppt_w</p:attrName>
                                        </p:attrNameLst>
                                      </p:cBhvr>
                                      <p:tavLst>
                                        <p:tav tm="0">
                                          <p:val>
                                            <p:fltVal val="0"/>
                                          </p:val>
                                        </p:tav>
                                        <p:tav tm="100000">
                                          <p:val>
                                            <p:strVal val="#ppt_w"/>
                                          </p:val>
                                        </p:tav>
                                      </p:tavLst>
                                    </p:anim>
                                    <p:anim calcmode="lin" valueType="num">
                                      <p:cBhvr>
                                        <p:cTn id="1915" dur="750" fill="hold"/>
                                        <p:tgtEl>
                                          <p:spTgt spid="36"/>
                                        </p:tgtEl>
                                        <p:attrNameLst>
                                          <p:attrName>ppt_h</p:attrName>
                                        </p:attrNameLst>
                                      </p:cBhvr>
                                      <p:tavLst>
                                        <p:tav tm="0">
                                          <p:val>
                                            <p:fltVal val="0"/>
                                          </p:val>
                                        </p:tav>
                                        <p:tav tm="100000">
                                          <p:val>
                                            <p:strVal val="#ppt_h"/>
                                          </p:val>
                                        </p:tav>
                                      </p:tavLst>
                                    </p:anim>
                                    <p:animEffect transition="in" filter="fade">
                                      <p:cBhvr>
                                        <p:cTn id="1916" dur="750"/>
                                        <p:tgtEl>
                                          <p:spTgt spid="36"/>
                                        </p:tgtEl>
                                      </p:cBhvr>
                                    </p:animEffect>
                                  </p:childTnLst>
                                </p:cTn>
                              </p:par>
                              <p:par>
                                <p:cTn id="1917" presetID="53" presetClass="entr" presetSubtype="16" fill="hold" grpId="0" nodeType="withEffect">
                                  <p:stCondLst>
                                    <p:cond delay="530"/>
                                  </p:stCondLst>
                                  <p:childTnLst>
                                    <p:set>
                                      <p:cBhvr>
                                        <p:cTn id="1918" dur="1" fill="hold">
                                          <p:stCondLst>
                                            <p:cond delay="0"/>
                                          </p:stCondLst>
                                        </p:cTn>
                                        <p:tgtEl>
                                          <p:spTgt spid="37"/>
                                        </p:tgtEl>
                                        <p:attrNameLst>
                                          <p:attrName>style.visibility</p:attrName>
                                        </p:attrNameLst>
                                      </p:cBhvr>
                                      <p:to>
                                        <p:strVal val="visible"/>
                                      </p:to>
                                    </p:set>
                                    <p:anim calcmode="lin" valueType="num">
                                      <p:cBhvr>
                                        <p:cTn id="1919" dur="750" fill="hold"/>
                                        <p:tgtEl>
                                          <p:spTgt spid="37"/>
                                        </p:tgtEl>
                                        <p:attrNameLst>
                                          <p:attrName>ppt_w</p:attrName>
                                        </p:attrNameLst>
                                      </p:cBhvr>
                                      <p:tavLst>
                                        <p:tav tm="0">
                                          <p:val>
                                            <p:fltVal val="0"/>
                                          </p:val>
                                        </p:tav>
                                        <p:tav tm="100000">
                                          <p:val>
                                            <p:strVal val="#ppt_w"/>
                                          </p:val>
                                        </p:tav>
                                      </p:tavLst>
                                    </p:anim>
                                    <p:anim calcmode="lin" valueType="num">
                                      <p:cBhvr>
                                        <p:cTn id="1920" dur="750" fill="hold"/>
                                        <p:tgtEl>
                                          <p:spTgt spid="37"/>
                                        </p:tgtEl>
                                        <p:attrNameLst>
                                          <p:attrName>ppt_h</p:attrName>
                                        </p:attrNameLst>
                                      </p:cBhvr>
                                      <p:tavLst>
                                        <p:tav tm="0">
                                          <p:val>
                                            <p:fltVal val="0"/>
                                          </p:val>
                                        </p:tav>
                                        <p:tav tm="100000">
                                          <p:val>
                                            <p:strVal val="#ppt_h"/>
                                          </p:val>
                                        </p:tav>
                                      </p:tavLst>
                                    </p:anim>
                                    <p:animEffect transition="in" filter="fade">
                                      <p:cBhvr>
                                        <p:cTn id="1921" dur="750"/>
                                        <p:tgtEl>
                                          <p:spTgt spid="37"/>
                                        </p:tgtEl>
                                      </p:cBhvr>
                                    </p:animEffect>
                                  </p:childTnLst>
                                </p:cTn>
                              </p:par>
                              <p:par>
                                <p:cTn id="1922" presetID="53" presetClass="entr" presetSubtype="16" fill="hold" grpId="0" nodeType="withEffect">
                                  <p:stCondLst>
                                    <p:cond delay="530"/>
                                  </p:stCondLst>
                                  <p:childTnLst>
                                    <p:set>
                                      <p:cBhvr>
                                        <p:cTn id="1923" dur="1" fill="hold">
                                          <p:stCondLst>
                                            <p:cond delay="0"/>
                                          </p:stCondLst>
                                        </p:cTn>
                                        <p:tgtEl>
                                          <p:spTgt spid="38"/>
                                        </p:tgtEl>
                                        <p:attrNameLst>
                                          <p:attrName>style.visibility</p:attrName>
                                        </p:attrNameLst>
                                      </p:cBhvr>
                                      <p:to>
                                        <p:strVal val="visible"/>
                                      </p:to>
                                    </p:set>
                                    <p:anim calcmode="lin" valueType="num">
                                      <p:cBhvr>
                                        <p:cTn id="1924" dur="750" fill="hold"/>
                                        <p:tgtEl>
                                          <p:spTgt spid="38"/>
                                        </p:tgtEl>
                                        <p:attrNameLst>
                                          <p:attrName>ppt_w</p:attrName>
                                        </p:attrNameLst>
                                      </p:cBhvr>
                                      <p:tavLst>
                                        <p:tav tm="0">
                                          <p:val>
                                            <p:fltVal val="0"/>
                                          </p:val>
                                        </p:tav>
                                        <p:tav tm="100000">
                                          <p:val>
                                            <p:strVal val="#ppt_w"/>
                                          </p:val>
                                        </p:tav>
                                      </p:tavLst>
                                    </p:anim>
                                    <p:anim calcmode="lin" valueType="num">
                                      <p:cBhvr>
                                        <p:cTn id="1925" dur="750" fill="hold"/>
                                        <p:tgtEl>
                                          <p:spTgt spid="38"/>
                                        </p:tgtEl>
                                        <p:attrNameLst>
                                          <p:attrName>ppt_h</p:attrName>
                                        </p:attrNameLst>
                                      </p:cBhvr>
                                      <p:tavLst>
                                        <p:tav tm="0">
                                          <p:val>
                                            <p:fltVal val="0"/>
                                          </p:val>
                                        </p:tav>
                                        <p:tav tm="100000">
                                          <p:val>
                                            <p:strVal val="#ppt_h"/>
                                          </p:val>
                                        </p:tav>
                                      </p:tavLst>
                                    </p:anim>
                                    <p:animEffect transition="in" filter="fade">
                                      <p:cBhvr>
                                        <p:cTn id="1926" dur="750"/>
                                        <p:tgtEl>
                                          <p:spTgt spid="38"/>
                                        </p:tgtEl>
                                      </p:cBhvr>
                                    </p:animEffect>
                                  </p:childTnLst>
                                </p:cTn>
                              </p:par>
                              <p:par>
                                <p:cTn id="1927" presetID="53" presetClass="entr" presetSubtype="16" fill="hold" grpId="0" nodeType="withEffect">
                                  <p:stCondLst>
                                    <p:cond delay="530"/>
                                  </p:stCondLst>
                                  <p:childTnLst>
                                    <p:set>
                                      <p:cBhvr>
                                        <p:cTn id="1928" dur="1" fill="hold">
                                          <p:stCondLst>
                                            <p:cond delay="0"/>
                                          </p:stCondLst>
                                        </p:cTn>
                                        <p:tgtEl>
                                          <p:spTgt spid="39"/>
                                        </p:tgtEl>
                                        <p:attrNameLst>
                                          <p:attrName>style.visibility</p:attrName>
                                        </p:attrNameLst>
                                      </p:cBhvr>
                                      <p:to>
                                        <p:strVal val="visible"/>
                                      </p:to>
                                    </p:set>
                                    <p:anim calcmode="lin" valueType="num">
                                      <p:cBhvr>
                                        <p:cTn id="1929" dur="750" fill="hold"/>
                                        <p:tgtEl>
                                          <p:spTgt spid="39"/>
                                        </p:tgtEl>
                                        <p:attrNameLst>
                                          <p:attrName>ppt_w</p:attrName>
                                        </p:attrNameLst>
                                      </p:cBhvr>
                                      <p:tavLst>
                                        <p:tav tm="0">
                                          <p:val>
                                            <p:fltVal val="0"/>
                                          </p:val>
                                        </p:tav>
                                        <p:tav tm="100000">
                                          <p:val>
                                            <p:strVal val="#ppt_w"/>
                                          </p:val>
                                        </p:tav>
                                      </p:tavLst>
                                    </p:anim>
                                    <p:anim calcmode="lin" valueType="num">
                                      <p:cBhvr>
                                        <p:cTn id="1930" dur="750" fill="hold"/>
                                        <p:tgtEl>
                                          <p:spTgt spid="39"/>
                                        </p:tgtEl>
                                        <p:attrNameLst>
                                          <p:attrName>ppt_h</p:attrName>
                                        </p:attrNameLst>
                                      </p:cBhvr>
                                      <p:tavLst>
                                        <p:tav tm="0">
                                          <p:val>
                                            <p:fltVal val="0"/>
                                          </p:val>
                                        </p:tav>
                                        <p:tav tm="100000">
                                          <p:val>
                                            <p:strVal val="#ppt_h"/>
                                          </p:val>
                                        </p:tav>
                                      </p:tavLst>
                                    </p:anim>
                                    <p:animEffect transition="in" filter="fade">
                                      <p:cBhvr>
                                        <p:cTn id="1931" dur="750"/>
                                        <p:tgtEl>
                                          <p:spTgt spid="39"/>
                                        </p:tgtEl>
                                      </p:cBhvr>
                                    </p:animEffect>
                                  </p:childTnLst>
                                </p:cTn>
                              </p:par>
                              <p:par>
                                <p:cTn id="1932" presetID="53" presetClass="entr" presetSubtype="16" fill="hold" nodeType="withEffect">
                                  <p:stCondLst>
                                    <p:cond delay="530"/>
                                  </p:stCondLst>
                                  <p:childTnLst>
                                    <p:set>
                                      <p:cBhvr>
                                        <p:cTn id="1933" dur="1" fill="hold">
                                          <p:stCondLst>
                                            <p:cond delay="0"/>
                                          </p:stCondLst>
                                        </p:cTn>
                                        <p:tgtEl>
                                          <p:spTgt spid="40"/>
                                        </p:tgtEl>
                                        <p:attrNameLst>
                                          <p:attrName>style.visibility</p:attrName>
                                        </p:attrNameLst>
                                      </p:cBhvr>
                                      <p:to>
                                        <p:strVal val="visible"/>
                                      </p:to>
                                    </p:set>
                                    <p:anim calcmode="lin" valueType="num">
                                      <p:cBhvr>
                                        <p:cTn id="1934" dur="750" fill="hold"/>
                                        <p:tgtEl>
                                          <p:spTgt spid="40"/>
                                        </p:tgtEl>
                                        <p:attrNameLst>
                                          <p:attrName>ppt_w</p:attrName>
                                        </p:attrNameLst>
                                      </p:cBhvr>
                                      <p:tavLst>
                                        <p:tav tm="0">
                                          <p:val>
                                            <p:fltVal val="0"/>
                                          </p:val>
                                        </p:tav>
                                        <p:tav tm="100000">
                                          <p:val>
                                            <p:strVal val="#ppt_w"/>
                                          </p:val>
                                        </p:tav>
                                      </p:tavLst>
                                    </p:anim>
                                    <p:anim calcmode="lin" valueType="num">
                                      <p:cBhvr>
                                        <p:cTn id="1935" dur="750" fill="hold"/>
                                        <p:tgtEl>
                                          <p:spTgt spid="40"/>
                                        </p:tgtEl>
                                        <p:attrNameLst>
                                          <p:attrName>ppt_h</p:attrName>
                                        </p:attrNameLst>
                                      </p:cBhvr>
                                      <p:tavLst>
                                        <p:tav tm="0">
                                          <p:val>
                                            <p:fltVal val="0"/>
                                          </p:val>
                                        </p:tav>
                                        <p:tav tm="100000">
                                          <p:val>
                                            <p:strVal val="#ppt_h"/>
                                          </p:val>
                                        </p:tav>
                                      </p:tavLst>
                                    </p:anim>
                                    <p:animEffect transition="in" filter="fade">
                                      <p:cBhvr>
                                        <p:cTn id="1936" dur="750"/>
                                        <p:tgtEl>
                                          <p:spTgt spid="40"/>
                                        </p:tgtEl>
                                      </p:cBhvr>
                                    </p:animEffect>
                                  </p:childTnLst>
                                </p:cTn>
                              </p:par>
                              <p:par>
                                <p:cTn id="1937" presetID="53" presetClass="entr" presetSubtype="16" fill="hold" grpId="0" nodeType="withEffect">
                                  <p:stCondLst>
                                    <p:cond delay="600"/>
                                  </p:stCondLst>
                                  <p:childTnLst>
                                    <p:set>
                                      <p:cBhvr>
                                        <p:cTn id="1938" dur="1" fill="hold">
                                          <p:stCondLst>
                                            <p:cond delay="0"/>
                                          </p:stCondLst>
                                        </p:cTn>
                                        <p:tgtEl>
                                          <p:spTgt spid="41"/>
                                        </p:tgtEl>
                                        <p:attrNameLst>
                                          <p:attrName>style.visibility</p:attrName>
                                        </p:attrNameLst>
                                      </p:cBhvr>
                                      <p:to>
                                        <p:strVal val="visible"/>
                                      </p:to>
                                    </p:set>
                                    <p:anim calcmode="lin" valueType="num">
                                      <p:cBhvr>
                                        <p:cTn id="1939" dur="750" fill="hold"/>
                                        <p:tgtEl>
                                          <p:spTgt spid="41"/>
                                        </p:tgtEl>
                                        <p:attrNameLst>
                                          <p:attrName>ppt_w</p:attrName>
                                        </p:attrNameLst>
                                      </p:cBhvr>
                                      <p:tavLst>
                                        <p:tav tm="0">
                                          <p:val>
                                            <p:fltVal val="0"/>
                                          </p:val>
                                        </p:tav>
                                        <p:tav tm="100000">
                                          <p:val>
                                            <p:strVal val="#ppt_w"/>
                                          </p:val>
                                        </p:tav>
                                      </p:tavLst>
                                    </p:anim>
                                    <p:anim calcmode="lin" valueType="num">
                                      <p:cBhvr>
                                        <p:cTn id="1940" dur="750" fill="hold"/>
                                        <p:tgtEl>
                                          <p:spTgt spid="41"/>
                                        </p:tgtEl>
                                        <p:attrNameLst>
                                          <p:attrName>ppt_h</p:attrName>
                                        </p:attrNameLst>
                                      </p:cBhvr>
                                      <p:tavLst>
                                        <p:tav tm="0">
                                          <p:val>
                                            <p:fltVal val="0"/>
                                          </p:val>
                                        </p:tav>
                                        <p:tav tm="100000">
                                          <p:val>
                                            <p:strVal val="#ppt_h"/>
                                          </p:val>
                                        </p:tav>
                                      </p:tavLst>
                                    </p:anim>
                                    <p:animEffect transition="in" filter="fade">
                                      <p:cBhvr>
                                        <p:cTn id="1941" dur="750"/>
                                        <p:tgtEl>
                                          <p:spTgt spid="41"/>
                                        </p:tgtEl>
                                      </p:cBhvr>
                                    </p:animEffect>
                                  </p:childTnLst>
                                </p:cTn>
                              </p:par>
                              <p:par>
                                <p:cTn id="1942" presetID="53" presetClass="entr" presetSubtype="16" fill="hold" grpId="0" nodeType="withEffect">
                                  <p:stCondLst>
                                    <p:cond delay="600"/>
                                  </p:stCondLst>
                                  <p:childTnLst>
                                    <p:set>
                                      <p:cBhvr>
                                        <p:cTn id="1943" dur="1" fill="hold">
                                          <p:stCondLst>
                                            <p:cond delay="0"/>
                                          </p:stCondLst>
                                        </p:cTn>
                                        <p:tgtEl>
                                          <p:spTgt spid="42"/>
                                        </p:tgtEl>
                                        <p:attrNameLst>
                                          <p:attrName>style.visibility</p:attrName>
                                        </p:attrNameLst>
                                      </p:cBhvr>
                                      <p:to>
                                        <p:strVal val="visible"/>
                                      </p:to>
                                    </p:set>
                                    <p:anim calcmode="lin" valueType="num">
                                      <p:cBhvr>
                                        <p:cTn id="1944" dur="750" fill="hold"/>
                                        <p:tgtEl>
                                          <p:spTgt spid="42"/>
                                        </p:tgtEl>
                                        <p:attrNameLst>
                                          <p:attrName>ppt_w</p:attrName>
                                        </p:attrNameLst>
                                      </p:cBhvr>
                                      <p:tavLst>
                                        <p:tav tm="0">
                                          <p:val>
                                            <p:fltVal val="0"/>
                                          </p:val>
                                        </p:tav>
                                        <p:tav tm="100000">
                                          <p:val>
                                            <p:strVal val="#ppt_w"/>
                                          </p:val>
                                        </p:tav>
                                      </p:tavLst>
                                    </p:anim>
                                    <p:anim calcmode="lin" valueType="num">
                                      <p:cBhvr>
                                        <p:cTn id="1945" dur="750" fill="hold"/>
                                        <p:tgtEl>
                                          <p:spTgt spid="42"/>
                                        </p:tgtEl>
                                        <p:attrNameLst>
                                          <p:attrName>ppt_h</p:attrName>
                                        </p:attrNameLst>
                                      </p:cBhvr>
                                      <p:tavLst>
                                        <p:tav tm="0">
                                          <p:val>
                                            <p:fltVal val="0"/>
                                          </p:val>
                                        </p:tav>
                                        <p:tav tm="100000">
                                          <p:val>
                                            <p:strVal val="#ppt_h"/>
                                          </p:val>
                                        </p:tav>
                                      </p:tavLst>
                                    </p:anim>
                                    <p:animEffect transition="in" filter="fade">
                                      <p:cBhvr>
                                        <p:cTn id="1946" dur="750"/>
                                        <p:tgtEl>
                                          <p:spTgt spid="42"/>
                                        </p:tgtEl>
                                      </p:cBhvr>
                                    </p:animEffect>
                                  </p:childTnLst>
                                </p:cTn>
                              </p:par>
                              <p:par>
                                <p:cTn id="1947" presetID="53" presetClass="entr" presetSubtype="16" fill="hold" grpId="0" nodeType="withEffect">
                                  <p:stCondLst>
                                    <p:cond delay="600"/>
                                  </p:stCondLst>
                                  <p:childTnLst>
                                    <p:set>
                                      <p:cBhvr>
                                        <p:cTn id="1948" dur="1" fill="hold">
                                          <p:stCondLst>
                                            <p:cond delay="0"/>
                                          </p:stCondLst>
                                        </p:cTn>
                                        <p:tgtEl>
                                          <p:spTgt spid="43"/>
                                        </p:tgtEl>
                                        <p:attrNameLst>
                                          <p:attrName>style.visibility</p:attrName>
                                        </p:attrNameLst>
                                      </p:cBhvr>
                                      <p:to>
                                        <p:strVal val="visible"/>
                                      </p:to>
                                    </p:set>
                                    <p:anim calcmode="lin" valueType="num">
                                      <p:cBhvr>
                                        <p:cTn id="1949" dur="750" fill="hold"/>
                                        <p:tgtEl>
                                          <p:spTgt spid="43"/>
                                        </p:tgtEl>
                                        <p:attrNameLst>
                                          <p:attrName>ppt_w</p:attrName>
                                        </p:attrNameLst>
                                      </p:cBhvr>
                                      <p:tavLst>
                                        <p:tav tm="0">
                                          <p:val>
                                            <p:fltVal val="0"/>
                                          </p:val>
                                        </p:tav>
                                        <p:tav tm="100000">
                                          <p:val>
                                            <p:strVal val="#ppt_w"/>
                                          </p:val>
                                        </p:tav>
                                      </p:tavLst>
                                    </p:anim>
                                    <p:anim calcmode="lin" valueType="num">
                                      <p:cBhvr>
                                        <p:cTn id="1950" dur="750" fill="hold"/>
                                        <p:tgtEl>
                                          <p:spTgt spid="43"/>
                                        </p:tgtEl>
                                        <p:attrNameLst>
                                          <p:attrName>ppt_h</p:attrName>
                                        </p:attrNameLst>
                                      </p:cBhvr>
                                      <p:tavLst>
                                        <p:tav tm="0">
                                          <p:val>
                                            <p:fltVal val="0"/>
                                          </p:val>
                                        </p:tav>
                                        <p:tav tm="100000">
                                          <p:val>
                                            <p:strVal val="#ppt_h"/>
                                          </p:val>
                                        </p:tav>
                                      </p:tavLst>
                                    </p:anim>
                                    <p:animEffect transition="in" filter="fade">
                                      <p:cBhvr>
                                        <p:cTn id="1951" dur="750"/>
                                        <p:tgtEl>
                                          <p:spTgt spid="43"/>
                                        </p:tgtEl>
                                      </p:cBhvr>
                                    </p:animEffect>
                                  </p:childTnLst>
                                </p:cTn>
                              </p:par>
                              <p:par>
                                <p:cTn id="1952" presetID="53" presetClass="entr" presetSubtype="16" fill="hold" grpId="0" nodeType="withEffect">
                                  <p:stCondLst>
                                    <p:cond delay="600"/>
                                  </p:stCondLst>
                                  <p:childTnLst>
                                    <p:set>
                                      <p:cBhvr>
                                        <p:cTn id="1953" dur="1" fill="hold">
                                          <p:stCondLst>
                                            <p:cond delay="0"/>
                                          </p:stCondLst>
                                        </p:cTn>
                                        <p:tgtEl>
                                          <p:spTgt spid="44"/>
                                        </p:tgtEl>
                                        <p:attrNameLst>
                                          <p:attrName>style.visibility</p:attrName>
                                        </p:attrNameLst>
                                      </p:cBhvr>
                                      <p:to>
                                        <p:strVal val="visible"/>
                                      </p:to>
                                    </p:set>
                                    <p:anim calcmode="lin" valueType="num">
                                      <p:cBhvr>
                                        <p:cTn id="1954" dur="750" fill="hold"/>
                                        <p:tgtEl>
                                          <p:spTgt spid="44"/>
                                        </p:tgtEl>
                                        <p:attrNameLst>
                                          <p:attrName>ppt_w</p:attrName>
                                        </p:attrNameLst>
                                      </p:cBhvr>
                                      <p:tavLst>
                                        <p:tav tm="0">
                                          <p:val>
                                            <p:fltVal val="0"/>
                                          </p:val>
                                        </p:tav>
                                        <p:tav tm="100000">
                                          <p:val>
                                            <p:strVal val="#ppt_w"/>
                                          </p:val>
                                        </p:tav>
                                      </p:tavLst>
                                    </p:anim>
                                    <p:anim calcmode="lin" valueType="num">
                                      <p:cBhvr>
                                        <p:cTn id="1955" dur="750" fill="hold"/>
                                        <p:tgtEl>
                                          <p:spTgt spid="44"/>
                                        </p:tgtEl>
                                        <p:attrNameLst>
                                          <p:attrName>ppt_h</p:attrName>
                                        </p:attrNameLst>
                                      </p:cBhvr>
                                      <p:tavLst>
                                        <p:tav tm="0">
                                          <p:val>
                                            <p:fltVal val="0"/>
                                          </p:val>
                                        </p:tav>
                                        <p:tav tm="100000">
                                          <p:val>
                                            <p:strVal val="#ppt_h"/>
                                          </p:val>
                                        </p:tav>
                                      </p:tavLst>
                                    </p:anim>
                                    <p:animEffect transition="in" filter="fade">
                                      <p:cBhvr>
                                        <p:cTn id="1956" dur="750"/>
                                        <p:tgtEl>
                                          <p:spTgt spid="44"/>
                                        </p:tgtEl>
                                      </p:cBhvr>
                                    </p:animEffect>
                                  </p:childTnLst>
                                </p:cTn>
                              </p:par>
                              <p:par>
                                <p:cTn id="1957" presetID="53" presetClass="entr" presetSubtype="16" fill="hold" grpId="0" nodeType="withEffect">
                                  <p:stCondLst>
                                    <p:cond delay="600"/>
                                  </p:stCondLst>
                                  <p:childTnLst>
                                    <p:set>
                                      <p:cBhvr>
                                        <p:cTn id="1958" dur="1" fill="hold">
                                          <p:stCondLst>
                                            <p:cond delay="0"/>
                                          </p:stCondLst>
                                        </p:cTn>
                                        <p:tgtEl>
                                          <p:spTgt spid="45"/>
                                        </p:tgtEl>
                                        <p:attrNameLst>
                                          <p:attrName>style.visibility</p:attrName>
                                        </p:attrNameLst>
                                      </p:cBhvr>
                                      <p:to>
                                        <p:strVal val="visible"/>
                                      </p:to>
                                    </p:set>
                                    <p:anim calcmode="lin" valueType="num">
                                      <p:cBhvr>
                                        <p:cTn id="1959" dur="750" fill="hold"/>
                                        <p:tgtEl>
                                          <p:spTgt spid="45"/>
                                        </p:tgtEl>
                                        <p:attrNameLst>
                                          <p:attrName>ppt_w</p:attrName>
                                        </p:attrNameLst>
                                      </p:cBhvr>
                                      <p:tavLst>
                                        <p:tav tm="0">
                                          <p:val>
                                            <p:fltVal val="0"/>
                                          </p:val>
                                        </p:tav>
                                        <p:tav tm="100000">
                                          <p:val>
                                            <p:strVal val="#ppt_w"/>
                                          </p:val>
                                        </p:tav>
                                      </p:tavLst>
                                    </p:anim>
                                    <p:anim calcmode="lin" valueType="num">
                                      <p:cBhvr>
                                        <p:cTn id="1960" dur="750" fill="hold"/>
                                        <p:tgtEl>
                                          <p:spTgt spid="45"/>
                                        </p:tgtEl>
                                        <p:attrNameLst>
                                          <p:attrName>ppt_h</p:attrName>
                                        </p:attrNameLst>
                                      </p:cBhvr>
                                      <p:tavLst>
                                        <p:tav tm="0">
                                          <p:val>
                                            <p:fltVal val="0"/>
                                          </p:val>
                                        </p:tav>
                                        <p:tav tm="100000">
                                          <p:val>
                                            <p:strVal val="#ppt_h"/>
                                          </p:val>
                                        </p:tav>
                                      </p:tavLst>
                                    </p:anim>
                                    <p:animEffect transition="in" filter="fade">
                                      <p:cBhvr>
                                        <p:cTn id="1961" dur="750"/>
                                        <p:tgtEl>
                                          <p:spTgt spid="45"/>
                                        </p:tgtEl>
                                      </p:cBhvr>
                                    </p:animEffect>
                                  </p:childTnLst>
                                </p:cTn>
                              </p:par>
                              <p:par>
                                <p:cTn id="1962" presetID="53" presetClass="entr" presetSubtype="16" fill="hold" grpId="0" nodeType="withEffect">
                                  <p:stCondLst>
                                    <p:cond delay="600"/>
                                  </p:stCondLst>
                                  <p:childTnLst>
                                    <p:set>
                                      <p:cBhvr>
                                        <p:cTn id="1963" dur="1" fill="hold">
                                          <p:stCondLst>
                                            <p:cond delay="0"/>
                                          </p:stCondLst>
                                        </p:cTn>
                                        <p:tgtEl>
                                          <p:spTgt spid="46"/>
                                        </p:tgtEl>
                                        <p:attrNameLst>
                                          <p:attrName>style.visibility</p:attrName>
                                        </p:attrNameLst>
                                      </p:cBhvr>
                                      <p:to>
                                        <p:strVal val="visible"/>
                                      </p:to>
                                    </p:set>
                                    <p:anim calcmode="lin" valueType="num">
                                      <p:cBhvr>
                                        <p:cTn id="1964" dur="750" fill="hold"/>
                                        <p:tgtEl>
                                          <p:spTgt spid="46"/>
                                        </p:tgtEl>
                                        <p:attrNameLst>
                                          <p:attrName>ppt_w</p:attrName>
                                        </p:attrNameLst>
                                      </p:cBhvr>
                                      <p:tavLst>
                                        <p:tav tm="0">
                                          <p:val>
                                            <p:fltVal val="0"/>
                                          </p:val>
                                        </p:tav>
                                        <p:tav tm="100000">
                                          <p:val>
                                            <p:strVal val="#ppt_w"/>
                                          </p:val>
                                        </p:tav>
                                      </p:tavLst>
                                    </p:anim>
                                    <p:anim calcmode="lin" valueType="num">
                                      <p:cBhvr>
                                        <p:cTn id="1965" dur="750" fill="hold"/>
                                        <p:tgtEl>
                                          <p:spTgt spid="46"/>
                                        </p:tgtEl>
                                        <p:attrNameLst>
                                          <p:attrName>ppt_h</p:attrName>
                                        </p:attrNameLst>
                                      </p:cBhvr>
                                      <p:tavLst>
                                        <p:tav tm="0">
                                          <p:val>
                                            <p:fltVal val="0"/>
                                          </p:val>
                                        </p:tav>
                                        <p:tav tm="100000">
                                          <p:val>
                                            <p:strVal val="#ppt_h"/>
                                          </p:val>
                                        </p:tav>
                                      </p:tavLst>
                                    </p:anim>
                                    <p:animEffect transition="in" filter="fade">
                                      <p:cBhvr>
                                        <p:cTn id="1966" dur="750"/>
                                        <p:tgtEl>
                                          <p:spTgt spid="46"/>
                                        </p:tgtEl>
                                      </p:cBhvr>
                                    </p:animEffect>
                                  </p:childTnLst>
                                </p:cTn>
                              </p:par>
                              <p:par>
                                <p:cTn id="1967" presetID="53" presetClass="entr" presetSubtype="16" fill="hold" nodeType="withEffect">
                                  <p:stCondLst>
                                    <p:cond delay="600"/>
                                  </p:stCondLst>
                                  <p:childTnLst>
                                    <p:set>
                                      <p:cBhvr>
                                        <p:cTn id="1968" dur="1" fill="hold">
                                          <p:stCondLst>
                                            <p:cond delay="0"/>
                                          </p:stCondLst>
                                        </p:cTn>
                                        <p:tgtEl>
                                          <p:spTgt spid="47"/>
                                        </p:tgtEl>
                                        <p:attrNameLst>
                                          <p:attrName>style.visibility</p:attrName>
                                        </p:attrNameLst>
                                      </p:cBhvr>
                                      <p:to>
                                        <p:strVal val="visible"/>
                                      </p:to>
                                    </p:set>
                                    <p:anim calcmode="lin" valueType="num">
                                      <p:cBhvr>
                                        <p:cTn id="1969" dur="750" fill="hold"/>
                                        <p:tgtEl>
                                          <p:spTgt spid="47"/>
                                        </p:tgtEl>
                                        <p:attrNameLst>
                                          <p:attrName>ppt_w</p:attrName>
                                        </p:attrNameLst>
                                      </p:cBhvr>
                                      <p:tavLst>
                                        <p:tav tm="0">
                                          <p:val>
                                            <p:fltVal val="0"/>
                                          </p:val>
                                        </p:tav>
                                        <p:tav tm="100000">
                                          <p:val>
                                            <p:strVal val="#ppt_w"/>
                                          </p:val>
                                        </p:tav>
                                      </p:tavLst>
                                    </p:anim>
                                    <p:anim calcmode="lin" valueType="num">
                                      <p:cBhvr>
                                        <p:cTn id="1970" dur="750" fill="hold"/>
                                        <p:tgtEl>
                                          <p:spTgt spid="47"/>
                                        </p:tgtEl>
                                        <p:attrNameLst>
                                          <p:attrName>ppt_h</p:attrName>
                                        </p:attrNameLst>
                                      </p:cBhvr>
                                      <p:tavLst>
                                        <p:tav tm="0">
                                          <p:val>
                                            <p:fltVal val="0"/>
                                          </p:val>
                                        </p:tav>
                                        <p:tav tm="100000">
                                          <p:val>
                                            <p:strVal val="#ppt_h"/>
                                          </p:val>
                                        </p:tav>
                                      </p:tavLst>
                                    </p:anim>
                                    <p:animEffect transition="in" filter="fade">
                                      <p:cBhvr>
                                        <p:cTn id="1971" dur="750"/>
                                        <p:tgtEl>
                                          <p:spTgt spid="47"/>
                                        </p:tgtEl>
                                      </p:cBhvr>
                                    </p:animEffect>
                                  </p:childTnLst>
                                </p:cTn>
                              </p:par>
                              <p:par>
                                <p:cTn id="1972" presetID="42" presetClass="entr" presetSubtype="0" fill="hold" grpId="0" nodeType="withEffect">
                                  <p:stCondLst>
                                    <p:cond delay="670"/>
                                  </p:stCondLst>
                                  <p:childTnLst>
                                    <p:set>
                                      <p:cBhvr>
                                        <p:cTn id="1973" dur="1" fill="hold">
                                          <p:stCondLst>
                                            <p:cond delay="0"/>
                                          </p:stCondLst>
                                        </p:cTn>
                                        <p:tgtEl>
                                          <p:spTgt spid="48"/>
                                        </p:tgtEl>
                                        <p:attrNameLst>
                                          <p:attrName>style.visibility</p:attrName>
                                        </p:attrNameLst>
                                      </p:cBhvr>
                                      <p:to>
                                        <p:strVal val="visible"/>
                                      </p:to>
                                    </p:set>
                                    <p:animEffect transition="in" filter="fade">
                                      <p:cBhvr>
                                        <p:cTn id="1974" dur="650"/>
                                        <p:tgtEl>
                                          <p:spTgt spid="48"/>
                                        </p:tgtEl>
                                      </p:cBhvr>
                                    </p:animEffect>
                                    <p:anim calcmode="lin" valueType="num">
                                      <p:cBhvr>
                                        <p:cTn id="1975" dur="650" fill="hold"/>
                                        <p:tgtEl>
                                          <p:spTgt spid="48"/>
                                        </p:tgtEl>
                                        <p:attrNameLst>
                                          <p:attrName>ppt_x</p:attrName>
                                        </p:attrNameLst>
                                      </p:cBhvr>
                                      <p:tavLst>
                                        <p:tav tm="0">
                                          <p:val>
                                            <p:strVal val="#ppt_x"/>
                                          </p:val>
                                        </p:tav>
                                        <p:tav tm="100000">
                                          <p:val>
                                            <p:strVal val="#ppt_x"/>
                                          </p:val>
                                        </p:tav>
                                      </p:tavLst>
                                    </p:anim>
                                    <p:anim calcmode="lin" valueType="num">
                                      <p:cBhvr>
                                        <p:cTn id="1976" dur="650" fill="hold"/>
                                        <p:tgtEl>
                                          <p:spTgt spid="48"/>
                                        </p:tgtEl>
                                        <p:attrNameLst>
                                          <p:attrName>ppt_y</p:attrName>
                                        </p:attrNameLst>
                                      </p:cBhvr>
                                      <p:tavLst>
                                        <p:tav tm="0">
                                          <p:val>
                                            <p:strVal val="#ppt_y+.1"/>
                                          </p:val>
                                        </p:tav>
                                        <p:tav tm="100000">
                                          <p:val>
                                            <p:strVal val="#ppt_y"/>
                                          </p:val>
                                        </p:tav>
                                      </p:tavLst>
                                    </p:anim>
                                  </p:childTnLst>
                                </p:cTn>
                              </p:par>
                              <p:par>
                                <p:cTn id="1977" presetID="53" presetClass="entr" presetSubtype="16" fill="hold" grpId="0" nodeType="withEffect">
                                  <p:stCondLst>
                                    <p:cond delay="740"/>
                                  </p:stCondLst>
                                  <p:childTnLst>
                                    <p:set>
                                      <p:cBhvr>
                                        <p:cTn id="1978" dur="1" fill="hold">
                                          <p:stCondLst>
                                            <p:cond delay="0"/>
                                          </p:stCondLst>
                                        </p:cTn>
                                        <p:tgtEl>
                                          <p:spTgt spid="49"/>
                                        </p:tgtEl>
                                        <p:attrNameLst>
                                          <p:attrName>style.visibility</p:attrName>
                                        </p:attrNameLst>
                                      </p:cBhvr>
                                      <p:to>
                                        <p:strVal val="visible"/>
                                      </p:to>
                                    </p:set>
                                    <p:anim calcmode="lin" valueType="num">
                                      <p:cBhvr>
                                        <p:cTn id="1979" dur="750" fill="hold"/>
                                        <p:tgtEl>
                                          <p:spTgt spid="49"/>
                                        </p:tgtEl>
                                        <p:attrNameLst>
                                          <p:attrName>ppt_w</p:attrName>
                                        </p:attrNameLst>
                                      </p:cBhvr>
                                      <p:tavLst>
                                        <p:tav tm="0">
                                          <p:val>
                                            <p:fltVal val="0"/>
                                          </p:val>
                                        </p:tav>
                                        <p:tav tm="100000">
                                          <p:val>
                                            <p:strVal val="#ppt_w"/>
                                          </p:val>
                                        </p:tav>
                                      </p:tavLst>
                                    </p:anim>
                                    <p:anim calcmode="lin" valueType="num">
                                      <p:cBhvr>
                                        <p:cTn id="1980" dur="750" fill="hold"/>
                                        <p:tgtEl>
                                          <p:spTgt spid="49"/>
                                        </p:tgtEl>
                                        <p:attrNameLst>
                                          <p:attrName>ppt_h</p:attrName>
                                        </p:attrNameLst>
                                      </p:cBhvr>
                                      <p:tavLst>
                                        <p:tav tm="0">
                                          <p:val>
                                            <p:fltVal val="0"/>
                                          </p:val>
                                        </p:tav>
                                        <p:tav tm="100000">
                                          <p:val>
                                            <p:strVal val="#ppt_h"/>
                                          </p:val>
                                        </p:tav>
                                      </p:tavLst>
                                    </p:anim>
                                    <p:animEffect transition="in" filter="fade">
                                      <p:cBhvr>
                                        <p:cTn id="1981" dur="750"/>
                                        <p:tgtEl>
                                          <p:spTgt spid="49"/>
                                        </p:tgtEl>
                                      </p:cBhvr>
                                    </p:animEffect>
                                  </p:childTnLst>
                                </p:cTn>
                              </p:par>
                              <p:par>
                                <p:cTn id="1982" presetID="53" presetClass="entr" presetSubtype="16" fill="hold" nodeType="withEffect">
                                  <p:stCondLst>
                                    <p:cond delay="740"/>
                                  </p:stCondLst>
                                  <p:childTnLst>
                                    <p:set>
                                      <p:cBhvr>
                                        <p:cTn id="1983" dur="1" fill="hold">
                                          <p:stCondLst>
                                            <p:cond delay="0"/>
                                          </p:stCondLst>
                                        </p:cTn>
                                        <p:tgtEl>
                                          <p:spTgt spid="50"/>
                                        </p:tgtEl>
                                        <p:attrNameLst>
                                          <p:attrName>style.visibility</p:attrName>
                                        </p:attrNameLst>
                                      </p:cBhvr>
                                      <p:to>
                                        <p:strVal val="visible"/>
                                      </p:to>
                                    </p:set>
                                    <p:anim calcmode="lin" valueType="num">
                                      <p:cBhvr>
                                        <p:cTn id="1984" dur="750" fill="hold"/>
                                        <p:tgtEl>
                                          <p:spTgt spid="50"/>
                                        </p:tgtEl>
                                        <p:attrNameLst>
                                          <p:attrName>ppt_w</p:attrName>
                                        </p:attrNameLst>
                                      </p:cBhvr>
                                      <p:tavLst>
                                        <p:tav tm="0">
                                          <p:val>
                                            <p:fltVal val="0"/>
                                          </p:val>
                                        </p:tav>
                                        <p:tav tm="100000">
                                          <p:val>
                                            <p:strVal val="#ppt_w"/>
                                          </p:val>
                                        </p:tav>
                                      </p:tavLst>
                                    </p:anim>
                                    <p:anim calcmode="lin" valueType="num">
                                      <p:cBhvr>
                                        <p:cTn id="1985" dur="750" fill="hold"/>
                                        <p:tgtEl>
                                          <p:spTgt spid="50"/>
                                        </p:tgtEl>
                                        <p:attrNameLst>
                                          <p:attrName>ppt_h</p:attrName>
                                        </p:attrNameLst>
                                      </p:cBhvr>
                                      <p:tavLst>
                                        <p:tav tm="0">
                                          <p:val>
                                            <p:fltVal val="0"/>
                                          </p:val>
                                        </p:tav>
                                        <p:tav tm="100000">
                                          <p:val>
                                            <p:strVal val="#ppt_h"/>
                                          </p:val>
                                        </p:tav>
                                      </p:tavLst>
                                    </p:anim>
                                    <p:animEffect transition="in" filter="fade">
                                      <p:cBhvr>
                                        <p:cTn id="1986" dur="750"/>
                                        <p:tgtEl>
                                          <p:spTgt spid="50"/>
                                        </p:tgtEl>
                                      </p:cBhvr>
                                    </p:animEffect>
                                  </p:childTnLst>
                                </p:cTn>
                              </p:par>
                              <p:par>
                                <p:cTn id="1987" presetID="53" presetClass="entr" presetSubtype="16" fill="hold" grpId="0" nodeType="withEffect">
                                  <p:stCondLst>
                                    <p:cond delay="740"/>
                                  </p:stCondLst>
                                  <p:childTnLst>
                                    <p:set>
                                      <p:cBhvr>
                                        <p:cTn id="1988" dur="1" fill="hold">
                                          <p:stCondLst>
                                            <p:cond delay="0"/>
                                          </p:stCondLst>
                                        </p:cTn>
                                        <p:tgtEl>
                                          <p:spTgt spid="51"/>
                                        </p:tgtEl>
                                        <p:attrNameLst>
                                          <p:attrName>style.visibility</p:attrName>
                                        </p:attrNameLst>
                                      </p:cBhvr>
                                      <p:to>
                                        <p:strVal val="visible"/>
                                      </p:to>
                                    </p:set>
                                    <p:anim calcmode="lin" valueType="num">
                                      <p:cBhvr>
                                        <p:cTn id="1989" dur="750" fill="hold"/>
                                        <p:tgtEl>
                                          <p:spTgt spid="51"/>
                                        </p:tgtEl>
                                        <p:attrNameLst>
                                          <p:attrName>ppt_w</p:attrName>
                                        </p:attrNameLst>
                                      </p:cBhvr>
                                      <p:tavLst>
                                        <p:tav tm="0">
                                          <p:val>
                                            <p:fltVal val="0"/>
                                          </p:val>
                                        </p:tav>
                                        <p:tav tm="100000">
                                          <p:val>
                                            <p:strVal val="#ppt_w"/>
                                          </p:val>
                                        </p:tav>
                                      </p:tavLst>
                                    </p:anim>
                                    <p:anim calcmode="lin" valueType="num">
                                      <p:cBhvr>
                                        <p:cTn id="1990" dur="750" fill="hold"/>
                                        <p:tgtEl>
                                          <p:spTgt spid="51"/>
                                        </p:tgtEl>
                                        <p:attrNameLst>
                                          <p:attrName>ppt_h</p:attrName>
                                        </p:attrNameLst>
                                      </p:cBhvr>
                                      <p:tavLst>
                                        <p:tav tm="0">
                                          <p:val>
                                            <p:fltVal val="0"/>
                                          </p:val>
                                        </p:tav>
                                        <p:tav tm="100000">
                                          <p:val>
                                            <p:strVal val="#ppt_h"/>
                                          </p:val>
                                        </p:tav>
                                      </p:tavLst>
                                    </p:anim>
                                    <p:animEffect transition="in" filter="fade">
                                      <p:cBhvr>
                                        <p:cTn id="1991" dur="750"/>
                                        <p:tgtEl>
                                          <p:spTgt spid="51"/>
                                        </p:tgtEl>
                                      </p:cBhvr>
                                    </p:animEffect>
                                  </p:childTnLst>
                                </p:cTn>
                              </p:par>
                              <p:par>
                                <p:cTn id="1992" presetID="53" presetClass="entr" presetSubtype="16" fill="hold" grpId="0" nodeType="withEffect">
                                  <p:stCondLst>
                                    <p:cond delay="740"/>
                                  </p:stCondLst>
                                  <p:childTnLst>
                                    <p:set>
                                      <p:cBhvr>
                                        <p:cTn id="1993" dur="1" fill="hold">
                                          <p:stCondLst>
                                            <p:cond delay="0"/>
                                          </p:stCondLst>
                                        </p:cTn>
                                        <p:tgtEl>
                                          <p:spTgt spid="52"/>
                                        </p:tgtEl>
                                        <p:attrNameLst>
                                          <p:attrName>style.visibility</p:attrName>
                                        </p:attrNameLst>
                                      </p:cBhvr>
                                      <p:to>
                                        <p:strVal val="visible"/>
                                      </p:to>
                                    </p:set>
                                    <p:anim calcmode="lin" valueType="num">
                                      <p:cBhvr>
                                        <p:cTn id="1994" dur="750" fill="hold"/>
                                        <p:tgtEl>
                                          <p:spTgt spid="52"/>
                                        </p:tgtEl>
                                        <p:attrNameLst>
                                          <p:attrName>ppt_w</p:attrName>
                                        </p:attrNameLst>
                                      </p:cBhvr>
                                      <p:tavLst>
                                        <p:tav tm="0">
                                          <p:val>
                                            <p:fltVal val="0"/>
                                          </p:val>
                                        </p:tav>
                                        <p:tav tm="100000">
                                          <p:val>
                                            <p:strVal val="#ppt_w"/>
                                          </p:val>
                                        </p:tav>
                                      </p:tavLst>
                                    </p:anim>
                                    <p:anim calcmode="lin" valueType="num">
                                      <p:cBhvr>
                                        <p:cTn id="1995" dur="750" fill="hold"/>
                                        <p:tgtEl>
                                          <p:spTgt spid="52"/>
                                        </p:tgtEl>
                                        <p:attrNameLst>
                                          <p:attrName>ppt_h</p:attrName>
                                        </p:attrNameLst>
                                      </p:cBhvr>
                                      <p:tavLst>
                                        <p:tav tm="0">
                                          <p:val>
                                            <p:fltVal val="0"/>
                                          </p:val>
                                        </p:tav>
                                        <p:tav tm="100000">
                                          <p:val>
                                            <p:strVal val="#ppt_h"/>
                                          </p:val>
                                        </p:tav>
                                      </p:tavLst>
                                    </p:anim>
                                    <p:animEffect transition="in" filter="fade">
                                      <p:cBhvr>
                                        <p:cTn id="1996" dur="750"/>
                                        <p:tgtEl>
                                          <p:spTgt spid="52"/>
                                        </p:tgtEl>
                                      </p:cBhvr>
                                    </p:animEffect>
                                  </p:childTnLst>
                                </p:cTn>
                              </p:par>
                              <p:par>
                                <p:cTn id="1997" presetID="53" presetClass="entr" presetSubtype="16" fill="hold" grpId="0" nodeType="withEffect">
                                  <p:stCondLst>
                                    <p:cond delay="810"/>
                                  </p:stCondLst>
                                  <p:childTnLst>
                                    <p:set>
                                      <p:cBhvr>
                                        <p:cTn id="1998" dur="1" fill="hold">
                                          <p:stCondLst>
                                            <p:cond delay="0"/>
                                          </p:stCondLst>
                                        </p:cTn>
                                        <p:tgtEl>
                                          <p:spTgt spid="53"/>
                                        </p:tgtEl>
                                        <p:attrNameLst>
                                          <p:attrName>style.visibility</p:attrName>
                                        </p:attrNameLst>
                                      </p:cBhvr>
                                      <p:to>
                                        <p:strVal val="visible"/>
                                      </p:to>
                                    </p:set>
                                    <p:anim calcmode="lin" valueType="num">
                                      <p:cBhvr>
                                        <p:cTn id="1999" dur="750" fill="hold"/>
                                        <p:tgtEl>
                                          <p:spTgt spid="53"/>
                                        </p:tgtEl>
                                        <p:attrNameLst>
                                          <p:attrName>ppt_w</p:attrName>
                                        </p:attrNameLst>
                                      </p:cBhvr>
                                      <p:tavLst>
                                        <p:tav tm="0">
                                          <p:val>
                                            <p:fltVal val="0"/>
                                          </p:val>
                                        </p:tav>
                                        <p:tav tm="100000">
                                          <p:val>
                                            <p:strVal val="#ppt_w"/>
                                          </p:val>
                                        </p:tav>
                                      </p:tavLst>
                                    </p:anim>
                                    <p:anim calcmode="lin" valueType="num">
                                      <p:cBhvr>
                                        <p:cTn id="2000" dur="750" fill="hold"/>
                                        <p:tgtEl>
                                          <p:spTgt spid="53"/>
                                        </p:tgtEl>
                                        <p:attrNameLst>
                                          <p:attrName>ppt_h</p:attrName>
                                        </p:attrNameLst>
                                      </p:cBhvr>
                                      <p:tavLst>
                                        <p:tav tm="0">
                                          <p:val>
                                            <p:fltVal val="0"/>
                                          </p:val>
                                        </p:tav>
                                        <p:tav tm="100000">
                                          <p:val>
                                            <p:strVal val="#ppt_h"/>
                                          </p:val>
                                        </p:tav>
                                      </p:tavLst>
                                    </p:anim>
                                    <p:animEffect transition="in" filter="fade">
                                      <p:cBhvr>
                                        <p:cTn id="2001" dur="750"/>
                                        <p:tgtEl>
                                          <p:spTgt spid="53"/>
                                        </p:tgtEl>
                                      </p:cBhvr>
                                    </p:animEffect>
                                  </p:childTnLst>
                                </p:cTn>
                              </p:par>
                              <p:par>
                                <p:cTn id="2002" presetID="53" presetClass="entr" presetSubtype="16" fill="hold" nodeType="withEffect">
                                  <p:stCondLst>
                                    <p:cond delay="810"/>
                                  </p:stCondLst>
                                  <p:childTnLst>
                                    <p:set>
                                      <p:cBhvr>
                                        <p:cTn id="2003" dur="1" fill="hold">
                                          <p:stCondLst>
                                            <p:cond delay="0"/>
                                          </p:stCondLst>
                                        </p:cTn>
                                        <p:tgtEl>
                                          <p:spTgt spid="54"/>
                                        </p:tgtEl>
                                        <p:attrNameLst>
                                          <p:attrName>style.visibility</p:attrName>
                                        </p:attrNameLst>
                                      </p:cBhvr>
                                      <p:to>
                                        <p:strVal val="visible"/>
                                      </p:to>
                                    </p:set>
                                    <p:anim calcmode="lin" valueType="num">
                                      <p:cBhvr>
                                        <p:cTn id="2004" dur="750" fill="hold"/>
                                        <p:tgtEl>
                                          <p:spTgt spid="54"/>
                                        </p:tgtEl>
                                        <p:attrNameLst>
                                          <p:attrName>ppt_w</p:attrName>
                                        </p:attrNameLst>
                                      </p:cBhvr>
                                      <p:tavLst>
                                        <p:tav tm="0">
                                          <p:val>
                                            <p:fltVal val="0"/>
                                          </p:val>
                                        </p:tav>
                                        <p:tav tm="100000">
                                          <p:val>
                                            <p:strVal val="#ppt_w"/>
                                          </p:val>
                                        </p:tav>
                                      </p:tavLst>
                                    </p:anim>
                                    <p:anim calcmode="lin" valueType="num">
                                      <p:cBhvr>
                                        <p:cTn id="2005" dur="750" fill="hold"/>
                                        <p:tgtEl>
                                          <p:spTgt spid="54"/>
                                        </p:tgtEl>
                                        <p:attrNameLst>
                                          <p:attrName>ppt_h</p:attrName>
                                        </p:attrNameLst>
                                      </p:cBhvr>
                                      <p:tavLst>
                                        <p:tav tm="0">
                                          <p:val>
                                            <p:fltVal val="0"/>
                                          </p:val>
                                        </p:tav>
                                        <p:tav tm="100000">
                                          <p:val>
                                            <p:strVal val="#ppt_h"/>
                                          </p:val>
                                        </p:tav>
                                      </p:tavLst>
                                    </p:anim>
                                    <p:animEffect transition="in" filter="fade">
                                      <p:cBhvr>
                                        <p:cTn id="2006" dur="750"/>
                                        <p:tgtEl>
                                          <p:spTgt spid="54"/>
                                        </p:tgtEl>
                                      </p:cBhvr>
                                    </p:animEffect>
                                  </p:childTnLst>
                                </p:cTn>
                              </p:par>
                              <p:par>
                                <p:cTn id="2007" presetID="53" presetClass="entr" presetSubtype="16" fill="hold" grpId="0" nodeType="withEffect">
                                  <p:stCondLst>
                                    <p:cond delay="810"/>
                                  </p:stCondLst>
                                  <p:childTnLst>
                                    <p:set>
                                      <p:cBhvr>
                                        <p:cTn id="2008" dur="1" fill="hold">
                                          <p:stCondLst>
                                            <p:cond delay="0"/>
                                          </p:stCondLst>
                                        </p:cTn>
                                        <p:tgtEl>
                                          <p:spTgt spid="55"/>
                                        </p:tgtEl>
                                        <p:attrNameLst>
                                          <p:attrName>style.visibility</p:attrName>
                                        </p:attrNameLst>
                                      </p:cBhvr>
                                      <p:to>
                                        <p:strVal val="visible"/>
                                      </p:to>
                                    </p:set>
                                    <p:anim calcmode="lin" valueType="num">
                                      <p:cBhvr>
                                        <p:cTn id="2009" dur="750" fill="hold"/>
                                        <p:tgtEl>
                                          <p:spTgt spid="55"/>
                                        </p:tgtEl>
                                        <p:attrNameLst>
                                          <p:attrName>ppt_w</p:attrName>
                                        </p:attrNameLst>
                                      </p:cBhvr>
                                      <p:tavLst>
                                        <p:tav tm="0">
                                          <p:val>
                                            <p:fltVal val="0"/>
                                          </p:val>
                                        </p:tav>
                                        <p:tav tm="100000">
                                          <p:val>
                                            <p:strVal val="#ppt_w"/>
                                          </p:val>
                                        </p:tav>
                                      </p:tavLst>
                                    </p:anim>
                                    <p:anim calcmode="lin" valueType="num">
                                      <p:cBhvr>
                                        <p:cTn id="2010" dur="750" fill="hold"/>
                                        <p:tgtEl>
                                          <p:spTgt spid="55"/>
                                        </p:tgtEl>
                                        <p:attrNameLst>
                                          <p:attrName>ppt_h</p:attrName>
                                        </p:attrNameLst>
                                      </p:cBhvr>
                                      <p:tavLst>
                                        <p:tav tm="0">
                                          <p:val>
                                            <p:fltVal val="0"/>
                                          </p:val>
                                        </p:tav>
                                        <p:tav tm="100000">
                                          <p:val>
                                            <p:strVal val="#ppt_h"/>
                                          </p:val>
                                        </p:tav>
                                      </p:tavLst>
                                    </p:anim>
                                    <p:animEffect transition="in" filter="fade">
                                      <p:cBhvr>
                                        <p:cTn id="2011" dur="750"/>
                                        <p:tgtEl>
                                          <p:spTgt spid="55"/>
                                        </p:tgtEl>
                                      </p:cBhvr>
                                    </p:animEffect>
                                  </p:childTnLst>
                                </p:cTn>
                              </p:par>
                              <p:par>
                                <p:cTn id="2012" presetID="53" presetClass="entr" presetSubtype="16" fill="hold" grpId="0" nodeType="withEffect">
                                  <p:stCondLst>
                                    <p:cond delay="810"/>
                                  </p:stCondLst>
                                  <p:childTnLst>
                                    <p:set>
                                      <p:cBhvr>
                                        <p:cTn id="2013" dur="1" fill="hold">
                                          <p:stCondLst>
                                            <p:cond delay="0"/>
                                          </p:stCondLst>
                                        </p:cTn>
                                        <p:tgtEl>
                                          <p:spTgt spid="56"/>
                                        </p:tgtEl>
                                        <p:attrNameLst>
                                          <p:attrName>style.visibility</p:attrName>
                                        </p:attrNameLst>
                                      </p:cBhvr>
                                      <p:to>
                                        <p:strVal val="visible"/>
                                      </p:to>
                                    </p:set>
                                    <p:anim calcmode="lin" valueType="num">
                                      <p:cBhvr>
                                        <p:cTn id="2014" dur="750" fill="hold"/>
                                        <p:tgtEl>
                                          <p:spTgt spid="56"/>
                                        </p:tgtEl>
                                        <p:attrNameLst>
                                          <p:attrName>ppt_w</p:attrName>
                                        </p:attrNameLst>
                                      </p:cBhvr>
                                      <p:tavLst>
                                        <p:tav tm="0">
                                          <p:val>
                                            <p:fltVal val="0"/>
                                          </p:val>
                                        </p:tav>
                                        <p:tav tm="100000">
                                          <p:val>
                                            <p:strVal val="#ppt_w"/>
                                          </p:val>
                                        </p:tav>
                                      </p:tavLst>
                                    </p:anim>
                                    <p:anim calcmode="lin" valueType="num">
                                      <p:cBhvr>
                                        <p:cTn id="2015" dur="750" fill="hold"/>
                                        <p:tgtEl>
                                          <p:spTgt spid="56"/>
                                        </p:tgtEl>
                                        <p:attrNameLst>
                                          <p:attrName>ppt_h</p:attrName>
                                        </p:attrNameLst>
                                      </p:cBhvr>
                                      <p:tavLst>
                                        <p:tav tm="0">
                                          <p:val>
                                            <p:fltVal val="0"/>
                                          </p:val>
                                        </p:tav>
                                        <p:tav tm="100000">
                                          <p:val>
                                            <p:strVal val="#ppt_h"/>
                                          </p:val>
                                        </p:tav>
                                      </p:tavLst>
                                    </p:anim>
                                    <p:animEffect transition="in" filter="fade">
                                      <p:cBhvr>
                                        <p:cTn id="2016" dur="750"/>
                                        <p:tgtEl>
                                          <p:spTgt spid="56"/>
                                        </p:tgtEl>
                                      </p:cBhvr>
                                    </p:animEffect>
                                  </p:childTnLst>
                                </p:cTn>
                              </p:par>
                              <p:par>
                                <p:cTn id="2017" presetID="53" presetClass="entr" presetSubtype="16" fill="hold" grpId="0" nodeType="withEffect">
                                  <p:stCondLst>
                                    <p:cond delay="880"/>
                                  </p:stCondLst>
                                  <p:childTnLst>
                                    <p:set>
                                      <p:cBhvr>
                                        <p:cTn id="2018" dur="1" fill="hold">
                                          <p:stCondLst>
                                            <p:cond delay="0"/>
                                          </p:stCondLst>
                                        </p:cTn>
                                        <p:tgtEl>
                                          <p:spTgt spid="57"/>
                                        </p:tgtEl>
                                        <p:attrNameLst>
                                          <p:attrName>style.visibility</p:attrName>
                                        </p:attrNameLst>
                                      </p:cBhvr>
                                      <p:to>
                                        <p:strVal val="visible"/>
                                      </p:to>
                                    </p:set>
                                    <p:anim calcmode="lin" valueType="num">
                                      <p:cBhvr>
                                        <p:cTn id="2019" dur="750" fill="hold"/>
                                        <p:tgtEl>
                                          <p:spTgt spid="57"/>
                                        </p:tgtEl>
                                        <p:attrNameLst>
                                          <p:attrName>ppt_w</p:attrName>
                                        </p:attrNameLst>
                                      </p:cBhvr>
                                      <p:tavLst>
                                        <p:tav tm="0">
                                          <p:val>
                                            <p:fltVal val="0"/>
                                          </p:val>
                                        </p:tav>
                                        <p:tav tm="100000">
                                          <p:val>
                                            <p:strVal val="#ppt_w"/>
                                          </p:val>
                                        </p:tav>
                                      </p:tavLst>
                                    </p:anim>
                                    <p:anim calcmode="lin" valueType="num">
                                      <p:cBhvr>
                                        <p:cTn id="2020" dur="750" fill="hold"/>
                                        <p:tgtEl>
                                          <p:spTgt spid="57"/>
                                        </p:tgtEl>
                                        <p:attrNameLst>
                                          <p:attrName>ppt_h</p:attrName>
                                        </p:attrNameLst>
                                      </p:cBhvr>
                                      <p:tavLst>
                                        <p:tav tm="0">
                                          <p:val>
                                            <p:fltVal val="0"/>
                                          </p:val>
                                        </p:tav>
                                        <p:tav tm="100000">
                                          <p:val>
                                            <p:strVal val="#ppt_h"/>
                                          </p:val>
                                        </p:tav>
                                      </p:tavLst>
                                    </p:anim>
                                    <p:animEffect transition="in" filter="fade">
                                      <p:cBhvr>
                                        <p:cTn id="2021" dur="750"/>
                                        <p:tgtEl>
                                          <p:spTgt spid="57"/>
                                        </p:tgtEl>
                                      </p:cBhvr>
                                    </p:animEffect>
                                  </p:childTnLst>
                                </p:cTn>
                              </p:par>
                              <p:par>
                                <p:cTn id="2022" presetID="53" presetClass="entr" presetSubtype="16" fill="hold" nodeType="withEffect">
                                  <p:stCondLst>
                                    <p:cond delay="880"/>
                                  </p:stCondLst>
                                  <p:childTnLst>
                                    <p:set>
                                      <p:cBhvr>
                                        <p:cTn id="2023" dur="1" fill="hold">
                                          <p:stCondLst>
                                            <p:cond delay="0"/>
                                          </p:stCondLst>
                                        </p:cTn>
                                        <p:tgtEl>
                                          <p:spTgt spid="58"/>
                                        </p:tgtEl>
                                        <p:attrNameLst>
                                          <p:attrName>style.visibility</p:attrName>
                                        </p:attrNameLst>
                                      </p:cBhvr>
                                      <p:to>
                                        <p:strVal val="visible"/>
                                      </p:to>
                                    </p:set>
                                    <p:anim calcmode="lin" valueType="num">
                                      <p:cBhvr>
                                        <p:cTn id="2024" dur="750" fill="hold"/>
                                        <p:tgtEl>
                                          <p:spTgt spid="58"/>
                                        </p:tgtEl>
                                        <p:attrNameLst>
                                          <p:attrName>ppt_w</p:attrName>
                                        </p:attrNameLst>
                                      </p:cBhvr>
                                      <p:tavLst>
                                        <p:tav tm="0">
                                          <p:val>
                                            <p:fltVal val="0"/>
                                          </p:val>
                                        </p:tav>
                                        <p:tav tm="100000">
                                          <p:val>
                                            <p:strVal val="#ppt_w"/>
                                          </p:val>
                                        </p:tav>
                                      </p:tavLst>
                                    </p:anim>
                                    <p:anim calcmode="lin" valueType="num">
                                      <p:cBhvr>
                                        <p:cTn id="2025" dur="750" fill="hold"/>
                                        <p:tgtEl>
                                          <p:spTgt spid="58"/>
                                        </p:tgtEl>
                                        <p:attrNameLst>
                                          <p:attrName>ppt_h</p:attrName>
                                        </p:attrNameLst>
                                      </p:cBhvr>
                                      <p:tavLst>
                                        <p:tav tm="0">
                                          <p:val>
                                            <p:fltVal val="0"/>
                                          </p:val>
                                        </p:tav>
                                        <p:tav tm="100000">
                                          <p:val>
                                            <p:strVal val="#ppt_h"/>
                                          </p:val>
                                        </p:tav>
                                      </p:tavLst>
                                    </p:anim>
                                    <p:animEffect transition="in" filter="fade">
                                      <p:cBhvr>
                                        <p:cTn id="2026" dur="750"/>
                                        <p:tgtEl>
                                          <p:spTgt spid="58"/>
                                        </p:tgtEl>
                                      </p:cBhvr>
                                    </p:animEffect>
                                  </p:childTnLst>
                                </p:cTn>
                              </p:par>
                              <p:par>
                                <p:cTn id="2027" presetID="53" presetClass="entr" presetSubtype="16" fill="hold" grpId="0" nodeType="withEffect">
                                  <p:stCondLst>
                                    <p:cond delay="880"/>
                                  </p:stCondLst>
                                  <p:childTnLst>
                                    <p:set>
                                      <p:cBhvr>
                                        <p:cTn id="2028" dur="1" fill="hold">
                                          <p:stCondLst>
                                            <p:cond delay="0"/>
                                          </p:stCondLst>
                                        </p:cTn>
                                        <p:tgtEl>
                                          <p:spTgt spid="59"/>
                                        </p:tgtEl>
                                        <p:attrNameLst>
                                          <p:attrName>style.visibility</p:attrName>
                                        </p:attrNameLst>
                                      </p:cBhvr>
                                      <p:to>
                                        <p:strVal val="visible"/>
                                      </p:to>
                                    </p:set>
                                    <p:anim calcmode="lin" valueType="num">
                                      <p:cBhvr>
                                        <p:cTn id="2029" dur="750" fill="hold"/>
                                        <p:tgtEl>
                                          <p:spTgt spid="59"/>
                                        </p:tgtEl>
                                        <p:attrNameLst>
                                          <p:attrName>ppt_w</p:attrName>
                                        </p:attrNameLst>
                                      </p:cBhvr>
                                      <p:tavLst>
                                        <p:tav tm="0">
                                          <p:val>
                                            <p:fltVal val="0"/>
                                          </p:val>
                                        </p:tav>
                                        <p:tav tm="100000">
                                          <p:val>
                                            <p:strVal val="#ppt_w"/>
                                          </p:val>
                                        </p:tav>
                                      </p:tavLst>
                                    </p:anim>
                                    <p:anim calcmode="lin" valueType="num">
                                      <p:cBhvr>
                                        <p:cTn id="2030" dur="750" fill="hold"/>
                                        <p:tgtEl>
                                          <p:spTgt spid="59"/>
                                        </p:tgtEl>
                                        <p:attrNameLst>
                                          <p:attrName>ppt_h</p:attrName>
                                        </p:attrNameLst>
                                      </p:cBhvr>
                                      <p:tavLst>
                                        <p:tav tm="0">
                                          <p:val>
                                            <p:fltVal val="0"/>
                                          </p:val>
                                        </p:tav>
                                        <p:tav tm="100000">
                                          <p:val>
                                            <p:strVal val="#ppt_h"/>
                                          </p:val>
                                        </p:tav>
                                      </p:tavLst>
                                    </p:anim>
                                    <p:animEffect transition="in" filter="fade">
                                      <p:cBhvr>
                                        <p:cTn id="2031" dur="750"/>
                                        <p:tgtEl>
                                          <p:spTgt spid="59"/>
                                        </p:tgtEl>
                                      </p:cBhvr>
                                    </p:animEffect>
                                  </p:childTnLst>
                                </p:cTn>
                              </p:par>
                              <p:par>
                                <p:cTn id="2032" presetID="53" presetClass="entr" presetSubtype="16" fill="hold" grpId="0" nodeType="withEffect">
                                  <p:stCondLst>
                                    <p:cond delay="880"/>
                                  </p:stCondLst>
                                  <p:childTnLst>
                                    <p:set>
                                      <p:cBhvr>
                                        <p:cTn id="2033" dur="1" fill="hold">
                                          <p:stCondLst>
                                            <p:cond delay="0"/>
                                          </p:stCondLst>
                                        </p:cTn>
                                        <p:tgtEl>
                                          <p:spTgt spid="60"/>
                                        </p:tgtEl>
                                        <p:attrNameLst>
                                          <p:attrName>style.visibility</p:attrName>
                                        </p:attrNameLst>
                                      </p:cBhvr>
                                      <p:to>
                                        <p:strVal val="visible"/>
                                      </p:to>
                                    </p:set>
                                    <p:anim calcmode="lin" valueType="num">
                                      <p:cBhvr>
                                        <p:cTn id="2034" dur="750" fill="hold"/>
                                        <p:tgtEl>
                                          <p:spTgt spid="60"/>
                                        </p:tgtEl>
                                        <p:attrNameLst>
                                          <p:attrName>ppt_w</p:attrName>
                                        </p:attrNameLst>
                                      </p:cBhvr>
                                      <p:tavLst>
                                        <p:tav tm="0">
                                          <p:val>
                                            <p:fltVal val="0"/>
                                          </p:val>
                                        </p:tav>
                                        <p:tav tm="100000">
                                          <p:val>
                                            <p:strVal val="#ppt_w"/>
                                          </p:val>
                                        </p:tav>
                                      </p:tavLst>
                                    </p:anim>
                                    <p:anim calcmode="lin" valueType="num">
                                      <p:cBhvr>
                                        <p:cTn id="2035" dur="750" fill="hold"/>
                                        <p:tgtEl>
                                          <p:spTgt spid="60"/>
                                        </p:tgtEl>
                                        <p:attrNameLst>
                                          <p:attrName>ppt_h</p:attrName>
                                        </p:attrNameLst>
                                      </p:cBhvr>
                                      <p:tavLst>
                                        <p:tav tm="0">
                                          <p:val>
                                            <p:fltVal val="0"/>
                                          </p:val>
                                        </p:tav>
                                        <p:tav tm="100000">
                                          <p:val>
                                            <p:strVal val="#ppt_h"/>
                                          </p:val>
                                        </p:tav>
                                      </p:tavLst>
                                    </p:anim>
                                    <p:animEffect transition="in" filter="fade">
                                      <p:cBhvr>
                                        <p:cTn id="2036" dur="750"/>
                                        <p:tgtEl>
                                          <p:spTgt spid="60"/>
                                        </p:tgtEl>
                                      </p:cBhvr>
                                    </p:animEffect>
                                  </p:childTnLst>
                                </p:cTn>
                              </p:par>
                              <p:par>
                                <p:cTn id="2037" presetID="53" presetClass="entr" presetSubtype="16" fill="hold" grpId="0" nodeType="withEffect">
                                  <p:stCondLst>
                                    <p:cond delay="950"/>
                                  </p:stCondLst>
                                  <p:childTnLst>
                                    <p:set>
                                      <p:cBhvr>
                                        <p:cTn id="2038" dur="1" fill="hold">
                                          <p:stCondLst>
                                            <p:cond delay="0"/>
                                          </p:stCondLst>
                                        </p:cTn>
                                        <p:tgtEl>
                                          <p:spTgt spid="61"/>
                                        </p:tgtEl>
                                        <p:attrNameLst>
                                          <p:attrName>style.visibility</p:attrName>
                                        </p:attrNameLst>
                                      </p:cBhvr>
                                      <p:to>
                                        <p:strVal val="visible"/>
                                      </p:to>
                                    </p:set>
                                    <p:anim calcmode="lin" valueType="num">
                                      <p:cBhvr>
                                        <p:cTn id="2039" dur="750" fill="hold"/>
                                        <p:tgtEl>
                                          <p:spTgt spid="61"/>
                                        </p:tgtEl>
                                        <p:attrNameLst>
                                          <p:attrName>ppt_w</p:attrName>
                                        </p:attrNameLst>
                                      </p:cBhvr>
                                      <p:tavLst>
                                        <p:tav tm="0">
                                          <p:val>
                                            <p:fltVal val="0"/>
                                          </p:val>
                                        </p:tav>
                                        <p:tav tm="100000">
                                          <p:val>
                                            <p:strVal val="#ppt_w"/>
                                          </p:val>
                                        </p:tav>
                                      </p:tavLst>
                                    </p:anim>
                                    <p:anim calcmode="lin" valueType="num">
                                      <p:cBhvr>
                                        <p:cTn id="2040" dur="750" fill="hold"/>
                                        <p:tgtEl>
                                          <p:spTgt spid="61"/>
                                        </p:tgtEl>
                                        <p:attrNameLst>
                                          <p:attrName>ppt_h</p:attrName>
                                        </p:attrNameLst>
                                      </p:cBhvr>
                                      <p:tavLst>
                                        <p:tav tm="0">
                                          <p:val>
                                            <p:fltVal val="0"/>
                                          </p:val>
                                        </p:tav>
                                        <p:tav tm="100000">
                                          <p:val>
                                            <p:strVal val="#ppt_h"/>
                                          </p:val>
                                        </p:tav>
                                      </p:tavLst>
                                    </p:anim>
                                    <p:animEffect transition="in" filter="fade">
                                      <p:cBhvr>
                                        <p:cTn id="2041" dur="750"/>
                                        <p:tgtEl>
                                          <p:spTgt spid="61"/>
                                        </p:tgtEl>
                                      </p:cBhvr>
                                    </p:animEffect>
                                  </p:childTnLst>
                                </p:cTn>
                              </p:par>
                              <p:par>
                                <p:cTn id="2042" presetID="53" presetClass="entr" presetSubtype="16" fill="hold" nodeType="withEffect">
                                  <p:stCondLst>
                                    <p:cond delay="950"/>
                                  </p:stCondLst>
                                  <p:childTnLst>
                                    <p:set>
                                      <p:cBhvr>
                                        <p:cTn id="2043" dur="1" fill="hold">
                                          <p:stCondLst>
                                            <p:cond delay="0"/>
                                          </p:stCondLst>
                                        </p:cTn>
                                        <p:tgtEl>
                                          <p:spTgt spid="62"/>
                                        </p:tgtEl>
                                        <p:attrNameLst>
                                          <p:attrName>style.visibility</p:attrName>
                                        </p:attrNameLst>
                                      </p:cBhvr>
                                      <p:to>
                                        <p:strVal val="visible"/>
                                      </p:to>
                                    </p:set>
                                    <p:anim calcmode="lin" valueType="num">
                                      <p:cBhvr>
                                        <p:cTn id="2044" dur="750" fill="hold"/>
                                        <p:tgtEl>
                                          <p:spTgt spid="62"/>
                                        </p:tgtEl>
                                        <p:attrNameLst>
                                          <p:attrName>ppt_w</p:attrName>
                                        </p:attrNameLst>
                                      </p:cBhvr>
                                      <p:tavLst>
                                        <p:tav tm="0">
                                          <p:val>
                                            <p:fltVal val="0"/>
                                          </p:val>
                                        </p:tav>
                                        <p:tav tm="100000">
                                          <p:val>
                                            <p:strVal val="#ppt_w"/>
                                          </p:val>
                                        </p:tav>
                                      </p:tavLst>
                                    </p:anim>
                                    <p:anim calcmode="lin" valueType="num">
                                      <p:cBhvr>
                                        <p:cTn id="2045" dur="750" fill="hold"/>
                                        <p:tgtEl>
                                          <p:spTgt spid="62"/>
                                        </p:tgtEl>
                                        <p:attrNameLst>
                                          <p:attrName>ppt_h</p:attrName>
                                        </p:attrNameLst>
                                      </p:cBhvr>
                                      <p:tavLst>
                                        <p:tav tm="0">
                                          <p:val>
                                            <p:fltVal val="0"/>
                                          </p:val>
                                        </p:tav>
                                        <p:tav tm="100000">
                                          <p:val>
                                            <p:strVal val="#ppt_h"/>
                                          </p:val>
                                        </p:tav>
                                      </p:tavLst>
                                    </p:anim>
                                    <p:animEffect transition="in" filter="fade">
                                      <p:cBhvr>
                                        <p:cTn id="2046" dur="750"/>
                                        <p:tgtEl>
                                          <p:spTgt spid="62"/>
                                        </p:tgtEl>
                                      </p:cBhvr>
                                    </p:animEffect>
                                  </p:childTnLst>
                                </p:cTn>
                              </p:par>
                              <p:par>
                                <p:cTn id="2047" presetID="53" presetClass="entr" presetSubtype="16" fill="hold" grpId="0" nodeType="withEffect">
                                  <p:stCondLst>
                                    <p:cond delay="950"/>
                                  </p:stCondLst>
                                  <p:childTnLst>
                                    <p:set>
                                      <p:cBhvr>
                                        <p:cTn id="2048" dur="1" fill="hold">
                                          <p:stCondLst>
                                            <p:cond delay="0"/>
                                          </p:stCondLst>
                                        </p:cTn>
                                        <p:tgtEl>
                                          <p:spTgt spid="63"/>
                                        </p:tgtEl>
                                        <p:attrNameLst>
                                          <p:attrName>style.visibility</p:attrName>
                                        </p:attrNameLst>
                                      </p:cBhvr>
                                      <p:to>
                                        <p:strVal val="visible"/>
                                      </p:to>
                                    </p:set>
                                    <p:anim calcmode="lin" valueType="num">
                                      <p:cBhvr>
                                        <p:cTn id="2049" dur="750" fill="hold"/>
                                        <p:tgtEl>
                                          <p:spTgt spid="63"/>
                                        </p:tgtEl>
                                        <p:attrNameLst>
                                          <p:attrName>ppt_w</p:attrName>
                                        </p:attrNameLst>
                                      </p:cBhvr>
                                      <p:tavLst>
                                        <p:tav tm="0">
                                          <p:val>
                                            <p:fltVal val="0"/>
                                          </p:val>
                                        </p:tav>
                                        <p:tav tm="100000">
                                          <p:val>
                                            <p:strVal val="#ppt_w"/>
                                          </p:val>
                                        </p:tav>
                                      </p:tavLst>
                                    </p:anim>
                                    <p:anim calcmode="lin" valueType="num">
                                      <p:cBhvr>
                                        <p:cTn id="2050" dur="750" fill="hold"/>
                                        <p:tgtEl>
                                          <p:spTgt spid="63"/>
                                        </p:tgtEl>
                                        <p:attrNameLst>
                                          <p:attrName>ppt_h</p:attrName>
                                        </p:attrNameLst>
                                      </p:cBhvr>
                                      <p:tavLst>
                                        <p:tav tm="0">
                                          <p:val>
                                            <p:fltVal val="0"/>
                                          </p:val>
                                        </p:tav>
                                        <p:tav tm="100000">
                                          <p:val>
                                            <p:strVal val="#ppt_h"/>
                                          </p:val>
                                        </p:tav>
                                      </p:tavLst>
                                    </p:anim>
                                    <p:animEffect transition="in" filter="fade">
                                      <p:cBhvr>
                                        <p:cTn id="2051" dur="750"/>
                                        <p:tgtEl>
                                          <p:spTgt spid="63"/>
                                        </p:tgtEl>
                                      </p:cBhvr>
                                    </p:animEffect>
                                  </p:childTnLst>
                                </p:cTn>
                              </p:par>
                              <p:par>
                                <p:cTn id="2052" presetID="53" presetClass="entr" presetSubtype="16" fill="hold" grpId="0" nodeType="withEffect">
                                  <p:stCondLst>
                                    <p:cond delay="950"/>
                                  </p:stCondLst>
                                  <p:childTnLst>
                                    <p:set>
                                      <p:cBhvr>
                                        <p:cTn id="2053" dur="1" fill="hold">
                                          <p:stCondLst>
                                            <p:cond delay="0"/>
                                          </p:stCondLst>
                                        </p:cTn>
                                        <p:tgtEl>
                                          <p:spTgt spid="64"/>
                                        </p:tgtEl>
                                        <p:attrNameLst>
                                          <p:attrName>style.visibility</p:attrName>
                                        </p:attrNameLst>
                                      </p:cBhvr>
                                      <p:to>
                                        <p:strVal val="visible"/>
                                      </p:to>
                                    </p:set>
                                    <p:anim calcmode="lin" valueType="num">
                                      <p:cBhvr>
                                        <p:cTn id="2054" dur="750" fill="hold"/>
                                        <p:tgtEl>
                                          <p:spTgt spid="64"/>
                                        </p:tgtEl>
                                        <p:attrNameLst>
                                          <p:attrName>ppt_w</p:attrName>
                                        </p:attrNameLst>
                                      </p:cBhvr>
                                      <p:tavLst>
                                        <p:tav tm="0">
                                          <p:val>
                                            <p:fltVal val="0"/>
                                          </p:val>
                                        </p:tav>
                                        <p:tav tm="100000">
                                          <p:val>
                                            <p:strVal val="#ppt_w"/>
                                          </p:val>
                                        </p:tav>
                                      </p:tavLst>
                                    </p:anim>
                                    <p:anim calcmode="lin" valueType="num">
                                      <p:cBhvr>
                                        <p:cTn id="2055" dur="750" fill="hold"/>
                                        <p:tgtEl>
                                          <p:spTgt spid="64"/>
                                        </p:tgtEl>
                                        <p:attrNameLst>
                                          <p:attrName>ppt_h</p:attrName>
                                        </p:attrNameLst>
                                      </p:cBhvr>
                                      <p:tavLst>
                                        <p:tav tm="0">
                                          <p:val>
                                            <p:fltVal val="0"/>
                                          </p:val>
                                        </p:tav>
                                        <p:tav tm="100000">
                                          <p:val>
                                            <p:strVal val="#ppt_h"/>
                                          </p:val>
                                        </p:tav>
                                      </p:tavLst>
                                    </p:anim>
                                    <p:animEffect transition="in" filter="fade">
                                      <p:cBhvr>
                                        <p:cTn id="2056" dur="75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P spid="15" grpId="0"/>
      <p:bldP spid="16" grpId="0"/>
      <p:bldP spid="17" grpId="0" animBg="1"/>
      <p:bldP spid="18" grpId="0"/>
      <p:bldP spid="20" grpId="0" animBg="1"/>
      <p:bldP spid="21" grpId="0" animBg="1"/>
      <p:bldP spid="22" grpId="0"/>
      <p:bldP spid="23" grpId="0"/>
      <p:bldP spid="24" grpId="0" animBg="1"/>
      <p:bldP spid="25" grpId="0"/>
      <p:bldP spid="27" grpId="0" animBg="1"/>
      <p:bldP spid="28" grpId="0" animBg="1"/>
      <p:bldP spid="29" grpId="0"/>
      <p:bldP spid="30" grpId="0"/>
      <p:bldP spid="31" grpId="0" animBg="1"/>
      <p:bldP spid="32" grpId="0"/>
      <p:bldP spid="34" grpId="0" animBg="1"/>
      <p:bldP spid="35" grpId="0" animBg="1"/>
      <p:bldP spid="36" grpId="0"/>
      <p:bldP spid="37" grpId="0"/>
      <p:bldP spid="38" grpId="0" animBg="1"/>
      <p:bldP spid="39" grpId="0"/>
      <p:bldP spid="41" grpId="0" animBg="1"/>
      <p:bldP spid="42" grpId="0" animBg="1"/>
      <p:bldP spid="43" grpId="0"/>
      <p:bldP spid="44" grpId="0"/>
      <p:bldP spid="45" grpId="0" animBg="1"/>
      <p:bldP spid="46" grpId="0"/>
      <p:bldP spid="48" grpId="0"/>
      <p:bldP spid="49" grpId="0" animBg="1"/>
      <p:bldP spid="51" grpId="0"/>
      <p:bldP spid="52" grpId="0"/>
      <p:bldP spid="53" grpId="0" animBg="1"/>
      <p:bldP spid="55" grpId="0"/>
      <p:bldP spid="56" grpId="0"/>
      <p:bldP spid="57" grpId="0" animBg="1"/>
      <p:bldP spid="59" grpId="0"/>
      <p:bldP spid="60" grpId="0"/>
      <p:bldP spid="61" grpId="0" animBg="1"/>
      <p:bldP spid="63" grpId="0"/>
      <p:bldP spid="64" grpId="0"/>
      <p:bldP spid="65" grpId="0"/>
      <p:bldP spid="66" grpId="0"/>
      <p:bldP spid="67" grpId="0"/>
      <p:bldP spid="68" grpId="0"/>
      <p:bldP spid="69" grpId="0"/>
      <p:bldP spid="70" grpId="0"/>
      <p:bldP spid="71" grpId="0"/>
      <p:bldP spid="72" grpId="0"/>
      <p:bldP spid="73" grpId="0"/>
      <p:bldP spid="74" grpId="0"/>
      <p:bldP spid="75" grpId="0"/>
      <p:bldP spid="76" grpId="0" animBg="1"/>
      <p:bldP spid="76" grpId="1" animBg="1"/>
      <p:bldP spid="77" grpId="0"/>
      <p:bldP spid="77" grpId="1"/>
      <p:bldP spid="78" grpId="0"/>
      <p:bldP spid="78" grpId="1"/>
      <p:bldP spid="79" grpId="0"/>
      <p:bldP spid="79" grpId="1"/>
      <p:bldP spid="80" grpId="0"/>
      <p:bldP spid="80" grpId="1"/>
      <p:bldP spid="81" grpId="0" animBg="1"/>
      <p:bldP spid="81" grpId="1" animBg="1"/>
      <p:bldP spid="82" grpId="0"/>
      <p:bldP spid="82" grpId="1"/>
      <p:bldP spid="83" grpId="0" animBg="1"/>
      <p:bldP spid="83" grpId="1" animBg="1"/>
      <p:bldP spid="84" grpId="0"/>
      <p:bldP spid="84" grpId="1"/>
      <p:bldP spid="85" grpId="0" animBg="1"/>
      <p:bldP spid="85" grpId="1" animBg="1"/>
      <p:bldP spid="86" grpId="0"/>
      <p:bldP spid="86" grpId="1"/>
      <p:bldP spid="87" grpId="0" animBg="1"/>
      <p:bldP spid="87" grpId="1" animBg="1"/>
      <p:bldP spid="88" grpId="0"/>
      <p:bldP spid="88" grpId="1"/>
      <p:bldP spid="89" grpId="0" animBg="1"/>
      <p:bldP spid="89" grpId="1" animBg="1"/>
      <p:bldP spid="90" grpId="0"/>
      <p:bldP spid="90" grpId="1"/>
      <p:bldP spid="91" grpId="0" animBg="1"/>
      <p:bldP spid="91" grpId="1" animBg="1"/>
      <p:bldP spid="92" grpId="0"/>
      <p:bldP spid="92" grpId="1"/>
      <p:bldP spid="93" grpId="0" animBg="1"/>
      <p:bldP spid="93" grpId="1" animBg="1"/>
      <p:bldP spid="94" grpId="0"/>
      <p:bldP spid="94" grpId="1"/>
      <p:bldP spid="95" grpId="0" animBg="1"/>
      <p:bldP spid="95" grpId="1" animBg="1"/>
      <p:bldP spid="96" grpId="0"/>
      <p:bldP spid="96" grpId="1"/>
      <p:bldP spid="97" grpId="0" animBg="1"/>
      <p:bldP spid="97" grpId="1" animBg="1"/>
      <p:bldP spid="98" grpId="0"/>
      <p:bldP spid="98" grpId="1"/>
      <p:bldP spid="99" grpId="0" animBg="1"/>
      <p:bldP spid="99" grpId="1" animBg="1"/>
      <p:bldP spid="100" grpId="0" animBg="1"/>
      <p:bldP spid="100" grpId="1" animBg="1"/>
      <p:bldP spid="101" grpId="0" animBg="1"/>
      <p:bldP spid="101" grpId="1" animBg="1"/>
      <p:bldP spid="102" grpId="0"/>
      <p:bldP spid="102" grpId="1"/>
      <p:bldP spid="103" grpId="0" animBg="1"/>
      <p:bldP spid="103" grpId="1" animBg="1"/>
      <p:bldP spid="104" grpId="0"/>
      <p:bldP spid="104" grpId="1"/>
      <p:bldP spid="105" grpId="0"/>
      <p:bldP spid="105" grpId="1"/>
      <p:bldP spid="106" grpId="0"/>
      <p:bldP spid="106" grpId="1"/>
      <p:bldP spid="107" grpId="0" animBg="1"/>
      <p:bldP spid="107" grpId="1" animBg="1"/>
      <p:bldP spid="108" grpId="0"/>
      <p:bldP spid="108" grpId="1"/>
      <p:bldP spid="109" grpId="0" animBg="1"/>
      <p:bldP spid="109" grpId="1" animBg="1"/>
      <p:bldP spid="110" grpId="0"/>
      <p:bldP spid="110" grpId="1"/>
      <p:bldP spid="111" grpId="0" animBg="1"/>
      <p:bldP spid="111" grpId="1" animBg="1"/>
      <p:bldP spid="112" grpId="0"/>
      <p:bldP spid="112" grpId="1"/>
      <p:bldP spid="113" grpId="0" animBg="1"/>
      <p:bldP spid="113" grpId="1" animBg="1"/>
      <p:bldP spid="114" grpId="0"/>
      <p:bldP spid="114" grpId="1"/>
      <p:bldP spid="115" grpId="0" animBg="1"/>
      <p:bldP spid="115" grpId="1" animBg="1"/>
      <p:bldP spid="116" grpId="0"/>
      <p:bldP spid="116" grpId="1"/>
      <p:bldP spid="117" grpId="0" animBg="1"/>
      <p:bldP spid="117" grpId="1" animBg="1"/>
      <p:bldP spid="118" grpId="0"/>
      <p:bldP spid="118" grpId="1"/>
      <p:bldP spid="119" grpId="0" animBg="1"/>
      <p:bldP spid="119" grpId="1" animBg="1"/>
      <p:bldP spid="120" grpId="0"/>
      <p:bldP spid="120" grpId="1"/>
      <p:bldP spid="121" grpId="0" animBg="1"/>
      <p:bldP spid="121" grpId="1" animBg="1"/>
      <p:bldP spid="122" grpId="0"/>
      <p:bldP spid="122" grpId="1"/>
      <p:bldP spid="123" grpId="0" animBg="1"/>
      <p:bldP spid="123" grpId="1" animBg="1"/>
      <p:bldP spid="124" grpId="0"/>
      <p:bldP spid="124" grpId="1"/>
      <p:bldP spid="125" grpId="0" animBg="1"/>
      <p:bldP spid="125" grpId="1" animBg="1"/>
      <p:bldP spid="126" grpId="0"/>
      <p:bldP spid="126" grpId="1"/>
      <p:bldP spid="127" grpId="0" animBg="1"/>
      <p:bldP spid="127" grpId="1" animBg="1"/>
      <p:bldP spid="128" grpId="0" animBg="1"/>
      <p:bldP spid="128" grpId="1" animBg="1"/>
      <p:bldP spid="129" grpId="0"/>
      <p:bldP spid="129" grpId="1"/>
      <p:bldP spid="130" grpId="0" animBg="1"/>
      <p:bldP spid="130" grpId="1" animBg="1"/>
      <p:bldP spid="131" grpId="0"/>
      <p:bldP spid="131" grpId="1"/>
      <p:bldP spid="132" grpId="0"/>
      <p:bldP spid="132" grpId="1"/>
      <p:bldP spid="133" grpId="0"/>
      <p:bldP spid="133" grpId="1"/>
      <p:bldP spid="134" grpId="0" animBg="1"/>
      <p:bldP spid="134" grpId="1" animBg="1"/>
      <p:bldP spid="135" grpId="0"/>
      <p:bldP spid="135" grpId="1"/>
      <p:bldP spid="136" grpId="0" animBg="1"/>
      <p:bldP spid="136" grpId="1" animBg="1"/>
      <p:bldP spid="137" grpId="0"/>
      <p:bldP spid="137" grpId="1"/>
      <p:bldP spid="138" grpId="0" animBg="1"/>
      <p:bldP spid="138" grpId="1" animBg="1"/>
      <p:bldP spid="139" grpId="0"/>
      <p:bldP spid="139" grpId="1"/>
      <p:bldP spid="140" grpId="0" animBg="1"/>
      <p:bldP spid="140" grpId="1" animBg="1"/>
      <p:bldP spid="141" grpId="0"/>
      <p:bldP spid="141" grpId="1"/>
      <p:bldP spid="142" grpId="0" animBg="1"/>
      <p:bldP spid="142" grpId="1" animBg="1"/>
      <p:bldP spid="143" grpId="0"/>
      <p:bldP spid="143" grpId="1"/>
      <p:bldP spid="144" grpId="0" animBg="1"/>
      <p:bldP spid="144" grpId="1" animBg="1"/>
      <p:bldP spid="145" grpId="0"/>
      <p:bldP spid="145" grpId="1"/>
      <p:bldP spid="146" grpId="0" animBg="1"/>
      <p:bldP spid="146" grpId="1" animBg="1"/>
      <p:bldP spid="147" grpId="0"/>
      <p:bldP spid="147" grpId="1"/>
      <p:bldP spid="148" grpId="0" animBg="1"/>
      <p:bldP spid="148" grpId="1" animBg="1"/>
      <p:bldP spid="149" grpId="0"/>
      <p:bldP spid="149" grpId="1"/>
      <p:bldP spid="150" grpId="0" animBg="1"/>
      <p:bldP spid="150" grpId="1" animBg="1"/>
      <p:bldP spid="151" grpId="0"/>
      <p:bldP spid="151" grpId="1"/>
      <p:bldP spid="152" grpId="0" animBg="1"/>
      <p:bldP spid="152" grpId="1" animBg="1"/>
      <p:bldP spid="153" grpId="0"/>
      <p:bldP spid="153" grpId="1"/>
      <p:bldP spid="154" grpId="0" animBg="1"/>
      <p:bldP spid="154" grpId="1" animBg="1"/>
      <p:bldP spid="155" grpId="0" animBg="1"/>
      <p:bldP spid="155" grpId="1" animBg="1"/>
      <p:bldP spid="156" grpId="0"/>
      <p:bldP spid="156" grpId="1"/>
      <p:bldP spid="157" grpId="0" animBg="1"/>
      <p:bldP spid="157" grpId="1" animBg="1"/>
      <p:bldP spid="158" grpId="0"/>
      <p:bldP spid="158" grpId="1"/>
      <p:bldP spid="159" grpId="0"/>
      <p:bldP spid="159" grpId="1"/>
      <p:bldP spid="160" grpId="0"/>
      <p:bldP spid="160" grpId="1"/>
      <p:bldP spid="161" grpId="0" animBg="1"/>
      <p:bldP spid="161" grpId="1" animBg="1"/>
      <p:bldP spid="162" grpId="0"/>
      <p:bldP spid="162" grpId="1"/>
      <p:bldP spid="163" grpId="0" animBg="1"/>
      <p:bldP spid="163" grpId="1" animBg="1"/>
      <p:bldP spid="164" grpId="0"/>
      <p:bldP spid="164" grpId="1"/>
      <p:bldP spid="165" grpId="0" animBg="1"/>
      <p:bldP spid="165" grpId="1" animBg="1"/>
      <p:bldP spid="166" grpId="0"/>
      <p:bldP spid="166" grpId="1"/>
      <p:bldP spid="167" grpId="0" animBg="1"/>
      <p:bldP spid="167" grpId="1" animBg="1"/>
      <p:bldP spid="168" grpId="0" animBg="1"/>
      <p:bldP spid="168" grpId="1" animBg="1"/>
      <p:bldP spid="169" grpId="0"/>
      <p:bldP spid="169" grpId="1"/>
      <p:bldP spid="170" grpId="0" animBg="1"/>
      <p:bldP spid="170" grpId="1" animBg="1"/>
      <p:bldP spid="171" grpId="0"/>
      <p:bldP spid="171" grpId="1"/>
      <p:bldP spid="172" grpId="0" animBg="1"/>
      <p:bldP spid="172" grpId="1" animBg="1"/>
      <p:bldP spid="173" grpId="0"/>
      <p:bldP spid="173" grpId="1"/>
      <p:bldP spid="174" grpId="0" animBg="1"/>
      <p:bldP spid="174" grpId="1" animBg="1"/>
      <p:bldP spid="175" grpId="0" animBg="1"/>
      <p:bldP spid="175" grpId="1" animBg="1"/>
      <p:bldP spid="176" grpId="0"/>
      <p:bldP spid="176" grpId="1"/>
      <p:bldP spid="177" grpId="0" animBg="1"/>
      <p:bldP spid="177" grpId="1" animBg="1"/>
      <p:bldP spid="178" grpId="0"/>
      <p:bldP spid="178" grpId="1"/>
      <p:bldP spid="179" grpId="0" animBg="1"/>
      <p:bldP spid="179" grpId="1" animBg="1"/>
      <p:bldP spid="180" grpId="0" animBg="1"/>
      <p:bldP spid="180" grpId="1" animBg="1"/>
      <p:bldP spid="181" grpId="0"/>
      <p:bldP spid="181" grpId="1"/>
      <p:bldP spid="182" grpId="0" animBg="1"/>
      <p:bldP spid="182" grpId="1" animBg="1"/>
      <p:bldP spid="183" grpId="0"/>
      <p:bldP spid="183" grpId="1"/>
      <p:bldP spid="184" grpId="0"/>
      <p:bldP spid="184" grpId="1"/>
      <p:bldP spid="185" grpId="0"/>
      <p:bldP spid="185" grpId="1"/>
      <p:bldP spid="186" grpId="0" animBg="1"/>
      <p:bldP spid="186" grpId="1" animBg="1"/>
      <p:bldP spid="187" grpId="0"/>
      <p:bldP spid="187" grpId="1"/>
      <p:bldP spid="188" grpId="0" animBg="1"/>
      <p:bldP spid="188" grpId="1" animBg="1"/>
      <p:bldP spid="189" grpId="0"/>
      <p:bldP spid="189" grpId="1"/>
      <p:bldP spid="190" grpId="0" animBg="1"/>
      <p:bldP spid="190" grpId="1" animBg="1"/>
      <p:bldP spid="191" grpId="0"/>
      <p:bldP spid="191" grpId="1"/>
      <p:bldP spid="192" grpId="0" animBg="1"/>
      <p:bldP spid="192" grpId="1" animBg="1"/>
      <p:bldP spid="193" grpId="0" animBg="1"/>
      <p:bldP spid="193" grpId="1" animBg="1"/>
      <p:bldP spid="194" grpId="0"/>
      <p:bldP spid="194" grpId="1"/>
      <p:bldP spid="195" grpId="0" animBg="1"/>
      <p:bldP spid="195" grpId="1" animBg="1"/>
      <p:bldP spid="196" grpId="0" animBg="1"/>
      <p:bldP spid="196" grpId="1" animBg="1"/>
      <p:bldP spid="197" grpId="0"/>
      <p:bldP spid="197" grpId="1"/>
      <p:bldP spid="198" grpId="0" animBg="1"/>
      <p:bldP spid="198" grpId="1" animBg="1"/>
      <p:bldP spid="199" grpId="0" animBg="1"/>
      <p:bldP spid="199" grpId="1" animBg="1"/>
      <p:bldP spid="200" grpId="0"/>
      <p:bldP spid="200" grpId="1"/>
      <p:bldP spid="201" grpId="0" animBg="1"/>
      <p:bldP spid="201" grpId="1" animBg="1"/>
      <p:bldP spid="202" grpId="0"/>
      <p:bldP spid="202" grpId="1"/>
      <p:bldP spid="203" grpId="0" animBg="1"/>
      <p:bldP spid="203" grpId="1" animBg="1"/>
      <p:bldP spid="204" grpId="0" animBg="1"/>
      <p:bldP spid="204" grpId="1" animBg="1"/>
      <p:bldP spid="205" grpId="0"/>
      <p:bldP spid="205" grpId="1"/>
      <p:bldP spid="206" grpId="0" animBg="1"/>
      <p:bldP spid="206" grpId="1" animBg="1"/>
      <p:bldP spid="207" grpId="0"/>
      <p:bldP spid="207" grpId="1"/>
      <p:bldP spid="208" grpId="0"/>
      <p:bldP spid="208" grpId="1"/>
      <p:bldP spid="209" grpId="0"/>
      <p:bldP spid="210" grpId="0"/>
      <p:bldP spid="211" grpId="0" animBg="1"/>
      <p:bldP spid="212" grpId="0"/>
      <p:bldP spid="213" grpId="0" animBg="1"/>
      <p:bldP spid="214" grpId="0"/>
      <p:bldP spid="215" grpId="0" animBg="1"/>
      <p:bldP spid="216" grpId="0"/>
      <p:bldP spid="217" grpId="0" animBg="1"/>
      <p:bldP spid="218" grpId="0"/>
      <p:bldP spid="219" grpId="0" animBg="1"/>
      <p:bldP spid="220" grpId="0"/>
      <p:bldP spid="221" grpId="0" animBg="1"/>
      <p:bldP spid="222" grpId="0"/>
      <p:bldP spid="223" grpId="0" animBg="1"/>
      <p:bldP spid="224" grpId="0"/>
      <p:bldP spid="225" grpId="0" animBg="1"/>
      <p:bldP spid="226" grpId="0"/>
      <p:bldP spid="227" grpId="0" animBg="1"/>
      <p:bldP spid="228" grpId="0"/>
      <p:bldP spid="229" grpId="0" animBg="1"/>
      <p:bldP spid="230" grpId="0" animBg="1"/>
      <p:bldP spid="230" grpId="1" animBg="1"/>
      <p:bldP spid="231" grpId="0" animBg="1"/>
      <p:bldP spid="231" grpId="1" animBg="1"/>
      <p:bldP spid="232" grpId="0"/>
      <p:bldP spid="232" grpId="1"/>
      <p:bldP spid="233" grpId="0" animBg="1"/>
      <p:bldP spid="233" grpId="1" animBg="1"/>
      <p:bldP spid="234" grpId="0"/>
      <p:bldP spid="234" grpId="1"/>
      <p:bldP spid="235" grpId="0"/>
      <p:bldP spid="236" grpId="0"/>
      <p:bldP spid="237" grpId="0" animBg="1"/>
      <p:bldP spid="238" grpId="0"/>
      <p:bldP spid="239" grpId="0" animBg="1"/>
      <p:bldP spid="240" grpId="0"/>
      <p:bldP spid="241" grpId="0" animBg="1"/>
      <p:bldP spid="242" grpId="0"/>
      <p:bldP spid="243" grpId="0" animBg="1"/>
      <p:bldP spid="244" grpId="0"/>
      <p:bldP spid="245" grpId="0" animBg="1"/>
      <p:bldP spid="246" grpId="0"/>
      <p:bldP spid="247" grpId="0" animBg="1"/>
      <p:bldP spid="248" grpId="0"/>
      <p:bldP spid="249" grpId="0" animBg="1"/>
      <p:bldP spid="250" grpId="0"/>
      <p:bldP spid="251" grpId="0" animBg="1"/>
      <p:bldP spid="252" grpId="0"/>
      <p:bldP spid="253" grpId="0" animBg="1"/>
      <p:bldP spid="254" grpId="0"/>
      <p:bldP spid="255" grpId="0" animBg="1"/>
      <p:bldP spid="256" grpId="0"/>
      <p:bldP spid="257" grpId="0" animBg="1"/>
      <p:bldP spid="257" grpId="1" animBg="1"/>
      <p:bldP spid="258" grpId="0" animBg="1"/>
      <p:bldP spid="258" grpId="1" animBg="1"/>
      <p:bldP spid="259" grpId="0"/>
      <p:bldP spid="259" grpId="1"/>
      <p:bldP spid="260" grpId="0" animBg="1"/>
      <p:bldP spid="260" grpId="1" animBg="1"/>
      <p:bldP spid="261" grpId="0"/>
      <p:bldP spid="261" grpId="1"/>
      <p:bldP spid="262" grpId="0"/>
      <p:bldP spid="263" grpId="0"/>
      <p:bldP spid="264" grpId="0" animBg="1"/>
      <p:bldP spid="265" grpId="0"/>
      <p:bldP spid="266" grpId="0" animBg="1"/>
      <p:bldP spid="267" grpId="0"/>
      <p:bldP spid="268" grpId="0" animBg="1"/>
      <p:bldP spid="269" grpId="0"/>
      <p:bldP spid="270" grpId="0" animBg="1"/>
      <p:bldP spid="271" grpId="0"/>
      <p:bldP spid="272" grpId="0" animBg="1"/>
      <p:bldP spid="273" grpId="0"/>
      <p:bldP spid="274" grpId="0" animBg="1"/>
      <p:bldP spid="275" grpId="0"/>
      <p:bldP spid="276" grpId="0" animBg="1"/>
      <p:bldP spid="277" grpId="0"/>
      <p:bldP spid="278" grpId="0" animBg="1"/>
      <p:bldP spid="279" grpId="0"/>
      <p:bldP spid="280" grpId="0" animBg="1"/>
      <p:bldP spid="281" grpId="0"/>
      <p:bldP spid="282" grpId="0" animBg="1"/>
      <p:bldP spid="283" grpId="0"/>
      <p:bldP spid="284" grpId="0" animBg="1"/>
      <p:bldP spid="284" grpId="1" animBg="1"/>
      <p:bldP spid="285" grpId="0" animBg="1"/>
      <p:bldP spid="285" grpId="1" animBg="1"/>
      <p:bldP spid="286" grpId="0"/>
      <p:bldP spid="286" grpId="1"/>
      <p:bldP spid="287" grpId="0" animBg="1"/>
      <p:bldP spid="287" grpId="1" animBg="1"/>
      <p:bldP spid="288" grpId="0"/>
      <p:bldP spid="288" grpId="1"/>
      <p:bldP spid="289" grpId="0"/>
      <p:bldP spid="290" grpId="0"/>
      <p:bldP spid="291" grpId="0" animBg="1"/>
      <p:bldP spid="292" grpId="0"/>
      <p:bldP spid="293" grpId="0" animBg="1"/>
      <p:bldP spid="294" grpId="0"/>
      <p:bldP spid="295" grpId="0" animBg="1"/>
      <p:bldP spid="296" grpId="0"/>
      <p:bldP spid="297" grpId="0" animBg="1"/>
      <p:bldP spid="298" grpId="0" animBg="1"/>
      <p:bldP spid="299" grpId="0"/>
      <p:bldP spid="300" grpId="0" animBg="1"/>
      <p:bldP spid="301" grpId="0"/>
      <p:bldP spid="302" grpId="0" animBg="1"/>
      <p:bldP spid="303" grpId="0"/>
      <p:bldP spid="304" grpId="0" animBg="1"/>
      <p:bldP spid="305" grpId="0" animBg="1"/>
      <p:bldP spid="306" grpId="0"/>
      <p:bldP spid="307" grpId="0" animBg="1"/>
      <p:bldP spid="308" grpId="0"/>
      <p:bldP spid="309" grpId="0" animBg="1"/>
      <p:bldP spid="309" grpId="1" animBg="1"/>
      <p:bldP spid="310" grpId="0" animBg="1"/>
      <p:bldP spid="310" grpId="1" animBg="1"/>
      <p:bldP spid="311" grpId="0"/>
      <p:bldP spid="311" grpId="1"/>
      <p:bldP spid="312" grpId="0" animBg="1"/>
      <p:bldP spid="312" grpId="1" animBg="1"/>
      <p:bldP spid="313" grpId="0"/>
      <p:bldP spid="313" grpId="1"/>
      <p:bldP spid="314" grpId="0"/>
      <p:bldP spid="315" grpId="0"/>
      <p:bldP spid="316" grpId="0" animBg="1"/>
      <p:bldP spid="317" grpId="0"/>
      <p:bldP spid="318" grpId="0" animBg="1"/>
      <p:bldP spid="319" grpId="0"/>
      <p:bldP spid="320" grpId="0" animBg="1"/>
      <p:bldP spid="321" grpId="0"/>
      <p:bldP spid="322" grpId="0" animBg="1"/>
      <p:bldP spid="323" grpId="0" animBg="1"/>
      <p:bldP spid="324" grpId="0"/>
      <p:bldP spid="325" grpId="0" animBg="1"/>
      <p:bldP spid="326" grpId="0" animBg="1"/>
      <p:bldP spid="327" grpId="0"/>
      <p:bldP spid="328" grpId="0" animBg="1"/>
      <p:bldP spid="329" grpId="0" animBg="1"/>
      <p:bldP spid="330" grpId="0"/>
      <p:bldP spid="331" grpId="0" animBg="1"/>
      <p:bldP spid="332" grpId="0"/>
      <p:bldP spid="333" grpId="0" animBg="1"/>
      <p:bldP spid="333" grpId="1" animBg="1"/>
      <p:bldP spid="334" grpId="0" animBg="1"/>
      <p:bldP spid="334" grpId="1" animBg="1"/>
      <p:bldP spid="335" grpId="0"/>
      <p:bldP spid="335" grpId="1"/>
      <p:bldP spid="336" grpId="0" animBg="1"/>
      <p:bldP spid="336" grpId="1" animBg="1"/>
      <p:bldP spid="337" grpId="0"/>
      <p:bldP spid="337" grpId="1"/>
      <p:bldP spid="338" grpId="0"/>
      <p:bldP spid="339" grpId="0"/>
      <p:bldP spid="340" grpId="0" animBg="1"/>
      <p:bldP spid="341" grpId="0" animBg="1"/>
      <p:bldP spid="341" grpId="1" animBg="1"/>
      <p:bldP spid="342" grpId="0"/>
      <p:bldP spid="343" grpId="0" animBg="1"/>
      <p:bldP spid="344" grpId="0"/>
      <p:bldP spid="345" grpId="0" animBg="1"/>
      <p:bldP spid="346" grpId="0" animBg="1"/>
      <p:bldP spid="346" grpId="1" animBg="1"/>
      <p:bldP spid="347" grpId="0"/>
      <p:bldP spid="348" grpId="0" animBg="1"/>
      <p:bldP spid="349" grpId="0"/>
      <p:bldP spid="350" grpId="0" animBg="1"/>
      <p:bldP spid="351" grpId="0" animBg="1"/>
      <p:bldP spid="351" grpId="1" animBg="1"/>
      <p:bldP spid="352" grpId="0"/>
      <p:bldP spid="353" grpId="0" animBg="1"/>
      <p:bldP spid="354" grpId="0" animBg="1"/>
      <p:bldP spid="355" grpId="0" animBg="1"/>
      <p:bldP spid="355" grpId="1" animBg="1"/>
      <p:bldP spid="356" grpId="0"/>
      <p:bldP spid="357" grpId="0" animBg="1"/>
      <p:bldP spid="358" grpId="0"/>
      <p:bldP spid="359" grpId="0" animBg="1"/>
      <p:bldP spid="360" grpId="0" animBg="1"/>
      <p:bldP spid="360" grpId="1" animBg="1"/>
      <p:bldP spid="361" grpId="0"/>
      <p:bldP spid="362" grpId="0" animBg="1"/>
      <p:bldP spid="363" grpId="0"/>
      <p:bldP spid="364" grpId="0" animBg="1"/>
      <p:bldP spid="364" grpId="1" animBg="1"/>
      <p:bldP spid="365" grpId="0" animBg="1"/>
      <p:bldP spid="365" grpId="1" animBg="1"/>
      <p:bldP spid="366" grpId="0"/>
      <p:bldP spid="366" grpId="1"/>
      <p:bldP spid="367" grpId="0" animBg="1"/>
      <p:bldP spid="367" grpId="1" animBg="1"/>
      <p:bldP spid="368" grpId="0"/>
      <p:bldP spid="368" grpId="1"/>
      <p:bldP spid="369" grpId="0"/>
      <p:bldP spid="369" grpId="1"/>
      <p:bldP spid="370" grpId="0"/>
      <p:bldP spid="370" grpId="1"/>
      <p:bldP spid="371" grpId="0" animBg="1"/>
      <p:bldP spid="371" grpId="1" animBg="1"/>
      <p:bldP spid="372" grpId="0"/>
      <p:bldP spid="372" grpId="1"/>
      <p:bldP spid="373" grpId="0" animBg="1"/>
      <p:bldP spid="373" grpId="1" animBg="1"/>
      <p:bldP spid="374" grpId="0"/>
      <p:bldP spid="374" grpId="1"/>
      <p:bldP spid="375" grpId="0" animBg="1"/>
      <p:bldP spid="375" grpId="1" animBg="1"/>
      <p:bldP spid="376" grpId="0"/>
      <p:bldP spid="376" grpId="1"/>
      <p:bldP spid="377" grpId="0" animBg="1"/>
      <p:bldP spid="377" grpId="1" animBg="1"/>
      <p:bldP spid="378" grpId="0"/>
      <p:bldP spid="378" grpId="1"/>
      <p:bldP spid="379" grpId="0" animBg="1"/>
      <p:bldP spid="379" grpId="1" animBg="1"/>
      <p:bldP spid="380" grpId="0"/>
      <p:bldP spid="380" grpId="1"/>
      <p:bldP spid="381" grpId="0" animBg="1"/>
      <p:bldP spid="381" grpId="1" animBg="1"/>
      <p:bldP spid="382" grpId="0"/>
      <p:bldP spid="382" grpId="1"/>
      <p:bldP spid="383" grpId="0" animBg="1"/>
      <p:bldP spid="383" grpId="1" animBg="1"/>
      <p:bldP spid="384" grpId="0"/>
      <p:bldP spid="384" grpId="1"/>
      <p:bldP spid="385" grpId="0" animBg="1"/>
      <p:bldP spid="385" grpId="1" animBg="1"/>
      <p:bldP spid="386" grpId="0" animBg="1"/>
      <p:bldP spid="386" grpId="1" animBg="1"/>
      <p:bldP spid="387" grpId="0"/>
      <p:bldP spid="387" grpId="1"/>
      <p:bldP spid="388" grpId="0" animBg="1"/>
      <p:bldP spid="388" grpId="1" animBg="1"/>
      <p:bldP spid="389" grpId="0"/>
      <p:bldP spid="389" grpId="1"/>
      <p:bldP spid="390" grpId="0" animBg="1"/>
      <p:bldP spid="390" grpId="1" animBg="1"/>
      <p:bldP spid="391" grpId="0" animBg="1"/>
      <p:bldP spid="391" grpId="1" animBg="1"/>
      <p:bldP spid="392" grpId="0"/>
      <p:bldP spid="392" grpId="1"/>
      <p:bldP spid="393" grpId="0" animBg="1"/>
      <p:bldP spid="393" grpId="1" animBg="1"/>
      <p:bldP spid="394" grpId="0"/>
      <p:bldP spid="394" grpId="1"/>
      <p:bldP spid="395" grpId="0"/>
      <p:bldP spid="395" grpId="1"/>
      <p:bldP spid="396" grpId="0"/>
      <p:bldP spid="397" grpId="0"/>
      <p:bldP spid="398" grpId="0" animBg="1"/>
      <p:bldP spid="399" grpId="0"/>
      <p:bldP spid="400" grpId="0" animBg="1"/>
      <p:bldP spid="401" grpId="0"/>
      <p:bldP spid="402" grpId="0" animBg="1"/>
      <p:bldP spid="403" grpId="0"/>
      <p:bldP spid="404" grpId="0" animBg="1"/>
      <p:bldP spid="405" grpId="0"/>
      <p:bldP spid="406" grpId="0" animBg="1"/>
      <p:bldP spid="407" grpId="0"/>
      <p:bldP spid="408" grpId="0" animBg="1"/>
      <p:bldP spid="409" grpId="0"/>
      <p:bldP spid="410" grpId="0" animBg="1"/>
      <p:bldP spid="411" grpId="0"/>
      <p:bldP spid="412" grpId="0" animBg="1"/>
      <p:bldP spid="413" grpId="0" animBg="1"/>
      <p:bldP spid="414" grpId="0"/>
      <p:bldP spid="415" grpId="0" animBg="1"/>
      <p:bldP spid="416" grpId="0"/>
      <p:bldP spid="417" grpId="0" animBg="1"/>
      <p:bldP spid="417" grpId="1" animBg="1"/>
      <p:bldP spid="418" grpId="0" animBg="1"/>
      <p:bldP spid="418" grpId="1" animBg="1"/>
      <p:bldP spid="419" grpId="0"/>
      <p:bldP spid="419" grpId="1"/>
      <p:bldP spid="420" grpId="0" animBg="1"/>
      <p:bldP spid="420" grpId="1" animBg="1"/>
      <p:bldP spid="421" grpId="0"/>
      <p:bldP spid="421" grpId="1"/>
      <p:bldP spid="422" grpId="0"/>
      <p:bldP spid="423" grpId="0"/>
      <p:bldP spid="424" grpId="0" animBg="1"/>
      <p:bldP spid="425" grpId="0" animBg="1"/>
      <p:bldP spid="425" grpId="1" animBg="1"/>
      <p:bldP spid="426" grpId="0"/>
      <p:bldP spid="427" grpId="0" animBg="1"/>
      <p:bldP spid="428" grpId="0"/>
      <p:bldP spid="429" grpId="0" animBg="1"/>
      <p:bldP spid="430" grpId="0" animBg="1"/>
      <p:bldP spid="430" grpId="1" animBg="1"/>
      <p:bldP spid="431" grpId="0"/>
      <p:bldP spid="432" grpId="0" animBg="1"/>
      <p:bldP spid="433" grpId="0"/>
      <p:bldP spid="434" grpId="0" animBg="1"/>
      <p:bldP spid="435" grpId="0" animBg="1"/>
      <p:bldP spid="435" grpId="1" animBg="1"/>
      <p:bldP spid="436" grpId="0"/>
      <p:bldP spid="437" grpId="0" animBg="1"/>
      <p:bldP spid="438" grpId="0"/>
      <p:bldP spid="439" grpId="0" animBg="1"/>
      <p:bldP spid="440" grpId="0" animBg="1"/>
      <p:bldP spid="440" grpId="1" animBg="1"/>
      <p:bldP spid="441" grpId="0"/>
      <p:bldP spid="442" grpId="0"/>
      <p:bldP spid="443" grpId="0" animBg="1"/>
      <p:bldP spid="444" grpId="0" animBg="1"/>
      <p:bldP spid="444" grpId="1" animBg="1"/>
      <p:bldP spid="445" grpId="0"/>
      <p:bldP spid="446" grpId="0"/>
      <p:bldP spid="447" grpId="0" animBg="1"/>
      <p:bldP spid="447" grpId="1" animBg="1"/>
      <p:bldP spid="448" grpId="0" animBg="1"/>
      <p:bldP spid="448" grpId="1" animBg="1"/>
      <p:bldP spid="449" grpId="0"/>
      <p:bldP spid="449" grpId="1"/>
      <p:bldP spid="450" grpId="0" animBg="1"/>
      <p:bldP spid="450" grpId="1" animBg="1"/>
      <p:bldP spid="451" grpId="0"/>
      <p:bldP spid="451" grpId="1"/>
      <p:bldP spid="452" grpId="0" animBg="1"/>
      <p:bldP spid="452" grpId="1" animBg="1"/>
      <p:bldP spid="453" grpId="0" animBg="1"/>
      <p:bldP spid="453" grpId="1" animBg="1"/>
      <p:bldP spid="454" grpId="0"/>
      <p:bldP spid="454" grpId="1"/>
      <p:bldP spid="455" grpId="0"/>
      <p:bldP spid="456" grpId="0" animBg="1"/>
      <p:bldP spid="457" grpId="0"/>
      <p:bldP spid="458" grpId="0"/>
      <p:bldP spid="459" grpId="0" animBg="1"/>
      <p:bldP spid="460" grpId="0"/>
      <p:bldP spid="461" grpId="0" animBg="1"/>
      <p:bldP spid="462" grpId="0"/>
      <p:bldP spid="463" grpId="0"/>
      <p:bldP spid="464" grpId="0" animBg="1"/>
      <p:bldP spid="465" grpId="0"/>
      <p:bldP spid="466" grpId="0"/>
      <p:bldP spid="467" grpId="0"/>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1</a:t>
            </a:r>
          </a:p>
        </p:txBody>
      </p:sp>
      <p:sp>
        <p:nvSpPr>
          <p:cNvPr id="4" name="!!rotulo"/>
          <p:cNvSpPr txBox="1"/>
          <p:nvPr/>
        </p:nvSpPr>
        <p:spPr>
          <a:xfrm>
            <a:off x="1149032" y="282141"/>
            <a:ext cx="192405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Fundamentación teórica</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Formulación variacional: los trabajos virtuales</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ormulacion:c91c3282ab"/>
          <p:cNvSpPr/>
          <p:nvPr/>
        </p:nvSpPr>
        <p:spPr>
          <a:xfrm>
            <a:off x="635000" y="1346200"/>
            <a:ext cx="2605088" cy="29210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ormulacion:fd5554299f"/>
          <p:cNvSpPr txBox="1"/>
          <p:nvPr/>
        </p:nvSpPr>
        <p:spPr>
          <a:xfrm>
            <a:off x="996950"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3F4A5A"/>
                </a:solidFill>
                <a:latin typeface="Calibri"/>
              </a:rPr>
              <a:t>Del pórtico a la chapa</a:t>
            </a:r>
          </a:p>
        </p:txBody>
      </p:sp>
      <p:sp>
        <p:nvSpPr>
          <p:cNvPr id="14" name="!!formulacion:875558dda7"/>
          <p:cNvSpPr/>
          <p:nvPr/>
        </p:nvSpPr>
        <p:spPr>
          <a:xfrm>
            <a:off x="742950" y="1397000"/>
            <a:ext cx="190500" cy="190500"/>
          </a:xfrm>
          <a:prstGeom prst="ellipse">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ormulacion:9d3bfafdec"/>
          <p:cNvSpPr txBox="1"/>
          <p:nvPr/>
        </p:nvSpPr>
        <p:spPr>
          <a:xfrm>
            <a:off x="717550"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1</a:t>
            </a:r>
          </a:p>
        </p:txBody>
      </p:sp>
      <p:sp>
        <p:nvSpPr>
          <p:cNvPr id="16" name="!!formulacion:d0989f7e8a"/>
          <p:cNvSpPr/>
          <p:nvPr/>
        </p:nvSpPr>
        <p:spPr>
          <a:xfrm>
            <a:off x="635000" y="1346200"/>
            <a:ext cx="2605088" cy="29210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ormulacion:09c4990db0"/>
          <p:cNvSpPr txBox="1"/>
          <p:nvPr/>
        </p:nvSpPr>
        <p:spPr>
          <a:xfrm>
            <a:off x="996950"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FFFFFF"/>
                </a:solidFill>
                <a:latin typeface="Calibri"/>
              </a:rPr>
              <a:t>Del pórtico a la chapa</a:t>
            </a:r>
          </a:p>
        </p:txBody>
      </p:sp>
      <p:sp>
        <p:nvSpPr>
          <p:cNvPr id="18" name="!!formulacion:2f98d5e400"/>
          <p:cNvSpPr/>
          <p:nvPr/>
        </p:nvSpPr>
        <p:spPr>
          <a:xfrm>
            <a:off x="742950" y="1397000"/>
            <a:ext cx="190500" cy="1905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ormulacion:3827b49d9c"/>
          <p:cNvSpPr txBox="1"/>
          <p:nvPr/>
        </p:nvSpPr>
        <p:spPr>
          <a:xfrm>
            <a:off x="717550"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E8741A"/>
                </a:solidFill>
                <a:latin typeface="Calibri"/>
              </a:rPr>
              <a:t>1</a:t>
            </a:r>
          </a:p>
        </p:txBody>
      </p:sp>
      <p:sp>
        <p:nvSpPr>
          <p:cNvPr id="20" name="!!formulacion:af48ce9446"/>
          <p:cNvSpPr txBox="1"/>
          <p:nvPr/>
        </p:nvSpPr>
        <p:spPr>
          <a:xfrm>
            <a:off x="3290888" y="1382085"/>
            <a:ext cx="116395"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5B6575"/>
                </a:solidFill>
                <a:latin typeface="Calibri"/>
              </a:rPr>
              <a:t>›</a:t>
            </a:r>
          </a:p>
        </p:txBody>
      </p:sp>
      <p:sp>
        <p:nvSpPr>
          <p:cNvPr id="21" name="!!formulacion:36e2340806"/>
          <p:cNvSpPr/>
          <p:nvPr/>
        </p:nvSpPr>
        <p:spPr>
          <a:xfrm>
            <a:off x="3407283" y="1346200"/>
            <a:ext cx="2605214" cy="29210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ormulacion:6156c179ce"/>
          <p:cNvSpPr txBox="1"/>
          <p:nvPr/>
        </p:nvSpPr>
        <p:spPr>
          <a:xfrm>
            <a:off x="3769233" y="1407768"/>
            <a:ext cx="2186114"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3F4A5A"/>
                </a:solidFill>
                <a:latin typeface="Calibri"/>
              </a:rPr>
              <a:t>Equilibrio punto por punto</a:t>
            </a:r>
          </a:p>
        </p:txBody>
      </p:sp>
      <p:sp>
        <p:nvSpPr>
          <p:cNvPr id="23" name="!!formulacion:d026b856d9"/>
          <p:cNvSpPr/>
          <p:nvPr/>
        </p:nvSpPr>
        <p:spPr>
          <a:xfrm>
            <a:off x="3515233" y="1397000"/>
            <a:ext cx="190500" cy="190500"/>
          </a:xfrm>
          <a:prstGeom prst="ellipse">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ormulacion:c60fc1f53f"/>
          <p:cNvSpPr txBox="1"/>
          <p:nvPr/>
        </p:nvSpPr>
        <p:spPr>
          <a:xfrm>
            <a:off x="3489833"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2</a:t>
            </a:r>
          </a:p>
        </p:txBody>
      </p:sp>
      <p:sp>
        <p:nvSpPr>
          <p:cNvPr id="25" name="!!formulacion:5e44e95816"/>
          <p:cNvSpPr/>
          <p:nvPr/>
        </p:nvSpPr>
        <p:spPr>
          <a:xfrm>
            <a:off x="3407283" y="1346200"/>
            <a:ext cx="2605214" cy="29210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ormulacion:0cd2c7ba75"/>
          <p:cNvSpPr txBox="1"/>
          <p:nvPr/>
        </p:nvSpPr>
        <p:spPr>
          <a:xfrm>
            <a:off x="3769233" y="1407768"/>
            <a:ext cx="2186114"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FFFFFF"/>
                </a:solidFill>
                <a:latin typeface="Calibri"/>
              </a:rPr>
              <a:t>Equilibrio punto por punto</a:t>
            </a:r>
          </a:p>
        </p:txBody>
      </p:sp>
      <p:sp>
        <p:nvSpPr>
          <p:cNvPr id="27" name="!!formulacion:6d7976b98c"/>
          <p:cNvSpPr/>
          <p:nvPr/>
        </p:nvSpPr>
        <p:spPr>
          <a:xfrm>
            <a:off x="3515233" y="1397000"/>
            <a:ext cx="190500" cy="1905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ormulacion:0049e3d476"/>
          <p:cNvSpPr txBox="1"/>
          <p:nvPr/>
        </p:nvSpPr>
        <p:spPr>
          <a:xfrm>
            <a:off x="3489833"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E8741A"/>
                </a:solidFill>
                <a:latin typeface="Calibri"/>
              </a:rPr>
              <a:t>2</a:t>
            </a:r>
          </a:p>
        </p:txBody>
      </p:sp>
      <p:sp>
        <p:nvSpPr>
          <p:cNvPr id="29" name="!!formulacion:97fb06491c"/>
          <p:cNvSpPr/>
          <p:nvPr/>
        </p:nvSpPr>
        <p:spPr>
          <a:xfrm>
            <a:off x="3410458" y="1349375"/>
            <a:ext cx="2598864" cy="285750"/>
          </a:xfrm>
          <a:prstGeom prst="roundRect">
            <a:avLst>
              <a:gd name="adj" fmla="val 5000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ormulacion:1e2fc0cf14"/>
          <p:cNvSpPr txBox="1"/>
          <p:nvPr/>
        </p:nvSpPr>
        <p:spPr>
          <a:xfrm>
            <a:off x="3769233" y="1407768"/>
            <a:ext cx="2186114"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5B6575"/>
                </a:solidFill>
                <a:latin typeface="Calibri"/>
              </a:rPr>
              <a:t>Equilibrio punto por punto</a:t>
            </a:r>
          </a:p>
        </p:txBody>
      </p:sp>
      <p:sp>
        <p:nvSpPr>
          <p:cNvPr id="31" name="!!formulacion:0f640ccc81"/>
          <p:cNvSpPr/>
          <p:nvPr/>
        </p:nvSpPr>
        <p:spPr>
          <a:xfrm>
            <a:off x="3515233" y="1397000"/>
            <a:ext cx="190500" cy="190500"/>
          </a:xfrm>
          <a:prstGeom prst="ellipse">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ormulacion:4164f383cd"/>
          <p:cNvSpPr txBox="1"/>
          <p:nvPr/>
        </p:nvSpPr>
        <p:spPr>
          <a:xfrm>
            <a:off x="3489833"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5B6575"/>
                </a:solidFill>
                <a:latin typeface="Calibri"/>
              </a:rPr>
              <a:t>2</a:t>
            </a:r>
          </a:p>
        </p:txBody>
      </p:sp>
      <p:sp>
        <p:nvSpPr>
          <p:cNvPr id="33" name="!!formulacion:7a963ca251"/>
          <p:cNvSpPr txBox="1"/>
          <p:nvPr/>
        </p:nvSpPr>
        <p:spPr>
          <a:xfrm>
            <a:off x="6063234" y="1382085"/>
            <a:ext cx="116395"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5B6575"/>
                </a:solidFill>
                <a:latin typeface="Calibri"/>
              </a:rPr>
              <a:t>›</a:t>
            </a:r>
          </a:p>
        </p:txBody>
      </p:sp>
      <p:sp>
        <p:nvSpPr>
          <p:cNvPr id="34" name="!!formulacion:5ca611eee9"/>
          <p:cNvSpPr/>
          <p:nvPr/>
        </p:nvSpPr>
        <p:spPr>
          <a:xfrm>
            <a:off x="6179630" y="1346200"/>
            <a:ext cx="2605088" cy="292100"/>
          </a:xfrm>
          <a:prstGeom prst="roundRect">
            <a:avLst>
              <a:gd name="adj" fmla="val 50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ormulacion:0878ad75e6"/>
          <p:cNvSpPr txBox="1"/>
          <p:nvPr/>
        </p:nvSpPr>
        <p:spPr>
          <a:xfrm>
            <a:off x="6541580"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3F4A5A"/>
                </a:solidFill>
                <a:latin typeface="Calibri"/>
              </a:rPr>
              <a:t>El desplazamiento virtual</a:t>
            </a:r>
          </a:p>
        </p:txBody>
      </p:sp>
      <p:sp>
        <p:nvSpPr>
          <p:cNvPr id="36" name="!!formulacion:aaac697815"/>
          <p:cNvSpPr/>
          <p:nvPr/>
        </p:nvSpPr>
        <p:spPr>
          <a:xfrm>
            <a:off x="6287580" y="1397000"/>
            <a:ext cx="190500" cy="190500"/>
          </a:xfrm>
          <a:prstGeom prst="ellipse">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ormulacion:5d6e464bfe"/>
          <p:cNvSpPr txBox="1"/>
          <p:nvPr/>
        </p:nvSpPr>
        <p:spPr>
          <a:xfrm>
            <a:off x="6262180"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FFFFFF"/>
                </a:solidFill>
                <a:latin typeface="Calibri"/>
              </a:rPr>
              <a:t>3</a:t>
            </a:r>
          </a:p>
        </p:txBody>
      </p:sp>
      <p:sp>
        <p:nvSpPr>
          <p:cNvPr id="38" name="!!formulacion:a9904ef822"/>
          <p:cNvSpPr/>
          <p:nvPr/>
        </p:nvSpPr>
        <p:spPr>
          <a:xfrm>
            <a:off x="6179630" y="1346200"/>
            <a:ext cx="2605088" cy="29210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ormulacion:7677b24ddf"/>
          <p:cNvSpPr txBox="1"/>
          <p:nvPr/>
        </p:nvSpPr>
        <p:spPr>
          <a:xfrm>
            <a:off x="6541580"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FFFFFF"/>
                </a:solidFill>
                <a:latin typeface="Calibri"/>
              </a:rPr>
              <a:t>El desplazamiento virtual</a:t>
            </a:r>
          </a:p>
        </p:txBody>
      </p:sp>
      <p:sp>
        <p:nvSpPr>
          <p:cNvPr id="40" name="!!formulacion:84d769cce8"/>
          <p:cNvSpPr/>
          <p:nvPr/>
        </p:nvSpPr>
        <p:spPr>
          <a:xfrm>
            <a:off x="6287580" y="1397000"/>
            <a:ext cx="190500" cy="1905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ormulacion:43d179c2b0"/>
          <p:cNvSpPr txBox="1"/>
          <p:nvPr/>
        </p:nvSpPr>
        <p:spPr>
          <a:xfrm>
            <a:off x="6262180"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E8741A"/>
                </a:solidFill>
                <a:latin typeface="Calibri"/>
              </a:rPr>
              <a:t>3</a:t>
            </a:r>
          </a:p>
        </p:txBody>
      </p:sp>
      <p:sp>
        <p:nvSpPr>
          <p:cNvPr id="42" name="!!formulacion:83be3cdf4b"/>
          <p:cNvSpPr/>
          <p:nvPr/>
        </p:nvSpPr>
        <p:spPr>
          <a:xfrm>
            <a:off x="6182804" y="1349375"/>
            <a:ext cx="2598738" cy="285750"/>
          </a:xfrm>
          <a:prstGeom prst="roundRect">
            <a:avLst>
              <a:gd name="adj" fmla="val 5000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ormulacion:0f524f159e"/>
          <p:cNvSpPr txBox="1"/>
          <p:nvPr/>
        </p:nvSpPr>
        <p:spPr>
          <a:xfrm>
            <a:off x="6541580"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5B6575"/>
                </a:solidFill>
                <a:latin typeface="Calibri"/>
              </a:rPr>
              <a:t>El desplazamiento virtual</a:t>
            </a:r>
          </a:p>
        </p:txBody>
      </p:sp>
      <p:sp>
        <p:nvSpPr>
          <p:cNvPr id="44" name="!!formulacion:5d8eaabb43"/>
          <p:cNvSpPr/>
          <p:nvPr/>
        </p:nvSpPr>
        <p:spPr>
          <a:xfrm>
            <a:off x="6287580" y="1397000"/>
            <a:ext cx="190500" cy="190500"/>
          </a:xfrm>
          <a:prstGeom prst="ellipse">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ormulacion:95058397c5"/>
          <p:cNvSpPr txBox="1"/>
          <p:nvPr/>
        </p:nvSpPr>
        <p:spPr>
          <a:xfrm>
            <a:off x="6262180"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5B6575"/>
                </a:solidFill>
                <a:latin typeface="Calibri"/>
              </a:rPr>
              <a:t>3</a:t>
            </a:r>
          </a:p>
        </p:txBody>
      </p:sp>
      <p:sp>
        <p:nvSpPr>
          <p:cNvPr id="46" name="!!formulacion:3085706909"/>
          <p:cNvSpPr txBox="1"/>
          <p:nvPr/>
        </p:nvSpPr>
        <p:spPr>
          <a:xfrm>
            <a:off x="8835517" y="1382085"/>
            <a:ext cx="116395"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5B6575"/>
                </a:solidFill>
                <a:latin typeface="Calibri"/>
              </a:rPr>
              <a:t>›</a:t>
            </a:r>
          </a:p>
        </p:txBody>
      </p:sp>
      <p:sp>
        <p:nvSpPr>
          <p:cNvPr id="47" name="!!formulacion:63761d89c3"/>
          <p:cNvSpPr/>
          <p:nvPr/>
        </p:nvSpPr>
        <p:spPr>
          <a:xfrm>
            <a:off x="8951912" y="1346200"/>
            <a:ext cx="2605088" cy="292100"/>
          </a:xfrm>
          <a:prstGeom prst="roundRect">
            <a:avLst>
              <a:gd name="adj" fmla="val 5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ormulacion:3154924724"/>
          <p:cNvSpPr txBox="1"/>
          <p:nvPr/>
        </p:nvSpPr>
        <p:spPr>
          <a:xfrm>
            <a:off x="9313862"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FFFFFF"/>
                </a:solidFill>
                <a:latin typeface="Calibri"/>
              </a:rPr>
              <a:t>De la forma débil a</a:t>
            </a:r>
          </a:p>
        </p:txBody>
      </p:sp>
      <p:sp>
        <p:nvSpPr>
          <p:cNvPr id="49" name="!!formulacion:6d4890651f"/>
          <p:cNvSpPr/>
          <p:nvPr/>
        </p:nvSpPr>
        <p:spPr>
          <a:xfrm>
            <a:off x="9059862" y="1397000"/>
            <a:ext cx="190500" cy="1905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ormulacion:40b08df169"/>
          <p:cNvSpPr txBox="1"/>
          <p:nvPr/>
        </p:nvSpPr>
        <p:spPr>
          <a:xfrm>
            <a:off x="9034462"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E8741A"/>
                </a:solidFill>
                <a:latin typeface="Calibri"/>
              </a:rPr>
              <a:t>4</a:t>
            </a:r>
          </a:p>
        </p:txBody>
      </p:sp>
      <p:sp>
        <p:nvSpPr>
          <p:cNvPr id="51" name="!!formulacion:2a6df3ce8b"/>
          <p:cNvSpPr txBox="1"/>
          <p:nvPr/>
        </p:nvSpPr>
        <p:spPr>
          <a:xfrm>
            <a:off x="10524744" y="1407768"/>
            <a:ext cx="621602"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FFFFFF"/>
                </a:solidFill>
                <a:latin typeface="Calibri"/>
              </a:rPr>
              <a:t>K u = F</a:t>
            </a:r>
          </a:p>
        </p:txBody>
      </p:sp>
      <p:pic>
        <p:nvPicPr>
          <p:cNvPr id="52" name="!!formulacion:0880fc8cd7" descr="816ecc5b9d9b2902.png"/>
          <p:cNvPicPr>
            <a:picLocks noChangeAspect="1"/>
          </p:cNvPicPr>
          <p:nvPr/>
        </p:nvPicPr>
        <p:blipFill>
          <a:blip r:embed="rId2"/>
          <a:stretch>
            <a:fillRect/>
          </a:stretch>
        </p:blipFill>
        <p:spPr>
          <a:xfrm>
            <a:off x="635000" y="1739900"/>
            <a:ext cx="10922000" cy="4546600"/>
          </a:xfrm>
          <a:prstGeom prst="rect">
            <a:avLst/>
          </a:prstGeom>
        </p:spPr>
      </p:pic>
      <p:sp>
        <p:nvSpPr>
          <p:cNvPr id="53" name="!!formulacion:b411a63aa5"/>
          <p:cNvSpPr txBox="1"/>
          <p:nvPr/>
        </p:nvSpPr>
        <p:spPr>
          <a:xfrm>
            <a:off x="3619500" y="1779905"/>
            <a:ext cx="8096250" cy="508000"/>
          </a:xfrm>
          <a:prstGeom prst="rect">
            <a:avLst/>
          </a:prstGeom>
          <a:noFill/>
        </p:spPr>
        <p:txBody>
          <a:bodyPr wrap="square" lIns="0" rIns="0" tIns="0" bIns="0" anchor="t"/>
          <a:lstStyle/>
          <a:p>
            <a:pPr algn="l">
              <a:lnSpc>
                <a:spcPts val="2000"/>
              </a:lnSpc>
              <a:spcBef>
                <a:spcPts val="0"/>
              </a:spcBef>
              <a:spcAft>
                <a:spcPts val="0"/>
              </a:spcAft>
            </a:pPr>
            <a:r>
              <a:rPr sz="1600" b="1" i="0">
                <a:solidFill>
                  <a:srgbClr val="1F2937"/>
                </a:solidFill>
                <a:latin typeface="Calibri"/>
              </a:rPr>
              <a:t>La forma débil solo pide derivadas primeras:</a:t>
            </a:r>
            <a:r>
              <a:rPr sz="1600" b="0" i="0">
                <a:solidFill>
                  <a:srgbClr val="3F4A5A"/>
                </a:solidFill>
                <a:latin typeface="Calibri"/>
              </a:rPr>
              <a:t> basta un desplazamiento continuo, interpolado</a:t>
            </a:r>
            <a:br/>
            <a:r>
              <a:rPr sz="1600" b="0" i="0">
                <a:solidFill>
                  <a:srgbClr val="3F4A5A"/>
                </a:solidFill>
                <a:latin typeface="Calibri"/>
              </a:rPr>
              <a:t>dentro de cada elemento.</a:t>
            </a:r>
          </a:p>
        </p:txBody>
      </p:sp>
      <p:sp>
        <p:nvSpPr>
          <p:cNvPr id="54" name="!!formulacion:b2227ec91b"/>
          <p:cNvSpPr txBox="1"/>
          <p:nvPr/>
        </p:nvSpPr>
        <p:spPr>
          <a:xfrm>
            <a:off x="762000" y="2400624"/>
            <a:ext cx="2105596" cy="175260"/>
          </a:xfrm>
          <a:prstGeom prst="rect">
            <a:avLst/>
          </a:prstGeom>
          <a:noFill/>
        </p:spPr>
        <p:txBody>
          <a:bodyPr wrap="square" lIns="0" rIns="0" tIns="0" bIns="0" anchor="t"/>
          <a:lstStyle/>
          <a:p>
            <a:pPr algn="l">
              <a:lnSpc>
                <a:spcPts val="1380"/>
              </a:lnSpc>
              <a:spcBef>
                <a:spcPts val="0"/>
              </a:spcBef>
              <a:spcAft>
                <a:spcPts val="0"/>
              </a:spcAft>
            </a:pPr>
            <a:r>
              <a:rPr sz="1150" b="1" i="0">
                <a:solidFill>
                  <a:srgbClr val="2E8B57"/>
                </a:solidFill>
                <a:latin typeface="Calibri"/>
              </a:rPr>
              <a:t>continuo, con quiebres: suficiente</a:t>
            </a:r>
          </a:p>
        </p:txBody>
      </p:sp>
      <p:sp>
        <p:nvSpPr>
          <p:cNvPr id="55" name="!!formulacion:15e4d8ab9a"/>
          <p:cNvSpPr/>
          <p:nvPr/>
        </p:nvSpPr>
        <p:spPr>
          <a:xfrm>
            <a:off x="641350" y="4527550"/>
            <a:ext cx="1574800" cy="1587500"/>
          </a:xfrm>
          <a:prstGeom prst="roundRect">
            <a:avLst>
              <a:gd name="adj" fmla="val 5241"/>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formulacion:2a960685f3" descr="9d0f25fb83908d52.png"/>
          <p:cNvPicPr>
            <a:picLocks noChangeAspect="1"/>
          </p:cNvPicPr>
          <p:nvPr/>
        </p:nvPicPr>
        <p:blipFill>
          <a:blip r:embed="rId3"/>
          <a:stretch>
            <a:fillRect/>
          </a:stretch>
        </p:blipFill>
        <p:spPr>
          <a:xfrm>
            <a:off x="1028700" y="4419600"/>
            <a:ext cx="812800" cy="590550"/>
          </a:xfrm>
          <a:prstGeom prst="rect">
            <a:avLst/>
          </a:prstGeom>
        </p:spPr>
      </p:pic>
      <p:sp>
        <p:nvSpPr>
          <p:cNvPr id="57" name="!!formulacion:a9e80d7671"/>
          <p:cNvSpPr txBox="1"/>
          <p:nvPr/>
        </p:nvSpPr>
        <p:spPr>
          <a:xfrm>
            <a:off x="698500" y="5357520"/>
            <a:ext cx="146050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3F4A5A"/>
                </a:solidFill>
                <a:latin typeface="Calibri"/>
              </a:rPr>
              <a:t>el interior se interpola</a:t>
            </a:r>
            <a:br/>
            <a:r>
              <a:rPr sz="1100" b="1" i="0">
                <a:solidFill>
                  <a:srgbClr val="3F4A5A"/>
                </a:solidFill>
                <a:latin typeface="Calibri"/>
              </a:rPr>
              <a:t>desde los nodos</a:t>
            </a:r>
          </a:p>
        </p:txBody>
      </p:sp>
      <p:sp>
        <p:nvSpPr>
          <p:cNvPr id="58" name="!!formulacion:3e73620456"/>
          <p:cNvSpPr txBox="1"/>
          <p:nvPr/>
        </p:nvSpPr>
        <p:spPr>
          <a:xfrm>
            <a:off x="698500" y="5161763"/>
            <a:ext cx="1460500" cy="175260"/>
          </a:xfrm>
          <a:prstGeom prst="rect">
            <a:avLst/>
          </a:prstGeom>
          <a:noFill/>
        </p:spPr>
        <p:txBody>
          <a:bodyPr wrap="square" lIns="0" rIns="0" tIns="0" bIns="0" anchor="t"/>
          <a:lstStyle/>
          <a:p>
            <a:pPr algn="ctr">
              <a:lnSpc>
                <a:spcPts val="1380"/>
              </a:lnSpc>
              <a:spcBef>
                <a:spcPts val="0"/>
              </a:spcBef>
              <a:spcAft>
                <a:spcPts val="0"/>
              </a:spcAft>
            </a:pPr>
            <a:r>
              <a:rPr sz="1200" b="1" i="0">
                <a:solidFill>
                  <a:srgbClr val="1F2937"/>
                </a:solidFill>
                <a:latin typeface="Calibri"/>
              </a:rPr>
              <a:t>Funciones de forma</a:t>
            </a:r>
          </a:p>
        </p:txBody>
      </p:sp>
      <p:sp>
        <p:nvSpPr>
          <p:cNvPr id="59" name="!!formulacion:a9241bc34c"/>
          <p:cNvSpPr/>
          <p:nvPr/>
        </p:nvSpPr>
        <p:spPr>
          <a:xfrm>
            <a:off x="2406650" y="4527550"/>
            <a:ext cx="1574800" cy="1587500"/>
          </a:xfrm>
          <a:prstGeom prst="roundRect">
            <a:avLst>
              <a:gd name="adj" fmla="val 5241"/>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formulacion:ad7d1cffc4" descr="3120fbdd070b2e09.png"/>
          <p:cNvPicPr>
            <a:picLocks noChangeAspect="1"/>
          </p:cNvPicPr>
          <p:nvPr/>
        </p:nvPicPr>
        <p:blipFill>
          <a:blip r:embed="rId4"/>
          <a:stretch>
            <a:fillRect/>
          </a:stretch>
        </p:blipFill>
        <p:spPr>
          <a:xfrm>
            <a:off x="2813050" y="4413250"/>
            <a:ext cx="774700" cy="590550"/>
          </a:xfrm>
          <a:prstGeom prst="rect">
            <a:avLst/>
          </a:prstGeom>
        </p:spPr>
      </p:pic>
      <p:sp>
        <p:nvSpPr>
          <p:cNvPr id="61" name="!!formulacion:2e74900f11"/>
          <p:cNvSpPr txBox="1"/>
          <p:nvPr/>
        </p:nvSpPr>
        <p:spPr>
          <a:xfrm>
            <a:off x="2463800" y="5357520"/>
            <a:ext cx="146050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3F4A5A"/>
                </a:solidFill>
                <a:latin typeface="Calibri"/>
              </a:rPr>
              <a:t>de desplazamientos a</a:t>
            </a:r>
            <a:br/>
            <a:r>
              <a:rPr sz="1100" b="1" i="0">
                <a:solidFill>
                  <a:srgbClr val="3F4A5A"/>
                </a:solidFill>
                <a:latin typeface="Calibri"/>
              </a:rPr>
              <a:t>deformaciones</a:t>
            </a:r>
          </a:p>
        </p:txBody>
      </p:sp>
      <p:sp>
        <p:nvSpPr>
          <p:cNvPr id="62" name="!!formulacion:7086df3745"/>
          <p:cNvSpPr txBox="1"/>
          <p:nvPr/>
        </p:nvSpPr>
        <p:spPr>
          <a:xfrm>
            <a:off x="2463800" y="5161763"/>
            <a:ext cx="1460500" cy="175260"/>
          </a:xfrm>
          <a:prstGeom prst="rect">
            <a:avLst/>
          </a:prstGeom>
          <a:noFill/>
        </p:spPr>
        <p:txBody>
          <a:bodyPr wrap="square" lIns="0" rIns="0" tIns="0" bIns="0" anchor="t"/>
          <a:lstStyle/>
          <a:p>
            <a:pPr algn="ctr">
              <a:lnSpc>
                <a:spcPts val="1380"/>
              </a:lnSpc>
              <a:spcBef>
                <a:spcPts val="0"/>
              </a:spcBef>
              <a:spcAft>
                <a:spcPts val="0"/>
              </a:spcAft>
            </a:pPr>
            <a:r>
              <a:rPr sz="1200" b="1" i="0">
                <a:solidFill>
                  <a:srgbClr val="1F2937"/>
                </a:solidFill>
                <a:latin typeface="Calibri"/>
              </a:rPr>
              <a:t>Matriz B</a:t>
            </a:r>
          </a:p>
        </p:txBody>
      </p:sp>
      <p:sp>
        <p:nvSpPr>
          <p:cNvPr id="63" name="!!formulacion:ab68ccd3ee"/>
          <p:cNvSpPr/>
          <p:nvPr/>
        </p:nvSpPr>
        <p:spPr>
          <a:xfrm>
            <a:off x="4171950" y="4527550"/>
            <a:ext cx="1574800" cy="1587500"/>
          </a:xfrm>
          <a:prstGeom prst="roundRect">
            <a:avLst>
              <a:gd name="adj" fmla="val 5241"/>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formulacion:829d9c165c" descr="254d62983654ce45.png"/>
          <p:cNvPicPr>
            <a:picLocks noChangeAspect="1"/>
          </p:cNvPicPr>
          <p:nvPr/>
        </p:nvPicPr>
        <p:blipFill>
          <a:blip r:embed="rId5"/>
          <a:stretch>
            <a:fillRect/>
          </a:stretch>
        </p:blipFill>
        <p:spPr>
          <a:xfrm>
            <a:off x="4597400" y="4730750"/>
            <a:ext cx="723900" cy="266700"/>
          </a:xfrm>
          <a:prstGeom prst="rect">
            <a:avLst/>
          </a:prstGeom>
        </p:spPr>
      </p:pic>
      <p:sp>
        <p:nvSpPr>
          <p:cNvPr id="65" name="!!formulacion:5d9a48b901"/>
          <p:cNvSpPr txBox="1"/>
          <p:nvPr/>
        </p:nvSpPr>
        <p:spPr>
          <a:xfrm>
            <a:off x="4229100" y="5357520"/>
            <a:ext cx="1460500" cy="33528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3F4A5A"/>
                </a:solidFill>
                <a:latin typeface="Calibri"/>
              </a:rPr>
              <a:t>de deformaciones a</a:t>
            </a:r>
            <a:br/>
            <a:r>
              <a:rPr sz="1100" b="1" i="0">
                <a:solidFill>
                  <a:srgbClr val="3F4A5A"/>
                </a:solidFill>
                <a:latin typeface="Calibri"/>
              </a:rPr>
              <a:t>tensiones: el material</a:t>
            </a:r>
          </a:p>
        </p:txBody>
      </p:sp>
      <p:sp>
        <p:nvSpPr>
          <p:cNvPr id="66" name="!!formulacion:e8e4f9e05b"/>
          <p:cNvSpPr txBox="1"/>
          <p:nvPr/>
        </p:nvSpPr>
        <p:spPr>
          <a:xfrm>
            <a:off x="4229100" y="5161763"/>
            <a:ext cx="1460500" cy="175260"/>
          </a:xfrm>
          <a:prstGeom prst="rect">
            <a:avLst/>
          </a:prstGeom>
          <a:noFill/>
        </p:spPr>
        <p:txBody>
          <a:bodyPr wrap="square" lIns="0" rIns="0" tIns="0" bIns="0" anchor="t"/>
          <a:lstStyle/>
          <a:p>
            <a:pPr algn="ctr">
              <a:lnSpc>
                <a:spcPts val="1380"/>
              </a:lnSpc>
              <a:spcBef>
                <a:spcPts val="0"/>
              </a:spcBef>
              <a:spcAft>
                <a:spcPts val="0"/>
              </a:spcAft>
            </a:pPr>
            <a:r>
              <a:rPr sz="1200" b="1" i="0">
                <a:solidFill>
                  <a:srgbClr val="1F2937"/>
                </a:solidFill>
                <a:latin typeface="Calibri"/>
              </a:rPr>
              <a:t>Matriz D</a:t>
            </a:r>
          </a:p>
        </p:txBody>
      </p:sp>
      <p:sp>
        <p:nvSpPr>
          <p:cNvPr id="67" name="!!formulacion:349ccc230e"/>
          <p:cNvSpPr/>
          <p:nvPr/>
        </p:nvSpPr>
        <p:spPr>
          <a:xfrm>
            <a:off x="5937250" y="4527550"/>
            <a:ext cx="2082800" cy="1587500"/>
          </a:xfrm>
          <a:prstGeom prst="roundRect">
            <a:avLst>
              <a:gd name="adj" fmla="val 5200"/>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formulacion:9bd06dee51" descr="26b523e2399872ca.png"/>
          <p:cNvPicPr>
            <a:picLocks noChangeAspect="1"/>
          </p:cNvPicPr>
          <p:nvPr/>
        </p:nvPicPr>
        <p:blipFill>
          <a:blip r:embed="rId6"/>
          <a:stretch>
            <a:fillRect/>
          </a:stretch>
        </p:blipFill>
        <p:spPr>
          <a:xfrm>
            <a:off x="6083300" y="4279900"/>
            <a:ext cx="1790700" cy="857250"/>
          </a:xfrm>
          <a:prstGeom prst="rect">
            <a:avLst/>
          </a:prstGeom>
        </p:spPr>
      </p:pic>
      <p:sp>
        <p:nvSpPr>
          <p:cNvPr id="69" name="!!formulacion:943f0309d0"/>
          <p:cNvSpPr txBox="1"/>
          <p:nvPr/>
        </p:nvSpPr>
        <p:spPr>
          <a:xfrm>
            <a:off x="5994400" y="5357520"/>
            <a:ext cx="19685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3F4A5A"/>
                </a:solidFill>
                <a:latin typeface="Calibri"/>
              </a:rPr>
              <a:t>se integra sobre su área</a:t>
            </a:r>
          </a:p>
        </p:txBody>
      </p:sp>
      <p:sp>
        <p:nvSpPr>
          <p:cNvPr id="70" name="!!formulacion:e045b52a51"/>
          <p:cNvSpPr txBox="1"/>
          <p:nvPr/>
        </p:nvSpPr>
        <p:spPr>
          <a:xfrm>
            <a:off x="5994400" y="5161763"/>
            <a:ext cx="1968500" cy="175260"/>
          </a:xfrm>
          <a:prstGeom prst="rect">
            <a:avLst/>
          </a:prstGeom>
          <a:noFill/>
        </p:spPr>
        <p:txBody>
          <a:bodyPr wrap="square" lIns="0" rIns="0" tIns="0" bIns="0" anchor="t"/>
          <a:lstStyle/>
          <a:p>
            <a:pPr algn="ctr">
              <a:lnSpc>
                <a:spcPts val="1380"/>
              </a:lnSpc>
              <a:spcBef>
                <a:spcPts val="0"/>
              </a:spcBef>
              <a:spcAft>
                <a:spcPts val="0"/>
              </a:spcAft>
            </a:pPr>
            <a:r>
              <a:rPr sz="1200" b="1" i="0">
                <a:solidFill>
                  <a:srgbClr val="1F2937"/>
                </a:solidFill>
                <a:latin typeface="Calibri"/>
              </a:rPr>
              <a:t>Rigidez del elemento</a:t>
            </a:r>
          </a:p>
        </p:txBody>
      </p:sp>
      <p:sp>
        <p:nvSpPr>
          <p:cNvPr id="71" name="!!formulacion:ee23a7c1fb"/>
          <p:cNvSpPr/>
          <p:nvPr/>
        </p:nvSpPr>
        <p:spPr>
          <a:xfrm>
            <a:off x="8210550" y="4527550"/>
            <a:ext cx="1574800" cy="1587500"/>
          </a:xfrm>
          <a:prstGeom prst="roundRect">
            <a:avLst>
              <a:gd name="adj" fmla="val 5241"/>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formulacion:dbac9c56a1" descr="26c2109243922de8.png"/>
          <p:cNvPicPr>
            <a:picLocks noChangeAspect="1"/>
          </p:cNvPicPr>
          <p:nvPr/>
        </p:nvPicPr>
        <p:blipFill>
          <a:blip r:embed="rId7"/>
          <a:stretch>
            <a:fillRect/>
          </a:stretch>
        </p:blipFill>
        <p:spPr>
          <a:xfrm>
            <a:off x="8553450" y="4216400"/>
            <a:ext cx="901700" cy="850900"/>
          </a:xfrm>
          <a:prstGeom prst="rect">
            <a:avLst/>
          </a:prstGeom>
        </p:spPr>
      </p:pic>
      <p:sp>
        <p:nvSpPr>
          <p:cNvPr id="73" name="!!formulacion:b4a75793dc"/>
          <p:cNvSpPr txBox="1"/>
          <p:nvPr/>
        </p:nvSpPr>
        <p:spPr>
          <a:xfrm>
            <a:off x="8267700" y="5357520"/>
            <a:ext cx="14605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3F4A5A"/>
                </a:solidFill>
                <a:latin typeface="Calibri"/>
              </a:rPr>
              <a:t>cada k</a:t>
            </a:r>
            <a:r>
              <a:rPr sz="1100" b="1" i="0" baseline="-25000">
                <a:solidFill>
                  <a:srgbClr val="3F4A5A"/>
                </a:solidFill>
                <a:latin typeface="Calibri"/>
              </a:rPr>
              <a:t>e</a:t>
            </a:r>
            <a:r>
              <a:rPr sz="1100" b="1" i="0">
                <a:solidFill>
                  <a:srgbClr val="3F4A5A"/>
                </a:solidFill>
                <a:latin typeface="Calibri"/>
              </a:rPr>
              <a:t> en su lugar de K</a:t>
            </a:r>
          </a:p>
        </p:txBody>
      </p:sp>
      <p:sp>
        <p:nvSpPr>
          <p:cNvPr id="74" name="!!formulacion:ca1e88456b"/>
          <p:cNvSpPr txBox="1"/>
          <p:nvPr/>
        </p:nvSpPr>
        <p:spPr>
          <a:xfrm>
            <a:off x="8267700" y="5161763"/>
            <a:ext cx="1460500" cy="175260"/>
          </a:xfrm>
          <a:prstGeom prst="rect">
            <a:avLst/>
          </a:prstGeom>
          <a:noFill/>
        </p:spPr>
        <p:txBody>
          <a:bodyPr wrap="square" lIns="0" rIns="0" tIns="0" bIns="0" anchor="t"/>
          <a:lstStyle/>
          <a:p>
            <a:pPr algn="ctr">
              <a:lnSpc>
                <a:spcPts val="1380"/>
              </a:lnSpc>
              <a:spcBef>
                <a:spcPts val="0"/>
              </a:spcBef>
              <a:spcAft>
                <a:spcPts val="0"/>
              </a:spcAft>
            </a:pPr>
            <a:r>
              <a:rPr sz="1200" b="1" i="0">
                <a:solidFill>
                  <a:srgbClr val="1F2937"/>
                </a:solidFill>
                <a:latin typeface="Calibri"/>
              </a:rPr>
              <a:t>Ensamblaje</a:t>
            </a:r>
          </a:p>
        </p:txBody>
      </p:sp>
      <p:sp>
        <p:nvSpPr>
          <p:cNvPr id="75" name="!!formulacion:46dbdadcf9"/>
          <p:cNvSpPr/>
          <p:nvPr/>
        </p:nvSpPr>
        <p:spPr>
          <a:xfrm>
            <a:off x="9979025" y="4530725"/>
            <a:ext cx="1568450" cy="1581150"/>
          </a:xfrm>
          <a:prstGeom prst="roundRect">
            <a:avLst>
              <a:gd name="adj" fmla="val 5060"/>
            </a:avLst>
          </a:prstGeom>
          <a:solidFill>
            <a:srgbClr val="FDF1E2"/>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formulacion:314f46bcf5" descr="7a34ac15745ec98d.png"/>
          <p:cNvPicPr>
            <a:picLocks noChangeAspect="1"/>
          </p:cNvPicPr>
          <p:nvPr/>
        </p:nvPicPr>
        <p:blipFill>
          <a:blip r:embed="rId8"/>
          <a:stretch>
            <a:fillRect/>
          </a:stretch>
        </p:blipFill>
        <p:spPr>
          <a:xfrm>
            <a:off x="10306050" y="4711700"/>
            <a:ext cx="914400" cy="311150"/>
          </a:xfrm>
          <a:prstGeom prst="rect">
            <a:avLst/>
          </a:prstGeom>
        </p:spPr>
      </p:pic>
      <p:sp>
        <p:nvSpPr>
          <p:cNvPr id="77" name="!!formulacion:85b98666c3"/>
          <p:cNvSpPr txBox="1"/>
          <p:nvPr/>
        </p:nvSpPr>
        <p:spPr>
          <a:xfrm>
            <a:off x="10039350" y="5363870"/>
            <a:ext cx="1447800"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3F4A5A"/>
                </a:solidFill>
                <a:latin typeface="Calibri"/>
              </a:rPr>
              <a:t>que el del pórtico</a:t>
            </a:r>
          </a:p>
        </p:txBody>
      </p:sp>
      <p:sp>
        <p:nvSpPr>
          <p:cNvPr id="78" name="!!formulacion:8b28388fd3"/>
          <p:cNvSpPr txBox="1"/>
          <p:nvPr/>
        </p:nvSpPr>
        <p:spPr>
          <a:xfrm>
            <a:off x="10039350" y="5168113"/>
            <a:ext cx="1447800" cy="175260"/>
          </a:xfrm>
          <a:prstGeom prst="rect">
            <a:avLst/>
          </a:prstGeom>
          <a:noFill/>
        </p:spPr>
        <p:txBody>
          <a:bodyPr wrap="square" lIns="0" rIns="0" tIns="0" bIns="0" anchor="t"/>
          <a:lstStyle/>
          <a:p>
            <a:pPr algn="ctr">
              <a:lnSpc>
                <a:spcPts val="1380"/>
              </a:lnSpc>
              <a:spcBef>
                <a:spcPts val="0"/>
              </a:spcBef>
              <a:spcAft>
                <a:spcPts val="0"/>
              </a:spcAft>
            </a:pPr>
            <a:r>
              <a:rPr sz="1200" b="1" i="0">
                <a:solidFill>
                  <a:srgbClr val="1F2937"/>
                </a:solidFill>
                <a:latin typeface="Calibri"/>
              </a:rPr>
              <a:t>El mismo sistema</a:t>
            </a:r>
          </a:p>
        </p:txBody>
      </p:sp>
      <p:sp>
        <p:nvSpPr>
          <p:cNvPr id="79" name="!!formulacion:fed25fac81"/>
          <p:cNvSpPr/>
          <p:nvPr/>
        </p:nvSpPr>
        <p:spPr>
          <a:xfrm>
            <a:off x="8955088" y="1349375"/>
            <a:ext cx="2598738" cy="285750"/>
          </a:xfrm>
          <a:prstGeom prst="roundRect">
            <a:avLst>
              <a:gd name="adj" fmla="val 50000"/>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ormulacion:0083e43ba1"/>
          <p:cNvSpPr txBox="1"/>
          <p:nvPr/>
        </p:nvSpPr>
        <p:spPr>
          <a:xfrm>
            <a:off x="9313862" y="1407768"/>
            <a:ext cx="218598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5B6575"/>
                </a:solidFill>
                <a:latin typeface="Calibri"/>
              </a:rPr>
              <a:t>De la forma débil a</a:t>
            </a:r>
          </a:p>
        </p:txBody>
      </p:sp>
      <p:sp>
        <p:nvSpPr>
          <p:cNvPr id="81" name="!!formulacion:99790fd547"/>
          <p:cNvSpPr/>
          <p:nvPr/>
        </p:nvSpPr>
        <p:spPr>
          <a:xfrm>
            <a:off x="9059862" y="1397000"/>
            <a:ext cx="190500" cy="190500"/>
          </a:xfrm>
          <a:prstGeom prst="ellipse">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ormulacion:65fbdfe097"/>
          <p:cNvSpPr txBox="1"/>
          <p:nvPr/>
        </p:nvSpPr>
        <p:spPr>
          <a:xfrm>
            <a:off x="9034462" y="1411437"/>
            <a:ext cx="241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5B6575"/>
                </a:solidFill>
                <a:latin typeface="Calibri"/>
              </a:rPr>
              <a:t>4</a:t>
            </a:r>
          </a:p>
        </p:txBody>
      </p:sp>
      <p:sp>
        <p:nvSpPr>
          <p:cNvPr id="83" name="!!formulacion:7a900aa4f0"/>
          <p:cNvSpPr txBox="1"/>
          <p:nvPr/>
        </p:nvSpPr>
        <p:spPr>
          <a:xfrm>
            <a:off x="10524744" y="1407768"/>
            <a:ext cx="621602"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5B6575"/>
                </a:solidFill>
                <a:latin typeface="Calibri"/>
              </a:rPr>
              <a:t>K u = F</a:t>
            </a:r>
          </a:p>
        </p:txBody>
      </p:sp>
      <p:pic>
        <p:nvPicPr>
          <p:cNvPr id="84" name="!!formulacion:f2d8e8049b" descr="f06aef89b9e7827a.png"/>
          <p:cNvPicPr>
            <a:picLocks noChangeAspect="1"/>
          </p:cNvPicPr>
          <p:nvPr/>
        </p:nvPicPr>
        <p:blipFill>
          <a:blip r:embed="rId9"/>
          <a:stretch>
            <a:fillRect/>
          </a:stretch>
        </p:blipFill>
        <p:spPr>
          <a:xfrm>
            <a:off x="635000" y="1739900"/>
            <a:ext cx="10922000" cy="3302000"/>
          </a:xfrm>
          <a:prstGeom prst="rect">
            <a:avLst/>
          </a:prstGeom>
        </p:spPr>
      </p:pic>
      <p:sp>
        <p:nvSpPr>
          <p:cNvPr id="85" name="!!formulacion:cc23ab52fe"/>
          <p:cNvSpPr txBox="1"/>
          <p:nvPr/>
        </p:nvSpPr>
        <p:spPr>
          <a:xfrm>
            <a:off x="840740" y="4816507"/>
            <a:ext cx="4922520" cy="396875"/>
          </a:xfrm>
          <a:prstGeom prst="rect">
            <a:avLst/>
          </a:prstGeom>
          <a:noFill/>
        </p:spPr>
        <p:txBody>
          <a:bodyPr wrap="square" lIns="0" rIns="0" tIns="0" bIns="0" anchor="t"/>
          <a:lstStyle/>
          <a:p>
            <a:pPr algn="ctr">
              <a:lnSpc>
                <a:spcPts val="1562"/>
              </a:lnSpc>
              <a:spcBef>
                <a:spcPts val="0"/>
              </a:spcBef>
              <a:spcAft>
                <a:spcPts val="0"/>
              </a:spcAft>
            </a:pPr>
            <a:r>
              <a:rPr sz="1250" b="1" i="0">
                <a:solidFill>
                  <a:srgbClr val="3F4A5A"/>
                </a:solidFill>
                <a:latin typeface="Calibri"/>
              </a:rPr>
              <a:t>δu: un desplazamiento</a:t>
            </a:r>
            <a:r>
              <a:rPr sz="1250" b="1" i="0">
                <a:solidFill>
                  <a:srgbClr val="1F2937"/>
                </a:solidFill>
                <a:latin typeface="Calibri"/>
              </a:rPr>
              <a:t> imaginario</a:t>
            </a:r>
            <a:r>
              <a:rPr sz="1250" b="1" i="0">
                <a:solidFill>
                  <a:srgbClr val="3F4A5A"/>
                </a:solidFill>
                <a:latin typeface="Calibri"/>
              </a:rPr>
              <a:t> y pequeño (aquí, ampliado)</a:t>
            </a:r>
            <a:br/>
            <a:r>
              <a:rPr sz="1250" b="1" i="0">
                <a:solidFill>
                  <a:srgbClr val="3F4A5A"/>
                </a:solidFill>
                <a:latin typeface="Calibri"/>
              </a:rPr>
              <a:t>que es</a:t>
            </a:r>
            <a:r>
              <a:rPr sz="1250" b="1" i="0">
                <a:solidFill>
                  <a:srgbClr val="1F2937"/>
                </a:solidFill>
                <a:latin typeface="Calibri"/>
              </a:rPr>
              <a:t> nulo en los apoyos</a:t>
            </a:r>
          </a:p>
        </p:txBody>
      </p:sp>
      <p:sp>
        <p:nvSpPr>
          <p:cNvPr id="86" name="!!formulacion:845c353620"/>
          <p:cNvSpPr txBox="1"/>
          <p:nvPr/>
        </p:nvSpPr>
        <p:spPr>
          <a:xfrm>
            <a:off x="6134100" y="4609960"/>
            <a:ext cx="1701800" cy="160655"/>
          </a:xfrm>
          <a:prstGeom prst="rect">
            <a:avLst/>
          </a:prstGeom>
          <a:noFill/>
        </p:spPr>
        <p:txBody>
          <a:bodyPr wrap="square" lIns="0" rIns="0" tIns="0" bIns="0" anchor="t"/>
          <a:lstStyle/>
          <a:p>
            <a:pPr algn="ctr">
              <a:lnSpc>
                <a:spcPts val="1265"/>
              </a:lnSpc>
              <a:spcBef>
                <a:spcPts val="0"/>
              </a:spcBef>
              <a:spcAft>
                <a:spcPts val="0"/>
              </a:spcAft>
            </a:pPr>
            <a:r>
              <a:rPr sz="1100" b="1" i="0">
                <a:solidFill>
                  <a:srgbClr val="3F4A5A"/>
                </a:solidFill>
                <a:latin typeface="Calibri"/>
              </a:rPr>
              <a:t>de las tensiones</a:t>
            </a:r>
          </a:p>
        </p:txBody>
      </p:sp>
      <p:sp>
        <p:nvSpPr>
          <p:cNvPr id="87" name="!!formulacion:5a87d706d5"/>
          <p:cNvSpPr txBox="1"/>
          <p:nvPr/>
        </p:nvSpPr>
        <p:spPr>
          <a:xfrm>
            <a:off x="6134100" y="4415174"/>
            <a:ext cx="1701800" cy="197168"/>
          </a:xfrm>
          <a:prstGeom prst="rect">
            <a:avLst/>
          </a:prstGeom>
          <a:noFill/>
        </p:spPr>
        <p:txBody>
          <a:bodyPr wrap="square" lIns="0" rIns="0" tIns="0" bIns="0" anchor="t"/>
          <a:lstStyle/>
          <a:p>
            <a:pPr algn="ctr">
              <a:lnSpc>
                <a:spcPts val="1552"/>
              </a:lnSpc>
              <a:spcBef>
                <a:spcPts val="0"/>
              </a:spcBef>
              <a:spcAft>
                <a:spcPts val="0"/>
              </a:spcAft>
            </a:pPr>
            <a:r>
              <a:rPr sz="1350" b="1" i="0">
                <a:solidFill>
                  <a:srgbClr val="0E7C9B"/>
                </a:solidFill>
                <a:latin typeface="Calibri"/>
              </a:rPr>
              <a:t>Trabajo interno</a:t>
            </a:r>
          </a:p>
        </p:txBody>
      </p:sp>
      <p:sp>
        <p:nvSpPr>
          <p:cNvPr id="88" name="!!formulacion:364e88561c"/>
          <p:cNvSpPr txBox="1"/>
          <p:nvPr/>
        </p:nvSpPr>
        <p:spPr>
          <a:xfrm>
            <a:off x="9690100" y="4609960"/>
            <a:ext cx="1701800" cy="160655"/>
          </a:xfrm>
          <a:prstGeom prst="rect">
            <a:avLst/>
          </a:prstGeom>
          <a:noFill/>
        </p:spPr>
        <p:txBody>
          <a:bodyPr wrap="square" lIns="0" rIns="0" tIns="0" bIns="0" anchor="t"/>
          <a:lstStyle/>
          <a:p>
            <a:pPr algn="ctr">
              <a:lnSpc>
                <a:spcPts val="1265"/>
              </a:lnSpc>
              <a:spcBef>
                <a:spcPts val="0"/>
              </a:spcBef>
              <a:spcAft>
                <a:spcPts val="0"/>
              </a:spcAft>
            </a:pPr>
            <a:r>
              <a:rPr sz="1100" b="1" i="0">
                <a:solidFill>
                  <a:srgbClr val="3F4A5A"/>
                </a:solidFill>
                <a:latin typeface="Calibri"/>
              </a:rPr>
              <a:t>de las cargas</a:t>
            </a:r>
          </a:p>
        </p:txBody>
      </p:sp>
      <p:sp>
        <p:nvSpPr>
          <p:cNvPr id="89" name="!!formulacion:03d1eb6202"/>
          <p:cNvSpPr txBox="1"/>
          <p:nvPr/>
        </p:nvSpPr>
        <p:spPr>
          <a:xfrm>
            <a:off x="9690100" y="4415174"/>
            <a:ext cx="1701800" cy="197168"/>
          </a:xfrm>
          <a:prstGeom prst="rect">
            <a:avLst/>
          </a:prstGeom>
          <a:noFill/>
        </p:spPr>
        <p:txBody>
          <a:bodyPr wrap="square" lIns="0" rIns="0" tIns="0" bIns="0" anchor="t"/>
          <a:lstStyle/>
          <a:p>
            <a:pPr algn="ctr">
              <a:lnSpc>
                <a:spcPts val="1552"/>
              </a:lnSpc>
              <a:spcBef>
                <a:spcPts val="0"/>
              </a:spcBef>
              <a:spcAft>
                <a:spcPts val="0"/>
              </a:spcAft>
            </a:pPr>
            <a:r>
              <a:rPr sz="1350" b="1" i="0">
                <a:solidFill>
                  <a:srgbClr val="D9342B"/>
                </a:solidFill>
                <a:latin typeface="Calibri"/>
              </a:rPr>
              <a:t>Trabajo externo</a:t>
            </a:r>
          </a:p>
        </p:txBody>
      </p:sp>
      <p:sp>
        <p:nvSpPr>
          <p:cNvPr id="90" name="!!formulacion:2c26ab8d1f"/>
          <p:cNvSpPr/>
          <p:nvPr/>
        </p:nvSpPr>
        <p:spPr>
          <a:xfrm>
            <a:off x="6102350" y="4870450"/>
            <a:ext cx="5448300" cy="548068"/>
          </a:xfrm>
          <a:prstGeom prst="roundRect">
            <a:avLst>
              <a:gd name="adj" fmla="val 10427"/>
            </a:avLst>
          </a:prstGeom>
          <a:solidFill>
            <a:srgbClr val="E4F3EA"/>
          </a:solidFill>
          <a:ln w="1270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ormulacion:6fdf1cd999"/>
          <p:cNvSpPr txBox="1"/>
          <p:nvPr/>
        </p:nvSpPr>
        <p:spPr>
          <a:xfrm>
            <a:off x="6170930" y="4929642"/>
            <a:ext cx="5311140" cy="433832"/>
          </a:xfrm>
          <a:prstGeom prst="rect">
            <a:avLst/>
          </a:prstGeom>
          <a:noFill/>
        </p:spPr>
        <p:txBody>
          <a:bodyPr wrap="square" lIns="0" rIns="0" tIns="0" bIns="0" anchor="t"/>
          <a:lstStyle/>
          <a:p>
            <a:pPr algn="ctr">
              <a:lnSpc>
                <a:spcPts val="1708"/>
              </a:lnSpc>
              <a:spcBef>
                <a:spcPts val="0"/>
              </a:spcBef>
              <a:spcAft>
                <a:spcPts val="0"/>
              </a:spcAft>
            </a:pPr>
            <a:r>
              <a:rPr sz="1400" b="1" i="0">
                <a:solidFill>
                  <a:srgbClr val="2E8B57"/>
                </a:solidFill>
                <a:latin typeface="Calibri"/>
              </a:rPr>
              <a:t>Para todo δu compatible con los apoyos:</a:t>
            </a:r>
            <a:r>
              <a:rPr sz="1400" b="0" i="0">
                <a:solidFill>
                  <a:srgbClr val="1F2937"/>
                </a:solidFill>
                <a:latin typeface="Calibri"/>
              </a:rPr>
              <a:t> interno = externo ⇔</a:t>
            </a:r>
            <a:br/>
            <a:r>
              <a:rPr sz="1400" b="0" i="0">
                <a:solidFill>
                  <a:srgbClr val="1F2937"/>
                </a:solidFill>
                <a:latin typeface="Calibri"/>
              </a:rPr>
              <a:t>equilibrio</a:t>
            </a:r>
          </a:p>
        </p:txBody>
      </p:sp>
      <p:sp>
        <p:nvSpPr>
          <p:cNvPr id="92" name="!!formulacion:1c3f44471a"/>
          <p:cNvSpPr/>
          <p:nvPr/>
        </p:nvSpPr>
        <p:spPr>
          <a:xfrm>
            <a:off x="644525" y="5318125"/>
            <a:ext cx="1170559" cy="724916"/>
          </a:xfrm>
          <a:prstGeom prst="roundRect">
            <a:avLst>
              <a:gd name="adj" fmla="val 9197"/>
            </a:avLst>
          </a:prstGeom>
          <a:solidFill>
            <a:srgbClr val="0E7C9B">
              <a:alpha val="12000"/>
            </a:srgbClr>
          </a:solidFill>
          <a:ln w="19050">
            <a:solidFill>
              <a:srgbClr val="0E7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3" name="!!formulacion:3bf2d269cb" descr="3d267aa3fdf6a902.png"/>
          <p:cNvPicPr>
            <a:picLocks noChangeAspect="1"/>
          </p:cNvPicPr>
          <p:nvPr/>
        </p:nvPicPr>
        <p:blipFill>
          <a:blip r:embed="rId10"/>
          <a:stretch>
            <a:fillRect/>
          </a:stretch>
        </p:blipFill>
        <p:spPr>
          <a:xfrm>
            <a:off x="755650" y="5029200"/>
            <a:ext cx="952500" cy="812800"/>
          </a:xfrm>
          <a:prstGeom prst="rect">
            <a:avLst/>
          </a:prstGeom>
        </p:spPr>
      </p:pic>
      <p:sp>
        <p:nvSpPr>
          <p:cNvPr id="94" name="!!formulacion:c7aa7c1b0e"/>
          <p:cNvSpPr txBox="1"/>
          <p:nvPr/>
        </p:nvSpPr>
        <p:spPr>
          <a:xfrm>
            <a:off x="789178" y="5828878"/>
            <a:ext cx="93199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0E7C9B"/>
                </a:solidFill>
                <a:latin typeface="Calibri"/>
              </a:rPr>
              <a:t>trabajo interno</a:t>
            </a:r>
          </a:p>
        </p:txBody>
      </p:sp>
      <p:sp>
        <p:nvSpPr>
          <p:cNvPr id="95" name="!!formulacion:f8e51bbb6e"/>
          <p:cNvSpPr txBox="1"/>
          <p:nvPr/>
        </p:nvSpPr>
        <p:spPr>
          <a:xfrm>
            <a:off x="1913509" y="5477383"/>
            <a:ext cx="323342" cy="304800"/>
          </a:xfrm>
          <a:prstGeom prst="rect">
            <a:avLst/>
          </a:prstGeom>
          <a:noFill/>
        </p:spPr>
        <p:txBody>
          <a:bodyPr wrap="square" lIns="0" rIns="0" tIns="0" bIns="0" anchor="t"/>
          <a:lstStyle/>
          <a:p>
            <a:pPr algn="l">
              <a:lnSpc>
                <a:spcPts val="2400"/>
              </a:lnSpc>
              <a:spcBef>
                <a:spcPts val="0"/>
              </a:spcBef>
              <a:spcAft>
                <a:spcPts val="0"/>
              </a:spcAft>
            </a:pPr>
            <a:r>
              <a:rPr sz="2400" b="1" i="0">
                <a:solidFill>
                  <a:srgbClr val="1F2937"/>
                </a:solidFill>
                <a:latin typeface="Calibri"/>
              </a:rPr>
              <a:t>=</a:t>
            </a:r>
          </a:p>
        </p:txBody>
      </p:sp>
      <p:sp>
        <p:nvSpPr>
          <p:cNvPr id="96" name="!!formulacion:baa7fe08d3"/>
          <p:cNvSpPr/>
          <p:nvPr/>
        </p:nvSpPr>
        <p:spPr>
          <a:xfrm>
            <a:off x="2284540" y="5318125"/>
            <a:ext cx="2935859" cy="744030"/>
          </a:xfrm>
          <a:prstGeom prst="roundRect">
            <a:avLst>
              <a:gd name="adj" fmla="val 8961"/>
            </a:avLst>
          </a:prstGeom>
          <a:solidFill>
            <a:srgbClr val="D9342B">
              <a:alpha val="10000"/>
            </a:srgbClr>
          </a:solidFill>
          <a:ln w="19050">
            <a:solidFill>
              <a:srgbClr val="D934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7" name="!!formulacion:352e410512" descr="bc0c5394023f1e42.png"/>
          <p:cNvPicPr>
            <a:picLocks noChangeAspect="1"/>
          </p:cNvPicPr>
          <p:nvPr/>
        </p:nvPicPr>
        <p:blipFill>
          <a:blip r:embed="rId11"/>
          <a:stretch>
            <a:fillRect/>
          </a:stretch>
        </p:blipFill>
        <p:spPr>
          <a:xfrm>
            <a:off x="2692400" y="5029200"/>
            <a:ext cx="2120900" cy="825500"/>
          </a:xfrm>
          <a:prstGeom prst="rect">
            <a:avLst/>
          </a:prstGeom>
        </p:spPr>
      </p:pic>
      <p:sp>
        <p:nvSpPr>
          <p:cNvPr id="98" name="!!formulacion:844704c01c"/>
          <p:cNvSpPr txBox="1"/>
          <p:nvPr/>
        </p:nvSpPr>
        <p:spPr>
          <a:xfrm>
            <a:off x="2395664" y="5847992"/>
            <a:ext cx="2767902"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D9342B"/>
                </a:solidFill>
                <a:latin typeface="Calibri"/>
              </a:rPr>
              <a:t>trabajo externo: cargas de volumen y de borde</a:t>
            </a:r>
          </a:p>
        </p:txBody>
      </p:sp>
      <p:sp>
        <p:nvSpPr>
          <p:cNvPr id="99" name="!!formulacion:3fd15b53ca"/>
          <p:cNvSpPr txBox="1"/>
          <p:nvPr/>
        </p:nvSpPr>
        <p:spPr>
          <a:xfrm>
            <a:off x="647700" y="6113412"/>
            <a:ext cx="3465893"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5B6575"/>
                </a:solidFill>
                <a:latin typeface="Calibri"/>
              </a:rPr>
              <a:t>Ecuación 1.2 · [1, pp. 69–71; 15, pp. 77–79; 5, pp. 612–613]</a:t>
            </a:r>
          </a:p>
        </p:txBody>
      </p:sp>
      <p:sp>
        <p:nvSpPr>
          <p:cNvPr id="100" name="!!formulacion:226c42b09c"/>
          <p:cNvSpPr txBox="1"/>
          <p:nvPr/>
        </p:nvSpPr>
        <p:spPr>
          <a:xfrm>
            <a:off x="8890000" y="5486724"/>
            <a:ext cx="2098866" cy="175260"/>
          </a:xfrm>
          <a:prstGeom prst="rect">
            <a:avLst/>
          </a:prstGeom>
          <a:noFill/>
        </p:spPr>
        <p:txBody>
          <a:bodyPr wrap="square" lIns="0" rIns="0" tIns="0" bIns="0" anchor="t"/>
          <a:lstStyle/>
          <a:p>
            <a:pPr algn="l">
              <a:lnSpc>
                <a:spcPts val="1380"/>
              </a:lnSpc>
              <a:spcBef>
                <a:spcPts val="0"/>
              </a:spcBef>
              <a:spcAft>
                <a:spcPts val="0"/>
              </a:spcAft>
            </a:pPr>
            <a:r>
              <a:rPr sz="1150" b="1" i="0">
                <a:solidFill>
                  <a:srgbClr val="5B6575"/>
                </a:solidFill>
                <a:latin typeface="Calibri"/>
              </a:rPr>
              <a:t>Analogía: la palanca de la estática</a:t>
            </a:r>
          </a:p>
        </p:txBody>
      </p:sp>
      <p:pic>
        <p:nvPicPr>
          <p:cNvPr id="101" name="!!formulacion:948a8e90ec" descr="507505dbae58ee29.png"/>
          <p:cNvPicPr>
            <a:picLocks noChangeAspect="1"/>
          </p:cNvPicPr>
          <p:nvPr/>
        </p:nvPicPr>
        <p:blipFill>
          <a:blip r:embed="rId12"/>
          <a:stretch>
            <a:fillRect/>
          </a:stretch>
        </p:blipFill>
        <p:spPr>
          <a:xfrm>
            <a:off x="10388600" y="5594350"/>
            <a:ext cx="984250" cy="527050"/>
          </a:xfrm>
          <a:prstGeom prst="rect">
            <a:avLst/>
          </a:prstGeom>
        </p:spPr>
      </p:pic>
      <p:pic>
        <p:nvPicPr>
          <p:cNvPr id="102" name="!!formulacion:da777ddd39" descr="cb9dfa98d950c003.png"/>
          <p:cNvPicPr>
            <a:picLocks noChangeAspect="1"/>
          </p:cNvPicPr>
          <p:nvPr/>
        </p:nvPicPr>
        <p:blipFill>
          <a:blip r:embed="rId13"/>
          <a:stretch>
            <a:fillRect/>
          </a:stretch>
        </p:blipFill>
        <p:spPr>
          <a:xfrm>
            <a:off x="8890000" y="5676900"/>
            <a:ext cx="1422400" cy="609600"/>
          </a:xfrm>
          <a:prstGeom prst="rect">
            <a:avLst/>
          </a:prstGeom>
        </p:spPr>
      </p:pic>
      <p:pic>
        <p:nvPicPr>
          <p:cNvPr id="103" name="!!formulacion:6dc479b38f" descr="f23354f02ff1b162.png"/>
          <p:cNvPicPr>
            <a:picLocks noChangeAspect="1"/>
          </p:cNvPicPr>
          <p:nvPr/>
        </p:nvPicPr>
        <p:blipFill>
          <a:blip r:embed="rId14"/>
          <a:stretch>
            <a:fillRect/>
          </a:stretch>
        </p:blipFill>
        <p:spPr>
          <a:xfrm>
            <a:off x="635000" y="1739900"/>
            <a:ext cx="10922000" cy="3429000"/>
          </a:xfrm>
          <a:prstGeom prst="rect">
            <a:avLst/>
          </a:prstGeom>
        </p:spPr>
      </p:pic>
      <p:sp>
        <p:nvSpPr>
          <p:cNvPr id="104" name="!!formulacion:935b28262f"/>
          <p:cNvSpPr txBox="1"/>
          <p:nvPr/>
        </p:nvSpPr>
        <p:spPr>
          <a:xfrm>
            <a:off x="859790" y="4724324"/>
            <a:ext cx="2979420" cy="182880"/>
          </a:xfrm>
          <a:prstGeom prst="rect">
            <a:avLst/>
          </a:prstGeom>
          <a:noFill/>
        </p:spPr>
        <p:txBody>
          <a:bodyPr wrap="square" lIns="0" rIns="0" tIns="0" bIns="0" anchor="t"/>
          <a:lstStyle/>
          <a:p>
            <a:pPr algn="ctr">
              <a:lnSpc>
                <a:spcPts val="1440"/>
              </a:lnSpc>
              <a:spcBef>
                <a:spcPts val="0"/>
              </a:spcBef>
              <a:spcAft>
                <a:spcPts val="0"/>
              </a:spcAft>
            </a:pPr>
            <a:r>
              <a:rPr sz="1200" b="1" i="0">
                <a:solidFill>
                  <a:srgbClr val="3F4A5A"/>
                </a:solidFill>
                <a:latin typeface="Calibri"/>
              </a:rPr>
              <a:t>un punto cualquiera del cuerpo</a:t>
            </a:r>
          </a:p>
        </p:txBody>
      </p:sp>
      <p:sp>
        <p:nvSpPr>
          <p:cNvPr id="105" name="!!formulacion:ba02041ac5"/>
          <p:cNvSpPr txBox="1"/>
          <p:nvPr/>
        </p:nvSpPr>
        <p:spPr>
          <a:xfrm>
            <a:off x="4028440" y="4724324"/>
            <a:ext cx="3627120" cy="182880"/>
          </a:xfrm>
          <a:prstGeom prst="rect">
            <a:avLst/>
          </a:prstGeom>
          <a:noFill/>
        </p:spPr>
        <p:txBody>
          <a:bodyPr wrap="square" lIns="0" rIns="0" tIns="0" bIns="0" anchor="t"/>
          <a:lstStyle/>
          <a:p>
            <a:pPr algn="ctr">
              <a:lnSpc>
                <a:spcPts val="1440"/>
              </a:lnSpc>
              <a:spcBef>
                <a:spcPts val="0"/>
              </a:spcBef>
              <a:spcAft>
                <a:spcPts val="0"/>
              </a:spcAft>
            </a:pPr>
            <a:r>
              <a:rPr sz="1200" b="1" i="0">
                <a:solidFill>
                  <a:srgbClr val="3F4A5A"/>
                </a:solidFill>
                <a:latin typeface="Calibri"/>
              </a:rPr>
              <a:t>sus tensiones se equilibran con la carga b</a:t>
            </a:r>
          </a:p>
        </p:txBody>
      </p:sp>
      <p:sp>
        <p:nvSpPr>
          <p:cNvPr id="106" name="!!formulacion:4e21cbba74"/>
          <p:cNvSpPr txBox="1"/>
          <p:nvPr/>
        </p:nvSpPr>
        <p:spPr>
          <a:xfrm>
            <a:off x="7874000" y="1997774"/>
            <a:ext cx="3756660" cy="228600"/>
          </a:xfrm>
          <a:prstGeom prst="rect">
            <a:avLst/>
          </a:prstGeom>
          <a:noFill/>
        </p:spPr>
        <p:txBody>
          <a:bodyPr wrap="square" lIns="0" rIns="0" tIns="0" bIns="0" anchor="t"/>
          <a:lstStyle/>
          <a:p>
            <a:pPr algn="l">
              <a:lnSpc>
                <a:spcPts val="1800"/>
              </a:lnSpc>
              <a:spcBef>
                <a:spcPts val="0"/>
              </a:spcBef>
              <a:spcAft>
                <a:spcPts val="0"/>
              </a:spcAft>
            </a:pPr>
            <a:r>
              <a:rPr sz="1500" b="1" i="0">
                <a:solidFill>
                  <a:srgbClr val="3F4A5A"/>
                </a:solidFill>
                <a:latin typeface="Calibri"/>
              </a:rPr>
              <a:t>Equilibrio en cada punto: la</a:t>
            </a:r>
            <a:r>
              <a:rPr sz="1500" b="1" i="0">
                <a:solidFill>
                  <a:srgbClr val="1F2937"/>
                </a:solidFill>
                <a:latin typeface="Calibri"/>
              </a:rPr>
              <a:t> forma fuerte</a:t>
            </a:r>
          </a:p>
        </p:txBody>
      </p:sp>
      <p:pic>
        <p:nvPicPr>
          <p:cNvPr id="107" name="!!formulacion:1b752d9b5d" descr="d9d6e750e24c3b42.png"/>
          <p:cNvPicPr>
            <a:picLocks noChangeAspect="1"/>
          </p:cNvPicPr>
          <p:nvPr/>
        </p:nvPicPr>
        <p:blipFill>
          <a:blip r:embed="rId15"/>
          <a:stretch>
            <a:fillRect/>
          </a:stretch>
        </p:blipFill>
        <p:spPr>
          <a:xfrm>
            <a:off x="7874000" y="2305050"/>
            <a:ext cx="2870200" cy="419100"/>
          </a:xfrm>
          <a:prstGeom prst="rect">
            <a:avLst/>
          </a:prstGeom>
        </p:spPr>
      </p:pic>
      <p:pic>
        <p:nvPicPr>
          <p:cNvPr id="108" name="!!formulacion:e053b4355d" descr="f47edb03c48235f7.png"/>
          <p:cNvPicPr>
            <a:picLocks noChangeAspect="1"/>
          </p:cNvPicPr>
          <p:nvPr/>
        </p:nvPicPr>
        <p:blipFill>
          <a:blip r:embed="rId16"/>
          <a:stretch>
            <a:fillRect/>
          </a:stretch>
        </p:blipFill>
        <p:spPr>
          <a:xfrm>
            <a:off x="7874000" y="2368550"/>
            <a:ext cx="1746250" cy="1397000"/>
          </a:xfrm>
          <a:prstGeom prst="rect">
            <a:avLst/>
          </a:prstGeom>
        </p:spPr>
      </p:pic>
      <p:sp>
        <p:nvSpPr>
          <p:cNvPr id="109" name="!!formulacion:eb7a87a411"/>
          <p:cNvSpPr txBox="1"/>
          <p:nvPr/>
        </p:nvSpPr>
        <p:spPr>
          <a:xfrm>
            <a:off x="7874000" y="3821961"/>
            <a:ext cx="375666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Ecuación 1.1</a:t>
            </a:r>
          </a:p>
        </p:txBody>
      </p:sp>
      <p:sp>
        <p:nvSpPr>
          <p:cNvPr id="110" name="!!formulacion:dba09b3d94"/>
          <p:cNvSpPr/>
          <p:nvPr/>
        </p:nvSpPr>
        <p:spPr>
          <a:xfrm>
            <a:off x="638175" y="5159375"/>
            <a:ext cx="10915650" cy="1111250"/>
          </a:xfrm>
          <a:prstGeom prst="roundRect">
            <a:avLst>
              <a:gd name="adj" fmla="val 7714"/>
            </a:avLst>
          </a:prstGeom>
          <a:solidFill>
            <a:srgbClr val="FBE9E7"/>
          </a:solidFill>
          <a:ln w="6350">
            <a:solidFill>
              <a:srgbClr val="C0392B">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1" name="!!formulacion:594b21b218" descr="8cd18becff6050bc.png"/>
          <p:cNvPicPr>
            <a:picLocks noChangeAspect="1"/>
          </p:cNvPicPr>
          <p:nvPr/>
        </p:nvPicPr>
        <p:blipFill>
          <a:blip r:embed="rId17"/>
          <a:stretch>
            <a:fillRect/>
          </a:stretch>
        </p:blipFill>
        <p:spPr>
          <a:xfrm>
            <a:off x="641350" y="5162550"/>
            <a:ext cx="4445000" cy="1092200"/>
          </a:xfrm>
          <a:prstGeom prst="rect">
            <a:avLst/>
          </a:prstGeom>
        </p:spPr>
      </p:pic>
      <p:sp>
        <p:nvSpPr>
          <p:cNvPr id="112" name="!!formulacion:ef9c13504d"/>
          <p:cNvSpPr txBox="1"/>
          <p:nvPr/>
        </p:nvSpPr>
        <p:spPr>
          <a:xfrm>
            <a:off x="806450" y="5188674"/>
            <a:ext cx="2506790"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un desplazamiento aproximado por trozos</a:t>
            </a:r>
          </a:p>
        </p:txBody>
      </p:sp>
      <p:sp>
        <p:nvSpPr>
          <p:cNvPr id="113" name="!!formulacion:542be27497"/>
          <p:cNvSpPr txBox="1"/>
          <p:nvPr/>
        </p:nvSpPr>
        <p:spPr>
          <a:xfrm>
            <a:off x="806450" y="6026874"/>
            <a:ext cx="2768600"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C0392B"/>
                </a:solidFill>
                <a:latin typeface="Calibri"/>
              </a:rPr>
              <a:t>en cada quiebre, la derivada segunda no existe</a:t>
            </a:r>
          </a:p>
        </p:txBody>
      </p:sp>
      <p:sp>
        <p:nvSpPr>
          <p:cNvPr id="114" name="!!formulacion:f994be522b"/>
          <p:cNvSpPr txBox="1"/>
          <p:nvPr/>
        </p:nvSpPr>
        <p:spPr>
          <a:xfrm>
            <a:off x="5213350" y="5439410"/>
            <a:ext cx="6282690" cy="539750"/>
          </a:xfrm>
          <a:prstGeom prst="rect">
            <a:avLst/>
          </a:prstGeom>
          <a:noFill/>
        </p:spPr>
        <p:txBody>
          <a:bodyPr wrap="square" lIns="0" rIns="0" tIns="0" bIns="0" anchor="t"/>
          <a:lstStyle/>
          <a:p>
            <a:pPr algn="l">
              <a:lnSpc>
                <a:spcPts val="2125"/>
              </a:lnSpc>
              <a:spcBef>
                <a:spcPts val="0"/>
              </a:spcBef>
              <a:spcAft>
                <a:spcPts val="0"/>
              </a:spcAft>
            </a:pPr>
            <a:r>
              <a:rPr sz="1700" b="1" i="0">
                <a:solidFill>
                  <a:srgbClr val="C0392B"/>
                </a:solidFill>
                <a:latin typeface="Calibri"/>
              </a:rPr>
              <a:t>Pide derivadas segundas continuas</a:t>
            </a:r>
            <a:r>
              <a:rPr sz="1700" b="0" i="0">
                <a:solidFill>
                  <a:srgbClr val="1F2937"/>
                </a:solidFill>
                <a:latin typeface="Calibri"/>
              </a:rPr>
              <a:t> del desplazamiento en todo el</a:t>
            </a:r>
            <a:br/>
            <a:r>
              <a:rPr sz="1700" b="0" i="0">
                <a:solidFill>
                  <a:srgbClr val="1F2937"/>
                </a:solidFill>
                <a:latin typeface="Calibri"/>
              </a:rPr>
              <a:t>cuerpo: difícil de cumplir con una aproximación por trozos.</a:t>
            </a:r>
          </a:p>
        </p:txBody>
      </p:sp>
      <p:pic>
        <p:nvPicPr>
          <p:cNvPr id="115" name="!!formulacion:68694f192d" descr="5a7f3134b7d7a2a3.png"/>
          <p:cNvPicPr>
            <a:picLocks noChangeAspect="1"/>
          </p:cNvPicPr>
          <p:nvPr/>
        </p:nvPicPr>
        <p:blipFill>
          <a:blip r:embed="rId18"/>
          <a:stretch>
            <a:fillRect/>
          </a:stretch>
        </p:blipFill>
        <p:spPr>
          <a:xfrm>
            <a:off x="635000" y="1739900"/>
            <a:ext cx="10922000" cy="4546600"/>
          </a:xfrm>
          <a:prstGeom prst="rect">
            <a:avLst/>
          </a:prstGeom>
        </p:spPr>
      </p:pic>
      <p:sp>
        <p:nvSpPr>
          <p:cNvPr id="116" name="!!formulacion:ac801a7ccc"/>
          <p:cNvSpPr txBox="1"/>
          <p:nvPr/>
        </p:nvSpPr>
        <p:spPr>
          <a:xfrm>
            <a:off x="635000" y="2020771"/>
            <a:ext cx="5311140" cy="216916"/>
          </a:xfrm>
          <a:prstGeom prst="rect">
            <a:avLst/>
          </a:prstGeom>
          <a:noFill/>
        </p:spPr>
        <p:txBody>
          <a:bodyPr wrap="square" lIns="0" rIns="0" tIns="0" bIns="0" anchor="t"/>
          <a:lstStyle/>
          <a:p>
            <a:pPr algn="l">
              <a:lnSpc>
                <a:spcPts val="1708"/>
              </a:lnSpc>
              <a:spcBef>
                <a:spcPts val="0"/>
              </a:spcBef>
              <a:spcAft>
                <a:spcPts val="0"/>
              </a:spcAft>
            </a:pPr>
            <a:r>
              <a:rPr sz="1400" b="0" i="0">
                <a:solidFill>
                  <a:srgbClr val="3F4A5A"/>
                </a:solidFill>
                <a:latin typeface="Calibri"/>
              </a:rPr>
              <a:t>cada barra tiene su rigidez en forma cerrada</a:t>
            </a:r>
          </a:p>
        </p:txBody>
      </p:sp>
      <p:sp>
        <p:nvSpPr>
          <p:cNvPr id="117" name="!!formulacion:0a8c774904"/>
          <p:cNvSpPr txBox="1"/>
          <p:nvPr/>
        </p:nvSpPr>
        <p:spPr>
          <a:xfrm>
            <a:off x="635000" y="1741165"/>
            <a:ext cx="5311140" cy="278892"/>
          </a:xfrm>
          <a:prstGeom prst="rect">
            <a:avLst/>
          </a:prstGeom>
          <a:noFill/>
        </p:spPr>
        <p:txBody>
          <a:bodyPr wrap="square" lIns="0" rIns="0" tIns="0" bIns="0" anchor="t"/>
          <a:lstStyle/>
          <a:p>
            <a:pPr algn="l">
              <a:lnSpc>
                <a:spcPts val="2196"/>
              </a:lnSpc>
              <a:spcBef>
                <a:spcPts val="0"/>
              </a:spcBef>
              <a:spcAft>
                <a:spcPts val="0"/>
              </a:spcAft>
            </a:pPr>
            <a:r>
              <a:rPr sz="1800" b="1" i="0">
                <a:solidFill>
                  <a:srgbClr val="1F2937"/>
                </a:solidFill>
                <a:latin typeface="Calibri"/>
              </a:rPr>
              <a:t>Pórtico</a:t>
            </a:r>
          </a:p>
        </p:txBody>
      </p:sp>
      <p:sp>
        <p:nvSpPr>
          <p:cNvPr id="118" name="!!formulacion:b4fd62b9e7"/>
          <p:cNvSpPr txBox="1"/>
          <p:nvPr/>
        </p:nvSpPr>
        <p:spPr>
          <a:xfrm>
            <a:off x="6350000" y="2020771"/>
            <a:ext cx="5311140" cy="216916"/>
          </a:xfrm>
          <a:prstGeom prst="rect">
            <a:avLst/>
          </a:prstGeom>
          <a:noFill/>
        </p:spPr>
        <p:txBody>
          <a:bodyPr wrap="square" lIns="0" rIns="0" tIns="0" bIns="0" anchor="t"/>
          <a:lstStyle/>
          <a:p>
            <a:pPr algn="l">
              <a:lnSpc>
                <a:spcPts val="1708"/>
              </a:lnSpc>
              <a:spcBef>
                <a:spcPts val="0"/>
              </a:spcBef>
              <a:spcAft>
                <a:spcPts val="0"/>
              </a:spcAft>
            </a:pPr>
            <a:r>
              <a:rPr sz="1400" b="0" i="0">
                <a:solidFill>
                  <a:srgbClr val="3F4A5A"/>
                </a:solidFill>
                <a:latin typeface="Calibri"/>
              </a:rPr>
              <a:t>su rigidez no se escribe: se obtiene integrando sobre el área</a:t>
            </a:r>
          </a:p>
        </p:txBody>
      </p:sp>
      <p:sp>
        <p:nvSpPr>
          <p:cNvPr id="119" name="!!formulacion:21cf534317"/>
          <p:cNvSpPr txBox="1"/>
          <p:nvPr/>
        </p:nvSpPr>
        <p:spPr>
          <a:xfrm>
            <a:off x="6350000" y="1741165"/>
            <a:ext cx="5311140" cy="278892"/>
          </a:xfrm>
          <a:prstGeom prst="rect">
            <a:avLst/>
          </a:prstGeom>
          <a:noFill/>
        </p:spPr>
        <p:txBody>
          <a:bodyPr wrap="square" lIns="0" rIns="0" tIns="0" bIns="0" anchor="t"/>
          <a:lstStyle/>
          <a:p>
            <a:pPr algn="l">
              <a:lnSpc>
                <a:spcPts val="2196"/>
              </a:lnSpc>
              <a:spcBef>
                <a:spcPts val="0"/>
              </a:spcBef>
              <a:spcAft>
                <a:spcPts val="0"/>
              </a:spcAft>
            </a:pPr>
            <a:r>
              <a:rPr sz="1800" b="1" i="0">
                <a:solidFill>
                  <a:srgbClr val="1F2937"/>
                </a:solidFill>
                <a:latin typeface="Calibri"/>
              </a:rPr>
              <a:t>Chapa</a:t>
            </a:r>
          </a:p>
        </p:txBody>
      </p:sp>
      <p:sp>
        <p:nvSpPr>
          <p:cNvPr id="120" name="!!formulacion:a56bb82cd0"/>
          <p:cNvSpPr txBox="1"/>
          <p:nvPr/>
        </p:nvSpPr>
        <p:spPr>
          <a:xfrm>
            <a:off x="3416300" y="2552624"/>
            <a:ext cx="1890141"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3F4A5A"/>
                </a:solidFill>
                <a:latin typeface="Calibri"/>
              </a:rPr>
              <a:t>rigidez de una barra a flexión</a:t>
            </a:r>
          </a:p>
        </p:txBody>
      </p:sp>
      <p:pic>
        <p:nvPicPr>
          <p:cNvPr id="121" name="!!formulacion:567a3ab732" descr="b053880d6e82a4f6.png"/>
          <p:cNvPicPr>
            <a:picLocks noChangeAspect="1"/>
          </p:cNvPicPr>
          <p:nvPr/>
        </p:nvPicPr>
        <p:blipFill>
          <a:blip r:embed="rId19"/>
          <a:stretch>
            <a:fillRect/>
          </a:stretch>
        </p:blipFill>
        <p:spPr>
          <a:xfrm>
            <a:off x="3365500" y="2425700"/>
            <a:ext cx="2400300" cy="1066800"/>
          </a:xfrm>
          <a:prstGeom prst="rect">
            <a:avLst/>
          </a:prstGeom>
        </p:spPr>
      </p:pic>
      <p:sp>
        <p:nvSpPr>
          <p:cNvPr id="122" name="!!formulacion:c20c51550b"/>
          <p:cNvSpPr txBox="1"/>
          <p:nvPr/>
        </p:nvSpPr>
        <p:spPr>
          <a:xfrm>
            <a:off x="9461500" y="2552624"/>
            <a:ext cx="163722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3F4A5A"/>
                </a:solidFill>
                <a:latin typeface="Calibri"/>
              </a:rPr>
              <a:t>rigidez de cada elemento</a:t>
            </a:r>
          </a:p>
        </p:txBody>
      </p:sp>
      <p:pic>
        <p:nvPicPr>
          <p:cNvPr id="123" name="!!formulacion:8fce88e34b" descr="ac0a64172cbdc554.png"/>
          <p:cNvPicPr>
            <a:picLocks noChangeAspect="1"/>
          </p:cNvPicPr>
          <p:nvPr/>
        </p:nvPicPr>
        <p:blipFill>
          <a:blip r:embed="rId20"/>
          <a:stretch>
            <a:fillRect/>
          </a:stretch>
        </p:blipFill>
        <p:spPr>
          <a:xfrm>
            <a:off x="9461500" y="2444750"/>
            <a:ext cx="1733550" cy="825500"/>
          </a:xfrm>
          <a:prstGeom prst="rect">
            <a:avLst/>
          </a:prstGeom>
        </p:spPr>
      </p:pic>
      <p:sp>
        <p:nvSpPr>
          <p:cNvPr id="124" name="!!formulacion:015d50410b"/>
          <p:cNvSpPr txBox="1"/>
          <p:nvPr/>
        </p:nvSpPr>
        <p:spPr>
          <a:xfrm>
            <a:off x="9461500" y="3404324"/>
            <a:ext cx="1545844" cy="33528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 puntos donde se evalúa</a:t>
            </a:r>
            <a:br/>
            <a:r>
              <a:rPr sz="1100" b="1" i="0">
                <a:solidFill>
                  <a:srgbClr val="5B6575"/>
                </a:solidFill>
                <a:latin typeface="Calibri"/>
              </a:rPr>
              <a:t>la integral</a:t>
            </a:r>
          </a:p>
        </p:txBody>
      </p:sp>
      <p:sp>
        <p:nvSpPr>
          <p:cNvPr id="125" name="!!formulacion:d9ad8ddd94"/>
          <p:cNvSpPr txBox="1"/>
          <p:nvPr/>
        </p:nvSpPr>
        <p:spPr>
          <a:xfrm>
            <a:off x="3937000" y="5245024"/>
            <a:ext cx="852868"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3F4A5A"/>
                </a:solidFill>
                <a:latin typeface="Calibri"/>
              </a:rPr>
              <a:t>K del pórtico</a:t>
            </a:r>
          </a:p>
        </p:txBody>
      </p:sp>
      <p:sp>
        <p:nvSpPr>
          <p:cNvPr id="126" name="!!formulacion:88b3d129e5"/>
          <p:cNvSpPr txBox="1"/>
          <p:nvPr/>
        </p:nvSpPr>
        <p:spPr>
          <a:xfrm>
            <a:off x="10033000" y="5245024"/>
            <a:ext cx="886524"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3F4A5A"/>
                </a:solidFill>
                <a:latin typeface="Calibri"/>
              </a:rPr>
              <a:t>K de la chapa</a:t>
            </a:r>
          </a:p>
        </p:txBody>
      </p:sp>
      <p:sp>
        <p:nvSpPr>
          <p:cNvPr id="127" name="!!formulacion:b6e8e95a74"/>
          <p:cNvSpPr/>
          <p:nvPr/>
        </p:nvSpPr>
        <p:spPr>
          <a:xfrm>
            <a:off x="4835525" y="5559425"/>
            <a:ext cx="2520950" cy="666750"/>
          </a:xfrm>
          <a:prstGeom prst="roundRect">
            <a:avLst>
              <a:gd name="adj" fmla="val 11904"/>
            </a:avLst>
          </a:prstGeom>
          <a:solidFill>
            <a:srgbClr val="FDF1E2"/>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8" name="!!formulacion:c55296f2f8" descr="27aae8de136139d6.png"/>
          <p:cNvPicPr>
            <a:picLocks noChangeAspect="1"/>
          </p:cNvPicPr>
          <p:nvPr/>
        </p:nvPicPr>
        <p:blipFill>
          <a:blip r:embed="rId21"/>
          <a:stretch>
            <a:fillRect/>
          </a:stretch>
        </p:blipFill>
        <p:spPr>
          <a:xfrm>
            <a:off x="5543550" y="5607050"/>
            <a:ext cx="1104900" cy="368300"/>
          </a:xfrm>
          <a:prstGeom prst="rect">
            <a:avLst/>
          </a:prstGeom>
        </p:spPr>
      </p:pic>
      <p:sp>
        <p:nvSpPr>
          <p:cNvPr id="129" name="!!formulacion:6e6ca5bcca"/>
          <p:cNvSpPr txBox="1"/>
          <p:nvPr/>
        </p:nvSpPr>
        <p:spPr>
          <a:xfrm>
            <a:off x="5149278" y="5989434"/>
            <a:ext cx="194418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3F4A5A"/>
                </a:solidFill>
                <a:latin typeface="Calibri"/>
              </a:rPr>
              <a:t>el mismo sistema para los dos</a:t>
            </a:r>
          </a:p>
        </p:txBody>
      </p:sp>
      <p:sp>
        <p:nvSpPr>
          <p:cNvPr id="130"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ie-izq"/>
          <p:cNvSpPr txBox="1"/>
          <p:nvPr/>
        </p:nvSpPr>
        <p:spPr>
          <a:xfrm>
            <a:off x="565150" y="6535420"/>
            <a:ext cx="535698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33" name="!!pie-cen"/>
          <p:cNvSpPr txBox="1"/>
          <p:nvPr/>
        </p:nvSpPr>
        <p:spPr>
          <a:xfrm>
            <a:off x="5791708" y="6535420"/>
            <a:ext cx="60858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1.3</a:t>
            </a:r>
          </a:p>
        </p:txBody>
      </p:sp>
      <p:sp>
        <p:nvSpPr>
          <p:cNvPr id="134" name="!!pie-der"/>
          <p:cNvSpPr txBox="1"/>
          <p:nvPr/>
        </p:nvSpPr>
        <p:spPr>
          <a:xfrm>
            <a:off x="6269863" y="6535420"/>
            <a:ext cx="535698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12</a:t>
            </a:r>
          </a:p>
        </p:txBody>
      </p:sp>
      <p:sp>
        <p:nvSpPr>
          <p:cNvPr id="135" name="!!formulacion:31b8312914">
            <a:hlinkClick action="ppaction://hlinksldjump" r:id="rId22"/>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ormulacion:395a892857">
            <a:hlinkClick action="ppaction://hlinksldjump" r:id="rId23"/>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ormulacion:45302ebe87">
            <a:hlinkClick action="ppaction://hlinksldjump" r:id="rId24"/>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ormulacion:c07c48e2b6">
            <a:hlinkClick action="ppaction://hlinksldjump" r:id="rId25"/>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formulacion:36e88799ae">
            <a:hlinkClick action="ppaction://hlinksldjump" r:id="rId26"/>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650"/>
                                        <p:tgtEl>
                                          <p:spTgt spid="127"/>
                                        </p:tgtEl>
                                      </p:cBhvr>
                                    </p:animEffect>
                                    <p:anim calcmode="lin" valueType="num">
                                      <p:cBhvr>
                                        <p:cTn id="8" dur="650" fill="hold"/>
                                        <p:tgtEl>
                                          <p:spTgt spid="127"/>
                                        </p:tgtEl>
                                        <p:attrNameLst>
                                          <p:attrName>ppt_x</p:attrName>
                                        </p:attrNameLst>
                                      </p:cBhvr>
                                      <p:tavLst>
                                        <p:tav tm="0">
                                          <p:val>
                                            <p:strVal val="#ppt_x"/>
                                          </p:val>
                                        </p:tav>
                                        <p:tav tm="100000">
                                          <p:val>
                                            <p:strVal val="#ppt_x"/>
                                          </p:val>
                                        </p:tav>
                                      </p:tavLst>
                                    </p:anim>
                                    <p:anim calcmode="lin" valueType="num">
                                      <p:cBhvr>
                                        <p:cTn id="9" dur="650" fill="hold"/>
                                        <p:tgtEl>
                                          <p:spTgt spid="12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50"/>
                                  </p:stCondLst>
                                  <p:childTnLst>
                                    <p:set>
                                      <p:cBhvr>
                                        <p:cTn id="11" dur="1" fill="hold">
                                          <p:stCondLst>
                                            <p:cond delay="0"/>
                                          </p:stCondLst>
                                        </p:cTn>
                                        <p:tgtEl>
                                          <p:spTgt spid="128"/>
                                        </p:tgtEl>
                                        <p:attrNameLst>
                                          <p:attrName>style.visibility</p:attrName>
                                        </p:attrNameLst>
                                      </p:cBhvr>
                                      <p:to>
                                        <p:strVal val="visible"/>
                                      </p:to>
                                    </p:set>
                                    <p:animEffect transition="in" filter="fade">
                                      <p:cBhvr>
                                        <p:cTn id="12" dur="650"/>
                                        <p:tgtEl>
                                          <p:spTgt spid="128"/>
                                        </p:tgtEl>
                                      </p:cBhvr>
                                    </p:animEffect>
                                    <p:anim calcmode="lin" valueType="num">
                                      <p:cBhvr>
                                        <p:cTn id="13" dur="650" fill="hold"/>
                                        <p:tgtEl>
                                          <p:spTgt spid="128"/>
                                        </p:tgtEl>
                                        <p:attrNameLst>
                                          <p:attrName>ppt_x</p:attrName>
                                        </p:attrNameLst>
                                      </p:cBhvr>
                                      <p:tavLst>
                                        <p:tav tm="0">
                                          <p:val>
                                            <p:strVal val="#ppt_x"/>
                                          </p:val>
                                        </p:tav>
                                        <p:tav tm="100000">
                                          <p:val>
                                            <p:strVal val="#ppt_x"/>
                                          </p:val>
                                        </p:tav>
                                      </p:tavLst>
                                    </p:anim>
                                    <p:anim calcmode="lin" valueType="num">
                                      <p:cBhvr>
                                        <p:cTn id="14" dur="650" fill="hold"/>
                                        <p:tgtEl>
                                          <p:spTgt spid="12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129"/>
                                        </p:tgtEl>
                                        <p:attrNameLst>
                                          <p:attrName>style.visibility</p:attrName>
                                        </p:attrNameLst>
                                      </p:cBhvr>
                                      <p:to>
                                        <p:strVal val="visible"/>
                                      </p:to>
                                    </p:set>
                                    <p:animEffect transition="in" filter="fade">
                                      <p:cBhvr>
                                        <p:cTn id="17" dur="650"/>
                                        <p:tgtEl>
                                          <p:spTgt spid="129"/>
                                        </p:tgtEl>
                                      </p:cBhvr>
                                    </p:animEffect>
                                    <p:anim calcmode="lin" valueType="num">
                                      <p:cBhvr>
                                        <p:cTn id="18" dur="650" fill="hold"/>
                                        <p:tgtEl>
                                          <p:spTgt spid="129"/>
                                        </p:tgtEl>
                                        <p:attrNameLst>
                                          <p:attrName>ppt_x</p:attrName>
                                        </p:attrNameLst>
                                      </p:cBhvr>
                                      <p:tavLst>
                                        <p:tav tm="0">
                                          <p:val>
                                            <p:strVal val="#ppt_x"/>
                                          </p:val>
                                        </p:tav>
                                        <p:tav tm="100000">
                                          <p:val>
                                            <p:strVal val="#ppt_x"/>
                                          </p:val>
                                        </p:tav>
                                      </p:tavLst>
                                    </p:anim>
                                    <p:anim calcmode="lin" valueType="num">
                                      <p:cBhvr>
                                        <p:cTn id="19" dur="650" fill="hold"/>
                                        <p:tgtEl>
                                          <p:spTgt spid="12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300"/>
                                        <p:tgtEl>
                                          <p:spTgt spid="115"/>
                                        </p:tgtEl>
                                      </p:cBhvr>
                                    </p:animEffect>
                                    <p:set>
                                      <p:cBhvr>
                                        <p:cTn id="24" dur="1" fill="hold">
                                          <p:stCondLst>
                                            <p:cond delay="299"/>
                                          </p:stCondLst>
                                        </p:cTn>
                                        <p:tgtEl>
                                          <p:spTgt spid="115"/>
                                        </p:tgtEl>
                                        <p:attrNameLst>
                                          <p:attrName>style.visibility</p:attrName>
                                        </p:attrNameLst>
                                      </p:cBhvr>
                                      <p:to>
                                        <p:strVal val="hidden"/>
                                      </p:to>
                                    </p:set>
                                  </p:childTnLst>
                                </p:cTn>
                              </p:par>
                              <p:par>
                                <p:cTn id="25" presetID="10" presetClass="exit" presetSubtype="0" fill="hold" grpId="0" nodeType="withEffect">
                                  <p:stCondLst>
                                    <p:cond delay="0"/>
                                  </p:stCondLst>
                                  <p:childTnLst>
                                    <p:animEffect transition="out" filter="fade">
                                      <p:cBhvr>
                                        <p:cTn id="26" dur="300"/>
                                        <p:tgtEl>
                                          <p:spTgt spid="116"/>
                                        </p:tgtEl>
                                      </p:cBhvr>
                                    </p:animEffect>
                                    <p:set>
                                      <p:cBhvr>
                                        <p:cTn id="27" dur="1" fill="hold">
                                          <p:stCondLst>
                                            <p:cond delay="299"/>
                                          </p:stCondLst>
                                        </p:cTn>
                                        <p:tgtEl>
                                          <p:spTgt spid="116"/>
                                        </p:tgtEl>
                                        <p:attrNameLst>
                                          <p:attrName>style.visibility</p:attrName>
                                        </p:attrNameLst>
                                      </p:cBhvr>
                                      <p:to>
                                        <p:strVal val="hidden"/>
                                      </p:to>
                                    </p:set>
                                  </p:childTnLst>
                                </p:cTn>
                              </p:par>
                              <p:par>
                                <p:cTn id="28" presetID="10" presetClass="exit" presetSubtype="0" fill="hold" grpId="0" nodeType="withEffect">
                                  <p:stCondLst>
                                    <p:cond delay="0"/>
                                  </p:stCondLst>
                                  <p:childTnLst>
                                    <p:animEffect transition="out" filter="fade">
                                      <p:cBhvr>
                                        <p:cTn id="29" dur="300"/>
                                        <p:tgtEl>
                                          <p:spTgt spid="117"/>
                                        </p:tgtEl>
                                      </p:cBhvr>
                                    </p:animEffect>
                                    <p:set>
                                      <p:cBhvr>
                                        <p:cTn id="30" dur="1" fill="hold">
                                          <p:stCondLst>
                                            <p:cond delay="299"/>
                                          </p:stCondLst>
                                        </p:cTn>
                                        <p:tgtEl>
                                          <p:spTgt spid="117"/>
                                        </p:tgtEl>
                                        <p:attrNameLst>
                                          <p:attrName>style.visibility</p:attrName>
                                        </p:attrNameLst>
                                      </p:cBhvr>
                                      <p:to>
                                        <p:strVal val="hidden"/>
                                      </p:to>
                                    </p:set>
                                  </p:childTnLst>
                                </p:cTn>
                              </p:par>
                              <p:par>
                                <p:cTn id="31" presetID="10" presetClass="exit" presetSubtype="0" fill="hold" grpId="0" nodeType="withEffect">
                                  <p:stCondLst>
                                    <p:cond delay="0"/>
                                  </p:stCondLst>
                                  <p:childTnLst>
                                    <p:animEffect transition="out" filter="fade">
                                      <p:cBhvr>
                                        <p:cTn id="32" dur="300"/>
                                        <p:tgtEl>
                                          <p:spTgt spid="118"/>
                                        </p:tgtEl>
                                      </p:cBhvr>
                                    </p:animEffect>
                                    <p:set>
                                      <p:cBhvr>
                                        <p:cTn id="33" dur="1" fill="hold">
                                          <p:stCondLst>
                                            <p:cond delay="299"/>
                                          </p:stCondLst>
                                        </p:cTn>
                                        <p:tgtEl>
                                          <p:spTgt spid="118"/>
                                        </p:tgtEl>
                                        <p:attrNameLst>
                                          <p:attrName>style.visibility</p:attrName>
                                        </p:attrNameLst>
                                      </p:cBhvr>
                                      <p:to>
                                        <p:strVal val="hidden"/>
                                      </p:to>
                                    </p:set>
                                  </p:childTnLst>
                                </p:cTn>
                              </p:par>
                              <p:par>
                                <p:cTn id="34" presetID="10" presetClass="exit" presetSubtype="0" fill="hold" grpId="0" nodeType="withEffect">
                                  <p:stCondLst>
                                    <p:cond delay="0"/>
                                  </p:stCondLst>
                                  <p:childTnLst>
                                    <p:animEffect transition="out" filter="fade">
                                      <p:cBhvr>
                                        <p:cTn id="35" dur="300"/>
                                        <p:tgtEl>
                                          <p:spTgt spid="119"/>
                                        </p:tgtEl>
                                      </p:cBhvr>
                                    </p:animEffect>
                                    <p:set>
                                      <p:cBhvr>
                                        <p:cTn id="36" dur="1" fill="hold">
                                          <p:stCondLst>
                                            <p:cond delay="299"/>
                                          </p:stCondLst>
                                        </p:cTn>
                                        <p:tgtEl>
                                          <p:spTgt spid="119"/>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8" dur="300"/>
                                        <p:tgtEl>
                                          <p:spTgt spid="120"/>
                                        </p:tgtEl>
                                      </p:cBhvr>
                                    </p:animEffect>
                                    <p:set>
                                      <p:cBhvr>
                                        <p:cTn id="39" dur="1" fill="hold">
                                          <p:stCondLst>
                                            <p:cond delay="299"/>
                                          </p:stCondLst>
                                        </p:cTn>
                                        <p:tgtEl>
                                          <p:spTgt spid="120"/>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300"/>
                                        <p:tgtEl>
                                          <p:spTgt spid="121"/>
                                        </p:tgtEl>
                                      </p:cBhvr>
                                    </p:animEffect>
                                    <p:set>
                                      <p:cBhvr>
                                        <p:cTn id="42" dur="1" fill="hold">
                                          <p:stCondLst>
                                            <p:cond delay="299"/>
                                          </p:stCondLst>
                                        </p:cTn>
                                        <p:tgtEl>
                                          <p:spTgt spid="121"/>
                                        </p:tgtEl>
                                        <p:attrNameLst>
                                          <p:attrName>style.visibility</p:attrName>
                                        </p:attrNameLst>
                                      </p:cBhvr>
                                      <p:to>
                                        <p:strVal val="hidden"/>
                                      </p:to>
                                    </p:set>
                                  </p:childTnLst>
                                </p:cTn>
                              </p:par>
                              <p:par>
                                <p:cTn id="43" presetID="10" presetClass="exit" presetSubtype="0" fill="hold" grpId="0" nodeType="withEffect">
                                  <p:stCondLst>
                                    <p:cond delay="0"/>
                                  </p:stCondLst>
                                  <p:childTnLst>
                                    <p:animEffect transition="out" filter="fade">
                                      <p:cBhvr>
                                        <p:cTn id="44" dur="300"/>
                                        <p:tgtEl>
                                          <p:spTgt spid="122"/>
                                        </p:tgtEl>
                                      </p:cBhvr>
                                    </p:animEffect>
                                    <p:set>
                                      <p:cBhvr>
                                        <p:cTn id="45" dur="1" fill="hold">
                                          <p:stCondLst>
                                            <p:cond delay="299"/>
                                          </p:stCondLst>
                                        </p:cTn>
                                        <p:tgtEl>
                                          <p:spTgt spid="122"/>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300"/>
                                        <p:tgtEl>
                                          <p:spTgt spid="123"/>
                                        </p:tgtEl>
                                      </p:cBhvr>
                                    </p:animEffect>
                                    <p:set>
                                      <p:cBhvr>
                                        <p:cTn id="48" dur="1" fill="hold">
                                          <p:stCondLst>
                                            <p:cond delay="299"/>
                                          </p:stCondLst>
                                        </p:cTn>
                                        <p:tgtEl>
                                          <p:spTgt spid="123"/>
                                        </p:tgtEl>
                                        <p:attrNameLst>
                                          <p:attrName>style.visibility</p:attrName>
                                        </p:attrNameLst>
                                      </p:cBhvr>
                                      <p:to>
                                        <p:strVal val="hidden"/>
                                      </p:to>
                                    </p:set>
                                  </p:childTnLst>
                                </p:cTn>
                              </p:par>
                              <p:par>
                                <p:cTn id="49" presetID="10" presetClass="exit" presetSubtype="0" fill="hold" grpId="0" nodeType="withEffect">
                                  <p:stCondLst>
                                    <p:cond delay="0"/>
                                  </p:stCondLst>
                                  <p:childTnLst>
                                    <p:animEffect transition="out" filter="fade">
                                      <p:cBhvr>
                                        <p:cTn id="50" dur="300"/>
                                        <p:tgtEl>
                                          <p:spTgt spid="124"/>
                                        </p:tgtEl>
                                      </p:cBhvr>
                                    </p:animEffect>
                                    <p:set>
                                      <p:cBhvr>
                                        <p:cTn id="51" dur="1" fill="hold">
                                          <p:stCondLst>
                                            <p:cond delay="299"/>
                                          </p:stCondLst>
                                        </p:cTn>
                                        <p:tgtEl>
                                          <p:spTgt spid="124"/>
                                        </p:tgtEl>
                                        <p:attrNameLst>
                                          <p:attrName>style.visibility</p:attrName>
                                        </p:attrNameLst>
                                      </p:cBhvr>
                                      <p:to>
                                        <p:strVal val="hidden"/>
                                      </p:to>
                                    </p:set>
                                  </p:childTnLst>
                                </p:cTn>
                              </p:par>
                              <p:par>
                                <p:cTn id="52" presetID="10" presetClass="exit" presetSubtype="0" fill="hold" grpId="0" nodeType="withEffect">
                                  <p:stCondLst>
                                    <p:cond delay="0"/>
                                  </p:stCondLst>
                                  <p:childTnLst>
                                    <p:animEffect transition="out" filter="fade">
                                      <p:cBhvr>
                                        <p:cTn id="53" dur="300"/>
                                        <p:tgtEl>
                                          <p:spTgt spid="125"/>
                                        </p:tgtEl>
                                      </p:cBhvr>
                                    </p:animEffect>
                                    <p:set>
                                      <p:cBhvr>
                                        <p:cTn id="54" dur="1" fill="hold">
                                          <p:stCondLst>
                                            <p:cond delay="299"/>
                                          </p:stCondLst>
                                        </p:cTn>
                                        <p:tgtEl>
                                          <p:spTgt spid="125"/>
                                        </p:tgtEl>
                                        <p:attrNameLst>
                                          <p:attrName>style.visibility</p:attrName>
                                        </p:attrNameLst>
                                      </p:cBhvr>
                                      <p:to>
                                        <p:strVal val="hidden"/>
                                      </p:to>
                                    </p:set>
                                  </p:childTnLst>
                                </p:cTn>
                              </p:par>
                              <p:par>
                                <p:cTn id="55" presetID="10" presetClass="exit" presetSubtype="0" fill="hold" grpId="0" nodeType="withEffect">
                                  <p:stCondLst>
                                    <p:cond delay="0"/>
                                  </p:stCondLst>
                                  <p:childTnLst>
                                    <p:animEffect transition="out" filter="fade">
                                      <p:cBhvr>
                                        <p:cTn id="56" dur="300"/>
                                        <p:tgtEl>
                                          <p:spTgt spid="126"/>
                                        </p:tgtEl>
                                      </p:cBhvr>
                                    </p:animEffect>
                                    <p:set>
                                      <p:cBhvr>
                                        <p:cTn id="57" dur="1" fill="hold">
                                          <p:stCondLst>
                                            <p:cond delay="299"/>
                                          </p:stCondLst>
                                        </p:cTn>
                                        <p:tgtEl>
                                          <p:spTgt spid="126"/>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300"/>
                                        <p:tgtEl>
                                          <p:spTgt spid="127"/>
                                        </p:tgtEl>
                                      </p:cBhvr>
                                    </p:animEffect>
                                    <p:set>
                                      <p:cBhvr>
                                        <p:cTn id="60" dur="1" fill="hold">
                                          <p:stCondLst>
                                            <p:cond delay="299"/>
                                          </p:stCondLst>
                                        </p:cTn>
                                        <p:tgtEl>
                                          <p:spTgt spid="127"/>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300"/>
                                        <p:tgtEl>
                                          <p:spTgt spid="128"/>
                                        </p:tgtEl>
                                      </p:cBhvr>
                                    </p:animEffect>
                                    <p:set>
                                      <p:cBhvr>
                                        <p:cTn id="63" dur="1" fill="hold">
                                          <p:stCondLst>
                                            <p:cond delay="299"/>
                                          </p:stCondLst>
                                        </p:cTn>
                                        <p:tgtEl>
                                          <p:spTgt spid="128"/>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300"/>
                                        <p:tgtEl>
                                          <p:spTgt spid="129"/>
                                        </p:tgtEl>
                                      </p:cBhvr>
                                    </p:animEffect>
                                    <p:set>
                                      <p:cBhvr>
                                        <p:cTn id="66" dur="1" fill="hold">
                                          <p:stCondLst>
                                            <p:cond delay="299"/>
                                          </p:stCondLst>
                                        </p:cTn>
                                        <p:tgtEl>
                                          <p:spTgt spid="129"/>
                                        </p:tgtEl>
                                        <p:attrNameLst>
                                          <p:attrName>style.visibility</p:attrName>
                                        </p:attrNameLst>
                                      </p:cBhvr>
                                      <p:to>
                                        <p:strVal val="hidden"/>
                                      </p:to>
                                    </p:set>
                                  </p:childTnLst>
                                </p:cTn>
                              </p:par>
                              <p:par>
                                <p:cTn id="67" presetID="1" presetClass="entr" presetSubtype="0" fill="hold" grpId="0" nodeType="withEffect">
                                  <p:stCondLst>
                                    <p:cond delay="0"/>
                                  </p:stCondLst>
                                  <p:childTnLst>
                                    <p:set>
                                      <p:cBhvr>
                                        <p:cTn id="68" dur="1" fill="hold">
                                          <p:stCondLst>
                                            <p:cond delay="0"/>
                                          </p:stCondLst>
                                        </p:cTn>
                                        <p:tgtEl>
                                          <p:spTgt spid="1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childTnLst>
                                </p:cTn>
                              </p:par>
                              <p:par>
                                <p:cTn id="83" presetID="10" presetClass="exit" presetSubtype="0" fill="hold" grpId="0" nodeType="withEffect">
                                  <p:stCondLst>
                                    <p:cond delay="0"/>
                                  </p:stCondLst>
                                  <p:childTnLst>
                                    <p:animEffect transition="out" filter="fade">
                                      <p:cBhvr>
                                        <p:cTn id="84" dur="420"/>
                                        <p:tgtEl>
                                          <p:spTgt spid="16"/>
                                        </p:tgtEl>
                                      </p:cBhvr>
                                    </p:animEffect>
                                    <p:set>
                                      <p:cBhvr>
                                        <p:cTn id="85" dur="1" fill="hold">
                                          <p:stCondLst>
                                            <p:cond delay="419"/>
                                          </p:stCondLst>
                                        </p:cTn>
                                        <p:tgtEl>
                                          <p:spTgt spid="16"/>
                                        </p:tgtEl>
                                        <p:attrNameLst>
                                          <p:attrName>style.visibility</p:attrName>
                                        </p:attrNameLst>
                                      </p:cBhvr>
                                      <p:to>
                                        <p:strVal val="hidden"/>
                                      </p:to>
                                    </p:set>
                                  </p:childTnLst>
                                </p:cTn>
                              </p:par>
                              <p:par>
                                <p:cTn id="86" presetID="10" presetClass="exit" presetSubtype="0" fill="hold" grpId="0" nodeType="withEffect">
                                  <p:stCondLst>
                                    <p:cond delay="0"/>
                                  </p:stCondLst>
                                  <p:childTnLst>
                                    <p:animEffect transition="out" filter="fade">
                                      <p:cBhvr>
                                        <p:cTn id="87" dur="420"/>
                                        <p:tgtEl>
                                          <p:spTgt spid="17"/>
                                        </p:tgtEl>
                                      </p:cBhvr>
                                    </p:animEffect>
                                    <p:set>
                                      <p:cBhvr>
                                        <p:cTn id="88" dur="1" fill="hold">
                                          <p:stCondLst>
                                            <p:cond delay="419"/>
                                          </p:stCondLst>
                                        </p:cTn>
                                        <p:tgtEl>
                                          <p:spTgt spid="17"/>
                                        </p:tgtEl>
                                        <p:attrNameLst>
                                          <p:attrName>style.visibility</p:attrName>
                                        </p:attrNameLst>
                                      </p:cBhvr>
                                      <p:to>
                                        <p:strVal val="hidden"/>
                                      </p:to>
                                    </p:set>
                                  </p:childTnLst>
                                </p:cTn>
                              </p:par>
                              <p:par>
                                <p:cTn id="89" presetID="10" presetClass="exit" presetSubtype="0" fill="hold" grpId="0" nodeType="withEffect">
                                  <p:stCondLst>
                                    <p:cond delay="0"/>
                                  </p:stCondLst>
                                  <p:childTnLst>
                                    <p:animEffect transition="out" filter="fade">
                                      <p:cBhvr>
                                        <p:cTn id="90" dur="420"/>
                                        <p:tgtEl>
                                          <p:spTgt spid="18"/>
                                        </p:tgtEl>
                                      </p:cBhvr>
                                    </p:animEffect>
                                    <p:set>
                                      <p:cBhvr>
                                        <p:cTn id="91" dur="1" fill="hold">
                                          <p:stCondLst>
                                            <p:cond delay="419"/>
                                          </p:stCondLst>
                                        </p:cTn>
                                        <p:tgtEl>
                                          <p:spTgt spid="18"/>
                                        </p:tgtEl>
                                        <p:attrNameLst>
                                          <p:attrName>style.visibility</p:attrName>
                                        </p:attrNameLst>
                                      </p:cBhvr>
                                      <p:to>
                                        <p:strVal val="hidden"/>
                                      </p:to>
                                    </p:set>
                                  </p:childTnLst>
                                </p:cTn>
                              </p:par>
                              <p:par>
                                <p:cTn id="92" presetID="10" presetClass="exit" presetSubtype="0" fill="hold" grpId="0" nodeType="withEffect">
                                  <p:stCondLst>
                                    <p:cond delay="0"/>
                                  </p:stCondLst>
                                  <p:childTnLst>
                                    <p:animEffect transition="out" filter="fade">
                                      <p:cBhvr>
                                        <p:cTn id="93" dur="420"/>
                                        <p:tgtEl>
                                          <p:spTgt spid="19"/>
                                        </p:tgtEl>
                                      </p:cBhvr>
                                    </p:animEffect>
                                    <p:set>
                                      <p:cBhvr>
                                        <p:cTn id="94" dur="1" fill="hold">
                                          <p:stCondLst>
                                            <p:cond delay="419"/>
                                          </p:stCondLst>
                                        </p:cTn>
                                        <p:tgtEl>
                                          <p:spTgt spid="19"/>
                                        </p:tgtEl>
                                        <p:attrNameLst>
                                          <p:attrName>style.visibility</p:attrName>
                                        </p:attrNameLst>
                                      </p:cBhvr>
                                      <p:to>
                                        <p:strVal val="hidden"/>
                                      </p:to>
                                    </p:set>
                                  </p:childTnLst>
                                </p:cTn>
                              </p:par>
                              <p:par>
                                <p:cTn id="95" presetID="10" presetClass="exit" presetSubtype="0" fill="hold" grpId="0" nodeType="withEffect">
                                  <p:stCondLst>
                                    <p:cond delay="0"/>
                                  </p:stCondLst>
                                  <p:childTnLst>
                                    <p:animEffect transition="out" filter="fade">
                                      <p:cBhvr>
                                        <p:cTn id="96" dur="420"/>
                                        <p:tgtEl>
                                          <p:spTgt spid="29"/>
                                        </p:tgtEl>
                                      </p:cBhvr>
                                    </p:animEffect>
                                    <p:set>
                                      <p:cBhvr>
                                        <p:cTn id="97" dur="1" fill="hold">
                                          <p:stCondLst>
                                            <p:cond delay="419"/>
                                          </p:stCondLst>
                                        </p:cTn>
                                        <p:tgtEl>
                                          <p:spTgt spid="29"/>
                                        </p:tgtEl>
                                        <p:attrNameLst>
                                          <p:attrName>style.visibility</p:attrName>
                                        </p:attrNameLst>
                                      </p:cBhvr>
                                      <p:to>
                                        <p:strVal val="hidden"/>
                                      </p:to>
                                    </p:set>
                                  </p:childTnLst>
                                </p:cTn>
                              </p:par>
                              <p:par>
                                <p:cTn id="98" presetID="10" presetClass="exit" presetSubtype="0" fill="hold" grpId="0" nodeType="withEffect">
                                  <p:stCondLst>
                                    <p:cond delay="0"/>
                                  </p:stCondLst>
                                  <p:childTnLst>
                                    <p:animEffect transition="out" filter="fade">
                                      <p:cBhvr>
                                        <p:cTn id="99" dur="420"/>
                                        <p:tgtEl>
                                          <p:spTgt spid="30"/>
                                        </p:tgtEl>
                                      </p:cBhvr>
                                    </p:animEffect>
                                    <p:set>
                                      <p:cBhvr>
                                        <p:cTn id="100" dur="1" fill="hold">
                                          <p:stCondLst>
                                            <p:cond delay="419"/>
                                          </p:stCondLst>
                                        </p:cTn>
                                        <p:tgtEl>
                                          <p:spTgt spid="30"/>
                                        </p:tgtEl>
                                        <p:attrNameLst>
                                          <p:attrName>style.visibility</p:attrName>
                                        </p:attrNameLst>
                                      </p:cBhvr>
                                      <p:to>
                                        <p:strVal val="hidden"/>
                                      </p:to>
                                    </p:set>
                                  </p:childTnLst>
                                </p:cTn>
                              </p:par>
                              <p:par>
                                <p:cTn id="101" presetID="10" presetClass="exit" presetSubtype="0" fill="hold" grpId="0" nodeType="withEffect">
                                  <p:stCondLst>
                                    <p:cond delay="0"/>
                                  </p:stCondLst>
                                  <p:childTnLst>
                                    <p:animEffect transition="out" filter="fade">
                                      <p:cBhvr>
                                        <p:cTn id="102" dur="420"/>
                                        <p:tgtEl>
                                          <p:spTgt spid="31"/>
                                        </p:tgtEl>
                                      </p:cBhvr>
                                    </p:animEffect>
                                    <p:set>
                                      <p:cBhvr>
                                        <p:cTn id="103" dur="1" fill="hold">
                                          <p:stCondLst>
                                            <p:cond delay="419"/>
                                          </p:stCondLst>
                                        </p:cTn>
                                        <p:tgtEl>
                                          <p:spTgt spid="31"/>
                                        </p:tgtEl>
                                        <p:attrNameLst>
                                          <p:attrName>style.visibility</p:attrName>
                                        </p:attrNameLst>
                                      </p:cBhvr>
                                      <p:to>
                                        <p:strVal val="hidden"/>
                                      </p:to>
                                    </p:set>
                                  </p:childTnLst>
                                </p:cTn>
                              </p:par>
                              <p:par>
                                <p:cTn id="104" presetID="10" presetClass="exit" presetSubtype="0" fill="hold" grpId="0" nodeType="withEffect">
                                  <p:stCondLst>
                                    <p:cond delay="0"/>
                                  </p:stCondLst>
                                  <p:childTnLst>
                                    <p:animEffect transition="out" filter="fade">
                                      <p:cBhvr>
                                        <p:cTn id="105" dur="420"/>
                                        <p:tgtEl>
                                          <p:spTgt spid="32"/>
                                        </p:tgtEl>
                                      </p:cBhvr>
                                    </p:animEffect>
                                    <p:set>
                                      <p:cBhvr>
                                        <p:cTn id="106" dur="1" fill="hold">
                                          <p:stCondLst>
                                            <p:cond delay="419"/>
                                          </p:stCondLst>
                                        </p:cTn>
                                        <p:tgtEl>
                                          <p:spTgt spid="32"/>
                                        </p:tgtEl>
                                        <p:attrNameLst>
                                          <p:attrName>style.visibility</p:attrName>
                                        </p:attrNameLst>
                                      </p:cBhvr>
                                      <p:to>
                                        <p:strVal val="hidden"/>
                                      </p:to>
                                    </p:set>
                                  </p:childTnLst>
                                </p:cTn>
                              </p:par>
                              <p:par>
                                <p:cTn id="107" presetID="53" presetClass="entr" presetSubtype="16" fill="hold" nodeType="withEffect">
                                  <p:stCondLst>
                                    <p:cond delay="250"/>
                                  </p:stCondLst>
                                  <p:childTnLst>
                                    <p:set>
                                      <p:cBhvr>
                                        <p:cTn id="108" dur="1" fill="hold">
                                          <p:stCondLst>
                                            <p:cond delay="0"/>
                                          </p:stCondLst>
                                        </p:cTn>
                                        <p:tgtEl>
                                          <p:spTgt spid="103"/>
                                        </p:tgtEl>
                                        <p:attrNameLst>
                                          <p:attrName>style.visibility</p:attrName>
                                        </p:attrNameLst>
                                      </p:cBhvr>
                                      <p:to>
                                        <p:strVal val="visible"/>
                                      </p:to>
                                    </p:set>
                                    <p:anim calcmode="lin" valueType="num">
                                      <p:cBhvr>
                                        <p:cTn id="109" dur="750" fill="hold"/>
                                        <p:tgtEl>
                                          <p:spTgt spid="103"/>
                                        </p:tgtEl>
                                        <p:attrNameLst>
                                          <p:attrName>ppt_w</p:attrName>
                                        </p:attrNameLst>
                                      </p:cBhvr>
                                      <p:tavLst>
                                        <p:tav tm="0">
                                          <p:val>
                                            <p:fltVal val="0"/>
                                          </p:val>
                                        </p:tav>
                                        <p:tav tm="100000">
                                          <p:val>
                                            <p:strVal val="#ppt_w"/>
                                          </p:val>
                                        </p:tav>
                                      </p:tavLst>
                                    </p:anim>
                                    <p:anim calcmode="lin" valueType="num">
                                      <p:cBhvr>
                                        <p:cTn id="110" dur="750" fill="hold"/>
                                        <p:tgtEl>
                                          <p:spTgt spid="103"/>
                                        </p:tgtEl>
                                        <p:attrNameLst>
                                          <p:attrName>ppt_h</p:attrName>
                                        </p:attrNameLst>
                                      </p:cBhvr>
                                      <p:tavLst>
                                        <p:tav tm="0">
                                          <p:val>
                                            <p:fltVal val="0"/>
                                          </p:val>
                                        </p:tav>
                                        <p:tav tm="100000">
                                          <p:val>
                                            <p:strVal val="#ppt_h"/>
                                          </p:val>
                                        </p:tav>
                                      </p:tavLst>
                                    </p:anim>
                                    <p:animEffect transition="in" filter="fade">
                                      <p:cBhvr>
                                        <p:cTn id="111" dur="750"/>
                                        <p:tgtEl>
                                          <p:spTgt spid="103"/>
                                        </p:tgtEl>
                                      </p:cBhvr>
                                    </p:animEffect>
                                  </p:childTnLst>
                                </p:cTn>
                              </p:par>
                              <p:par>
                                <p:cTn id="112" presetID="53" presetClass="entr" presetSubtype="16" fill="hold" grpId="0" nodeType="withEffect">
                                  <p:stCondLst>
                                    <p:cond delay="250"/>
                                  </p:stCondLst>
                                  <p:childTnLst>
                                    <p:set>
                                      <p:cBhvr>
                                        <p:cTn id="113" dur="1" fill="hold">
                                          <p:stCondLst>
                                            <p:cond delay="0"/>
                                          </p:stCondLst>
                                        </p:cTn>
                                        <p:tgtEl>
                                          <p:spTgt spid="104"/>
                                        </p:tgtEl>
                                        <p:attrNameLst>
                                          <p:attrName>style.visibility</p:attrName>
                                        </p:attrNameLst>
                                      </p:cBhvr>
                                      <p:to>
                                        <p:strVal val="visible"/>
                                      </p:to>
                                    </p:set>
                                    <p:anim calcmode="lin" valueType="num">
                                      <p:cBhvr>
                                        <p:cTn id="114" dur="750" fill="hold"/>
                                        <p:tgtEl>
                                          <p:spTgt spid="104"/>
                                        </p:tgtEl>
                                        <p:attrNameLst>
                                          <p:attrName>ppt_w</p:attrName>
                                        </p:attrNameLst>
                                      </p:cBhvr>
                                      <p:tavLst>
                                        <p:tav tm="0">
                                          <p:val>
                                            <p:fltVal val="0"/>
                                          </p:val>
                                        </p:tav>
                                        <p:tav tm="100000">
                                          <p:val>
                                            <p:strVal val="#ppt_w"/>
                                          </p:val>
                                        </p:tav>
                                      </p:tavLst>
                                    </p:anim>
                                    <p:anim calcmode="lin" valueType="num">
                                      <p:cBhvr>
                                        <p:cTn id="115" dur="750" fill="hold"/>
                                        <p:tgtEl>
                                          <p:spTgt spid="104"/>
                                        </p:tgtEl>
                                        <p:attrNameLst>
                                          <p:attrName>ppt_h</p:attrName>
                                        </p:attrNameLst>
                                      </p:cBhvr>
                                      <p:tavLst>
                                        <p:tav tm="0">
                                          <p:val>
                                            <p:fltVal val="0"/>
                                          </p:val>
                                        </p:tav>
                                        <p:tav tm="100000">
                                          <p:val>
                                            <p:strVal val="#ppt_h"/>
                                          </p:val>
                                        </p:tav>
                                      </p:tavLst>
                                    </p:anim>
                                    <p:animEffect transition="in" filter="fade">
                                      <p:cBhvr>
                                        <p:cTn id="116" dur="750"/>
                                        <p:tgtEl>
                                          <p:spTgt spid="104"/>
                                        </p:tgtEl>
                                      </p:cBhvr>
                                    </p:animEffect>
                                  </p:childTnLst>
                                </p:cTn>
                              </p:par>
                              <p:par>
                                <p:cTn id="117" presetID="53" presetClass="entr" presetSubtype="16" fill="hold" grpId="0" nodeType="withEffect">
                                  <p:stCondLst>
                                    <p:cond delay="250"/>
                                  </p:stCondLst>
                                  <p:childTnLst>
                                    <p:set>
                                      <p:cBhvr>
                                        <p:cTn id="118" dur="1" fill="hold">
                                          <p:stCondLst>
                                            <p:cond delay="0"/>
                                          </p:stCondLst>
                                        </p:cTn>
                                        <p:tgtEl>
                                          <p:spTgt spid="105"/>
                                        </p:tgtEl>
                                        <p:attrNameLst>
                                          <p:attrName>style.visibility</p:attrName>
                                        </p:attrNameLst>
                                      </p:cBhvr>
                                      <p:to>
                                        <p:strVal val="visible"/>
                                      </p:to>
                                    </p:set>
                                    <p:anim calcmode="lin" valueType="num">
                                      <p:cBhvr>
                                        <p:cTn id="119" dur="750" fill="hold"/>
                                        <p:tgtEl>
                                          <p:spTgt spid="105"/>
                                        </p:tgtEl>
                                        <p:attrNameLst>
                                          <p:attrName>ppt_w</p:attrName>
                                        </p:attrNameLst>
                                      </p:cBhvr>
                                      <p:tavLst>
                                        <p:tav tm="0">
                                          <p:val>
                                            <p:fltVal val="0"/>
                                          </p:val>
                                        </p:tav>
                                        <p:tav tm="100000">
                                          <p:val>
                                            <p:strVal val="#ppt_w"/>
                                          </p:val>
                                        </p:tav>
                                      </p:tavLst>
                                    </p:anim>
                                    <p:anim calcmode="lin" valueType="num">
                                      <p:cBhvr>
                                        <p:cTn id="120" dur="750" fill="hold"/>
                                        <p:tgtEl>
                                          <p:spTgt spid="105"/>
                                        </p:tgtEl>
                                        <p:attrNameLst>
                                          <p:attrName>ppt_h</p:attrName>
                                        </p:attrNameLst>
                                      </p:cBhvr>
                                      <p:tavLst>
                                        <p:tav tm="0">
                                          <p:val>
                                            <p:fltVal val="0"/>
                                          </p:val>
                                        </p:tav>
                                        <p:tav tm="100000">
                                          <p:val>
                                            <p:strVal val="#ppt_h"/>
                                          </p:val>
                                        </p:tav>
                                      </p:tavLst>
                                    </p:anim>
                                    <p:animEffect transition="in" filter="fade">
                                      <p:cBhvr>
                                        <p:cTn id="121" dur="750"/>
                                        <p:tgtEl>
                                          <p:spTgt spid="105"/>
                                        </p:tgtEl>
                                      </p:cBhvr>
                                    </p:animEffect>
                                  </p:childTnLst>
                                </p:cTn>
                              </p:par>
                              <p:par>
                                <p:cTn id="122" presetID="53" presetClass="entr" presetSubtype="16" fill="hold" grpId="0" nodeType="withEffect">
                                  <p:stCondLst>
                                    <p:cond delay="250"/>
                                  </p:stCondLst>
                                  <p:childTnLst>
                                    <p:set>
                                      <p:cBhvr>
                                        <p:cTn id="123" dur="1" fill="hold">
                                          <p:stCondLst>
                                            <p:cond delay="0"/>
                                          </p:stCondLst>
                                        </p:cTn>
                                        <p:tgtEl>
                                          <p:spTgt spid="106"/>
                                        </p:tgtEl>
                                        <p:attrNameLst>
                                          <p:attrName>style.visibility</p:attrName>
                                        </p:attrNameLst>
                                      </p:cBhvr>
                                      <p:to>
                                        <p:strVal val="visible"/>
                                      </p:to>
                                    </p:set>
                                    <p:anim calcmode="lin" valueType="num">
                                      <p:cBhvr>
                                        <p:cTn id="124" dur="750" fill="hold"/>
                                        <p:tgtEl>
                                          <p:spTgt spid="106"/>
                                        </p:tgtEl>
                                        <p:attrNameLst>
                                          <p:attrName>ppt_w</p:attrName>
                                        </p:attrNameLst>
                                      </p:cBhvr>
                                      <p:tavLst>
                                        <p:tav tm="0">
                                          <p:val>
                                            <p:fltVal val="0"/>
                                          </p:val>
                                        </p:tav>
                                        <p:tav tm="100000">
                                          <p:val>
                                            <p:strVal val="#ppt_w"/>
                                          </p:val>
                                        </p:tav>
                                      </p:tavLst>
                                    </p:anim>
                                    <p:anim calcmode="lin" valueType="num">
                                      <p:cBhvr>
                                        <p:cTn id="125" dur="750" fill="hold"/>
                                        <p:tgtEl>
                                          <p:spTgt spid="106"/>
                                        </p:tgtEl>
                                        <p:attrNameLst>
                                          <p:attrName>ppt_h</p:attrName>
                                        </p:attrNameLst>
                                      </p:cBhvr>
                                      <p:tavLst>
                                        <p:tav tm="0">
                                          <p:val>
                                            <p:fltVal val="0"/>
                                          </p:val>
                                        </p:tav>
                                        <p:tav tm="100000">
                                          <p:val>
                                            <p:strVal val="#ppt_h"/>
                                          </p:val>
                                        </p:tav>
                                      </p:tavLst>
                                    </p:anim>
                                    <p:animEffect transition="in" filter="fade">
                                      <p:cBhvr>
                                        <p:cTn id="126" dur="750"/>
                                        <p:tgtEl>
                                          <p:spTgt spid="106"/>
                                        </p:tgtEl>
                                      </p:cBhvr>
                                    </p:animEffect>
                                  </p:childTnLst>
                                </p:cTn>
                              </p:par>
                              <p:par>
                                <p:cTn id="127" presetID="53" presetClass="entr" presetSubtype="16" fill="hold" nodeType="withEffect">
                                  <p:stCondLst>
                                    <p:cond delay="250"/>
                                  </p:stCondLst>
                                  <p:childTnLst>
                                    <p:set>
                                      <p:cBhvr>
                                        <p:cTn id="128" dur="1" fill="hold">
                                          <p:stCondLst>
                                            <p:cond delay="0"/>
                                          </p:stCondLst>
                                        </p:cTn>
                                        <p:tgtEl>
                                          <p:spTgt spid="107"/>
                                        </p:tgtEl>
                                        <p:attrNameLst>
                                          <p:attrName>style.visibility</p:attrName>
                                        </p:attrNameLst>
                                      </p:cBhvr>
                                      <p:to>
                                        <p:strVal val="visible"/>
                                      </p:to>
                                    </p:set>
                                    <p:anim calcmode="lin" valueType="num">
                                      <p:cBhvr>
                                        <p:cTn id="129" dur="750" fill="hold"/>
                                        <p:tgtEl>
                                          <p:spTgt spid="107"/>
                                        </p:tgtEl>
                                        <p:attrNameLst>
                                          <p:attrName>ppt_w</p:attrName>
                                        </p:attrNameLst>
                                      </p:cBhvr>
                                      <p:tavLst>
                                        <p:tav tm="0">
                                          <p:val>
                                            <p:fltVal val="0"/>
                                          </p:val>
                                        </p:tav>
                                        <p:tav tm="100000">
                                          <p:val>
                                            <p:strVal val="#ppt_w"/>
                                          </p:val>
                                        </p:tav>
                                      </p:tavLst>
                                    </p:anim>
                                    <p:anim calcmode="lin" valueType="num">
                                      <p:cBhvr>
                                        <p:cTn id="130" dur="750" fill="hold"/>
                                        <p:tgtEl>
                                          <p:spTgt spid="107"/>
                                        </p:tgtEl>
                                        <p:attrNameLst>
                                          <p:attrName>ppt_h</p:attrName>
                                        </p:attrNameLst>
                                      </p:cBhvr>
                                      <p:tavLst>
                                        <p:tav tm="0">
                                          <p:val>
                                            <p:fltVal val="0"/>
                                          </p:val>
                                        </p:tav>
                                        <p:tav tm="100000">
                                          <p:val>
                                            <p:strVal val="#ppt_h"/>
                                          </p:val>
                                        </p:tav>
                                      </p:tavLst>
                                    </p:anim>
                                    <p:animEffect transition="in" filter="fade">
                                      <p:cBhvr>
                                        <p:cTn id="131" dur="750"/>
                                        <p:tgtEl>
                                          <p:spTgt spid="107"/>
                                        </p:tgtEl>
                                      </p:cBhvr>
                                    </p:animEffect>
                                  </p:childTnLst>
                                </p:cTn>
                              </p:par>
                              <p:par>
                                <p:cTn id="132" presetID="53" presetClass="entr" presetSubtype="16" fill="hold" nodeType="withEffect">
                                  <p:stCondLst>
                                    <p:cond delay="250"/>
                                  </p:stCondLst>
                                  <p:childTnLst>
                                    <p:set>
                                      <p:cBhvr>
                                        <p:cTn id="133" dur="1" fill="hold">
                                          <p:stCondLst>
                                            <p:cond delay="0"/>
                                          </p:stCondLst>
                                        </p:cTn>
                                        <p:tgtEl>
                                          <p:spTgt spid="108"/>
                                        </p:tgtEl>
                                        <p:attrNameLst>
                                          <p:attrName>style.visibility</p:attrName>
                                        </p:attrNameLst>
                                      </p:cBhvr>
                                      <p:to>
                                        <p:strVal val="visible"/>
                                      </p:to>
                                    </p:set>
                                    <p:anim calcmode="lin" valueType="num">
                                      <p:cBhvr>
                                        <p:cTn id="134" dur="750" fill="hold"/>
                                        <p:tgtEl>
                                          <p:spTgt spid="108"/>
                                        </p:tgtEl>
                                        <p:attrNameLst>
                                          <p:attrName>ppt_w</p:attrName>
                                        </p:attrNameLst>
                                      </p:cBhvr>
                                      <p:tavLst>
                                        <p:tav tm="0">
                                          <p:val>
                                            <p:fltVal val="0"/>
                                          </p:val>
                                        </p:tav>
                                        <p:tav tm="100000">
                                          <p:val>
                                            <p:strVal val="#ppt_w"/>
                                          </p:val>
                                        </p:tav>
                                      </p:tavLst>
                                    </p:anim>
                                    <p:anim calcmode="lin" valueType="num">
                                      <p:cBhvr>
                                        <p:cTn id="135" dur="750" fill="hold"/>
                                        <p:tgtEl>
                                          <p:spTgt spid="108"/>
                                        </p:tgtEl>
                                        <p:attrNameLst>
                                          <p:attrName>ppt_h</p:attrName>
                                        </p:attrNameLst>
                                      </p:cBhvr>
                                      <p:tavLst>
                                        <p:tav tm="0">
                                          <p:val>
                                            <p:fltVal val="0"/>
                                          </p:val>
                                        </p:tav>
                                        <p:tav tm="100000">
                                          <p:val>
                                            <p:strVal val="#ppt_h"/>
                                          </p:val>
                                        </p:tav>
                                      </p:tavLst>
                                    </p:anim>
                                    <p:animEffect transition="in" filter="fade">
                                      <p:cBhvr>
                                        <p:cTn id="136" dur="750"/>
                                        <p:tgtEl>
                                          <p:spTgt spid="108"/>
                                        </p:tgtEl>
                                      </p:cBhvr>
                                    </p:animEffect>
                                  </p:childTnLst>
                                </p:cTn>
                              </p:par>
                              <p:par>
                                <p:cTn id="137" presetID="53" presetClass="entr" presetSubtype="16" fill="hold" grpId="0" nodeType="withEffect">
                                  <p:stCondLst>
                                    <p:cond delay="250"/>
                                  </p:stCondLst>
                                  <p:childTnLst>
                                    <p:set>
                                      <p:cBhvr>
                                        <p:cTn id="138" dur="1" fill="hold">
                                          <p:stCondLst>
                                            <p:cond delay="0"/>
                                          </p:stCondLst>
                                        </p:cTn>
                                        <p:tgtEl>
                                          <p:spTgt spid="109"/>
                                        </p:tgtEl>
                                        <p:attrNameLst>
                                          <p:attrName>style.visibility</p:attrName>
                                        </p:attrNameLst>
                                      </p:cBhvr>
                                      <p:to>
                                        <p:strVal val="visible"/>
                                      </p:to>
                                    </p:set>
                                    <p:anim calcmode="lin" valueType="num">
                                      <p:cBhvr>
                                        <p:cTn id="139" dur="750" fill="hold"/>
                                        <p:tgtEl>
                                          <p:spTgt spid="109"/>
                                        </p:tgtEl>
                                        <p:attrNameLst>
                                          <p:attrName>ppt_w</p:attrName>
                                        </p:attrNameLst>
                                      </p:cBhvr>
                                      <p:tavLst>
                                        <p:tav tm="0">
                                          <p:val>
                                            <p:fltVal val="0"/>
                                          </p:val>
                                        </p:tav>
                                        <p:tav tm="100000">
                                          <p:val>
                                            <p:strVal val="#ppt_w"/>
                                          </p:val>
                                        </p:tav>
                                      </p:tavLst>
                                    </p:anim>
                                    <p:anim calcmode="lin" valueType="num">
                                      <p:cBhvr>
                                        <p:cTn id="140" dur="750" fill="hold"/>
                                        <p:tgtEl>
                                          <p:spTgt spid="109"/>
                                        </p:tgtEl>
                                        <p:attrNameLst>
                                          <p:attrName>ppt_h</p:attrName>
                                        </p:attrNameLst>
                                      </p:cBhvr>
                                      <p:tavLst>
                                        <p:tav tm="0">
                                          <p:val>
                                            <p:fltVal val="0"/>
                                          </p:val>
                                        </p:tav>
                                        <p:tav tm="100000">
                                          <p:val>
                                            <p:strVal val="#ppt_h"/>
                                          </p:val>
                                        </p:tav>
                                      </p:tavLst>
                                    </p:anim>
                                    <p:animEffect transition="in" filter="fade">
                                      <p:cBhvr>
                                        <p:cTn id="141" dur="750"/>
                                        <p:tgtEl>
                                          <p:spTgt spid="109"/>
                                        </p:tgtEl>
                                      </p:cBhvr>
                                    </p:animEffect>
                                  </p:childTnLst>
                                </p:cTn>
                              </p:par>
                              <p:par>
                                <p:cTn id="142" presetID="53" presetClass="entr" presetSubtype="16" fill="hold" grpId="0" nodeType="withEffect">
                                  <p:stCondLst>
                                    <p:cond delay="370"/>
                                  </p:stCondLst>
                                  <p:childTnLst>
                                    <p:set>
                                      <p:cBhvr>
                                        <p:cTn id="143" dur="1" fill="hold">
                                          <p:stCondLst>
                                            <p:cond delay="0"/>
                                          </p:stCondLst>
                                        </p:cTn>
                                        <p:tgtEl>
                                          <p:spTgt spid="110"/>
                                        </p:tgtEl>
                                        <p:attrNameLst>
                                          <p:attrName>style.visibility</p:attrName>
                                        </p:attrNameLst>
                                      </p:cBhvr>
                                      <p:to>
                                        <p:strVal val="visible"/>
                                      </p:to>
                                    </p:set>
                                    <p:anim calcmode="lin" valueType="num">
                                      <p:cBhvr>
                                        <p:cTn id="144" dur="750" fill="hold"/>
                                        <p:tgtEl>
                                          <p:spTgt spid="110"/>
                                        </p:tgtEl>
                                        <p:attrNameLst>
                                          <p:attrName>ppt_w</p:attrName>
                                        </p:attrNameLst>
                                      </p:cBhvr>
                                      <p:tavLst>
                                        <p:tav tm="0">
                                          <p:val>
                                            <p:fltVal val="0"/>
                                          </p:val>
                                        </p:tav>
                                        <p:tav tm="100000">
                                          <p:val>
                                            <p:strVal val="#ppt_w"/>
                                          </p:val>
                                        </p:tav>
                                      </p:tavLst>
                                    </p:anim>
                                    <p:anim calcmode="lin" valueType="num">
                                      <p:cBhvr>
                                        <p:cTn id="145" dur="750" fill="hold"/>
                                        <p:tgtEl>
                                          <p:spTgt spid="110"/>
                                        </p:tgtEl>
                                        <p:attrNameLst>
                                          <p:attrName>ppt_h</p:attrName>
                                        </p:attrNameLst>
                                      </p:cBhvr>
                                      <p:tavLst>
                                        <p:tav tm="0">
                                          <p:val>
                                            <p:fltVal val="0"/>
                                          </p:val>
                                        </p:tav>
                                        <p:tav tm="100000">
                                          <p:val>
                                            <p:strVal val="#ppt_h"/>
                                          </p:val>
                                        </p:tav>
                                      </p:tavLst>
                                    </p:anim>
                                    <p:animEffect transition="in" filter="fade">
                                      <p:cBhvr>
                                        <p:cTn id="146" dur="750"/>
                                        <p:tgtEl>
                                          <p:spTgt spid="110"/>
                                        </p:tgtEl>
                                      </p:cBhvr>
                                    </p:animEffect>
                                  </p:childTnLst>
                                </p:cTn>
                              </p:par>
                              <p:par>
                                <p:cTn id="147" presetID="53" presetClass="entr" presetSubtype="16" fill="hold" nodeType="withEffect">
                                  <p:stCondLst>
                                    <p:cond delay="370"/>
                                  </p:stCondLst>
                                  <p:childTnLst>
                                    <p:set>
                                      <p:cBhvr>
                                        <p:cTn id="148" dur="1" fill="hold">
                                          <p:stCondLst>
                                            <p:cond delay="0"/>
                                          </p:stCondLst>
                                        </p:cTn>
                                        <p:tgtEl>
                                          <p:spTgt spid="111"/>
                                        </p:tgtEl>
                                        <p:attrNameLst>
                                          <p:attrName>style.visibility</p:attrName>
                                        </p:attrNameLst>
                                      </p:cBhvr>
                                      <p:to>
                                        <p:strVal val="visible"/>
                                      </p:to>
                                    </p:set>
                                    <p:anim calcmode="lin" valueType="num">
                                      <p:cBhvr>
                                        <p:cTn id="149" dur="750" fill="hold"/>
                                        <p:tgtEl>
                                          <p:spTgt spid="111"/>
                                        </p:tgtEl>
                                        <p:attrNameLst>
                                          <p:attrName>ppt_w</p:attrName>
                                        </p:attrNameLst>
                                      </p:cBhvr>
                                      <p:tavLst>
                                        <p:tav tm="0">
                                          <p:val>
                                            <p:fltVal val="0"/>
                                          </p:val>
                                        </p:tav>
                                        <p:tav tm="100000">
                                          <p:val>
                                            <p:strVal val="#ppt_w"/>
                                          </p:val>
                                        </p:tav>
                                      </p:tavLst>
                                    </p:anim>
                                    <p:anim calcmode="lin" valueType="num">
                                      <p:cBhvr>
                                        <p:cTn id="150" dur="750" fill="hold"/>
                                        <p:tgtEl>
                                          <p:spTgt spid="111"/>
                                        </p:tgtEl>
                                        <p:attrNameLst>
                                          <p:attrName>ppt_h</p:attrName>
                                        </p:attrNameLst>
                                      </p:cBhvr>
                                      <p:tavLst>
                                        <p:tav tm="0">
                                          <p:val>
                                            <p:fltVal val="0"/>
                                          </p:val>
                                        </p:tav>
                                        <p:tav tm="100000">
                                          <p:val>
                                            <p:strVal val="#ppt_h"/>
                                          </p:val>
                                        </p:tav>
                                      </p:tavLst>
                                    </p:anim>
                                    <p:animEffect transition="in" filter="fade">
                                      <p:cBhvr>
                                        <p:cTn id="151" dur="750"/>
                                        <p:tgtEl>
                                          <p:spTgt spid="111"/>
                                        </p:tgtEl>
                                      </p:cBhvr>
                                    </p:animEffect>
                                  </p:childTnLst>
                                </p:cTn>
                              </p:par>
                              <p:par>
                                <p:cTn id="152" presetID="53" presetClass="entr" presetSubtype="16" fill="hold" grpId="0" nodeType="withEffect">
                                  <p:stCondLst>
                                    <p:cond delay="370"/>
                                  </p:stCondLst>
                                  <p:childTnLst>
                                    <p:set>
                                      <p:cBhvr>
                                        <p:cTn id="153" dur="1" fill="hold">
                                          <p:stCondLst>
                                            <p:cond delay="0"/>
                                          </p:stCondLst>
                                        </p:cTn>
                                        <p:tgtEl>
                                          <p:spTgt spid="112"/>
                                        </p:tgtEl>
                                        <p:attrNameLst>
                                          <p:attrName>style.visibility</p:attrName>
                                        </p:attrNameLst>
                                      </p:cBhvr>
                                      <p:to>
                                        <p:strVal val="visible"/>
                                      </p:to>
                                    </p:set>
                                    <p:anim calcmode="lin" valueType="num">
                                      <p:cBhvr>
                                        <p:cTn id="154" dur="750" fill="hold"/>
                                        <p:tgtEl>
                                          <p:spTgt spid="112"/>
                                        </p:tgtEl>
                                        <p:attrNameLst>
                                          <p:attrName>ppt_w</p:attrName>
                                        </p:attrNameLst>
                                      </p:cBhvr>
                                      <p:tavLst>
                                        <p:tav tm="0">
                                          <p:val>
                                            <p:fltVal val="0"/>
                                          </p:val>
                                        </p:tav>
                                        <p:tav tm="100000">
                                          <p:val>
                                            <p:strVal val="#ppt_w"/>
                                          </p:val>
                                        </p:tav>
                                      </p:tavLst>
                                    </p:anim>
                                    <p:anim calcmode="lin" valueType="num">
                                      <p:cBhvr>
                                        <p:cTn id="155" dur="750" fill="hold"/>
                                        <p:tgtEl>
                                          <p:spTgt spid="112"/>
                                        </p:tgtEl>
                                        <p:attrNameLst>
                                          <p:attrName>ppt_h</p:attrName>
                                        </p:attrNameLst>
                                      </p:cBhvr>
                                      <p:tavLst>
                                        <p:tav tm="0">
                                          <p:val>
                                            <p:fltVal val="0"/>
                                          </p:val>
                                        </p:tav>
                                        <p:tav tm="100000">
                                          <p:val>
                                            <p:strVal val="#ppt_h"/>
                                          </p:val>
                                        </p:tav>
                                      </p:tavLst>
                                    </p:anim>
                                    <p:animEffect transition="in" filter="fade">
                                      <p:cBhvr>
                                        <p:cTn id="156" dur="750"/>
                                        <p:tgtEl>
                                          <p:spTgt spid="112"/>
                                        </p:tgtEl>
                                      </p:cBhvr>
                                    </p:animEffect>
                                  </p:childTnLst>
                                </p:cTn>
                              </p:par>
                              <p:par>
                                <p:cTn id="157" presetID="53" presetClass="entr" presetSubtype="16" fill="hold" grpId="0" nodeType="withEffect">
                                  <p:stCondLst>
                                    <p:cond delay="370"/>
                                  </p:stCondLst>
                                  <p:childTnLst>
                                    <p:set>
                                      <p:cBhvr>
                                        <p:cTn id="158" dur="1" fill="hold">
                                          <p:stCondLst>
                                            <p:cond delay="0"/>
                                          </p:stCondLst>
                                        </p:cTn>
                                        <p:tgtEl>
                                          <p:spTgt spid="113"/>
                                        </p:tgtEl>
                                        <p:attrNameLst>
                                          <p:attrName>style.visibility</p:attrName>
                                        </p:attrNameLst>
                                      </p:cBhvr>
                                      <p:to>
                                        <p:strVal val="visible"/>
                                      </p:to>
                                    </p:set>
                                    <p:anim calcmode="lin" valueType="num">
                                      <p:cBhvr>
                                        <p:cTn id="159" dur="750" fill="hold"/>
                                        <p:tgtEl>
                                          <p:spTgt spid="113"/>
                                        </p:tgtEl>
                                        <p:attrNameLst>
                                          <p:attrName>ppt_w</p:attrName>
                                        </p:attrNameLst>
                                      </p:cBhvr>
                                      <p:tavLst>
                                        <p:tav tm="0">
                                          <p:val>
                                            <p:fltVal val="0"/>
                                          </p:val>
                                        </p:tav>
                                        <p:tav tm="100000">
                                          <p:val>
                                            <p:strVal val="#ppt_w"/>
                                          </p:val>
                                        </p:tav>
                                      </p:tavLst>
                                    </p:anim>
                                    <p:anim calcmode="lin" valueType="num">
                                      <p:cBhvr>
                                        <p:cTn id="160" dur="750" fill="hold"/>
                                        <p:tgtEl>
                                          <p:spTgt spid="113"/>
                                        </p:tgtEl>
                                        <p:attrNameLst>
                                          <p:attrName>ppt_h</p:attrName>
                                        </p:attrNameLst>
                                      </p:cBhvr>
                                      <p:tavLst>
                                        <p:tav tm="0">
                                          <p:val>
                                            <p:fltVal val="0"/>
                                          </p:val>
                                        </p:tav>
                                        <p:tav tm="100000">
                                          <p:val>
                                            <p:strVal val="#ppt_h"/>
                                          </p:val>
                                        </p:tav>
                                      </p:tavLst>
                                    </p:anim>
                                    <p:animEffect transition="in" filter="fade">
                                      <p:cBhvr>
                                        <p:cTn id="161" dur="750"/>
                                        <p:tgtEl>
                                          <p:spTgt spid="113"/>
                                        </p:tgtEl>
                                      </p:cBhvr>
                                    </p:animEffect>
                                  </p:childTnLst>
                                </p:cTn>
                              </p:par>
                              <p:par>
                                <p:cTn id="162" presetID="53" presetClass="entr" presetSubtype="16" fill="hold" grpId="0" nodeType="withEffect">
                                  <p:stCondLst>
                                    <p:cond delay="370"/>
                                  </p:stCondLst>
                                  <p:childTnLst>
                                    <p:set>
                                      <p:cBhvr>
                                        <p:cTn id="163" dur="1" fill="hold">
                                          <p:stCondLst>
                                            <p:cond delay="0"/>
                                          </p:stCondLst>
                                        </p:cTn>
                                        <p:tgtEl>
                                          <p:spTgt spid="114"/>
                                        </p:tgtEl>
                                        <p:attrNameLst>
                                          <p:attrName>style.visibility</p:attrName>
                                        </p:attrNameLst>
                                      </p:cBhvr>
                                      <p:to>
                                        <p:strVal val="visible"/>
                                      </p:to>
                                    </p:set>
                                    <p:anim calcmode="lin" valueType="num">
                                      <p:cBhvr>
                                        <p:cTn id="164" dur="750" fill="hold"/>
                                        <p:tgtEl>
                                          <p:spTgt spid="114"/>
                                        </p:tgtEl>
                                        <p:attrNameLst>
                                          <p:attrName>ppt_w</p:attrName>
                                        </p:attrNameLst>
                                      </p:cBhvr>
                                      <p:tavLst>
                                        <p:tav tm="0">
                                          <p:val>
                                            <p:fltVal val="0"/>
                                          </p:val>
                                        </p:tav>
                                        <p:tav tm="100000">
                                          <p:val>
                                            <p:strVal val="#ppt_w"/>
                                          </p:val>
                                        </p:tav>
                                      </p:tavLst>
                                    </p:anim>
                                    <p:anim calcmode="lin" valueType="num">
                                      <p:cBhvr>
                                        <p:cTn id="165" dur="750" fill="hold"/>
                                        <p:tgtEl>
                                          <p:spTgt spid="114"/>
                                        </p:tgtEl>
                                        <p:attrNameLst>
                                          <p:attrName>ppt_h</p:attrName>
                                        </p:attrNameLst>
                                      </p:cBhvr>
                                      <p:tavLst>
                                        <p:tav tm="0">
                                          <p:val>
                                            <p:fltVal val="0"/>
                                          </p:val>
                                        </p:tav>
                                        <p:tav tm="100000">
                                          <p:val>
                                            <p:strVal val="#ppt_h"/>
                                          </p:val>
                                        </p:tav>
                                      </p:tavLst>
                                    </p:anim>
                                    <p:animEffect transition="in" filter="fade">
                                      <p:cBhvr>
                                        <p:cTn id="166" dur="750"/>
                                        <p:tgtEl>
                                          <p:spTgt spid="114"/>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xit" presetSubtype="0" fill="hold" nodeType="clickEffect">
                                  <p:stCondLst>
                                    <p:cond delay="0"/>
                                  </p:stCondLst>
                                  <p:childTnLst>
                                    <p:animEffect transition="out" filter="fade">
                                      <p:cBhvr>
                                        <p:cTn id="170" dur="300"/>
                                        <p:tgtEl>
                                          <p:spTgt spid="103"/>
                                        </p:tgtEl>
                                      </p:cBhvr>
                                    </p:animEffect>
                                    <p:set>
                                      <p:cBhvr>
                                        <p:cTn id="171" dur="1" fill="hold">
                                          <p:stCondLst>
                                            <p:cond delay="299"/>
                                          </p:stCondLst>
                                        </p:cTn>
                                        <p:tgtEl>
                                          <p:spTgt spid="103"/>
                                        </p:tgtEl>
                                        <p:attrNameLst>
                                          <p:attrName>style.visibility</p:attrName>
                                        </p:attrNameLst>
                                      </p:cBhvr>
                                      <p:to>
                                        <p:strVal val="hidden"/>
                                      </p:to>
                                    </p:set>
                                  </p:childTnLst>
                                </p:cTn>
                              </p:par>
                              <p:par>
                                <p:cTn id="172" presetID="10" presetClass="exit" presetSubtype="0" fill="hold" grpId="1" nodeType="withEffect">
                                  <p:stCondLst>
                                    <p:cond delay="0"/>
                                  </p:stCondLst>
                                  <p:childTnLst>
                                    <p:animEffect transition="out" filter="fade">
                                      <p:cBhvr>
                                        <p:cTn id="173" dur="300"/>
                                        <p:tgtEl>
                                          <p:spTgt spid="104"/>
                                        </p:tgtEl>
                                      </p:cBhvr>
                                    </p:animEffect>
                                    <p:set>
                                      <p:cBhvr>
                                        <p:cTn id="174" dur="1" fill="hold">
                                          <p:stCondLst>
                                            <p:cond delay="299"/>
                                          </p:stCondLst>
                                        </p:cTn>
                                        <p:tgtEl>
                                          <p:spTgt spid="104"/>
                                        </p:tgtEl>
                                        <p:attrNameLst>
                                          <p:attrName>style.visibility</p:attrName>
                                        </p:attrNameLst>
                                      </p:cBhvr>
                                      <p:to>
                                        <p:strVal val="hidden"/>
                                      </p:to>
                                    </p:set>
                                  </p:childTnLst>
                                </p:cTn>
                              </p:par>
                              <p:par>
                                <p:cTn id="175" presetID="10" presetClass="exit" presetSubtype="0" fill="hold" grpId="1" nodeType="withEffect">
                                  <p:stCondLst>
                                    <p:cond delay="0"/>
                                  </p:stCondLst>
                                  <p:childTnLst>
                                    <p:animEffect transition="out" filter="fade">
                                      <p:cBhvr>
                                        <p:cTn id="176" dur="300"/>
                                        <p:tgtEl>
                                          <p:spTgt spid="105"/>
                                        </p:tgtEl>
                                      </p:cBhvr>
                                    </p:animEffect>
                                    <p:set>
                                      <p:cBhvr>
                                        <p:cTn id="177" dur="1" fill="hold">
                                          <p:stCondLst>
                                            <p:cond delay="299"/>
                                          </p:stCondLst>
                                        </p:cTn>
                                        <p:tgtEl>
                                          <p:spTgt spid="105"/>
                                        </p:tgtEl>
                                        <p:attrNameLst>
                                          <p:attrName>style.visibility</p:attrName>
                                        </p:attrNameLst>
                                      </p:cBhvr>
                                      <p:to>
                                        <p:strVal val="hidden"/>
                                      </p:to>
                                    </p:set>
                                  </p:childTnLst>
                                </p:cTn>
                              </p:par>
                              <p:par>
                                <p:cTn id="178" presetID="10" presetClass="exit" presetSubtype="0" fill="hold" grpId="1" nodeType="withEffect">
                                  <p:stCondLst>
                                    <p:cond delay="0"/>
                                  </p:stCondLst>
                                  <p:childTnLst>
                                    <p:animEffect transition="out" filter="fade">
                                      <p:cBhvr>
                                        <p:cTn id="179" dur="300"/>
                                        <p:tgtEl>
                                          <p:spTgt spid="106"/>
                                        </p:tgtEl>
                                      </p:cBhvr>
                                    </p:animEffect>
                                    <p:set>
                                      <p:cBhvr>
                                        <p:cTn id="180" dur="1" fill="hold">
                                          <p:stCondLst>
                                            <p:cond delay="299"/>
                                          </p:stCondLst>
                                        </p:cTn>
                                        <p:tgtEl>
                                          <p:spTgt spid="106"/>
                                        </p:tgtEl>
                                        <p:attrNameLst>
                                          <p:attrName>style.visibility</p:attrName>
                                        </p:attrNameLst>
                                      </p:cBhvr>
                                      <p:to>
                                        <p:strVal val="hidden"/>
                                      </p:to>
                                    </p:set>
                                  </p:childTnLst>
                                </p:cTn>
                              </p:par>
                              <p:par>
                                <p:cTn id="181" presetID="10" presetClass="exit" presetSubtype="0" fill="hold" nodeType="withEffect">
                                  <p:stCondLst>
                                    <p:cond delay="0"/>
                                  </p:stCondLst>
                                  <p:childTnLst>
                                    <p:animEffect transition="out" filter="fade">
                                      <p:cBhvr>
                                        <p:cTn id="182" dur="300"/>
                                        <p:tgtEl>
                                          <p:spTgt spid="107"/>
                                        </p:tgtEl>
                                      </p:cBhvr>
                                    </p:animEffect>
                                    <p:set>
                                      <p:cBhvr>
                                        <p:cTn id="183" dur="1" fill="hold">
                                          <p:stCondLst>
                                            <p:cond delay="299"/>
                                          </p:stCondLst>
                                        </p:cTn>
                                        <p:tgtEl>
                                          <p:spTgt spid="107"/>
                                        </p:tgtEl>
                                        <p:attrNameLst>
                                          <p:attrName>style.visibility</p:attrName>
                                        </p:attrNameLst>
                                      </p:cBhvr>
                                      <p:to>
                                        <p:strVal val="hidden"/>
                                      </p:to>
                                    </p:set>
                                  </p:childTnLst>
                                </p:cTn>
                              </p:par>
                              <p:par>
                                <p:cTn id="184" presetID="10" presetClass="exit" presetSubtype="0" fill="hold" nodeType="withEffect">
                                  <p:stCondLst>
                                    <p:cond delay="0"/>
                                  </p:stCondLst>
                                  <p:childTnLst>
                                    <p:animEffect transition="out" filter="fade">
                                      <p:cBhvr>
                                        <p:cTn id="185" dur="300"/>
                                        <p:tgtEl>
                                          <p:spTgt spid="108"/>
                                        </p:tgtEl>
                                      </p:cBhvr>
                                    </p:animEffect>
                                    <p:set>
                                      <p:cBhvr>
                                        <p:cTn id="186" dur="1" fill="hold">
                                          <p:stCondLst>
                                            <p:cond delay="299"/>
                                          </p:stCondLst>
                                        </p:cTn>
                                        <p:tgtEl>
                                          <p:spTgt spid="108"/>
                                        </p:tgtEl>
                                        <p:attrNameLst>
                                          <p:attrName>style.visibility</p:attrName>
                                        </p:attrNameLst>
                                      </p:cBhvr>
                                      <p:to>
                                        <p:strVal val="hidden"/>
                                      </p:to>
                                    </p:set>
                                  </p:childTnLst>
                                </p:cTn>
                              </p:par>
                              <p:par>
                                <p:cTn id="187" presetID="10" presetClass="exit" presetSubtype="0" fill="hold" grpId="1" nodeType="withEffect">
                                  <p:stCondLst>
                                    <p:cond delay="0"/>
                                  </p:stCondLst>
                                  <p:childTnLst>
                                    <p:animEffect transition="out" filter="fade">
                                      <p:cBhvr>
                                        <p:cTn id="188" dur="300"/>
                                        <p:tgtEl>
                                          <p:spTgt spid="109"/>
                                        </p:tgtEl>
                                      </p:cBhvr>
                                    </p:animEffect>
                                    <p:set>
                                      <p:cBhvr>
                                        <p:cTn id="189" dur="1" fill="hold">
                                          <p:stCondLst>
                                            <p:cond delay="299"/>
                                          </p:stCondLst>
                                        </p:cTn>
                                        <p:tgtEl>
                                          <p:spTgt spid="109"/>
                                        </p:tgtEl>
                                        <p:attrNameLst>
                                          <p:attrName>style.visibility</p:attrName>
                                        </p:attrNameLst>
                                      </p:cBhvr>
                                      <p:to>
                                        <p:strVal val="hidden"/>
                                      </p:to>
                                    </p:set>
                                  </p:childTnLst>
                                </p:cTn>
                              </p:par>
                              <p:par>
                                <p:cTn id="190" presetID="10" presetClass="exit" presetSubtype="0" fill="hold" grpId="1" nodeType="withEffect">
                                  <p:stCondLst>
                                    <p:cond delay="0"/>
                                  </p:stCondLst>
                                  <p:childTnLst>
                                    <p:animEffect transition="out" filter="fade">
                                      <p:cBhvr>
                                        <p:cTn id="191" dur="300"/>
                                        <p:tgtEl>
                                          <p:spTgt spid="110"/>
                                        </p:tgtEl>
                                      </p:cBhvr>
                                    </p:animEffect>
                                    <p:set>
                                      <p:cBhvr>
                                        <p:cTn id="192" dur="1" fill="hold">
                                          <p:stCondLst>
                                            <p:cond delay="299"/>
                                          </p:stCondLst>
                                        </p:cTn>
                                        <p:tgtEl>
                                          <p:spTgt spid="110"/>
                                        </p:tgtEl>
                                        <p:attrNameLst>
                                          <p:attrName>style.visibility</p:attrName>
                                        </p:attrNameLst>
                                      </p:cBhvr>
                                      <p:to>
                                        <p:strVal val="hidden"/>
                                      </p:to>
                                    </p:set>
                                  </p:childTnLst>
                                </p:cTn>
                              </p:par>
                              <p:par>
                                <p:cTn id="193" presetID="10" presetClass="exit" presetSubtype="0" fill="hold" nodeType="withEffect">
                                  <p:stCondLst>
                                    <p:cond delay="0"/>
                                  </p:stCondLst>
                                  <p:childTnLst>
                                    <p:animEffect transition="out" filter="fade">
                                      <p:cBhvr>
                                        <p:cTn id="194" dur="300"/>
                                        <p:tgtEl>
                                          <p:spTgt spid="111"/>
                                        </p:tgtEl>
                                      </p:cBhvr>
                                    </p:animEffect>
                                    <p:set>
                                      <p:cBhvr>
                                        <p:cTn id="195" dur="1" fill="hold">
                                          <p:stCondLst>
                                            <p:cond delay="299"/>
                                          </p:stCondLst>
                                        </p:cTn>
                                        <p:tgtEl>
                                          <p:spTgt spid="111"/>
                                        </p:tgtEl>
                                        <p:attrNameLst>
                                          <p:attrName>style.visibility</p:attrName>
                                        </p:attrNameLst>
                                      </p:cBhvr>
                                      <p:to>
                                        <p:strVal val="hidden"/>
                                      </p:to>
                                    </p:set>
                                  </p:childTnLst>
                                </p:cTn>
                              </p:par>
                              <p:par>
                                <p:cTn id="196" presetID="10" presetClass="exit" presetSubtype="0" fill="hold" grpId="1" nodeType="withEffect">
                                  <p:stCondLst>
                                    <p:cond delay="0"/>
                                  </p:stCondLst>
                                  <p:childTnLst>
                                    <p:animEffect transition="out" filter="fade">
                                      <p:cBhvr>
                                        <p:cTn id="197" dur="300"/>
                                        <p:tgtEl>
                                          <p:spTgt spid="112"/>
                                        </p:tgtEl>
                                      </p:cBhvr>
                                    </p:animEffect>
                                    <p:set>
                                      <p:cBhvr>
                                        <p:cTn id="198" dur="1" fill="hold">
                                          <p:stCondLst>
                                            <p:cond delay="299"/>
                                          </p:stCondLst>
                                        </p:cTn>
                                        <p:tgtEl>
                                          <p:spTgt spid="112"/>
                                        </p:tgtEl>
                                        <p:attrNameLst>
                                          <p:attrName>style.visibility</p:attrName>
                                        </p:attrNameLst>
                                      </p:cBhvr>
                                      <p:to>
                                        <p:strVal val="hidden"/>
                                      </p:to>
                                    </p:set>
                                  </p:childTnLst>
                                </p:cTn>
                              </p:par>
                              <p:par>
                                <p:cTn id="199" presetID="10" presetClass="exit" presetSubtype="0" fill="hold" grpId="1" nodeType="withEffect">
                                  <p:stCondLst>
                                    <p:cond delay="0"/>
                                  </p:stCondLst>
                                  <p:childTnLst>
                                    <p:animEffect transition="out" filter="fade">
                                      <p:cBhvr>
                                        <p:cTn id="200" dur="300"/>
                                        <p:tgtEl>
                                          <p:spTgt spid="113"/>
                                        </p:tgtEl>
                                      </p:cBhvr>
                                    </p:animEffect>
                                    <p:set>
                                      <p:cBhvr>
                                        <p:cTn id="201" dur="1" fill="hold">
                                          <p:stCondLst>
                                            <p:cond delay="299"/>
                                          </p:stCondLst>
                                        </p:cTn>
                                        <p:tgtEl>
                                          <p:spTgt spid="113"/>
                                        </p:tgtEl>
                                        <p:attrNameLst>
                                          <p:attrName>style.visibility</p:attrName>
                                        </p:attrNameLst>
                                      </p:cBhvr>
                                      <p:to>
                                        <p:strVal val="hidden"/>
                                      </p:to>
                                    </p:set>
                                  </p:childTnLst>
                                </p:cTn>
                              </p:par>
                              <p:par>
                                <p:cTn id="202" presetID="10" presetClass="exit" presetSubtype="0" fill="hold" grpId="1" nodeType="withEffect">
                                  <p:stCondLst>
                                    <p:cond delay="0"/>
                                  </p:stCondLst>
                                  <p:childTnLst>
                                    <p:animEffect transition="out" filter="fade">
                                      <p:cBhvr>
                                        <p:cTn id="203" dur="300"/>
                                        <p:tgtEl>
                                          <p:spTgt spid="114"/>
                                        </p:tgtEl>
                                      </p:cBhvr>
                                    </p:animEffect>
                                    <p:set>
                                      <p:cBhvr>
                                        <p:cTn id="204" dur="1" fill="hold">
                                          <p:stCondLst>
                                            <p:cond delay="299"/>
                                          </p:stCondLst>
                                        </p:cTn>
                                        <p:tgtEl>
                                          <p:spTgt spid="114"/>
                                        </p:tgtEl>
                                        <p:attrNameLst>
                                          <p:attrName>style.visibility</p:attrName>
                                        </p:attrNameLst>
                                      </p:cBhvr>
                                      <p:to>
                                        <p:strVal val="hidden"/>
                                      </p:to>
                                    </p:set>
                                  </p:childTnLst>
                                </p:cTn>
                              </p:par>
                              <p:par>
                                <p:cTn id="205" presetID="1" presetClass="entr" presetSubtype="0" fill="hold" grpId="0" nodeType="withEffect">
                                  <p:stCondLst>
                                    <p:cond delay="0"/>
                                  </p:stCondLst>
                                  <p:childTnLst>
                                    <p:set>
                                      <p:cBhvr>
                                        <p:cTn id="206" dur="1" fill="hold">
                                          <p:stCondLst>
                                            <p:cond delay="0"/>
                                          </p:stCondLst>
                                        </p:cTn>
                                        <p:tgtEl>
                                          <p:spTgt spid="21"/>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22"/>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23"/>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24"/>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38"/>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39"/>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40"/>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41"/>
                                        </p:tgtEl>
                                        <p:attrNameLst>
                                          <p:attrName>style.visibility</p:attrName>
                                        </p:attrNameLst>
                                      </p:cBhvr>
                                      <p:to>
                                        <p:strVal val="visible"/>
                                      </p:to>
                                    </p:set>
                                  </p:childTnLst>
                                </p:cTn>
                              </p:par>
                              <p:par>
                                <p:cTn id="221" presetID="10" presetClass="exit" presetSubtype="0" fill="hold" grpId="1" nodeType="withEffect">
                                  <p:stCondLst>
                                    <p:cond delay="0"/>
                                  </p:stCondLst>
                                  <p:childTnLst>
                                    <p:animEffect transition="out" filter="fade">
                                      <p:cBhvr>
                                        <p:cTn id="222" dur="420"/>
                                        <p:tgtEl>
                                          <p:spTgt spid="25"/>
                                        </p:tgtEl>
                                      </p:cBhvr>
                                    </p:animEffect>
                                    <p:set>
                                      <p:cBhvr>
                                        <p:cTn id="223" dur="1" fill="hold">
                                          <p:stCondLst>
                                            <p:cond delay="419"/>
                                          </p:stCondLst>
                                        </p:cTn>
                                        <p:tgtEl>
                                          <p:spTgt spid="25"/>
                                        </p:tgtEl>
                                        <p:attrNameLst>
                                          <p:attrName>style.visibility</p:attrName>
                                        </p:attrNameLst>
                                      </p:cBhvr>
                                      <p:to>
                                        <p:strVal val="hidden"/>
                                      </p:to>
                                    </p:set>
                                  </p:childTnLst>
                                </p:cTn>
                              </p:par>
                              <p:par>
                                <p:cTn id="224" presetID="10" presetClass="exit" presetSubtype="0" fill="hold" grpId="1" nodeType="withEffect">
                                  <p:stCondLst>
                                    <p:cond delay="0"/>
                                  </p:stCondLst>
                                  <p:childTnLst>
                                    <p:animEffect transition="out" filter="fade">
                                      <p:cBhvr>
                                        <p:cTn id="225" dur="420"/>
                                        <p:tgtEl>
                                          <p:spTgt spid="26"/>
                                        </p:tgtEl>
                                      </p:cBhvr>
                                    </p:animEffect>
                                    <p:set>
                                      <p:cBhvr>
                                        <p:cTn id="226" dur="1" fill="hold">
                                          <p:stCondLst>
                                            <p:cond delay="419"/>
                                          </p:stCondLst>
                                        </p:cTn>
                                        <p:tgtEl>
                                          <p:spTgt spid="26"/>
                                        </p:tgtEl>
                                        <p:attrNameLst>
                                          <p:attrName>style.visibility</p:attrName>
                                        </p:attrNameLst>
                                      </p:cBhvr>
                                      <p:to>
                                        <p:strVal val="hidden"/>
                                      </p:to>
                                    </p:set>
                                  </p:childTnLst>
                                </p:cTn>
                              </p:par>
                              <p:par>
                                <p:cTn id="227" presetID="10" presetClass="exit" presetSubtype="0" fill="hold" grpId="1" nodeType="withEffect">
                                  <p:stCondLst>
                                    <p:cond delay="0"/>
                                  </p:stCondLst>
                                  <p:childTnLst>
                                    <p:animEffect transition="out" filter="fade">
                                      <p:cBhvr>
                                        <p:cTn id="228" dur="420"/>
                                        <p:tgtEl>
                                          <p:spTgt spid="27"/>
                                        </p:tgtEl>
                                      </p:cBhvr>
                                    </p:animEffect>
                                    <p:set>
                                      <p:cBhvr>
                                        <p:cTn id="229" dur="1" fill="hold">
                                          <p:stCondLst>
                                            <p:cond delay="419"/>
                                          </p:stCondLst>
                                        </p:cTn>
                                        <p:tgtEl>
                                          <p:spTgt spid="27"/>
                                        </p:tgtEl>
                                        <p:attrNameLst>
                                          <p:attrName>style.visibility</p:attrName>
                                        </p:attrNameLst>
                                      </p:cBhvr>
                                      <p:to>
                                        <p:strVal val="hidden"/>
                                      </p:to>
                                    </p:set>
                                  </p:childTnLst>
                                </p:cTn>
                              </p:par>
                              <p:par>
                                <p:cTn id="230" presetID="10" presetClass="exit" presetSubtype="0" fill="hold" grpId="1" nodeType="withEffect">
                                  <p:stCondLst>
                                    <p:cond delay="0"/>
                                  </p:stCondLst>
                                  <p:childTnLst>
                                    <p:animEffect transition="out" filter="fade">
                                      <p:cBhvr>
                                        <p:cTn id="231" dur="420"/>
                                        <p:tgtEl>
                                          <p:spTgt spid="28"/>
                                        </p:tgtEl>
                                      </p:cBhvr>
                                    </p:animEffect>
                                    <p:set>
                                      <p:cBhvr>
                                        <p:cTn id="232" dur="1" fill="hold">
                                          <p:stCondLst>
                                            <p:cond delay="419"/>
                                          </p:stCondLst>
                                        </p:cTn>
                                        <p:tgtEl>
                                          <p:spTgt spid="28"/>
                                        </p:tgtEl>
                                        <p:attrNameLst>
                                          <p:attrName>style.visibility</p:attrName>
                                        </p:attrNameLst>
                                      </p:cBhvr>
                                      <p:to>
                                        <p:strVal val="hidden"/>
                                      </p:to>
                                    </p:set>
                                  </p:childTnLst>
                                </p:cTn>
                              </p:par>
                              <p:par>
                                <p:cTn id="233" presetID="10" presetClass="exit" presetSubtype="0" fill="hold" grpId="0" nodeType="withEffect">
                                  <p:stCondLst>
                                    <p:cond delay="0"/>
                                  </p:stCondLst>
                                  <p:childTnLst>
                                    <p:animEffect transition="out" filter="fade">
                                      <p:cBhvr>
                                        <p:cTn id="234" dur="420"/>
                                        <p:tgtEl>
                                          <p:spTgt spid="42"/>
                                        </p:tgtEl>
                                      </p:cBhvr>
                                    </p:animEffect>
                                    <p:set>
                                      <p:cBhvr>
                                        <p:cTn id="235" dur="1" fill="hold">
                                          <p:stCondLst>
                                            <p:cond delay="419"/>
                                          </p:stCondLst>
                                        </p:cTn>
                                        <p:tgtEl>
                                          <p:spTgt spid="42"/>
                                        </p:tgtEl>
                                        <p:attrNameLst>
                                          <p:attrName>style.visibility</p:attrName>
                                        </p:attrNameLst>
                                      </p:cBhvr>
                                      <p:to>
                                        <p:strVal val="hidden"/>
                                      </p:to>
                                    </p:set>
                                  </p:childTnLst>
                                </p:cTn>
                              </p:par>
                              <p:par>
                                <p:cTn id="236" presetID="10" presetClass="exit" presetSubtype="0" fill="hold" grpId="0" nodeType="withEffect">
                                  <p:stCondLst>
                                    <p:cond delay="0"/>
                                  </p:stCondLst>
                                  <p:childTnLst>
                                    <p:animEffect transition="out" filter="fade">
                                      <p:cBhvr>
                                        <p:cTn id="237" dur="420"/>
                                        <p:tgtEl>
                                          <p:spTgt spid="43"/>
                                        </p:tgtEl>
                                      </p:cBhvr>
                                    </p:animEffect>
                                    <p:set>
                                      <p:cBhvr>
                                        <p:cTn id="238" dur="1" fill="hold">
                                          <p:stCondLst>
                                            <p:cond delay="419"/>
                                          </p:stCondLst>
                                        </p:cTn>
                                        <p:tgtEl>
                                          <p:spTgt spid="43"/>
                                        </p:tgtEl>
                                        <p:attrNameLst>
                                          <p:attrName>style.visibility</p:attrName>
                                        </p:attrNameLst>
                                      </p:cBhvr>
                                      <p:to>
                                        <p:strVal val="hidden"/>
                                      </p:to>
                                    </p:set>
                                  </p:childTnLst>
                                </p:cTn>
                              </p:par>
                              <p:par>
                                <p:cTn id="239" presetID="10" presetClass="exit" presetSubtype="0" fill="hold" grpId="0" nodeType="withEffect">
                                  <p:stCondLst>
                                    <p:cond delay="0"/>
                                  </p:stCondLst>
                                  <p:childTnLst>
                                    <p:animEffect transition="out" filter="fade">
                                      <p:cBhvr>
                                        <p:cTn id="240" dur="420"/>
                                        <p:tgtEl>
                                          <p:spTgt spid="44"/>
                                        </p:tgtEl>
                                      </p:cBhvr>
                                    </p:animEffect>
                                    <p:set>
                                      <p:cBhvr>
                                        <p:cTn id="241" dur="1" fill="hold">
                                          <p:stCondLst>
                                            <p:cond delay="419"/>
                                          </p:stCondLst>
                                        </p:cTn>
                                        <p:tgtEl>
                                          <p:spTgt spid="44"/>
                                        </p:tgtEl>
                                        <p:attrNameLst>
                                          <p:attrName>style.visibility</p:attrName>
                                        </p:attrNameLst>
                                      </p:cBhvr>
                                      <p:to>
                                        <p:strVal val="hidden"/>
                                      </p:to>
                                    </p:set>
                                  </p:childTnLst>
                                </p:cTn>
                              </p:par>
                              <p:par>
                                <p:cTn id="242" presetID="10" presetClass="exit" presetSubtype="0" fill="hold" grpId="0" nodeType="withEffect">
                                  <p:stCondLst>
                                    <p:cond delay="0"/>
                                  </p:stCondLst>
                                  <p:childTnLst>
                                    <p:animEffect transition="out" filter="fade">
                                      <p:cBhvr>
                                        <p:cTn id="243" dur="420"/>
                                        <p:tgtEl>
                                          <p:spTgt spid="45"/>
                                        </p:tgtEl>
                                      </p:cBhvr>
                                    </p:animEffect>
                                    <p:set>
                                      <p:cBhvr>
                                        <p:cTn id="244" dur="1" fill="hold">
                                          <p:stCondLst>
                                            <p:cond delay="419"/>
                                          </p:stCondLst>
                                        </p:cTn>
                                        <p:tgtEl>
                                          <p:spTgt spid="45"/>
                                        </p:tgtEl>
                                        <p:attrNameLst>
                                          <p:attrName>style.visibility</p:attrName>
                                        </p:attrNameLst>
                                      </p:cBhvr>
                                      <p:to>
                                        <p:strVal val="hidden"/>
                                      </p:to>
                                    </p:set>
                                  </p:childTnLst>
                                </p:cTn>
                              </p:par>
                              <p:par>
                                <p:cTn id="245" presetID="53" presetClass="entr" presetSubtype="16" fill="hold" nodeType="withEffect">
                                  <p:stCondLst>
                                    <p:cond delay="250"/>
                                  </p:stCondLst>
                                  <p:childTnLst>
                                    <p:set>
                                      <p:cBhvr>
                                        <p:cTn id="246" dur="1" fill="hold">
                                          <p:stCondLst>
                                            <p:cond delay="0"/>
                                          </p:stCondLst>
                                        </p:cTn>
                                        <p:tgtEl>
                                          <p:spTgt spid="84"/>
                                        </p:tgtEl>
                                        <p:attrNameLst>
                                          <p:attrName>style.visibility</p:attrName>
                                        </p:attrNameLst>
                                      </p:cBhvr>
                                      <p:to>
                                        <p:strVal val="visible"/>
                                      </p:to>
                                    </p:set>
                                    <p:anim calcmode="lin" valueType="num">
                                      <p:cBhvr>
                                        <p:cTn id="247" dur="750" fill="hold"/>
                                        <p:tgtEl>
                                          <p:spTgt spid="84"/>
                                        </p:tgtEl>
                                        <p:attrNameLst>
                                          <p:attrName>ppt_w</p:attrName>
                                        </p:attrNameLst>
                                      </p:cBhvr>
                                      <p:tavLst>
                                        <p:tav tm="0">
                                          <p:val>
                                            <p:fltVal val="0"/>
                                          </p:val>
                                        </p:tav>
                                        <p:tav tm="100000">
                                          <p:val>
                                            <p:strVal val="#ppt_w"/>
                                          </p:val>
                                        </p:tav>
                                      </p:tavLst>
                                    </p:anim>
                                    <p:anim calcmode="lin" valueType="num">
                                      <p:cBhvr>
                                        <p:cTn id="248" dur="750" fill="hold"/>
                                        <p:tgtEl>
                                          <p:spTgt spid="84"/>
                                        </p:tgtEl>
                                        <p:attrNameLst>
                                          <p:attrName>ppt_h</p:attrName>
                                        </p:attrNameLst>
                                      </p:cBhvr>
                                      <p:tavLst>
                                        <p:tav tm="0">
                                          <p:val>
                                            <p:fltVal val="0"/>
                                          </p:val>
                                        </p:tav>
                                        <p:tav tm="100000">
                                          <p:val>
                                            <p:strVal val="#ppt_h"/>
                                          </p:val>
                                        </p:tav>
                                      </p:tavLst>
                                    </p:anim>
                                    <p:animEffect transition="in" filter="fade">
                                      <p:cBhvr>
                                        <p:cTn id="249" dur="750"/>
                                        <p:tgtEl>
                                          <p:spTgt spid="84"/>
                                        </p:tgtEl>
                                      </p:cBhvr>
                                    </p:animEffect>
                                  </p:childTnLst>
                                </p:cTn>
                              </p:par>
                              <p:par>
                                <p:cTn id="250" presetID="53" presetClass="entr" presetSubtype="16" fill="hold" grpId="0" nodeType="withEffect">
                                  <p:stCondLst>
                                    <p:cond delay="250"/>
                                  </p:stCondLst>
                                  <p:childTnLst>
                                    <p:set>
                                      <p:cBhvr>
                                        <p:cTn id="251" dur="1" fill="hold">
                                          <p:stCondLst>
                                            <p:cond delay="0"/>
                                          </p:stCondLst>
                                        </p:cTn>
                                        <p:tgtEl>
                                          <p:spTgt spid="85"/>
                                        </p:tgtEl>
                                        <p:attrNameLst>
                                          <p:attrName>style.visibility</p:attrName>
                                        </p:attrNameLst>
                                      </p:cBhvr>
                                      <p:to>
                                        <p:strVal val="visible"/>
                                      </p:to>
                                    </p:set>
                                    <p:anim calcmode="lin" valueType="num">
                                      <p:cBhvr>
                                        <p:cTn id="252" dur="750" fill="hold"/>
                                        <p:tgtEl>
                                          <p:spTgt spid="85"/>
                                        </p:tgtEl>
                                        <p:attrNameLst>
                                          <p:attrName>ppt_w</p:attrName>
                                        </p:attrNameLst>
                                      </p:cBhvr>
                                      <p:tavLst>
                                        <p:tav tm="0">
                                          <p:val>
                                            <p:fltVal val="0"/>
                                          </p:val>
                                        </p:tav>
                                        <p:tav tm="100000">
                                          <p:val>
                                            <p:strVal val="#ppt_w"/>
                                          </p:val>
                                        </p:tav>
                                      </p:tavLst>
                                    </p:anim>
                                    <p:anim calcmode="lin" valueType="num">
                                      <p:cBhvr>
                                        <p:cTn id="253" dur="750" fill="hold"/>
                                        <p:tgtEl>
                                          <p:spTgt spid="85"/>
                                        </p:tgtEl>
                                        <p:attrNameLst>
                                          <p:attrName>ppt_h</p:attrName>
                                        </p:attrNameLst>
                                      </p:cBhvr>
                                      <p:tavLst>
                                        <p:tav tm="0">
                                          <p:val>
                                            <p:fltVal val="0"/>
                                          </p:val>
                                        </p:tav>
                                        <p:tav tm="100000">
                                          <p:val>
                                            <p:strVal val="#ppt_h"/>
                                          </p:val>
                                        </p:tav>
                                      </p:tavLst>
                                    </p:anim>
                                    <p:animEffect transition="in" filter="fade">
                                      <p:cBhvr>
                                        <p:cTn id="254" dur="750"/>
                                        <p:tgtEl>
                                          <p:spTgt spid="85"/>
                                        </p:tgtEl>
                                      </p:cBhvr>
                                    </p:animEffect>
                                  </p:childTnLst>
                                </p:cTn>
                              </p:par>
                              <p:par>
                                <p:cTn id="255" presetID="53" presetClass="entr" presetSubtype="16" fill="hold" grpId="0" nodeType="withEffect">
                                  <p:stCondLst>
                                    <p:cond delay="250"/>
                                  </p:stCondLst>
                                  <p:childTnLst>
                                    <p:set>
                                      <p:cBhvr>
                                        <p:cTn id="256" dur="1" fill="hold">
                                          <p:stCondLst>
                                            <p:cond delay="0"/>
                                          </p:stCondLst>
                                        </p:cTn>
                                        <p:tgtEl>
                                          <p:spTgt spid="86"/>
                                        </p:tgtEl>
                                        <p:attrNameLst>
                                          <p:attrName>style.visibility</p:attrName>
                                        </p:attrNameLst>
                                      </p:cBhvr>
                                      <p:to>
                                        <p:strVal val="visible"/>
                                      </p:to>
                                    </p:set>
                                    <p:anim calcmode="lin" valueType="num">
                                      <p:cBhvr>
                                        <p:cTn id="257" dur="750" fill="hold"/>
                                        <p:tgtEl>
                                          <p:spTgt spid="86"/>
                                        </p:tgtEl>
                                        <p:attrNameLst>
                                          <p:attrName>ppt_w</p:attrName>
                                        </p:attrNameLst>
                                      </p:cBhvr>
                                      <p:tavLst>
                                        <p:tav tm="0">
                                          <p:val>
                                            <p:fltVal val="0"/>
                                          </p:val>
                                        </p:tav>
                                        <p:tav tm="100000">
                                          <p:val>
                                            <p:strVal val="#ppt_w"/>
                                          </p:val>
                                        </p:tav>
                                      </p:tavLst>
                                    </p:anim>
                                    <p:anim calcmode="lin" valueType="num">
                                      <p:cBhvr>
                                        <p:cTn id="258" dur="750" fill="hold"/>
                                        <p:tgtEl>
                                          <p:spTgt spid="86"/>
                                        </p:tgtEl>
                                        <p:attrNameLst>
                                          <p:attrName>ppt_h</p:attrName>
                                        </p:attrNameLst>
                                      </p:cBhvr>
                                      <p:tavLst>
                                        <p:tav tm="0">
                                          <p:val>
                                            <p:fltVal val="0"/>
                                          </p:val>
                                        </p:tav>
                                        <p:tav tm="100000">
                                          <p:val>
                                            <p:strVal val="#ppt_h"/>
                                          </p:val>
                                        </p:tav>
                                      </p:tavLst>
                                    </p:anim>
                                    <p:animEffect transition="in" filter="fade">
                                      <p:cBhvr>
                                        <p:cTn id="259" dur="750"/>
                                        <p:tgtEl>
                                          <p:spTgt spid="86"/>
                                        </p:tgtEl>
                                      </p:cBhvr>
                                    </p:animEffect>
                                  </p:childTnLst>
                                </p:cTn>
                              </p:par>
                              <p:par>
                                <p:cTn id="260" presetID="53" presetClass="entr" presetSubtype="16" fill="hold" grpId="0" nodeType="withEffect">
                                  <p:stCondLst>
                                    <p:cond delay="250"/>
                                  </p:stCondLst>
                                  <p:childTnLst>
                                    <p:set>
                                      <p:cBhvr>
                                        <p:cTn id="261" dur="1" fill="hold">
                                          <p:stCondLst>
                                            <p:cond delay="0"/>
                                          </p:stCondLst>
                                        </p:cTn>
                                        <p:tgtEl>
                                          <p:spTgt spid="87"/>
                                        </p:tgtEl>
                                        <p:attrNameLst>
                                          <p:attrName>style.visibility</p:attrName>
                                        </p:attrNameLst>
                                      </p:cBhvr>
                                      <p:to>
                                        <p:strVal val="visible"/>
                                      </p:to>
                                    </p:set>
                                    <p:anim calcmode="lin" valueType="num">
                                      <p:cBhvr>
                                        <p:cTn id="262" dur="750" fill="hold"/>
                                        <p:tgtEl>
                                          <p:spTgt spid="87"/>
                                        </p:tgtEl>
                                        <p:attrNameLst>
                                          <p:attrName>ppt_w</p:attrName>
                                        </p:attrNameLst>
                                      </p:cBhvr>
                                      <p:tavLst>
                                        <p:tav tm="0">
                                          <p:val>
                                            <p:fltVal val="0"/>
                                          </p:val>
                                        </p:tav>
                                        <p:tav tm="100000">
                                          <p:val>
                                            <p:strVal val="#ppt_w"/>
                                          </p:val>
                                        </p:tav>
                                      </p:tavLst>
                                    </p:anim>
                                    <p:anim calcmode="lin" valueType="num">
                                      <p:cBhvr>
                                        <p:cTn id="263" dur="750" fill="hold"/>
                                        <p:tgtEl>
                                          <p:spTgt spid="87"/>
                                        </p:tgtEl>
                                        <p:attrNameLst>
                                          <p:attrName>ppt_h</p:attrName>
                                        </p:attrNameLst>
                                      </p:cBhvr>
                                      <p:tavLst>
                                        <p:tav tm="0">
                                          <p:val>
                                            <p:fltVal val="0"/>
                                          </p:val>
                                        </p:tav>
                                        <p:tav tm="100000">
                                          <p:val>
                                            <p:strVal val="#ppt_h"/>
                                          </p:val>
                                        </p:tav>
                                      </p:tavLst>
                                    </p:anim>
                                    <p:animEffect transition="in" filter="fade">
                                      <p:cBhvr>
                                        <p:cTn id="264" dur="750"/>
                                        <p:tgtEl>
                                          <p:spTgt spid="87"/>
                                        </p:tgtEl>
                                      </p:cBhvr>
                                    </p:animEffect>
                                  </p:childTnLst>
                                </p:cTn>
                              </p:par>
                              <p:par>
                                <p:cTn id="265" presetID="53" presetClass="entr" presetSubtype="16" fill="hold" grpId="0" nodeType="withEffect">
                                  <p:stCondLst>
                                    <p:cond delay="250"/>
                                  </p:stCondLst>
                                  <p:childTnLst>
                                    <p:set>
                                      <p:cBhvr>
                                        <p:cTn id="266" dur="1" fill="hold">
                                          <p:stCondLst>
                                            <p:cond delay="0"/>
                                          </p:stCondLst>
                                        </p:cTn>
                                        <p:tgtEl>
                                          <p:spTgt spid="88"/>
                                        </p:tgtEl>
                                        <p:attrNameLst>
                                          <p:attrName>style.visibility</p:attrName>
                                        </p:attrNameLst>
                                      </p:cBhvr>
                                      <p:to>
                                        <p:strVal val="visible"/>
                                      </p:to>
                                    </p:set>
                                    <p:anim calcmode="lin" valueType="num">
                                      <p:cBhvr>
                                        <p:cTn id="267" dur="750" fill="hold"/>
                                        <p:tgtEl>
                                          <p:spTgt spid="88"/>
                                        </p:tgtEl>
                                        <p:attrNameLst>
                                          <p:attrName>ppt_w</p:attrName>
                                        </p:attrNameLst>
                                      </p:cBhvr>
                                      <p:tavLst>
                                        <p:tav tm="0">
                                          <p:val>
                                            <p:fltVal val="0"/>
                                          </p:val>
                                        </p:tav>
                                        <p:tav tm="100000">
                                          <p:val>
                                            <p:strVal val="#ppt_w"/>
                                          </p:val>
                                        </p:tav>
                                      </p:tavLst>
                                    </p:anim>
                                    <p:anim calcmode="lin" valueType="num">
                                      <p:cBhvr>
                                        <p:cTn id="268" dur="750" fill="hold"/>
                                        <p:tgtEl>
                                          <p:spTgt spid="88"/>
                                        </p:tgtEl>
                                        <p:attrNameLst>
                                          <p:attrName>ppt_h</p:attrName>
                                        </p:attrNameLst>
                                      </p:cBhvr>
                                      <p:tavLst>
                                        <p:tav tm="0">
                                          <p:val>
                                            <p:fltVal val="0"/>
                                          </p:val>
                                        </p:tav>
                                        <p:tav tm="100000">
                                          <p:val>
                                            <p:strVal val="#ppt_h"/>
                                          </p:val>
                                        </p:tav>
                                      </p:tavLst>
                                    </p:anim>
                                    <p:animEffect transition="in" filter="fade">
                                      <p:cBhvr>
                                        <p:cTn id="269" dur="750"/>
                                        <p:tgtEl>
                                          <p:spTgt spid="88"/>
                                        </p:tgtEl>
                                      </p:cBhvr>
                                    </p:animEffect>
                                  </p:childTnLst>
                                </p:cTn>
                              </p:par>
                              <p:par>
                                <p:cTn id="270" presetID="53" presetClass="entr" presetSubtype="16" fill="hold" grpId="0" nodeType="withEffect">
                                  <p:stCondLst>
                                    <p:cond delay="250"/>
                                  </p:stCondLst>
                                  <p:childTnLst>
                                    <p:set>
                                      <p:cBhvr>
                                        <p:cTn id="271" dur="1" fill="hold">
                                          <p:stCondLst>
                                            <p:cond delay="0"/>
                                          </p:stCondLst>
                                        </p:cTn>
                                        <p:tgtEl>
                                          <p:spTgt spid="89"/>
                                        </p:tgtEl>
                                        <p:attrNameLst>
                                          <p:attrName>style.visibility</p:attrName>
                                        </p:attrNameLst>
                                      </p:cBhvr>
                                      <p:to>
                                        <p:strVal val="visible"/>
                                      </p:to>
                                    </p:set>
                                    <p:anim calcmode="lin" valueType="num">
                                      <p:cBhvr>
                                        <p:cTn id="272" dur="750" fill="hold"/>
                                        <p:tgtEl>
                                          <p:spTgt spid="89"/>
                                        </p:tgtEl>
                                        <p:attrNameLst>
                                          <p:attrName>ppt_w</p:attrName>
                                        </p:attrNameLst>
                                      </p:cBhvr>
                                      <p:tavLst>
                                        <p:tav tm="0">
                                          <p:val>
                                            <p:fltVal val="0"/>
                                          </p:val>
                                        </p:tav>
                                        <p:tav tm="100000">
                                          <p:val>
                                            <p:strVal val="#ppt_w"/>
                                          </p:val>
                                        </p:tav>
                                      </p:tavLst>
                                    </p:anim>
                                    <p:anim calcmode="lin" valueType="num">
                                      <p:cBhvr>
                                        <p:cTn id="273" dur="750" fill="hold"/>
                                        <p:tgtEl>
                                          <p:spTgt spid="89"/>
                                        </p:tgtEl>
                                        <p:attrNameLst>
                                          <p:attrName>ppt_h</p:attrName>
                                        </p:attrNameLst>
                                      </p:cBhvr>
                                      <p:tavLst>
                                        <p:tav tm="0">
                                          <p:val>
                                            <p:fltVal val="0"/>
                                          </p:val>
                                        </p:tav>
                                        <p:tav tm="100000">
                                          <p:val>
                                            <p:strVal val="#ppt_h"/>
                                          </p:val>
                                        </p:tav>
                                      </p:tavLst>
                                    </p:anim>
                                    <p:animEffect transition="in" filter="fade">
                                      <p:cBhvr>
                                        <p:cTn id="274" dur="750"/>
                                        <p:tgtEl>
                                          <p:spTgt spid="89"/>
                                        </p:tgtEl>
                                      </p:cBhvr>
                                    </p:animEffect>
                                  </p:childTnLst>
                                </p:cTn>
                              </p:par>
                              <p:par>
                                <p:cTn id="275" presetID="53" presetClass="entr" presetSubtype="16" fill="hold" grpId="0" nodeType="withEffect">
                                  <p:stCondLst>
                                    <p:cond delay="250"/>
                                  </p:stCondLst>
                                  <p:childTnLst>
                                    <p:set>
                                      <p:cBhvr>
                                        <p:cTn id="276" dur="1" fill="hold">
                                          <p:stCondLst>
                                            <p:cond delay="0"/>
                                          </p:stCondLst>
                                        </p:cTn>
                                        <p:tgtEl>
                                          <p:spTgt spid="90"/>
                                        </p:tgtEl>
                                        <p:attrNameLst>
                                          <p:attrName>style.visibility</p:attrName>
                                        </p:attrNameLst>
                                      </p:cBhvr>
                                      <p:to>
                                        <p:strVal val="visible"/>
                                      </p:to>
                                    </p:set>
                                    <p:anim calcmode="lin" valueType="num">
                                      <p:cBhvr>
                                        <p:cTn id="277" dur="750" fill="hold"/>
                                        <p:tgtEl>
                                          <p:spTgt spid="90"/>
                                        </p:tgtEl>
                                        <p:attrNameLst>
                                          <p:attrName>ppt_w</p:attrName>
                                        </p:attrNameLst>
                                      </p:cBhvr>
                                      <p:tavLst>
                                        <p:tav tm="0">
                                          <p:val>
                                            <p:fltVal val="0"/>
                                          </p:val>
                                        </p:tav>
                                        <p:tav tm="100000">
                                          <p:val>
                                            <p:strVal val="#ppt_w"/>
                                          </p:val>
                                        </p:tav>
                                      </p:tavLst>
                                    </p:anim>
                                    <p:anim calcmode="lin" valueType="num">
                                      <p:cBhvr>
                                        <p:cTn id="278" dur="750" fill="hold"/>
                                        <p:tgtEl>
                                          <p:spTgt spid="90"/>
                                        </p:tgtEl>
                                        <p:attrNameLst>
                                          <p:attrName>ppt_h</p:attrName>
                                        </p:attrNameLst>
                                      </p:cBhvr>
                                      <p:tavLst>
                                        <p:tav tm="0">
                                          <p:val>
                                            <p:fltVal val="0"/>
                                          </p:val>
                                        </p:tav>
                                        <p:tav tm="100000">
                                          <p:val>
                                            <p:strVal val="#ppt_h"/>
                                          </p:val>
                                        </p:tav>
                                      </p:tavLst>
                                    </p:anim>
                                    <p:animEffect transition="in" filter="fade">
                                      <p:cBhvr>
                                        <p:cTn id="279" dur="750"/>
                                        <p:tgtEl>
                                          <p:spTgt spid="90"/>
                                        </p:tgtEl>
                                      </p:cBhvr>
                                    </p:animEffect>
                                  </p:childTnLst>
                                </p:cTn>
                              </p:par>
                              <p:par>
                                <p:cTn id="280" presetID="53" presetClass="entr" presetSubtype="16" fill="hold" grpId="0" nodeType="withEffect">
                                  <p:stCondLst>
                                    <p:cond delay="250"/>
                                  </p:stCondLst>
                                  <p:childTnLst>
                                    <p:set>
                                      <p:cBhvr>
                                        <p:cTn id="281" dur="1" fill="hold">
                                          <p:stCondLst>
                                            <p:cond delay="0"/>
                                          </p:stCondLst>
                                        </p:cTn>
                                        <p:tgtEl>
                                          <p:spTgt spid="91"/>
                                        </p:tgtEl>
                                        <p:attrNameLst>
                                          <p:attrName>style.visibility</p:attrName>
                                        </p:attrNameLst>
                                      </p:cBhvr>
                                      <p:to>
                                        <p:strVal val="visible"/>
                                      </p:to>
                                    </p:set>
                                    <p:anim calcmode="lin" valueType="num">
                                      <p:cBhvr>
                                        <p:cTn id="282" dur="750" fill="hold"/>
                                        <p:tgtEl>
                                          <p:spTgt spid="91"/>
                                        </p:tgtEl>
                                        <p:attrNameLst>
                                          <p:attrName>ppt_w</p:attrName>
                                        </p:attrNameLst>
                                      </p:cBhvr>
                                      <p:tavLst>
                                        <p:tav tm="0">
                                          <p:val>
                                            <p:fltVal val="0"/>
                                          </p:val>
                                        </p:tav>
                                        <p:tav tm="100000">
                                          <p:val>
                                            <p:strVal val="#ppt_w"/>
                                          </p:val>
                                        </p:tav>
                                      </p:tavLst>
                                    </p:anim>
                                    <p:anim calcmode="lin" valueType="num">
                                      <p:cBhvr>
                                        <p:cTn id="283" dur="750" fill="hold"/>
                                        <p:tgtEl>
                                          <p:spTgt spid="91"/>
                                        </p:tgtEl>
                                        <p:attrNameLst>
                                          <p:attrName>ppt_h</p:attrName>
                                        </p:attrNameLst>
                                      </p:cBhvr>
                                      <p:tavLst>
                                        <p:tav tm="0">
                                          <p:val>
                                            <p:fltVal val="0"/>
                                          </p:val>
                                        </p:tav>
                                        <p:tav tm="100000">
                                          <p:val>
                                            <p:strVal val="#ppt_h"/>
                                          </p:val>
                                        </p:tav>
                                      </p:tavLst>
                                    </p:anim>
                                    <p:animEffect transition="in" filter="fade">
                                      <p:cBhvr>
                                        <p:cTn id="284" dur="750"/>
                                        <p:tgtEl>
                                          <p:spTgt spid="91"/>
                                        </p:tgtEl>
                                      </p:cBhvr>
                                    </p:animEffect>
                                  </p:childTnLst>
                                </p:cTn>
                              </p:par>
                              <p:par>
                                <p:cTn id="285" presetID="53" presetClass="entr" presetSubtype="16" fill="hold" grpId="0" nodeType="withEffect">
                                  <p:stCondLst>
                                    <p:cond delay="250"/>
                                  </p:stCondLst>
                                  <p:childTnLst>
                                    <p:set>
                                      <p:cBhvr>
                                        <p:cTn id="286" dur="1" fill="hold">
                                          <p:stCondLst>
                                            <p:cond delay="0"/>
                                          </p:stCondLst>
                                        </p:cTn>
                                        <p:tgtEl>
                                          <p:spTgt spid="92"/>
                                        </p:tgtEl>
                                        <p:attrNameLst>
                                          <p:attrName>style.visibility</p:attrName>
                                        </p:attrNameLst>
                                      </p:cBhvr>
                                      <p:to>
                                        <p:strVal val="visible"/>
                                      </p:to>
                                    </p:set>
                                    <p:anim calcmode="lin" valueType="num">
                                      <p:cBhvr>
                                        <p:cTn id="287" dur="750" fill="hold"/>
                                        <p:tgtEl>
                                          <p:spTgt spid="92"/>
                                        </p:tgtEl>
                                        <p:attrNameLst>
                                          <p:attrName>ppt_w</p:attrName>
                                        </p:attrNameLst>
                                      </p:cBhvr>
                                      <p:tavLst>
                                        <p:tav tm="0">
                                          <p:val>
                                            <p:fltVal val="0"/>
                                          </p:val>
                                        </p:tav>
                                        <p:tav tm="100000">
                                          <p:val>
                                            <p:strVal val="#ppt_w"/>
                                          </p:val>
                                        </p:tav>
                                      </p:tavLst>
                                    </p:anim>
                                    <p:anim calcmode="lin" valueType="num">
                                      <p:cBhvr>
                                        <p:cTn id="288" dur="750" fill="hold"/>
                                        <p:tgtEl>
                                          <p:spTgt spid="92"/>
                                        </p:tgtEl>
                                        <p:attrNameLst>
                                          <p:attrName>ppt_h</p:attrName>
                                        </p:attrNameLst>
                                      </p:cBhvr>
                                      <p:tavLst>
                                        <p:tav tm="0">
                                          <p:val>
                                            <p:fltVal val="0"/>
                                          </p:val>
                                        </p:tav>
                                        <p:tav tm="100000">
                                          <p:val>
                                            <p:strVal val="#ppt_h"/>
                                          </p:val>
                                        </p:tav>
                                      </p:tavLst>
                                    </p:anim>
                                    <p:animEffect transition="in" filter="fade">
                                      <p:cBhvr>
                                        <p:cTn id="289" dur="750"/>
                                        <p:tgtEl>
                                          <p:spTgt spid="92"/>
                                        </p:tgtEl>
                                      </p:cBhvr>
                                    </p:animEffect>
                                  </p:childTnLst>
                                </p:cTn>
                              </p:par>
                              <p:par>
                                <p:cTn id="290" presetID="53" presetClass="entr" presetSubtype="16" fill="hold" nodeType="withEffect">
                                  <p:stCondLst>
                                    <p:cond delay="250"/>
                                  </p:stCondLst>
                                  <p:childTnLst>
                                    <p:set>
                                      <p:cBhvr>
                                        <p:cTn id="291" dur="1" fill="hold">
                                          <p:stCondLst>
                                            <p:cond delay="0"/>
                                          </p:stCondLst>
                                        </p:cTn>
                                        <p:tgtEl>
                                          <p:spTgt spid="93"/>
                                        </p:tgtEl>
                                        <p:attrNameLst>
                                          <p:attrName>style.visibility</p:attrName>
                                        </p:attrNameLst>
                                      </p:cBhvr>
                                      <p:to>
                                        <p:strVal val="visible"/>
                                      </p:to>
                                    </p:set>
                                    <p:anim calcmode="lin" valueType="num">
                                      <p:cBhvr>
                                        <p:cTn id="292" dur="750" fill="hold"/>
                                        <p:tgtEl>
                                          <p:spTgt spid="93"/>
                                        </p:tgtEl>
                                        <p:attrNameLst>
                                          <p:attrName>ppt_w</p:attrName>
                                        </p:attrNameLst>
                                      </p:cBhvr>
                                      <p:tavLst>
                                        <p:tav tm="0">
                                          <p:val>
                                            <p:fltVal val="0"/>
                                          </p:val>
                                        </p:tav>
                                        <p:tav tm="100000">
                                          <p:val>
                                            <p:strVal val="#ppt_w"/>
                                          </p:val>
                                        </p:tav>
                                      </p:tavLst>
                                    </p:anim>
                                    <p:anim calcmode="lin" valueType="num">
                                      <p:cBhvr>
                                        <p:cTn id="293" dur="750" fill="hold"/>
                                        <p:tgtEl>
                                          <p:spTgt spid="93"/>
                                        </p:tgtEl>
                                        <p:attrNameLst>
                                          <p:attrName>ppt_h</p:attrName>
                                        </p:attrNameLst>
                                      </p:cBhvr>
                                      <p:tavLst>
                                        <p:tav tm="0">
                                          <p:val>
                                            <p:fltVal val="0"/>
                                          </p:val>
                                        </p:tav>
                                        <p:tav tm="100000">
                                          <p:val>
                                            <p:strVal val="#ppt_h"/>
                                          </p:val>
                                        </p:tav>
                                      </p:tavLst>
                                    </p:anim>
                                    <p:animEffect transition="in" filter="fade">
                                      <p:cBhvr>
                                        <p:cTn id="294" dur="750"/>
                                        <p:tgtEl>
                                          <p:spTgt spid="93"/>
                                        </p:tgtEl>
                                      </p:cBhvr>
                                    </p:animEffect>
                                  </p:childTnLst>
                                </p:cTn>
                              </p:par>
                              <p:par>
                                <p:cTn id="295" presetID="53" presetClass="entr" presetSubtype="16" fill="hold" grpId="0" nodeType="withEffect">
                                  <p:stCondLst>
                                    <p:cond delay="250"/>
                                  </p:stCondLst>
                                  <p:childTnLst>
                                    <p:set>
                                      <p:cBhvr>
                                        <p:cTn id="296" dur="1" fill="hold">
                                          <p:stCondLst>
                                            <p:cond delay="0"/>
                                          </p:stCondLst>
                                        </p:cTn>
                                        <p:tgtEl>
                                          <p:spTgt spid="94"/>
                                        </p:tgtEl>
                                        <p:attrNameLst>
                                          <p:attrName>style.visibility</p:attrName>
                                        </p:attrNameLst>
                                      </p:cBhvr>
                                      <p:to>
                                        <p:strVal val="visible"/>
                                      </p:to>
                                    </p:set>
                                    <p:anim calcmode="lin" valueType="num">
                                      <p:cBhvr>
                                        <p:cTn id="297" dur="750" fill="hold"/>
                                        <p:tgtEl>
                                          <p:spTgt spid="94"/>
                                        </p:tgtEl>
                                        <p:attrNameLst>
                                          <p:attrName>ppt_w</p:attrName>
                                        </p:attrNameLst>
                                      </p:cBhvr>
                                      <p:tavLst>
                                        <p:tav tm="0">
                                          <p:val>
                                            <p:fltVal val="0"/>
                                          </p:val>
                                        </p:tav>
                                        <p:tav tm="100000">
                                          <p:val>
                                            <p:strVal val="#ppt_w"/>
                                          </p:val>
                                        </p:tav>
                                      </p:tavLst>
                                    </p:anim>
                                    <p:anim calcmode="lin" valueType="num">
                                      <p:cBhvr>
                                        <p:cTn id="298" dur="750" fill="hold"/>
                                        <p:tgtEl>
                                          <p:spTgt spid="94"/>
                                        </p:tgtEl>
                                        <p:attrNameLst>
                                          <p:attrName>ppt_h</p:attrName>
                                        </p:attrNameLst>
                                      </p:cBhvr>
                                      <p:tavLst>
                                        <p:tav tm="0">
                                          <p:val>
                                            <p:fltVal val="0"/>
                                          </p:val>
                                        </p:tav>
                                        <p:tav tm="100000">
                                          <p:val>
                                            <p:strVal val="#ppt_h"/>
                                          </p:val>
                                        </p:tav>
                                      </p:tavLst>
                                    </p:anim>
                                    <p:animEffect transition="in" filter="fade">
                                      <p:cBhvr>
                                        <p:cTn id="299" dur="750"/>
                                        <p:tgtEl>
                                          <p:spTgt spid="94"/>
                                        </p:tgtEl>
                                      </p:cBhvr>
                                    </p:animEffect>
                                  </p:childTnLst>
                                </p:cTn>
                              </p:par>
                              <p:par>
                                <p:cTn id="300" presetID="53" presetClass="entr" presetSubtype="16" fill="hold" grpId="0" nodeType="withEffect">
                                  <p:stCondLst>
                                    <p:cond delay="250"/>
                                  </p:stCondLst>
                                  <p:childTnLst>
                                    <p:set>
                                      <p:cBhvr>
                                        <p:cTn id="301" dur="1" fill="hold">
                                          <p:stCondLst>
                                            <p:cond delay="0"/>
                                          </p:stCondLst>
                                        </p:cTn>
                                        <p:tgtEl>
                                          <p:spTgt spid="95"/>
                                        </p:tgtEl>
                                        <p:attrNameLst>
                                          <p:attrName>style.visibility</p:attrName>
                                        </p:attrNameLst>
                                      </p:cBhvr>
                                      <p:to>
                                        <p:strVal val="visible"/>
                                      </p:to>
                                    </p:set>
                                    <p:anim calcmode="lin" valueType="num">
                                      <p:cBhvr>
                                        <p:cTn id="302" dur="750" fill="hold"/>
                                        <p:tgtEl>
                                          <p:spTgt spid="95"/>
                                        </p:tgtEl>
                                        <p:attrNameLst>
                                          <p:attrName>ppt_w</p:attrName>
                                        </p:attrNameLst>
                                      </p:cBhvr>
                                      <p:tavLst>
                                        <p:tav tm="0">
                                          <p:val>
                                            <p:fltVal val="0"/>
                                          </p:val>
                                        </p:tav>
                                        <p:tav tm="100000">
                                          <p:val>
                                            <p:strVal val="#ppt_w"/>
                                          </p:val>
                                        </p:tav>
                                      </p:tavLst>
                                    </p:anim>
                                    <p:anim calcmode="lin" valueType="num">
                                      <p:cBhvr>
                                        <p:cTn id="303" dur="750" fill="hold"/>
                                        <p:tgtEl>
                                          <p:spTgt spid="95"/>
                                        </p:tgtEl>
                                        <p:attrNameLst>
                                          <p:attrName>ppt_h</p:attrName>
                                        </p:attrNameLst>
                                      </p:cBhvr>
                                      <p:tavLst>
                                        <p:tav tm="0">
                                          <p:val>
                                            <p:fltVal val="0"/>
                                          </p:val>
                                        </p:tav>
                                        <p:tav tm="100000">
                                          <p:val>
                                            <p:strVal val="#ppt_h"/>
                                          </p:val>
                                        </p:tav>
                                      </p:tavLst>
                                    </p:anim>
                                    <p:animEffect transition="in" filter="fade">
                                      <p:cBhvr>
                                        <p:cTn id="304" dur="750"/>
                                        <p:tgtEl>
                                          <p:spTgt spid="95"/>
                                        </p:tgtEl>
                                      </p:cBhvr>
                                    </p:animEffect>
                                  </p:childTnLst>
                                </p:cTn>
                              </p:par>
                              <p:par>
                                <p:cTn id="305" presetID="53" presetClass="entr" presetSubtype="16" fill="hold" grpId="0" nodeType="withEffect">
                                  <p:stCondLst>
                                    <p:cond delay="250"/>
                                  </p:stCondLst>
                                  <p:childTnLst>
                                    <p:set>
                                      <p:cBhvr>
                                        <p:cTn id="306" dur="1" fill="hold">
                                          <p:stCondLst>
                                            <p:cond delay="0"/>
                                          </p:stCondLst>
                                        </p:cTn>
                                        <p:tgtEl>
                                          <p:spTgt spid="96"/>
                                        </p:tgtEl>
                                        <p:attrNameLst>
                                          <p:attrName>style.visibility</p:attrName>
                                        </p:attrNameLst>
                                      </p:cBhvr>
                                      <p:to>
                                        <p:strVal val="visible"/>
                                      </p:to>
                                    </p:set>
                                    <p:anim calcmode="lin" valueType="num">
                                      <p:cBhvr>
                                        <p:cTn id="307" dur="750" fill="hold"/>
                                        <p:tgtEl>
                                          <p:spTgt spid="96"/>
                                        </p:tgtEl>
                                        <p:attrNameLst>
                                          <p:attrName>ppt_w</p:attrName>
                                        </p:attrNameLst>
                                      </p:cBhvr>
                                      <p:tavLst>
                                        <p:tav tm="0">
                                          <p:val>
                                            <p:fltVal val="0"/>
                                          </p:val>
                                        </p:tav>
                                        <p:tav tm="100000">
                                          <p:val>
                                            <p:strVal val="#ppt_w"/>
                                          </p:val>
                                        </p:tav>
                                      </p:tavLst>
                                    </p:anim>
                                    <p:anim calcmode="lin" valueType="num">
                                      <p:cBhvr>
                                        <p:cTn id="308" dur="750" fill="hold"/>
                                        <p:tgtEl>
                                          <p:spTgt spid="96"/>
                                        </p:tgtEl>
                                        <p:attrNameLst>
                                          <p:attrName>ppt_h</p:attrName>
                                        </p:attrNameLst>
                                      </p:cBhvr>
                                      <p:tavLst>
                                        <p:tav tm="0">
                                          <p:val>
                                            <p:fltVal val="0"/>
                                          </p:val>
                                        </p:tav>
                                        <p:tav tm="100000">
                                          <p:val>
                                            <p:strVal val="#ppt_h"/>
                                          </p:val>
                                        </p:tav>
                                      </p:tavLst>
                                    </p:anim>
                                    <p:animEffect transition="in" filter="fade">
                                      <p:cBhvr>
                                        <p:cTn id="309" dur="750"/>
                                        <p:tgtEl>
                                          <p:spTgt spid="96"/>
                                        </p:tgtEl>
                                      </p:cBhvr>
                                    </p:animEffect>
                                  </p:childTnLst>
                                </p:cTn>
                              </p:par>
                              <p:par>
                                <p:cTn id="310" presetID="53" presetClass="entr" presetSubtype="16" fill="hold" nodeType="withEffect">
                                  <p:stCondLst>
                                    <p:cond delay="250"/>
                                  </p:stCondLst>
                                  <p:childTnLst>
                                    <p:set>
                                      <p:cBhvr>
                                        <p:cTn id="311" dur="1" fill="hold">
                                          <p:stCondLst>
                                            <p:cond delay="0"/>
                                          </p:stCondLst>
                                        </p:cTn>
                                        <p:tgtEl>
                                          <p:spTgt spid="97"/>
                                        </p:tgtEl>
                                        <p:attrNameLst>
                                          <p:attrName>style.visibility</p:attrName>
                                        </p:attrNameLst>
                                      </p:cBhvr>
                                      <p:to>
                                        <p:strVal val="visible"/>
                                      </p:to>
                                    </p:set>
                                    <p:anim calcmode="lin" valueType="num">
                                      <p:cBhvr>
                                        <p:cTn id="312" dur="750" fill="hold"/>
                                        <p:tgtEl>
                                          <p:spTgt spid="97"/>
                                        </p:tgtEl>
                                        <p:attrNameLst>
                                          <p:attrName>ppt_w</p:attrName>
                                        </p:attrNameLst>
                                      </p:cBhvr>
                                      <p:tavLst>
                                        <p:tav tm="0">
                                          <p:val>
                                            <p:fltVal val="0"/>
                                          </p:val>
                                        </p:tav>
                                        <p:tav tm="100000">
                                          <p:val>
                                            <p:strVal val="#ppt_w"/>
                                          </p:val>
                                        </p:tav>
                                      </p:tavLst>
                                    </p:anim>
                                    <p:anim calcmode="lin" valueType="num">
                                      <p:cBhvr>
                                        <p:cTn id="313" dur="750" fill="hold"/>
                                        <p:tgtEl>
                                          <p:spTgt spid="97"/>
                                        </p:tgtEl>
                                        <p:attrNameLst>
                                          <p:attrName>ppt_h</p:attrName>
                                        </p:attrNameLst>
                                      </p:cBhvr>
                                      <p:tavLst>
                                        <p:tav tm="0">
                                          <p:val>
                                            <p:fltVal val="0"/>
                                          </p:val>
                                        </p:tav>
                                        <p:tav tm="100000">
                                          <p:val>
                                            <p:strVal val="#ppt_h"/>
                                          </p:val>
                                        </p:tav>
                                      </p:tavLst>
                                    </p:anim>
                                    <p:animEffect transition="in" filter="fade">
                                      <p:cBhvr>
                                        <p:cTn id="314" dur="750"/>
                                        <p:tgtEl>
                                          <p:spTgt spid="97"/>
                                        </p:tgtEl>
                                      </p:cBhvr>
                                    </p:animEffect>
                                  </p:childTnLst>
                                </p:cTn>
                              </p:par>
                              <p:par>
                                <p:cTn id="315" presetID="53" presetClass="entr" presetSubtype="16" fill="hold" grpId="0" nodeType="withEffect">
                                  <p:stCondLst>
                                    <p:cond delay="250"/>
                                  </p:stCondLst>
                                  <p:childTnLst>
                                    <p:set>
                                      <p:cBhvr>
                                        <p:cTn id="316" dur="1" fill="hold">
                                          <p:stCondLst>
                                            <p:cond delay="0"/>
                                          </p:stCondLst>
                                        </p:cTn>
                                        <p:tgtEl>
                                          <p:spTgt spid="98"/>
                                        </p:tgtEl>
                                        <p:attrNameLst>
                                          <p:attrName>style.visibility</p:attrName>
                                        </p:attrNameLst>
                                      </p:cBhvr>
                                      <p:to>
                                        <p:strVal val="visible"/>
                                      </p:to>
                                    </p:set>
                                    <p:anim calcmode="lin" valueType="num">
                                      <p:cBhvr>
                                        <p:cTn id="317" dur="750" fill="hold"/>
                                        <p:tgtEl>
                                          <p:spTgt spid="98"/>
                                        </p:tgtEl>
                                        <p:attrNameLst>
                                          <p:attrName>ppt_w</p:attrName>
                                        </p:attrNameLst>
                                      </p:cBhvr>
                                      <p:tavLst>
                                        <p:tav tm="0">
                                          <p:val>
                                            <p:fltVal val="0"/>
                                          </p:val>
                                        </p:tav>
                                        <p:tav tm="100000">
                                          <p:val>
                                            <p:strVal val="#ppt_w"/>
                                          </p:val>
                                        </p:tav>
                                      </p:tavLst>
                                    </p:anim>
                                    <p:anim calcmode="lin" valueType="num">
                                      <p:cBhvr>
                                        <p:cTn id="318" dur="750" fill="hold"/>
                                        <p:tgtEl>
                                          <p:spTgt spid="98"/>
                                        </p:tgtEl>
                                        <p:attrNameLst>
                                          <p:attrName>ppt_h</p:attrName>
                                        </p:attrNameLst>
                                      </p:cBhvr>
                                      <p:tavLst>
                                        <p:tav tm="0">
                                          <p:val>
                                            <p:fltVal val="0"/>
                                          </p:val>
                                        </p:tav>
                                        <p:tav tm="100000">
                                          <p:val>
                                            <p:strVal val="#ppt_h"/>
                                          </p:val>
                                        </p:tav>
                                      </p:tavLst>
                                    </p:anim>
                                    <p:animEffect transition="in" filter="fade">
                                      <p:cBhvr>
                                        <p:cTn id="319" dur="750"/>
                                        <p:tgtEl>
                                          <p:spTgt spid="98"/>
                                        </p:tgtEl>
                                      </p:cBhvr>
                                    </p:animEffect>
                                  </p:childTnLst>
                                </p:cTn>
                              </p:par>
                              <p:par>
                                <p:cTn id="320" presetID="53" presetClass="entr" presetSubtype="16" fill="hold" grpId="0" nodeType="withEffect">
                                  <p:stCondLst>
                                    <p:cond delay="250"/>
                                  </p:stCondLst>
                                  <p:childTnLst>
                                    <p:set>
                                      <p:cBhvr>
                                        <p:cTn id="321" dur="1" fill="hold">
                                          <p:stCondLst>
                                            <p:cond delay="0"/>
                                          </p:stCondLst>
                                        </p:cTn>
                                        <p:tgtEl>
                                          <p:spTgt spid="99"/>
                                        </p:tgtEl>
                                        <p:attrNameLst>
                                          <p:attrName>style.visibility</p:attrName>
                                        </p:attrNameLst>
                                      </p:cBhvr>
                                      <p:to>
                                        <p:strVal val="visible"/>
                                      </p:to>
                                    </p:set>
                                    <p:anim calcmode="lin" valueType="num">
                                      <p:cBhvr>
                                        <p:cTn id="322" dur="750" fill="hold"/>
                                        <p:tgtEl>
                                          <p:spTgt spid="99"/>
                                        </p:tgtEl>
                                        <p:attrNameLst>
                                          <p:attrName>ppt_w</p:attrName>
                                        </p:attrNameLst>
                                      </p:cBhvr>
                                      <p:tavLst>
                                        <p:tav tm="0">
                                          <p:val>
                                            <p:fltVal val="0"/>
                                          </p:val>
                                        </p:tav>
                                        <p:tav tm="100000">
                                          <p:val>
                                            <p:strVal val="#ppt_w"/>
                                          </p:val>
                                        </p:tav>
                                      </p:tavLst>
                                    </p:anim>
                                    <p:anim calcmode="lin" valueType="num">
                                      <p:cBhvr>
                                        <p:cTn id="323" dur="750" fill="hold"/>
                                        <p:tgtEl>
                                          <p:spTgt spid="99"/>
                                        </p:tgtEl>
                                        <p:attrNameLst>
                                          <p:attrName>ppt_h</p:attrName>
                                        </p:attrNameLst>
                                      </p:cBhvr>
                                      <p:tavLst>
                                        <p:tav tm="0">
                                          <p:val>
                                            <p:fltVal val="0"/>
                                          </p:val>
                                        </p:tav>
                                        <p:tav tm="100000">
                                          <p:val>
                                            <p:strVal val="#ppt_h"/>
                                          </p:val>
                                        </p:tav>
                                      </p:tavLst>
                                    </p:anim>
                                    <p:animEffect transition="in" filter="fade">
                                      <p:cBhvr>
                                        <p:cTn id="324" dur="750"/>
                                        <p:tgtEl>
                                          <p:spTgt spid="99"/>
                                        </p:tgtEl>
                                      </p:cBhvr>
                                    </p:animEffect>
                                  </p:childTnLst>
                                </p:cTn>
                              </p:par>
                              <p:par>
                                <p:cTn id="325" presetID="53" presetClass="entr" presetSubtype="16" fill="hold" grpId="0" nodeType="withEffect">
                                  <p:stCondLst>
                                    <p:cond delay="250"/>
                                  </p:stCondLst>
                                  <p:childTnLst>
                                    <p:set>
                                      <p:cBhvr>
                                        <p:cTn id="326" dur="1" fill="hold">
                                          <p:stCondLst>
                                            <p:cond delay="0"/>
                                          </p:stCondLst>
                                        </p:cTn>
                                        <p:tgtEl>
                                          <p:spTgt spid="100"/>
                                        </p:tgtEl>
                                        <p:attrNameLst>
                                          <p:attrName>style.visibility</p:attrName>
                                        </p:attrNameLst>
                                      </p:cBhvr>
                                      <p:to>
                                        <p:strVal val="visible"/>
                                      </p:to>
                                    </p:set>
                                    <p:anim calcmode="lin" valueType="num">
                                      <p:cBhvr>
                                        <p:cTn id="327" dur="750" fill="hold"/>
                                        <p:tgtEl>
                                          <p:spTgt spid="100"/>
                                        </p:tgtEl>
                                        <p:attrNameLst>
                                          <p:attrName>ppt_w</p:attrName>
                                        </p:attrNameLst>
                                      </p:cBhvr>
                                      <p:tavLst>
                                        <p:tav tm="0">
                                          <p:val>
                                            <p:fltVal val="0"/>
                                          </p:val>
                                        </p:tav>
                                        <p:tav tm="100000">
                                          <p:val>
                                            <p:strVal val="#ppt_w"/>
                                          </p:val>
                                        </p:tav>
                                      </p:tavLst>
                                    </p:anim>
                                    <p:anim calcmode="lin" valueType="num">
                                      <p:cBhvr>
                                        <p:cTn id="328" dur="750" fill="hold"/>
                                        <p:tgtEl>
                                          <p:spTgt spid="100"/>
                                        </p:tgtEl>
                                        <p:attrNameLst>
                                          <p:attrName>ppt_h</p:attrName>
                                        </p:attrNameLst>
                                      </p:cBhvr>
                                      <p:tavLst>
                                        <p:tav tm="0">
                                          <p:val>
                                            <p:fltVal val="0"/>
                                          </p:val>
                                        </p:tav>
                                        <p:tav tm="100000">
                                          <p:val>
                                            <p:strVal val="#ppt_h"/>
                                          </p:val>
                                        </p:tav>
                                      </p:tavLst>
                                    </p:anim>
                                    <p:animEffect transition="in" filter="fade">
                                      <p:cBhvr>
                                        <p:cTn id="329" dur="750"/>
                                        <p:tgtEl>
                                          <p:spTgt spid="100"/>
                                        </p:tgtEl>
                                      </p:cBhvr>
                                    </p:animEffect>
                                  </p:childTnLst>
                                </p:cTn>
                              </p:par>
                              <p:par>
                                <p:cTn id="330" presetID="53" presetClass="entr" presetSubtype="16" fill="hold" nodeType="withEffect">
                                  <p:stCondLst>
                                    <p:cond delay="250"/>
                                  </p:stCondLst>
                                  <p:childTnLst>
                                    <p:set>
                                      <p:cBhvr>
                                        <p:cTn id="331" dur="1" fill="hold">
                                          <p:stCondLst>
                                            <p:cond delay="0"/>
                                          </p:stCondLst>
                                        </p:cTn>
                                        <p:tgtEl>
                                          <p:spTgt spid="101"/>
                                        </p:tgtEl>
                                        <p:attrNameLst>
                                          <p:attrName>style.visibility</p:attrName>
                                        </p:attrNameLst>
                                      </p:cBhvr>
                                      <p:to>
                                        <p:strVal val="visible"/>
                                      </p:to>
                                    </p:set>
                                    <p:anim calcmode="lin" valueType="num">
                                      <p:cBhvr>
                                        <p:cTn id="332" dur="750" fill="hold"/>
                                        <p:tgtEl>
                                          <p:spTgt spid="101"/>
                                        </p:tgtEl>
                                        <p:attrNameLst>
                                          <p:attrName>ppt_w</p:attrName>
                                        </p:attrNameLst>
                                      </p:cBhvr>
                                      <p:tavLst>
                                        <p:tav tm="0">
                                          <p:val>
                                            <p:fltVal val="0"/>
                                          </p:val>
                                        </p:tav>
                                        <p:tav tm="100000">
                                          <p:val>
                                            <p:strVal val="#ppt_w"/>
                                          </p:val>
                                        </p:tav>
                                      </p:tavLst>
                                    </p:anim>
                                    <p:anim calcmode="lin" valueType="num">
                                      <p:cBhvr>
                                        <p:cTn id="333" dur="750" fill="hold"/>
                                        <p:tgtEl>
                                          <p:spTgt spid="101"/>
                                        </p:tgtEl>
                                        <p:attrNameLst>
                                          <p:attrName>ppt_h</p:attrName>
                                        </p:attrNameLst>
                                      </p:cBhvr>
                                      <p:tavLst>
                                        <p:tav tm="0">
                                          <p:val>
                                            <p:fltVal val="0"/>
                                          </p:val>
                                        </p:tav>
                                        <p:tav tm="100000">
                                          <p:val>
                                            <p:strVal val="#ppt_h"/>
                                          </p:val>
                                        </p:tav>
                                      </p:tavLst>
                                    </p:anim>
                                    <p:animEffect transition="in" filter="fade">
                                      <p:cBhvr>
                                        <p:cTn id="334" dur="750"/>
                                        <p:tgtEl>
                                          <p:spTgt spid="101"/>
                                        </p:tgtEl>
                                      </p:cBhvr>
                                    </p:animEffect>
                                  </p:childTnLst>
                                </p:cTn>
                              </p:par>
                              <p:par>
                                <p:cTn id="335" presetID="53" presetClass="entr" presetSubtype="16" fill="hold" nodeType="withEffect">
                                  <p:stCondLst>
                                    <p:cond delay="250"/>
                                  </p:stCondLst>
                                  <p:childTnLst>
                                    <p:set>
                                      <p:cBhvr>
                                        <p:cTn id="336" dur="1" fill="hold">
                                          <p:stCondLst>
                                            <p:cond delay="0"/>
                                          </p:stCondLst>
                                        </p:cTn>
                                        <p:tgtEl>
                                          <p:spTgt spid="102"/>
                                        </p:tgtEl>
                                        <p:attrNameLst>
                                          <p:attrName>style.visibility</p:attrName>
                                        </p:attrNameLst>
                                      </p:cBhvr>
                                      <p:to>
                                        <p:strVal val="visible"/>
                                      </p:to>
                                    </p:set>
                                    <p:anim calcmode="lin" valueType="num">
                                      <p:cBhvr>
                                        <p:cTn id="337" dur="750" fill="hold"/>
                                        <p:tgtEl>
                                          <p:spTgt spid="102"/>
                                        </p:tgtEl>
                                        <p:attrNameLst>
                                          <p:attrName>ppt_w</p:attrName>
                                        </p:attrNameLst>
                                      </p:cBhvr>
                                      <p:tavLst>
                                        <p:tav tm="0">
                                          <p:val>
                                            <p:fltVal val="0"/>
                                          </p:val>
                                        </p:tav>
                                        <p:tav tm="100000">
                                          <p:val>
                                            <p:strVal val="#ppt_w"/>
                                          </p:val>
                                        </p:tav>
                                      </p:tavLst>
                                    </p:anim>
                                    <p:anim calcmode="lin" valueType="num">
                                      <p:cBhvr>
                                        <p:cTn id="338" dur="750" fill="hold"/>
                                        <p:tgtEl>
                                          <p:spTgt spid="102"/>
                                        </p:tgtEl>
                                        <p:attrNameLst>
                                          <p:attrName>ppt_h</p:attrName>
                                        </p:attrNameLst>
                                      </p:cBhvr>
                                      <p:tavLst>
                                        <p:tav tm="0">
                                          <p:val>
                                            <p:fltVal val="0"/>
                                          </p:val>
                                        </p:tav>
                                        <p:tav tm="100000">
                                          <p:val>
                                            <p:strVal val="#ppt_h"/>
                                          </p:val>
                                        </p:tav>
                                      </p:tavLst>
                                    </p:anim>
                                    <p:animEffect transition="in" filter="fade">
                                      <p:cBhvr>
                                        <p:cTn id="339" dur="750"/>
                                        <p:tgtEl>
                                          <p:spTgt spid="102"/>
                                        </p:tgtEl>
                                      </p:cBhvr>
                                    </p:animEffect>
                                  </p:childTnLst>
                                </p:cTn>
                              </p:par>
                            </p:childTnLst>
                          </p:cTn>
                        </p:par>
                      </p:childTnLst>
                    </p:cTn>
                  </p:par>
                  <p:par>
                    <p:cTn id="340" fill="hold">
                      <p:stCondLst>
                        <p:cond delay="indefinite"/>
                      </p:stCondLst>
                      <p:childTnLst>
                        <p:par>
                          <p:cTn id="341" fill="hold">
                            <p:stCondLst>
                              <p:cond delay="0"/>
                            </p:stCondLst>
                            <p:childTnLst>
                              <p:par>
                                <p:cTn id="342" presetID="10" presetClass="exit" presetSubtype="0" fill="hold" nodeType="clickEffect">
                                  <p:stCondLst>
                                    <p:cond delay="0"/>
                                  </p:stCondLst>
                                  <p:childTnLst>
                                    <p:animEffect transition="out" filter="fade">
                                      <p:cBhvr>
                                        <p:cTn id="343" dur="300"/>
                                        <p:tgtEl>
                                          <p:spTgt spid="84"/>
                                        </p:tgtEl>
                                      </p:cBhvr>
                                    </p:animEffect>
                                    <p:set>
                                      <p:cBhvr>
                                        <p:cTn id="344" dur="1" fill="hold">
                                          <p:stCondLst>
                                            <p:cond delay="299"/>
                                          </p:stCondLst>
                                        </p:cTn>
                                        <p:tgtEl>
                                          <p:spTgt spid="84"/>
                                        </p:tgtEl>
                                        <p:attrNameLst>
                                          <p:attrName>style.visibility</p:attrName>
                                        </p:attrNameLst>
                                      </p:cBhvr>
                                      <p:to>
                                        <p:strVal val="hidden"/>
                                      </p:to>
                                    </p:set>
                                  </p:childTnLst>
                                </p:cTn>
                              </p:par>
                              <p:par>
                                <p:cTn id="345" presetID="10" presetClass="exit" presetSubtype="0" fill="hold" grpId="1" nodeType="withEffect">
                                  <p:stCondLst>
                                    <p:cond delay="0"/>
                                  </p:stCondLst>
                                  <p:childTnLst>
                                    <p:animEffect transition="out" filter="fade">
                                      <p:cBhvr>
                                        <p:cTn id="346" dur="300"/>
                                        <p:tgtEl>
                                          <p:spTgt spid="85"/>
                                        </p:tgtEl>
                                      </p:cBhvr>
                                    </p:animEffect>
                                    <p:set>
                                      <p:cBhvr>
                                        <p:cTn id="347" dur="1" fill="hold">
                                          <p:stCondLst>
                                            <p:cond delay="299"/>
                                          </p:stCondLst>
                                        </p:cTn>
                                        <p:tgtEl>
                                          <p:spTgt spid="85"/>
                                        </p:tgtEl>
                                        <p:attrNameLst>
                                          <p:attrName>style.visibility</p:attrName>
                                        </p:attrNameLst>
                                      </p:cBhvr>
                                      <p:to>
                                        <p:strVal val="hidden"/>
                                      </p:to>
                                    </p:set>
                                  </p:childTnLst>
                                </p:cTn>
                              </p:par>
                              <p:par>
                                <p:cTn id="348" presetID="10" presetClass="exit" presetSubtype="0" fill="hold" grpId="1" nodeType="withEffect">
                                  <p:stCondLst>
                                    <p:cond delay="0"/>
                                  </p:stCondLst>
                                  <p:childTnLst>
                                    <p:animEffect transition="out" filter="fade">
                                      <p:cBhvr>
                                        <p:cTn id="349" dur="300"/>
                                        <p:tgtEl>
                                          <p:spTgt spid="86"/>
                                        </p:tgtEl>
                                      </p:cBhvr>
                                    </p:animEffect>
                                    <p:set>
                                      <p:cBhvr>
                                        <p:cTn id="350" dur="1" fill="hold">
                                          <p:stCondLst>
                                            <p:cond delay="299"/>
                                          </p:stCondLst>
                                        </p:cTn>
                                        <p:tgtEl>
                                          <p:spTgt spid="86"/>
                                        </p:tgtEl>
                                        <p:attrNameLst>
                                          <p:attrName>style.visibility</p:attrName>
                                        </p:attrNameLst>
                                      </p:cBhvr>
                                      <p:to>
                                        <p:strVal val="hidden"/>
                                      </p:to>
                                    </p:set>
                                  </p:childTnLst>
                                </p:cTn>
                              </p:par>
                              <p:par>
                                <p:cTn id="351" presetID="10" presetClass="exit" presetSubtype="0" fill="hold" grpId="1" nodeType="withEffect">
                                  <p:stCondLst>
                                    <p:cond delay="0"/>
                                  </p:stCondLst>
                                  <p:childTnLst>
                                    <p:animEffect transition="out" filter="fade">
                                      <p:cBhvr>
                                        <p:cTn id="352" dur="300"/>
                                        <p:tgtEl>
                                          <p:spTgt spid="87"/>
                                        </p:tgtEl>
                                      </p:cBhvr>
                                    </p:animEffect>
                                    <p:set>
                                      <p:cBhvr>
                                        <p:cTn id="353" dur="1" fill="hold">
                                          <p:stCondLst>
                                            <p:cond delay="299"/>
                                          </p:stCondLst>
                                        </p:cTn>
                                        <p:tgtEl>
                                          <p:spTgt spid="87"/>
                                        </p:tgtEl>
                                        <p:attrNameLst>
                                          <p:attrName>style.visibility</p:attrName>
                                        </p:attrNameLst>
                                      </p:cBhvr>
                                      <p:to>
                                        <p:strVal val="hidden"/>
                                      </p:to>
                                    </p:set>
                                  </p:childTnLst>
                                </p:cTn>
                              </p:par>
                              <p:par>
                                <p:cTn id="354" presetID="10" presetClass="exit" presetSubtype="0" fill="hold" grpId="1" nodeType="withEffect">
                                  <p:stCondLst>
                                    <p:cond delay="0"/>
                                  </p:stCondLst>
                                  <p:childTnLst>
                                    <p:animEffect transition="out" filter="fade">
                                      <p:cBhvr>
                                        <p:cTn id="355" dur="300"/>
                                        <p:tgtEl>
                                          <p:spTgt spid="88"/>
                                        </p:tgtEl>
                                      </p:cBhvr>
                                    </p:animEffect>
                                    <p:set>
                                      <p:cBhvr>
                                        <p:cTn id="356" dur="1" fill="hold">
                                          <p:stCondLst>
                                            <p:cond delay="299"/>
                                          </p:stCondLst>
                                        </p:cTn>
                                        <p:tgtEl>
                                          <p:spTgt spid="88"/>
                                        </p:tgtEl>
                                        <p:attrNameLst>
                                          <p:attrName>style.visibility</p:attrName>
                                        </p:attrNameLst>
                                      </p:cBhvr>
                                      <p:to>
                                        <p:strVal val="hidden"/>
                                      </p:to>
                                    </p:set>
                                  </p:childTnLst>
                                </p:cTn>
                              </p:par>
                              <p:par>
                                <p:cTn id="357" presetID="10" presetClass="exit" presetSubtype="0" fill="hold" grpId="1" nodeType="withEffect">
                                  <p:stCondLst>
                                    <p:cond delay="0"/>
                                  </p:stCondLst>
                                  <p:childTnLst>
                                    <p:animEffect transition="out" filter="fade">
                                      <p:cBhvr>
                                        <p:cTn id="358" dur="300"/>
                                        <p:tgtEl>
                                          <p:spTgt spid="89"/>
                                        </p:tgtEl>
                                      </p:cBhvr>
                                    </p:animEffect>
                                    <p:set>
                                      <p:cBhvr>
                                        <p:cTn id="359" dur="1" fill="hold">
                                          <p:stCondLst>
                                            <p:cond delay="299"/>
                                          </p:stCondLst>
                                        </p:cTn>
                                        <p:tgtEl>
                                          <p:spTgt spid="89"/>
                                        </p:tgtEl>
                                        <p:attrNameLst>
                                          <p:attrName>style.visibility</p:attrName>
                                        </p:attrNameLst>
                                      </p:cBhvr>
                                      <p:to>
                                        <p:strVal val="hidden"/>
                                      </p:to>
                                    </p:set>
                                  </p:childTnLst>
                                </p:cTn>
                              </p:par>
                              <p:par>
                                <p:cTn id="360" presetID="10" presetClass="exit" presetSubtype="0" fill="hold" grpId="1" nodeType="withEffect">
                                  <p:stCondLst>
                                    <p:cond delay="0"/>
                                  </p:stCondLst>
                                  <p:childTnLst>
                                    <p:animEffect transition="out" filter="fade">
                                      <p:cBhvr>
                                        <p:cTn id="361" dur="300"/>
                                        <p:tgtEl>
                                          <p:spTgt spid="90"/>
                                        </p:tgtEl>
                                      </p:cBhvr>
                                    </p:animEffect>
                                    <p:set>
                                      <p:cBhvr>
                                        <p:cTn id="362" dur="1" fill="hold">
                                          <p:stCondLst>
                                            <p:cond delay="299"/>
                                          </p:stCondLst>
                                        </p:cTn>
                                        <p:tgtEl>
                                          <p:spTgt spid="90"/>
                                        </p:tgtEl>
                                        <p:attrNameLst>
                                          <p:attrName>style.visibility</p:attrName>
                                        </p:attrNameLst>
                                      </p:cBhvr>
                                      <p:to>
                                        <p:strVal val="hidden"/>
                                      </p:to>
                                    </p:set>
                                  </p:childTnLst>
                                </p:cTn>
                              </p:par>
                              <p:par>
                                <p:cTn id="363" presetID="10" presetClass="exit" presetSubtype="0" fill="hold" grpId="1" nodeType="withEffect">
                                  <p:stCondLst>
                                    <p:cond delay="0"/>
                                  </p:stCondLst>
                                  <p:childTnLst>
                                    <p:animEffect transition="out" filter="fade">
                                      <p:cBhvr>
                                        <p:cTn id="364" dur="300"/>
                                        <p:tgtEl>
                                          <p:spTgt spid="91"/>
                                        </p:tgtEl>
                                      </p:cBhvr>
                                    </p:animEffect>
                                    <p:set>
                                      <p:cBhvr>
                                        <p:cTn id="365" dur="1" fill="hold">
                                          <p:stCondLst>
                                            <p:cond delay="299"/>
                                          </p:stCondLst>
                                        </p:cTn>
                                        <p:tgtEl>
                                          <p:spTgt spid="91"/>
                                        </p:tgtEl>
                                        <p:attrNameLst>
                                          <p:attrName>style.visibility</p:attrName>
                                        </p:attrNameLst>
                                      </p:cBhvr>
                                      <p:to>
                                        <p:strVal val="hidden"/>
                                      </p:to>
                                    </p:set>
                                  </p:childTnLst>
                                </p:cTn>
                              </p:par>
                              <p:par>
                                <p:cTn id="366" presetID="10" presetClass="exit" presetSubtype="0" fill="hold" grpId="1" nodeType="withEffect">
                                  <p:stCondLst>
                                    <p:cond delay="0"/>
                                  </p:stCondLst>
                                  <p:childTnLst>
                                    <p:animEffect transition="out" filter="fade">
                                      <p:cBhvr>
                                        <p:cTn id="367" dur="300"/>
                                        <p:tgtEl>
                                          <p:spTgt spid="92"/>
                                        </p:tgtEl>
                                      </p:cBhvr>
                                    </p:animEffect>
                                    <p:set>
                                      <p:cBhvr>
                                        <p:cTn id="368" dur="1" fill="hold">
                                          <p:stCondLst>
                                            <p:cond delay="299"/>
                                          </p:stCondLst>
                                        </p:cTn>
                                        <p:tgtEl>
                                          <p:spTgt spid="92"/>
                                        </p:tgtEl>
                                        <p:attrNameLst>
                                          <p:attrName>style.visibility</p:attrName>
                                        </p:attrNameLst>
                                      </p:cBhvr>
                                      <p:to>
                                        <p:strVal val="hidden"/>
                                      </p:to>
                                    </p:set>
                                  </p:childTnLst>
                                </p:cTn>
                              </p:par>
                              <p:par>
                                <p:cTn id="369" presetID="10" presetClass="exit" presetSubtype="0" fill="hold" nodeType="withEffect">
                                  <p:stCondLst>
                                    <p:cond delay="0"/>
                                  </p:stCondLst>
                                  <p:childTnLst>
                                    <p:animEffect transition="out" filter="fade">
                                      <p:cBhvr>
                                        <p:cTn id="370" dur="300"/>
                                        <p:tgtEl>
                                          <p:spTgt spid="93"/>
                                        </p:tgtEl>
                                      </p:cBhvr>
                                    </p:animEffect>
                                    <p:set>
                                      <p:cBhvr>
                                        <p:cTn id="371" dur="1" fill="hold">
                                          <p:stCondLst>
                                            <p:cond delay="299"/>
                                          </p:stCondLst>
                                        </p:cTn>
                                        <p:tgtEl>
                                          <p:spTgt spid="93"/>
                                        </p:tgtEl>
                                        <p:attrNameLst>
                                          <p:attrName>style.visibility</p:attrName>
                                        </p:attrNameLst>
                                      </p:cBhvr>
                                      <p:to>
                                        <p:strVal val="hidden"/>
                                      </p:to>
                                    </p:set>
                                  </p:childTnLst>
                                </p:cTn>
                              </p:par>
                              <p:par>
                                <p:cTn id="372" presetID="10" presetClass="exit" presetSubtype="0" fill="hold" grpId="1" nodeType="withEffect">
                                  <p:stCondLst>
                                    <p:cond delay="0"/>
                                  </p:stCondLst>
                                  <p:childTnLst>
                                    <p:animEffect transition="out" filter="fade">
                                      <p:cBhvr>
                                        <p:cTn id="373" dur="300"/>
                                        <p:tgtEl>
                                          <p:spTgt spid="94"/>
                                        </p:tgtEl>
                                      </p:cBhvr>
                                    </p:animEffect>
                                    <p:set>
                                      <p:cBhvr>
                                        <p:cTn id="374" dur="1" fill="hold">
                                          <p:stCondLst>
                                            <p:cond delay="299"/>
                                          </p:stCondLst>
                                        </p:cTn>
                                        <p:tgtEl>
                                          <p:spTgt spid="94"/>
                                        </p:tgtEl>
                                        <p:attrNameLst>
                                          <p:attrName>style.visibility</p:attrName>
                                        </p:attrNameLst>
                                      </p:cBhvr>
                                      <p:to>
                                        <p:strVal val="hidden"/>
                                      </p:to>
                                    </p:set>
                                  </p:childTnLst>
                                </p:cTn>
                              </p:par>
                              <p:par>
                                <p:cTn id="375" presetID="10" presetClass="exit" presetSubtype="0" fill="hold" grpId="1" nodeType="withEffect">
                                  <p:stCondLst>
                                    <p:cond delay="0"/>
                                  </p:stCondLst>
                                  <p:childTnLst>
                                    <p:animEffect transition="out" filter="fade">
                                      <p:cBhvr>
                                        <p:cTn id="376" dur="300"/>
                                        <p:tgtEl>
                                          <p:spTgt spid="95"/>
                                        </p:tgtEl>
                                      </p:cBhvr>
                                    </p:animEffect>
                                    <p:set>
                                      <p:cBhvr>
                                        <p:cTn id="377" dur="1" fill="hold">
                                          <p:stCondLst>
                                            <p:cond delay="299"/>
                                          </p:stCondLst>
                                        </p:cTn>
                                        <p:tgtEl>
                                          <p:spTgt spid="95"/>
                                        </p:tgtEl>
                                        <p:attrNameLst>
                                          <p:attrName>style.visibility</p:attrName>
                                        </p:attrNameLst>
                                      </p:cBhvr>
                                      <p:to>
                                        <p:strVal val="hidden"/>
                                      </p:to>
                                    </p:set>
                                  </p:childTnLst>
                                </p:cTn>
                              </p:par>
                              <p:par>
                                <p:cTn id="378" presetID="10" presetClass="exit" presetSubtype="0" fill="hold" grpId="1" nodeType="withEffect">
                                  <p:stCondLst>
                                    <p:cond delay="0"/>
                                  </p:stCondLst>
                                  <p:childTnLst>
                                    <p:animEffect transition="out" filter="fade">
                                      <p:cBhvr>
                                        <p:cTn id="379" dur="300"/>
                                        <p:tgtEl>
                                          <p:spTgt spid="96"/>
                                        </p:tgtEl>
                                      </p:cBhvr>
                                    </p:animEffect>
                                    <p:set>
                                      <p:cBhvr>
                                        <p:cTn id="380" dur="1" fill="hold">
                                          <p:stCondLst>
                                            <p:cond delay="299"/>
                                          </p:stCondLst>
                                        </p:cTn>
                                        <p:tgtEl>
                                          <p:spTgt spid="96"/>
                                        </p:tgtEl>
                                        <p:attrNameLst>
                                          <p:attrName>style.visibility</p:attrName>
                                        </p:attrNameLst>
                                      </p:cBhvr>
                                      <p:to>
                                        <p:strVal val="hidden"/>
                                      </p:to>
                                    </p:set>
                                  </p:childTnLst>
                                </p:cTn>
                              </p:par>
                              <p:par>
                                <p:cTn id="381" presetID="10" presetClass="exit" presetSubtype="0" fill="hold" nodeType="withEffect">
                                  <p:stCondLst>
                                    <p:cond delay="0"/>
                                  </p:stCondLst>
                                  <p:childTnLst>
                                    <p:animEffect transition="out" filter="fade">
                                      <p:cBhvr>
                                        <p:cTn id="382" dur="300"/>
                                        <p:tgtEl>
                                          <p:spTgt spid="97"/>
                                        </p:tgtEl>
                                      </p:cBhvr>
                                    </p:animEffect>
                                    <p:set>
                                      <p:cBhvr>
                                        <p:cTn id="383" dur="1" fill="hold">
                                          <p:stCondLst>
                                            <p:cond delay="299"/>
                                          </p:stCondLst>
                                        </p:cTn>
                                        <p:tgtEl>
                                          <p:spTgt spid="97"/>
                                        </p:tgtEl>
                                        <p:attrNameLst>
                                          <p:attrName>style.visibility</p:attrName>
                                        </p:attrNameLst>
                                      </p:cBhvr>
                                      <p:to>
                                        <p:strVal val="hidden"/>
                                      </p:to>
                                    </p:set>
                                  </p:childTnLst>
                                </p:cTn>
                              </p:par>
                              <p:par>
                                <p:cTn id="384" presetID="10" presetClass="exit" presetSubtype="0" fill="hold" grpId="1" nodeType="withEffect">
                                  <p:stCondLst>
                                    <p:cond delay="0"/>
                                  </p:stCondLst>
                                  <p:childTnLst>
                                    <p:animEffect transition="out" filter="fade">
                                      <p:cBhvr>
                                        <p:cTn id="385" dur="300"/>
                                        <p:tgtEl>
                                          <p:spTgt spid="98"/>
                                        </p:tgtEl>
                                      </p:cBhvr>
                                    </p:animEffect>
                                    <p:set>
                                      <p:cBhvr>
                                        <p:cTn id="386" dur="1" fill="hold">
                                          <p:stCondLst>
                                            <p:cond delay="299"/>
                                          </p:stCondLst>
                                        </p:cTn>
                                        <p:tgtEl>
                                          <p:spTgt spid="98"/>
                                        </p:tgtEl>
                                        <p:attrNameLst>
                                          <p:attrName>style.visibility</p:attrName>
                                        </p:attrNameLst>
                                      </p:cBhvr>
                                      <p:to>
                                        <p:strVal val="hidden"/>
                                      </p:to>
                                    </p:set>
                                  </p:childTnLst>
                                </p:cTn>
                              </p:par>
                              <p:par>
                                <p:cTn id="387" presetID="10" presetClass="exit" presetSubtype="0" fill="hold" grpId="1" nodeType="withEffect">
                                  <p:stCondLst>
                                    <p:cond delay="0"/>
                                  </p:stCondLst>
                                  <p:childTnLst>
                                    <p:animEffect transition="out" filter="fade">
                                      <p:cBhvr>
                                        <p:cTn id="388" dur="300"/>
                                        <p:tgtEl>
                                          <p:spTgt spid="99"/>
                                        </p:tgtEl>
                                      </p:cBhvr>
                                    </p:animEffect>
                                    <p:set>
                                      <p:cBhvr>
                                        <p:cTn id="389" dur="1" fill="hold">
                                          <p:stCondLst>
                                            <p:cond delay="299"/>
                                          </p:stCondLst>
                                        </p:cTn>
                                        <p:tgtEl>
                                          <p:spTgt spid="99"/>
                                        </p:tgtEl>
                                        <p:attrNameLst>
                                          <p:attrName>style.visibility</p:attrName>
                                        </p:attrNameLst>
                                      </p:cBhvr>
                                      <p:to>
                                        <p:strVal val="hidden"/>
                                      </p:to>
                                    </p:set>
                                  </p:childTnLst>
                                </p:cTn>
                              </p:par>
                              <p:par>
                                <p:cTn id="390" presetID="10" presetClass="exit" presetSubtype="0" fill="hold" grpId="1" nodeType="withEffect">
                                  <p:stCondLst>
                                    <p:cond delay="0"/>
                                  </p:stCondLst>
                                  <p:childTnLst>
                                    <p:animEffect transition="out" filter="fade">
                                      <p:cBhvr>
                                        <p:cTn id="391" dur="300"/>
                                        <p:tgtEl>
                                          <p:spTgt spid="100"/>
                                        </p:tgtEl>
                                      </p:cBhvr>
                                    </p:animEffect>
                                    <p:set>
                                      <p:cBhvr>
                                        <p:cTn id="392" dur="1" fill="hold">
                                          <p:stCondLst>
                                            <p:cond delay="299"/>
                                          </p:stCondLst>
                                        </p:cTn>
                                        <p:tgtEl>
                                          <p:spTgt spid="100"/>
                                        </p:tgtEl>
                                        <p:attrNameLst>
                                          <p:attrName>style.visibility</p:attrName>
                                        </p:attrNameLst>
                                      </p:cBhvr>
                                      <p:to>
                                        <p:strVal val="hidden"/>
                                      </p:to>
                                    </p:set>
                                  </p:childTnLst>
                                </p:cTn>
                              </p:par>
                              <p:par>
                                <p:cTn id="393" presetID="10" presetClass="exit" presetSubtype="0" fill="hold" nodeType="withEffect">
                                  <p:stCondLst>
                                    <p:cond delay="0"/>
                                  </p:stCondLst>
                                  <p:childTnLst>
                                    <p:animEffect transition="out" filter="fade">
                                      <p:cBhvr>
                                        <p:cTn id="394" dur="300"/>
                                        <p:tgtEl>
                                          <p:spTgt spid="101"/>
                                        </p:tgtEl>
                                      </p:cBhvr>
                                    </p:animEffect>
                                    <p:set>
                                      <p:cBhvr>
                                        <p:cTn id="395" dur="1" fill="hold">
                                          <p:stCondLst>
                                            <p:cond delay="299"/>
                                          </p:stCondLst>
                                        </p:cTn>
                                        <p:tgtEl>
                                          <p:spTgt spid="101"/>
                                        </p:tgtEl>
                                        <p:attrNameLst>
                                          <p:attrName>style.visibility</p:attrName>
                                        </p:attrNameLst>
                                      </p:cBhvr>
                                      <p:to>
                                        <p:strVal val="hidden"/>
                                      </p:to>
                                    </p:set>
                                  </p:childTnLst>
                                </p:cTn>
                              </p:par>
                              <p:par>
                                <p:cTn id="396" presetID="10" presetClass="exit" presetSubtype="0" fill="hold" nodeType="withEffect">
                                  <p:stCondLst>
                                    <p:cond delay="0"/>
                                  </p:stCondLst>
                                  <p:childTnLst>
                                    <p:animEffect transition="out" filter="fade">
                                      <p:cBhvr>
                                        <p:cTn id="397" dur="300"/>
                                        <p:tgtEl>
                                          <p:spTgt spid="102"/>
                                        </p:tgtEl>
                                      </p:cBhvr>
                                    </p:animEffect>
                                    <p:set>
                                      <p:cBhvr>
                                        <p:cTn id="398" dur="1" fill="hold">
                                          <p:stCondLst>
                                            <p:cond delay="299"/>
                                          </p:stCondLst>
                                        </p:cTn>
                                        <p:tgtEl>
                                          <p:spTgt spid="102"/>
                                        </p:tgtEl>
                                        <p:attrNameLst>
                                          <p:attrName>style.visibility</p:attrName>
                                        </p:attrNameLst>
                                      </p:cBhvr>
                                      <p:to>
                                        <p:strVal val="hidden"/>
                                      </p:to>
                                    </p:set>
                                  </p:childTnLst>
                                </p:cTn>
                              </p:par>
                              <p:par>
                                <p:cTn id="399" presetID="1" presetClass="entr" presetSubtype="0" fill="hold" grpId="0" nodeType="withEffect">
                                  <p:stCondLst>
                                    <p:cond delay="0"/>
                                  </p:stCondLst>
                                  <p:childTnLst>
                                    <p:set>
                                      <p:cBhvr>
                                        <p:cTn id="400" dur="1" fill="hold">
                                          <p:stCondLst>
                                            <p:cond delay="0"/>
                                          </p:stCondLst>
                                        </p:cTn>
                                        <p:tgtEl>
                                          <p:spTgt spid="34"/>
                                        </p:tgtEl>
                                        <p:attrNameLst>
                                          <p:attrName>style.visibility</p:attrName>
                                        </p:attrNameLst>
                                      </p:cBhvr>
                                      <p:to>
                                        <p:strVal val="visible"/>
                                      </p:to>
                                    </p:set>
                                  </p:childTnLst>
                                </p:cTn>
                              </p:par>
                              <p:par>
                                <p:cTn id="401" presetID="1" presetClass="entr" presetSubtype="0" fill="hold" grpId="0" nodeType="withEffect">
                                  <p:stCondLst>
                                    <p:cond delay="0"/>
                                  </p:stCondLst>
                                  <p:childTnLst>
                                    <p:set>
                                      <p:cBhvr>
                                        <p:cTn id="402" dur="1" fill="hold">
                                          <p:stCondLst>
                                            <p:cond delay="0"/>
                                          </p:stCondLst>
                                        </p:cTn>
                                        <p:tgtEl>
                                          <p:spTgt spid="35"/>
                                        </p:tgtEl>
                                        <p:attrNameLst>
                                          <p:attrName>style.visibility</p:attrName>
                                        </p:attrNameLst>
                                      </p:cBhvr>
                                      <p:to>
                                        <p:strVal val="visible"/>
                                      </p:to>
                                    </p:set>
                                  </p:childTnLst>
                                </p:cTn>
                              </p:par>
                              <p:par>
                                <p:cTn id="403" presetID="1" presetClass="entr" presetSubtype="0" fill="hold" grpId="0" nodeType="withEffect">
                                  <p:stCondLst>
                                    <p:cond delay="0"/>
                                  </p:stCondLst>
                                  <p:childTnLst>
                                    <p:set>
                                      <p:cBhvr>
                                        <p:cTn id="404" dur="1" fill="hold">
                                          <p:stCondLst>
                                            <p:cond delay="0"/>
                                          </p:stCondLst>
                                        </p:cTn>
                                        <p:tgtEl>
                                          <p:spTgt spid="36"/>
                                        </p:tgtEl>
                                        <p:attrNameLst>
                                          <p:attrName>style.visibility</p:attrName>
                                        </p:attrNameLst>
                                      </p:cBhvr>
                                      <p:to>
                                        <p:strVal val="visible"/>
                                      </p:to>
                                    </p:set>
                                  </p:childTnLst>
                                </p:cTn>
                              </p:par>
                              <p:par>
                                <p:cTn id="405" presetID="1" presetClass="entr" presetSubtype="0" fill="hold" grpId="0" nodeType="withEffect">
                                  <p:stCondLst>
                                    <p:cond delay="0"/>
                                  </p:stCondLst>
                                  <p:childTnLst>
                                    <p:set>
                                      <p:cBhvr>
                                        <p:cTn id="406" dur="1" fill="hold">
                                          <p:stCondLst>
                                            <p:cond delay="0"/>
                                          </p:stCondLst>
                                        </p:cTn>
                                        <p:tgtEl>
                                          <p:spTgt spid="37"/>
                                        </p:tgtEl>
                                        <p:attrNameLst>
                                          <p:attrName>style.visibility</p:attrName>
                                        </p:attrNameLst>
                                      </p:cBhvr>
                                      <p:to>
                                        <p:strVal val="visible"/>
                                      </p:to>
                                    </p:set>
                                  </p:childTnLst>
                                </p:cTn>
                              </p:par>
                              <p:par>
                                <p:cTn id="407" presetID="1" presetClass="entr" presetSubtype="0" fill="hold" grpId="0" nodeType="withEffect">
                                  <p:stCondLst>
                                    <p:cond delay="0"/>
                                  </p:stCondLst>
                                  <p:childTnLst>
                                    <p:set>
                                      <p:cBhvr>
                                        <p:cTn id="408" dur="1" fill="hold">
                                          <p:stCondLst>
                                            <p:cond delay="0"/>
                                          </p:stCondLst>
                                        </p:cTn>
                                        <p:tgtEl>
                                          <p:spTgt spid="47"/>
                                        </p:tgtEl>
                                        <p:attrNameLst>
                                          <p:attrName>style.visibility</p:attrName>
                                        </p:attrNameLst>
                                      </p:cBhvr>
                                      <p:to>
                                        <p:strVal val="visible"/>
                                      </p:to>
                                    </p:set>
                                  </p:childTnLst>
                                </p:cTn>
                              </p:par>
                              <p:par>
                                <p:cTn id="409" presetID="1" presetClass="entr" presetSubtype="0" fill="hold" grpId="0" nodeType="withEffect">
                                  <p:stCondLst>
                                    <p:cond delay="0"/>
                                  </p:stCondLst>
                                  <p:childTnLst>
                                    <p:set>
                                      <p:cBhvr>
                                        <p:cTn id="410" dur="1" fill="hold">
                                          <p:stCondLst>
                                            <p:cond delay="0"/>
                                          </p:stCondLst>
                                        </p:cTn>
                                        <p:tgtEl>
                                          <p:spTgt spid="48"/>
                                        </p:tgtEl>
                                        <p:attrNameLst>
                                          <p:attrName>style.visibility</p:attrName>
                                        </p:attrNameLst>
                                      </p:cBhvr>
                                      <p:to>
                                        <p:strVal val="visible"/>
                                      </p:to>
                                    </p:set>
                                  </p:childTnLst>
                                </p:cTn>
                              </p:par>
                              <p:par>
                                <p:cTn id="411" presetID="1" presetClass="entr" presetSubtype="0" fill="hold" grpId="0" nodeType="withEffect">
                                  <p:stCondLst>
                                    <p:cond delay="0"/>
                                  </p:stCondLst>
                                  <p:childTnLst>
                                    <p:set>
                                      <p:cBhvr>
                                        <p:cTn id="412" dur="1" fill="hold">
                                          <p:stCondLst>
                                            <p:cond delay="0"/>
                                          </p:stCondLst>
                                        </p:cTn>
                                        <p:tgtEl>
                                          <p:spTgt spid="49"/>
                                        </p:tgtEl>
                                        <p:attrNameLst>
                                          <p:attrName>style.visibility</p:attrName>
                                        </p:attrNameLst>
                                      </p:cBhvr>
                                      <p:to>
                                        <p:strVal val="visible"/>
                                      </p:to>
                                    </p:set>
                                  </p:childTnLst>
                                </p:cTn>
                              </p:par>
                              <p:par>
                                <p:cTn id="413" presetID="1" presetClass="entr" presetSubtype="0" fill="hold" grpId="0" nodeType="withEffect">
                                  <p:stCondLst>
                                    <p:cond delay="0"/>
                                  </p:stCondLst>
                                  <p:childTnLst>
                                    <p:set>
                                      <p:cBhvr>
                                        <p:cTn id="414" dur="1" fill="hold">
                                          <p:stCondLst>
                                            <p:cond delay="0"/>
                                          </p:stCondLst>
                                        </p:cTn>
                                        <p:tgtEl>
                                          <p:spTgt spid="50"/>
                                        </p:tgtEl>
                                        <p:attrNameLst>
                                          <p:attrName>style.visibility</p:attrName>
                                        </p:attrNameLst>
                                      </p:cBhvr>
                                      <p:to>
                                        <p:strVal val="visible"/>
                                      </p:to>
                                    </p:set>
                                  </p:childTnLst>
                                </p:cTn>
                              </p:par>
                              <p:par>
                                <p:cTn id="415" presetID="1" presetClass="entr" presetSubtype="0" fill="hold" grpId="0" nodeType="withEffect">
                                  <p:stCondLst>
                                    <p:cond delay="0"/>
                                  </p:stCondLst>
                                  <p:childTnLst>
                                    <p:set>
                                      <p:cBhvr>
                                        <p:cTn id="416" dur="1" fill="hold">
                                          <p:stCondLst>
                                            <p:cond delay="0"/>
                                          </p:stCondLst>
                                        </p:cTn>
                                        <p:tgtEl>
                                          <p:spTgt spid="51"/>
                                        </p:tgtEl>
                                        <p:attrNameLst>
                                          <p:attrName>style.visibility</p:attrName>
                                        </p:attrNameLst>
                                      </p:cBhvr>
                                      <p:to>
                                        <p:strVal val="visible"/>
                                      </p:to>
                                    </p:set>
                                  </p:childTnLst>
                                </p:cTn>
                              </p:par>
                              <p:par>
                                <p:cTn id="417" presetID="10" presetClass="exit" presetSubtype="0" fill="hold" grpId="1" nodeType="withEffect">
                                  <p:stCondLst>
                                    <p:cond delay="0"/>
                                  </p:stCondLst>
                                  <p:childTnLst>
                                    <p:animEffect transition="out" filter="fade">
                                      <p:cBhvr>
                                        <p:cTn id="418" dur="420"/>
                                        <p:tgtEl>
                                          <p:spTgt spid="38"/>
                                        </p:tgtEl>
                                      </p:cBhvr>
                                    </p:animEffect>
                                    <p:set>
                                      <p:cBhvr>
                                        <p:cTn id="419" dur="1" fill="hold">
                                          <p:stCondLst>
                                            <p:cond delay="419"/>
                                          </p:stCondLst>
                                        </p:cTn>
                                        <p:tgtEl>
                                          <p:spTgt spid="38"/>
                                        </p:tgtEl>
                                        <p:attrNameLst>
                                          <p:attrName>style.visibility</p:attrName>
                                        </p:attrNameLst>
                                      </p:cBhvr>
                                      <p:to>
                                        <p:strVal val="hidden"/>
                                      </p:to>
                                    </p:set>
                                  </p:childTnLst>
                                </p:cTn>
                              </p:par>
                              <p:par>
                                <p:cTn id="420" presetID="10" presetClass="exit" presetSubtype="0" fill="hold" grpId="1" nodeType="withEffect">
                                  <p:stCondLst>
                                    <p:cond delay="0"/>
                                  </p:stCondLst>
                                  <p:childTnLst>
                                    <p:animEffect transition="out" filter="fade">
                                      <p:cBhvr>
                                        <p:cTn id="421" dur="420"/>
                                        <p:tgtEl>
                                          <p:spTgt spid="39"/>
                                        </p:tgtEl>
                                      </p:cBhvr>
                                    </p:animEffect>
                                    <p:set>
                                      <p:cBhvr>
                                        <p:cTn id="422" dur="1" fill="hold">
                                          <p:stCondLst>
                                            <p:cond delay="419"/>
                                          </p:stCondLst>
                                        </p:cTn>
                                        <p:tgtEl>
                                          <p:spTgt spid="39"/>
                                        </p:tgtEl>
                                        <p:attrNameLst>
                                          <p:attrName>style.visibility</p:attrName>
                                        </p:attrNameLst>
                                      </p:cBhvr>
                                      <p:to>
                                        <p:strVal val="hidden"/>
                                      </p:to>
                                    </p:set>
                                  </p:childTnLst>
                                </p:cTn>
                              </p:par>
                              <p:par>
                                <p:cTn id="423" presetID="10" presetClass="exit" presetSubtype="0" fill="hold" grpId="1" nodeType="withEffect">
                                  <p:stCondLst>
                                    <p:cond delay="0"/>
                                  </p:stCondLst>
                                  <p:childTnLst>
                                    <p:animEffect transition="out" filter="fade">
                                      <p:cBhvr>
                                        <p:cTn id="424" dur="420"/>
                                        <p:tgtEl>
                                          <p:spTgt spid="40"/>
                                        </p:tgtEl>
                                      </p:cBhvr>
                                    </p:animEffect>
                                    <p:set>
                                      <p:cBhvr>
                                        <p:cTn id="425" dur="1" fill="hold">
                                          <p:stCondLst>
                                            <p:cond delay="419"/>
                                          </p:stCondLst>
                                        </p:cTn>
                                        <p:tgtEl>
                                          <p:spTgt spid="40"/>
                                        </p:tgtEl>
                                        <p:attrNameLst>
                                          <p:attrName>style.visibility</p:attrName>
                                        </p:attrNameLst>
                                      </p:cBhvr>
                                      <p:to>
                                        <p:strVal val="hidden"/>
                                      </p:to>
                                    </p:set>
                                  </p:childTnLst>
                                </p:cTn>
                              </p:par>
                              <p:par>
                                <p:cTn id="426" presetID="10" presetClass="exit" presetSubtype="0" fill="hold" grpId="1" nodeType="withEffect">
                                  <p:stCondLst>
                                    <p:cond delay="0"/>
                                  </p:stCondLst>
                                  <p:childTnLst>
                                    <p:animEffect transition="out" filter="fade">
                                      <p:cBhvr>
                                        <p:cTn id="427" dur="420"/>
                                        <p:tgtEl>
                                          <p:spTgt spid="41"/>
                                        </p:tgtEl>
                                      </p:cBhvr>
                                    </p:animEffect>
                                    <p:set>
                                      <p:cBhvr>
                                        <p:cTn id="428" dur="1" fill="hold">
                                          <p:stCondLst>
                                            <p:cond delay="419"/>
                                          </p:stCondLst>
                                        </p:cTn>
                                        <p:tgtEl>
                                          <p:spTgt spid="41"/>
                                        </p:tgtEl>
                                        <p:attrNameLst>
                                          <p:attrName>style.visibility</p:attrName>
                                        </p:attrNameLst>
                                      </p:cBhvr>
                                      <p:to>
                                        <p:strVal val="hidden"/>
                                      </p:to>
                                    </p:set>
                                  </p:childTnLst>
                                </p:cTn>
                              </p:par>
                              <p:par>
                                <p:cTn id="429" presetID="10" presetClass="exit" presetSubtype="0" fill="hold" grpId="0" nodeType="withEffect">
                                  <p:stCondLst>
                                    <p:cond delay="0"/>
                                  </p:stCondLst>
                                  <p:childTnLst>
                                    <p:animEffect transition="out" filter="fade">
                                      <p:cBhvr>
                                        <p:cTn id="430" dur="420"/>
                                        <p:tgtEl>
                                          <p:spTgt spid="79"/>
                                        </p:tgtEl>
                                      </p:cBhvr>
                                    </p:animEffect>
                                    <p:set>
                                      <p:cBhvr>
                                        <p:cTn id="431" dur="1" fill="hold">
                                          <p:stCondLst>
                                            <p:cond delay="419"/>
                                          </p:stCondLst>
                                        </p:cTn>
                                        <p:tgtEl>
                                          <p:spTgt spid="79"/>
                                        </p:tgtEl>
                                        <p:attrNameLst>
                                          <p:attrName>style.visibility</p:attrName>
                                        </p:attrNameLst>
                                      </p:cBhvr>
                                      <p:to>
                                        <p:strVal val="hidden"/>
                                      </p:to>
                                    </p:set>
                                  </p:childTnLst>
                                </p:cTn>
                              </p:par>
                              <p:par>
                                <p:cTn id="432" presetID="10" presetClass="exit" presetSubtype="0" fill="hold" grpId="0" nodeType="withEffect">
                                  <p:stCondLst>
                                    <p:cond delay="0"/>
                                  </p:stCondLst>
                                  <p:childTnLst>
                                    <p:animEffect transition="out" filter="fade">
                                      <p:cBhvr>
                                        <p:cTn id="433" dur="420"/>
                                        <p:tgtEl>
                                          <p:spTgt spid="80"/>
                                        </p:tgtEl>
                                      </p:cBhvr>
                                    </p:animEffect>
                                    <p:set>
                                      <p:cBhvr>
                                        <p:cTn id="434" dur="1" fill="hold">
                                          <p:stCondLst>
                                            <p:cond delay="419"/>
                                          </p:stCondLst>
                                        </p:cTn>
                                        <p:tgtEl>
                                          <p:spTgt spid="80"/>
                                        </p:tgtEl>
                                        <p:attrNameLst>
                                          <p:attrName>style.visibility</p:attrName>
                                        </p:attrNameLst>
                                      </p:cBhvr>
                                      <p:to>
                                        <p:strVal val="hidden"/>
                                      </p:to>
                                    </p:set>
                                  </p:childTnLst>
                                </p:cTn>
                              </p:par>
                              <p:par>
                                <p:cTn id="435" presetID="10" presetClass="exit" presetSubtype="0" fill="hold" grpId="0" nodeType="withEffect">
                                  <p:stCondLst>
                                    <p:cond delay="0"/>
                                  </p:stCondLst>
                                  <p:childTnLst>
                                    <p:animEffect transition="out" filter="fade">
                                      <p:cBhvr>
                                        <p:cTn id="436" dur="420"/>
                                        <p:tgtEl>
                                          <p:spTgt spid="81"/>
                                        </p:tgtEl>
                                      </p:cBhvr>
                                    </p:animEffect>
                                    <p:set>
                                      <p:cBhvr>
                                        <p:cTn id="437" dur="1" fill="hold">
                                          <p:stCondLst>
                                            <p:cond delay="419"/>
                                          </p:stCondLst>
                                        </p:cTn>
                                        <p:tgtEl>
                                          <p:spTgt spid="81"/>
                                        </p:tgtEl>
                                        <p:attrNameLst>
                                          <p:attrName>style.visibility</p:attrName>
                                        </p:attrNameLst>
                                      </p:cBhvr>
                                      <p:to>
                                        <p:strVal val="hidden"/>
                                      </p:to>
                                    </p:set>
                                  </p:childTnLst>
                                </p:cTn>
                              </p:par>
                              <p:par>
                                <p:cTn id="438" presetID="10" presetClass="exit" presetSubtype="0" fill="hold" grpId="0" nodeType="withEffect">
                                  <p:stCondLst>
                                    <p:cond delay="0"/>
                                  </p:stCondLst>
                                  <p:childTnLst>
                                    <p:animEffect transition="out" filter="fade">
                                      <p:cBhvr>
                                        <p:cTn id="439" dur="420"/>
                                        <p:tgtEl>
                                          <p:spTgt spid="82"/>
                                        </p:tgtEl>
                                      </p:cBhvr>
                                    </p:animEffect>
                                    <p:set>
                                      <p:cBhvr>
                                        <p:cTn id="440" dur="1" fill="hold">
                                          <p:stCondLst>
                                            <p:cond delay="419"/>
                                          </p:stCondLst>
                                        </p:cTn>
                                        <p:tgtEl>
                                          <p:spTgt spid="82"/>
                                        </p:tgtEl>
                                        <p:attrNameLst>
                                          <p:attrName>style.visibility</p:attrName>
                                        </p:attrNameLst>
                                      </p:cBhvr>
                                      <p:to>
                                        <p:strVal val="hidden"/>
                                      </p:to>
                                    </p:set>
                                  </p:childTnLst>
                                </p:cTn>
                              </p:par>
                              <p:par>
                                <p:cTn id="441" presetID="10" presetClass="exit" presetSubtype="0" fill="hold" grpId="0" nodeType="withEffect">
                                  <p:stCondLst>
                                    <p:cond delay="0"/>
                                  </p:stCondLst>
                                  <p:childTnLst>
                                    <p:animEffect transition="out" filter="fade">
                                      <p:cBhvr>
                                        <p:cTn id="442" dur="420"/>
                                        <p:tgtEl>
                                          <p:spTgt spid="83"/>
                                        </p:tgtEl>
                                      </p:cBhvr>
                                    </p:animEffect>
                                    <p:set>
                                      <p:cBhvr>
                                        <p:cTn id="443" dur="1" fill="hold">
                                          <p:stCondLst>
                                            <p:cond delay="419"/>
                                          </p:stCondLst>
                                        </p:cTn>
                                        <p:tgtEl>
                                          <p:spTgt spid="83"/>
                                        </p:tgtEl>
                                        <p:attrNameLst>
                                          <p:attrName>style.visibility</p:attrName>
                                        </p:attrNameLst>
                                      </p:cBhvr>
                                      <p:to>
                                        <p:strVal val="hidden"/>
                                      </p:to>
                                    </p:set>
                                  </p:childTnLst>
                                </p:cTn>
                              </p:par>
                              <p:par>
                                <p:cTn id="444" presetID="53" presetClass="entr" presetSubtype="16" fill="hold" nodeType="withEffect">
                                  <p:stCondLst>
                                    <p:cond delay="250"/>
                                  </p:stCondLst>
                                  <p:childTnLst>
                                    <p:set>
                                      <p:cBhvr>
                                        <p:cTn id="445" dur="1" fill="hold">
                                          <p:stCondLst>
                                            <p:cond delay="0"/>
                                          </p:stCondLst>
                                        </p:cTn>
                                        <p:tgtEl>
                                          <p:spTgt spid="52"/>
                                        </p:tgtEl>
                                        <p:attrNameLst>
                                          <p:attrName>style.visibility</p:attrName>
                                        </p:attrNameLst>
                                      </p:cBhvr>
                                      <p:to>
                                        <p:strVal val="visible"/>
                                      </p:to>
                                    </p:set>
                                    <p:anim calcmode="lin" valueType="num">
                                      <p:cBhvr>
                                        <p:cTn id="446" dur="750" fill="hold"/>
                                        <p:tgtEl>
                                          <p:spTgt spid="52"/>
                                        </p:tgtEl>
                                        <p:attrNameLst>
                                          <p:attrName>ppt_w</p:attrName>
                                        </p:attrNameLst>
                                      </p:cBhvr>
                                      <p:tavLst>
                                        <p:tav tm="0">
                                          <p:val>
                                            <p:fltVal val="0"/>
                                          </p:val>
                                        </p:tav>
                                        <p:tav tm="100000">
                                          <p:val>
                                            <p:strVal val="#ppt_w"/>
                                          </p:val>
                                        </p:tav>
                                      </p:tavLst>
                                    </p:anim>
                                    <p:anim calcmode="lin" valueType="num">
                                      <p:cBhvr>
                                        <p:cTn id="447" dur="750" fill="hold"/>
                                        <p:tgtEl>
                                          <p:spTgt spid="52"/>
                                        </p:tgtEl>
                                        <p:attrNameLst>
                                          <p:attrName>ppt_h</p:attrName>
                                        </p:attrNameLst>
                                      </p:cBhvr>
                                      <p:tavLst>
                                        <p:tav tm="0">
                                          <p:val>
                                            <p:fltVal val="0"/>
                                          </p:val>
                                        </p:tav>
                                        <p:tav tm="100000">
                                          <p:val>
                                            <p:strVal val="#ppt_h"/>
                                          </p:val>
                                        </p:tav>
                                      </p:tavLst>
                                    </p:anim>
                                    <p:animEffect transition="in" filter="fade">
                                      <p:cBhvr>
                                        <p:cTn id="448" dur="750"/>
                                        <p:tgtEl>
                                          <p:spTgt spid="52"/>
                                        </p:tgtEl>
                                      </p:cBhvr>
                                    </p:animEffect>
                                  </p:childTnLst>
                                </p:cTn>
                              </p:par>
                              <p:par>
                                <p:cTn id="449" presetID="53" presetClass="entr" presetSubtype="16" fill="hold" grpId="0" nodeType="withEffect">
                                  <p:stCondLst>
                                    <p:cond delay="250"/>
                                  </p:stCondLst>
                                  <p:childTnLst>
                                    <p:set>
                                      <p:cBhvr>
                                        <p:cTn id="450" dur="1" fill="hold">
                                          <p:stCondLst>
                                            <p:cond delay="0"/>
                                          </p:stCondLst>
                                        </p:cTn>
                                        <p:tgtEl>
                                          <p:spTgt spid="53"/>
                                        </p:tgtEl>
                                        <p:attrNameLst>
                                          <p:attrName>style.visibility</p:attrName>
                                        </p:attrNameLst>
                                      </p:cBhvr>
                                      <p:to>
                                        <p:strVal val="visible"/>
                                      </p:to>
                                    </p:set>
                                    <p:anim calcmode="lin" valueType="num">
                                      <p:cBhvr>
                                        <p:cTn id="451" dur="750" fill="hold"/>
                                        <p:tgtEl>
                                          <p:spTgt spid="53"/>
                                        </p:tgtEl>
                                        <p:attrNameLst>
                                          <p:attrName>ppt_w</p:attrName>
                                        </p:attrNameLst>
                                      </p:cBhvr>
                                      <p:tavLst>
                                        <p:tav tm="0">
                                          <p:val>
                                            <p:fltVal val="0"/>
                                          </p:val>
                                        </p:tav>
                                        <p:tav tm="100000">
                                          <p:val>
                                            <p:strVal val="#ppt_w"/>
                                          </p:val>
                                        </p:tav>
                                      </p:tavLst>
                                    </p:anim>
                                    <p:anim calcmode="lin" valueType="num">
                                      <p:cBhvr>
                                        <p:cTn id="452" dur="750" fill="hold"/>
                                        <p:tgtEl>
                                          <p:spTgt spid="53"/>
                                        </p:tgtEl>
                                        <p:attrNameLst>
                                          <p:attrName>ppt_h</p:attrName>
                                        </p:attrNameLst>
                                      </p:cBhvr>
                                      <p:tavLst>
                                        <p:tav tm="0">
                                          <p:val>
                                            <p:fltVal val="0"/>
                                          </p:val>
                                        </p:tav>
                                        <p:tav tm="100000">
                                          <p:val>
                                            <p:strVal val="#ppt_h"/>
                                          </p:val>
                                        </p:tav>
                                      </p:tavLst>
                                    </p:anim>
                                    <p:animEffect transition="in" filter="fade">
                                      <p:cBhvr>
                                        <p:cTn id="453" dur="750"/>
                                        <p:tgtEl>
                                          <p:spTgt spid="53"/>
                                        </p:tgtEl>
                                      </p:cBhvr>
                                    </p:animEffect>
                                  </p:childTnLst>
                                </p:cTn>
                              </p:par>
                              <p:par>
                                <p:cTn id="454" presetID="53" presetClass="entr" presetSubtype="16" fill="hold" grpId="0" nodeType="withEffect">
                                  <p:stCondLst>
                                    <p:cond delay="250"/>
                                  </p:stCondLst>
                                  <p:childTnLst>
                                    <p:set>
                                      <p:cBhvr>
                                        <p:cTn id="455" dur="1" fill="hold">
                                          <p:stCondLst>
                                            <p:cond delay="0"/>
                                          </p:stCondLst>
                                        </p:cTn>
                                        <p:tgtEl>
                                          <p:spTgt spid="54"/>
                                        </p:tgtEl>
                                        <p:attrNameLst>
                                          <p:attrName>style.visibility</p:attrName>
                                        </p:attrNameLst>
                                      </p:cBhvr>
                                      <p:to>
                                        <p:strVal val="visible"/>
                                      </p:to>
                                    </p:set>
                                    <p:anim calcmode="lin" valueType="num">
                                      <p:cBhvr>
                                        <p:cTn id="456" dur="750" fill="hold"/>
                                        <p:tgtEl>
                                          <p:spTgt spid="54"/>
                                        </p:tgtEl>
                                        <p:attrNameLst>
                                          <p:attrName>ppt_w</p:attrName>
                                        </p:attrNameLst>
                                      </p:cBhvr>
                                      <p:tavLst>
                                        <p:tav tm="0">
                                          <p:val>
                                            <p:fltVal val="0"/>
                                          </p:val>
                                        </p:tav>
                                        <p:tav tm="100000">
                                          <p:val>
                                            <p:strVal val="#ppt_w"/>
                                          </p:val>
                                        </p:tav>
                                      </p:tavLst>
                                    </p:anim>
                                    <p:anim calcmode="lin" valueType="num">
                                      <p:cBhvr>
                                        <p:cTn id="457" dur="750" fill="hold"/>
                                        <p:tgtEl>
                                          <p:spTgt spid="54"/>
                                        </p:tgtEl>
                                        <p:attrNameLst>
                                          <p:attrName>ppt_h</p:attrName>
                                        </p:attrNameLst>
                                      </p:cBhvr>
                                      <p:tavLst>
                                        <p:tav tm="0">
                                          <p:val>
                                            <p:fltVal val="0"/>
                                          </p:val>
                                        </p:tav>
                                        <p:tav tm="100000">
                                          <p:val>
                                            <p:strVal val="#ppt_h"/>
                                          </p:val>
                                        </p:tav>
                                      </p:tavLst>
                                    </p:anim>
                                    <p:animEffect transition="in" filter="fade">
                                      <p:cBhvr>
                                        <p:cTn id="458" dur="750"/>
                                        <p:tgtEl>
                                          <p:spTgt spid="54"/>
                                        </p:tgtEl>
                                      </p:cBhvr>
                                    </p:animEffect>
                                  </p:childTnLst>
                                </p:cTn>
                              </p:par>
                              <p:par>
                                <p:cTn id="459" presetID="42" presetClass="entr" presetSubtype="0" fill="hold" grpId="0" nodeType="withEffect">
                                  <p:stCondLst>
                                    <p:cond delay="367"/>
                                  </p:stCondLst>
                                  <p:childTnLst>
                                    <p:set>
                                      <p:cBhvr>
                                        <p:cTn id="460" dur="1" fill="hold">
                                          <p:stCondLst>
                                            <p:cond delay="0"/>
                                          </p:stCondLst>
                                        </p:cTn>
                                        <p:tgtEl>
                                          <p:spTgt spid="55"/>
                                        </p:tgtEl>
                                        <p:attrNameLst>
                                          <p:attrName>style.visibility</p:attrName>
                                        </p:attrNameLst>
                                      </p:cBhvr>
                                      <p:to>
                                        <p:strVal val="visible"/>
                                      </p:to>
                                    </p:set>
                                    <p:animEffect transition="in" filter="fade">
                                      <p:cBhvr>
                                        <p:cTn id="461" dur="650"/>
                                        <p:tgtEl>
                                          <p:spTgt spid="55"/>
                                        </p:tgtEl>
                                      </p:cBhvr>
                                    </p:animEffect>
                                    <p:anim calcmode="lin" valueType="num">
                                      <p:cBhvr>
                                        <p:cTn id="462" dur="650" fill="hold"/>
                                        <p:tgtEl>
                                          <p:spTgt spid="55"/>
                                        </p:tgtEl>
                                        <p:attrNameLst>
                                          <p:attrName>ppt_x</p:attrName>
                                        </p:attrNameLst>
                                      </p:cBhvr>
                                      <p:tavLst>
                                        <p:tav tm="0">
                                          <p:val>
                                            <p:strVal val="#ppt_x"/>
                                          </p:val>
                                        </p:tav>
                                        <p:tav tm="100000">
                                          <p:val>
                                            <p:strVal val="#ppt_x"/>
                                          </p:val>
                                        </p:tav>
                                      </p:tavLst>
                                    </p:anim>
                                    <p:anim calcmode="lin" valueType="num">
                                      <p:cBhvr>
                                        <p:cTn id="463" dur="650" fill="hold"/>
                                        <p:tgtEl>
                                          <p:spTgt spid="55"/>
                                        </p:tgtEl>
                                        <p:attrNameLst>
                                          <p:attrName>ppt_y</p:attrName>
                                        </p:attrNameLst>
                                      </p:cBhvr>
                                      <p:tavLst>
                                        <p:tav tm="0">
                                          <p:val>
                                            <p:strVal val="#ppt_y+.1"/>
                                          </p:val>
                                        </p:tav>
                                        <p:tav tm="100000">
                                          <p:val>
                                            <p:strVal val="#ppt_y"/>
                                          </p:val>
                                        </p:tav>
                                      </p:tavLst>
                                    </p:anim>
                                  </p:childTnLst>
                                </p:cTn>
                              </p:par>
                              <p:par>
                                <p:cTn id="464" presetID="42" presetClass="entr" presetSubtype="0" fill="hold" nodeType="withEffect">
                                  <p:stCondLst>
                                    <p:cond delay="367"/>
                                  </p:stCondLst>
                                  <p:childTnLst>
                                    <p:set>
                                      <p:cBhvr>
                                        <p:cTn id="465" dur="1" fill="hold">
                                          <p:stCondLst>
                                            <p:cond delay="0"/>
                                          </p:stCondLst>
                                        </p:cTn>
                                        <p:tgtEl>
                                          <p:spTgt spid="56"/>
                                        </p:tgtEl>
                                        <p:attrNameLst>
                                          <p:attrName>style.visibility</p:attrName>
                                        </p:attrNameLst>
                                      </p:cBhvr>
                                      <p:to>
                                        <p:strVal val="visible"/>
                                      </p:to>
                                    </p:set>
                                    <p:animEffect transition="in" filter="fade">
                                      <p:cBhvr>
                                        <p:cTn id="466" dur="650"/>
                                        <p:tgtEl>
                                          <p:spTgt spid="56"/>
                                        </p:tgtEl>
                                      </p:cBhvr>
                                    </p:animEffect>
                                    <p:anim calcmode="lin" valueType="num">
                                      <p:cBhvr>
                                        <p:cTn id="467" dur="650" fill="hold"/>
                                        <p:tgtEl>
                                          <p:spTgt spid="56"/>
                                        </p:tgtEl>
                                        <p:attrNameLst>
                                          <p:attrName>ppt_x</p:attrName>
                                        </p:attrNameLst>
                                      </p:cBhvr>
                                      <p:tavLst>
                                        <p:tav tm="0">
                                          <p:val>
                                            <p:strVal val="#ppt_x"/>
                                          </p:val>
                                        </p:tav>
                                        <p:tav tm="100000">
                                          <p:val>
                                            <p:strVal val="#ppt_x"/>
                                          </p:val>
                                        </p:tav>
                                      </p:tavLst>
                                    </p:anim>
                                    <p:anim calcmode="lin" valueType="num">
                                      <p:cBhvr>
                                        <p:cTn id="468" dur="650" fill="hold"/>
                                        <p:tgtEl>
                                          <p:spTgt spid="56"/>
                                        </p:tgtEl>
                                        <p:attrNameLst>
                                          <p:attrName>ppt_y</p:attrName>
                                        </p:attrNameLst>
                                      </p:cBhvr>
                                      <p:tavLst>
                                        <p:tav tm="0">
                                          <p:val>
                                            <p:strVal val="#ppt_y+.1"/>
                                          </p:val>
                                        </p:tav>
                                        <p:tav tm="100000">
                                          <p:val>
                                            <p:strVal val="#ppt_y"/>
                                          </p:val>
                                        </p:tav>
                                      </p:tavLst>
                                    </p:anim>
                                  </p:childTnLst>
                                </p:cTn>
                              </p:par>
                              <p:par>
                                <p:cTn id="469" presetID="42" presetClass="entr" presetSubtype="0" fill="hold" grpId="0" nodeType="withEffect">
                                  <p:stCondLst>
                                    <p:cond delay="367"/>
                                  </p:stCondLst>
                                  <p:childTnLst>
                                    <p:set>
                                      <p:cBhvr>
                                        <p:cTn id="470" dur="1" fill="hold">
                                          <p:stCondLst>
                                            <p:cond delay="0"/>
                                          </p:stCondLst>
                                        </p:cTn>
                                        <p:tgtEl>
                                          <p:spTgt spid="57"/>
                                        </p:tgtEl>
                                        <p:attrNameLst>
                                          <p:attrName>style.visibility</p:attrName>
                                        </p:attrNameLst>
                                      </p:cBhvr>
                                      <p:to>
                                        <p:strVal val="visible"/>
                                      </p:to>
                                    </p:set>
                                    <p:animEffect transition="in" filter="fade">
                                      <p:cBhvr>
                                        <p:cTn id="471" dur="650"/>
                                        <p:tgtEl>
                                          <p:spTgt spid="57"/>
                                        </p:tgtEl>
                                      </p:cBhvr>
                                    </p:animEffect>
                                    <p:anim calcmode="lin" valueType="num">
                                      <p:cBhvr>
                                        <p:cTn id="472" dur="650" fill="hold"/>
                                        <p:tgtEl>
                                          <p:spTgt spid="57"/>
                                        </p:tgtEl>
                                        <p:attrNameLst>
                                          <p:attrName>ppt_x</p:attrName>
                                        </p:attrNameLst>
                                      </p:cBhvr>
                                      <p:tavLst>
                                        <p:tav tm="0">
                                          <p:val>
                                            <p:strVal val="#ppt_x"/>
                                          </p:val>
                                        </p:tav>
                                        <p:tav tm="100000">
                                          <p:val>
                                            <p:strVal val="#ppt_x"/>
                                          </p:val>
                                        </p:tav>
                                      </p:tavLst>
                                    </p:anim>
                                    <p:anim calcmode="lin" valueType="num">
                                      <p:cBhvr>
                                        <p:cTn id="473" dur="650" fill="hold"/>
                                        <p:tgtEl>
                                          <p:spTgt spid="57"/>
                                        </p:tgtEl>
                                        <p:attrNameLst>
                                          <p:attrName>ppt_y</p:attrName>
                                        </p:attrNameLst>
                                      </p:cBhvr>
                                      <p:tavLst>
                                        <p:tav tm="0">
                                          <p:val>
                                            <p:strVal val="#ppt_y+.1"/>
                                          </p:val>
                                        </p:tav>
                                        <p:tav tm="100000">
                                          <p:val>
                                            <p:strVal val="#ppt_y"/>
                                          </p:val>
                                        </p:tav>
                                      </p:tavLst>
                                    </p:anim>
                                  </p:childTnLst>
                                </p:cTn>
                              </p:par>
                              <p:par>
                                <p:cTn id="474" presetID="42" presetClass="entr" presetSubtype="0" fill="hold" grpId="0" nodeType="withEffect">
                                  <p:stCondLst>
                                    <p:cond delay="367"/>
                                  </p:stCondLst>
                                  <p:childTnLst>
                                    <p:set>
                                      <p:cBhvr>
                                        <p:cTn id="475" dur="1" fill="hold">
                                          <p:stCondLst>
                                            <p:cond delay="0"/>
                                          </p:stCondLst>
                                        </p:cTn>
                                        <p:tgtEl>
                                          <p:spTgt spid="58"/>
                                        </p:tgtEl>
                                        <p:attrNameLst>
                                          <p:attrName>style.visibility</p:attrName>
                                        </p:attrNameLst>
                                      </p:cBhvr>
                                      <p:to>
                                        <p:strVal val="visible"/>
                                      </p:to>
                                    </p:set>
                                    <p:animEffect transition="in" filter="fade">
                                      <p:cBhvr>
                                        <p:cTn id="476" dur="650"/>
                                        <p:tgtEl>
                                          <p:spTgt spid="58"/>
                                        </p:tgtEl>
                                      </p:cBhvr>
                                    </p:animEffect>
                                    <p:anim calcmode="lin" valueType="num">
                                      <p:cBhvr>
                                        <p:cTn id="477" dur="650" fill="hold"/>
                                        <p:tgtEl>
                                          <p:spTgt spid="58"/>
                                        </p:tgtEl>
                                        <p:attrNameLst>
                                          <p:attrName>ppt_x</p:attrName>
                                        </p:attrNameLst>
                                      </p:cBhvr>
                                      <p:tavLst>
                                        <p:tav tm="0">
                                          <p:val>
                                            <p:strVal val="#ppt_x"/>
                                          </p:val>
                                        </p:tav>
                                        <p:tav tm="100000">
                                          <p:val>
                                            <p:strVal val="#ppt_x"/>
                                          </p:val>
                                        </p:tav>
                                      </p:tavLst>
                                    </p:anim>
                                    <p:anim calcmode="lin" valueType="num">
                                      <p:cBhvr>
                                        <p:cTn id="478" dur="650" fill="hold"/>
                                        <p:tgtEl>
                                          <p:spTgt spid="58"/>
                                        </p:tgtEl>
                                        <p:attrNameLst>
                                          <p:attrName>ppt_y</p:attrName>
                                        </p:attrNameLst>
                                      </p:cBhvr>
                                      <p:tavLst>
                                        <p:tav tm="0">
                                          <p:val>
                                            <p:strVal val="#ppt_y+.1"/>
                                          </p:val>
                                        </p:tav>
                                        <p:tav tm="100000">
                                          <p:val>
                                            <p:strVal val="#ppt_y"/>
                                          </p:val>
                                        </p:tav>
                                      </p:tavLst>
                                    </p:anim>
                                  </p:childTnLst>
                                </p:cTn>
                              </p:par>
                              <p:par>
                                <p:cTn id="479" presetID="42" presetClass="entr" presetSubtype="0" fill="hold" grpId="0" nodeType="withEffect">
                                  <p:stCondLst>
                                    <p:cond delay="483"/>
                                  </p:stCondLst>
                                  <p:childTnLst>
                                    <p:set>
                                      <p:cBhvr>
                                        <p:cTn id="480" dur="1" fill="hold">
                                          <p:stCondLst>
                                            <p:cond delay="0"/>
                                          </p:stCondLst>
                                        </p:cTn>
                                        <p:tgtEl>
                                          <p:spTgt spid="59"/>
                                        </p:tgtEl>
                                        <p:attrNameLst>
                                          <p:attrName>style.visibility</p:attrName>
                                        </p:attrNameLst>
                                      </p:cBhvr>
                                      <p:to>
                                        <p:strVal val="visible"/>
                                      </p:to>
                                    </p:set>
                                    <p:animEffect transition="in" filter="fade">
                                      <p:cBhvr>
                                        <p:cTn id="481" dur="650"/>
                                        <p:tgtEl>
                                          <p:spTgt spid="59"/>
                                        </p:tgtEl>
                                      </p:cBhvr>
                                    </p:animEffect>
                                    <p:anim calcmode="lin" valueType="num">
                                      <p:cBhvr>
                                        <p:cTn id="482" dur="650" fill="hold"/>
                                        <p:tgtEl>
                                          <p:spTgt spid="59"/>
                                        </p:tgtEl>
                                        <p:attrNameLst>
                                          <p:attrName>ppt_x</p:attrName>
                                        </p:attrNameLst>
                                      </p:cBhvr>
                                      <p:tavLst>
                                        <p:tav tm="0">
                                          <p:val>
                                            <p:strVal val="#ppt_x"/>
                                          </p:val>
                                        </p:tav>
                                        <p:tav tm="100000">
                                          <p:val>
                                            <p:strVal val="#ppt_x"/>
                                          </p:val>
                                        </p:tav>
                                      </p:tavLst>
                                    </p:anim>
                                    <p:anim calcmode="lin" valueType="num">
                                      <p:cBhvr>
                                        <p:cTn id="483" dur="650" fill="hold"/>
                                        <p:tgtEl>
                                          <p:spTgt spid="59"/>
                                        </p:tgtEl>
                                        <p:attrNameLst>
                                          <p:attrName>ppt_y</p:attrName>
                                        </p:attrNameLst>
                                      </p:cBhvr>
                                      <p:tavLst>
                                        <p:tav tm="0">
                                          <p:val>
                                            <p:strVal val="#ppt_y+.1"/>
                                          </p:val>
                                        </p:tav>
                                        <p:tav tm="100000">
                                          <p:val>
                                            <p:strVal val="#ppt_y"/>
                                          </p:val>
                                        </p:tav>
                                      </p:tavLst>
                                    </p:anim>
                                  </p:childTnLst>
                                </p:cTn>
                              </p:par>
                              <p:par>
                                <p:cTn id="484" presetID="42" presetClass="entr" presetSubtype="0" fill="hold" nodeType="withEffect">
                                  <p:stCondLst>
                                    <p:cond delay="483"/>
                                  </p:stCondLst>
                                  <p:childTnLst>
                                    <p:set>
                                      <p:cBhvr>
                                        <p:cTn id="485" dur="1" fill="hold">
                                          <p:stCondLst>
                                            <p:cond delay="0"/>
                                          </p:stCondLst>
                                        </p:cTn>
                                        <p:tgtEl>
                                          <p:spTgt spid="60"/>
                                        </p:tgtEl>
                                        <p:attrNameLst>
                                          <p:attrName>style.visibility</p:attrName>
                                        </p:attrNameLst>
                                      </p:cBhvr>
                                      <p:to>
                                        <p:strVal val="visible"/>
                                      </p:to>
                                    </p:set>
                                    <p:animEffect transition="in" filter="fade">
                                      <p:cBhvr>
                                        <p:cTn id="486" dur="650"/>
                                        <p:tgtEl>
                                          <p:spTgt spid="60"/>
                                        </p:tgtEl>
                                      </p:cBhvr>
                                    </p:animEffect>
                                    <p:anim calcmode="lin" valueType="num">
                                      <p:cBhvr>
                                        <p:cTn id="487" dur="650" fill="hold"/>
                                        <p:tgtEl>
                                          <p:spTgt spid="60"/>
                                        </p:tgtEl>
                                        <p:attrNameLst>
                                          <p:attrName>ppt_x</p:attrName>
                                        </p:attrNameLst>
                                      </p:cBhvr>
                                      <p:tavLst>
                                        <p:tav tm="0">
                                          <p:val>
                                            <p:strVal val="#ppt_x"/>
                                          </p:val>
                                        </p:tav>
                                        <p:tav tm="100000">
                                          <p:val>
                                            <p:strVal val="#ppt_x"/>
                                          </p:val>
                                        </p:tav>
                                      </p:tavLst>
                                    </p:anim>
                                    <p:anim calcmode="lin" valueType="num">
                                      <p:cBhvr>
                                        <p:cTn id="488" dur="650" fill="hold"/>
                                        <p:tgtEl>
                                          <p:spTgt spid="60"/>
                                        </p:tgtEl>
                                        <p:attrNameLst>
                                          <p:attrName>ppt_y</p:attrName>
                                        </p:attrNameLst>
                                      </p:cBhvr>
                                      <p:tavLst>
                                        <p:tav tm="0">
                                          <p:val>
                                            <p:strVal val="#ppt_y+.1"/>
                                          </p:val>
                                        </p:tav>
                                        <p:tav tm="100000">
                                          <p:val>
                                            <p:strVal val="#ppt_y"/>
                                          </p:val>
                                        </p:tav>
                                      </p:tavLst>
                                    </p:anim>
                                  </p:childTnLst>
                                </p:cTn>
                              </p:par>
                              <p:par>
                                <p:cTn id="489" presetID="42" presetClass="entr" presetSubtype="0" fill="hold" grpId="0" nodeType="withEffect">
                                  <p:stCondLst>
                                    <p:cond delay="483"/>
                                  </p:stCondLst>
                                  <p:childTnLst>
                                    <p:set>
                                      <p:cBhvr>
                                        <p:cTn id="490" dur="1" fill="hold">
                                          <p:stCondLst>
                                            <p:cond delay="0"/>
                                          </p:stCondLst>
                                        </p:cTn>
                                        <p:tgtEl>
                                          <p:spTgt spid="61"/>
                                        </p:tgtEl>
                                        <p:attrNameLst>
                                          <p:attrName>style.visibility</p:attrName>
                                        </p:attrNameLst>
                                      </p:cBhvr>
                                      <p:to>
                                        <p:strVal val="visible"/>
                                      </p:to>
                                    </p:set>
                                    <p:animEffect transition="in" filter="fade">
                                      <p:cBhvr>
                                        <p:cTn id="491" dur="650"/>
                                        <p:tgtEl>
                                          <p:spTgt spid="61"/>
                                        </p:tgtEl>
                                      </p:cBhvr>
                                    </p:animEffect>
                                    <p:anim calcmode="lin" valueType="num">
                                      <p:cBhvr>
                                        <p:cTn id="492" dur="650" fill="hold"/>
                                        <p:tgtEl>
                                          <p:spTgt spid="61"/>
                                        </p:tgtEl>
                                        <p:attrNameLst>
                                          <p:attrName>ppt_x</p:attrName>
                                        </p:attrNameLst>
                                      </p:cBhvr>
                                      <p:tavLst>
                                        <p:tav tm="0">
                                          <p:val>
                                            <p:strVal val="#ppt_x"/>
                                          </p:val>
                                        </p:tav>
                                        <p:tav tm="100000">
                                          <p:val>
                                            <p:strVal val="#ppt_x"/>
                                          </p:val>
                                        </p:tav>
                                      </p:tavLst>
                                    </p:anim>
                                    <p:anim calcmode="lin" valueType="num">
                                      <p:cBhvr>
                                        <p:cTn id="493" dur="650" fill="hold"/>
                                        <p:tgtEl>
                                          <p:spTgt spid="61"/>
                                        </p:tgtEl>
                                        <p:attrNameLst>
                                          <p:attrName>ppt_y</p:attrName>
                                        </p:attrNameLst>
                                      </p:cBhvr>
                                      <p:tavLst>
                                        <p:tav tm="0">
                                          <p:val>
                                            <p:strVal val="#ppt_y+.1"/>
                                          </p:val>
                                        </p:tav>
                                        <p:tav tm="100000">
                                          <p:val>
                                            <p:strVal val="#ppt_y"/>
                                          </p:val>
                                        </p:tav>
                                      </p:tavLst>
                                    </p:anim>
                                  </p:childTnLst>
                                </p:cTn>
                              </p:par>
                              <p:par>
                                <p:cTn id="494" presetID="42" presetClass="entr" presetSubtype="0" fill="hold" grpId="0" nodeType="withEffect">
                                  <p:stCondLst>
                                    <p:cond delay="483"/>
                                  </p:stCondLst>
                                  <p:childTnLst>
                                    <p:set>
                                      <p:cBhvr>
                                        <p:cTn id="495" dur="1" fill="hold">
                                          <p:stCondLst>
                                            <p:cond delay="0"/>
                                          </p:stCondLst>
                                        </p:cTn>
                                        <p:tgtEl>
                                          <p:spTgt spid="62"/>
                                        </p:tgtEl>
                                        <p:attrNameLst>
                                          <p:attrName>style.visibility</p:attrName>
                                        </p:attrNameLst>
                                      </p:cBhvr>
                                      <p:to>
                                        <p:strVal val="visible"/>
                                      </p:to>
                                    </p:set>
                                    <p:animEffect transition="in" filter="fade">
                                      <p:cBhvr>
                                        <p:cTn id="496" dur="650"/>
                                        <p:tgtEl>
                                          <p:spTgt spid="62"/>
                                        </p:tgtEl>
                                      </p:cBhvr>
                                    </p:animEffect>
                                    <p:anim calcmode="lin" valueType="num">
                                      <p:cBhvr>
                                        <p:cTn id="497" dur="650" fill="hold"/>
                                        <p:tgtEl>
                                          <p:spTgt spid="62"/>
                                        </p:tgtEl>
                                        <p:attrNameLst>
                                          <p:attrName>ppt_x</p:attrName>
                                        </p:attrNameLst>
                                      </p:cBhvr>
                                      <p:tavLst>
                                        <p:tav tm="0">
                                          <p:val>
                                            <p:strVal val="#ppt_x"/>
                                          </p:val>
                                        </p:tav>
                                        <p:tav tm="100000">
                                          <p:val>
                                            <p:strVal val="#ppt_x"/>
                                          </p:val>
                                        </p:tav>
                                      </p:tavLst>
                                    </p:anim>
                                    <p:anim calcmode="lin" valueType="num">
                                      <p:cBhvr>
                                        <p:cTn id="498" dur="650" fill="hold"/>
                                        <p:tgtEl>
                                          <p:spTgt spid="62"/>
                                        </p:tgtEl>
                                        <p:attrNameLst>
                                          <p:attrName>ppt_y</p:attrName>
                                        </p:attrNameLst>
                                      </p:cBhvr>
                                      <p:tavLst>
                                        <p:tav tm="0">
                                          <p:val>
                                            <p:strVal val="#ppt_y+.1"/>
                                          </p:val>
                                        </p:tav>
                                        <p:tav tm="100000">
                                          <p:val>
                                            <p:strVal val="#ppt_y"/>
                                          </p:val>
                                        </p:tav>
                                      </p:tavLst>
                                    </p:anim>
                                  </p:childTnLst>
                                </p:cTn>
                              </p:par>
                              <p:par>
                                <p:cTn id="499" presetID="42" presetClass="entr" presetSubtype="0" fill="hold" grpId="0" nodeType="withEffect">
                                  <p:stCondLst>
                                    <p:cond delay="600"/>
                                  </p:stCondLst>
                                  <p:childTnLst>
                                    <p:set>
                                      <p:cBhvr>
                                        <p:cTn id="500" dur="1" fill="hold">
                                          <p:stCondLst>
                                            <p:cond delay="0"/>
                                          </p:stCondLst>
                                        </p:cTn>
                                        <p:tgtEl>
                                          <p:spTgt spid="63"/>
                                        </p:tgtEl>
                                        <p:attrNameLst>
                                          <p:attrName>style.visibility</p:attrName>
                                        </p:attrNameLst>
                                      </p:cBhvr>
                                      <p:to>
                                        <p:strVal val="visible"/>
                                      </p:to>
                                    </p:set>
                                    <p:animEffect transition="in" filter="fade">
                                      <p:cBhvr>
                                        <p:cTn id="501" dur="650"/>
                                        <p:tgtEl>
                                          <p:spTgt spid="63"/>
                                        </p:tgtEl>
                                      </p:cBhvr>
                                    </p:animEffect>
                                    <p:anim calcmode="lin" valueType="num">
                                      <p:cBhvr>
                                        <p:cTn id="502" dur="650" fill="hold"/>
                                        <p:tgtEl>
                                          <p:spTgt spid="63"/>
                                        </p:tgtEl>
                                        <p:attrNameLst>
                                          <p:attrName>ppt_x</p:attrName>
                                        </p:attrNameLst>
                                      </p:cBhvr>
                                      <p:tavLst>
                                        <p:tav tm="0">
                                          <p:val>
                                            <p:strVal val="#ppt_x"/>
                                          </p:val>
                                        </p:tav>
                                        <p:tav tm="100000">
                                          <p:val>
                                            <p:strVal val="#ppt_x"/>
                                          </p:val>
                                        </p:tav>
                                      </p:tavLst>
                                    </p:anim>
                                    <p:anim calcmode="lin" valueType="num">
                                      <p:cBhvr>
                                        <p:cTn id="503" dur="650" fill="hold"/>
                                        <p:tgtEl>
                                          <p:spTgt spid="63"/>
                                        </p:tgtEl>
                                        <p:attrNameLst>
                                          <p:attrName>ppt_y</p:attrName>
                                        </p:attrNameLst>
                                      </p:cBhvr>
                                      <p:tavLst>
                                        <p:tav tm="0">
                                          <p:val>
                                            <p:strVal val="#ppt_y+.1"/>
                                          </p:val>
                                        </p:tav>
                                        <p:tav tm="100000">
                                          <p:val>
                                            <p:strVal val="#ppt_y"/>
                                          </p:val>
                                        </p:tav>
                                      </p:tavLst>
                                    </p:anim>
                                  </p:childTnLst>
                                </p:cTn>
                              </p:par>
                              <p:par>
                                <p:cTn id="504" presetID="42" presetClass="entr" presetSubtype="0" fill="hold" nodeType="withEffect">
                                  <p:stCondLst>
                                    <p:cond delay="600"/>
                                  </p:stCondLst>
                                  <p:childTnLst>
                                    <p:set>
                                      <p:cBhvr>
                                        <p:cTn id="505" dur="1" fill="hold">
                                          <p:stCondLst>
                                            <p:cond delay="0"/>
                                          </p:stCondLst>
                                        </p:cTn>
                                        <p:tgtEl>
                                          <p:spTgt spid="64"/>
                                        </p:tgtEl>
                                        <p:attrNameLst>
                                          <p:attrName>style.visibility</p:attrName>
                                        </p:attrNameLst>
                                      </p:cBhvr>
                                      <p:to>
                                        <p:strVal val="visible"/>
                                      </p:to>
                                    </p:set>
                                    <p:animEffect transition="in" filter="fade">
                                      <p:cBhvr>
                                        <p:cTn id="506" dur="650"/>
                                        <p:tgtEl>
                                          <p:spTgt spid="64"/>
                                        </p:tgtEl>
                                      </p:cBhvr>
                                    </p:animEffect>
                                    <p:anim calcmode="lin" valueType="num">
                                      <p:cBhvr>
                                        <p:cTn id="507" dur="650" fill="hold"/>
                                        <p:tgtEl>
                                          <p:spTgt spid="64"/>
                                        </p:tgtEl>
                                        <p:attrNameLst>
                                          <p:attrName>ppt_x</p:attrName>
                                        </p:attrNameLst>
                                      </p:cBhvr>
                                      <p:tavLst>
                                        <p:tav tm="0">
                                          <p:val>
                                            <p:strVal val="#ppt_x"/>
                                          </p:val>
                                        </p:tav>
                                        <p:tav tm="100000">
                                          <p:val>
                                            <p:strVal val="#ppt_x"/>
                                          </p:val>
                                        </p:tav>
                                      </p:tavLst>
                                    </p:anim>
                                    <p:anim calcmode="lin" valueType="num">
                                      <p:cBhvr>
                                        <p:cTn id="508" dur="650" fill="hold"/>
                                        <p:tgtEl>
                                          <p:spTgt spid="64"/>
                                        </p:tgtEl>
                                        <p:attrNameLst>
                                          <p:attrName>ppt_y</p:attrName>
                                        </p:attrNameLst>
                                      </p:cBhvr>
                                      <p:tavLst>
                                        <p:tav tm="0">
                                          <p:val>
                                            <p:strVal val="#ppt_y+.1"/>
                                          </p:val>
                                        </p:tav>
                                        <p:tav tm="100000">
                                          <p:val>
                                            <p:strVal val="#ppt_y"/>
                                          </p:val>
                                        </p:tav>
                                      </p:tavLst>
                                    </p:anim>
                                  </p:childTnLst>
                                </p:cTn>
                              </p:par>
                              <p:par>
                                <p:cTn id="509" presetID="42" presetClass="entr" presetSubtype="0" fill="hold" grpId="0" nodeType="withEffect">
                                  <p:stCondLst>
                                    <p:cond delay="600"/>
                                  </p:stCondLst>
                                  <p:childTnLst>
                                    <p:set>
                                      <p:cBhvr>
                                        <p:cTn id="510" dur="1" fill="hold">
                                          <p:stCondLst>
                                            <p:cond delay="0"/>
                                          </p:stCondLst>
                                        </p:cTn>
                                        <p:tgtEl>
                                          <p:spTgt spid="65"/>
                                        </p:tgtEl>
                                        <p:attrNameLst>
                                          <p:attrName>style.visibility</p:attrName>
                                        </p:attrNameLst>
                                      </p:cBhvr>
                                      <p:to>
                                        <p:strVal val="visible"/>
                                      </p:to>
                                    </p:set>
                                    <p:animEffect transition="in" filter="fade">
                                      <p:cBhvr>
                                        <p:cTn id="511" dur="650"/>
                                        <p:tgtEl>
                                          <p:spTgt spid="65"/>
                                        </p:tgtEl>
                                      </p:cBhvr>
                                    </p:animEffect>
                                    <p:anim calcmode="lin" valueType="num">
                                      <p:cBhvr>
                                        <p:cTn id="512" dur="650" fill="hold"/>
                                        <p:tgtEl>
                                          <p:spTgt spid="65"/>
                                        </p:tgtEl>
                                        <p:attrNameLst>
                                          <p:attrName>ppt_x</p:attrName>
                                        </p:attrNameLst>
                                      </p:cBhvr>
                                      <p:tavLst>
                                        <p:tav tm="0">
                                          <p:val>
                                            <p:strVal val="#ppt_x"/>
                                          </p:val>
                                        </p:tav>
                                        <p:tav tm="100000">
                                          <p:val>
                                            <p:strVal val="#ppt_x"/>
                                          </p:val>
                                        </p:tav>
                                      </p:tavLst>
                                    </p:anim>
                                    <p:anim calcmode="lin" valueType="num">
                                      <p:cBhvr>
                                        <p:cTn id="513" dur="650" fill="hold"/>
                                        <p:tgtEl>
                                          <p:spTgt spid="65"/>
                                        </p:tgtEl>
                                        <p:attrNameLst>
                                          <p:attrName>ppt_y</p:attrName>
                                        </p:attrNameLst>
                                      </p:cBhvr>
                                      <p:tavLst>
                                        <p:tav tm="0">
                                          <p:val>
                                            <p:strVal val="#ppt_y+.1"/>
                                          </p:val>
                                        </p:tav>
                                        <p:tav tm="100000">
                                          <p:val>
                                            <p:strVal val="#ppt_y"/>
                                          </p:val>
                                        </p:tav>
                                      </p:tavLst>
                                    </p:anim>
                                  </p:childTnLst>
                                </p:cTn>
                              </p:par>
                              <p:par>
                                <p:cTn id="514" presetID="42" presetClass="entr" presetSubtype="0" fill="hold" grpId="0" nodeType="withEffect">
                                  <p:stCondLst>
                                    <p:cond delay="600"/>
                                  </p:stCondLst>
                                  <p:childTnLst>
                                    <p:set>
                                      <p:cBhvr>
                                        <p:cTn id="515" dur="1" fill="hold">
                                          <p:stCondLst>
                                            <p:cond delay="0"/>
                                          </p:stCondLst>
                                        </p:cTn>
                                        <p:tgtEl>
                                          <p:spTgt spid="66"/>
                                        </p:tgtEl>
                                        <p:attrNameLst>
                                          <p:attrName>style.visibility</p:attrName>
                                        </p:attrNameLst>
                                      </p:cBhvr>
                                      <p:to>
                                        <p:strVal val="visible"/>
                                      </p:to>
                                    </p:set>
                                    <p:animEffect transition="in" filter="fade">
                                      <p:cBhvr>
                                        <p:cTn id="516" dur="650"/>
                                        <p:tgtEl>
                                          <p:spTgt spid="66"/>
                                        </p:tgtEl>
                                      </p:cBhvr>
                                    </p:animEffect>
                                    <p:anim calcmode="lin" valueType="num">
                                      <p:cBhvr>
                                        <p:cTn id="517" dur="650" fill="hold"/>
                                        <p:tgtEl>
                                          <p:spTgt spid="66"/>
                                        </p:tgtEl>
                                        <p:attrNameLst>
                                          <p:attrName>ppt_x</p:attrName>
                                        </p:attrNameLst>
                                      </p:cBhvr>
                                      <p:tavLst>
                                        <p:tav tm="0">
                                          <p:val>
                                            <p:strVal val="#ppt_x"/>
                                          </p:val>
                                        </p:tav>
                                        <p:tav tm="100000">
                                          <p:val>
                                            <p:strVal val="#ppt_x"/>
                                          </p:val>
                                        </p:tav>
                                      </p:tavLst>
                                    </p:anim>
                                    <p:anim calcmode="lin" valueType="num">
                                      <p:cBhvr>
                                        <p:cTn id="518" dur="650" fill="hold"/>
                                        <p:tgtEl>
                                          <p:spTgt spid="66"/>
                                        </p:tgtEl>
                                        <p:attrNameLst>
                                          <p:attrName>ppt_y</p:attrName>
                                        </p:attrNameLst>
                                      </p:cBhvr>
                                      <p:tavLst>
                                        <p:tav tm="0">
                                          <p:val>
                                            <p:strVal val="#ppt_y+.1"/>
                                          </p:val>
                                        </p:tav>
                                        <p:tav tm="100000">
                                          <p:val>
                                            <p:strVal val="#ppt_y"/>
                                          </p:val>
                                        </p:tav>
                                      </p:tavLst>
                                    </p:anim>
                                  </p:childTnLst>
                                </p:cTn>
                              </p:par>
                              <p:par>
                                <p:cTn id="519" presetID="42" presetClass="entr" presetSubtype="0" fill="hold" grpId="0" nodeType="withEffect">
                                  <p:stCondLst>
                                    <p:cond delay="717"/>
                                  </p:stCondLst>
                                  <p:childTnLst>
                                    <p:set>
                                      <p:cBhvr>
                                        <p:cTn id="520" dur="1" fill="hold">
                                          <p:stCondLst>
                                            <p:cond delay="0"/>
                                          </p:stCondLst>
                                        </p:cTn>
                                        <p:tgtEl>
                                          <p:spTgt spid="67"/>
                                        </p:tgtEl>
                                        <p:attrNameLst>
                                          <p:attrName>style.visibility</p:attrName>
                                        </p:attrNameLst>
                                      </p:cBhvr>
                                      <p:to>
                                        <p:strVal val="visible"/>
                                      </p:to>
                                    </p:set>
                                    <p:animEffect transition="in" filter="fade">
                                      <p:cBhvr>
                                        <p:cTn id="521" dur="650"/>
                                        <p:tgtEl>
                                          <p:spTgt spid="67"/>
                                        </p:tgtEl>
                                      </p:cBhvr>
                                    </p:animEffect>
                                    <p:anim calcmode="lin" valueType="num">
                                      <p:cBhvr>
                                        <p:cTn id="522" dur="650" fill="hold"/>
                                        <p:tgtEl>
                                          <p:spTgt spid="67"/>
                                        </p:tgtEl>
                                        <p:attrNameLst>
                                          <p:attrName>ppt_x</p:attrName>
                                        </p:attrNameLst>
                                      </p:cBhvr>
                                      <p:tavLst>
                                        <p:tav tm="0">
                                          <p:val>
                                            <p:strVal val="#ppt_x"/>
                                          </p:val>
                                        </p:tav>
                                        <p:tav tm="100000">
                                          <p:val>
                                            <p:strVal val="#ppt_x"/>
                                          </p:val>
                                        </p:tav>
                                      </p:tavLst>
                                    </p:anim>
                                    <p:anim calcmode="lin" valueType="num">
                                      <p:cBhvr>
                                        <p:cTn id="523" dur="650" fill="hold"/>
                                        <p:tgtEl>
                                          <p:spTgt spid="67"/>
                                        </p:tgtEl>
                                        <p:attrNameLst>
                                          <p:attrName>ppt_y</p:attrName>
                                        </p:attrNameLst>
                                      </p:cBhvr>
                                      <p:tavLst>
                                        <p:tav tm="0">
                                          <p:val>
                                            <p:strVal val="#ppt_y+.1"/>
                                          </p:val>
                                        </p:tav>
                                        <p:tav tm="100000">
                                          <p:val>
                                            <p:strVal val="#ppt_y"/>
                                          </p:val>
                                        </p:tav>
                                      </p:tavLst>
                                    </p:anim>
                                  </p:childTnLst>
                                </p:cTn>
                              </p:par>
                              <p:par>
                                <p:cTn id="524" presetID="42" presetClass="entr" presetSubtype="0" fill="hold" nodeType="withEffect">
                                  <p:stCondLst>
                                    <p:cond delay="717"/>
                                  </p:stCondLst>
                                  <p:childTnLst>
                                    <p:set>
                                      <p:cBhvr>
                                        <p:cTn id="525" dur="1" fill="hold">
                                          <p:stCondLst>
                                            <p:cond delay="0"/>
                                          </p:stCondLst>
                                        </p:cTn>
                                        <p:tgtEl>
                                          <p:spTgt spid="68"/>
                                        </p:tgtEl>
                                        <p:attrNameLst>
                                          <p:attrName>style.visibility</p:attrName>
                                        </p:attrNameLst>
                                      </p:cBhvr>
                                      <p:to>
                                        <p:strVal val="visible"/>
                                      </p:to>
                                    </p:set>
                                    <p:animEffect transition="in" filter="fade">
                                      <p:cBhvr>
                                        <p:cTn id="526" dur="650"/>
                                        <p:tgtEl>
                                          <p:spTgt spid="68"/>
                                        </p:tgtEl>
                                      </p:cBhvr>
                                    </p:animEffect>
                                    <p:anim calcmode="lin" valueType="num">
                                      <p:cBhvr>
                                        <p:cTn id="527" dur="650" fill="hold"/>
                                        <p:tgtEl>
                                          <p:spTgt spid="68"/>
                                        </p:tgtEl>
                                        <p:attrNameLst>
                                          <p:attrName>ppt_x</p:attrName>
                                        </p:attrNameLst>
                                      </p:cBhvr>
                                      <p:tavLst>
                                        <p:tav tm="0">
                                          <p:val>
                                            <p:strVal val="#ppt_x"/>
                                          </p:val>
                                        </p:tav>
                                        <p:tav tm="100000">
                                          <p:val>
                                            <p:strVal val="#ppt_x"/>
                                          </p:val>
                                        </p:tav>
                                      </p:tavLst>
                                    </p:anim>
                                    <p:anim calcmode="lin" valueType="num">
                                      <p:cBhvr>
                                        <p:cTn id="528" dur="650" fill="hold"/>
                                        <p:tgtEl>
                                          <p:spTgt spid="68"/>
                                        </p:tgtEl>
                                        <p:attrNameLst>
                                          <p:attrName>ppt_y</p:attrName>
                                        </p:attrNameLst>
                                      </p:cBhvr>
                                      <p:tavLst>
                                        <p:tav tm="0">
                                          <p:val>
                                            <p:strVal val="#ppt_y+.1"/>
                                          </p:val>
                                        </p:tav>
                                        <p:tav tm="100000">
                                          <p:val>
                                            <p:strVal val="#ppt_y"/>
                                          </p:val>
                                        </p:tav>
                                      </p:tavLst>
                                    </p:anim>
                                  </p:childTnLst>
                                </p:cTn>
                              </p:par>
                              <p:par>
                                <p:cTn id="529" presetID="42" presetClass="entr" presetSubtype="0" fill="hold" grpId="0" nodeType="withEffect">
                                  <p:stCondLst>
                                    <p:cond delay="717"/>
                                  </p:stCondLst>
                                  <p:childTnLst>
                                    <p:set>
                                      <p:cBhvr>
                                        <p:cTn id="530" dur="1" fill="hold">
                                          <p:stCondLst>
                                            <p:cond delay="0"/>
                                          </p:stCondLst>
                                        </p:cTn>
                                        <p:tgtEl>
                                          <p:spTgt spid="69"/>
                                        </p:tgtEl>
                                        <p:attrNameLst>
                                          <p:attrName>style.visibility</p:attrName>
                                        </p:attrNameLst>
                                      </p:cBhvr>
                                      <p:to>
                                        <p:strVal val="visible"/>
                                      </p:to>
                                    </p:set>
                                    <p:animEffect transition="in" filter="fade">
                                      <p:cBhvr>
                                        <p:cTn id="531" dur="650"/>
                                        <p:tgtEl>
                                          <p:spTgt spid="69"/>
                                        </p:tgtEl>
                                      </p:cBhvr>
                                    </p:animEffect>
                                    <p:anim calcmode="lin" valueType="num">
                                      <p:cBhvr>
                                        <p:cTn id="532" dur="650" fill="hold"/>
                                        <p:tgtEl>
                                          <p:spTgt spid="69"/>
                                        </p:tgtEl>
                                        <p:attrNameLst>
                                          <p:attrName>ppt_x</p:attrName>
                                        </p:attrNameLst>
                                      </p:cBhvr>
                                      <p:tavLst>
                                        <p:tav tm="0">
                                          <p:val>
                                            <p:strVal val="#ppt_x"/>
                                          </p:val>
                                        </p:tav>
                                        <p:tav tm="100000">
                                          <p:val>
                                            <p:strVal val="#ppt_x"/>
                                          </p:val>
                                        </p:tav>
                                      </p:tavLst>
                                    </p:anim>
                                    <p:anim calcmode="lin" valueType="num">
                                      <p:cBhvr>
                                        <p:cTn id="533" dur="650" fill="hold"/>
                                        <p:tgtEl>
                                          <p:spTgt spid="69"/>
                                        </p:tgtEl>
                                        <p:attrNameLst>
                                          <p:attrName>ppt_y</p:attrName>
                                        </p:attrNameLst>
                                      </p:cBhvr>
                                      <p:tavLst>
                                        <p:tav tm="0">
                                          <p:val>
                                            <p:strVal val="#ppt_y+.1"/>
                                          </p:val>
                                        </p:tav>
                                        <p:tav tm="100000">
                                          <p:val>
                                            <p:strVal val="#ppt_y"/>
                                          </p:val>
                                        </p:tav>
                                      </p:tavLst>
                                    </p:anim>
                                  </p:childTnLst>
                                </p:cTn>
                              </p:par>
                              <p:par>
                                <p:cTn id="534" presetID="42" presetClass="entr" presetSubtype="0" fill="hold" grpId="0" nodeType="withEffect">
                                  <p:stCondLst>
                                    <p:cond delay="717"/>
                                  </p:stCondLst>
                                  <p:childTnLst>
                                    <p:set>
                                      <p:cBhvr>
                                        <p:cTn id="535" dur="1" fill="hold">
                                          <p:stCondLst>
                                            <p:cond delay="0"/>
                                          </p:stCondLst>
                                        </p:cTn>
                                        <p:tgtEl>
                                          <p:spTgt spid="70"/>
                                        </p:tgtEl>
                                        <p:attrNameLst>
                                          <p:attrName>style.visibility</p:attrName>
                                        </p:attrNameLst>
                                      </p:cBhvr>
                                      <p:to>
                                        <p:strVal val="visible"/>
                                      </p:to>
                                    </p:set>
                                    <p:animEffect transition="in" filter="fade">
                                      <p:cBhvr>
                                        <p:cTn id="536" dur="650"/>
                                        <p:tgtEl>
                                          <p:spTgt spid="70"/>
                                        </p:tgtEl>
                                      </p:cBhvr>
                                    </p:animEffect>
                                    <p:anim calcmode="lin" valueType="num">
                                      <p:cBhvr>
                                        <p:cTn id="537" dur="650" fill="hold"/>
                                        <p:tgtEl>
                                          <p:spTgt spid="70"/>
                                        </p:tgtEl>
                                        <p:attrNameLst>
                                          <p:attrName>ppt_x</p:attrName>
                                        </p:attrNameLst>
                                      </p:cBhvr>
                                      <p:tavLst>
                                        <p:tav tm="0">
                                          <p:val>
                                            <p:strVal val="#ppt_x"/>
                                          </p:val>
                                        </p:tav>
                                        <p:tav tm="100000">
                                          <p:val>
                                            <p:strVal val="#ppt_x"/>
                                          </p:val>
                                        </p:tav>
                                      </p:tavLst>
                                    </p:anim>
                                    <p:anim calcmode="lin" valueType="num">
                                      <p:cBhvr>
                                        <p:cTn id="538" dur="650" fill="hold"/>
                                        <p:tgtEl>
                                          <p:spTgt spid="70"/>
                                        </p:tgtEl>
                                        <p:attrNameLst>
                                          <p:attrName>ppt_y</p:attrName>
                                        </p:attrNameLst>
                                      </p:cBhvr>
                                      <p:tavLst>
                                        <p:tav tm="0">
                                          <p:val>
                                            <p:strVal val="#ppt_y+.1"/>
                                          </p:val>
                                        </p:tav>
                                        <p:tav tm="100000">
                                          <p:val>
                                            <p:strVal val="#ppt_y"/>
                                          </p:val>
                                        </p:tav>
                                      </p:tavLst>
                                    </p:anim>
                                  </p:childTnLst>
                                </p:cTn>
                              </p:par>
                              <p:par>
                                <p:cTn id="539" presetID="42" presetClass="entr" presetSubtype="0" fill="hold" grpId="0" nodeType="withEffect">
                                  <p:stCondLst>
                                    <p:cond delay="833"/>
                                  </p:stCondLst>
                                  <p:childTnLst>
                                    <p:set>
                                      <p:cBhvr>
                                        <p:cTn id="540" dur="1" fill="hold">
                                          <p:stCondLst>
                                            <p:cond delay="0"/>
                                          </p:stCondLst>
                                        </p:cTn>
                                        <p:tgtEl>
                                          <p:spTgt spid="71"/>
                                        </p:tgtEl>
                                        <p:attrNameLst>
                                          <p:attrName>style.visibility</p:attrName>
                                        </p:attrNameLst>
                                      </p:cBhvr>
                                      <p:to>
                                        <p:strVal val="visible"/>
                                      </p:to>
                                    </p:set>
                                    <p:animEffect transition="in" filter="fade">
                                      <p:cBhvr>
                                        <p:cTn id="541" dur="650"/>
                                        <p:tgtEl>
                                          <p:spTgt spid="71"/>
                                        </p:tgtEl>
                                      </p:cBhvr>
                                    </p:animEffect>
                                    <p:anim calcmode="lin" valueType="num">
                                      <p:cBhvr>
                                        <p:cTn id="542" dur="650" fill="hold"/>
                                        <p:tgtEl>
                                          <p:spTgt spid="71"/>
                                        </p:tgtEl>
                                        <p:attrNameLst>
                                          <p:attrName>ppt_x</p:attrName>
                                        </p:attrNameLst>
                                      </p:cBhvr>
                                      <p:tavLst>
                                        <p:tav tm="0">
                                          <p:val>
                                            <p:strVal val="#ppt_x"/>
                                          </p:val>
                                        </p:tav>
                                        <p:tav tm="100000">
                                          <p:val>
                                            <p:strVal val="#ppt_x"/>
                                          </p:val>
                                        </p:tav>
                                      </p:tavLst>
                                    </p:anim>
                                    <p:anim calcmode="lin" valueType="num">
                                      <p:cBhvr>
                                        <p:cTn id="543" dur="650" fill="hold"/>
                                        <p:tgtEl>
                                          <p:spTgt spid="71"/>
                                        </p:tgtEl>
                                        <p:attrNameLst>
                                          <p:attrName>ppt_y</p:attrName>
                                        </p:attrNameLst>
                                      </p:cBhvr>
                                      <p:tavLst>
                                        <p:tav tm="0">
                                          <p:val>
                                            <p:strVal val="#ppt_y+.1"/>
                                          </p:val>
                                        </p:tav>
                                        <p:tav tm="100000">
                                          <p:val>
                                            <p:strVal val="#ppt_y"/>
                                          </p:val>
                                        </p:tav>
                                      </p:tavLst>
                                    </p:anim>
                                  </p:childTnLst>
                                </p:cTn>
                              </p:par>
                              <p:par>
                                <p:cTn id="544" presetID="42" presetClass="entr" presetSubtype="0" fill="hold" nodeType="withEffect">
                                  <p:stCondLst>
                                    <p:cond delay="833"/>
                                  </p:stCondLst>
                                  <p:childTnLst>
                                    <p:set>
                                      <p:cBhvr>
                                        <p:cTn id="545" dur="1" fill="hold">
                                          <p:stCondLst>
                                            <p:cond delay="0"/>
                                          </p:stCondLst>
                                        </p:cTn>
                                        <p:tgtEl>
                                          <p:spTgt spid="72"/>
                                        </p:tgtEl>
                                        <p:attrNameLst>
                                          <p:attrName>style.visibility</p:attrName>
                                        </p:attrNameLst>
                                      </p:cBhvr>
                                      <p:to>
                                        <p:strVal val="visible"/>
                                      </p:to>
                                    </p:set>
                                    <p:animEffect transition="in" filter="fade">
                                      <p:cBhvr>
                                        <p:cTn id="546" dur="650"/>
                                        <p:tgtEl>
                                          <p:spTgt spid="72"/>
                                        </p:tgtEl>
                                      </p:cBhvr>
                                    </p:animEffect>
                                    <p:anim calcmode="lin" valueType="num">
                                      <p:cBhvr>
                                        <p:cTn id="547" dur="650" fill="hold"/>
                                        <p:tgtEl>
                                          <p:spTgt spid="72"/>
                                        </p:tgtEl>
                                        <p:attrNameLst>
                                          <p:attrName>ppt_x</p:attrName>
                                        </p:attrNameLst>
                                      </p:cBhvr>
                                      <p:tavLst>
                                        <p:tav tm="0">
                                          <p:val>
                                            <p:strVal val="#ppt_x"/>
                                          </p:val>
                                        </p:tav>
                                        <p:tav tm="100000">
                                          <p:val>
                                            <p:strVal val="#ppt_x"/>
                                          </p:val>
                                        </p:tav>
                                      </p:tavLst>
                                    </p:anim>
                                    <p:anim calcmode="lin" valueType="num">
                                      <p:cBhvr>
                                        <p:cTn id="548" dur="650" fill="hold"/>
                                        <p:tgtEl>
                                          <p:spTgt spid="72"/>
                                        </p:tgtEl>
                                        <p:attrNameLst>
                                          <p:attrName>ppt_y</p:attrName>
                                        </p:attrNameLst>
                                      </p:cBhvr>
                                      <p:tavLst>
                                        <p:tav tm="0">
                                          <p:val>
                                            <p:strVal val="#ppt_y+.1"/>
                                          </p:val>
                                        </p:tav>
                                        <p:tav tm="100000">
                                          <p:val>
                                            <p:strVal val="#ppt_y"/>
                                          </p:val>
                                        </p:tav>
                                      </p:tavLst>
                                    </p:anim>
                                  </p:childTnLst>
                                </p:cTn>
                              </p:par>
                              <p:par>
                                <p:cTn id="549" presetID="42" presetClass="entr" presetSubtype="0" fill="hold" grpId="0" nodeType="withEffect">
                                  <p:stCondLst>
                                    <p:cond delay="833"/>
                                  </p:stCondLst>
                                  <p:childTnLst>
                                    <p:set>
                                      <p:cBhvr>
                                        <p:cTn id="550" dur="1" fill="hold">
                                          <p:stCondLst>
                                            <p:cond delay="0"/>
                                          </p:stCondLst>
                                        </p:cTn>
                                        <p:tgtEl>
                                          <p:spTgt spid="73"/>
                                        </p:tgtEl>
                                        <p:attrNameLst>
                                          <p:attrName>style.visibility</p:attrName>
                                        </p:attrNameLst>
                                      </p:cBhvr>
                                      <p:to>
                                        <p:strVal val="visible"/>
                                      </p:to>
                                    </p:set>
                                    <p:animEffect transition="in" filter="fade">
                                      <p:cBhvr>
                                        <p:cTn id="551" dur="650"/>
                                        <p:tgtEl>
                                          <p:spTgt spid="73"/>
                                        </p:tgtEl>
                                      </p:cBhvr>
                                    </p:animEffect>
                                    <p:anim calcmode="lin" valueType="num">
                                      <p:cBhvr>
                                        <p:cTn id="552" dur="650" fill="hold"/>
                                        <p:tgtEl>
                                          <p:spTgt spid="73"/>
                                        </p:tgtEl>
                                        <p:attrNameLst>
                                          <p:attrName>ppt_x</p:attrName>
                                        </p:attrNameLst>
                                      </p:cBhvr>
                                      <p:tavLst>
                                        <p:tav tm="0">
                                          <p:val>
                                            <p:strVal val="#ppt_x"/>
                                          </p:val>
                                        </p:tav>
                                        <p:tav tm="100000">
                                          <p:val>
                                            <p:strVal val="#ppt_x"/>
                                          </p:val>
                                        </p:tav>
                                      </p:tavLst>
                                    </p:anim>
                                    <p:anim calcmode="lin" valueType="num">
                                      <p:cBhvr>
                                        <p:cTn id="553" dur="650" fill="hold"/>
                                        <p:tgtEl>
                                          <p:spTgt spid="73"/>
                                        </p:tgtEl>
                                        <p:attrNameLst>
                                          <p:attrName>ppt_y</p:attrName>
                                        </p:attrNameLst>
                                      </p:cBhvr>
                                      <p:tavLst>
                                        <p:tav tm="0">
                                          <p:val>
                                            <p:strVal val="#ppt_y+.1"/>
                                          </p:val>
                                        </p:tav>
                                        <p:tav tm="100000">
                                          <p:val>
                                            <p:strVal val="#ppt_y"/>
                                          </p:val>
                                        </p:tav>
                                      </p:tavLst>
                                    </p:anim>
                                  </p:childTnLst>
                                </p:cTn>
                              </p:par>
                              <p:par>
                                <p:cTn id="554" presetID="42" presetClass="entr" presetSubtype="0" fill="hold" grpId="0" nodeType="withEffect">
                                  <p:stCondLst>
                                    <p:cond delay="833"/>
                                  </p:stCondLst>
                                  <p:childTnLst>
                                    <p:set>
                                      <p:cBhvr>
                                        <p:cTn id="555" dur="1" fill="hold">
                                          <p:stCondLst>
                                            <p:cond delay="0"/>
                                          </p:stCondLst>
                                        </p:cTn>
                                        <p:tgtEl>
                                          <p:spTgt spid="74"/>
                                        </p:tgtEl>
                                        <p:attrNameLst>
                                          <p:attrName>style.visibility</p:attrName>
                                        </p:attrNameLst>
                                      </p:cBhvr>
                                      <p:to>
                                        <p:strVal val="visible"/>
                                      </p:to>
                                    </p:set>
                                    <p:animEffect transition="in" filter="fade">
                                      <p:cBhvr>
                                        <p:cTn id="556" dur="650"/>
                                        <p:tgtEl>
                                          <p:spTgt spid="74"/>
                                        </p:tgtEl>
                                      </p:cBhvr>
                                    </p:animEffect>
                                    <p:anim calcmode="lin" valueType="num">
                                      <p:cBhvr>
                                        <p:cTn id="557" dur="650" fill="hold"/>
                                        <p:tgtEl>
                                          <p:spTgt spid="74"/>
                                        </p:tgtEl>
                                        <p:attrNameLst>
                                          <p:attrName>ppt_x</p:attrName>
                                        </p:attrNameLst>
                                      </p:cBhvr>
                                      <p:tavLst>
                                        <p:tav tm="0">
                                          <p:val>
                                            <p:strVal val="#ppt_x"/>
                                          </p:val>
                                        </p:tav>
                                        <p:tav tm="100000">
                                          <p:val>
                                            <p:strVal val="#ppt_x"/>
                                          </p:val>
                                        </p:tav>
                                      </p:tavLst>
                                    </p:anim>
                                    <p:anim calcmode="lin" valueType="num">
                                      <p:cBhvr>
                                        <p:cTn id="558" dur="650" fill="hold"/>
                                        <p:tgtEl>
                                          <p:spTgt spid="74"/>
                                        </p:tgtEl>
                                        <p:attrNameLst>
                                          <p:attrName>ppt_y</p:attrName>
                                        </p:attrNameLst>
                                      </p:cBhvr>
                                      <p:tavLst>
                                        <p:tav tm="0">
                                          <p:val>
                                            <p:strVal val="#ppt_y+.1"/>
                                          </p:val>
                                        </p:tav>
                                        <p:tav tm="100000">
                                          <p:val>
                                            <p:strVal val="#ppt_y"/>
                                          </p:val>
                                        </p:tav>
                                      </p:tavLst>
                                    </p:anim>
                                  </p:childTnLst>
                                </p:cTn>
                              </p:par>
                              <p:par>
                                <p:cTn id="559" presetID="42" presetClass="entr" presetSubtype="0" fill="hold" grpId="0" nodeType="withEffect">
                                  <p:stCondLst>
                                    <p:cond delay="950"/>
                                  </p:stCondLst>
                                  <p:childTnLst>
                                    <p:set>
                                      <p:cBhvr>
                                        <p:cTn id="560" dur="1" fill="hold">
                                          <p:stCondLst>
                                            <p:cond delay="0"/>
                                          </p:stCondLst>
                                        </p:cTn>
                                        <p:tgtEl>
                                          <p:spTgt spid="75"/>
                                        </p:tgtEl>
                                        <p:attrNameLst>
                                          <p:attrName>style.visibility</p:attrName>
                                        </p:attrNameLst>
                                      </p:cBhvr>
                                      <p:to>
                                        <p:strVal val="visible"/>
                                      </p:to>
                                    </p:set>
                                    <p:animEffect transition="in" filter="fade">
                                      <p:cBhvr>
                                        <p:cTn id="561" dur="650"/>
                                        <p:tgtEl>
                                          <p:spTgt spid="75"/>
                                        </p:tgtEl>
                                      </p:cBhvr>
                                    </p:animEffect>
                                    <p:anim calcmode="lin" valueType="num">
                                      <p:cBhvr>
                                        <p:cTn id="562" dur="650" fill="hold"/>
                                        <p:tgtEl>
                                          <p:spTgt spid="75"/>
                                        </p:tgtEl>
                                        <p:attrNameLst>
                                          <p:attrName>ppt_x</p:attrName>
                                        </p:attrNameLst>
                                      </p:cBhvr>
                                      <p:tavLst>
                                        <p:tav tm="0">
                                          <p:val>
                                            <p:strVal val="#ppt_x"/>
                                          </p:val>
                                        </p:tav>
                                        <p:tav tm="100000">
                                          <p:val>
                                            <p:strVal val="#ppt_x"/>
                                          </p:val>
                                        </p:tav>
                                      </p:tavLst>
                                    </p:anim>
                                    <p:anim calcmode="lin" valueType="num">
                                      <p:cBhvr>
                                        <p:cTn id="563" dur="650" fill="hold"/>
                                        <p:tgtEl>
                                          <p:spTgt spid="75"/>
                                        </p:tgtEl>
                                        <p:attrNameLst>
                                          <p:attrName>ppt_y</p:attrName>
                                        </p:attrNameLst>
                                      </p:cBhvr>
                                      <p:tavLst>
                                        <p:tav tm="0">
                                          <p:val>
                                            <p:strVal val="#ppt_y+.1"/>
                                          </p:val>
                                        </p:tav>
                                        <p:tav tm="100000">
                                          <p:val>
                                            <p:strVal val="#ppt_y"/>
                                          </p:val>
                                        </p:tav>
                                      </p:tavLst>
                                    </p:anim>
                                  </p:childTnLst>
                                </p:cTn>
                              </p:par>
                              <p:par>
                                <p:cTn id="564" presetID="42" presetClass="entr" presetSubtype="0" fill="hold" nodeType="withEffect">
                                  <p:stCondLst>
                                    <p:cond delay="950"/>
                                  </p:stCondLst>
                                  <p:childTnLst>
                                    <p:set>
                                      <p:cBhvr>
                                        <p:cTn id="565" dur="1" fill="hold">
                                          <p:stCondLst>
                                            <p:cond delay="0"/>
                                          </p:stCondLst>
                                        </p:cTn>
                                        <p:tgtEl>
                                          <p:spTgt spid="76"/>
                                        </p:tgtEl>
                                        <p:attrNameLst>
                                          <p:attrName>style.visibility</p:attrName>
                                        </p:attrNameLst>
                                      </p:cBhvr>
                                      <p:to>
                                        <p:strVal val="visible"/>
                                      </p:to>
                                    </p:set>
                                    <p:animEffect transition="in" filter="fade">
                                      <p:cBhvr>
                                        <p:cTn id="566" dur="650"/>
                                        <p:tgtEl>
                                          <p:spTgt spid="76"/>
                                        </p:tgtEl>
                                      </p:cBhvr>
                                    </p:animEffect>
                                    <p:anim calcmode="lin" valueType="num">
                                      <p:cBhvr>
                                        <p:cTn id="567" dur="650" fill="hold"/>
                                        <p:tgtEl>
                                          <p:spTgt spid="76"/>
                                        </p:tgtEl>
                                        <p:attrNameLst>
                                          <p:attrName>ppt_x</p:attrName>
                                        </p:attrNameLst>
                                      </p:cBhvr>
                                      <p:tavLst>
                                        <p:tav tm="0">
                                          <p:val>
                                            <p:strVal val="#ppt_x"/>
                                          </p:val>
                                        </p:tav>
                                        <p:tav tm="100000">
                                          <p:val>
                                            <p:strVal val="#ppt_x"/>
                                          </p:val>
                                        </p:tav>
                                      </p:tavLst>
                                    </p:anim>
                                    <p:anim calcmode="lin" valueType="num">
                                      <p:cBhvr>
                                        <p:cTn id="568" dur="650" fill="hold"/>
                                        <p:tgtEl>
                                          <p:spTgt spid="76"/>
                                        </p:tgtEl>
                                        <p:attrNameLst>
                                          <p:attrName>ppt_y</p:attrName>
                                        </p:attrNameLst>
                                      </p:cBhvr>
                                      <p:tavLst>
                                        <p:tav tm="0">
                                          <p:val>
                                            <p:strVal val="#ppt_y+.1"/>
                                          </p:val>
                                        </p:tav>
                                        <p:tav tm="100000">
                                          <p:val>
                                            <p:strVal val="#ppt_y"/>
                                          </p:val>
                                        </p:tav>
                                      </p:tavLst>
                                    </p:anim>
                                  </p:childTnLst>
                                </p:cTn>
                              </p:par>
                              <p:par>
                                <p:cTn id="569" presetID="42" presetClass="entr" presetSubtype="0" fill="hold" grpId="0" nodeType="withEffect">
                                  <p:stCondLst>
                                    <p:cond delay="950"/>
                                  </p:stCondLst>
                                  <p:childTnLst>
                                    <p:set>
                                      <p:cBhvr>
                                        <p:cTn id="570" dur="1" fill="hold">
                                          <p:stCondLst>
                                            <p:cond delay="0"/>
                                          </p:stCondLst>
                                        </p:cTn>
                                        <p:tgtEl>
                                          <p:spTgt spid="77"/>
                                        </p:tgtEl>
                                        <p:attrNameLst>
                                          <p:attrName>style.visibility</p:attrName>
                                        </p:attrNameLst>
                                      </p:cBhvr>
                                      <p:to>
                                        <p:strVal val="visible"/>
                                      </p:to>
                                    </p:set>
                                    <p:animEffect transition="in" filter="fade">
                                      <p:cBhvr>
                                        <p:cTn id="571" dur="650"/>
                                        <p:tgtEl>
                                          <p:spTgt spid="77"/>
                                        </p:tgtEl>
                                      </p:cBhvr>
                                    </p:animEffect>
                                    <p:anim calcmode="lin" valueType="num">
                                      <p:cBhvr>
                                        <p:cTn id="572" dur="650" fill="hold"/>
                                        <p:tgtEl>
                                          <p:spTgt spid="77"/>
                                        </p:tgtEl>
                                        <p:attrNameLst>
                                          <p:attrName>ppt_x</p:attrName>
                                        </p:attrNameLst>
                                      </p:cBhvr>
                                      <p:tavLst>
                                        <p:tav tm="0">
                                          <p:val>
                                            <p:strVal val="#ppt_x"/>
                                          </p:val>
                                        </p:tav>
                                        <p:tav tm="100000">
                                          <p:val>
                                            <p:strVal val="#ppt_x"/>
                                          </p:val>
                                        </p:tav>
                                      </p:tavLst>
                                    </p:anim>
                                    <p:anim calcmode="lin" valueType="num">
                                      <p:cBhvr>
                                        <p:cTn id="573" dur="650" fill="hold"/>
                                        <p:tgtEl>
                                          <p:spTgt spid="77"/>
                                        </p:tgtEl>
                                        <p:attrNameLst>
                                          <p:attrName>ppt_y</p:attrName>
                                        </p:attrNameLst>
                                      </p:cBhvr>
                                      <p:tavLst>
                                        <p:tav tm="0">
                                          <p:val>
                                            <p:strVal val="#ppt_y+.1"/>
                                          </p:val>
                                        </p:tav>
                                        <p:tav tm="100000">
                                          <p:val>
                                            <p:strVal val="#ppt_y"/>
                                          </p:val>
                                        </p:tav>
                                      </p:tavLst>
                                    </p:anim>
                                  </p:childTnLst>
                                </p:cTn>
                              </p:par>
                              <p:par>
                                <p:cTn id="574" presetID="42" presetClass="entr" presetSubtype="0" fill="hold" grpId="0" nodeType="withEffect">
                                  <p:stCondLst>
                                    <p:cond delay="950"/>
                                  </p:stCondLst>
                                  <p:childTnLst>
                                    <p:set>
                                      <p:cBhvr>
                                        <p:cTn id="575" dur="1" fill="hold">
                                          <p:stCondLst>
                                            <p:cond delay="0"/>
                                          </p:stCondLst>
                                        </p:cTn>
                                        <p:tgtEl>
                                          <p:spTgt spid="78"/>
                                        </p:tgtEl>
                                        <p:attrNameLst>
                                          <p:attrName>style.visibility</p:attrName>
                                        </p:attrNameLst>
                                      </p:cBhvr>
                                      <p:to>
                                        <p:strVal val="visible"/>
                                      </p:to>
                                    </p:set>
                                    <p:animEffect transition="in" filter="fade">
                                      <p:cBhvr>
                                        <p:cTn id="576" dur="650"/>
                                        <p:tgtEl>
                                          <p:spTgt spid="78"/>
                                        </p:tgtEl>
                                      </p:cBhvr>
                                    </p:animEffect>
                                    <p:anim calcmode="lin" valueType="num">
                                      <p:cBhvr>
                                        <p:cTn id="577" dur="650" fill="hold"/>
                                        <p:tgtEl>
                                          <p:spTgt spid="78"/>
                                        </p:tgtEl>
                                        <p:attrNameLst>
                                          <p:attrName>ppt_x</p:attrName>
                                        </p:attrNameLst>
                                      </p:cBhvr>
                                      <p:tavLst>
                                        <p:tav tm="0">
                                          <p:val>
                                            <p:strVal val="#ppt_x"/>
                                          </p:val>
                                        </p:tav>
                                        <p:tav tm="100000">
                                          <p:val>
                                            <p:strVal val="#ppt_x"/>
                                          </p:val>
                                        </p:tav>
                                      </p:tavLst>
                                    </p:anim>
                                    <p:anim calcmode="lin" valueType="num">
                                      <p:cBhvr>
                                        <p:cTn id="578" dur="650" fill="hold"/>
                                        <p:tgtEl>
                                          <p:spTgt spid="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animBg="1"/>
      <p:bldP spid="15" grpId="0"/>
      <p:bldP spid="16" grpId="0" animBg="1"/>
      <p:bldP spid="17" grpId="0"/>
      <p:bldP spid="18" grpId="0" animBg="1"/>
      <p:bldP spid="19" grpId="0"/>
      <p:bldP spid="21" grpId="0" animBg="1"/>
      <p:bldP spid="22" grpId="0"/>
      <p:bldP spid="23" grpId="0" animBg="1"/>
      <p:bldP spid="24" grpId="0"/>
      <p:bldP spid="25" grpId="0" animBg="1"/>
      <p:bldP spid="25" grpId="1" animBg="1"/>
      <p:bldP spid="26" grpId="0"/>
      <p:bldP spid="26" grpId="1"/>
      <p:bldP spid="27" grpId="0" animBg="1"/>
      <p:bldP spid="27" grpId="1" animBg="1"/>
      <p:bldP spid="28" grpId="0"/>
      <p:bldP spid="28" grpId="1"/>
      <p:bldP spid="29" grpId="0" animBg="1"/>
      <p:bldP spid="30" grpId="0"/>
      <p:bldP spid="31" grpId="0" animBg="1"/>
      <p:bldP spid="32" grpId="0"/>
      <p:bldP spid="34" grpId="0" animBg="1"/>
      <p:bldP spid="35" grpId="0"/>
      <p:bldP spid="36" grpId="0" animBg="1"/>
      <p:bldP spid="37" grpId="0"/>
      <p:bldP spid="38" grpId="0" animBg="1"/>
      <p:bldP spid="38" grpId="1" animBg="1"/>
      <p:bldP spid="39" grpId="0"/>
      <p:bldP spid="39" grpId="1"/>
      <p:bldP spid="40" grpId="0" animBg="1"/>
      <p:bldP spid="40" grpId="1" animBg="1"/>
      <p:bldP spid="41" grpId="0"/>
      <p:bldP spid="41" grpId="1"/>
      <p:bldP spid="42" grpId="0" animBg="1"/>
      <p:bldP spid="43" grpId="0"/>
      <p:bldP spid="44" grpId="0" animBg="1"/>
      <p:bldP spid="45" grpId="0"/>
      <p:bldP spid="47" grpId="0" animBg="1"/>
      <p:bldP spid="48" grpId="0"/>
      <p:bldP spid="49" grpId="0" animBg="1"/>
      <p:bldP spid="50" grpId="0"/>
      <p:bldP spid="51" grpId="0"/>
      <p:bldP spid="53" grpId="0"/>
      <p:bldP spid="54" grpId="0"/>
      <p:bldP spid="55" grpId="0" animBg="1"/>
      <p:bldP spid="57" grpId="0"/>
      <p:bldP spid="58" grpId="0"/>
      <p:bldP spid="59" grpId="0" animBg="1"/>
      <p:bldP spid="61" grpId="0"/>
      <p:bldP spid="62" grpId="0"/>
      <p:bldP spid="63" grpId="0" animBg="1"/>
      <p:bldP spid="65" grpId="0"/>
      <p:bldP spid="66" grpId="0"/>
      <p:bldP spid="67" grpId="0" animBg="1"/>
      <p:bldP spid="69" grpId="0"/>
      <p:bldP spid="70" grpId="0"/>
      <p:bldP spid="71" grpId="0" animBg="1"/>
      <p:bldP spid="73" grpId="0"/>
      <p:bldP spid="74" grpId="0"/>
      <p:bldP spid="75" grpId="0" animBg="1"/>
      <p:bldP spid="77" grpId="0"/>
      <p:bldP spid="78" grpId="0"/>
      <p:bldP spid="79" grpId="0" animBg="1"/>
      <p:bldP spid="80" grpId="0"/>
      <p:bldP spid="81" grpId="0" animBg="1"/>
      <p:bldP spid="82" grpId="0"/>
      <p:bldP spid="83" grpId="0"/>
      <p:bldP spid="85" grpId="0"/>
      <p:bldP spid="85" grpId="1"/>
      <p:bldP spid="86" grpId="0"/>
      <p:bldP spid="86" grpId="1"/>
      <p:bldP spid="87" grpId="0"/>
      <p:bldP spid="87" grpId="1"/>
      <p:bldP spid="88" grpId="0"/>
      <p:bldP spid="88" grpId="1"/>
      <p:bldP spid="89" grpId="0"/>
      <p:bldP spid="89" grpId="1"/>
      <p:bldP spid="90" grpId="0" animBg="1"/>
      <p:bldP spid="90" grpId="1" animBg="1"/>
      <p:bldP spid="91" grpId="0"/>
      <p:bldP spid="91" grpId="1"/>
      <p:bldP spid="92" grpId="0" animBg="1"/>
      <p:bldP spid="92" grpId="1" animBg="1"/>
      <p:bldP spid="94" grpId="0"/>
      <p:bldP spid="94" grpId="1"/>
      <p:bldP spid="95" grpId="0"/>
      <p:bldP spid="95" grpId="1"/>
      <p:bldP spid="96" grpId="0" animBg="1"/>
      <p:bldP spid="96" grpId="1" animBg="1"/>
      <p:bldP spid="98" grpId="0"/>
      <p:bldP spid="98" grpId="1"/>
      <p:bldP spid="99" grpId="0"/>
      <p:bldP spid="99" grpId="1"/>
      <p:bldP spid="100" grpId="0"/>
      <p:bldP spid="100" grpId="1"/>
      <p:bldP spid="104" grpId="0"/>
      <p:bldP spid="104" grpId="1"/>
      <p:bldP spid="105" grpId="0"/>
      <p:bldP spid="105" grpId="1"/>
      <p:bldP spid="106" grpId="0"/>
      <p:bldP spid="106" grpId="1"/>
      <p:bldP spid="109" grpId="0"/>
      <p:bldP spid="109" grpId="1"/>
      <p:bldP spid="110" grpId="0" animBg="1"/>
      <p:bldP spid="110" grpId="1" animBg="1"/>
      <p:bldP spid="112" grpId="0"/>
      <p:bldP spid="112" grpId="1"/>
      <p:bldP spid="113" grpId="0"/>
      <p:bldP spid="113" grpId="1"/>
      <p:bldP spid="114" grpId="0"/>
      <p:bldP spid="114" grpId="1"/>
      <p:bldP spid="116" grpId="0"/>
      <p:bldP spid="117" grpId="0"/>
      <p:bldP spid="118" grpId="0"/>
      <p:bldP spid="119" grpId="0"/>
      <p:bldP spid="120" grpId="0"/>
      <p:bldP spid="122" grpId="0"/>
      <p:bldP spid="124" grpId="0"/>
      <p:bldP spid="125" grpId="0"/>
      <p:bldP spid="126" grpId="0"/>
      <p:bldP spid="127" grpId="0" animBg="1"/>
      <p:bldP spid="127" grpId="1" animBg="1"/>
      <p:bldP spid="129" grpId="0"/>
      <p:bldP spid="129" grpId="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1</a:t>
            </a:r>
          </a:p>
        </p:txBody>
      </p:sp>
      <p:sp>
        <p:nvSpPr>
          <p:cNvPr id="4" name="!!rotulo"/>
          <p:cNvSpPr txBox="1"/>
          <p:nvPr/>
        </p:nvSpPr>
        <p:spPr>
          <a:xfrm>
            <a:off x="1149032" y="282141"/>
            <a:ext cx="192405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Fundamentación teórica</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Del elemento al resultado: nueve etapas</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696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rocedimiento:9ebe99cd32" descr="9143ff5def5e2787.png"/>
          <p:cNvPicPr>
            <a:picLocks noChangeAspect="1"/>
          </p:cNvPicPr>
          <p:nvPr/>
        </p:nvPicPr>
        <p:blipFill>
          <a:blip r:embed="rId2"/>
          <a:stretch>
            <a:fillRect/>
          </a:stretch>
        </p:blipFill>
        <p:spPr>
          <a:xfrm>
            <a:off x="635000" y="1346200"/>
            <a:ext cx="10922000" cy="2603500"/>
          </a:xfrm>
          <a:prstGeom prst="rect">
            <a:avLst/>
          </a:prstGeom>
        </p:spPr>
      </p:pic>
      <p:sp>
        <p:nvSpPr>
          <p:cNvPr id="13" name="!!procedimiento:aec97bebce"/>
          <p:cNvSpPr txBox="1"/>
          <p:nvPr/>
        </p:nvSpPr>
        <p:spPr>
          <a:xfrm>
            <a:off x="965200" y="1373548"/>
            <a:ext cx="2301304"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Recuperación de tensiones</a:t>
            </a:r>
          </a:p>
        </p:txBody>
      </p:sp>
      <p:sp>
        <p:nvSpPr>
          <p:cNvPr id="14" name="!!procedimiento:ead6431b53"/>
          <p:cNvSpPr/>
          <p:nvPr/>
        </p:nvSpPr>
        <p:spPr>
          <a:xfrm>
            <a:off x="635000" y="1349375"/>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rocedimiento:ab4d82713c"/>
          <p:cNvSpPr txBox="1"/>
          <p:nvPr/>
        </p:nvSpPr>
        <p:spPr>
          <a:xfrm>
            <a:off x="609600" y="1388224"/>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9</a:t>
            </a:r>
          </a:p>
        </p:txBody>
      </p:sp>
      <p:sp>
        <p:nvSpPr>
          <p:cNvPr id="16" name="!!procedimiento:76324e9fda"/>
          <p:cNvSpPr txBox="1"/>
          <p:nvPr/>
        </p:nvSpPr>
        <p:spPr>
          <a:xfrm>
            <a:off x="3023680" y="1359860"/>
            <a:ext cx="242760" cy="232537"/>
          </a:xfrm>
          <a:prstGeom prst="rect">
            <a:avLst/>
          </a:prstGeom>
          <a:noFill/>
        </p:spPr>
        <p:txBody>
          <a:bodyPr wrap="square" lIns="0" rIns="0" tIns="0" bIns="0" anchor="t"/>
          <a:lstStyle/>
          <a:p>
            <a:pPr algn="l">
              <a:lnSpc>
                <a:spcPts val="1831"/>
              </a:lnSpc>
              <a:spcBef>
                <a:spcPts val="0"/>
              </a:spcBef>
              <a:spcAft>
                <a:spcPts val="0"/>
              </a:spcAft>
            </a:pPr>
            <a:r>
              <a:rPr sz="1500" b="1" i="1">
                <a:solidFill>
                  <a:srgbClr val="3F4A5A"/>
                </a:solidFill>
                <a:latin typeface="Calibri"/>
              </a:rPr>
              <a:t>σ</a:t>
            </a:r>
            <a:r>
              <a:rPr sz="1500" b="1" i="1" baseline="-25000">
                <a:solidFill>
                  <a:srgbClr val="3F4A5A"/>
                </a:solidFill>
                <a:latin typeface="Calibri"/>
              </a:rPr>
              <a:t>y</a:t>
            </a:r>
          </a:p>
        </p:txBody>
      </p:sp>
      <p:sp>
        <p:nvSpPr>
          <p:cNvPr id="17" name="!!procedimiento:675d498bdb"/>
          <p:cNvSpPr txBox="1"/>
          <p:nvPr/>
        </p:nvSpPr>
        <p:spPr>
          <a:xfrm>
            <a:off x="635000" y="3979118"/>
            <a:ext cx="362712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en los puntos de Gauss, y de ahí a los nodos</a:t>
            </a:r>
            <a:br/>
            <a:r>
              <a:rPr sz="1200" b="0" i="0">
                <a:solidFill>
                  <a:srgbClr val="3F4A5A"/>
                </a:solidFill>
                <a:latin typeface="Calibri"/>
              </a:rPr>
              <a:t>(Tablas G.5 y G.6)</a:t>
            </a:r>
          </a:p>
        </p:txBody>
      </p:sp>
      <p:sp>
        <p:nvSpPr>
          <p:cNvPr id="18" name="!!procedimiento:ec2c753b5f"/>
          <p:cNvSpPr txBox="1"/>
          <p:nvPr/>
        </p:nvSpPr>
        <p:spPr>
          <a:xfrm>
            <a:off x="4445000" y="3979118"/>
            <a:ext cx="362712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el nodo 5 recibe un valor de cada vecino: se promedian</a:t>
            </a:r>
          </a:p>
        </p:txBody>
      </p:sp>
      <p:sp>
        <p:nvSpPr>
          <p:cNvPr id="19" name="!!procedimiento:6011e4bafd"/>
          <p:cNvSpPr txBox="1"/>
          <p:nvPr/>
        </p:nvSpPr>
        <p:spPr>
          <a:xfrm>
            <a:off x="8128000" y="3979118"/>
            <a:ext cx="349758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el campo promediado (Tabla G.7)</a:t>
            </a:r>
          </a:p>
        </p:txBody>
      </p:sp>
      <p:pic>
        <p:nvPicPr>
          <p:cNvPr id="20" name="!!procedimiento:81a4d17ba0" descr="ea0d881d273277cc.png"/>
          <p:cNvPicPr>
            <a:picLocks noChangeAspect="1"/>
          </p:cNvPicPr>
          <p:nvPr/>
        </p:nvPicPr>
        <p:blipFill>
          <a:blip r:embed="rId3"/>
          <a:stretch>
            <a:fillRect/>
          </a:stretch>
        </p:blipFill>
        <p:spPr>
          <a:xfrm>
            <a:off x="635000" y="1346200"/>
            <a:ext cx="10922000" cy="2603500"/>
          </a:xfrm>
          <a:prstGeom prst="rect">
            <a:avLst/>
          </a:prstGeom>
        </p:spPr>
      </p:pic>
      <p:sp>
        <p:nvSpPr>
          <p:cNvPr id="21" name="!!procedimiento:48950f91c9"/>
          <p:cNvSpPr txBox="1"/>
          <p:nvPr/>
        </p:nvSpPr>
        <p:spPr>
          <a:xfrm>
            <a:off x="965200" y="1370373"/>
            <a:ext cx="159670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Fuerzas equivalentes</a:t>
            </a:r>
          </a:p>
        </p:txBody>
      </p:sp>
      <p:sp>
        <p:nvSpPr>
          <p:cNvPr id="22" name="!!procedimiento:a205f1c84c"/>
          <p:cNvSpPr/>
          <p:nvPr/>
        </p:nvSpPr>
        <p:spPr>
          <a:xfrm>
            <a:off x="635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rocedimiento:9fb585e114"/>
          <p:cNvSpPr txBox="1"/>
          <p:nvPr/>
        </p:nvSpPr>
        <p:spPr>
          <a:xfrm>
            <a:off x="609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6</a:t>
            </a:r>
          </a:p>
        </p:txBody>
      </p:sp>
      <p:sp>
        <p:nvSpPr>
          <p:cNvPr id="24" name="!!procedimiento:053fcc9d51"/>
          <p:cNvSpPr txBox="1"/>
          <p:nvPr/>
        </p:nvSpPr>
        <p:spPr>
          <a:xfrm>
            <a:off x="4267200" y="1370373"/>
            <a:ext cx="900684"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Ensamblaje</a:t>
            </a:r>
          </a:p>
        </p:txBody>
      </p:sp>
      <p:sp>
        <p:nvSpPr>
          <p:cNvPr id="25" name="!!procedimiento:97b2eb2105"/>
          <p:cNvSpPr txBox="1"/>
          <p:nvPr/>
        </p:nvSpPr>
        <p:spPr>
          <a:xfrm>
            <a:off x="5644769" y="1370373"/>
            <a:ext cx="1805623"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Restricciones y solución</a:t>
            </a:r>
          </a:p>
        </p:txBody>
      </p:sp>
      <p:sp>
        <p:nvSpPr>
          <p:cNvPr id="26" name="!!procedimiento:f7b459a8f7"/>
          <p:cNvSpPr/>
          <p:nvPr/>
        </p:nvSpPr>
        <p:spPr>
          <a:xfrm>
            <a:off x="3937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rocedimiento:cc294121b6"/>
          <p:cNvSpPr txBox="1"/>
          <p:nvPr/>
        </p:nvSpPr>
        <p:spPr>
          <a:xfrm>
            <a:off x="3911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7</a:t>
            </a:r>
          </a:p>
        </p:txBody>
      </p:sp>
      <p:sp>
        <p:nvSpPr>
          <p:cNvPr id="28" name="!!procedimiento:d93c08d855"/>
          <p:cNvSpPr txBox="1"/>
          <p:nvPr/>
        </p:nvSpPr>
        <p:spPr>
          <a:xfrm>
            <a:off x="5190744" y="1370373"/>
            <a:ext cx="98425"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5B6575"/>
                </a:solidFill>
                <a:latin typeface="Calibri"/>
              </a:rPr>
              <a:t>·</a:t>
            </a:r>
          </a:p>
        </p:txBody>
      </p:sp>
      <p:sp>
        <p:nvSpPr>
          <p:cNvPr id="29" name="!!procedimiento:778105200b"/>
          <p:cNvSpPr/>
          <p:nvPr/>
        </p:nvSpPr>
        <p:spPr>
          <a:xfrm>
            <a:off x="5314569"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rocedimiento:d2333f5e5d"/>
          <p:cNvSpPr txBox="1"/>
          <p:nvPr/>
        </p:nvSpPr>
        <p:spPr>
          <a:xfrm>
            <a:off x="5289169"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8</a:t>
            </a:r>
          </a:p>
        </p:txBody>
      </p:sp>
      <p:sp>
        <p:nvSpPr>
          <p:cNvPr id="31" name="!!procedimiento:a0063769f4"/>
          <p:cNvSpPr txBox="1"/>
          <p:nvPr/>
        </p:nvSpPr>
        <p:spPr>
          <a:xfrm>
            <a:off x="9347200" y="1752524"/>
            <a:ext cx="226060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3F4A5A"/>
                </a:solidFill>
                <a:latin typeface="Calibri"/>
              </a:rPr>
              <a:t>K del ejemplo guía (18 × 18)</a:t>
            </a:r>
          </a:p>
        </p:txBody>
      </p:sp>
      <p:sp>
        <p:nvSpPr>
          <p:cNvPr id="32" name="!!procedimiento:ea0b9391dc"/>
          <p:cNvSpPr txBox="1"/>
          <p:nvPr/>
        </p:nvSpPr>
        <p:spPr>
          <a:xfrm>
            <a:off x="9347200" y="2374824"/>
            <a:ext cx="2260600" cy="36576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se quitan las filas y columnas de</a:t>
            </a:r>
            <a:br/>
            <a:r>
              <a:rPr sz="1200" b="1" i="0">
                <a:solidFill>
                  <a:srgbClr val="5B6575"/>
                </a:solidFill>
                <a:latin typeface="Calibri"/>
              </a:rPr>
              <a:t>los apoyos</a:t>
            </a:r>
          </a:p>
        </p:txBody>
      </p:sp>
      <p:sp>
        <p:nvSpPr>
          <p:cNvPr id="33" name="!!procedimiento:f771857235"/>
          <p:cNvSpPr txBox="1"/>
          <p:nvPr/>
        </p:nvSpPr>
        <p:spPr>
          <a:xfrm>
            <a:off x="9347200" y="3174924"/>
            <a:ext cx="226060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E8741A"/>
                </a:solidFill>
                <a:latin typeface="Calibri"/>
              </a:rPr>
              <a:t>deformada (ampliada): u</a:t>
            </a:r>
          </a:p>
        </p:txBody>
      </p:sp>
      <p:sp>
        <p:nvSpPr>
          <p:cNvPr id="34" name="!!procedimiento:a29a2c62c1"/>
          <p:cNvSpPr txBox="1"/>
          <p:nvPr/>
        </p:nvSpPr>
        <p:spPr>
          <a:xfrm>
            <a:off x="635000" y="3979118"/>
            <a:ext cx="310896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la carga repartida pasa a los nodos</a:t>
            </a:r>
          </a:p>
        </p:txBody>
      </p:sp>
      <p:sp>
        <p:nvSpPr>
          <p:cNvPr id="35" name="!!procedimiento:c835710a3e"/>
          <p:cNvSpPr txBox="1"/>
          <p:nvPr/>
        </p:nvSpPr>
        <p:spPr>
          <a:xfrm>
            <a:off x="3937000" y="3979118"/>
            <a:ext cx="7772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cada k</a:t>
            </a:r>
            <a:r>
              <a:rPr sz="1200" b="0" i="0" baseline="-25000">
                <a:solidFill>
                  <a:srgbClr val="3F4A5A"/>
                </a:solidFill>
                <a:latin typeface="Calibri"/>
              </a:rPr>
              <a:t>e</a:t>
            </a:r>
            <a:r>
              <a:rPr sz="1200" b="0" i="0">
                <a:solidFill>
                  <a:srgbClr val="3F4A5A"/>
                </a:solidFill>
                <a:latin typeface="Calibri"/>
              </a:rPr>
              <a:t> cae en su lugar de K; se imponen los apoyos y se resuelve u</a:t>
            </a:r>
          </a:p>
        </p:txBody>
      </p:sp>
      <p:pic>
        <p:nvPicPr>
          <p:cNvPr id="36" name="!!procedimiento:2817ec6426" descr="91b9272c788e1636.png"/>
          <p:cNvPicPr>
            <a:picLocks noChangeAspect="1"/>
          </p:cNvPicPr>
          <p:nvPr/>
        </p:nvPicPr>
        <p:blipFill>
          <a:blip r:embed="rId4"/>
          <a:stretch>
            <a:fillRect/>
          </a:stretch>
        </p:blipFill>
        <p:spPr>
          <a:xfrm>
            <a:off x="635000" y="1346200"/>
            <a:ext cx="10922000" cy="2603500"/>
          </a:xfrm>
          <a:prstGeom prst="rect">
            <a:avLst/>
          </a:prstGeom>
        </p:spPr>
      </p:pic>
      <p:sp>
        <p:nvSpPr>
          <p:cNvPr id="37" name="!!procedimiento:74989db86b"/>
          <p:cNvSpPr txBox="1"/>
          <p:nvPr/>
        </p:nvSpPr>
        <p:spPr>
          <a:xfrm>
            <a:off x="965200" y="1370373"/>
            <a:ext cx="1601597"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Matriz constitutiva D</a:t>
            </a:r>
          </a:p>
        </p:txBody>
      </p:sp>
      <p:sp>
        <p:nvSpPr>
          <p:cNvPr id="38" name="!!procedimiento:857d31a60f"/>
          <p:cNvSpPr/>
          <p:nvPr/>
        </p:nvSpPr>
        <p:spPr>
          <a:xfrm>
            <a:off x="635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rocedimiento:f0bae40b38"/>
          <p:cNvSpPr txBox="1"/>
          <p:nvPr/>
        </p:nvSpPr>
        <p:spPr>
          <a:xfrm>
            <a:off x="609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4</a:t>
            </a:r>
          </a:p>
        </p:txBody>
      </p:sp>
      <p:sp>
        <p:nvSpPr>
          <p:cNvPr id="40" name="!!procedimiento:5fa91d0ed8"/>
          <p:cNvSpPr txBox="1"/>
          <p:nvPr/>
        </p:nvSpPr>
        <p:spPr>
          <a:xfrm>
            <a:off x="5029200" y="1370373"/>
            <a:ext cx="2428367"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Rigidez por cuadratura de Gauss</a:t>
            </a:r>
          </a:p>
        </p:txBody>
      </p:sp>
      <p:sp>
        <p:nvSpPr>
          <p:cNvPr id="41" name="!!procedimiento:2b8d449fff"/>
          <p:cNvSpPr/>
          <p:nvPr/>
        </p:nvSpPr>
        <p:spPr>
          <a:xfrm>
            <a:off x="4699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rocedimiento:25dea3ef13"/>
          <p:cNvSpPr txBox="1"/>
          <p:nvPr/>
        </p:nvSpPr>
        <p:spPr>
          <a:xfrm>
            <a:off x="4673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5</a:t>
            </a:r>
          </a:p>
        </p:txBody>
      </p:sp>
      <p:sp>
        <p:nvSpPr>
          <p:cNvPr id="43" name="!!procedimiento:b9fac31cbe"/>
          <p:cNvSpPr/>
          <p:nvPr/>
        </p:nvSpPr>
        <p:spPr>
          <a:xfrm>
            <a:off x="641350" y="1708150"/>
            <a:ext cx="1849818" cy="260350"/>
          </a:xfrm>
          <a:prstGeom prst="roundRect">
            <a:avLst>
              <a:gd name="adj" fmla="val 50000"/>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rocedimiento:d53c489f27"/>
          <p:cNvSpPr txBox="1"/>
          <p:nvPr/>
        </p:nvSpPr>
        <p:spPr>
          <a:xfrm>
            <a:off x="736600" y="1757512"/>
            <a:ext cx="171011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E8741A"/>
                </a:solidFill>
                <a:latin typeface="Calibri"/>
              </a:rPr>
              <a:t>Tensión plana · ejemplo guía</a:t>
            </a:r>
          </a:p>
        </p:txBody>
      </p:sp>
      <p:sp>
        <p:nvSpPr>
          <p:cNvPr id="45" name="!!procedimiento:14325e6617"/>
          <p:cNvSpPr/>
          <p:nvPr/>
        </p:nvSpPr>
        <p:spPr>
          <a:xfrm>
            <a:off x="2564194" y="1704975"/>
            <a:ext cx="1722628" cy="266700"/>
          </a:xfrm>
          <a:prstGeom prst="roundRect">
            <a:avLst>
              <a:gd name="adj" fmla="val 50000"/>
            </a:avLst>
          </a:prstGeom>
          <a:solidFill>
            <a:srgbClr val="F6F8FC"/>
          </a:solid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rocedimiento:ef1340a495"/>
          <p:cNvSpPr txBox="1"/>
          <p:nvPr/>
        </p:nvSpPr>
        <p:spPr>
          <a:xfrm>
            <a:off x="2656268" y="1751162"/>
            <a:ext cx="158927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Deformación plana: otra D</a:t>
            </a:r>
          </a:p>
        </p:txBody>
      </p:sp>
      <p:pic>
        <p:nvPicPr>
          <p:cNvPr id="47" name="!!procedimiento:480b259b31" descr="d94e86eff5a56957.png"/>
          <p:cNvPicPr>
            <a:picLocks noChangeAspect="1"/>
          </p:cNvPicPr>
          <p:nvPr/>
        </p:nvPicPr>
        <p:blipFill>
          <a:blip r:embed="rId5"/>
          <a:stretch>
            <a:fillRect/>
          </a:stretch>
        </p:blipFill>
        <p:spPr>
          <a:xfrm>
            <a:off x="673100" y="1644650"/>
            <a:ext cx="2089150" cy="1104900"/>
          </a:xfrm>
          <a:prstGeom prst="rect">
            <a:avLst/>
          </a:prstGeom>
        </p:spPr>
      </p:pic>
      <p:pic>
        <p:nvPicPr>
          <p:cNvPr id="48" name="!!procedimiento:45d380bb40" descr="db125b2ad4c10773.png"/>
          <p:cNvPicPr>
            <a:picLocks noChangeAspect="1"/>
          </p:cNvPicPr>
          <p:nvPr/>
        </p:nvPicPr>
        <p:blipFill>
          <a:blip r:embed="rId6"/>
          <a:stretch>
            <a:fillRect/>
          </a:stretch>
        </p:blipFill>
        <p:spPr>
          <a:xfrm>
            <a:off x="736600" y="2546350"/>
            <a:ext cx="2171700" cy="958850"/>
          </a:xfrm>
          <a:prstGeom prst="rect">
            <a:avLst/>
          </a:prstGeom>
        </p:spPr>
      </p:pic>
      <p:sp>
        <p:nvSpPr>
          <p:cNvPr id="49" name="!!procedimiento:ea53266b6e"/>
          <p:cNvSpPr txBox="1"/>
          <p:nvPr/>
        </p:nvSpPr>
        <p:spPr>
          <a:xfrm>
            <a:off x="787400" y="3713312"/>
            <a:ext cx="180829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5B6575"/>
                </a:solidFill>
                <a:latin typeface="Calibri"/>
              </a:rPr>
              <a:t>E = 225 000 ·</a:t>
            </a:r>
            <a:r>
              <a:rPr sz="1100" b="1" i="1">
                <a:solidFill>
                  <a:srgbClr val="5B6575"/>
                </a:solidFill>
                <a:latin typeface="Calibri"/>
              </a:rPr>
              <a:t> ν</a:t>
            </a:r>
            <a:r>
              <a:rPr sz="1100" b="1" i="0">
                <a:solidFill>
                  <a:srgbClr val="5B6575"/>
                </a:solidFill>
                <a:latin typeface="Calibri"/>
              </a:rPr>
              <a:t> = 0,2 (Anexo G)</a:t>
            </a:r>
          </a:p>
        </p:txBody>
      </p:sp>
      <p:sp>
        <p:nvSpPr>
          <p:cNvPr id="50" name="!!procedimiento:41c2a536d4"/>
          <p:cNvSpPr txBox="1"/>
          <p:nvPr/>
        </p:nvSpPr>
        <p:spPr>
          <a:xfrm>
            <a:off x="6731000" y="3594024"/>
            <a:ext cx="995744"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3F4A5A"/>
                </a:solidFill>
                <a:latin typeface="Calibri"/>
              </a:rPr>
              <a:t>k</a:t>
            </a:r>
            <a:r>
              <a:rPr sz="1200" b="1" i="0" baseline="-25000">
                <a:solidFill>
                  <a:srgbClr val="3F4A5A"/>
                </a:solidFill>
                <a:latin typeface="Calibri"/>
              </a:rPr>
              <a:t>e</a:t>
            </a:r>
            <a:r>
              <a:rPr sz="1200" b="1" i="0">
                <a:solidFill>
                  <a:srgbClr val="3F4A5A"/>
                </a:solidFill>
                <a:latin typeface="Calibri"/>
              </a:rPr>
              <a:t> de E3 (8 × 8)</a:t>
            </a:r>
          </a:p>
        </p:txBody>
      </p:sp>
      <p:sp>
        <p:nvSpPr>
          <p:cNvPr id="51" name="!!procedimiento:78b0176726"/>
          <p:cNvSpPr txBox="1"/>
          <p:nvPr/>
        </p:nvSpPr>
        <p:spPr>
          <a:xfrm>
            <a:off x="8572500" y="1819974"/>
            <a:ext cx="3044190" cy="228600"/>
          </a:xfrm>
          <a:prstGeom prst="rect">
            <a:avLst/>
          </a:prstGeom>
          <a:noFill/>
        </p:spPr>
        <p:txBody>
          <a:bodyPr wrap="square" lIns="0" rIns="0" tIns="0" bIns="0" anchor="t"/>
          <a:lstStyle/>
          <a:p>
            <a:pPr algn="l">
              <a:lnSpc>
                <a:spcPts val="1800"/>
              </a:lnSpc>
              <a:spcBef>
                <a:spcPts val="0"/>
              </a:spcBef>
              <a:spcAft>
                <a:spcPts val="0"/>
              </a:spcAft>
            </a:pPr>
            <a:r>
              <a:rPr sz="1500" b="1" i="0">
                <a:solidFill>
                  <a:srgbClr val="B7791F"/>
                </a:solidFill>
                <a:latin typeface="Calibri"/>
              </a:rPr>
              <a:t>suma de los 4 aportes</a:t>
            </a:r>
          </a:p>
        </p:txBody>
      </p:sp>
      <p:sp>
        <p:nvSpPr>
          <p:cNvPr id="52" name="!!procedimiento:4e608e15fb"/>
          <p:cNvSpPr txBox="1"/>
          <p:nvPr/>
        </p:nvSpPr>
        <p:spPr>
          <a:xfrm>
            <a:off x="8623300" y="3505124"/>
            <a:ext cx="1130300" cy="182880"/>
          </a:xfrm>
          <a:prstGeom prst="rect">
            <a:avLst/>
          </a:prstGeom>
          <a:noFill/>
        </p:spPr>
        <p:txBody>
          <a:bodyPr wrap="square" lIns="0" rIns="0" tIns="0" bIns="0" anchor="t"/>
          <a:lstStyle/>
          <a:p>
            <a:pPr algn="ctr">
              <a:lnSpc>
                <a:spcPts val="1440"/>
              </a:lnSpc>
              <a:spcBef>
                <a:spcPts val="0"/>
              </a:spcBef>
              <a:spcAft>
                <a:spcPts val="0"/>
              </a:spcAft>
            </a:pPr>
            <a:r>
              <a:rPr sz="1200" b="1" i="0">
                <a:solidFill>
                  <a:srgbClr val="3F4A5A"/>
                </a:solidFill>
                <a:latin typeface="Calibri"/>
              </a:rPr>
              <a:t>Q4: 2 × 2</a:t>
            </a:r>
          </a:p>
        </p:txBody>
      </p:sp>
      <p:sp>
        <p:nvSpPr>
          <p:cNvPr id="53" name="!!procedimiento:f0e1c3ec0a"/>
          <p:cNvSpPr txBox="1"/>
          <p:nvPr/>
        </p:nvSpPr>
        <p:spPr>
          <a:xfrm>
            <a:off x="9994900" y="3505124"/>
            <a:ext cx="1130300" cy="182880"/>
          </a:xfrm>
          <a:prstGeom prst="rect">
            <a:avLst/>
          </a:prstGeom>
          <a:noFill/>
        </p:spPr>
        <p:txBody>
          <a:bodyPr wrap="square" lIns="0" rIns="0" tIns="0" bIns="0" anchor="t"/>
          <a:lstStyle/>
          <a:p>
            <a:pPr algn="ctr">
              <a:lnSpc>
                <a:spcPts val="1440"/>
              </a:lnSpc>
              <a:spcBef>
                <a:spcPts val="0"/>
              </a:spcBef>
              <a:spcAft>
                <a:spcPts val="0"/>
              </a:spcAft>
            </a:pPr>
            <a:r>
              <a:rPr sz="1200" b="1" i="0">
                <a:solidFill>
                  <a:srgbClr val="3F4A5A"/>
                </a:solidFill>
                <a:latin typeface="Calibri"/>
              </a:rPr>
              <a:t>Q9: 3 × 3</a:t>
            </a:r>
          </a:p>
        </p:txBody>
      </p:sp>
      <p:sp>
        <p:nvSpPr>
          <p:cNvPr id="54" name="!!procedimiento:d36e8e7456"/>
          <p:cNvSpPr txBox="1"/>
          <p:nvPr/>
        </p:nvSpPr>
        <p:spPr>
          <a:xfrm>
            <a:off x="635000" y="3979118"/>
            <a:ext cx="362712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D trae el material; depende de si el caso es de tensión o</a:t>
            </a:r>
            <a:br/>
            <a:r>
              <a:rPr sz="1200" b="0" i="0">
                <a:solidFill>
                  <a:srgbClr val="3F4A5A"/>
                </a:solidFill>
                <a:latin typeface="Calibri"/>
              </a:rPr>
              <a:t>de deformación plana</a:t>
            </a:r>
          </a:p>
        </p:txBody>
      </p:sp>
      <p:sp>
        <p:nvSpPr>
          <p:cNvPr id="55" name="!!procedimiento:7d08085abe"/>
          <p:cNvSpPr txBox="1"/>
          <p:nvPr/>
        </p:nvSpPr>
        <p:spPr>
          <a:xfrm>
            <a:off x="4699000" y="3979118"/>
            <a:ext cx="699516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k</a:t>
            </a:r>
            <a:r>
              <a:rPr sz="1200" b="0" i="0" baseline="-25000">
                <a:solidFill>
                  <a:srgbClr val="3F4A5A"/>
                </a:solidFill>
                <a:latin typeface="Calibri"/>
              </a:rPr>
              <a:t>e</a:t>
            </a:r>
            <a:r>
              <a:rPr sz="1200" b="0" i="0">
                <a:solidFill>
                  <a:srgbClr val="3F4A5A"/>
                </a:solidFill>
                <a:latin typeface="Calibri"/>
              </a:rPr>
              <a:t> es la suma de los aportes de los puntos de Gauss</a:t>
            </a:r>
          </a:p>
        </p:txBody>
      </p:sp>
      <p:sp>
        <p:nvSpPr>
          <p:cNvPr id="56" name="!!procedimiento:245a812e87"/>
          <p:cNvSpPr/>
          <p:nvPr/>
        </p:nvSpPr>
        <p:spPr>
          <a:xfrm>
            <a:off x="635000" y="4419600"/>
            <a:ext cx="35941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rocedimiento:245a812e87·2"/>
          <p:cNvSpPr/>
          <p:nvPr/>
        </p:nvSpPr>
        <p:spPr>
          <a:xfrm>
            <a:off x="635000" y="4603750"/>
            <a:ext cx="3594100" cy="1905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rocedimiento:2fcd22f5b7"/>
          <p:cNvSpPr txBox="1"/>
          <p:nvPr/>
        </p:nvSpPr>
        <p:spPr>
          <a:xfrm>
            <a:off x="599059" y="4424512"/>
            <a:ext cx="3665982"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3F4A5A"/>
                </a:solidFill>
                <a:latin typeface="Calibri"/>
              </a:rPr>
              <a:t>Geometría</a:t>
            </a:r>
          </a:p>
        </p:txBody>
      </p:sp>
      <p:sp>
        <p:nvSpPr>
          <p:cNvPr id="59" name="!!procedimiento:0836138f3b"/>
          <p:cNvSpPr/>
          <p:nvPr/>
        </p:nvSpPr>
        <p:spPr>
          <a:xfrm>
            <a:off x="4292600" y="4419600"/>
            <a:ext cx="23749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rocedimiento:0836138f3b·2"/>
          <p:cNvSpPr/>
          <p:nvPr/>
        </p:nvSpPr>
        <p:spPr>
          <a:xfrm>
            <a:off x="4292600" y="4603750"/>
            <a:ext cx="2374900" cy="1905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rocedimiento:63646a3e47"/>
          <p:cNvSpPr txBox="1"/>
          <p:nvPr/>
        </p:nvSpPr>
        <p:spPr>
          <a:xfrm>
            <a:off x="4267200" y="4424512"/>
            <a:ext cx="2425700"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3F4A5A"/>
                </a:solidFill>
                <a:latin typeface="Calibri"/>
              </a:rPr>
              <a:t>Material y rigidez</a:t>
            </a:r>
          </a:p>
        </p:txBody>
      </p:sp>
      <p:sp>
        <p:nvSpPr>
          <p:cNvPr id="62" name="!!procedimiento:5ac8cd6c6c"/>
          <p:cNvSpPr/>
          <p:nvPr/>
        </p:nvSpPr>
        <p:spPr>
          <a:xfrm>
            <a:off x="6731000" y="4419600"/>
            <a:ext cx="35941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rocedimiento:5ac8cd6c6c·2"/>
          <p:cNvSpPr/>
          <p:nvPr/>
        </p:nvSpPr>
        <p:spPr>
          <a:xfrm>
            <a:off x="6731000" y="4603750"/>
            <a:ext cx="3594100" cy="1905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rocedimiento:25d71f874d"/>
          <p:cNvSpPr txBox="1"/>
          <p:nvPr/>
        </p:nvSpPr>
        <p:spPr>
          <a:xfrm>
            <a:off x="6695059" y="4424512"/>
            <a:ext cx="3665982"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3F4A5A"/>
                </a:solidFill>
                <a:latin typeface="Calibri"/>
              </a:rPr>
              <a:t>Del elemento a la estructura</a:t>
            </a:r>
          </a:p>
        </p:txBody>
      </p:sp>
      <p:sp>
        <p:nvSpPr>
          <p:cNvPr id="65" name="!!procedimiento:f4d242f5b7"/>
          <p:cNvSpPr/>
          <p:nvPr/>
        </p:nvSpPr>
        <p:spPr>
          <a:xfrm>
            <a:off x="10388600" y="4419600"/>
            <a:ext cx="11557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rocedimiento:f4d242f5b7·2"/>
          <p:cNvSpPr/>
          <p:nvPr/>
        </p:nvSpPr>
        <p:spPr>
          <a:xfrm>
            <a:off x="10388600" y="4603750"/>
            <a:ext cx="11557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rocedimiento:0d28e4ce84"/>
          <p:cNvSpPr txBox="1"/>
          <p:nvPr/>
        </p:nvSpPr>
        <p:spPr>
          <a:xfrm>
            <a:off x="10363200" y="4424512"/>
            <a:ext cx="1206500"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E8741A"/>
                </a:solidFill>
                <a:latin typeface="Calibri"/>
              </a:rPr>
              <a:t>Tensiones</a:t>
            </a:r>
          </a:p>
        </p:txBody>
      </p:sp>
      <p:sp>
        <p:nvSpPr>
          <p:cNvPr id="68" name="!!procedimiento:43c78eb74e"/>
          <p:cNvSpPr/>
          <p:nvPr/>
        </p:nvSpPr>
        <p:spPr>
          <a:xfrm>
            <a:off x="6731000" y="4419600"/>
            <a:ext cx="35941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rocedimiento:43c78eb74e·2"/>
          <p:cNvSpPr/>
          <p:nvPr/>
        </p:nvSpPr>
        <p:spPr>
          <a:xfrm>
            <a:off x="6731000" y="4603750"/>
            <a:ext cx="35941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rocedimiento:e20e12d573"/>
          <p:cNvSpPr txBox="1"/>
          <p:nvPr/>
        </p:nvSpPr>
        <p:spPr>
          <a:xfrm>
            <a:off x="6695059" y="4424512"/>
            <a:ext cx="3665982"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E8741A"/>
                </a:solidFill>
                <a:latin typeface="Calibri"/>
              </a:rPr>
              <a:t>Del elemento a la estructura</a:t>
            </a:r>
          </a:p>
        </p:txBody>
      </p:sp>
      <p:sp>
        <p:nvSpPr>
          <p:cNvPr id="71" name="!!procedimiento:52c2ae6daa"/>
          <p:cNvSpPr/>
          <p:nvPr/>
        </p:nvSpPr>
        <p:spPr>
          <a:xfrm>
            <a:off x="4292600" y="4419600"/>
            <a:ext cx="23749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rocedimiento:52c2ae6daa·2"/>
          <p:cNvSpPr/>
          <p:nvPr/>
        </p:nvSpPr>
        <p:spPr>
          <a:xfrm>
            <a:off x="4292600" y="4603750"/>
            <a:ext cx="23749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rocedimiento:2d0e97568e"/>
          <p:cNvSpPr txBox="1"/>
          <p:nvPr/>
        </p:nvSpPr>
        <p:spPr>
          <a:xfrm>
            <a:off x="4267200" y="4424512"/>
            <a:ext cx="2425700"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E8741A"/>
                </a:solidFill>
                <a:latin typeface="Calibri"/>
              </a:rPr>
              <a:t>Material y rigidez</a:t>
            </a:r>
          </a:p>
        </p:txBody>
      </p:sp>
      <p:pic>
        <p:nvPicPr>
          <p:cNvPr id="74" name="!!procedimiento:c071d4b02d" descr="4ce8070fb4d9764a.png"/>
          <p:cNvPicPr>
            <a:picLocks noChangeAspect="1"/>
          </p:cNvPicPr>
          <p:nvPr/>
        </p:nvPicPr>
        <p:blipFill>
          <a:blip r:embed="rId7"/>
          <a:stretch>
            <a:fillRect/>
          </a:stretch>
        </p:blipFill>
        <p:spPr>
          <a:xfrm>
            <a:off x="635000" y="1346200"/>
            <a:ext cx="10922000" cy="2603500"/>
          </a:xfrm>
          <a:prstGeom prst="rect">
            <a:avLst/>
          </a:prstGeom>
        </p:spPr>
      </p:pic>
      <p:sp>
        <p:nvSpPr>
          <p:cNvPr id="75" name="!!procedimiento:431cf0ab7c"/>
          <p:cNvSpPr txBox="1"/>
          <p:nvPr/>
        </p:nvSpPr>
        <p:spPr>
          <a:xfrm>
            <a:off x="965200" y="1370373"/>
            <a:ext cx="1731645"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Mapeo isoparamétrico</a:t>
            </a:r>
          </a:p>
        </p:txBody>
      </p:sp>
      <p:sp>
        <p:nvSpPr>
          <p:cNvPr id="76" name="!!procedimiento:96242bab4a"/>
          <p:cNvSpPr/>
          <p:nvPr/>
        </p:nvSpPr>
        <p:spPr>
          <a:xfrm>
            <a:off x="635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rocedimiento:8bd81f915a"/>
          <p:cNvSpPr txBox="1"/>
          <p:nvPr/>
        </p:nvSpPr>
        <p:spPr>
          <a:xfrm>
            <a:off x="609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1</a:t>
            </a:r>
          </a:p>
        </p:txBody>
      </p:sp>
      <p:sp>
        <p:nvSpPr>
          <p:cNvPr id="78" name="!!procedimiento:d0210c844a"/>
          <p:cNvSpPr txBox="1"/>
          <p:nvPr/>
        </p:nvSpPr>
        <p:spPr>
          <a:xfrm>
            <a:off x="4648200" y="1370373"/>
            <a:ext cx="785304"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Jacobiano</a:t>
            </a:r>
          </a:p>
        </p:txBody>
      </p:sp>
      <p:sp>
        <p:nvSpPr>
          <p:cNvPr id="79" name="!!procedimiento:21c3ce597a"/>
          <p:cNvSpPr/>
          <p:nvPr/>
        </p:nvSpPr>
        <p:spPr>
          <a:xfrm>
            <a:off x="4318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rocedimiento:746d31ad86"/>
          <p:cNvSpPr txBox="1"/>
          <p:nvPr/>
        </p:nvSpPr>
        <p:spPr>
          <a:xfrm>
            <a:off x="4292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2</a:t>
            </a:r>
          </a:p>
        </p:txBody>
      </p:sp>
      <p:sp>
        <p:nvSpPr>
          <p:cNvPr id="81" name="!!procedimiento:aacd8490df"/>
          <p:cNvSpPr txBox="1"/>
          <p:nvPr/>
        </p:nvSpPr>
        <p:spPr>
          <a:xfrm>
            <a:off x="8331200" y="1370373"/>
            <a:ext cx="673100"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Matriz B</a:t>
            </a:r>
          </a:p>
        </p:txBody>
      </p:sp>
      <p:sp>
        <p:nvSpPr>
          <p:cNvPr id="82" name="!!procedimiento:51c7048e97"/>
          <p:cNvSpPr/>
          <p:nvPr/>
        </p:nvSpPr>
        <p:spPr>
          <a:xfrm>
            <a:off x="8001000" y="1346200"/>
            <a:ext cx="254000" cy="254000"/>
          </a:xfrm>
          <a:prstGeom prst="roundRect">
            <a:avLst>
              <a:gd name="adj" fmla="val 25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rocedimiento:e734011385"/>
          <p:cNvSpPr txBox="1"/>
          <p:nvPr/>
        </p:nvSpPr>
        <p:spPr>
          <a:xfrm>
            <a:off x="7975600" y="138504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3</a:t>
            </a:r>
          </a:p>
        </p:txBody>
      </p:sp>
      <p:pic>
        <p:nvPicPr>
          <p:cNvPr id="84" name="!!procedimiento:771c049441" descr="5f455e4fe7d13ea9.png"/>
          <p:cNvPicPr>
            <a:picLocks noChangeAspect="1"/>
          </p:cNvPicPr>
          <p:nvPr/>
        </p:nvPicPr>
        <p:blipFill>
          <a:blip r:embed="rId8"/>
          <a:stretch>
            <a:fillRect/>
          </a:stretch>
        </p:blipFill>
        <p:spPr>
          <a:xfrm>
            <a:off x="1587500" y="1397000"/>
            <a:ext cx="933450" cy="520700"/>
          </a:xfrm>
          <a:prstGeom prst="rect">
            <a:avLst/>
          </a:prstGeom>
        </p:spPr>
      </p:pic>
      <p:pic>
        <p:nvPicPr>
          <p:cNvPr id="85" name="!!procedimiento:f68d6b5df5" descr="c21ced11198e43ce.png"/>
          <p:cNvPicPr>
            <a:picLocks noChangeAspect="1"/>
          </p:cNvPicPr>
          <p:nvPr/>
        </p:nvPicPr>
        <p:blipFill>
          <a:blip r:embed="rId9"/>
          <a:stretch>
            <a:fillRect/>
          </a:stretch>
        </p:blipFill>
        <p:spPr>
          <a:xfrm>
            <a:off x="6261100" y="1924050"/>
            <a:ext cx="1244600" cy="234950"/>
          </a:xfrm>
          <a:prstGeom prst="rect">
            <a:avLst/>
          </a:prstGeom>
        </p:spPr>
      </p:pic>
      <p:sp>
        <p:nvSpPr>
          <p:cNvPr id="86" name="!!procedimiento:e74229db21"/>
          <p:cNvSpPr txBox="1"/>
          <p:nvPr/>
        </p:nvSpPr>
        <p:spPr>
          <a:xfrm>
            <a:off x="635000" y="3979118"/>
            <a:ext cx="362712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del cuadrado de referencia al elemento real</a:t>
            </a:r>
          </a:p>
        </p:txBody>
      </p:sp>
      <p:sp>
        <p:nvSpPr>
          <p:cNvPr id="87" name="!!procedimiento:1b6122adf6"/>
          <p:cNvSpPr txBox="1"/>
          <p:nvPr/>
        </p:nvSpPr>
        <p:spPr>
          <a:xfrm>
            <a:off x="4318000" y="3979118"/>
            <a:ext cx="362712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det J: por cuánto se multiplica el área</a:t>
            </a:r>
            <a:br/>
            <a:r>
              <a:rPr sz="1200" b="0" i="0">
                <a:solidFill>
                  <a:srgbClr val="3F4A5A"/>
                </a:solidFill>
                <a:latin typeface="Calibri"/>
              </a:rPr>
              <a:t>en cada punto de Gauss</a:t>
            </a:r>
          </a:p>
        </p:txBody>
      </p:sp>
      <p:sp>
        <p:nvSpPr>
          <p:cNvPr id="88" name="!!procedimiento:d0a292675c"/>
          <p:cNvSpPr txBox="1"/>
          <p:nvPr/>
        </p:nvSpPr>
        <p:spPr>
          <a:xfrm>
            <a:off x="8001000" y="3979118"/>
            <a:ext cx="362712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3F4A5A"/>
                </a:solidFill>
                <a:latin typeface="Calibri"/>
              </a:rPr>
              <a:t>B convierte los desplazamientos de los nodos en</a:t>
            </a:r>
            <a:br/>
            <a:r>
              <a:rPr sz="1200" b="0" i="0">
                <a:solidFill>
                  <a:srgbClr val="3F4A5A"/>
                </a:solidFill>
                <a:latin typeface="Calibri"/>
              </a:rPr>
              <a:t>deformaciones</a:t>
            </a:r>
          </a:p>
        </p:txBody>
      </p:sp>
      <p:sp>
        <p:nvSpPr>
          <p:cNvPr id="89" name="!!procedimiento:61739c2963"/>
          <p:cNvSpPr/>
          <p:nvPr/>
        </p:nvSpPr>
        <p:spPr>
          <a:xfrm>
            <a:off x="635000" y="4419600"/>
            <a:ext cx="35941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rocedimiento:61739c2963·2"/>
          <p:cNvSpPr/>
          <p:nvPr/>
        </p:nvSpPr>
        <p:spPr>
          <a:xfrm>
            <a:off x="635000" y="4603750"/>
            <a:ext cx="35941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rocedimiento:ba32f2a5e3"/>
          <p:cNvSpPr txBox="1"/>
          <p:nvPr/>
        </p:nvSpPr>
        <p:spPr>
          <a:xfrm>
            <a:off x="599059" y="4424512"/>
            <a:ext cx="3665982"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E8741A"/>
                </a:solidFill>
                <a:latin typeface="Calibri"/>
              </a:rPr>
              <a:t>Geometría</a:t>
            </a:r>
          </a:p>
        </p:txBody>
      </p:sp>
      <p:sp>
        <p:nvSpPr>
          <p:cNvPr id="92" name="!!procedimiento:b2bfcc280d"/>
          <p:cNvSpPr/>
          <p:nvPr/>
        </p:nvSpPr>
        <p:spPr>
          <a:xfrm>
            <a:off x="4292600" y="4419600"/>
            <a:ext cx="23749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rocedimiento:b2bfcc280d·2"/>
          <p:cNvSpPr/>
          <p:nvPr/>
        </p:nvSpPr>
        <p:spPr>
          <a:xfrm>
            <a:off x="4292600" y="4603750"/>
            <a:ext cx="2374900" cy="190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rocedimiento:d463acb3a7"/>
          <p:cNvSpPr txBox="1"/>
          <p:nvPr/>
        </p:nvSpPr>
        <p:spPr>
          <a:xfrm>
            <a:off x="4267200" y="4424512"/>
            <a:ext cx="2425700"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5B6575"/>
                </a:solidFill>
                <a:latin typeface="Calibri"/>
              </a:rPr>
              <a:t>Material y rigidez</a:t>
            </a:r>
          </a:p>
        </p:txBody>
      </p:sp>
      <p:sp>
        <p:nvSpPr>
          <p:cNvPr id="95" name="!!procedimiento:498aa7bf35"/>
          <p:cNvSpPr/>
          <p:nvPr/>
        </p:nvSpPr>
        <p:spPr>
          <a:xfrm>
            <a:off x="6731000" y="4419600"/>
            <a:ext cx="35941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rocedimiento:498aa7bf35·2"/>
          <p:cNvSpPr/>
          <p:nvPr/>
        </p:nvSpPr>
        <p:spPr>
          <a:xfrm>
            <a:off x="6731000" y="4603750"/>
            <a:ext cx="3594100" cy="190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rocedimiento:881eae95fe"/>
          <p:cNvSpPr txBox="1"/>
          <p:nvPr/>
        </p:nvSpPr>
        <p:spPr>
          <a:xfrm>
            <a:off x="6695059" y="4424512"/>
            <a:ext cx="3665982"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5B6575"/>
                </a:solidFill>
                <a:latin typeface="Calibri"/>
              </a:rPr>
              <a:t>Del elemento a la estructura</a:t>
            </a:r>
          </a:p>
        </p:txBody>
      </p:sp>
      <p:sp>
        <p:nvSpPr>
          <p:cNvPr id="98" name="!!procedimiento:224e16ee22"/>
          <p:cNvSpPr/>
          <p:nvPr/>
        </p:nvSpPr>
        <p:spPr>
          <a:xfrm>
            <a:off x="10388600" y="4419600"/>
            <a:ext cx="1155700" cy="203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rocedimiento:224e16ee22·2"/>
          <p:cNvSpPr/>
          <p:nvPr/>
        </p:nvSpPr>
        <p:spPr>
          <a:xfrm>
            <a:off x="10388600" y="4603750"/>
            <a:ext cx="1155700" cy="190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rocedimiento:944c6274e0"/>
          <p:cNvSpPr txBox="1"/>
          <p:nvPr/>
        </p:nvSpPr>
        <p:spPr>
          <a:xfrm>
            <a:off x="10363200" y="4424512"/>
            <a:ext cx="1206500" cy="170561"/>
          </a:xfrm>
          <a:prstGeom prst="rect">
            <a:avLst/>
          </a:prstGeom>
          <a:noFill/>
        </p:spPr>
        <p:txBody>
          <a:bodyPr wrap="square" lIns="0" rIns="0" tIns="0" bIns="0" anchor="t"/>
          <a:lstStyle/>
          <a:p>
            <a:pPr algn="ctr">
              <a:lnSpc>
                <a:spcPts val="1343"/>
              </a:lnSpc>
              <a:spcBef>
                <a:spcPts val="0"/>
              </a:spcBef>
              <a:spcAft>
                <a:spcPts val="0"/>
              </a:spcAft>
            </a:pPr>
            <a:r>
              <a:rPr sz="1100" b="1" i="0" cap="all" spc="88">
                <a:solidFill>
                  <a:srgbClr val="5B6575"/>
                </a:solidFill>
                <a:latin typeface="Calibri"/>
              </a:rPr>
              <a:t>Tensiones</a:t>
            </a:r>
          </a:p>
        </p:txBody>
      </p:sp>
      <p:sp>
        <p:nvSpPr>
          <p:cNvPr id="101" name="!!procedimiento:c8c7b79e7a"/>
          <p:cNvSpPr/>
          <p:nvPr/>
        </p:nvSpPr>
        <p:spPr>
          <a:xfrm>
            <a:off x="6350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rocedimiento:08d5640698"/>
          <p:cNvSpPr txBox="1"/>
          <p:nvPr/>
        </p:nvSpPr>
        <p:spPr>
          <a:xfrm>
            <a:off x="7239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1</a:t>
            </a:r>
          </a:p>
        </p:txBody>
      </p:sp>
      <p:sp>
        <p:nvSpPr>
          <p:cNvPr id="103" name="!!procedimiento:2af454f1b0"/>
          <p:cNvSpPr txBox="1"/>
          <p:nvPr/>
        </p:nvSpPr>
        <p:spPr>
          <a:xfrm>
            <a:off x="1483932" y="4755452"/>
            <a:ext cx="25596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N</a:t>
            </a:r>
          </a:p>
        </p:txBody>
      </p:sp>
      <p:sp>
        <p:nvSpPr>
          <p:cNvPr id="104" name="!!procedimiento:f950a67d4c"/>
          <p:cNvSpPr/>
          <p:nvPr/>
        </p:nvSpPr>
        <p:spPr>
          <a:xfrm>
            <a:off x="6413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rocedimiento:686396ff1f"/>
          <p:cNvSpPr txBox="1"/>
          <p:nvPr/>
        </p:nvSpPr>
        <p:spPr>
          <a:xfrm>
            <a:off x="7239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1</a:t>
            </a:r>
          </a:p>
        </p:txBody>
      </p:sp>
      <p:sp>
        <p:nvSpPr>
          <p:cNvPr id="106" name="!!procedimiento:20c2a01823"/>
          <p:cNvSpPr txBox="1"/>
          <p:nvPr/>
        </p:nvSpPr>
        <p:spPr>
          <a:xfrm>
            <a:off x="1483932" y="4755452"/>
            <a:ext cx="25596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N</a:t>
            </a:r>
          </a:p>
        </p:txBody>
      </p:sp>
      <p:sp>
        <p:nvSpPr>
          <p:cNvPr id="107" name="!!procedimiento:e9aa3e93e6"/>
          <p:cNvSpPr txBox="1"/>
          <p:nvPr/>
        </p:nvSpPr>
        <p:spPr>
          <a:xfrm>
            <a:off x="7112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Mapeo</a:t>
            </a:r>
            <a:br/>
            <a:r>
              <a:rPr sz="1100" b="1" i="0">
                <a:solidFill>
                  <a:srgbClr val="1F2937"/>
                </a:solidFill>
                <a:latin typeface="Calibri"/>
              </a:rPr>
              <a:t>isoparamétrico</a:t>
            </a:r>
          </a:p>
        </p:txBody>
      </p:sp>
      <p:sp>
        <p:nvSpPr>
          <p:cNvPr id="108" name="!!procedimiento:550ecb912d"/>
          <p:cNvSpPr/>
          <p:nvPr/>
        </p:nvSpPr>
        <p:spPr>
          <a:xfrm>
            <a:off x="18542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rocedimiento:1d721326dd"/>
          <p:cNvSpPr txBox="1"/>
          <p:nvPr/>
        </p:nvSpPr>
        <p:spPr>
          <a:xfrm>
            <a:off x="19431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2</a:t>
            </a:r>
          </a:p>
        </p:txBody>
      </p:sp>
      <p:sp>
        <p:nvSpPr>
          <p:cNvPr id="110" name="!!procedimiento:0ab7dc02f0"/>
          <p:cNvSpPr txBox="1"/>
          <p:nvPr/>
        </p:nvSpPr>
        <p:spPr>
          <a:xfrm>
            <a:off x="2771966" y="4755452"/>
            <a:ext cx="187134"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J</a:t>
            </a:r>
          </a:p>
        </p:txBody>
      </p:sp>
      <p:sp>
        <p:nvSpPr>
          <p:cNvPr id="111" name="!!procedimiento:ca0055b191"/>
          <p:cNvSpPr/>
          <p:nvPr/>
        </p:nvSpPr>
        <p:spPr>
          <a:xfrm>
            <a:off x="18605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rocedimiento:da544b5b1c"/>
          <p:cNvSpPr txBox="1"/>
          <p:nvPr/>
        </p:nvSpPr>
        <p:spPr>
          <a:xfrm>
            <a:off x="19431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2</a:t>
            </a:r>
          </a:p>
        </p:txBody>
      </p:sp>
      <p:sp>
        <p:nvSpPr>
          <p:cNvPr id="113" name="!!procedimiento:aac69d12a0"/>
          <p:cNvSpPr txBox="1"/>
          <p:nvPr/>
        </p:nvSpPr>
        <p:spPr>
          <a:xfrm>
            <a:off x="2771966" y="4755452"/>
            <a:ext cx="187134"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J</a:t>
            </a:r>
          </a:p>
        </p:txBody>
      </p:sp>
      <p:sp>
        <p:nvSpPr>
          <p:cNvPr id="114" name="!!procedimiento:1a568c7695"/>
          <p:cNvSpPr txBox="1"/>
          <p:nvPr/>
        </p:nvSpPr>
        <p:spPr>
          <a:xfrm>
            <a:off x="19304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Matriz</a:t>
            </a:r>
            <a:br/>
            <a:r>
              <a:rPr sz="1100" b="1" i="0">
                <a:solidFill>
                  <a:srgbClr val="1F2937"/>
                </a:solidFill>
                <a:latin typeface="Calibri"/>
              </a:rPr>
              <a:t>Jacobiana</a:t>
            </a:r>
          </a:p>
        </p:txBody>
      </p:sp>
      <p:sp>
        <p:nvSpPr>
          <p:cNvPr id="115" name="!!procedimiento:18589f4249"/>
          <p:cNvSpPr/>
          <p:nvPr/>
        </p:nvSpPr>
        <p:spPr>
          <a:xfrm>
            <a:off x="30734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rocedimiento:398b1b7c65"/>
          <p:cNvSpPr txBox="1"/>
          <p:nvPr/>
        </p:nvSpPr>
        <p:spPr>
          <a:xfrm>
            <a:off x="31623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3</a:t>
            </a:r>
          </a:p>
        </p:txBody>
      </p:sp>
      <p:sp>
        <p:nvSpPr>
          <p:cNvPr id="117" name="!!procedimiento:ce6c50da23"/>
          <p:cNvSpPr txBox="1"/>
          <p:nvPr/>
        </p:nvSpPr>
        <p:spPr>
          <a:xfrm>
            <a:off x="3940492" y="4755452"/>
            <a:ext cx="23780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B</a:t>
            </a:r>
          </a:p>
        </p:txBody>
      </p:sp>
      <p:sp>
        <p:nvSpPr>
          <p:cNvPr id="118" name="!!procedimiento:473103c262"/>
          <p:cNvSpPr/>
          <p:nvPr/>
        </p:nvSpPr>
        <p:spPr>
          <a:xfrm>
            <a:off x="30797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rocedimiento:27fc239ba3"/>
          <p:cNvSpPr txBox="1"/>
          <p:nvPr/>
        </p:nvSpPr>
        <p:spPr>
          <a:xfrm>
            <a:off x="31623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3</a:t>
            </a:r>
          </a:p>
        </p:txBody>
      </p:sp>
      <p:sp>
        <p:nvSpPr>
          <p:cNvPr id="120" name="!!procedimiento:11257abd33"/>
          <p:cNvSpPr txBox="1"/>
          <p:nvPr/>
        </p:nvSpPr>
        <p:spPr>
          <a:xfrm>
            <a:off x="3940492" y="4755452"/>
            <a:ext cx="23780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B</a:t>
            </a:r>
          </a:p>
        </p:txBody>
      </p:sp>
      <p:sp>
        <p:nvSpPr>
          <p:cNvPr id="121" name="!!procedimiento:a7c3bed015"/>
          <p:cNvSpPr txBox="1"/>
          <p:nvPr/>
        </p:nvSpPr>
        <p:spPr>
          <a:xfrm>
            <a:off x="31496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Matriz de</a:t>
            </a:r>
            <a:br/>
            <a:r>
              <a:rPr sz="1100" b="1" i="0">
                <a:solidFill>
                  <a:srgbClr val="1F2937"/>
                </a:solidFill>
                <a:latin typeface="Calibri"/>
              </a:rPr>
              <a:t>deformación</a:t>
            </a:r>
          </a:p>
        </p:txBody>
      </p:sp>
      <p:sp>
        <p:nvSpPr>
          <p:cNvPr id="122" name="!!procedimiento:3055cdde70"/>
          <p:cNvSpPr/>
          <p:nvPr/>
        </p:nvSpPr>
        <p:spPr>
          <a:xfrm>
            <a:off x="42926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rocedimiento:e8ddd989a8"/>
          <p:cNvSpPr txBox="1"/>
          <p:nvPr/>
        </p:nvSpPr>
        <p:spPr>
          <a:xfrm>
            <a:off x="43815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4</a:t>
            </a:r>
          </a:p>
        </p:txBody>
      </p:sp>
      <p:sp>
        <p:nvSpPr>
          <p:cNvPr id="124" name="!!procedimiento:a237512dd7"/>
          <p:cNvSpPr txBox="1"/>
          <p:nvPr/>
        </p:nvSpPr>
        <p:spPr>
          <a:xfrm>
            <a:off x="5144072" y="4755452"/>
            <a:ext cx="25342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D</a:t>
            </a:r>
          </a:p>
        </p:txBody>
      </p:sp>
      <p:sp>
        <p:nvSpPr>
          <p:cNvPr id="125" name="!!procedimiento:5a29c2d675"/>
          <p:cNvSpPr/>
          <p:nvPr/>
        </p:nvSpPr>
        <p:spPr>
          <a:xfrm>
            <a:off x="42989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rocedimiento:3b6af8745f"/>
          <p:cNvSpPr txBox="1"/>
          <p:nvPr/>
        </p:nvSpPr>
        <p:spPr>
          <a:xfrm>
            <a:off x="43815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4</a:t>
            </a:r>
          </a:p>
        </p:txBody>
      </p:sp>
      <p:sp>
        <p:nvSpPr>
          <p:cNvPr id="127" name="!!procedimiento:28800c2d0a"/>
          <p:cNvSpPr txBox="1"/>
          <p:nvPr/>
        </p:nvSpPr>
        <p:spPr>
          <a:xfrm>
            <a:off x="5144072" y="4755452"/>
            <a:ext cx="25342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D</a:t>
            </a:r>
          </a:p>
        </p:txBody>
      </p:sp>
      <p:sp>
        <p:nvSpPr>
          <p:cNvPr id="128" name="!!procedimiento:1e8dd72e06"/>
          <p:cNvSpPr txBox="1"/>
          <p:nvPr/>
        </p:nvSpPr>
        <p:spPr>
          <a:xfrm>
            <a:off x="43688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Matriz</a:t>
            </a:r>
            <a:br/>
            <a:r>
              <a:rPr sz="1100" b="1" i="0">
                <a:solidFill>
                  <a:srgbClr val="1F2937"/>
                </a:solidFill>
                <a:latin typeface="Calibri"/>
              </a:rPr>
              <a:t>constitutiva</a:t>
            </a:r>
          </a:p>
        </p:txBody>
      </p:sp>
      <p:sp>
        <p:nvSpPr>
          <p:cNvPr id="129" name="!!procedimiento:105c22b460"/>
          <p:cNvSpPr/>
          <p:nvPr/>
        </p:nvSpPr>
        <p:spPr>
          <a:xfrm>
            <a:off x="55118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rocedimiento:d0cfb2415f"/>
          <p:cNvSpPr txBox="1"/>
          <p:nvPr/>
        </p:nvSpPr>
        <p:spPr>
          <a:xfrm>
            <a:off x="56007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5</a:t>
            </a:r>
          </a:p>
        </p:txBody>
      </p:sp>
      <p:sp>
        <p:nvSpPr>
          <p:cNvPr id="131" name="!!procedimiento:0505a518f5"/>
          <p:cNvSpPr txBox="1"/>
          <p:nvPr/>
        </p:nvSpPr>
        <p:spPr>
          <a:xfrm>
            <a:off x="6363589" y="4755452"/>
            <a:ext cx="253111"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k</a:t>
            </a:r>
            <a:r>
              <a:rPr sz="1700" b="1" i="1" baseline="-25000">
                <a:solidFill>
                  <a:srgbClr val="3F4A5A"/>
                </a:solidFill>
                <a:latin typeface="Calibri"/>
              </a:rPr>
              <a:t>e</a:t>
            </a:r>
          </a:p>
        </p:txBody>
      </p:sp>
      <p:sp>
        <p:nvSpPr>
          <p:cNvPr id="132" name="!!procedimiento:4c5385e879"/>
          <p:cNvSpPr/>
          <p:nvPr/>
        </p:nvSpPr>
        <p:spPr>
          <a:xfrm>
            <a:off x="55181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rocedimiento:7a3e10af1d"/>
          <p:cNvSpPr txBox="1"/>
          <p:nvPr/>
        </p:nvSpPr>
        <p:spPr>
          <a:xfrm>
            <a:off x="56007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5</a:t>
            </a:r>
          </a:p>
        </p:txBody>
      </p:sp>
      <p:sp>
        <p:nvSpPr>
          <p:cNvPr id="134" name="!!procedimiento:471d832ac6"/>
          <p:cNvSpPr txBox="1"/>
          <p:nvPr/>
        </p:nvSpPr>
        <p:spPr>
          <a:xfrm>
            <a:off x="6363589" y="4755452"/>
            <a:ext cx="253111"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k</a:t>
            </a:r>
            <a:r>
              <a:rPr sz="1700" b="1" i="1" baseline="-25000">
                <a:solidFill>
                  <a:srgbClr val="E8741A"/>
                </a:solidFill>
                <a:latin typeface="Calibri"/>
              </a:rPr>
              <a:t>e</a:t>
            </a:r>
          </a:p>
        </p:txBody>
      </p:sp>
      <p:sp>
        <p:nvSpPr>
          <p:cNvPr id="135" name="!!procedimiento:331f949e42"/>
          <p:cNvSpPr txBox="1"/>
          <p:nvPr/>
        </p:nvSpPr>
        <p:spPr>
          <a:xfrm>
            <a:off x="55880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Rigidez</a:t>
            </a:r>
            <a:br/>
            <a:r>
              <a:rPr sz="1100" b="1" i="0">
                <a:solidFill>
                  <a:srgbClr val="1F2937"/>
                </a:solidFill>
                <a:latin typeface="Calibri"/>
              </a:rPr>
              <a:t>por Gauss</a:t>
            </a:r>
          </a:p>
        </p:txBody>
      </p:sp>
      <p:sp>
        <p:nvSpPr>
          <p:cNvPr id="136" name="!!procedimiento:ff62afa6f8"/>
          <p:cNvSpPr/>
          <p:nvPr/>
        </p:nvSpPr>
        <p:spPr>
          <a:xfrm>
            <a:off x="67310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rocedimiento:e4bc1b7822"/>
          <p:cNvSpPr txBox="1"/>
          <p:nvPr/>
        </p:nvSpPr>
        <p:spPr>
          <a:xfrm>
            <a:off x="68199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6</a:t>
            </a:r>
          </a:p>
        </p:txBody>
      </p:sp>
      <p:sp>
        <p:nvSpPr>
          <p:cNvPr id="138" name="!!procedimiento:e69b8263ee"/>
          <p:cNvSpPr txBox="1"/>
          <p:nvPr/>
        </p:nvSpPr>
        <p:spPr>
          <a:xfrm>
            <a:off x="7662482" y="4755452"/>
            <a:ext cx="17341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f</a:t>
            </a:r>
          </a:p>
        </p:txBody>
      </p:sp>
      <p:sp>
        <p:nvSpPr>
          <p:cNvPr id="139" name="!!procedimiento:14000f3edb"/>
          <p:cNvSpPr/>
          <p:nvPr/>
        </p:nvSpPr>
        <p:spPr>
          <a:xfrm>
            <a:off x="67373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rocedimiento:cca75da7ef"/>
          <p:cNvSpPr txBox="1"/>
          <p:nvPr/>
        </p:nvSpPr>
        <p:spPr>
          <a:xfrm>
            <a:off x="68199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6</a:t>
            </a:r>
          </a:p>
        </p:txBody>
      </p:sp>
      <p:sp>
        <p:nvSpPr>
          <p:cNvPr id="141" name="!!procedimiento:111e4995fb"/>
          <p:cNvSpPr txBox="1"/>
          <p:nvPr/>
        </p:nvSpPr>
        <p:spPr>
          <a:xfrm>
            <a:off x="7662482" y="4755452"/>
            <a:ext cx="17341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f</a:t>
            </a:r>
          </a:p>
        </p:txBody>
      </p:sp>
      <p:sp>
        <p:nvSpPr>
          <p:cNvPr id="142" name="!!procedimiento:5038670734"/>
          <p:cNvSpPr txBox="1"/>
          <p:nvPr/>
        </p:nvSpPr>
        <p:spPr>
          <a:xfrm>
            <a:off x="68072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Fuerzas</a:t>
            </a:r>
            <a:br/>
            <a:r>
              <a:rPr sz="1100" b="1" i="0">
                <a:solidFill>
                  <a:srgbClr val="1F2937"/>
                </a:solidFill>
                <a:latin typeface="Calibri"/>
              </a:rPr>
              <a:t>equivalentes</a:t>
            </a:r>
          </a:p>
        </p:txBody>
      </p:sp>
      <p:sp>
        <p:nvSpPr>
          <p:cNvPr id="143" name="!!procedimiento:276da48eca"/>
          <p:cNvSpPr/>
          <p:nvPr/>
        </p:nvSpPr>
        <p:spPr>
          <a:xfrm>
            <a:off x="79502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rocedimiento:3e5f84480a"/>
          <p:cNvSpPr txBox="1"/>
          <p:nvPr/>
        </p:nvSpPr>
        <p:spPr>
          <a:xfrm>
            <a:off x="80391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7</a:t>
            </a:r>
          </a:p>
        </p:txBody>
      </p:sp>
      <p:sp>
        <p:nvSpPr>
          <p:cNvPr id="145" name="!!procedimiento:84a053e978"/>
          <p:cNvSpPr txBox="1"/>
          <p:nvPr/>
        </p:nvSpPr>
        <p:spPr>
          <a:xfrm>
            <a:off x="8794623" y="4755452"/>
            <a:ext cx="260477"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K</a:t>
            </a:r>
          </a:p>
        </p:txBody>
      </p:sp>
      <p:sp>
        <p:nvSpPr>
          <p:cNvPr id="146" name="!!procedimiento:41e3d2f763"/>
          <p:cNvSpPr/>
          <p:nvPr/>
        </p:nvSpPr>
        <p:spPr>
          <a:xfrm>
            <a:off x="79565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rocedimiento:569efbc4dd"/>
          <p:cNvSpPr txBox="1"/>
          <p:nvPr/>
        </p:nvSpPr>
        <p:spPr>
          <a:xfrm>
            <a:off x="80391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7</a:t>
            </a:r>
          </a:p>
        </p:txBody>
      </p:sp>
      <p:sp>
        <p:nvSpPr>
          <p:cNvPr id="148" name="!!procedimiento:99d6b42c09"/>
          <p:cNvSpPr txBox="1"/>
          <p:nvPr/>
        </p:nvSpPr>
        <p:spPr>
          <a:xfrm>
            <a:off x="8794623" y="4755452"/>
            <a:ext cx="260477"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K</a:t>
            </a:r>
          </a:p>
        </p:txBody>
      </p:sp>
      <p:sp>
        <p:nvSpPr>
          <p:cNvPr id="149" name="!!procedimiento:ccaf46d81f"/>
          <p:cNvSpPr txBox="1"/>
          <p:nvPr/>
        </p:nvSpPr>
        <p:spPr>
          <a:xfrm>
            <a:off x="8026400" y="5212057"/>
            <a:ext cx="1092200" cy="156464"/>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Ensamblaje</a:t>
            </a:r>
          </a:p>
        </p:txBody>
      </p:sp>
      <p:sp>
        <p:nvSpPr>
          <p:cNvPr id="150" name="!!procedimiento:78e359c188"/>
          <p:cNvSpPr/>
          <p:nvPr/>
        </p:nvSpPr>
        <p:spPr>
          <a:xfrm>
            <a:off x="9169400" y="4686300"/>
            <a:ext cx="1155700" cy="749300"/>
          </a:xfrm>
          <a:prstGeom prst="roundRect">
            <a:avLst>
              <a:gd name="adj" fmla="val 11864"/>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rocedimiento:67bf5aba3c"/>
          <p:cNvSpPr txBox="1"/>
          <p:nvPr/>
        </p:nvSpPr>
        <p:spPr>
          <a:xfrm>
            <a:off x="92583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3F4A5A"/>
                </a:solidFill>
                <a:latin typeface="Calibri"/>
              </a:rPr>
              <a:t>8</a:t>
            </a:r>
          </a:p>
        </p:txBody>
      </p:sp>
      <p:sp>
        <p:nvSpPr>
          <p:cNvPr id="152" name="!!procedimiento:ef3c3b9756"/>
          <p:cNvSpPr txBox="1"/>
          <p:nvPr/>
        </p:nvSpPr>
        <p:spPr>
          <a:xfrm>
            <a:off x="10076434" y="4755452"/>
            <a:ext cx="197866"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3F4A5A"/>
                </a:solidFill>
                <a:latin typeface="Calibri"/>
              </a:rPr>
              <a:t>u</a:t>
            </a:r>
          </a:p>
        </p:txBody>
      </p:sp>
      <p:sp>
        <p:nvSpPr>
          <p:cNvPr id="153" name="!!procedimiento:12d926f7eb"/>
          <p:cNvSpPr/>
          <p:nvPr/>
        </p:nvSpPr>
        <p:spPr>
          <a:xfrm>
            <a:off x="91757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rocedimiento:83ecb82143"/>
          <p:cNvSpPr txBox="1"/>
          <p:nvPr/>
        </p:nvSpPr>
        <p:spPr>
          <a:xfrm>
            <a:off x="92583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8</a:t>
            </a:r>
          </a:p>
        </p:txBody>
      </p:sp>
      <p:sp>
        <p:nvSpPr>
          <p:cNvPr id="155" name="!!procedimiento:1dc1f092a7"/>
          <p:cNvSpPr txBox="1"/>
          <p:nvPr/>
        </p:nvSpPr>
        <p:spPr>
          <a:xfrm>
            <a:off x="10076434" y="4755452"/>
            <a:ext cx="197866"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u</a:t>
            </a:r>
          </a:p>
        </p:txBody>
      </p:sp>
      <p:sp>
        <p:nvSpPr>
          <p:cNvPr id="156" name="!!procedimiento:e33229bafe"/>
          <p:cNvSpPr txBox="1"/>
          <p:nvPr/>
        </p:nvSpPr>
        <p:spPr>
          <a:xfrm>
            <a:off x="92456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Restricciones</a:t>
            </a:r>
            <a:br/>
            <a:r>
              <a:rPr sz="1100" b="1" i="0">
                <a:solidFill>
                  <a:srgbClr val="1F2937"/>
                </a:solidFill>
                <a:latin typeface="Calibri"/>
              </a:rPr>
              <a:t>y solución</a:t>
            </a:r>
          </a:p>
        </p:txBody>
      </p:sp>
      <p:sp>
        <p:nvSpPr>
          <p:cNvPr id="157" name="!!procedimiento:61e53a2bfc"/>
          <p:cNvSpPr/>
          <p:nvPr/>
        </p:nvSpPr>
        <p:spPr>
          <a:xfrm>
            <a:off x="10394950" y="4692650"/>
            <a:ext cx="1143000" cy="736600"/>
          </a:xfrm>
          <a:prstGeom prst="roundRect">
            <a:avLst>
              <a:gd name="adj" fmla="val 11206"/>
            </a:avLst>
          </a:prstGeom>
          <a:solidFill>
            <a:srgbClr val="FDF1E2"/>
          </a:solid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rocedimiento:c842dca5c8"/>
          <p:cNvSpPr txBox="1"/>
          <p:nvPr/>
        </p:nvSpPr>
        <p:spPr>
          <a:xfrm>
            <a:off x="104775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E8741A"/>
                </a:solidFill>
                <a:latin typeface="Calibri"/>
              </a:rPr>
              <a:t>9</a:t>
            </a:r>
          </a:p>
        </p:txBody>
      </p:sp>
      <p:sp>
        <p:nvSpPr>
          <p:cNvPr id="159" name="!!procedimiento:9ac9a34e37"/>
          <p:cNvSpPr txBox="1"/>
          <p:nvPr/>
        </p:nvSpPr>
        <p:spPr>
          <a:xfrm>
            <a:off x="11294554" y="4755452"/>
            <a:ext cx="198946"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E8741A"/>
                </a:solidFill>
                <a:latin typeface="Calibri"/>
              </a:rPr>
              <a:t>σ</a:t>
            </a:r>
          </a:p>
        </p:txBody>
      </p:sp>
      <p:sp>
        <p:nvSpPr>
          <p:cNvPr id="160" name="!!procedimiento:1a24e885ad"/>
          <p:cNvSpPr txBox="1"/>
          <p:nvPr/>
        </p:nvSpPr>
        <p:spPr>
          <a:xfrm>
            <a:off x="104648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1F2937"/>
                </a:solidFill>
                <a:latin typeface="Calibri"/>
              </a:rPr>
              <a:t>Recuperación</a:t>
            </a:r>
            <a:br/>
            <a:r>
              <a:rPr sz="1100" b="1" i="0">
                <a:solidFill>
                  <a:srgbClr val="1F2937"/>
                </a:solidFill>
                <a:latin typeface="Calibri"/>
              </a:rPr>
              <a:t>de tensiones</a:t>
            </a:r>
          </a:p>
        </p:txBody>
      </p:sp>
      <p:sp>
        <p:nvSpPr>
          <p:cNvPr id="161" name="!!procedimiento:eb835e7364"/>
          <p:cNvSpPr/>
          <p:nvPr/>
        </p:nvSpPr>
        <p:spPr>
          <a:xfrm>
            <a:off x="4298950" y="4692650"/>
            <a:ext cx="1143000" cy="736600"/>
          </a:xfrm>
          <a:prstGeom prst="roundRect">
            <a:avLst>
              <a:gd name="adj" fmla="val 11206"/>
            </a:avLst>
          </a:prstGeom>
          <a:solidFill>
            <a:srgbClr val="F6F8FC"/>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rocedimiento:94ef6ed94c"/>
          <p:cNvSpPr txBox="1"/>
          <p:nvPr/>
        </p:nvSpPr>
        <p:spPr>
          <a:xfrm>
            <a:off x="43815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5B6575"/>
                </a:solidFill>
                <a:latin typeface="Calibri"/>
              </a:rPr>
              <a:t>4</a:t>
            </a:r>
          </a:p>
        </p:txBody>
      </p:sp>
      <p:sp>
        <p:nvSpPr>
          <p:cNvPr id="163" name="!!procedimiento:f018fe4dc8"/>
          <p:cNvSpPr txBox="1"/>
          <p:nvPr/>
        </p:nvSpPr>
        <p:spPr>
          <a:xfrm>
            <a:off x="5144072" y="4755452"/>
            <a:ext cx="25342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5B6575"/>
                </a:solidFill>
                <a:latin typeface="Calibri"/>
              </a:rPr>
              <a:t>D</a:t>
            </a:r>
          </a:p>
        </p:txBody>
      </p:sp>
      <p:sp>
        <p:nvSpPr>
          <p:cNvPr id="164" name="!!procedimiento:e8a8ba50f7"/>
          <p:cNvSpPr txBox="1"/>
          <p:nvPr/>
        </p:nvSpPr>
        <p:spPr>
          <a:xfrm>
            <a:off x="43688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3F4A5A"/>
                </a:solidFill>
                <a:latin typeface="Calibri"/>
              </a:rPr>
              <a:t>Matriz</a:t>
            </a:r>
            <a:br/>
            <a:r>
              <a:rPr sz="1100" b="1" i="0">
                <a:solidFill>
                  <a:srgbClr val="3F4A5A"/>
                </a:solidFill>
                <a:latin typeface="Calibri"/>
              </a:rPr>
              <a:t>constitutiva</a:t>
            </a:r>
          </a:p>
        </p:txBody>
      </p:sp>
      <p:sp>
        <p:nvSpPr>
          <p:cNvPr id="165" name="!!procedimiento:6ef0cf77c6"/>
          <p:cNvSpPr/>
          <p:nvPr/>
        </p:nvSpPr>
        <p:spPr>
          <a:xfrm>
            <a:off x="5518150" y="4692650"/>
            <a:ext cx="1143000" cy="736600"/>
          </a:xfrm>
          <a:prstGeom prst="roundRect">
            <a:avLst>
              <a:gd name="adj" fmla="val 11206"/>
            </a:avLst>
          </a:prstGeom>
          <a:solidFill>
            <a:srgbClr val="F6F8FC"/>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rocedimiento:ea6748bf54"/>
          <p:cNvSpPr txBox="1"/>
          <p:nvPr/>
        </p:nvSpPr>
        <p:spPr>
          <a:xfrm>
            <a:off x="56007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5B6575"/>
                </a:solidFill>
                <a:latin typeface="Calibri"/>
              </a:rPr>
              <a:t>5</a:t>
            </a:r>
          </a:p>
        </p:txBody>
      </p:sp>
      <p:sp>
        <p:nvSpPr>
          <p:cNvPr id="167" name="!!procedimiento:82a537279a"/>
          <p:cNvSpPr txBox="1"/>
          <p:nvPr/>
        </p:nvSpPr>
        <p:spPr>
          <a:xfrm>
            <a:off x="6363589" y="4755452"/>
            <a:ext cx="253111"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5B6575"/>
                </a:solidFill>
                <a:latin typeface="Calibri"/>
              </a:rPr>
              <a:t>k</a:t>
            </a:r>
            <a:r>
              <a:rPr sz="1700" b="1" i="1" baseline="-25000">
                <a:solidFill>
                  <a:srgbClr val="5B6575"/>
                </a:solidFill>
                <a:latin typeface="Calibri"/>
              </a:rPr>
              <a:t>e</a:t>
            </a:r>
          </a:p>
        </p:txBody>
      </p:sp>
      <p:sp>
        <p:nvSpPr>
          <p:cNvPr id="168" name="!!procedimiento:8e7fce0167"/>
          <p:cNvSpPr txBox="1"/>
          <p:nvPr/>
        </p:nvSpPr>
        <p:spPr>
          <a:xfrm>
            <a:off x="55880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3F4A5A"/>
                </a:solidFill>
                <a:latin typeface="Calibri"/>
              </a:rPr>
              <a:t>Rigidez</a:t>
            </a:r>
            <a:br/>
            <a:r>
              <a:rPr sz="1100" b="1" i="0">
                <a:solidFill>
                  <a:srgbClr val="3F4A5A"/>
                </a:solidFill>
                <a:latin typeface="Calibri"/>
              </a:rPr>
              <a:t>por Gauss</a:t>
            </a:r>
          </a:p>
        </p:txBody>
      </p:sp>
      <p:sp>
        <p:nvSpPr>
          <p:cNvPr id="169" name="!!procedimiento:db2538abe0"/>
          <p:cNvSpPr/>
          <p:nvPr/>
        </p:nvSpPr>
        <p:spPr>
          <a:xfrm>
            <a:off x="6737350" y="4692650"/>
            <a:ext cx="1143000" cy="736600"/>
          </a:xfrm>
          <a:prstGeom prst="roundRect">
            <a:avLst>
              <a:gd name="adj" fmla="val 11206"/>
            </a:avLst>
          </a:prstGeom>
          <a:solidFill>
            <a:srgbClr val="F6F8FC"/>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rocedimiento:5b70966b7f"/>
          <p:cNvSpPr txBox="1"/>
          <p:nvPr/>
        </p:nvSpPr>
        <p:spPr>
          <a:xfrm>
            <a:off x="68199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5B6575"/>
                </a:solidFill>
                <a:latin typeface="Calibri"/>
              </a:rPr>
              <a:t>6</a:t>
            </a:r>
          </a:p>
        </p:txBody>
      </p:sp>
      <p:sp>
        <p:nvSpPr>
          <p:cNvPr id="171" name="!!procedimiento:20b5bbdef1"/>
          <p:cNvSpPr txBox="1"/>
          <p:nvPr/>
        </p:nvSpPr>
        <p:spPr>
          <a:xfrm>
            <a:off x="7662482" y="4755452"/>
            <a:ext cx="173418"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5B6575"/>
                </a:solidFill>
                <a:latin typeface="Calibri"/>
              </a:rPr>
              <a:t>f</a:t>
            </a:r>
          </a:p>
        </p:txBody>
      </p:sp>
      <p:sp>
        <p:nvSpPr>
          <p:cNvPr id="172" name="!!procedimiento:d65f1dfe17"/>
          <p:cNvSpPr txBox="1"/>
          <p:nvPr/>
        </p:nvSpPr>
        <p:spPr>
          <a:xfrm>
            <a:off x="68072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3F4A5A"/>
                </a:solidFill>
                <a:latin typeface="Calibri"/>
              </a:rPr>
              <a:t>Fuerzas</a:t>
            </a:r>
            <a:br/>
            <a:r>
              <a:rPr sz="1100" b="1" i="0">
                <a:solidFill>
                  <a:srgbClr val="3F4A5A"/>
                </a:solidFill>
                <a:latin typeface="Calibri"/>
              </a:rPr>
              <a:t>equivalentes</a:t>
            </a:r>
          </a:p>
        </p:txBody>
      </p:sp>
      <p:sp>
        <p:nvSpPr>
          <p:cNvPr id="173" name="!!procedimiento:a1da68a0a1"/>
          <p:cNvSpPr/>
          <p:nvPr/>
        </p:nvSpPr>
        <p:spPr>
          <a:xfrm>
            <a:off x="7956550" y="4692650"/>
            <a:ext cx="1143000" cy="736600"/>
          </a:xfrm>
          <a:prstGeom prst="roundRect">
            <a:avLst>
              <a:gd name="adj" fmla="val 11206"/>
            </a:avLst>
          </a:prstGeom>
          <a:solidFill>
            <a:srgbClr val="F6F8FC"/>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rocedimiento:73ec69969f"/>
          <p:cNvSpPr txBox="1"/>
          <p:nvPr/>
        </p:nvSpPr>
        <p:spPr>
          <a:xfrm>
            <a:off x="80391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5B6575"/>
                </a:solidFill>
                <a:latin typeface="Calibri"/>
              </a:rPr>
              <a:t>7</a:t>
            </a:r>
          </a:p>
        </p:txBody>
      </p:sp>
      <p:sp>
        <p:nvSpPr>
          <p:cNvPr id="175" name="!!procedimiento:0f27a932cc"/>
          <p:cNvSpPr txBox="1"/>
          <p:nvPr/>
        </p:nvSpPr>
        <p:spPr>
          <a:xfrm>
            <a:off x="8794623" y="4755452"/>
            <a:ext cx="260477"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5B6575"/>
                </a:solidFill>
                <a:latin typeface="Calibri"/>
              </a:rPr>
              <a:t>K</a:t>
            </a:r>
          </a:p>
        </p:txBody>
      </p:sp>
      <p:sp>
        <p:nvSpPr>
          <p:cNvPr id="176" name="!!procedimiento:1e4c1603cf"/>
          <p:cNvSpPr txBox="1"/>
          <p:nvPr/>
        </p:nvSpPr>
        <p:spPr>
          <a:xfrm>
            <a:off x="8026400" y="5212057"/>
            <a:ext cx="1092200" cy="156464"/>
          </a:xfrm>
          <a:prstGeom prst="rect">
            <a:avLst/>
          </a:prstGeom>
          <a:noFill/>
        </p:spPr>
        <p:txBody>
          <a:bodyPr wrap="square" lIns="0" rIns="0" tIns="0" bIns="0" anchor="t"/>
          <a:lstStyle/>
          <a:p>
            <a:pPr algn="l">
              <a:lnSpc>
                <a:spcPts val="1232"/>
              </a:lnSpc>
              <a:spcBef>
                <a:spcPts val="0"/>
              </a:spcBef>
              <a:spcAft>
                <a:spcPts val="0"/>
              </a:spcAft>
            </a:pPr>
            <a:r>
              <a:rPr sz="1100" b="1" i="0">
                <a:solidFill>
                  <a:srgbClr val="3F4A5A"/>
                </a:solidFill>
                <a:latin typeface="Calibri"/>
              </a:rPr>
              <a:t>Ensamblaje</a:t>
            </a:r>
          </a:p>
        </p:txBody>
      </p:sp>
      <p:sp>
        <p:nvSpPr>
          <p:cNvPr id="177" name="!!procedimiento:6d5f8db00f"/>
          <p:cNvSpPr/>
          <p:nvPr/>
        </p:nvSpPr>
        <p:spPr>
          <a:xfrm>
            <a:off x="9175750" y="4692650"/>
            <a:ext cx="1143000" cy="736600"/>
          </a:xfrm>
          <a:prstGeom prst="roundRect">
            <a:avLst>
              <a:gd name="adj" fmla="val 11206"/>
            </a:avLst>
          </a:prstGeom>
          <a:solidFill>
            <a:srgbClr val="F6F8FC"/>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rocedimiento:668d163567"/>
          <p:cNvSpPr txBox="1"/>
          <p:nvPr/>
        </p:nvSpPr>
        <p:spPr>
          <a:xfrm>
            <a:off x="92583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5B6575"/>
                </a:solidFill>
                <a:latin typeface="Calibri"/>
              </a:rPr>
              <a:t>8</a:t>
            </a:r>
          </a:p>
        </p:txBody>
      </p:sp>
      <p:sp>
        <p:nvSpPr>
          <p:cNvPr id="179" name="!!procedimiento:d4e3a326b1"/>
          <p:cNvSpPr txBox="1"/>
          <p:nvPr/>
        </p:nvSpPr>
        <p:spPr>
          <a:xfrm>
            <a:off x="10076434" y="4755452"/>
            <a:ext cx="197866"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5B6575"/>
                </a:solidFill>
                <a:latin typeface="Calibri"/>
              </a:rPr>
              <a:t>u</a:t>
            </a:r>
          </a:p>
        </p:txBody>
      </p:sp>
      <p:sp>
        <p:nvSpPr>
          <p:cNvPr id="180" name="!!procedimiento:33eedd976f"/>
          <p:cNvSpPr txBox="1"/>
          <p:nvPr/>
        </p:nvSpPr>
        <p:spPr>
          <a:xfrm>
            <a:off x="92456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3F4A5A"/>
                </a:solidFill>
                <a:latin typeface="Calibri"/>
              </a:rPr>
              <a:t>Restricciones</a:t>
            </a:r>
            <a:br/>
            <a:r>
              <a:rPr sz="1100" b="1" i="0">
                <a:solidFill>
                  <a:srgbClr val="3F4A5A"/>
                </a:solidFill>
                <a:latin typeface="Calibri"/>
              </a:rPr>
              <a:t>y solución</a:t>
            </a:r>
          </a:p>
        </p:txBody>
      </p:sp>
      <p:sp>
        <p:nvSpPr>
          <p:cNvPr id="181" name="!!procedimiento:ff518b9b8d"/>
          <p:cNvSpPr/>
          <p:nvPr/>
        </p:nvSpPr>
        <p:spPr>
          <a:xfrm>
            <a:off x="10394950" y="4692650"/>
            <a:ext cx="1143000" cy="736600"/>
          </a:xfrm>
          <a:prstGeom prst="roundRect">
            <a:avLst>
              <a:gd name="adj" fmla="val 11206"/>
            </a:avLst>
          </a:prstGeom>
          <a:solidFill>
            <a:srgbClr val="F6F8FC"/>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rocedimiento:8e4160a2e6"/>
          <p:cNvSpPr txBox="1"/>
          <p:nvPr/>
        </p:nvSpPr>
        <p:spPr>
          <a:xfrm>
            <a:off x="10477500" y="4774438"/>
            <a:ext cx="140970" cy="177800"/>
          </a:xfrm>
          <a:prstGeom prst="rect">
            <a:avLst/>
          </a:prstGeom>
          <a:noFill/>
        </p:spPr>
        <p:txBody>
          <a:bodyPr wrap="square" lIns="0" rIns="0" tIns="0" bIns="0" anchor="t"/>
          <a:lstStyle/>
          <a:p>
            <a:pPr algn="l">
              <a:lnSpc>
                <a:spcPts val="1400"/>
              </a:lnSpc>
              <a:spcBef>
                <a:spcPts val="0"/>
              </a:spcBef>
              <a:spcAft>
                <a:spcPts val="0"/>
              </a:spcAft>
            </a:pPr>
            <a:r>
              <a:rPr sz="1400" b="1" i="0">
                <a:solidFill>
                  <a:srgbClr val="5B6575"/>
                </a:solidFill>
                <a:latin typeface="Calibri"/>
              </a:rPr>
              <a:t>9</a:t>
            </a:r>
          </a:p>
        </p:txBody>
      </p:sp>
      <p:sp>
        <p:nvSpPr>
          <p:cNvPr id="183" name="!!procedimiento:1d2ef50451"/>
          <p:cNvSpPr txBox="1"/>
          <p:nvPr/>
        </p:nvSpPr>
        <p:spPr>
          <a:xfrm>
            <a:off x="11294554" y="4755452"/>
            <a:ext cx="198946" cy="215900"/>
          </a:xfrm>
          <a:prstGeom prst="rect">
            <a:avLst/>
          </a:prstGeom>
          <a:noFill/>
        </p:spPr>
        <p:txBody>
          <a:bodyPr wrap="square" lIns="0" rIns="0" tIns="0" bIns="0" anchor="t"/>
          <a:lstStyle/>
          <a:p>
            <a:pPr algn="l">
              <a:lnSpc>
                <a:spcPts val="1700"/>
              </a:lnSpc>
              <a:spcBef>
                <a:spcPts val="0"/>
              </a:spcBef>
              <a:spcAft>
                <a:spcPts val="0"/>
              </a:spcAft>
            </a:pPr>
            <a:r>
              <a:rPr sz="1700" b="1" i="1">
                <a:solidFill>
                  <a:srgbClr val="5B6575"/>
                </a:solidFill>
                <a:latin typeface="Calibri"/>
              </a:rPr>
              <a:t>σ</a:t>
            </a:r>
          </a:p>
        </p:txBody>
      </p:sp>
      <p:sp>
        <p:nvSpPr>
          <p:cNvPr id="184" name="!!procedimiento:53798db910"/>
          <p:cNvSpPr txBox="1"/>
          <p:nvPr/>
        </p:nvSpPr>
        <p:spPr>
          <a:xfrm>
            <a:off x="10464800" y="5055657"/>
            <a:ext cx="1092200" cy="312928"/>
          </a:xfrm>
          <a:prstGeom prst="rect">
            <a:avLst/>
          </a:prstGeom>
          <a:noFill/>
        </p:spPr>
        <p:txBody>
          <a:bodyPr wrap="square" lIns="0" rIns="0" tIns="0" bIns="0" anchor="t"/>
          <a:lstStyle/>
          <a:p>
            <a:pPr algn="l">
              <a:lnSpc>
                <a:spcPts val="1232"/>
              </a:lnSpc>
              <a:spcBef>
                <a:spcPts val="0"/>
              </a:spcBef>
              <a:spcAft>
                <a:spcPts val="0"/>
              </a:spcAft>
            </a:pPr>
            <a:r>
              <a:rPr sz="1100" b="1" i="0">
                <a:solidFill>
                  <a:srgbClr val="3F4A5A"/>
                </a:solidFill>
                <a:latin typeface="Calibri"/>
              </a:rPr>
              <a:t>Recuperación</a:t>
            </a:r>
            <a:br/>
            <a:r>
              <a:rPr sz="1100" b="1" i="0">
                <a:solidFill>
                  <a:srgbClr val="3F4A5A"/>
                </a:solidFill>
                <a:latin typeface="Calibri"/>
              </a:rPr>
              <a:t>de tensiones</a:t>
            </a:r>
          </a:p>
        </p:txBody>
      </p:sp>
      <p:sp>
        <p:nvSpPr>
          <p:cNvPr id="185" name="!!procedimiento:14d77d61a5"/>
          <p:cNvSpPr/>
          <p:nvPr/>
        </p:nvSpPr>
        <p:spPr>
          <a:xfrm>
            <a:off x="6413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rocedimiento:b27fcc31b2"/>
          <p:cNvSpPr txBox="1"/>
          <p:nvPr/>
        </p:nvSpPr>
        <p:spPr>
          <a:xfrm>
            <a:off x="6223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M1</a:t>
            </a:r>
          </a:p>
        </p:txBody>
      </p:sp>
      <p:sp>
        <p:nvSpPr>
          <p:cNvPr id="187" name="!!procedimiento:2a459c0cb8"/>
          <p:cNvSpPr/>
          <p:nvPr/>
        </p:nvSpPr>
        <p:spPr>
          <a:xfrm>
            <a:off x="18605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rocedimiento:0be4b931be"/>
          <p:cNvSpPr txBox="1"/>
          <p:nvPr/>
        </p:nvSpPr>
        <p:spPr>
          <a:xfrm>
            <a:off x="18415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M2</a:t>
            </a:r>
          </a:p>
        </p:txBody>
      </p:sp>
      <p:sp>
        <p:nvSpPr>
          <p:cNvPr id="189" name="!!procedimiento:afdee04597"/>
          <p:cNvSpPr/>
          <p:nvPr/>
        </p:nvSpPr>
        <p:spPr>
          <a:xfrm>
            <a:off x="30797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rocedimiento:65aeeab536"/>
          <p:cNvSpPr txBox="1"/>
          <p:nvPr/>
        </p:nvSpPr>
        <p:spPr>
          <a:xfrm>
            <a:off x="30607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M3</a:t>
            </a:r>
          </a:p>
        </p:txBody>
      </p:sp>
      <p:sp>
        <p:nvSpPr>
          <p:cNvPr id="191" name="!!procedimiento:02de5fb365"/>
          <p:cNvSpPr/>
          <p:nvPr/>
        </p:nvSpPr>
        <p:spPr>
          <a:xfrm>
            <a:off x="42989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rocedimiento:0179bf7fb4"/>
          <p:cNvSpPr txBox="1"/>
          <p:nvPr/>
        </p:nvSpPr>
        <p:spPr>
          <a:xfrm>
            <a:off x="42799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M4</a:t>
            </a:r>
          </a:p>
        </p:txBody>
      </p:sp>
      <p:sp>
        <p:nvSpPr>
          <p:cNvPr id="193" name="!!procedimiento:8f5043ade2"/>
          <p:cNvSpPr/>
          <p:nvPr/>
        </p:nvSpPr>
        <p:spPr>
          <a:xfrm>
            <a:off x="55181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rocedimiento:4585a26455"/>
          <p:cNvSpPr txBox="1"/>
          <p:nvPr/>
        </p:nvSpPr>
        <p:spPr>
          <a:xfrm>
            <a:off x="54991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M5</a:t>
            </a:r>
          </a:p>
        </p:txBody>
      </p:sp>
      <p:sp>
        <p:nvSpPr>
          <p:cNvPr id="195" name="!!procedimiento:e4aab00297"/>
          <p:cNvSpPr/>
          <p:nvPr/>
        </p:nvSpPr>
        <p:spPr>
          <a:xfrm>
            <a:off x="67373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rocedimiento:4a2cb10b75"/>
          <p:cNvSpPr txBox="1"/>
          <p:nvPr/>
        </p:nvSpPr>
        <p:spPr>
          <a:xfrm>
            <a:off x="67183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M6</a:t>
            </a:r>
          </a:p>
        </p:txBody>
      </p:sp>
      <p:sp>
        <p:nvSpPr>
          <p:cNvPr id="197" name="!!procedimiento:0bac5aa8bd"/>
          <p:cNvSpPr/>
          <p:nvPr/>
        </p:nvSpPr>
        <p:spPr>
          <a:xfrm>
            <a:off x="7956550" y="5505450"/>
            <a:ext cx="1143000" cy="241300"/>
          </a:xfrm>
          <a:prstGeom prst="roundRect">
            <a:avLst>
              <a:gd name="adj" fmla="val 50000"/>
            </a:avLst>
          </a:prstGeom>
          <a:solidFill>
            <a:srgbClr val="E8F1FA"/>
          </a:solidFill>
          <a:ln w="12700">
            <a:solidFill>
              <a:srgbClr val="1F77B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rocedimiento:27a790197b"/>
          <p:cNvSpPr txBox="1"/>
          <p:nvPr/>
        </p:nvSpPr>
        <p:spPr>
          <a:xfrm>
            <a:off x="7937500" y="5545287"/>
            <a:ext cx="11811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1F77B4"/>
                </a:solidFill>
                <a:latin typeface="Calibri"/>
              </a:rPr>
              <a:t>Módulo M7</a:t>
            </a:r>
          </a:p>
        </p:txBody>
      </p:sp>
      <p:sp>
        <p:nvSpPr>
          <p:cNvPr id="199" name="!!procedimiento:1426fdbe53"/>
          <p:cNvSpPr/>
          <p:nvPr/>
        </p:nvSpPr>
        <p:spPr>
          <a:xfrm>
            <a:off x="9175750" y="5505450"/>
            <a:ext cx="2362200" cy="241300"/>
          </a:xfrm>
          <a:prstGeom prst="roundRect">
            <a:avLst>
              <a:gd name="adj" fmla="val 50000"/>
            </a:avLst>
          </a:prstGeom>
          <a:solidFill>
            <a:srgbClr val="0E7C9B">
              <a:alpha val="12000"/>
            </a:srgbClr>
          </a:solidFill>
          <a:ln w="12700">
            <a:solidFill>
              <a:srgbClr val="0E7C9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rocedimiento:ccd1cf7580"/>
          <p:cNvSpPr txBox="1"/>
          <p:nvPr/>
        </p:nvSpPr>
        <p:spPr>
          <a:xfrm>
            <a:off x="9156700" y="5545287"/>
            <a:ext cx="2400300" cy="170561"/>
          </a:xfrm>
          <a:prstGeom prst="rect">
            <a:avLst/>
          </a:prstGeom>
          <a:noFill/>
        </p:spPr>
        <p:txBody>
          <a:bodyPr wrap="square" lIns="0" rIns="0" tIns="0" bIns="0" anchor="t"/>
          <a:lstStyle/>
          <a:p>
            <a:pPr algn="ctr">
              <a:lnSpc>
                <a:spcPts val="1343"/>
              </a:lnSpc>
              <a:spcBef>
                <a:spcPts val="0"/>
              </a:spcBef>
              <a:spcAft>
                <a:spcPts val="0"/>
              </a:spcAft>
            </a:pPr>
            <a:r>
              <a:rPr sz="1100" b="1" i="0">
                <a:solidFill>
                  <a:srgbClr val="0E7C9B"/>
                </a:solidFill>
                <a:latin typeface="Calibri"/>
              </a:rPr>
              <a:t>Post-proceso</a:t>
            </a:r>
          </a:p>
        </p:txBody>
      </p:sp>
      <p:sp>
        <p:nvSpPr>
          <p:cNvPr id="201" name="!!procedimiento:24a4a88019"/>
          <p:cNvSpPr/>
          <p:nvPr/>
        </p:nvSpPr>
        <p:spPr>
          <a:xfrm>
            <a:off x="641350" y="5848350"/>
            <a:ext cx="10896600" cy="279400"/>
          </a:xfrm>
          <a:prstGeom prst="roundRect">
            <a:avLst>
              <a:gd name="adj" fmla="val 25000"/>
            </a:avLst>
          </a:prstGeom>
          <a:noFill/>
          <a:ln w="127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rocedimiento:e06bdbac94"/>
          <p:cNvSpPr/>
          <p:nvPr/>
        </p:nvSpPr>
        <p:spPr>
          <a:xfrm>
            <a:off x="647700" y="5854700"/>
            <a:ext cx="10883900" cy="266700"/>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rocedimiento:20c2e03dff"/>
          <p:cNvSpPr txBox="1"/>
          <p:nvPr/>
        </p:nvSpPr>
        <p:spPr>
          <a:xfrm>
            <a:off x="3968560" y="5899899"/>
            <a:ext cx="4326954"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1F2937"/>
                </a:solidFill>
                <a:latin typeface="Calibri"/>
              </a:rPr>
              <a:t>Memoria de cálculo: las nueve etapas, con los números del modelo</a:t>
            </a:r>
          </a:p>
        </p:txBody>
      </p:sp>
      <p:sp>
        <p:nvSpPr>
          <p:cNvPr id="204"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ie-izq"/>
          <p:cNvSpPr txBox="1"/>
          <p:nvPr/>
        </p:nvSpPr>
        <p:spPr>
          <a:xfrm>
            <a:off x="565150" y="6535420"/>
            <a:ext cx="464686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07" name="!!pie-cen"/>
          <p:cNvSpPr txBox="1"/>
          <p:nvPr/>
        </p:nvSpPr>
        <p:spPr>
          <a:xfrm>
            <a:off x="5095494" y="6535420"/>
            <a:ext cx="200094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1.4 a § 1.11 · § 2.1.2 · Anexo G</a:t>
            </a:r>
          </a:p>
        </p:txBody>
      </p:sp>
      <p:sp>
        <p:nvSpPr>
          <p:cNvPr id="208" name="!!pie-der"/>
          <p:cNvSpPr txBox="1"/>
          <p:nvPr/>
        </p:nvSpPr>
        <p:spPr>
          <a:xfrm>
            <a:off x="6979920" y="6535420"/>
            <a:ext cx="4646930"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13</a:t>
            </a:r>
          </a:p>
        </p:txBody>
      </p:sp>
      <p:sp>
        <p:nvSpPr>
          <p:cNvPr id="209" name="!!procedimiento:31b8312914">
            <a:hlinkClick action="ppaction://hlinksldjump" r:id="rId10"/>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rocedimiento:395a892857">
            <a:hlinkClick action="ppaction://hlinksldjump" r:id="rId11"/>
          </p:cNvPr>
          <p:cNvSpPr/>
          <p:nvPr/>
        </p:nvSpPr>
        <p:spPr>
          <a:xfrm>
            <a:off x="109537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rocedimiento:45302ebe87">
            <a:hlinkClick action="ppaction://hlinksldjump" r:id="rId12"/>
          </p:cNvPr>
          <p:cNvSpPr/>
          <p:nvPr/>
        </p:nvSpPr>
        <p:spPr>
          <a:xfrm>
            <a:off x="111696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rocedimiento:c07c48e2b6">
            <a:hlinkClick action="ppaction://hlinksldjump" r:id="rId13"/>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rocedimiento:36e88799ae">
            <a:hlinkClick action="ppaction://hlinksldjump" r:id="rId14"/>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185"/>
                                        </p:tgtEl>
                                        <p:attrNameLst>
                                          <p:attrName>style.visibility</p:attrName>
                                        </p:attrNameLst>
                                      </p:cBhvr>
                                      <p:to>
                                        <p:strVal val="visible"/>
                                      </p:to>
                                    </p:set>
                                    <p:animEffect transition="in" filter="fade">
                                      <p:cBhvr>
                                        <p:cTn id="7" dur="650"/>
                                        <p:tgtEl>
                                          <p:spTgt spid="185"/>
                                        </p:tgtEl>
                                      </p:cBhvr>
                                    </p:animEffect>
                                    <p:anim calcmode="lin" valueType="num">
                                      <p:cBhvr>
                                        <p:cTn id="8" dur="650" fill="hold"/>
                                        <p:tgtEl>
                                          <p:spTgt spid="185"/>
                                        </p:tgtEl>
                                        <p:attrNameLst>
                                          <p:attrName>ppt_x</p:attrName>
                                        </p:attrNameLst>
                                      </p:cBhvr>
                                      <p:tavLst>
                                        <p:tav tm="0">
                                          <p:val>
                                            <p:strVal val="#ppt_x"/>
                                          </p:val>
                                        </p:tav>
                                        <p:tav tm="100000">
                                          <p:val>
                                            <p:strVal val="#ppt_x"/>
                                          </p:val>
                                        </p:tav>
                                      </p:tavLst>
                                    </p:anim>
                                    <p:anim calcmode="lin" valueType="num">
                                      <p:cBhvr>
                                        <p:cTn id="9" dur="650" fill="hold"/>
                                        <p:tgtEl>
                                          <p:spTgt spid="18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186"/>
                                        </p:tgtEl>
                                        <p:attrNameLst>
                                          <p:attrName>style.visibility</p:attrName>
                                        </p:attrNameLst>
                                      </p:cBhvr>
                                      <p:to>
                                        <p:strVal val="visible"/>
                                      </p:to>
                                    </p:set>
                                    <p:animEffect transition="in" filter="fade">
                                      <p:cBhvr>
                                        <p:cTn id="12" dur="650"/>
                                        <p:tgtEl>
                                          <p:spTgt spid="186"/>
                                        </p:tgtEl>
                                      </p:cBhvr>
                                    </p:animEffect>
                                    <p:anim calcmode="lin" valueType="num">
                                      <p:cBhvr>
                                        <p:cTn id="13" dur="650" fill="hold"/>
                                        <p:tgtEl>
                                          <p:spTgt spid="186"/>
                                        </p:tgtEl>
                                        <p:attrNameLst>
                                          <p:attrName>ppt_x</p:attrName>
                                        </p:attrNameLst>
                                      </p:cBhvr>
                                      <p:tavLst>
                                        <p:tav tm="0">
                                          <p:val>
                                            <p:strVal val="#ppt_x"/>
                                          </p:val>
                                        </p:tav>
                                        <p:tav tm="100000">
                                          <p:val>
                                            <p:strVal val="#ppt_x"/>
                                          </p:val>
                                        </p:tav>
                                      </p:tavLst>
                                    </p:anim>
                                    <p:anim calcmode="lin" valueType="num">
                                      <p:cBhvr>
                                        <p:cTn id="14" dur="650" fill="hold"/>
                                        <p:tgtEl>
                                          <p:spTgt spid="18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20"/>
                                  </p:stCondLst>
                                  <p:childTnLst>
                                    <p:set>
                                      <p:cBhvr>
                                        <p:cTn id="16" dur="1" fill="hold">
                                          <p:stCondLst>
                                            <p:cond delay="0"/>
                                          </p:stCondLst>
                                        </p:cTn>
                                        <p:tgtEl>
                                          <p:spTgt spid="187"/>
                                        </p:tgtEl>
                                        <p:attrNameLst>
                                          <p:attrName>style.visibility</p:attrName>
                                        </p:attrNameLst>
                                      </p:cBhvr>
                                      <p:to>
                                        <p:strVal val="visible"/>
                                      </p:to>
                                    </p:set>
                                    <p:animEffect transition="in" filter="fade">
                                      <p:cBhvr>
                                        <p:cTn id="17" dur="650"/>
                                        <p:tgtEl>
                                          <p:spTgt spid="187"/>
                                        </p:tgtEl>
                                      </p:cBhvr>
                                    </p:animEffect>
                                    <p:anim calcmode="lin" valueType="num">
                                      <p:cBhvr>
                                        <p:cTn id="18" dur="650" fill="hold"/>
                                        <p:tgtEl>
                                          <p:spTgt spid="187"/>
                                        </p:tgtEl>
                                        <p:attrNameLst>
                                          <p:attrName>ppt_x</p:attrName>
                                        </p:attrNameLst>
                                      </p:cBhvr>
                                      <p:tavLst>
                                        <p:tav tm="0">
                                          <p:val>
                                            <p:strVal val="#ppt_x"/>
                                          </p:val>
                                        </p:tav>
                                        <p:tav tm="100000">
                                          <p:val>
                                            <p:strVal val="#ppt_x"/>
                                          </p:val>
                                        </p:tav>
                                      </p:tavLst>
                                    </p:anim>
                                    <p:anim calcmode="lin" valueType="num">
                                      <p:cBhvr>
                                        <p:cTn id="19" dur="650" fill="hold"/>
                                        <p:tgtEl>
                                          <p:spTgt spid="18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220"/>
                                  </p:stCondLst>
                                  <p:childTnLst>
                                    <p:set>
                                      <p:cBhvr>
                                        <p:cTn id="21" dur="1" fill="hold">
                                          <p:stCondLst>
                                            <p:cond delay="0"/>
                                          </p:stCondLst>
                                        </p:cTn>
                                        <p:tgtEl>
                                          <p:spTgt spid="188"/>
                                        </p:tgtEl>
                                        <p:attrNameLst>
                                          <p:attrName>style.visibility</p:attrName>
                                        </p:attrNameLst>
                                      </p:cBhvr>
                                      <p:to>
                                        <p:strVal val="visible"/>
                                      </p:to>
                                    </p:set>
                                    <p:animEffect transition="in" filter="fade">
                                      <p:cBhvr>
                                        <p:cTn id="22" dur="650"/>
                                        <p:tgtEl>
                                          <p:spTgt spid="188"/>
                                        </p:tgtEl>
                                      </p:cBhvr>
                                    </p:animEffect>
                                    <p:anim calcmode="lin" valueType="num">
                                      <p:cBhvr>
                                        <p:cTn id="23" dur="650" fill="hold"/>
                                        <p:tgtEl>
                                          <p:spTgt spid="188"/>
                                        </p:tgtEl>
                                        <p:attrNameLst>
                                          <p:attrName>ppt_x</p:attrName>
                                        </p:attrNameLst>
                                      </p:cBhvr>
                                      <p:tavLst>
                                        <p:tav tm="0">
                                          <p:val>
                                            <p:strVal val="#ppt_x"/>
                                          </p:val>
                                        </p:tav>
                                        <p:tav tm="100000">
                                          <p:val>
                                            <p:strVal val="#ppt_x"/>
                                          </p:val>
                                        </p:tav>
                                      </p:tavLst>
                                    </p:anim>
                                    <p:anim calcmode="lin" valueType="num">
                                      <p:cBhvr>
                                        <p:cTn id="24" dur="650" fill="hold"/>
                                        <p:tgtEl>
                                          <p:spTgt spid="18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290"/>
                                  </p:stCondLst>
                                  <p:childTnLst>
                                    <p:set>
                                      <p:cBhvr>
                                        <p:cTn id="26" dur="1" fill="hold">
                                          <p:stCondLst>
                                            <p:cond delay="0"/>
                                          </p:stCondLst>
                                        </p:cTn>
                                        <p:tgtEl>
                                          <p:spTgt spid="189"/>
                                        </p:tgtEl>
                                        <p:attrNameLst>
                                          <p:attrName>style.visibility</p:attrName>
                                        </p:attrNameLst>
                                      </p:cBhvr>
                                      <p:to>
                                        <p:strVal val="visible"/>
                                      </p:to>
                                    </p:set>
                                    <p:animEffect transition="in" filter="fade">
                                      <p:cBhvr>
                                        <p:cTn id="27" dur="650"/>
                                        <p:tgtEl>
                                          <p:spTgt spid="189"/>
                                        </p:tgtEl>
                                      </p:cBhvr>
                                    </p:animEffect>
                                    <p:anim calcmode="lin" valueType="num">
                                      <p:cBhvr>
                                        <p:cTn id="28" dur="650" fill="hold"/>
                                        <p:tgtEl>
                                          <p:spTgt spid="189"/>
                                        </p:tgtEl>
                                        <p:attrNameLst>
                                          <p:attrName>ppt_x</p:attrName>
                                        </p:attrNameLst>
                                      </p:cBhvr>
                                      <p:tavLst>
                                        <p:tav tm="0">
                                          <p:val>
                                            <p:strVal val="#ppt_x"/>
                                          </p:val>
                                        </p:tav>
                                        <p:tav tm="100000">
                                          <p:val>
                                            <p:strVal val="#ppt_x"/>
                                          </p:val>
                                        </p:tav>
                                      </p:tavLst>
                                    </p:anim>
                                    <p:anim calcmode="lin" valueType="num">
                                      <p:cBhvr>
                                        <p:cTn id="29" dur="650" fill="hold"/>
                                        <p:tgtEl>
                                          <p:spTgt spid="18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290"/>
                                  </p:stCondLst>
                                  <p:childTnLst>
                                    <p:set>
                                      <p:cBhvr>
                                        <p:cTn id="31" dur="1" fill="hold">
                                          <p:stCondLst>
                                            <p:cond delay="0"/>
                                          </p:stCondLst>
                                        </p:cTn>
                                        <p:tgtEl>
                                          <p:spTgt spid="190"/>
                                        </p:tgtEl>
                                        <p:attrNameLst>
                                          <p:attrName>style.visibility</p:attrName>
                                        </p:attrNameLst>
                                      </p:cBhvr>
                                      <p:to>
                                        <p:strVal val="visible"/>
                                      </p:to>
                                    </p:set>
                                    <p:animEffect transition="in" filter="fade">
                                      <p:cBhvr>
                                        <p:cTn id="32" dur="650"/>
                                        <p:tgtEl>
                                          <p:spTgt spid="190"/>
                                        </p:tgtEl>
                                      </p:cBhvr>
                                    </p:animEffect>
                                    <p:anim calcmode="lin" valueType="num">
                                      <p:cBhvr>
                                        <p:cTn id="33" dur="650" fill="hold"/>
                                        <p:tgtEl>
                                          <p:spTgt spid="190"/>
                                        </p:tgtEl>
                                        <p:attrNameLst>
                                          <p:attrName>ppt_x</p:attrName>
                                        </p:attrNameLst>
                                      </p:cBhvr>
                                      <p:tavLst>
                                        <p:tav tm="0">
                                          <p:val>
                                            <p:strVal val="#ppt_x"/>
                                          </p:val>
                                        </p:tav>
                                        <p:tav tm="100000">
                                          <p:val>
                                            <p:strVal val="#ppt_x"/>
                                          </p:val>
                                        </p:tav>
                                      </p:tavLst>
                                    </p:anim>
                                    <p:anim calcmode="lin" valueType="num">
                                      <p:cBhvr>
                                        <p:cTn id="34" dur="650" fill="hold"/>
                                        <p:tgtEl>
                                          <p:spTgt spid="190"/>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300"/>
                                        <p:tgtEl>
                                          <p:spTgt spid="74"/>
                                        </p:tgtEl>
                                      </p:cBhvr>
                                    </p:animEffect>
                                    <p:set>
                                      <p:cBhvr>
                                        <p:cTn id="39" dur="1" fill="hold">
                                          <p:stCondLst>
                                            <p:cond delay="299"/>
                                          </p:stCondLst>
                                        </p:cTn>
                                        <p:tgtEl>
                                          <p:spTgt spid="74"/>
                                        </p:tgtEl>
                                        <p:attrNameLst>
                                          <p:attrName>style.visibility</p:attrName>
                                        </p:attrNameLst>
                                      </p:cBhvr>
                                      <p:to>
                                        <p:strVal val="hidden"/>
                                      </p:to>
                                    </p:set>
                                  </p:childTnLst>
                                </p:cTn>
                              </p:par>
                              <p:par>
                                <p:cTn id="40" presetID="10" presetClass="exit" presetSubtype="0" fill="hold" grpId="0" nodeType="withEffect">
                                  <p:stCondLst>
                                    <p:cond delay="0"/>
                                  </p:stCondLst>
                                  <p:childTnLst>
                                    <p:animEffect transition="out" filter="fade">
                                      <p:cBhvr>
                                        <p:cTn id="41" dur="300"/>
                                        <p:tgtEl>
                                          <p:spTgt spid="75"/>
                                        </p:tgtEl>
                                      </p:cBhvr>
                                    </p:animEffect>
                                    <p:set>
                                      <p:cBhvr>
                                        <p:cTn id="42" dur="1" fill="hold">
                                          <p:stCondLst>
                                            <p:cond delay="299"/>
                                          </p:stCondLst>
                                        </p:cTn>
                                        <p:tgtEl>
                                          <p:spTgt spid="75"/>
                                        </p:tgtEl>
                                        <p:attrNameLst>
                                          <p:attrName>style.visibility</p:attrName>
                                        </p:attrNameLst>
                                      </p:cBhvr>
                                      <p:to>
                                        <p:strVal val="hidden"/>
                                      </p:to>
                                    </p:set>
                                  </p:childTnLst>
                                </p:cTn>
                              </p:par>
                              <p:par>
                                <p:cTn id="43" presetID="10" presetClass="exit" presetSubtype="0" fill="hold" grpId="0" nodeType="withEffect">
                                  <p:stCondLst>
                                    <p:cond delay="0"/>
                                  </p:stCondLst>
                                  <p:childTnLst>
                                    <p:animEffect transition="out" filter="fade">
                                      <p:cBhvr>
                                        <p:cTn id="44" dur="300"/>
                                        <p:tgtEl>
                                          <p:spTgt spid="76"/>
                                        </p:tgtEl>
                                      </p:cBhvr>
                                    </p:animEffect>
                                    <p:set>
                                      <p:cBhvr>
                                        <p:cTn id="45" dur="1" fill="hold">
                                          <p:stCondLst>
                                            <p:cond delay="299"/>
                                          </p:stCondLst>
                                        </p:cTn>
                                        <p:tgtEl>
                                          <p:spTgt spid="76"/>
                                        </p:tgtEl>
                                        <p:attrNameLst>
                                          <p:attrName>style.visibility</p:attrName>
                                        </p:attrNameLst>
                                      </p:cBhvr>
                                      <p:to>
                                        <p:strVal val="hidden"/>
                                      </p:to>
                                    </p:set>
                                  </p:childTnLst>
                                </p:cTn>
                              </p:par>
                              <p:par>
                                <p:cTn id="46" presetID="10" presetClass="exit" presetSubtype="0" fill="hold" grpId="0" nodeType="withEffect">
                                  <p:stCondLst>
                                    <p:cond delay="0"/>
                                  </p:stCondLst>
                                  <p:childTnLst>
                                    <p:animEffect transition="out" filter="fade">
                                      <p:cBhvr>
                                        <p:cTn id="47" dur="300"/>
                                        <p:tgtEl>
                                          <p:spTgt spid="77"/>
                                        </p:tgtEl>
                                      </p:cBhvr>
                                    </p:animEffect>
                                    <p:set>
                                      <p:cBhvr>
                                        <p:cTn id="48" dur="1" fill="hold">
                                          <p:stCondLst>
                                            <p:cond delay="299"/>
                                          </p:stCondLst>
                                        </p:cTn>
                                        <p:tgtEl>
                                          <p:spTgt spid="77"/>
                                        </p:tgtEl>
                                        <p:attrNameLst>
                                          <p:attrName>style.visibility</p:attrName>
                                        </p:attrNameLst>
                                      </p:cBhvr>
                                      <p:to>
                                        <p:strVal val="hidden"/>
                                      </p:to>
                                    </p:set>
                                  </p:childTnLst>
                                </p:cTn>
                              </p:par>
                              <p:par>
                                <p:cTn id="49" presetID="10" presetClass="exit" presetSubtype="0" fill="hold" grpId="0" nodeType="withEffect">
                                  <p:stCondLst>
                                    <p:cond delay="0"/>
                                  </p:stCondLst>
                                  <p:childTnLst>
                                    <p:animEffect transition="out" filter="fade">
                                      <p:cBhvr>
                                        <p:cTn id="50" dur="300"/>
                                        <p:tgtEl>
                                          <p:spTgt spid="78"/>
                                        </p:tgtEl>
                                      </p:cBhvr>
                                    </p:animEffect>
                                    <p:set>
                                      <p:cBhvr>
                                        <p:cTn id="51" dur="1" fill="hold">
                                          <p:stCondLst>
                                            <p:cond delay="299"/>
                                          </p:stCondLst>
                                        </p:cTn>
                                        <p:tgtEl>
                                          <p:spTgt spid="78"/>
                                        </p:tgtEl>
                                        <p:attrNameLst>
                                          <p:attrName>style.visibility</p:attrName>
                                        </p:attrNameLst>
                                      </p:cBhvr>
                                      <p:to>
                                        <p:strVal val="hidden"/>
                                      </p:to>
                                    </p:set>
                                  </p:childTnLst>
                                </p:cTn>
                              </p:par>
                              <p:par>
                                <p:cTn id="52" presetID="10" presetClass="exit" presetSubtype="0" fill="hold" grpId="0" nodeType="withEffect">
                                  <p:stCondLst>
                                    <p:cond delay="0"/>
                                  </p:stCondLst>
                                  <p:childTnLst>
                                    <p:animEffect transition="out" filter="fade">
                                      <p:cBhvr>
                                        <p:cTn id="53" dur="300"/>
                                        <p:tgtEl>
                                          <p:spTgt spid="79"/>
                                        </p:tgtEl>
                                      </p:cBhvr>
                                    </p:animEffect>
                                    <p:set>
                                      <p:cBhvr>
                                        <p:cTn id="54" dur="1" fill="hold">
                                          <p:stCondLst>
                                            <p:cond delay="299"/>
                                          </p:stCondLst>
                                        </p:cTn>
                                        <p:tgtEl>
                                          <p:spTgt spid="79"/>
                                        </p:tgtEl>
                                        <p:attrNameLst>
                                          <p:attrName>style.visibility</p:attrName>
                                        </p:attrNameLst>
                                      </p:cBhvr>
                                      <p:to>
                                        <p:strVal val="hidden"/>
                                      </p:to>
                                    </p:set>
                                  </p:childTnLst>
                                </p:cTn>
                              </p:par>
                              <p:par>
                                <p:cTn id="55" presetID="10" presetClass="exit" presetSubtype="0" fill="hold" grpId="0" nodeType="withEffect">
                                  <p:stCondLst>
                                    <p:cond delay="0"/>
                                  </p:stCondLst>
                                  <p:childTnLst>
                                    <p:animEffect transition="out" filter="fade">
                                      <p:cBhvr>
                                        <p:cTn id="56" dur="300"/>
                                        <p:tgtEl>
                                          <p:spTgt spid="80"/>
                                        </p:tgtEl>
                                      </p:cBhvr>
                                    </p:animEffect>
                                    <p:set>
                                      <p:cBhvr>
                                        <p:cTn id="57" dur="1" fill="hold">
                                          <p:stCondLst>
                                            <p:cond delay="299"/>
                                          </p:stCondLst>
                                        </p:cTn>
                                        <p:tgtEl>
                                          <p:spTgt spid="80"/>
                                        </p:tgtEl>
                                        <p:attrNameLst>
                                          <p:attrName>style.visibility</p:attrName>
                                        </p:attrNameLst>
                                      </p:cBhvr>
                                      <p:to>
                                        <p:strVal val="hidden"/>
                                      </p:to>
                                    </p:set>
                                  </p:childTnLst>
                                </p:cTn>
                              </p:par>
                              <p:par>
                                <p:cTn id="58" presetID="10" presetClass="exit" presetSubtype="0" fill="hold" grpId="0" nodeType="withEffect">
                                  <p:stCondLst>
                                    <p:cond delay="0"/>
                                  </p:stCondLst>
                                  <p:childTnLst>
                                    <p:animEffect transition="out" filter="fade">
                                      <p:cBhvr>
                                        <p:cTn id="59" dur="300"/>
                                        <p:tgtEl>
                                          <p:spTgt spid="81"/>
                                        </p:tgtEl>
                                      </p:cBhvr>
                                    </p:animEffect>
                                    <p:set>
                                      <p:cBhvr>
                                        <p:cTn id="60" dur="1" fill="hold">
                                          <p:stCondLst>
                                            <p:cond delay="299"/>
                                          </p:stCondLst>
                                        </p:cTn>
                                        <p:tgtEl>
                                          <p:spTgt spid="81"/>
                                        </p:tgtEl>
                                        <p:attrNameLst>
                                          <p:attrName>style.visibility</p:attrName>
                                        </p:attrNameLst>
                                      </p:cBhvr>
                                      <p:to>
                                        <p:strVal val="hidden"/>
                                      </p:to>
                                    </p:set>
                                  </p:childTnLst>
                                </p:cTn>
                              </p:par>
                              <p:par>
                                <p:cTn id="61" presetID="10" presetClass="exit" presetSubtype="0" fill="hold" grpId="0" nodeType="withEffect">
                                  <p:stCondLst>
                                    <p:cond delay="0"/>
                                  </p:stCondLst>
                                  <p:childTnLst>
                                    <p:animEffect transition="out" filter="fade">
                                      <p:cBhvr>
                                        <p:cTn id="62" dur="300"/>
                                        <p:tgtEl>
                                          <p:spTgt spid="82"/>
                                        </p:tgtEl>
                                      </p:cBhvr>
                                    </p:animEffect>
                                    <p:set>
                                      <p:cBhvr>
                                        <p:cTn id="63" dur="1" fill="hold">
                                          <p:stCondLst>
                                            <p:cond delay="299"/>
                                          </p:stCondLst>
                                        </p:cTn>
                                        <p:tgtEl>
                                          <p:spTgt spid="82"/>
                                        </p:tgtEl>
                                        <p:attrNameLst>
                                          <p:attrName>style.visibility</p:attrName>
                                        </p:attrNameLst>
                                      </p:cBhvr>
                                      <p:to>
                                        <p:strVal val="hidden"/>
                                      </p:to>
                                    </p:set>
                                  </p:childTnLst>
                                </p:cTn>
                              </p:par>
                              <p:par>
                                <p:cTn id="64" presetID="10" presetClass="exit" presetSubtype="0" fill="hold" grpId="0" nodeType="withEffect">
                                  <p:stCondLst>
                                    <p:cond delay="0"/>
                                  </p:stCondLst>
                                  <p:childTnLst>
                                    <p:animEffect transition="out" filter="fade">
                                      <p:cBhvr>
                                        <p:cTn id="65" dur="300"/>
                                        <p:tgtEl>
                                          <p:spTgt spid="83"/>
                                        </p:tgtEl>
                                      </p:cBhvr>
                                    </p:animEffect>
                                    <p:set>
                                      <p:cBhvr>
                                        <p:cTn id="66" dur="1" fill="hold">
                                          <p:stCondLst>
                                            <p:cond delay="299"/>
                                          </p:stCondLst>
                                        </p:cTn>
                                        <p:tgtEl>
                                          <p:spTgt spid="83"/>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300"/>
                                        <p:tgtEl>
                                          <p:spTgt spid="84"/>
                                        </p:tgtEl>
                                      </p:cBhvr>
                                    </p:animEffect>
                                    <p:set>
                                      <p:cBhvr>
                                        <p:cTn id="69" dur="1" fill="hold">
                                          <p:stCondLst>
                                            <p:cond delay="299"/>
                                          </p:stCondLst>
                                        </p:cTn>
                                        <p:tgtEl>
                                          <p:spTgt spid="84"/>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300"/>
                                        <p:tgtEl>
                                          <p:spTgt spid="85"/>
                                        </p:tgtEl>
                                      </p:cBhvr>
                                    </p:animEffect>
                                    <p:set>
                                      <p:cBhvr>
                                        <p:cTn id="72" dur="1" fill="hold">
                                          <p:stCondLst>
                                            <p:cond delay="299"/>
                                          </p:stCondLst>
                                        </p:cTn>
                                        <p:tgtEl>
                                          <p:spTgt spid="85"/>
                                        </p:tgtEl>
                                        <p:attrNameLst>
                                          <p:attrName>style.visibility</p:attrName>
                                        </p:attrNameLst>
                                      </p:cBhvr>
                                      <p:to>
                                        <p:strVal val="hidden"/>
                                      </p:to>
                                    </p:set>
                                  </p:childTnLst>
                                </p:cTn>
                              </p:par>
                              <p:par>
                                <p:cTn id="73" presetID="10" presetClass="exit" presetSubtype="0" fill="hold" grpId="0" nodeType="withEffect">
                                  <p:stCondLst>
                                    <p:cond delay="0"/>
                                  </p:stCondLst>
                                  <p:childTnLst>
                                    <p:animEffect transition="out" filter="fade">
                                      <p:cBhvr>
                                        <p:cTn id="74" dur="300"/>
                                        <p:tgtEl>
                                          <p:spTgt spid="86"/>
                                        </p:tgtEl>
                                      </p:cBhvr>
                                    </p:animEffect>
                                    <p:set>
                                      <p:cBhvr>
                                        <p:cTn id="75" dur="1" fill="hold">
                                          <p:stCondLst>
                                            <p:cond delay="299"/>
                                          </p:stCondLst>
                                        </p:cTn>
                                        <p:tgtEl>
                                          <p:spTgt spid="86"/>
                                        </p:tgtEl>
                                        <p:attrNameLst>
                                          <p:attrName>style.visibility</p:attrName>
                                        </p:attrNameLst>
                                      </p:cBhvr>
                                      <p:to>
                                        <p:strVal val="hidden"/>
                                      </p:to>
                                    </p:set>
                                  </p:childTnLst>
                                </p:cTn>
                              </p:par>
                              <p:par>
                                <p:cTn id="76" presetID="10" presetClass="exit" presetSubtype="0" fill="hold" grpId="0" nodeType="withEffect">
                                  <p:stCondLst>
                                    <p:cond delay="0"/>
                                  </p:stCondLst>
                                  <p:childTnLst>
                                    <p:animEffect transition="out" filter="fade">
                                      <p:cBhvr>
                                        <p:cTn id="77" dur="300"/>
                                        <p:tgtEl>
                                          <p:spTgt spid="87"/>
                                        </p:tgtEl>
                                      </p:cBhvr>
                                    </p:animEffect>
                                    <p:set>
                                      <p:cBhvr>
                                        <p:cTn id="78" dur="1" fill="hold">
                                          <p:stCondLst>
                                            <p:cond delay="299"/>
                                          </p:stCondLst>
                                        </p:cTn>
                                        <p:tgtEl>
                                          <p:spTgt spid="87"/>
                                        </p:tgtEl>
                                        <p:attrNameLst>
                                          <p:attrName>style.visibility</p:attrName>
                                        </p:attrNameLst>
                                      </p:cBhvr>
                                      <p:to>
                                        <p:strVal val="hidden"/>
                                      </p:to>
                                    </p:set>
                                  </p:childTnLst>
                                </p:cTn>
                              </p:par>
                              <p:par>
                                <p:cTn id="79" presetID="10" presetClass="exit" presetSubtype="0" fill="hold" grpId="0" nodeType="withEffect">
                                  <p:stCondLst>
                                    <p:cond delay="0"/>
                                  </p:stCondLst>
                                  <p:childTnLst>
                                    <p:animEffect transition="out" filter="fade">
                                      <p:cBhvr>
                                        <p:cTn id="80" dur="300"/>
                                        <p:tgtEl>
                                          <p:spTgt spid="88"/>
                                        </p:tgtEl>
                                      </p:cBhvr>
                                    </p:animEffect>
                                    <p:set>
                                      <p:cBhvr>
                                        <p:cTn id="81" dur="1" fill="hold">
                                          <p:stCondLst>
                                            <p:cond delay="299"/>
                                          </p:stCondLst>
                                        </p:cTn>
                                        <p:tgtEl>
                                          <p:spTgt spid="88"/>
                                        </p:tgtEl>
                                        <p:attrNameLst>
                                          <p:attrName>style.visibility</p:attrName>
                                        </p:attrNameLst>
                                      </p:cBhvr>
                                      <p:to>
                                        <p:strVal val="hidden"/>
                                      </p:to>
                                    </p:set>
                                  </p:childTnLst>
                                </p:cTn>
                              </p:par>
                              <p:par>
                                <p:cTn id="82" presetID="1" presetClass="entr" presetSubtype="0" fill="hold" grpId="0" nodeType="withEffect">
                                  <p:stCondLst>
                                    <p:cond delay="0"/>
                                  </p:stCondLst>
                                  <p:childTnLst>
                                    <p:set>
                                      <p:cBhvr>
                                        <p:cTn id="83" dur="1" fill="hold">
                                          <p:stCondLst>
                                            <p:cond delay="0"/>
                                          </p:stCondLst>
                                        </p:cTn>
                                        <p:tgtEl>
                                          <p:spTgt spid="56"/>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57"/>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58"/>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71"/>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72"/>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73"/>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101"/>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102"/>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103"/>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108"/>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109"/>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110"/>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115"/>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116"/>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117"/>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125"/>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126"/>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127"/>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128"/>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132"/>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133"/>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134"/>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135"/>
                                        </p:tgtEl>
                                        <p:attrNameLst>
                                          <p:attrName>style.visibility</p:attrName>
                                        </p:attrNameLst>
                                      </p:cBhvr>
                                      <p:to>
                                        <p:strVal val="visible"/>
                                      </p:to>
                                    </p:set>
                                  </p:childTnLst>
                                </p:cTn>
                              </p:par>
                              <p:par>
                                <p:cTn id="128" presetID="10" presetClass="exit" presetSubtype="0" fill="hold" grpId="0" nodeType="withEffect">
                                  <p:stCondLst>
                                    <p:cond delay="0"/>
                                  </p:stCondLst>
                                  <p:childTnLst>
                                    <p:animEffect transition="out" filter="fade">
                                      <p:cBhvr>
                                        <p:cTn id="129" dur="420"/>
                                        <p:tgtEl>
                                          <p:spTgt spid="89"/>
                                        </p:tgtEl>
                                      </p:cBhvr>
                                    </p:animEffect>
                                    <p:set>
                                      <p:cBhvr>
                                        <p:cTn id="130" dur="1" fill="hold">
                                          <p:stCondLst>
                                            <p:cond delay="419"/>
                                          </p:stCondLst>
                                        </p:cTn>
                                        <p:tgtEl>
                                          <p:spTgt spid="89"/>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420"/>
                                        <p:tgtEl>
                                          <p:spTgt spid="90"/>
                                        </p:tgtEl>
                                      </p:cBhvr>
                                    </p:animEffect>
                                    <p:set>
                                      <p:cBhvr>
                                        <p:cTn id="133" dur="1" fill="hold">
                                          <p:stCondLst>
                                            <p:cond delay="419"/>
                                          </p:stCondLst>
                                        </p:cTn>
                                        <p:tgtEl>
                                          <p:spTgt spid="90"/>
                                        </p:tgtEl>
                                        <p:attrNameLst>
                                          <p:attrName>style.visibility</p:attrName>
                                        </p:attrNameLst>
                                      </p:cBhvr>
                                      <p:to>
                                        <p:strVal val="hidden"/>
                                      </p:to>
                                    </p:set>
                                  </p:childTnLst>
                                </p:cTn>
                              </p:par>
                              <p:par>
                                <p:cTn id="134" presetID="10" presetClass="exit" presetSubtype="0" fill="hold" grpId="0" nodeType="withEffect">
                                  <p:stCondLst>
                                    <p:cond delay="0"/>
                                  </p:stCondLst>
                                  <p:childTnLst>
                                    <p:animEffect transition="out" filter="fade">
                                      <p:cBhvr>
                                        <p:cTn id="135" dur="420"/>
                                        <p:tgtEl>
                                          <p:spTgt spid="91"/>
                                        </p:tgtEl>
                                      </p:cBhvr>
                                    </p:animEffect>
                                    <p:set>
                                      <p:cBhvr>
                                        <p:cTn id="136" dur="1" fill="hold">
                                          <p:stCondLst>
                                            <p:cond delay="419"/>
                                          </p:stCondLst>
                                        </p:cTn>
                                        <p:tgtEl>
                                          <p:spTgt spid="91"/>
                                        </p:tgtEl>
                                        <p:attrNameLst>
                                          <p:attrName>style.visibility</p:attrName>
                                        </p:attrNameLst>
                                      </p:cBhvr>
                                      <p:to>
                                        <p:strVal val="hidden"/>
                                      </p:to>
                                    </p:set>
                                  </p:childTnLst>
                                </p:cTn>
                              </p:par>
                              <p:par>
                                <p:cTn id="137" presetID="10" presetClass="exit" presetSubtype="0" fill="hold" grpId="0" nodeType="withEffect">
                                  <p:stCondLst>
                                    <p:cond delay="0"/>
                                  </p:stCondLst>
                                  <p:childTnLst>
                                    <p:animEffect transition="out" filter="fade">
                                      <p:cBhvr>
                                        <p:cTn id="138" dur="420"/>
                                        <p:tgtEl>
                                          <p:spTgt spid="92"/>
                                        </p:tgtEl>
                                      </p:cBhvr>
                                    </p:animEffect>
                                    <p:set>
                                      <p:cBhvr>
                                        <p:cTn id="139" dur="1" fill="hold">
                                          <p:stCondLst>
                                            <p:cond delay="419"/>
                                          </p:stCondLst>
                                        </p:cTn>
                                        <p:tgtEl>
                                          <p:spTgt spid="92"/>
                                        </p:tgtEl>
                                        <p:attrNameLst>
                                          <p:attrName>style.visibility</p:attrName>
                                        </p:attrNameLst>
                                      </p:cBhvr>
                                      <p:to>
                                        <p:strVal val="hidden"/>
                                      </p:to>
                                    </p:set>
                                  </p:childTnLst>
                                </p:cTn>
                              </p:par>
                              <p:par>
                                <p:cTn id="140" presetID="10" presetClass="exit" presetSubtype="0" fill="hold" grpId="0" nodeType="withEffect">
                                  <p:stCondLst>
                                    <p:cond delay="0"/>
                                  </p:stCondLst>
                                  <p:childTnLst>
                                    <p:animEffect transition="out" filter="fade">
                                      <p:cBhvr>
                                        <p:cTn id="141" dur="420"/>
                                        <p:tgtEl>
                                          <p:spTgt spid="93"/>
                                        </p:tgtEl>
                                      </p:cBhvr>
                                    </p:animEffect>
                                    <p:set>
                                      <p:cBhvr>
                                        <p:cTn id="142" dur="1" fill="hold">
                                          <p:stCondLst>
                                            <p:cond delay="419"/>
                                          </p:stCondLst>
                                        </p:cTn>
                                        <p:tgtEl>
                                          <p:spTgt spid="93"/>
                                        </p:tgtEl>
                                        <p:attrNameLst>
                                          <p:attrName>style.visibility</p:attrName>
                                        </p:attrNameLst>
                                      </p:cBhvr>
                                      <p:to>
                                        <p:strVal val="hidden"/>
                                      </p:to>
                                    </p:set>
                                  </p:childTnLst>
                                </p:cTn>
                              </p:par>
                              <p:par>
                                <p:cTn id="143" presetID="10" presetClass="exit" presetSubtype="0" fill="hold" grpId="0" nodeType="withEffect">
                                  <p:stCondLst>
                                    <p:cond delay="0"/>
                                  </p:stCondLst>
                                  <p:childTnLst>
                                    <p:animEffect transition="out" filter="fade">
                                      <p:cBhvr>
                                        <p:cTn id="144" dur="420"/>
                                        <p:tgtEl>
                                          <p:spTgt spid="94"/>
                                        </p:tgtEl>
                                      </p:cBhvr>
                                    </p:animEffect>
                                    <p:set>
                                      <p:cBhvr>
                                        <p:cTn id="145" dur="1" fill="hold">
                                          <p:stCondLst>
                                            <p:cond delay="419"/>
                                          </p:stCondLst>
                                        </p:cTn>
                                        <p:tgtEl>
                                          <p:spTgt spid="94"/>
                                        </p:tgtEl>
                                        <p:attrNameLst>
                                          <p:attrName>style.visibility</p:attrName>
                                        </p:attrNameLst>
                                      </p:cBhvr>
                                      <p:to>
                                        <p:strVal val="hidden"/>
                                      </p:to>
                                    </p:set>
                                  </p:childTnLst>
                                </p:cTn>
                              </p:par>
                              <p:par>
                                <p:cTn id="146" presetID="10" presetClass="exit" presetSubtype="0" fill="hold" grpId="0" nodeType="withEffect">
                                  <p:stCondLst>
                                    <p:cond delay="0"/>
                                  </p:stCondLst>
                                  <p:childTnLst>
                                    <p:animEffect transition="out" filter="fade">
                                      <p:cBhvr>
                                        <p:cTn id="147" dur="420"/>
                                        <p:tgtEl>
                                          <p:spTgt spid="104"/>
                                        </p:tgtEl>
                                      </p:cBhvr>
                                    </p:animEffect>
                                    <p:set>
                                      <p:cBhvr>
                                        <p:cTn id="148" dur="1" fill="hold">
                                          <p:stCondLst>
                                            <p:cond delay="419"/>
                                          </p:stCondLst>
                                        </p:cTn>
                                        <p:tgtEl>
                                          <p:spTgt spid="104"/>
                                        </p:tgtEl>
                                        <p:attrNameLst>
                                          <p:attrName>style.visibility</p:attrName>
                                        </p:attrNameLst>
                                      </p:cBhvr>
                                      <p:to>
                                        <p:strVal val="hidden"/>
                                      </p:to>
                                    </p:set>
                                  </p:childTnLst>
                                </p:cTn>
                              </p:par>
                              <p:par>
                                <p:cTn id="149" presetID="10" presetClass="exit" presetSubtype="0" fill="hold" grpId="0" nodeType="withEffect">
                                  <p:stCondLst>
                                    <p:cond delay="0"/>
                                  </p:stCondLst>
                                  <p:childTnLst>
                                    <p:animEffect transition="out" filter="fade">
                                      <p:cBhvr>
                                        <p:cTn id="150" dur="420"/>
                                        <p:tgtEl>
                                          <p:spTgt spid="105"/>
                                        </p:tgtEl>
                                      </p:cBhvr>
                                    </p:animEffect>
                                    <p:set>
                                      <p:cBhvr>
                                        <p:cTn id="151" dur="1" fill="hold">
                                          <p:stCondLst>
                                            <p:cond delay="419"/>
                                          </p:stCondLst>
                                        </p:cTn>
                                        <p:tgtEl>
                                          <p:spTgt spid="105"/>
                                        </p:tgtEl>
                                        <p:attrNameLst>
                                          <p:attrName>style.visibility</p:attrName>
                                        </p:attrNameLst>
                                      </p:cBhvr>
                                      <p:to>
                                        <p:strVal val="hidden"/>
                                      </p:to>
                                    </p:set>
                                  </p:childTnLst>
                                </p:cTn>
                              </p:par>
                              <p:par>
                                <p:cTn id="152" presetID="10" presetClass="exit" presetSubtype="0" fill="hold" grpId="0" nodeType="withEffect">
                                  <p:stCondLst>
                                    <p:cond delay="0"/>
                                  </p:stCondLst>
                                  <p:childTnLst>
                                    <p:animEffect transition="out" filter="fade">
                                      <p:cBhvr>
                                        <p:cTn id="153" dur="420"/>
                                        <p:tgtEl>
                                          <p:spTgt spid="106"/>
                                        </p:tgtEl>
                                      </p:cBhvr>
                                    </p:animEffect>
                                    <p:set>
                                      <p:cBhvr>
                                        <p:cTn id="154" dur="1" fill="hold">
                                          <p:stCondLst>
                                            <p:cond delay="419"/>
                                          </p:stCondLst>
                                        </p:cTn>
                                        <p:tgtEl>
                                          <p:spTgt spid="106"/>
                                        </p:tgtEl>
                                        <p:attrNameLst>
                                          <p:attrName>style.visibility</p:attrName>
                                        </p:attrNameLst>
                                      </p:cBhvr>
                                      <p:to>
                                        <p:strVal val="hidden"/>
                                      </p:to>
                                    </p:set>
                                  </p:childTnLst>
                                </p:cTn>
                              </p:par>
                              <p:par>
                                <p:cTn id="155" presetID="10" presetClass="exit" presetSubtype="0" fill="hold" grpId="0" nodeType="withEffect">
                                  <p:stCondLst>
                                    <p:cond delay="0"/>
                                  </p:stCondLst>
                                  <p:childTnLst>
                                    <p:animEffect transition="out" filter="fade">
                                      <p:cBhvr>
                                        <p:cTn id="156" dur="420"/>
                                        <p:tgtEl>
                                          <p:spTgt spid="111"/>
                                        </p:tgtEl>
                                      </p:cBhvr>
                                    </p:animEffect>
                                    <p:set>
                                      <p:cBhvr>
                                        <p:cTn id="157" dur="1" fill="hold">
                                          <p:stCondLst>
                                            <p:cond delay="419"/>
                                          </p:stCondLst>
                                        </p:cTn>
                                        <p:tgtEl>
                                          <p:spTgt spid="111"/>
                                        </p:tgtEl>
                                        <p:attrNameLst>
                                          <p:attrName>style.visibility</p:attrName>
                                        </p:attrNameLst>
                                      </p:cBhvr>
                                      <p:to>
                                        <p:strVal val="hidden"/>
                                      </p:to>
                                    </p:set>
                                  </p:childTnLst>
                                </p:cTn>
                              </p:par>
                              <p:par>
                                <p:cTn id="158" presetID="10" presetClass="exit" presetSubtype="0" fill="hold" grpId="0" nodeType="withEffect">
                                  <p:stCondLst>
                                    <p:cond delay="0"/>
                                  </p:stCondLst>
                                  <p:childTnLst>
                                    <p:animEffect transition="out" filter="fade">
                                      <p:cBhvr>
                                        <p:cTn id="159" dur="420"/>
                                        <p:tgtEl>
                                          <p:spTgt spid="112"/>
                                        </p:tgtEl>
                                      </p:cBhvr>
                                    </p:animEffect>
                                    <p:set>
                                      <p:cBhvr>
                                        <p:cTn id="160" dur="1" fill="hold">
                                          <p:stCondLst>
                                            <p:cond delay="419"/>
                                          </p:stCondLst>
                                        </p:cTn>
                                        <p:tgtEl>
                                          <p:spTgt spid="112"/>
                                        </p:tgtEl>
                                        <p:attrNameLst>
                                          <p:attrName>style.visibility</p:attrName>
                                        </p:attrNameLst>
                                      </p:cBhvr>
                                      <p:to>
                                        <p:strVal val="hidden"/>
                                      </p:to>
                                    </p:set>
                                  </p:childTnLst>
                                </p:cTn>
                              </p:par>
                              <p:par>
                                <p:cTn id="161" presetID="10" presetClass="exit" presetSubtype="0" fill="hold" grpId="0" nodeType="withEffect">
                                  <p:stCondLst>
                                    <p:cond delay="0"/>
                                  </p:stCondLst>
                                  <p:childTnLst>
                                    <p:animEffect transition="out" filter="fade">
                                      <p:cBhvr>
                                        <p:cTn id="162" dur="420"/>
                                        <p:tgtEl>
                                          <p:spTgt spid="113"/>
                                        </p:tgtEl>
                                      </p:cBhvr>
                                    </p:animEffect>
                                    <p:set>
                                      <p:cBhvr>
                                        <p:cTn id="163" dur="1" fill="hold">
                                          <p:stCondLst>
                                            <p:cond delay="419"/>
                                          </p:stCondLst>
                                        </p:cTn>
                                        <p:tgtEl>
                                          <p:spTgt spid="113"/>
                                        </p:tgtEl>
                                        <p:attrNameLst>
                                          <p:attrName>style.visibility</p:attrName>
                                        </p:attrNameLst>
                                      </p:cBhvr>
                                      <p:to>
                                        <p:strVal val="hidden"/>
                                      </p:to>
                                    </p:set>
                                  </p:childTnLst>
                                </p:cTn>
                              </p:par>
                              <p:par>
                                <p:cTn id="164" presetID="10" presetClass="exit" presetSubtype="0" fill="hold" grpId="0" nodeType="withEffect">
                                  <p:stCondLst>
                                    <p:cond delay="0"/>
                                  </p:stCondLst>
                                  <p:childTnLst>
                                    <p:animEffect transition="out" filter="fade">
                                      <p:cBhvr>
                                        <p:cTn id="165" dur="420"/>
                                        <p:tgtEl>
                                          <p:spTgt spid="118"/>
                                        </p:tgtEl>
                                      </p:cBhvr>
                                    </p:animEffect>
                                    <p:set>
                                      <p:cBhvr>
                                        <p:cTn id="166" dur="1" fill="hold">
                                          <p:stCondLst>
                                            <p:cond delay="419"/>
                                          </p:stCondLst>
                                        </p:cTn>
                                        <p:tgtEl>
                                          <p:spTgt spid="118"/>
                                        </p:tgtEl>
                                        <p:attrNameLst>
                                          <p:attrName>style.visibility</p:attrName>
                                        </p:attrNameLst>
                                      </p:cBhvr>
                                      <p:to>
                                        <p:strVal val="hidden"/>
                                      </p:to>
                                    </p:set>
                                  </p:childTnLst>
                                </p:cTn>
                              </p:par>
                              <p:par>
                                <p:cTn id="167" presetID="10" presetClass="exit" presetSubtype="0" fill="hold" grpId="0" nodeType="withEffect">
                                  <p:stCondLst>
                                    <p:cond delay="0"/>
                                  </p:stCondLst>
                                  <p:childTnLst>
                                    <p:animEffect transition="out" filter="fade">
                                      <p:cBhvr>
                                        <p:cTn id="168" dur="420"/>
                                        <p:tgtEl>
                                          <p:spTgt spid="119"/>
                                        </p:tgtEl>
                                      </p:cBhvr>
                                    </p:animEffect>
                                    <p:set>
                                      <p:cBhvr>
                                        <p:cTn id="169" dur="1" fill="hold">
                                          <p:stCondLst>
                                            <p:cond delay="419"/>
                                          </p:stCondLst>
                                        </p:cTn>
                                        <p:tgtEl>
                                          <p:spTgt spid="119"/>
                                        </p:tgtEl>
                                        <p:attrNameLst>
                                          <p:attrName>style.visibility</p:attrName>
                                        </p:attrNameLst>
                                      </p:cBhvr>
                                      <p:to>
                                        <p:strVal val="hidden"/>
                                      </p:to>
                                    </p:set>
                                  </p:childTnLst>
                                </p:cTn>
                              </p:par>
                              <p:par>
                                <p:cTn id="170" presetID="10" presetClass="exit" presetSubtype="0" fill="hold" grpId="0" nodeType="withEffect">
                                  <p:stCondLst>
                                    <p:cond delay="0"/>
                                  </p:stCondLst>
                                  <p:childTnLst>
                                    <p:animEffect transition="out" filter="fade">
                                      <p:cBhvr>
                                        <p:cTn id="171" dur="420"/>
                                        <p:tgtEl>
                                          <p:spTgt spid="120"/>
                                        </p:tgtEl>
                                      </p:cBhvr>
                                    </p:animEffect>
                                    <p:set>
                                      <p:cBhvr>
                                        <p:cTn id="172" dur="1" fill="hold">
                                          <p:stCondLst>
                                            <p:cond delay="419"/>
                                          </p:stCondLst>
                                        </p:cTn>
                                        <p:tgtEl>
                                          <p:spTgt spid="120"/>
                                        </p:tgtEl>
                                        <p:attrNameLst>
                                          <p:attrName>style.visibility</p:attrName>
                                        </p:attrNameLst>
                                      </p:cBhvr>
                                      <p:to>
                                        <p:strVal val="hidden"/>
                                      </p:to>
                                    </p:set>
                                  </p:childTnLst>
                                </p:cTn>
                              </p:par>
                              <p:par>
                                <p:cTn id="173" presetID="10" presetClass="exit" presetSubtype="0" fill="hold" grpId="0" nodeType="withEffect">
                                  <p:stCondLst>
                                    <p:cond delay="0"/>
                                  </p:stCondLst>
                                  <p:childTnLst>
                                    <p:animEffect transition="out" filter="fade">
                                      <p:cBhvr>
                                        <p:cTn id="174" dur="420"/>
                                        <p:tgtEl>
                                          <p:spTgt spid="161"/>
                                        </p:tgtEl>
                                      </p:cBhvr>
                                    </p:animEffect>
                                    <p:set>
                                      <p:cBhvr>
                                        <p:cTn id="175" dur="1" fill="hold">
                                          <p:stCondLst>
                                            <p:cond delay="419"/>
                                          </p:stCondLst>
                                        </p:cTn>
                                        <p:tgtEl>
                                          <p:spTgt spid="161"/>
                                        </p:tgtEl>
                                        <p:attrNameLst>
                                          <p:attrName>style.visibility</p:attrName>
                                        </p:attrNameLst>
                                      </p:cBhvr>
                                      <p:to>
                                        <p:strVal val="hidden"/>
                                      </p:to>
                                    </p:set>
                                  </p:childTnLst>
                                </p:cTn>
                              </p:par>
                              <p:par>
                                <p:cTn id="176" presetID="10" presetClass="exit" presetSubtype="0" fill="hold" grpId="0" nodeType="withEffect">
                                  <p:stCondLst>
                                    <p:cond delay="0"/>
                                  </p:stCondLst>
                                  <p:childTnLst>
                                    <p:animEffect transition="out" filter="fade">
                                      <p:cBhvr>
                                        <p:cTn id="177" dur="420"/>
                                        <p:tgtEl>
                                          <p:spTgt spid="162"/>
                                        </p:tgtEl>
                                      </p:cBhvr>
                                    </p:animEffect>
                                    <p:set>
                                      <p:cBhvr>
                                        <p:cTn id="178" dur="1" fill="hold">
                                          <p:stCondLst>
                                            <p:cond delay="419"/>
                                          </p:stCondLst>
                                        </p:cTn>
                                        <p:tgtEl>
                                          <p:spTgt spid="162"/>
                                        </p:tgtEl>
                                        <p:attrNameLst>
                                          <p:attrName>style.visibility</p:attrName>
                                        </p:attrNameLst>
                                      </p:cBhvr>
                                      <p:to>
                                        <p:strVal val="hidden"/>
                                      </p:to>
                                    </p:set>
                                  </p:childTnLst>
                                </p:cTn>
                              </p:par>
                              <p:par>
                                <p:cTn id="179" presetID="10" presetClass="exit" presetSubtype="0" fill="hold" grpId="0" nodeType="withEffect">
                                  <p:stCondLst>
                                    <p:cond delay="0"/>
                                  </p:stCondLst>
                                  <p:childTnLst>
                                    <p:animEffect transition="out" filter="fade">
                                      <p:cBhvr>
                                        <p:cTn id="180" dur="420"/>
                                        <p:tgtEl>
                                          <p:spTgt spid="163"/>
                                        </p:tgtEl>
                                      </p:cBhvr>
                                    </p:animEffect>
                                    <p:set>
                                      <p:cBhvr>
                                        <p:cTn id="181" dur="1" fill="hold">
                                          <p:stCondLst>
                                            <p:cond delay="419"/>
                                          </p:stCondLst>
                                        </p:cTn>
                                        <p:tgtEl>
                                          <p:spTgt spid="163"/>
                                        </p:tgtEl>
                                        <p:attrNameLst>
                                          <p:attrName>style.visibility</p:attrName>
                                        </p:attrNameLst>
                                      </p:cBhvr>
                                      <p:to>
                                        <p:strVal val="hidden"/>
                                      </p:to>
                                    </p:set>
                                  </p:childTnLst>
                                </p:cTn>
                              </p:par>
                              <p:par>
                                <p:cTn id="182" presetID="10" presetClass="exit" presetSubtype="0" fill="hold" grpId="0" nodeType="withEffect">
                                  <p:stCondLst>
                                    <p:cond delay="0"/>
                                  </p:stCondLst>
                                  <p:childTnLst>
                                    <p:animEffect transition="out" filter="fade">
                                      <p:cBhvr>
                                        <p:cTn id="183" dur="420"/>
                                        <p:tgtEl>
                                          <p:spTgt spid="164"/>
                                        </p:tgtEl>
                                      </p:cBhvr>
                                    </p:animEffect>
                                    <p:set>
                                      <p:cBhvr>
                                        <p:cTn id="184" dur="1" fill="hold">
                                          <p:stCondLst>
                                            <p:cond delay="419"/>
                                          </p:stCondLst>
                                        </p:cTn>
                                        <p:tgtEl>
                                          <p:spTgt spid="164"/>
                                        </p:tgtEl>
                                        <p:attrNameLst>
                                          <p:attrName>style.visibility</p:attrName>
                                        </p:attrNameLst>
                                      </p:cBhvr>
                                      <p:to>
                                        <p:strVal val="hidden"/>
                                      </p:to>
                                    </p:set>
                                  </p:childTnLst>
                                </p:cTn>
                              </p:par>
                              <p:par>
                                <p:cTn id="185" presetID="10" presetClass="exit" presetSubtype="0" fill="hold" grpId="0" nodeType="withEffect">
                                  <p:stCondLst>
                                    <p:cond delay="0"/>
                                  </p:stCondLst>
                                  <p:childTnLst>
                                    <p:animEffect transition="out" filter="fade">
                                      <p:cBhvr>
                                        <p:cTn id="186" dur="420"/>
                                        <p:tgtEl>
                                          <p:spTgt spid="165"/>
                                        </p:tgtEl>
                                      </p:cBhvr>
                                    </p:animEffect>
                                    <p:set>
                                      <p:cBhvr>
                                        <p:cTn id="187" dur="1" fill="hold">
                                          <p:stCondLst>
                                            <p:cond delay="419"/>
                                          </p:stCondLst>
                                        </p:cTn>
                                        <p:tgtEl>
                                          <p:spTgt spid="165"/>
                                        </p:tgtEl>
                                        <p:attrNameLst>
                                          <p:attrName>style.visibility</p:attrName>
                                        </p:attrNameLst>
                                      </p:cBhvr>
                                      <p:to>
                                        <p:strVal val="hidden"/>
                                      </p:to>
                                    </p:set>
                                  </p:childTnLst>
                                </p:cTn>
                              </p:par>
                              <p:par>
                                <p:cTn id="188" presetID="10" presetClass="exit" presetSubtype="0" fill="hold" grpId="0" nodeType="withEffect">
                                  <p:stCondLst>
                                    <p:cond delay="0"/>
                                  </p:stCondLst>
                                  <p:childTnLst>
                                    <p:animEffect transition="out" filter="fade">
                                      <p:cBhvr>
                                        <p:cTn id="189" dur="420"/>
                                        <p:tgtEl>
                                          <p:spTgt spid="166"/>
                                        </p:tgtEl>
                                      </p:cBhvr>
                                    </p:animEffect>
                                    <p:set>
                                      <p:cBhvr>
                                        <p:cTn id="190" dur="1" fill="hold">
                                          <p:stCondLst>
                                            <p:cond delay="419"/>
                                          </p:stCondLst>
                                        </p:cTn>
                                        <p:tgtEl>
                                          <p:spTgt spid="166"/>
                                        </p:tgtEl>
                                        <p:attrNameLst>
                                          <p:attrName>style.visibility</p:attrName>
                                        </p:attrNameLst>
                                      </p:cBhvr>
                                      <p:to>
                                        <p:strVal val="hidden"/>
                                      </p:to>
                                    </p:set>
                                  </p:childTnLst>
                                </p:cTn>
                              </p:par>
                              <p:par>
                                <p:cTn id="191" presetID="10" presetClass="exit" presetSubtype="0" fill="hold" grpId="0" nodeType="withEffect">
                                  <p:stCondLst>
                                    <p:cond delay="0"/>
                                  </p:stCondLst>
                                  <p:childTnLst>
                                    <p:animEffect transition="out" filter="fade">
                                      <p:cBhvr>
                                        <p:cTn id="192" dur="420"/>
                                        <p:tgtEl>
                                          <p:spTgt spid="167"/>
                                        </p:tgtEl>
                                      </p:cBhvr>
                                    </p:animEffect>
                                    <p:set>
                                      <p:cBhvr>
                                        <p:cTn id="193" dur="1" fill="hold">
                                          <p:stCondLst>
                                            <p:cond delay="419"/>
                                          </p:stCondLst>
                                        </p:cTn>
                                        <p:tgtEl>
                                          <p:spTgt spid="167"/>
                                        </p:tgtEl>
                                        <p:attrNameLst>
                                          <p:attrName>style.visibility</p:attrName>
                                        </p:attrNameLst>
                                      </p:cBhvr>
                                      <p:to>
                                        <p:strVal val="hidden"/>
                                      </p:to>
                                    </p:set>
                                  </p:childTnLst>
                                </p:cTn>
                              </p:par>
                              <p:par>
                                <p:cTn id="194" presetID="10" presetClass="exit" presetSubtype="0" fill="hold" grpId="0" nodeType="withEffect">
                                  <p:stCondLst>
                                    <p:cond delay="0"/>
                                  </p:stCondLst>
                                  <p:childTnLst>
                                    <p:animEffect transition="out" filter="fade">
                                      <p:cBhvr>
                                        <p:cTn id="195" dur="420"/>
                                        <p:tgtEl>
                                          <p:spTgt spid="168"/>
                                        </p:tgtEl>
                                      </p:cBhvr>
                                    </p:animEffect>
                                    <p:set>
                                      <p:cBhvr>
                                        <p:cTn id="196" dur="1" fill="hold">
                                          <p:stCondLst>
                                            <p:cond delay="419"/>
                                          </p:stCondLst>
                                        </p:cTn>
                                        <p:tgtEl>
                                          <p:spTgt spid="168"/>
                                        </p:tgtEl>
                                        <p:attrNameLst>
                                          <p:attrName>style.visibility</p:attrName>
                                        </p:attrNameLst>
                                      </p:cBhvr>
                                      <p:to>
                                        <p:strVal val="hidden"/>
                                      </p:to>
                                    </p:set>
                                  </p:childTnLst>
                                </p:cTn>
                              </p:par>
                              <p:par>
                                <p:cTn id="197" presetID="53" presetClass="entr" presetSubtype="16" fill="hold" nodeType="withEffect">
                                  <p:stCondLst>
                                    <p:cond delay="250"/>
                                  </p:stCondLst>
                                  <p:childTnLst>
                                    <p:set>
                                      <p:cBhvr>
                                        <p:cTn id="198" dur="1" fill="hold">
                                          <p:stCondLst>
                                            <p:cond delay="0"/>
                                          </p:stCondLst>
                                        </p:cTn>
                                        <p:tgtEl>
                                          <p:spTgt spid="36"/>
                                        </p:tgtEl>
                                        <p:attrNameLst>
                                          <p:attrName>style.visibility</p:attrName>
                                        </p:attrNameLst>
                                      </p:cBhvr>
                                      <p:to>
                                        <p:strVal val="visible"/>
                                      </p:to>
                                    </p:set>
                                    <p:anim calcmode="lin" valueType="num">
                                      <p:cBhvr>
                                        <p:cTn id="199" dur="750" fill="hold"/>
                                        <p:tgtEl>
                                          <p:spTgt spid="36"/>
                                        </p:tgtEl>
                                        <p:attrNameLst>
                                          <p:attrName>ppt_w</p:attrName>
                                        </p:attrNameLst>
                                      </p:cBhvr>
                                      <p:tavLst>
                                        <p:tav tm="0">
                                          <p:val>
                                            <p:fltVal val="0"/>
                                          </p:val>
                                        </p:tav>
                                        <p:tav tm="100000">
                                          <p:val>
                                            <p:strVal val="#ppt_w"/>
                                          </p:val>
                                        </p:tav>
                                      </p:tavLst>
                                    </p:anim>
                                    <p:anim calcmode="lin" valueType="num">
                                      <p:cBhvr>
                                        <p:cTn id="200" dur="750" fill="hold"/>
                                        <p:tgtEl>
                                          <p:spTgt spid="36"/>
                                        </p:tgtEl>
                                        <p:attrNameLst>
                                          <p:attrName>ppt_h</p:attrName>
                                        </p:attrNameLst>
                                      </p:cBhvr>
                                      <p:tavLst>
                                        <p:tav tm="0">
                                          <p:val>
                                            <p:fltVal val="0"/>
                                          </p:val>
                                        </p:tav>
                                        <p:tav tm="100000">
                                          <p:val>
                                            <p:strVal val="#ppt_h"/>
                                          </p:val>
                                        </p:tav>
                                      </p:tavLst>
                                    </p:anim>
                                    <p:animEffect transition="in" filter="fade">
                                      <p:cBhvr>
                                        <p:cTn id="201" dur="750"/>
                                        <p:tgtEl>
                                          <p:spTgt spid="36"/>
                                        </p:tgtEl>
                                      </p:cBhvr>
                                    </p:animEffect>
                                  </p:childTnLst>
                                </p:cTn>
                              </p:par>
                              <p:par>
                                <p:cTn id="202" presetID="53" presetClass="entr" presetSubtype="16" fill="hold" grpId="0" nodeType="withEffect">
                                  <p:stCondLst>
                                    <p:cond delay="250"/>
                                  </p:stCondLst>
                                  <p:childTnLst>
                                    <p:set>
                                      <p:cBhvr>
                                        <p:cTn id="203" dur="1" fill="hold">
                                          <p:stCondLst>
                                            <p:cond delay="0"/>
                                          </p:stCondLst>
                                        </p:cTn>
                                        <p:tgtEl>
                                          <p:spTgt spid="37"/>
                                        </p:tgtEl>
                                        <p:attrNameLst>
                                          <p:attrName>style.visibility</p:attrName>
                                        </p:attrNameLst>
                                      </p:cBhvr>
                                      <p:to>
                                        <p:strVal val="visible"/>
                                      </p:to>
                                    </p:set>
                                    <p:anim calcmode="lin" valueType="num">
                                      <p:cBhvr>
                                        <p:cTn id="204" dur="750" fill="hold"/>
                                        <p:tgtEl>
                                          <p:spTgt spid="37"/>
                                        </p:tgtEl>
                                        <p:attrNameLst>
                                          <p:attrName>ppt_w</p:attrName>
                                        </p:attrNameLst>
                                      </p:cBhvr>
                                      <p:tavLst>
                                        <p:tav tm="0">
                                          <p:val>
                                            <p:fltVal val="0"/>
                                          </p:val>
                                        </p:tav>
                                        <p:tav tm="100000">
                                          <p:val>
                                            <p:strVal val="#ppt_w"/>
                                          </p:val>
                                        </p:tav>
                                      </p:tavLst>
                                    </p:anim>
                                    <p:anim calcmode="lin" valueType="num">
                                      <p:cBhvr>
                                        <p:cTn id="205" dur="750" fill="hold"/>
                                        <p:tgtEl>
                                          <p:spTgt spid="37"/>
                                        </p:tgtEl>
                                        <p:attrNameLst>
                                          <p:attrName>ppt_h</p:attrName>
                                        </p:attrNameLst>
                                      </p:cBhvr>
                                      <p:tavLst>
                                        <p:tav tm="0">
                                          <p:val>
                                            <p:fltVal val="0"/>
                                          </p:val>
                                        </p:tav>
                                        <p:tav tm="100000">
                                          <p:val>
                                            <p:strVal val="#ppt_h"/>
                                          </p:val>
                                        </p:tav>
                                      </p:tavLst>
                                    </p:anim>
                                    <p:animEffect transition="in" filter="fade">
                                      <p:cBhvr>
                                        <p:cTn id="206" dur="750"/>
                                        <p:tgtEl>
                                          <p:spTgt spid="37"/>
                                        </p:tgtEl>
                                      </p:cBhvr>
                                    </p:animEffect>
                                  </p:childTnLst>
                                </p:cTn>
                              </p:par>
                              <p:par>
                                <p:cTn id="207" presetID="53" presetClass="entr" presetSubtype="16" fill="hold" grpId="0" nodeType="withEffect">
                                  <p:stCondLst>
                                    <p:cond delay="250"/>
                                  </p:stCondLst>
                                  <p:childTnLst>
                                    <p:set>
                                      <p:cBhvr>
                                        <p:cTn id="208" dur="1" fill="hold">
                                          <p:stCondLst>
                                            <p:cond delay="0"/>
                                          </p:stCondLst>
                                        </p:cTn>
                                        <p:tgtEl>
                                          <p:spTgt spid="38"/>
                                        </p:tgtEl>
                                        <p:attrNameLst>
                                          <p:attrName>style.visibility</p:attrName>
                                        </p:attrNameLst>
                                      </p:cBhvr>
                                      <p:to>
                                        <p:strVal val="visible"/>
                                      </p:to>
                                    </p:set>
                                    <p:anim calcmode="lin" valueType="num">
                                      <p:cBhvr>
                                        <p:cTn id="209" dur="750" fill="hold"/>
                                        <p:tgtEl>
                                          <p:spTgt spid="38"/>
                                        </p:tgtEl>
                                        <p:attrNameLst>
                                          <p:attrName>ppt_w</p:attrName>
                                        </p:attrNameLst>
                                      </p:cBhvr>
                                      <p:tavLst>
                                        <p:tav tm="0">
                                          <p:val>
                                            <p:fltVal val="0"/>
                                          </p:val>
                                        </p:tav>
                                        <p:tav tm="100000">
                                          <p:val>
                                            <p:strVal val="#ppt_w"/>
                                          </p:val>
                                        </p:tav>
                                      </p:tavLst>
                                    </p:anim>
                                    <p:anim calcmode="lin" valueType="num">
                                      <p:cBhvr>
                                        <p:cTn id="210" dur="750" fill="hold"/>
                                        <p:tgtEl>
                                          <p:spTgt spid="38"/>
                                        </p:tgtEl>
                                        <p:attrNameLst>
                                          <p:attrName>ppt_h</p:attrName>
                                        </p:attrNameLst>
                                      </p:cBhvr>
                                      <p:tavLst>
                                        <p:tav tm="0">
                                          <p:val>
                                            <p:fltVal val="0"/>
                                          </p:val>
                                        </p:tav>
                                        <p:tav tm="100000">
                                          <p:val>
                                            <p:strVal val="#ppt_h"/>
                                          </p:val>
                                        </p:tav>
                                      </p:tavLst>
                                    </p:anim>
                                    <p:animEffect transition="in" filter="fade">
                                      <p:cBhvr>
                                        <p:cTn id="211" dur="750"/>
                                        <p:tgtEl>
                                          <p:spTgt spid="38"/>
                                        </p:tgtEl>
                                      </p:cBhvr>
                                    </p:animEffect>
                                  </p:childTnLst>
                                </p:cTn>
                              </p:par>
                              <p:par>
                                <p:cTn id="212" presetID="53" presetClass="entr" presetSubtype="16" fill="hold" grpId="0" nodeType="withEffect">
                                  <p:stCondLst>
                                    <p:cond delay="250"/>
                                  </p:stCondLst>
                                  <p:childTnLst>
                                    <p:set>
                                      <p:cBhvr>
                                        <p:cTn id="213" dur="1" fill="hold">
                                          <p:stCondLst>
                                            <p:cond delay="0"/>
                                          </p:stCondLst>
                                        </p:cTn>
                                        <p:tgtEl>
                                          <p:spTgt spid="39"/>
                                        </p:tgtEl>
                                        <p:attrNameLst>
                                          <p:attrName>style.visibility</p:attrName>
                                        </p:attrNameLst>
                                      </p:cBhvr>
                                      <p:to>
                                        <p:strVal val="visible"/>
                                      </p:to>
                                    </p:set>
                                    <p:anim calcmode="lin" valueType="num">
                                      <p:cBhvr>
                                        <p:cTn id="214" dur="750" fill="hold"/>
                                        <p:tgtEl>
                                          <p:spTgt spid="39"/>
                                        </p:tgtEl>
                                        <p:attrNameLst>
                                          <p:attrName>ppt_w</p:attrName>
                                        </p:attrNameLst>
                                      </p:cBhvr>
                                      <p:tavLst>
                                        <p:tav tm="0">
                                          <p:val>
                                            <p:fltVal val="0"/>
                                          </p:val>
                                        </p:tav>
                                        <p:tav tm="100000">
                                          <p:val>
                                            <p:strVal val="#ppt_w"/>
                                          </p:val>
                                        </p:tav>
                                      </p:tavLst>
                                    </p:anim>
                                    <p:anim calcmode="lin" valueType="num">
                                      <p:cBhvr>
                                        <p:cTn id="215" dur="750" fill="hold"/>
                                        <p:tgtEl>
                                          <p:spTgt spid="39"/>
                                        </p:tgtEl>
                                        <p:attrNameLst>
                                          <p:attrName>ppt_h</p:attrName>
                                        </p:attrNameLst>
                                      </p:cBhvr>
                                      <p:tavLst>
                                        <p:tav tm="0">
                                          <p:val>
                                            <p:fltVal val="0"/>
                                          </p:val>
                                        </p:tav>
                                        <p:tav tm="100000">
                                          <p:val>
                                            <p:strVal val="#ppt_h"/>
                                          </p:val>
                                        </p:tav>
                                      </p:tavLst>
                                    </p:anim>
                                    <p:animEffect transition="in" filter="fade">
                                      <p:cBhvr>
                                        <p:cTn id="216" dur="750"/>
                                        <p:tgtEl>
                                          <p:spTgt spid="39"/>
                                        </p:tgtEl>
                                      </p:cBhvr>
                                    </p:animEffect>
                                  </p:childTnLst>
                                </p:cTn>
                              </p:par>
                              <p:par>
                                <p:cTn id="217" presetID="53" presetClass="entr" presetSubtype="16" fill="hold" grpId="0" nodeType="withEffect">
                                  <p:stCondLst>
                                    <p:cond delay="250"/>
                                  </p:stCondLst>
                                  <p:childTnLst>
                                    <p:set>
                                      <p:cBhvr>
                                        <p:cTn id="218" dur="1" fill="hold">
                                          <p:stCondLst>
                                            <p:cond delay="0"/>
                                          </p:stCondLst>
                                        </p:cTn>
                                        <p:tgtEl>
                                          <p:spTgt spid="40"/>
                                        </p:tgtEl>
                                        <p:attrNameLst>
                                          <p:attrName>style.visibility</p:attrName>
                                        </p:attrNameLst>
                                      </p:cBhvr>
                                      <p:to>
                                        <p:strVal val="visible"/>
                                      </p:to>
                                    </p:set>
                                    <p:anim calcmode="lin" valueType="num">
                                      <p:cBhvr>
                                        <p:cTn id="219" dur="750" fill="hold"/>
                                        <p:tgtEl>
                                          <p:spTgt spid="40"/>
                                        </p:tgtEl>
                                        <p:attrNameLst>
                                          <p:attrName>ppt_w</p:attrName>
                                        </p:attrNameLst>
                                      </p:cBhvr>
                                      <p:tavLst>
                                        <p:tav tm="0">
                                          <p:val>
                                            <p:fltVal val="0"/>
                                          </p:val>
                                        </p:tav>
                                        <p:tav tm="100000">
                                          <p:val>
                                            <p:strVal val="#ppt_w"/>
                                          </p:val>
                                        </p:tav>
                                      </p:tavLst>
                                    </p:anim>
                                    <p:anim calcmode="lin" valueType="num">
                                      <p:cBhvr>
                                        <p:cTn id="220" dur="750" fill="hold"/>
                                        <p:tgtEl>
                                          <p:spTgt spid="40"/>
                                        </p:tgtEl>
                                        <p:attrNameLst>
                                          <p:attrName>ppt_h</p:attrName>
                                        </p:attrNameLst>
                                      </p:cBhvr>
                                      <p:tavLst>
                                        <p:tav tm="0">
                                          <p:val>
                                            <p:fltVal val="0"/>
                                          </p:val>
                                        </p:tav>
                                        <p:tav tm="100000">
                                          <p:val>
                                            <p:strVal val="#ppt_h"/>
                                          </p:val>
                                        </p:tav>
                                      </p:tavLst>
                                    </p:anim>
                                    <p:animEffect transition="in" filter="fade">
                                      <p:cBhvr>
                                        <p:cTn id="221" dur="750"/>
                                        <p:tgtEl>
                                          <p:spTgt spid="40"/>
                                        </p:tgtEl>
                                      </p:cBhvr>
                                    </p:animEffect>
                                  </p:childTnLst>
                                </p:cTn>
                              </p:par>
                              <p:par>
                                <p:cTn id="222" presetID="53" presetClass="entr" presetSubtype="16" fill="hold" grpId="0" nodeType="withEffect">
                                  <p:stCondLst>
                                    <p:cond delay="250"/>
                                  </p:stCondLst>
                                  <p:childTnLst>
                                    <p:set>
                                      <p:cBhvr>
                                        <p:cTn id="223" dur="1" fill="hold">
                                          <p:stCondLst>
                                            <p:cond delay="0"/>
                                          </p:stCondLst>
                                        </p:cTn>
                                        <p:tgtEl>
                                          <p:spTgt spid="41"/>
                                        </p:tgtEl>
                                        <p:attrNameLst>
                                          <p:attrName>style.visibility</p:attrName>
                                        </p:attrNameLst>
                                      </p:cBhvr>
                                      <p:to>
                                        <p:strVal val="visible"/>
                                      </p:to>
                                    </p:set>
                                    <p:anim calcmode="lin" valueType="num">
                                      <p:cBhvr>
                                        <p:cTn id="224" dur="750" fill="hold"/>
                                        <p:tgtEl>
                                          <p:spTgt spid="41"/>
                                        </p:tgtEl>
                                        <p:attrNameLst>
                                          <p:attrName>ppt_w</p:attrName>
                                        </p:attrNameLst>
                                      </p:cBhvr>
                                      <p:tavLst>
                                        <p:tav tm="0">
                                          <p:val>
                                            <p:fltVal val="0"/>
                                          </p:val>
                                        </p:tav>
                                        <p:tav tm="100000">
                                          <p:val>
                                            <p:strVal val="#ppt_w"/>
                                          </p:val>
                                        </p:tav>
                                      </p:tavLst>
                                    </p:anim>
                                    <p:anim calcmode="lin" valueType="num">
                                      <p:cBhvr>
                                        <p:cTn id="225" dur="750" fill="hold"/>
                                        <p:tgtEl>
                                          <p:spTgt spid="41"/>
                                        </p:tgtEl>
                                        <p:attrNameLst>
                                          <p:attrName>ppt_h</p:attrName>
                                        </p:attrNameLst>
                                      </p:cBhvr>
                                      <p:tavLst>
                                        <p:tav tm="0">
                                          <p:val>
                                            <p:fltVal val="0"/>
                                          </p:val>
                                        </p:tav>
                                        <p:tav tm="100000">
                                          <p:val>
                                            <p:strVal val="#ppt_h"/>
                                          </p:val>
                                        </p:tav>
                                      </p:tavLst>
                                    </p:anim>
                                    <p:animEffect transition="in" filter="fade">
                                      <p:cBhvr>
                                        <p:cTn id="226" dur="750"/>
                                        <p:tgtEl>
                                          <p:spTgt spid="41"/>
                                        </p:tgtEl>
                                      </p:cBhvr>
                                    </p:animEffect>
                                  </p:childTnLst>
                                </p:cTn>
                              </p:par>
                              <p:par>
                                <p:cTn id="227" presetID="53" presetClass="entr" presetSubtype="16" fill="hold" grpId="0" nodeType="withEffect">
                                  <p:stCondLst>
                                    <p:cond delay="250"/>
                                  </p:stCondLst>
                                  <p:childTnLst>
                                    <p:set>
                                      <p:cBhvr>
                                        <p:cTn id="228" dur="1" fill="hold">
                                          <p:stCondLst>
                                            <p:cond delay="0"/>
                                          </p:stCondLst>
                                        </p:cTn>
                                        <p:tgtEl>
                                          <p:spTgt spid="42"/>
                                        </p:tgtEl>
                                        <p:attrNameLst>
                                          <p:attrName>style.visibility</p:attrName>
                                        </p:attrNameLst>
                                      </p:cBhvr>
                                      <p:to>
                                        <p:strVal val="visible"/>
                                      </p:to>
                                    </p:set>
                                    <p:anim calcmode="lin" valueType="num">
                                      <p:cBhvr>
                                        <p:cTn id="229" dur="750" fill="hold"/>
                                        <p:tgtEl>
                                          <p:spTgt spid="42"/>
                                        </p:tgtEl>
                                        <p:attrNameLst>
                                          <p:attrName>ppt_w</p:attrName>
                                        </p:attrNameLst>
                                      </p:cBhvr>
                                      <p:tavLst>
                                        <p:tav tm="0">
                                          <p:val>
                                            <p:fltVal val="0"/>
                                          </p:val>
                                        </p:tav>
                                        <p:tav tm="100000">
                                          <p:val>
                                            <p:strVal val="#ppt_w"/>
                                          </p:val>
                                        </p:tav>
                                      </p:tavLst>
                                    </p:anim>
                                    <p:anim calcmode="lin" valueType="num">
                                      <p:cBhvr>
                                        <p:cTn id="230" dur="750" fill="hold"/>
                                        <p:tgtEl>
                                          <p:spTgt spid="42"/>
                                        </p:tgtEl>
                                        <p:attrNameLst>
                                          <p:attrName>ppt_h</p:attrName>
                                        </p:attrNameLst>
                                      </p:cBhvr>
                                      <p:tavLst>
                                        <p:tav tm="0">
                                          <p:val>
                                            <p:fltVal val="0"/>
                                          </p:val>
                                        </p:tav>
                                        <p:tav tm="100000">
                                          <p:val>
                                            <p:strVal val="#ppt_h"/>
                                          </p:val>
                                        </p:tav>
                                      </p:tavLst>
                                    </p:anim>
                                    <p:animEffect transition="in" filter="fade">
                                      <p:cBhvr>
                                        <p:cTn id="231" dur="750"/>
                                        <p:tgtEl>
                                          <p:spTgt spid="42"/>
                                        </p:tgtEl>
                                      </p:cBhvr>
                                    </p:animEffect>
                                  </p:childTnLst>
                                </p:cTn>
                              </p:par>
                              <p:par>
                                <p:cTn id="232" presetID="53" presetClass="entr" presetSubtype="16" fill="hold" grpId="0" nodeType="withEffect">
                                  <p:stCondLst>
                                    <p:cond delay="250"/>
                                  </p:stCondLst>
                                  <p:childTnLst>
                                    <p:set>
                                      <p:cBhvr>
                                        <p:cTn id="233" dur="1" fill="hold">
                                          <p:stCondLst>
                                            <p:cond delay="0"/>
                                          </p:stCondLst>
                                        </p:cTn>
                                        <p:tgtEl>
                                          <p:spTgt spid="43"/>
                                        </p:tgtEl>
                                        <p:attrNameLst>
                                          <p:attrName>style.visibility</p:attrName>
                                        </p:attrNameLst>
                                      </p:cBhvr>
                                      <p:to>
                                        <p:strVal val="visible"/>
                                      </p:to>
                                    </p:set>
                                    <p:anim calcmode="lin" valueType="num">
                                      <p:cBhvr>
                                        <p:cTn id="234" dur="750" fill="hold"/>
                                        <p:tgtEl>
                                          <p:spTgt spid="43"/>
                                        </p:tgtEl>
                                        <p:attrNameLst>
                                          <p:attrName>ppt_w</p:attrName>
                                        </p:attrNameLst>
                                      </p:cBhvr>
                                      <p:tavLst>
                                        <p:tav tm="0">
                                          <p:val>
                                            <p:fltVal val="0"/>
                                          </p:val>
                                        </p:tav>
                                        <p:tav tm="100000">
                                          <p:val>
                                            <p:strVal val="#ppt_w"/>
                                          </p:val>
                                        </p:tav>
                                      </p:tavLst>
                                    </p:anim>
                                    <p:anim calcmode="lin" valueType="num">
                                      <p:cBhvr>
                                        <p:cTn id="235" dur="750" fill="hold"/>
                                        <p:tgtEl>
                                          <p:spTgt spid="43"/>
                                        </p:tgtEl>
                                        <p:attrNameLst>
                                          <p:attrName>ppt_h</p:attrName>
                                        </p:attrNameLst>
                                      </p:cBhvr>
                                      <p:tavLst>
                                        <p:tav tm="0">
                                          <p:val>
                                            <p:fltVal val="0"/>
                                          </p:val>
                                        </p:tav>
                                        <p:tav tm="100000">
                                          <p:val>
                                            <p:strVal val="#ppt_h"/>
                                          </p:val>
                                        </p:tav>
                                      </p:tavLst>
                                    </p:anim>
                                    <p:animEffect transition="in" filter="fade">
                                      <p:cBhvr>
                                        <p:cTn id="236" dur="750"/>
                                        <p:tgtEl>
                                          <p:spTgt spid="43"/>
                                        </p:tgtEl>
                                      </p:cBhvr>
                                    </p:animEffect>
                                  </p:childTnLst>
                                </p:cTn>
                              </p:par>
                              <p:par>
                                <p:cTn id="237" presetID="53" presetClass="entr" presetSubtype="16" fill="hold" grpId="0" nodeType="withEffect">
                                  <p:stCondLst>
                                    <p:cond delay="250"/>
                                  </p:stCondLst>
                                  <p:childTnLst>
                                    <p:set>
                                      <p:cBhvr>
                                        <p:cTn id="238" dur="1" fill="hold">
                                          <p:stCondLst>
                                            <p:cond delay="0"/>
                                          </p:stCondLst>
                                        </p:cTn>
                                        <p:tgtEl>
                                          <p:spTgt spid="44"/>
                                        </p:tgtEl>
                                        <p:attrNameLst>
                                          <p:attrName>style.visibility</p:attrName>
                                        </p:attrNameLst>
                                      </p:cBhvr>
                                      <p:to>
                                        <p:strVal val="visible"/>
                                      </p:to>
                                    </p:set>
                                    <p:anim calcmode="lin" valueType="num">
                                      <p:cBhvr>
                                        <p:cTn id="239" dur="750" fill="hold"/>
                                        <p:tgtEl>
                                          <p:spTgt spid="44"/>
                                        </p:tgtEl>
                                        <p:attrNameLst>
                                          <p:attrName>ppt_w</p:attrName>
                                        </p:attrNameLst>
                                      </p:cBhvr>
                                      <p:tavLst>
                                        <p:tav tm="0">
                                          <p:val>
                                            <p:fltVal val="0"/>
                                          </p:val>
                                        </p:tav>
                                        <p:tav tm="100000">
                                          <p:val>
                                            <p:strVal val="#ppt_w"/>
                                          </p:val>
                                        </p:tav>
                                      </p:tavLst>
                                    </p:anim>
                                    <p:anim calcmode="lin" valueType="num">
                                      <p:cBhvr>
                                        <p:cTn id="240" dur="750" fill="hold"/>
                                        <p:tgtEl>
                                          <p:spTgt spid="44"/>
                                        </p:tgtEl>
                                        <p:attrNameLst>
                                          <p:attrName>ppt_h</p:attrName>
                                        </p:attrNameLst>
                                      </p:cBhvr>
                                      <p:tavLst>
                                        <p:tav tm="0">
                                          <p:val>
                                            <p:fltVal val="0"/>
                                          </p:val>
                                        </p:tav>
                                        <p:tav tm="100000">
                                          <p:val>
                                            <p:strVal val="#ppt_h"/>
                                          </p:val>
                                        </p:tav>
                                      </p:tavLst>
                                    </p:anim>
                                    <p:animEffect transition="in" filter="fade">
                                      <p:cBhvr>
                                        <p:cTn id="241" dur="750"/>
                                        <p:tgtEl>
                                          <p:spTgt spid="44"/>
                                        </p:tgtEl>
                                      </p:cBhvr>
                                    </p:animEffect>
                                  </p:childTnLst>
                                </p:cTn>
                              </p:par>
                              <p:par>
                                <p:cTn id="242" presetID="53" presetClass="entr" presetSubtype="16" fill="hold" grpId="0" nodeType="withEffect">
                                  <p:stCondLst>
                                    <p:cond delay="250"/>
                                  </p:stCondLst>
                                  <p:childTnLst>
                                    <p:set>
                                      <p:cBhvr>
                                        <p:cTn id="243" dur="1" fill="hold">
                                          <p:stCondLst>
                                            <p:cond delay="0"/>
                                          </p:stCondLst>
                                        </p:cTn>
                                        <p:tgtEl>
                                          <p:spTgt spid="45"/>
                                        </p:tgtEl>
                                        <p:attrNameLst>
                                          <p:attrName>style.visibility</p:attrName>
                                        </p:attrNameLst>
                                      </p:cBhvr>
                                      <p:to>
                                        <p:strVal val="visible"/>
                                      </p:to>
                                    </p:set>
                                    <p:anim calcmode="lin" valueType="num">
                                      <p:cBhvr>
                                        <p:cTn id="244" dur="750" fill="hold"/>
                                        <p:tgtEl>
                                          <p:spTgt spid="45"/>
                                        </p:tgtEl>
                                        <p:attrNameLst>
                                          <p:attrName>ppt_w</p:attrName>
                                        </p:attrNameLst>
                                      </p:cBhvr>
                                      <p:tavLst>
                                        <p:tav tm="0">
                                          <p:val>
                                            <p:fltVal val="0"/>
                                          </p:val>
                                        </p:tav>
                                        <p:tav tm="100000">
                                          <p:val>
                                            <p:strVal val="#ppt_w"/>
                                          </p:val>
                                        </p:tav>
                                      </p:tavLst>
                                    </p:anim>
                                    <p:anim calcmode="lin" valueType="num">
                                      <p:cBhvr>
                                        <p:cTn id="245" dur="750" fill="hold"/>
                                        <p:tgtEl>
                                          <p:spTgt spid="45"/>
                                        </p:tgtEl>
                                        <p:attrNameLst>
                                          <p:attrName>ppt_h</p:attrName>
                                        </p:attrNameLst>
                                      </p:cBhvr>
                                      <p:tavLst>
                                        <p:tav tm="0">
                                          <p:val>
                                            <p:fltVal val="0"/>
                                          </p:val>
                                        </p:tav>
                                        <p:tav tm="100000">
                                          <p:val>
                                            <p:strVal val="#ppt_h"/>
                                          </p:val>
                                        </p:tav>
                                      </p:tavLst>
                                    </p:anim>
                                    <p:animEffect transition="in" filter="fade">
                                      <p:cBhvr>
                                        <p:cTn id="246" dur="750"/>
                                        <p:tgtEl>
                                          <p:spTgt spid="45"/>
                                        </p:tgtEl>
                                      </p:cBhvr>
                                    </p:animEffect>
                                  </p:childTnLst>
                                </p:cTn>
                              </p:par>
                              <p:par>
                                <p:cTn id="247" presetID="53" presetClass="entr" presetSubtype="16" fill="hold" grpId="0" nodeType="withEffect">
                                  <p:stCondLst>
                                    <p:cond delay="250"/>
                                  </p:stCondLst>
                                  <p:childTnLst>
                                    <p:set>
                                      <p:cBhvr>
                                        <p:cTn id="248" dur="1" fill="hold">
                                          <p:stCondLst>
                                            <p:cond delay="0"/>
                                          </p:stCondLst>
                                        </p:cTn>
                                        <p:tgtEl>
                                          <p:spTgt spid="46"/>
                                        </p:tgtEl>
                                        <p:attrNameLst>
                                          <p:attrName>style.visibility</p:attrName>
                                        </p:attrNameLst>
                                      </p:cBhvr>
                                      <p:to>
                                        <p:strVal val="visible"/>
                                      </p:to>
                                    </p:set>
                                    <p:anim calcmode="lin" valueType="num">
                                      <p:cBhvr>
                                        <p:cTn id="249" dur="750" fill="hold"/>
                                        <p:tgtEl>
                                          <p:spTgt spid="46"/>
                                        </p:tgtEl>
                                        <p:attrNameLst>
                                          <p:attrName>ppt_w</p:attrName>
                                        </p:attrNameLst>
                                      </p:cBhvr>
                                      <p:tavLst>
                                        <p:tav tm="0">
                                          <p:val>
                                            <p:fltVal val="0"/>
                                          </p:val>
                                        </p:tav>
                                        <p:tav tm="100000">
                                          <p:val>
                                            <p:strVal val="#ppt_w"/>
                                          </p:val>
                                        </p:tav>
                                      </p:tavLst>
                                    </p:anim>
                                    <p:anim calcmode="lin" valueType="num">
                                      <p:cBhvr>
                                        <p:cTn id="250" dur="750" fill="hold"/>
                                        <p:tgtEl>
                                          <p:spTgt spid="46"/>
                                        </p:tgtEl>
                                        <p:attrNameLst>
                                          <p:attrName>ppt_h</p:attrName>
                                        </p:attrNameLst>
                                      </p:cBhvr>
                                      <p:tavLst>
                                        <p:tav tm="0">
                                          <p:val>
                                            <p:fltVal val="0"/>
                                          </p:val>
                                        </p:tav>
                                        <p:tav tm="100000">
                                          <p:val>
                                            <p:strVal val="#ppt_h"/>
                                          </p:val>
                                        </p:tav>
                                      </p:tavLst>
                                    </p:anim>
                                    <p:animEffect transition="in" filter="fade">
                                      <p:cBhvr>
                                        <p:cTn id="251" dur="750"/>
                                        <p:tgtEl>
                                          <p:spTgt spid="46"/>
                                        </p:tgtEl>
                                      </p:cBhvr>
                                    </p:animEffect>
                                  </p:childTnLst>
                                </p:cTn>
                              </p:par>
                              <p:par>
                                <p:cTn id="252" presetID="53" presetClass="entr" presetSubtype="16" fill="hold" nodeType="withEffect">
                                  <p:stCondLst>
                                    <p:cond delay="250"/>
                                  </p:stCondLst>
                                  <p:childTnLst>
                                    <p:set>
                                      <p:cBhvr>
                                        <p:cTn id="253" dur="1" fill="hold">
                                          <p:stCondLst>
                                            <p:cond delay="0"/>
                                          </p:stCondLst>
                                        </p:cTn>
                                        <p:tgtEl>
                                          <p:spTgt spid="47"/>
                                        </p:tgtEl>
                                        <p:attrNameLst>
                                          <p:attrName>style.visibility</p:attrName>
                                        </p:attrNameLst>
                                      </p:cBhvr>
                                      <p:to>
                                        <p:strVal val="visible"/>
                                      </p:to>
                                    </p:set>
                                    <p:anim calcmode="lin" valueType="num">
                                      <p:cBhvr>
                                        <p:cTn id="254" dur="750" fill="hold"/>
                                        <p:tgtEl>
                                          <p:spTgt spid="47"/>
                                        </p:tgtEl>
                                        <p:attrNameLst>
                                          <p:attrName>ppt_w</p:attrName>
                                        </p:attrNameLst>
                                      </p:cBhvr>
                                      <p:tavLst>
                                        <p:tav tm="0">
                                          <p:val>
                                            <p:fltVal val="0"/>
                                          </p:val>
                                        </p:tav>
                                        <p:tav tm="100000">
                                          <p:val>
                                            <p:strVal val="#ppt_w"/>
                                          </p:val>
                                        </p:tav>
                                      </p:tavLst>
                                    </p:anim>
                                    <p:anim calcmode="lin" valueType="num">
                                      <p:cBhvr>
                                        <p:cTn id="255" dur="750" fill="hold"/>
                                        <p:tgtEl>
                                          <p:spTgt spid="47"/>
                                        </p:tgtEl>
                                        <p:attrNameLst>
                                          <p:attrName>ppt_h</p:attrName>
                                        </p:attrNameLst>
                                      </p:cBhvr>
                                      <p:tavLst>
                                        <p:tav tm="0">
                                          <p:val>
                                            <p:fltVal val="0"/>
                                          </p:val>
                                        </p:tav>
                                        <p:tav tm="100000">
                                          <p:val>
                                            <p:strVal val="#ppt_h"/>
                                          </p:val>
                                        </p:tav>
                                      </p:tavLst>
                                    </p:anim>
                                    <p:animEffect transition="in" filter="fade">
                                      <p:cBhvr>
                                        <p:cTn id="256" dur="750"/>
                                        <p:tgtEl>
                                          <p:spTgt spid="47"/>
                                        </p:tgtEl>
                                      </p:cBhvr>
                                    </p:animEffect>
                                  </p:childTnLst>
                                </p:cTn>
                              </p:par>
                              <p:par>
                                <p:cTn id="257" presetID="53" presetClass="entr" presetSubtype="16" fill="hold" grpId="0" nodeType="withEffect">
                                  <p:stCondLst>
                                    <p:cond delay="250"/>
                                  </p:stCondLst>
                                  <p:childTnLst>
                                    <p:set>
                                      <p:cBhvr>
                                        <p:cTn id="258" dur="1" fill="hold">
                                          <p:stCondLst>
                                            <p:cond delay="0"/>
                                          </p:stCondLst>
                                        </p:cTn>
                                        <p:tgtEl>
                                          <p:spTgt spid="50"/>
                                        </p:tgtEl>
                                        <p:attrNameLst>
                                          <p:attrName>style.visibility</p:attrName>
                                        </p:attrNameLst>
                                      </p:cBhvr>
                                      <p:to>
                                        <p:strVal val="visible"/>
                                      </p:to>
                                    </p:set>
                                    <p:anim calcmode="lin" valueType="num">
                                      <p:cBhvr>
                                        <p:cTn id="259" dur="750" fill="hold"/>
                                        <p:tgtEl>
                                          <p:spTgt spid="50"/>
                                        </p:tgtEl>
                                        <p:attrNameLst>
                                          <p:attrName>ppt_w</p:attrName>
                                        </p:attrNameLst>
                                      </p:cBhvr>
                                      <p:tavLst>
                                        <p:tav tm="0">
                                          <p:val>
                                            <p:fltVal val="0"/>
                                          </p:val>
                                        </p:tav>
                                        <p:tav tm="100000">
                                          <p:val>
                                            <p:strVal val="#ppt_w"/>
                                          </p:val>
                                        </p:tav>
                                      </p:tavLst>
                                    </p:anim>
                                    <p:anim calcmode="lin" valueType="num">
                                      <p:cBhvr>
                                        <p:cTn id="260" dur="750" fill="hold"/>
                                        <p:tgtEl>
                                          <p:spTgt spid="50"/>
                                        </p:tgtEl>
                                        <p:attrNameLst>
                                          <p:attrName>ppt_h</p:attrName>
                                        </p:attrNameLst>
                                      </p:cBhvr>
                                      <p:tavLst>
                                        <p:tav tm="0">
                                          <p:val>
                                            <p:fltVal val="0"/>
                                          </p:val>
                                        </p:tav>
                                        <p:tav tm="100000">
                                          <p:val>
                                            <p:strVal val="#ppt_h"/>
                                          </p:val>
                                        </p:tav>
                                      </p:tavLst>
                                    </p:anim>
                                    <p:animEffect transition="in" filter="fade">
                                      <p:cBhvr>
                                        <p:cTn id="261" dur="750"/>
                                        <p:tgtEl>
                                          <p:spTgt spid="50"/>
                                        </p:tgtEl>
                                      </p:cBhvr>
                                    </p:animEffect>
                                  </p:childTnLst>
                                </p:cTn>
                              </p:par>
                              <p:par>
                                <p:cTn id="262" presetID="53" presetClass="entr" presetSubtype="16" fill="hold" grpId="0" nodeType="withEffect">
                                  <p:stCondLst>
                                    <p:cond delay="250"/>
                                  </p:stCondLst>
                                  <p:childTnLst>
                                    <p:set>
                                      <p:cBhvr>
                                        <p:cTn id="263" dur="1" fill="hold">
                                          <p:stCondLst>
                                            <p:cond delay="0"/>
                                          </p:stCondLst>
                                        </p:cTn>
                                        <p:tgtEl>
                                          <p:spTgt spid="51"/>
                                        </p:tgtEl>
                                        <p:attrNameLst>
                                          <p:attrName>style.visibility</p:attrName>
                                        </p:attrNameLst>
                                      </p:cBhvr>
                                      <p:to>
                                        <p:strVal val="visible"/>
                                      </p:to>
                                    </p:set>
                                    <p:anim calcmode="lin" valueType="num">
                                      <p:cBhvr>
                                        <p:cTn id="264" dur="750" fill="hold"/>
                                        <p:tgtEl>
                                          <p:spTgt spid="51"/>
                                        </p:tgtEl>
                                        <p:attrNameLst>
                                          <p:attrName>ppt_w</p:attrName>
                                        </p:attrNameLst>
                                      </p:cBhvr>
                                      <p:tavLst>
                                        <p:tav tm="0">
                                          <p:val>
                                            <p:fltVal val="0"/>
                                          </p:val>
                                        </p:tav>
                                        <p:tav tm="100000">
                                          <p:val>
                                            <p:strVal val="#ppt_w"/>
                                          </p:val>
                                        </p:tav>
                                      </p:tavLst>
                                    </p:anim>
                                    <p:anim calcmode="lin" valueType="num">
                                      <p:cBhvr>
                                        <p:cTn id="265" dur="750" fill="hold"/>
                                        <p:tgtEl>
                                          <p:spTgt spid="51"/>
                                        </p:tgtEl>
                                        <p:attrNameLst>
                                          <p:attrName>ppt_h</p:attrName>
                                        </p:attrNameLst>
                                      </p:cBhvr>
                                      <p:tavLst>
                                        <p:tav tm="0">
                                          <p:val>
                                            <p:fltVal val="0"/>
                                          </p:val>
                                        </p:tav>
                                        <p:tav tm="100000">
                                          <p:val>
                                            <p:strVal val="#ppt_h"/>
                                          </p:val>
                                        </p:tav>
                                      </p:tavLst>
                                    </p:anim>
                                    <p:animEffect transition="in" filter="fade">
                                      <p:cBhvr>
                                        <p:cTn id="266" dur="750"/>
                                        <p:tgtEl>
                                          <p:spTgt spid="51"/>
                                        </p:tgtEl>
                                      </p:cBhvr>
                                    </p:animEffect>
                                  </p:childTnLst>
                                </p:cTn>
                              </p:par>
                              <p:par>
                                <p:cTn id="267" presetID="53" presetClass="entr" presetSubtype="16" fill="hold" grpId="0" nodeType="withEffect">
                                  <p:stCondLst>
                                    <p:cond delay="250"/>
                                  </p:stCondLst>
                                  <p:childTnLst>
                                    <p:set>
                                      <p:cBhvr>
                                        <p:cTn id="268" dur="1" fill="hold">
                                          <p:stCondLst>
                                            <p:cond delay="0"/>
                                          </p:stCondLst>
                                        </p:cTn>
                                        <p:tgtEl>
                                          <p:spTgt spid="52"/>
                                        </p:tgtEl>
                                        <p:attrNameLst>
                                          <p:attrName>style.visibility</p:attrName>
                                        </p:attrNameLst>
                                      </p:cBhvr>
                                      <p:to>
                                        <p:strVal val="visible"/>
                                      </p:to>
                                    </p:set>
                                    <p:anim calcmode="lin" valueType="num">
                                      <p:cBhvr>
                                        <p:cTn id="269" dur="750" fill="hold"/>
                                        <p:tgtEl>
                                          <p:spTgt spid="52"/>
                                        </p:tgtEl>
                                        <p:attrNameLst>
                                          <p:attrName>ppt_w</p:attrName>
                                        </p:attrNameLst>
                                      </p:cBhvr>
                                      <p:tavLst>
                                        <p:tav tm="0">
                                          <p:val>
                                            <p:fltVal val="0"/>
                                          </p:val>
                                        </p:tav>
                                        <p:tav tm="100000">
                                          <p:val>
                                            <p:strVal val="#ppt_w"/>
                                          </p:val>
                                        </p:tav>
                                      </p:tavLst>
                                    </p:anim>
                                    <p:anim calcmode="lin" valueType="num">
                                      <p:cBhvr>
                                        <p:cTn id="270" dur="750" fill="hold"/>
                                        <p:tgtEl>
                                          <p:spTgt spid="52"/>
                                        </p:tgtEl>
                                        <p:attrNameLst>
                                          <p:attrName>ppt_h</p:attrName>
                                        </p:attrNameLst>
                                      </p:cBhvr>
                                      <p:tavLst>
                                        <p:tav tm="0">
                                          <p:val>
                                            <p:fltVal val="0"/>
                                          </p:val>
                                        </p:tav>
                                        <p:tav tm="100000">
                                          <p:val>
                                            <p:strVal val="#ppt_h"/>
                                          </p:val>
                                        </p:tav>
                                      </p:tavLst>
                                    </p:anim>
                                    <p:animEffect transition="in" filter="fade">
                                      <p:cBhvr>
                                        <p:cTn id="271" dur="750"/>
                                        <p:tgtEl>
                                          <p:spTgt spid="52"/>
                                        </p:tgtEl>
                                      </p:cBhvr>
                                    </p:animEffect>
                                  </p:childTnLst>
                                </p:cTn>
                              </p:par>
                              <p:par>
                                <p:cTn id="272" presetID="53" presetClass="entr" presetSubtype="16" fill="hold" grpId="0" nodeType="withEffect">
                                  <p:stCondLst>
                                    <p:cond delay="250"/>
                                  </p:stCondLst>
                                  <p:childTnLst>
                                    <p:set>
                                      <p:cBhvr>
                                        <p:cTn id="273" dur="1" fill="hold">
                                          <p:stCondLst>
                                            <p:cond delay="0"/>
                                          </p:stCondLst>
                                        </p:cTn>
                                        <p:tgtEl>
                                          <p:spTgt spid="53"/>
                                        </p:tgtEl>
                                        <p:attrNameLst>
                                          <p:attrName>style.visibility</p:attrName>
                                        </p:attrNameLst>
                                      </p:cBhvr>
                                      <p:to>
                                        <p:strVal val="visible"/>
                                      </p:to>
                                    </p:set>
                                    <p:anim calcmode="lin" valueType="num">
                                      <p:cBhvr>
                                        <p:cTn id="274" dur="750" fill="hold"/>
                                        <p:tgtEl>
                                          <p:spTgt spid="53"/>
                                        </p:tgtEl>
                                        <p:attrNameLst>
                                          <p:attrName>ppt_w</p:attrName>
                                        </p:attrNameLst>
                                      </p:cBhvr>
                                      <p:tavLst>
                                        <p:tav tm="0">
                                          <p:val>
                                            <p:fltVal val="0"/>
                                          </p:val>
                                        </p:tav>
                                        <p:tav tm="100000">
                                          <p:val>
                                            <p:strVal val="#ppt_w"/>
                                          </p:val>
                                        </p:tav>
                                      </p:tavLst>
                                    </p:anim>
                                    <p:anim calcmode="lin" valueType="num">
                                      <p:cBhvr>
                                        <p:cTn id="275" dur="750" fill="hold"/>
                                        <p:tgtEl>
                                          <p:spTgt spid="53"/>
                                        </p:tgtEl>
                                        <p:attrNameLst>
                                          <p:attrName>ppt_h</p:attrName>
                                        </p:attrNameLst>
                                      </p:cBhvr>
                                      <p:tavLst>
                                        <p:tav tm="0">
                                          <p:val>
                                            <p:fltVal val="0"/>
                                          </p:val>
                                        </p:tav>
                                        <p:tav tm="100000">
                                          <p:val>
                                            <p:strVal val="#ppt_h"/>
                                          </p:val>
                                        </p:tav>
                                      </p:tavLst>
                                    </p:anim>
                                    <p:animEffect transition="in" filter="fade">
                                      <p:cBhvr>
                                        <p:cTn id="276" dur="750"/>
                                        <p:tgtEl>
                                          <p:spTgt spid="53"/>
                                        </p:tgtEl>
                                      </p:cBhvr>
                                    </p:animEffect>
                                  </p:childTnLst>
                                </p:cTn>
                              </p:par>
                              <p:par>
                                <p:cTn id="277" presetID="53" presetClass="entr" presetSubtype="16" fill="hold" grpId="0" nodeType="withEffect">
                                  <p:stCondLst>
                                    <p:cond delay="250"/>
                                  </p:stCondLst>
                                  <p:childTnLst>
                                    <p:set>
                                      <p:cBhvr>
                                        <p:cTn id="278" dur="1" fill="hold">
                                          <p:stCondLst>
                                            <p:cond delay="0"/>
                                          </p:stCondLst>
                                        </p:cTn>
                                        <p:tgtEl>
                                          <p:spTgt spid="54"/>
                                        </p:tgtEl>
                                        <p:attrNameLst>
                                          <p:attrName>style.visibility</p:attrName>
                                        </p:attrNameLst>
                                      </p:cBhvr>
                                      <p:to>
                                        <p:strVal val="visible"/>
                                      </p:to>
                                    </p:set>
                                    <p:anim calcmode="lin" valueType="num">
                                      <p:cBhvr>
                                        <p:cTn id="279" dur="750" fill="hold"/>
                                        <p:tgtEl>
                                          <p:spTgt spid="54"/>
                                        </p:tgtEl>
                                        <p:attrNameLst>
                                          <p:attrName>ppt_w</p:attrName>
                                        </p:attrNameLst>
                                      </p:cBhvr>
                                      <p:tavLst>
                                        <p:tav tm="0">
                                          <p:val>
                                            <p:fltVal val="0"/>
                                          </p:val>
                                        </p:tav>
                                        <p:tav tm="100000">
                                          <p:val>
                                            <p:strVal val="#ppt_w"/>
                                          </p:val>
                                        </p:tav>
                                      </p:tavLst>
                                    </p:anim>
                                    <p:anim calcmode="lin" valueType="num">
                                      <p:cBhvr>
                                        <p:cTn id="280" dur="750" fill="hold"/>
                                        <p:tgtEl>
                                          <p:spTgt spid="54"/>
                                        </p:tgtEl>
                                        <p:attrNameLst>
                                          <p:attrName>ppt_h</p:attrName>
                                        </p:attrNameLst>
                                      </p:cBhvr>
                                      <p:tavLst>
                                        <p:tav tm="0">
                                          <p:val>
                                            <p:fltVal val="0"/>
                                          </p:val>
                                        </p:tav>
                                        <p:tav tm="100000">
                                          <p:val>
                                            <p:strVal val="#ppt_h"/>
                                          </p:val>
                                        </p:tav>
                                      </p:tavLst>
                                    </p:anim>
                                    <p:animEffect transition="in" filter="fade">
                                      <p:cBhvr>
                                        <p:cTn id="281" dur="750"/>
                                        <p:tgtEl>
                                          <p:spTgt spid="54"/>
                                        </p:tgtEl>
                                      </p:cBhvr>
                                    </p:animEffect>
                                  </p:childTnLst>
                                </p:cTn>
                              </p:par>
                              <p:par>
                                <p:cTn id="282" presetID="53" presetClass="entr" presetSubtype="16" fill="hold" grpId="0" nodeType="withEffect">
                                  <p:stCondLst>
                                    <p:cond delay="250"/>
                                  </p:stCondLst>
                                  <p:childTnLst>
                                    <p:set>
                                      <p:cBhvr>
                                        <p:cTn id="283" dur="1" fill="hold">
                                          <p:stCondLst>
                                            <p:cond delay="0"/>
                                          </p:stCondLst>
                                        </p:cTn>
                                        <p:tgtEl>
                                          <p:spTgt spid="55"/>
                                        </p:tgtEl>
                                        <p:attrNameLst>
                                          <p:attrName>style.visibility</p:attrName>
                                        </p:attrNameLst>
                                      </p:cBhvr>
                                      <p:to>
                                        <p:strVal val="visible"/>
                                      </p:to>
                                    </p:set>
                                    <p:anim calcmode="lin" valueType="num">
                                      <p:cBhvr>
                                        <p:cTn id="284" dur="750" fill="hold"/>
                                        <p:tgtEl>
                                          <p:spTgt spid="55"/>
                                        </p:tgtEl>
                                        <p:attrNameLst>
                                          <p:attrName>ppt_w</p:attrName>
                                        </p:attrNameLst>
                                      </p:cBhvr>
                                      <p:tavLst>
                                        <p:tav tm="0">
                                          <p:val>
                                            <p:fltVal val="0"/>
                                          </p:val>
                                        </p:tav>
                                        <p:tav tm="100000">
                                          <p:val>
                                            <p:strVal val="#ppt_w"/>
                                          </p:val>
                                        </p:tav>
                                      </p:tavLst>
                                    </p:anim>
                                    <p:anim calcmode="lin" valueType="num">
                                      <p:cBhvr>
                                        <p:cTn id="285" dur="750" fill="hold"/>
                                        <p:tgtEl>
                                          <p:spTgt spid="55"/>
                                        </p:tgtEl>
                                        <p:attrNameLst>
                                          <p:attrName>ppt_h</p:attrName>
                                        </p:attrNameLst>
                                      </p:cBhvr>
                                      <p:tavLst>
                                        <p:tav tm="0">
                                          <p:val>
                                            <p:fltVal val="0"/>
                                          </p:val>
                                        </p:tav>
                                        <p:tav tm="100000">
                                          <p:val>
                                            <p:strVal val="#ppt_h"/>
                                          </p:val>
                                        </p:tav>
                                      </p:tavLst>
                                    </p:anim>
                                    <p:animEffect transition="in" filter="fade">
                                      <p:cBhvr>
                                        <p:cTn id="286" dur="750"/>
                                        <p:tgtEl>
                                          <p:spTgt spid="55"/>
                                        </p:tgtEl>
                                      </p:cBhvr>
                                    </p:animEffect>
                                  </p:childTnLst>
                                </p:cTn>
                              </p:par>
                              <p:par>
                                <p:cTn id="287" presetID="53" presetClass="entr" presetSubtype="16" fill="hold" nodeType="withEffect">
                                  <p:stCondLst>
                                    <p:cond delay="370"/>
                                  </p:stCondLst>
                                  <p:childTnLst>
                                    <p:set>
                                      <p:cBhvr>
                                        <p:cTn id="288" dur="1" fill="hold">
                                          <p:stCondLst>
                                            <p:cond delay="0"/>
                                          </p:stCondLst>
                                        </p:cTn>
                                        <p:tgtEl>
                                          <p:spTgt spid="48"/>
                                        </p:tgtEl>
                                        <p:attrNameLst>
                                          <p:attrName>style.visibility</p:attrName>
                                        </p:attrNameLst>
                                      </p:cBhvr>
                                      <p:to>
                                        <p:strVal val="visible"/>
                                      </p:to>
                                    </p:set>
                                    <p:anim calcmode="lin" valueType="num">
                                      <p:cBhvr>
                                        <p:cTn id="289" dur="750" fill="hold"/>
                                        <p:tgtEl>
                                          <p:spTgt spid="48"/>
                                        </p:tgtEl>
                                        <p:attrNameLst>
                                          <p:attrName>ppt_w</p:attrName>
                                        </p:attrNameLst>
                                      </p:cBhvr>
                                      <p:tavLst>
                                        <p:tav tm="0">
                                          <p:val>
                                            <p:fltVal val="0"/>
                                          </p:val>
                                        </p:tav>
                                        <p:tav tm="100000">
                                          <p:val>
                                            <p:strVal val="#ppt_w"/>
                                          </p:val>
                                        </p:tav>
                                      </p:tavLst>
                                    </p:anim>
                                    <p:anim calcmode="lin" valueType="num">
                                      <p:cBhvr>
                                        <p:cTn id="290" dur="750" fill="hold"/>
                                        <p:tgtEl>
                                          <p:spTgt spid="48"/>
                                        </p:tgtEl>
                                        <p:attrNameLst>
                                          <p:attrName>ppt_h</p:attrName>
                                        </p:attrNameLst>
                                      </p:cBhvr>
                                      <p:tavLst>
                                        <p:tav tm="0">
                                          <p:val>
                                            <p:fltVal val="0"/>
                                          </p:val>
                                        </p:tav>
                                        <p:tav tm="100000">
                                          <p:val>
                                            <p:strVal val="#ppt_h"/>
                                          </p:val>
                                        </p:tav>
                                      </p:tavLst>
                                    </p:anim>
                                    <p:animEffect transition="in" filter="fade">
                                      <p:cBhvr>
                                        <p:cTn id="291" dur="750"/>
                                        <p:tgtEl>
                                          <p:spTgt spid="48"/>
                                        </p:tgtEl>
                                      </p:cBhvr>
                                    </p:animEffect>
                                  </p:childTnLst>
                                </p:cTn>
                              </p:par>
                              <p:par>
                                <p:cTn id="292" presetID="42" presetClass="entr" presetSubtype="0" fill="hold" grpId="0" nodeType="withEffect">
                                  <p:stCondLst>
                                    <p:cond delay="490"/>
                                  </p:stCondLst>
                                  <p:childTnLst>
                                    <p:set>
                                      <p:cBhvr>
                                        <p:cTn id="293" dur="1" fill="hold">
                                          <p:stCondLst>
                                            <p:cond delay="0"/>
                                          </p:stCondLst>
                                        </p:cTn>
                                        <p:tgtEl>
                                          <p:spTgt spid="49"/>
                                        </p:tgtEl>
                                        <p:attrNameLst>
                                          <p:attrName>style.visibility</p:attrName>
                                        </p:attrNameLst>
                                      </p:cBhvr>
                                      <p:to>
                                        <p:strVal val="visible"/>
                                      </p:to>
                                    </p:set>
                                    <p:animEffect transition="in" filter="fade">
                                      <p:cBhvr>
                                        <p:cTn id="294" dur="650"/>
                                        <p:tgtEl>
                                          <p:spTgt spid="49"/>
                                        </p:tgtEl>
                                      </p:cBhvr>
                                    </p:animEffect>
                                    <p:anim calcmode="lin" valueType="num">
                                      <p:cBhvr>
                                        <p:cTn id="295" dur="650" fill="hold"/>
                                        <p:tgtEl>
                                          <p:spTgt spid="49"/>
                                        </p:tgtEl>
                                        <p:attrNameLst>
                                          <p:attrName>ppt_x</p:attrName>
                                        </p:attrNameLst>
                                      </p:cBhvr>
                                      <p:tavLst>
                                        <p:tav tm="0">
                                          <p:val>
                                            <p:strVal val="#ppt_x"/>
                                          </p:val>
                                        </p:tav>
                                        <p:tav tm="100000">
                                          <p:val>
                                            <p:strVal val="#ppt_x"/>
                                          </p:val>
                                        </p:tav>
                                      </p:tavLst>
                                    </p:anim>
                                    <p:anim calcmode="lin" valueType="num">
                                      <p:cBhvr>
                                        <p:cTn id="296" dur="650" fill="hold"/>
                                        <p:tgtEl>
                                          <p:spTgt spid="49"/>
                                        </p:tgtEl>
                                        <p:attrNameLst>
                                          <p:attrName>ppt_y</p:attrName>
                                        </p:attrNameLst>
                                      </p:cBhvr>
                                      <p:tavLst>
                                        <p:tav tm="0">
                                          <p:val>
                                            <p:strVal val="#ppt_y+.1"/>
                                          </p:val>
                                        </p:tav>
                                        <p:tav tm="100000">
                                          <p:val>
                                            <p:strVal val="#ppt_y"/>
                                          </p:val>
                                        </p:tav>
                                      </p:tavLst>
                                    </p:anim>
                                  </p:childTnLst>
                                </p:cTn>
                              </p:par>
                              <p:par>
                                <p:cTn id="297" presetID="42" presetClass="entr" presetSubtype="0" fill="hold" grpId="0" nodeType="withEffect">
                                  <p:stCondLst>
                                    <p:cond delay="610"/>
                                  </p:stCondLst>
                                  <p:childTnLst>
                                    <p:set>
                                      <p:cBhvr>
                                        <p:cTn id="298" dur="1" fill="hold">
                                          <p:stCondLst>
                                            <p:cond delay="0"/>
                                          </p:stCondLst>
                                        </p:cTn>
                                        <p:tgtEl>
                                          <p:spTgt spid="191"/>
                                        </p:tgtEl>
                                        <p:attrNameLst>
                                          <p:attrName>style.visibility</p:attrName>
                                        </p:attrNameLst>
                                      </p:cBhvr>
                                      <p:to>
                                        <p:strVal val="visible"/>
                                      </p:to>
                                    </p:set>
                                    <p:animEffect transition="in" filter="fade">
                                      <p:cBhvr>
                                        <p:cTn id="299" dur="650"/>
                                        <p:tgtEl>
                                          <p:spTgt spid="191"/>
                                        </p:tgtEl>
                                      </p:cBhvr>
                                    </p:animEffect>
                                    <p:anim calcmode="lin" valueType="num">
                                      <p:cBhvr>
                                        <p:cTn id="300" dur="650" fill="hold"/>
                                        <p:tgtEl>
                                          <p:spTgt spid="191"/>
                                        </p:tgtEl>
                                        <p:attrNameLst>
                                          <p:attrName>ppt_x</p:attrName>
                                        </p:attrNameLst>
                                      </p:cBhvr>
                                      <p:tavLst>
                                        <p:tav tm="0">
                                          <p:val>
                                            <p:strVal val="#ppt_x"/>
                                          </p:val>
                                        </p:tav>
                                        <p:tav tm="100000">
                                          <p:val>
                                            <p:strVal val="#ppt_x"/>
                                          </p:val>
                                        </p:tav>
                                      </p:tavLst>
                                    </p:anim>
                                    <p:anim calcmode="lin" valueType="num">
                                      <p:cBhvr>
                                        <p:cTn id="301" dur="650" fill="hold"/>
                                        <p:tgtEl>
                                          <p:spTgt spid="191"/>
                                        </p:tgtEl>
                                        <p:attrNameLst>
                                          <p:attrName>ppt_y</p:attrName>
                                        </p:attrNameLst>
                                      </p:cBhvr>
                                      <p:tavLst>
                                        <p:tav tm="0">
                                          <p:val>
                                            <p:strVal val="#ppt_y+.1"/>
                                          </p:val>
                                        </p:tav>
                                        <p:tav tm="100000">
                                          <p:val>
                                            <p:strVal val="#ppt_y"/>
                                          </p:val>
                                        </p:tav>
                                      </p:tavLst>
                                    </p:anim>
                                  </p:childTnLst>
                                </p:cTn>
                              </p:par>
                              <p:par>
                                <p:cTn id="302" presetID="42" presetClass="entr" presetSubtype="0" fill="hold" grpId="0" nodeType="withEffect">
                                  <p:stCondLst>
                                    <p:cond delay="610"/>
                                  </p:stCondLst>
                                  <p:childTnLst>
                                    <p:set>
                                      <p:cBhvr>
                                        <p:cTn id="303" dur="1" fill="hold">
                                          <p:stCondLst>
                                            <p:cond delay="0"/>
                                          </p:stCondLst>
                                        </p:cTn>
                                        <p:tgtEl>
                                          <p:spTgt spid="192"/>
                                        </p:tgtEl>
                                        <p:attrNameLst>
                                          <p:attrName>style.visibility</p:attrName>
                                        </p:attrNameLst>
                                      </p:cBhvr>
                                      <p:to>
                                        <p:strVal val="visible"/>
                                      </p:to>
                                    </p:set>
                                    <p:animEffect transition="in" filter="fade">
                                      <p:cBhvr>
                                        <p:cTn id="304" dur="650"/>
                                        <p:tgtEl>
                                          <p:spTgt spid="192"/>
                                        </p:tgtEl>
                                      </p:cBhvr>
                                    </p:animEffect>
                                    <p:anim calcmode="lin" valueType="num">
                                      <p:cBhvr>
                                        <p:cTn id="305" dur="650" fill="hold"/>
                                        <p:tgtEl>
                                          <p:spTgt spid="192"/>
                                        </p:tgtEl>
                                        <p:attrNameLst>
                                          <p:attrName>ppt_x</p:attrName>
                                        </p:attrNameLst>
                                      </p:cBhvr>
                                      <p:tavLst>
                                        <p:tav tm="0">
                                          <p:val>
                                            <p:strVal val="#ppt_x"/>
                                          </p:val>
                                        </p:tav>
                                        <p:tav tm="100000">
                                          <p:val>
                                            <p:strVal val="#ppt_x"/>
                                          </p:val>
                                        </p:tav>
                                      </p:tavLst>
                                    </p:anim>
                                    <p:anim calcmode="lin" valueType="num">
                                      <p:cBhvr>
                                        <p:cTn id="306" dur="650" fill="hold"/>
                                        <p:tgtEl>
                                          <p:spTgt spid="192"/>
                                        </p:tgtEl>
                                        <p:attrNameLst>
                                          <p:attrName>ppt_y</p:attrName>
                                        </p:attrNameLst>
                                      </p:cBhvr>
                                      <p:tavLst>
                                        <p:tav tm="0">
                                          <p:val>
                                            <p:strVal val="#ppt_y+.1"/>
                                          </p:val>
                                        </p:tav>
                                        <p:tav tm="100000">
                                          <p:val>
                                            <p:strVal val="#ppt_y"/>
                                          </p:val>
                                        </p:tav>
                                      </p:tavLst>
                                    </p:anim>
                                  </p:childTnLst>
                                </p:cTn>
                              </p:par>
                              <p:par>
                                <p:cTn id="307" presetID="42" presetClass="entr" presetSubtype="0" fill="hold" grpId="0" nodeType="withEffect">
                                  <p:stCondLst>
                                    <p:cond delay="730"/>
                                  </p:stCondLst>
                                  <p:childTnLst>
                                    <p:set>
                                      <p:cBhvr>
                                        <p:cTn id="308" dur="1" fill="hold">
                                          <p:stCondLst>
                                            <p:cond delay="0"/>
                                          </p:stCondLst>
                                        </p:cTn>
                                        <p:tgtEl>
                                          <p:spTgt spid="193"/>
                                        </p:tgtEl>
                                        <p:attrNameLst>
                                          <p:attrName>style.visibility</p:attrName>
                                        </p:attrNameLst>
                                      </p:cBhvr>
                                      <p:to>
                                        <p:strVal val="visible"/>
                                      </p:to>
                                    </p:set>
                                    <p:animEffect transition="in" filter="fade">
                                      <p:cBhvr>
                                        <p:cTn id="309" dur="650"/>
                                        <p:tgtEl>
                                          <p:spTgt spid="193"/>
                                        </p:tgtEl>
                                      </p:cBhvr>
                                    </p:animEffect>
                                    <p:anim calcmode="lin" valueType="num">
                                      <p:cBhvr>
                                        <p:cTn id="310" dur="650" fill="hold"/>
                                        <p:tgtEl>
                                          <p:spTgt spid="193"/>
                                        </p:tgtEl>
                                        <p:attrNameLst>
                                          <p:attrName>ppt_x</p:attrName>
                                        </p:attrNameLst>
                                      </p:cBhvr>
                                      <p:tavLst>
                                        <p:tav tm="0">
                                          <p:val>
                                            <p:strVal val="#ppt_x"/>
                                          </p:val>
                                        </p:tav>
                                        <p:tav tm="100000">
                                          <p:val>
                                            <p:strVal val="#ppt_x"/>
                                          </p:val>
                                        </p:tav>
                                      </p:tavLst>
                                    </p:anim>
                                    <p:anim calcmode="lin" valueType="num">
                                      <p:cBhvr>
                                        <p:cTn id="311" dur="650" fill="hold"/>
                                        <p:tgtEl>
                                          <p:spTgt spid="193"/>
                                        </p:tgtEl>
                                        <p:attrNameLst>
                                          <p:attrName>ppt_y</p:attrName>
                                        </p:attrNameLst>
                                      </p:cBhvr>
                                      <p:tavLst>
                                        <p:tav tm="0">
                                          <p:val>
                                            <p:strVal val="#ppt_y+.1"/>
                                          </p:val>
                                        </p:tav>
                                        <p:tav tm="100000">
                                          <p:val>
                                            <p:strVal val="#ppt_y"/>
                                          </p:val>
                                        </p:tav>
                                      </p:tavLst>
                                    </p:anim>
                                  </p:childTnLst>
                                </p:cTn>
                              </p:par>
                              <p:par>
                                <p:cTn id="312" presetID="42" presetClass="entr" presetSubtype="0" fill="hold" grpId="0" nodeType="withEffect">
                                  <p:stCondLst>
                                    <p:cond delay="730"/>
                                  </p:stCondLst>
                                  <p:childTnLst>
                                    <p:set>
                                      <p:cBhvr>
                                        <p:cTn id="313" dur="1" fill="hold">
                                          <p:stCondLst>
                                            <p:cond delay="0"/>
                                          </p:stCondLst>
                                        </p:cTn>
                                        <p:tgtEl>
                                          <p:spTgt spid="194"/>
                                        </p:tgtEl>
                                        <p:attrNameLst>
                                          <p:attrName>style.visibility</p:attrName>
                                        </p:attrNameLst>
                                      </p:cBhvr>
                                      <p:to>
                                        <p:strVal val="visible"/>
                                      </p:to>
                                    </p:set>
                                    <p:animEffect transition="in" filter="fade">
                                      <p:cBhvr>
                                        <p:cTn id="314" dur="650"/>
                                        <p:tgtEl>
                                          <p:spTgt spid="194"/>
                                        </p:tgtEl>
                                      </p:cBhvr>
                                    </p:animEffect>
                                    <p:anim calcmode="lin" valueType="num">
                                      <p:cBhvr>
                                        <p:cTn id="315" dur="650" fill="hold"/>
                                        <p:tgtEl>
                                          <p:spTgt spid="194"/>
                                        </p:tgtEl>
                                        <p:attrNameLst>
                                          <p:attrName>ppt_x</p:attrName>
                                        </p:attrNameLst>
                                      </p:cBhvr>
                                      <p:tavLst>
                                        <p:tav tm="0">
                                          <p:val>
                                            <p:strVal val="#ppt_x"/>
                                          </p:val>
                                        </p:tav>
                                        <p:tav tm="100000">
                                          <p:val>
                                            <p:strVal val="#ppt_x"/>
                                          </p:val>
                                        </p:tav>
                                      </p:tavLst>
                                    </p:anim>
                                    <p:anim calcmode="lin" valueType="num">
                                      <p:cBhvr>
                                        <p:cTn id="316" dur="650" fill="hold"/>
                                        <p:tgtEl>
                                          <p:spTgt spid="194"/>
                                        </p:tgtEl>
                                        <p:attrNameLst>
                                          <p:attrName>ppt_y</p:attrName>
                                        </p:attrNameLst>
                                      </p:cBhvr>
                                      <p:tavLst>
                                        <p:tav tm="0">
                                          <p:val>
                                            <p:strVal val="#ppt_y+.1"/>
                                          </p:val>
                                        </p:tav>
                                        <p:tav tm="100000">
                                          <p:val>
                                            <p:strVal val="#ppt_y"/>
                                          </p:val>
                                        </p:tav>
                                      </p:tavLst>
                                    </p:anim>
                                  </p:childTnLst>
                                </p:cTn>
                              </p:par>
                            </p:childTnLst>
                          </p:cTn>
                        </p:par>
                      </p:childTnLst>
                    </p:cTn>
                  </p:par>
                  <p:par>
                    <p:cTn id="317" fill="hold">
                      <p:stCondLst>
                        <p:cond delay="indefinite"/>
                      </p:stCondLst>
                      <p:childTnLst>
                        <p:par>
                          <p:cTn id="318" fill="hold">
                            <p:stCondLst>
                              <p:cond delay="0"/>
                            </p:stCondLst>
                            <p:childTnLst>
                              <p:par>
                                <p:cTn id="319" presetID="10" presetClass="exit" presetSubtype="0" fill="hold" nodeType="clickEffect">
                                  <p:stCondLst>
                                    <p:cond delay="0"/>
                                  </p:stCondLst>
                                  <p:childTnLst>
                                    <p:animEffect transition="out" filter="fade">
                                      <p:cBhvr>
                                        <p:cTn id="320" dur="300"/>
                                        <p:tgtEl>
                                          <p:spTgt spid="36"/>
                                        </p:tgtEl>
                                      </p:cBhvr>
                                    </p:animEffect>
                                    <p:set>
                                      <p:cBhvr>
                                        <p:cTn id="321" dur="1" fill="hold">
                                          <p:stCondLst>
                                            <p:cond delay="299"/>
                                          </p:stCondLst>
                                        </p:cTn>
                                        <p:tgtEl>
                                          <p:spTgt spid="36"/>
                                        </p:tgtEl>
                                        <p:attrNameLst>
                                          <p:attrName>style.visibility</p:attrName>
                                        </p:attrNameLst>
                                      </p:cBhvr>
                                      <p:to>
                                        <p:strVal val="hidden"/>
                                      </p:to>
                                    </p:set>
                                  </p:childTnLst>
                                </p:cTn>
                              </p:par>
                              <p:par>
                                <p:cTn id="322" presetID="10" presetClass="exit" presetSubtype="0" fill="hold" grpId="1" nodeType="withEffect">
                                  <p:stCondLst>
                                    <p:cond delay="0"/>
                                  </p:stCondLst>
                                  <p:childTnLst>
                                    <p:animEffect transition="out" filter="fade">
                                      <p:cBhvr>
                                        <p:cTn id="323" dur="300"/>
                                        <p:tgtEl>
                                          <p:spTgt spid="37"/>
                                        </p:tgtEl>
                                      </p:cBhvr>
                                    </p:animEffect>
                                    <p:set>
                                      <p:cBhvr>
                                        <p:cTn id="324" dur="1" fill="hold">
                                          <p:stCondLst>
                                            <p:cond delay="299"/>
                                          </p:stCondLst>
                                        </p:cTn>
                                        <p:tgtEl>
                                          <p:spTgt spid="37"/>
                                        </p:tgtEl>
                                        <p:attrNameLst>
                                          <p:attrName>style.visibility</p:attrName>
                                        </p:attrNameLst>
                                      </p:cBhvr>
                                      <p:to>
                                        <p:strVal val="hidden"/>
                                      </p:to>
                                    </p:set>
                                  </p:childTnLst>
                                </p:cTn>
                              </p:par>
                              <p:par>
                                <p:cTn id="325" presetID="10" presetClass="exit" presetSubtype="0" fill="hold" grpId="1" nodeType="withEffect">
                                  <p:stCondLst>
                                    <p:cond delay="0"/>
                                  </p:stCondLst>
                                  <p:childTnLst>
                                    <p:animEffect transition="out" filter="fade">
                                      <p:cBhvr>
                                        <p:cTn id="326" dur="300"/>
                                        <p:tgtEl>
                                          <p:spTgt spid="38"/>
                                        </p:tgtEl>
                                      </p:cBhvr>
                                    </p:animEffect>
                                    <p:set>
                                      <p:cBhvr>
                                        <p:cTn id="327" dur="1" fill="hold">
                                          <p:stCondLst>
                                            <p:cond delay="299"/>
                                          </p:stCondLst>
                                        </p:cTn>
                                        <p:tgtEl>
                                          <p:spTgt spid="38"/>
                                        </p:tgtEl>
                                        <p:attrNameLst>
                                          <p:attrName>style.visibility</p:attrName>
                                        </p:attrNameLst>
                                      </p:cBhvr>
                                      <p:to>
                                        <p:strVal val="hidden"/>
                                      </p:to>
                                    </p:set>
                                  </p:childTnLst>
                                </p:cTn>
                              </p:par>
                              <p:par>
                                <p:cTn id="328" presetID="10" presetClass="exit" presetSubtype="0" fill="hold" grpId="1" nodeType="withEffect">
                                  <p:stCondLst>
                                    <p:cond delay="0"/>
                                  </p:stCondLst>
                                  <p:childTnLst>
                                    <p:animEffect transition="out" filter="fade">
                                      <p:cBhvr>
                                        <p:cTn id="329" dur="300"/>
                                        <p:tgtEl>
                                          <p:spTgt spid="39"/>
                                        </p:tgtEl>
                                      </p:cBhvr>
                                    </p:animEffect>
                                    <p:set>
                                      <p:cBhvr>
                                        <p:cTn id="330" dur="1" fill="hold">
                                          <p:stCondLst>
                                            <p:cond delay="299"/>
                                          </p:stCondLst>
                                        </p:cTn>
                                        <p:tgtEl>
                                          <p:spTgt spid="39"/>
                                        </p:tgtEl>
                                        <p:attrNameLst>
                                          <p:attrName>style.visibility</p:attrName>
                                        </p:attrNameLst>
                                      </p:cBhvr>
                                      <p:to>
                                        <p:strVal val="hidden"/>
                                      </p:to>
                                    </p:set>
                                  </p:childTnLst>
                                </p:cTn>
                              </p:par>
                              <p:par>
                                <p:cTn id="331" presetID="10" presetClass="exit" presetSubtype="0" fill="hold" grpId="1" nodeType="withEffect">
                                  <p:stCondLst>
                                    <p:cond delay="0"/>
                                  </p:stCondLst>
                                  <p:childTnLst>
                                    <p:animEffect transition="out" filter="fade">
                                      <p:cBhvr>
                                        <p:cTn id="332" dur="300"/>
                                        <p:tgtEl>
                                          <p:spTgt spid="40"/>
                                        </p:tgtEl>
                                      </p:cBhvr>
                                    </p:animEffect>
                                    <p:set>
                                      <p:cBhvr>
                                        <p:cTn id="333" dur="1" fill="hold">
                                          <p:stCondLst>
                                            <p:cond delay="299"/>
                                          </p:stCondLst>
                                        </p:cTn>
                                        <p:tgtEl>
                                          <p:spTgt spid="40"/>
                                        </p:tgtEl>
                                        <p:attrNameLst>
                                          <p:attrName>style.visibility</p:attrName>
                                        </p:attrNameLst>
                                      </p:cBhvr>
                                      <p:to>
                                        <p:strVal val="hidden"/>
                                      </p:to>
                                    </p:set>
                                  </p:childTnLst>
                                </p:cTn>
                              </p:par>
                              <p:par>
                                <p:cTn id="334" presetID="10" presetClass="exit" presetSubtype="0" fill="hold" grpId="1" nodeType="withEffect">
                                  <p:stCondLst>
                                    <p:cond delay="0"/>
                                  </p:stCondLst>
                                  <p:childTnLst>
                                    <p:animEffect transition="out" filter="fade">
                                      <p:cBhvr>
                                        <p:cTn id="335" dur="300"/>
                                        <p:tgtEl>
                                          <p:spTgt spid="41"/>
                                        </p:tgtEl>
                                      </p:cBhvr>
                                    </p:animEffect>
                                    <p:set>
                                      <p:cBhvr>
                                        <p:cTn id="336" dur="1" fill="hold">
                                          <p:stCondLst>
                                            <p:cond delay="299"/>
                                          </p:stCondLst>
                                        </p:cTn>
                                        <p:tgtEl>
                                          <p:spTgt spid="41"/>
                                        </p:tgtEl>
                                        <p:attrNameLst>
                                          <p:attrName>style.visibility</p:attrName>
                                        </p:attrNameLst>
                                      </p:cBhvr>
                                      <p:to>
                                        <p:strVal val="hidden"/>
                                      </p:to>
                                    </p:set>
                                  </p:childTnLst>
                                </p:cTn>
                              </p:par>
                              <p:par>
                                <p:cTn id="337" presetID="10" presetClass="exit" presetSubtype="0" fill="hold" grpId="1" nodeType="withEffect">
                                  <p:stCondLst>
                                    <p:cond delay="0"/>
                                  </p:stCondLst>
                                  <p:childTnLst>
                                    <p:animEffect transition="out" filter="fade">
                                      <p:cBhvr>
                                        <p:cTn id="338" dur="300"/>
                                        <p:tgtEl>
                                          <p:spTgt spid="42"/>
                                        </p:tgtEl>
                                      </p:cBhvr>
                                    </p:animEffect>
                                    <p:set>
                                      <p:cBhvr>
                                        <p:cTn id="339" dur="1" fill="hold">
                                          <p:stCondLst>
                                            <p:cond delay="299"/>
                                          </p:stCondLst>
                                        </p:cTn>
                                        <p:tgtEl>
                                          <p:spTgt spid="42"/>
                                        </p:tgtEl>
                                        <p:attrNameLst>
                                          <p:attrName>style.visibility</p:attrName>
                                        </p:attrNameLst>
                                      </p:cBhvr>
                                      <p:to>
                                        <p:strVal val="hidden"/>
                                      </p:to>
                                    </p:set>
                                  </p:childTnLst>
                                </p:cTn>
                              </p:par>
                              <p:par>
                                <p:cTn id="340" presetID="10" presetClass="exit" presetSubtype="0" fill="hold" grpId="1" nodeType="withEffect">
                                  <p:stCondLst>
                                    <p:cond delay="0"/>
                                  </p:stCondLst>
                                  <p:childTnLst>
                                    <p:animEffect transition="out" filter="fade">
                                      <p:cBhvr>
                                        <p:cTn id="341" dur="300"/>
                                        <p:tgtEl>
                                          <p:spTgt spid="43"/>
                                        </p:tgtEl>
                                      </p:cBhvr>
                                    </p:animEffect>
                                    <p:set>
                                      <p:cBhvr>
                                        <p:cTn id="342" dur="1" fill="hold">
                                          <p:stCondLst>
                                            <p:cond delay="299"/>
                                          </p:stCondLst>
                                        </p:cTn>
                                        <p:tgtEl>
                                          <p:spTgt spid="43"/>
                                        </p:tgtEl>
                                        <p:attrNameLst>
                                          <p:attrName>style.visibility</p:attrName>
                                        </p:attrNameLst>
                                      </p:cBhvr>
                                      <p:to>
                                        <p:strVal val="hidden"/>
                                      </p:to>
                                    </p:set>
                                  </p:childTnLst>
                                </p:cTn>
                              </p:par>
                              <p:par>
                                <p:cTn id="343" presetID="10" presetClass="exit" presetSubtype="0" fill="hold" grpId="1" nodeType="withEffect">
                                  <p:stCondLst>
                                    <p:cond delay="0"/>
                                  </p:stCondLst>
                                  <p:childTnLst>
                                    <p:animEffect transition="out" filter="fade">
                                      <p:cBhvr>
                                        <p:cTn id="344" dur="300"/>
                                        <p:tgtEl>
                                          <p:spTgt spid="44"/>
                                        </p:tgtEl>
                                      </p:cBhvr>
                                    </p:animEffect>
                                    <p:set>
                                      <p:cBhvr>
                                        <p:cTn id="345" dur="1" fill="hold">
                                          <p:stCondLst>
                                            <p:cond delay="299"/>
                                          </p:stCondLst>
                                        </p:cTn>
                                        <p:tgtEl>
                                          <p:spTgt spid="44"/>
                                        </p:tgtEl>
                                        <p:attrNameLst>
                                          <p:attrName>style.visibility</p:attrName>
                                        </p:attrNameLst>
                                      </p:cBhvr>
                                      <p:to>
                                        <p:strVal val="hidden"/>
                                      </p:to>
                                    </p:set>
                                  </p:childTnLst>
                                </p:cTn>
                              </p:par>
                              <p:par>
                                <p:cTn id="346" presetID="10" presetClass="exit" presetSubtype="0" fill="hold" grpId="1" nodeType="withEffect">
                                  <p:stCondLst>
                                    <p:cond delay="0"/>
                                  </p:stCondLst>
                                  <p:childTnLst>
                                    <p:animEffect transition="out" filter="fade">
                                      <p:cBhvr>
                                        <p:cTn id="347" dur="300"/>
                                        <p:tgtEl>
                                          <p:spTgt spid="45"/>
                                        </p:tgtEl>
                                      </p:cBhvr>
                                    </p:animEffect>
                                    <p:set>
                                      <p:cBhvr>
                                        <p:cTn id="348" dur="1" fill="hold">
                                          <p:stCondLst>
                                            <p:cond delay="299"/>
                                          </p:stCondLst>
                                        </p:cTn>
                                        <p:tgtEl>
                                          <p:spTgt spid="45"/>
                                        </p:tgtEl>
                                        <p:attrNameLst>
                                          <p:attrName>style.visibility</p:attrName>
                                        </p:attrNameLst>
                                      </p:cBhvr>
                                      <p:to>
                                        <p:strVal val="hidden"/>
                                      </p:to>
                                    </p:set>
                                  </p:childTnLst>
                                </p:cTn>
                              </p:par>
                              <p:par>
                                <p:cTn id="349" presetID="10" presetClass="exit" presetSubtype="0" fill="hold" grpId="1" nodeType="withEffect">
                                  <p:stCondLst>
                                    <p:cond delay="0"/>
                                  </p:stCondLst>
                                  <p:childTnLst>
                                    <p:animEffect transition="out" filter="fade">
                                      <p:cBhvr>
                                        <p:cTn id="350" dur="300"/>
                                        <p:tgtEl>
                                          <p:spTgt spid="46"/>
                                        </p:tgtEl>
                                      </p:cBhvr>
                                    </p:animEffect>
                                    <p:set>
                                      <p:cBhvr>
                                        <p:cTn id="351" dur="1" fill="hold">
                                          <p:stCondLst>
                                            <p:cond delay="299"/>
                                          </p:stCondLst>
                                        </p:cTn>
                                        <p:tgtEl>
                                          <p:spTgt spid="46"/>
                                        </p:tgtEl>
                                        <p:attrNameLst>
                                          <p:attrName>style.visibility</p:attrName>
                                        </p:attrNameLst>
                                      </p:cBhvr>
                                      <p:to>
                                        <p:strVal val="hidden"/>
                                      </p:to>
                                    </p:set>
                                  </p:childTnLst>
                                </p:cTn>
                              </p:par>
                              <p:par>
                                <p:cTn id="352" presetID="10" presetClass="exit" presetSubtype="0" fill="hold" nodeType="withEffect">
                                  <p:stCondLst>
                                    <p:cond delay="0"/>
                                  </p:stCondLst>
                                  <p:childTnLst>
                                    <p:animEffect transition="out" filter="fade">
                                      <p:cBhvr>
                                        <p:cTn id="353" dur="300"/>
                                        <p:tgtEl>
                                          <p:spTgt spid="47"/>
                                        </p:tgtEl>
                                      </p:cBhvr>
                                    </p:animEffect>
                                    <p:set>
                                      <p:cBhvr>
                                        <p:cTn id="354" dur="1" fill="hold">
                                          <p:stCondLst>
                                            <p:cond delay="299"/>
                                          </p:stCondLst>
                                        </p:cTn>
                                        <p:tgtEl>
                                          <p:spTgt spid="47"/>
                                        </p:tgtEl>
                                        <p:attrNameLst>
                                          <p:attrName>style.visibility</p:attrName>
                                        </p:attrNameLst>
                                      </p:cBhvr>
                                      <p:to>
                                        <p:strVal val="hidden"/>
                                      </p:to>
                                    </p:set>
                                  </p:childTnLst>
                                </p:cTn>
                              </p:par>
                              <p:par>
                                <p:cTn id="355" presetID="10" presetClass="exit" presetSubtype="0" fill="hold" nodeType="withEffect">
                                  <p:stCondLst>
                                    <p:cond delay="0"/>
                                  </p:stCondLst>
                                  <p:childTnLst>
                                    <p:animEffect transition="out" filter="fade">
                                      <p:cBhvr>
                                        <p:cTn id="356" dur="300"/>
                                        <p:tgtEl>
                                          <p:spTgt spid="48"/>
                                        </p:tgtEl>
                                      </p:cBhvr>
                                    </p:animEffect>
                                    <p:set>
                                      <p:cBhvr>
                                        <p:cTn id="357" dur="1" fill="hold">
                                          <p:stCondLst>
                                            <p:cond delay="299"/>
                                          </p:stCondLst>
                                        </p:cTn>
                                        <p:tgtEl>
                                          <p:spTgt spid="48"/>
                                        </p:tgtEl>
                                        <p:attrNameLst>
                                          <p:attrName>style.visibility</p:attrName>
                                        </p:attrNameLst>
                                      </p:cBhvr>
                                      <p:to>
                                        <p:strVal val="hidden"/>
                                      </p:to>
                                    </p:set>
                                  </p:childTnLst>
                                </p:cTn>
                              </p:par>
                              <p:par>
                                <p:cTn id="358" presetID="10" presetClass="exit" presetSubtype="0" fill="hold" grpId="1" nodeType="withEffect">
                                  <p:stCondLst>
                                    <p:cond delay="0"/>
                                  </p:stCondLst>
                                  <p:childTnLst>
                                    <p:animEffect transition="out" filter="fade">
                                      <p:cBhvr>
                                        <p:cTn id="359" dur="300"/>
                                        <p:tgtEl>
                                          <p:spTgt spid="49"/>
                                        </p:tgtEl>
                                      </p:cBhvr>
                                    </p:animEffect>
                                    <p:set>
                                      <p:cBhvr>
                                        <p:cTn id="360" dur="1" fill="hold">
                                          <p:stCondLst>
                                            <p:cond delay="299"/>
                                          </p:stCondLst>
                                        </p:cTn>
                                        <p:tgtEl>
                                          <p:spTgt spid="49"/>
                                        </p:tgtEl>
                                        <p:attrNameLst>
                                          <p:attrName>style.visibility</p:attrName>
                                        </p:attrNameLst>
                                      </p:cBhvr>
                                      <p:to>
                                        <p:strVal val="hidden"/>
                                      </p:to>
                                    </p:set>
                                  </p:childTnLst>
                                </p:cTn>
                              </p:par>
                              <p:par>
                                <p:cTn id="361" presetID="10" presetClass="exit" presetSubtype="0" fill="hold" grpId="1" nodeType="withEffect">
                                  <p:stCondLst>
                                    <p:cond delay="0"/>
                                  </p:stCondLst>
                                  <p:childTnLst>
                                    <p:animEffect transition="out" filter="fade">
                                      <p:cBhvr>
                                        <p:cTn id="362" dur="300"/>
                                        <p:tgtEl>
                                          <p:spTgt spid="50"/>
                                        </p:tgtEl>
                                      </p:cBhvr>
                                    </p:animEffect>
                                    <p:set>
                                      <p:cBhvr>
                                        <p:cTn id="363" dur="1" fill="hold">
                                          <p:stCondLst>
                                            <p:cond delay="299"/>
                                          </p:stCondLst>
                                        </p:cTn>
                                        <p:tgtEl>
                                          <p:spTgt spid="50"/>
                                        </p:tgtEl>
                                        <p:attrNameLst>
                                          <p:attrName>style.visibility</p:attrName>
                                        </p:attrNameLst>
                                      </p:cBhvr>
                                      <p:to>
                                        <p:strVal val="hidden"/>
                                      </p:to>
                                    </p:set>
                                  </p:childTnLst>
                                </p:cTn>
                              </p:par>
                              <p:par>
                                <p:cTn id="364" presetID="10" presetClass="exit" presetSubtype="0" fill="hold" grpId="1" nodeType="withEffect">
                                  <p:stCondLst>
                                    <p:cond delay="0"/>
                                  </p:stCondLst>
                                  <p:childTnLst>
                                    <p:animEffect transition="out" filter="fade">
                                      <p:cBhvr>
                                        <p:cTn id="365" dur="300"/>
                                        <p:tgtEl>
                                          <p:spTgt spid="51"/>
                                        </p:tgtEl>
                                      </p:cBhvr>
                                    </p:animEffect>
                                    <p:set>
                                      <p:cBhvr>
                                        <p:cTn id="366" dur="1" fill="hold">
                                          <p:stCondLst>
                                            <p:cond delay="299"/>
                                          </p:stCondLst>
                                        </p:cTn>
                                        <p:tgtEl>
                                          <p:spTgt spid="51"/>
                                        </p:tgtEl>
                                        <p:attrNameLst>
                                          <p:attrName>style.visibility</p:attrName>
                                        </p:attrNameLst>
                                      </p:cBhvr>
                                      <p:to>
                                        <p:strVal val="hidden"/>
                                      </p:to>
                                    </p:set>
                                  </p:childTnLst>
                                </p:cTn>
                              </p:par>
                              <p:par>
                                <p:cTn id="367" presetID="10" presetClass="exit" presetSubtype="0" fill="hold" grpId="1" nodeType="withEffect">
                                  <p:stCondLst>
                                    <p:cond delay="0"/>
                                  </p:stCondLst>
                                  <p:childTnLst>
                                    <p:animEffect transition="out" filter="fade">
                                      <p:cBhvr>
                                        <p:cTn id="368" dur="300"/>
                                        <p:tgtEl>
                                          <p:spTgt spid="52"/>
                                        </p:tgtEl>
                                      </p:cBhvr>
                                    </p:animEffect>
                                    <p:set>
                                      <p:cBhvr>
                                        <p:cTn id="369" dur="1" fill="hold">
                                          <p:stCondLst>
                                            <p:cond delay="299"/>
                                          </p:stCondLst>
                                        </p:cTn>
                                        <p:tgtEl>
                                          <p:spTgt spid="52"/>
                                        </p:tgtEl>
                                        <p:attrNameLst>
                                          <p:attrName>style.visibility</p:attrName>
                                        </p:attrNameLst>
                                      </p:cBhvr>
                                      <p:to>
                                        <p:strVal val="hidden"/>
                                      </p:to>
                                    </p:set>
                                  </p:childTnLst>
                                </p:cTn>
                              </p:par>
                              <p:par>
                                <p:cTn id="370" presetID="10" presetClass="exit" presetSubtype="0" fill="hold" grpId="1" nodeType="withEffect">
                                  <p:stCondLst>
                                    <p:cond delay="0"/>
                                  </p:stCondLst>
                                  <p:childTnLst>
                                    <p:animEffect transition="out" filter="fade">
                                      <p:cBhvr>
                                        <p:cTn id="371" dur="300"/>
                                        <p:tgtEl>
                                          <p:spTgt spid="53"/>
                                        </p:tgtEl>
                                      </p:cBhvr>
                                    </p:animEffect>
                                    <p:set>
                                      <p:cBhvr>
                                        <p:cTn id="372" dur="1" fill="hold">
                                          <p:stCondLst>
                                            <p:cond delay="299"/>
                                          </p:stCondLst>
                                        </p:cTn>
                                        <p:tgtEl>
                                          <p:spTgt spid="53"/>
                                        </p:tgtEl>
                                        <p:attrNameLst>
                                          <p:attrName>style.visibility</p:attrName>
                                        </p:attrNameLst>
                                      </p:cBhvr>
                                      <p:to>
                                        <p:strVal val="hidden"/>
                                      </p:to>
                                    </p:set>
                                  </p:childTnLst>
                                </p:cTn>
                              </p:par>
                              <p:par>
                                <p:cTn id="373" presetID="10" presetClass="exit" presetSubtype="0" fill="hold" grpId="1" nodeType="withEffect">
                                  <p:stCondLst>
                                    <p:cond delay="0"/>
                                  </p:stCondLst>
                                  <p:childTnLst>
                                    <p:animEffect transition="out" filter="fade">
                                      <p:cBhvr>
                                        <p:cTn id="374" dur="300"/>
                                        <p:tgtEl>
                                          <p:spTgt spid="54"/>
                                        </p:tgtEl>
                                      </p:cBhvr>
                                    </p:animEffect>
                                    <p:set>
                                      <p:cBhvr>
                                        <p:cTn id="375" dur="1" fill="hold">
                                          <p:stCondLst>
                                            <p:cond delay="299"/>
                                          </p:stCondLst>
                                        </p:cTn>
                                        <p:tgtEl>
                                          <p:spTgt spid="54"/>
                                        </p:tgtEl>
                                        <p:attrNameLst>
                                          <p:attrName>style.visibility</p:attrName>
                                        </p:attrNameLst>
                                      </p:cBhvr>
                                      <p:to>
                                        <p:strVal val="hidden"/>
                                      </p:to>
                                    </p:set>
                                  </p:childTnLst>
                                </p:cTn>
                              </p:par>
                              <p:par>
                                <p:cTn id="376" presetID="10" presetClass="exit" presetSubtype="0" fill="hold" grpId="1" nodeType="withEffect">
                                  <p:stCondLst>
                                    <p:cond delay="0"/>
                                  </p:stCondLst>
                                  <p:childTnLst>
                                    <p:animEffect transition="out" filter="fade">
                                      <p:cBhvr>
                                        <p:cTn id="377" dur="300"/>
                                        <p:tgtEl>
                                          <p:spTgt spid="55"/>
                                        </p:tgtEl>
                                      </p:cBhvr>
                                    </p:animEffect>
                                    <p:set>
                                      <p:cBhvr>
                                        <p:cTn id="378" dur="1" fill="hold">
                                          <p:stCondLst>
                                            <p:cond delay="299"/>
                                          </p:stCondLst>
                                        </p:cTn>
                                        <p:tgtEl>
                                          <p:spTgt spid="55"/>
                                        </p:tgtEl>
                                        <p:attrNameLst>
                                          <p:attrName>style.visibility</p:attrName>
                                        </p:attrNameLst>
                                      </p:cBhvr>
                                      <p:to>
                                        <p:strVal val="hidden"/>
                                      </p:to>
                                    </p:set>
                                  </p:childTnLst>
                                </p:cTn>
                              </p:par>
                              <p:par>
                                <p:cTn id="379" presetID="1" presetClass="entr" presetSubtype="0" fill="hold" grpId="0" nodeType="withEffect">
                                  <p:stCondLst>
                                    <p:cond delay="0"/>
                                  </p:stCondLst>
                                  <p:childTnLst>
                                    <p:set>
                                      <p:cBhvr>
                                        <p:cTn id="380" dur="1" fill="hold">
                                          <p:stCondLst>
                                            <p:cond delay="0"/>
                                          </p:stCondLst>
                                        </p:cTn>
                                        <p:tgtEl>
                                          <p:spTgt spid="59"/>
                                        </p:tgtEl>
                                        <p:attrNameLst>
                                          <p:attrName>style.visibility</p:attrName>
                                        </p:attrNameLst>
                                      </p:cBhvr>
                                      <p:to>
                                        <p:strVal val="visible"/>
                                      </p:to>
                                    </p:set>
                                  </p:childTnLst>
                                </p:cTn>
                              </p:par>
                              <p:par>
                                <p:cTn id="381" presetID="1" presetClass="entr" presetSubtype="0" fill="hold" grpId="0" nodeType="withEffect">
                                  <p:stCondLst>
                                    <p:cond delay="0"/>
                                  </p:stCondLst>
                                  <p:childTnLst>
                                    <p:set>
                                      <p:cBhvr>
                                        <p:cTn id="382" dur="1" fill="hold">
                                          <p:stCondLst>
                                            <p:cond delay="0"/>
                                          </p:stCondLst>
                                        </p:cTn>
                                        <p:tgtEl>
                                          <p:spTgt spid="60"/>
                                        </p:tgtEl>
                                        <p:attrNameLst>
                                          <p:attrName>style.visibility</p:attrName>
                                        </p:attrNameLst>
                                      </p:cBhvr>
                                      <p:to>
                                        <p:strVal val="visible"/>
                                      </p:to>
                                    </p:set>
                                  </p:childTnLst>
                                </p:cTn>
                              </p:par>
                              <p:par>
                                <p:cTn id="383" presetID="1" presetClass="entr" presetSubtype="0" fill="hold" grpId="0" nodeType="withEffect">
                                  <p:stCondLst>
                                    <p:cond delay="0"/>
                                  </p:stCondLst>
                                  <p:childTnLst>
                                    <p:set>
                                      <p:cBhvr>
                                        <p:cTn id="384" dur="1" fill="hold">
                                          <p:stCondLst>
                                            <p:cond delay="0"/>
                                          </p:stCondLst>
                                        </p:cTn>
                                        <p:tgtEl>
                                          <p:spTgt spid="61"/>
                                        </p:tgtEl>
                                        <p:attrNameLst>
                                          <p:attrName>style.visibility</p:attrName>
                                        </p:attrNameLst>
                                      </p:cBhvr>
                                      <p:to>
                                        <p:strVal val="visible"/>
                                      </p:to>
                                    </p:set>
                                  </p:childTnLst>
                                </p:cTn>
                              </p:par>
                              <p:par>
                                <p:cTn id="385" presetID="1" presetClass="entr" presetSubtype="0" fill="hold" grpId="0" nodeType="withEffect">
                                  <p:stCondLst>
                                    <p:cond delay="0"/>
                                  </p:stCondLst>
                                  <p:childTnLst>
                                    <p:set>
                                      <p:cBhvr>
                                        <p:cTn id="386" dur="1" fill="hold">
                                          <p:stCondLst>
                                            <p:cond delay="0"/>
                                          </p:stCondLst>
                                        </p:cTn>
                                        <p:tgtEl>
                                          <p:spTgt spid="68"/>
                                        </p:tgtEl>
                                        <p:attrNameLst>
                                          <p:attrName>style.visibility</p:attrName>
                                        </p:attrNameLst>
                                      </p:cBhvr>
                                      <p:to>
                                        <p:strVal val="visible"/>
                                      </p:to>
                                    </p:set>
                                  </p:childTnLst>
                                </p:cTn>
                              </p:par>
                              <p:par>
                                <p:cTn id="387" presetID="1" presetClass="entr" presetSubtype="0" fill="hold" grpId="0" nodeType="withEffect">
                                  <p:stCondLst>
                                    <p:cond delay="0"/>
                                  </p:stCondLst>
                                  <p:childTnLst>
                                    <p:set>
                                      <p:cBhvr>
                                        <p:cTn id="388" dur="1" fill="hold">
                                          <p:stCondLst>
                                            <p:cond delay="0"/>
                                          </p:stCondLst>
                                        </p:cTn>
                                        <p:tgtEl>
                                          <p:spTgt spid="69"/>
                                        </p:tgtEl>
                                        <p:attrNameLst>
                                          <p:attrName>style.visibility</p:attrName>
                                        </p:attrNameLst>
                                      </p:cBhvr>
                                      <p:to>
                                        <p:strVal val="visible"/>
                                      </p:to>
                                    </p:set>
                                  </p:childTnLst>
                                </p:cTn>
                              </p:par>
                              <p:par>
                                <p:cTn id="389" presetID="1" presetClass="entr" presetSubtype="0" fill="hold" grpId="0" nodeType="withEffect">
                                  <p:stCondLst>
                                    <p:cond delay="0"/>
                                  </p:stCondLst>
                                  <p:childTnLst>
                                    <p:set>
                                      <p:cBhvr>
                                        <p:cTn id="390" dur="1" fill="hold">
                                          <p:stCondLst>
                                            <p:cond delay="0"/>
                                          </p:stCondLst>
                                        </p:cTn>
                                        <p:tgtEl>
                                          <p:spTgt spid="70"/>
                                        </p:tgtEl>
                                        <p:attrNameLst>
                                          <p:attrName>style.visibility</p:attrName>
                                        </p:attrNameLst>
                                      </p:cBhvr>
                                      <p:to>
                                        <p:strVal val="visible"/>
                                      </p:to>
                                    </p:set>
                                  </p:childTnLst>
                                </p:cTn>
                              </p:par>
                              <p:par>
                                <p:cTn id="391" presetID="1" presetClass="entr" presetSubtype="0" fill="hold" grpId="0" nodeType="withEffect">
                                  <p:stCondLst>
                                    <p:cond delay="0"/>
                                  </p:stCondLst>
                                  <p:childTnLst>
                                    <p:set>
                                      <p:cBhvr>
                                        <p:cTn id="392" dur="1" fill="hold">
                                          <p:stCondLst>
                                            <p:cond delay="0"/>
                                          </p:stCondLst>
                                        </p:cTn>
                                        <p:tgtEl>
                                          <p:spTgt spid="122"/>
                                        </p:tgtEl>
                                        <p:attrNameLst>
                                          <p:attrName>style.visibility</p:attrName>
                                        </p:attrNameLst>
                                      </p:cBhvr>
                                      <p:to>
                                        <p:strVal val="visible"/>
                                      </p:to>
                                    </p:set>
                                  </p:childTnLst>
                                </p:cTn>
                              </p:par>
                              <p:par>
                                <p:cTn id="393" presetID="1" presetClass="entr" presetSubtype="0" fill="hold" grpId="0" nodeType="withEffect">
                                  <p:stCondLst>
                                    <p:cond delay="0"/>
                                  </p:stCondLst>
                                  <p:childTnLst>
                                    <p:set>
                                      <p:cBhvr>
                                        <p:cTn id="394" dur="1" fill="hold">
                                          <p:stCondLst>
                                            <p:cond delay="0"/>
                                          </p:stCondLst>
                                        </p:cTn>
                                        <p:tgtEl>
                                          <p:spTgt spid="123"/>
                                        </p:tgtEl>
                                        <p:attrNameLst>
                                          <p:attrName>style.visibility</p:attrName>
                                        </p:attrNameLst>
                                      </p:cBhvr>
                                      <p:to>
                                        <p:strVal val="visible"/>
                                      </p:to>
                                    </p:set>
                                  </p:childTnLst>
                                </p:cTn>
                              </p:par>
                              <p:par>
                                <p:cTn id="395" presetID="1" presetClass="entr" presetSubtype="0" fill="hold" grpId="0" nodeType="withEffect">
                                  <p:stCondLst>
                                    <p:cond delay="0"/>
                                  </p:stCondLst>
                                  <p:childTnLst>
                                    <p:set>
                                      <p:cBhvr>
                                        <p:cTn id="396" dur="1" fill="hold">
                                          <p:stCondLst>
                                            <p:cond delay="0"/>
                                          </p:stCondLst>
                                        </p:cTn>
                                        <p:tgtEl>
                                          <p:spTgt spid="124"/>
                                        </p:tgtEl>
                                        <p:attrNameLst>
                                          <p:attrName>style.visibility</p:attrName>
                                        </p:attrNameLst>
                                      </p:cBhvr>
                                      <p:to>
                                        <p:strVal val="visible"/>
                                      </p:to>
                                    </p:set>
                                  </p:childTnLst>
                                </p:cTn>
                              </p:par>
                              <p:par>
                                <p:cTn id="397" presetID="1" presetClass="entr" presetSubtype="0" fill="hold" grpId="0" nodeType="withEffect">
                                  <p:stCondLst>
                                    <p:cond delay="0"/>
                                  </p:stCondLst>
                                  <p:childTnLst>
                                    <p:set>
                                      <p:cBhvr>
                                        <p:cTn id="398" dur="1" fill="hold">
                                          <p:stCondLst>
                                            <p:cond delay="0"/>
                                          </p:stCondLst>
                                        </p:cTn>
                                        <p:tgtEl>
                                          <p:spTgt spid="129"/>
                                        </p:tgtEl>
                                        <p:attrNameLst>
                                          <p:attrName>style.visibility</p:attrName>
                                        </p:attrNameLst>
                                      </p:cBhvr>
                                      <p:to>
                                        <p:strVal val="visible"/>
                                      </p:to>
                                    </p:set>
                                  </p:childTnLst>
                                </p:cTn>
                              </p:par>
                              <p:par>
                                <p:cTn id="399" presetID="1" presetClass="entr" presetSubtype="0" fill="hold" grpId="0" nodeType="withEffect">
                                  <p:stCondLst>
                                    <p:cond delay="0"/>
                                  </p:stCondLst>
                                  <p:childTnLst>
                                    <p:set>
                                      <p:cBhvr>
                                        <p:cTn id="400" dur="1" fill="hold">
                                          <p:stCondLst>
                                            <p:cond delay="0"/>
                                          </p:stCondLst>
                                        </p:cTn>
                                        <p:tgtEl>
                                          <p:spTgt spid="130"/>
                                        </p:tgtEl>
                                        <p:attrNameLst>
                                          <p:attrName>style.visibility</p:attrName>
                                        </p:attrNameLst>
                                      </p:cBhvr>
                                      <p:to>
                                        <p:strVal val="visible"/>
                                      </p:to>
                                    </p:set>
                                  </p:childTnLst>
                                </p:cTn>
                              </p:par>
                              <p:par>
                                <p:cTn id="401" presetID="1" presetClass="entr" presetSubtype="0" fill="hold" grpId="0" nodeType="withEffect">
                                  <p:stCondLst>
                                    <p:cond delay="0"/>
                                  </p:stCondLst>
                                  <p:childTnLst>
                                    <p:set>
                                      <p:cBhvr>
                                        <p:cTn id="402" dur="1" fill="hold">
                                          <p:stCondLst>
                                            <p:cond delay="0"/>
                                          </p:stCondLst>
                                        </p:cTn>
                                        <p:tgtEl>
                                          <p:spTgt spid="131"/>
                                        </p:tgtEl>
                                        <p:attrNameLst>
                                          <p:attrName>style.visibility</p:attrName>
                                        </p:attrNameLst>
                                      </p:cBhvr>
                                      <p:to>
                                        <p:strVal val="visible"/>
                                      </p:to>
                                    </p:set>
                                  </p:childTnLst>
                                </p:cTn>
                              </p:par>
                              <p:par>
                                <p:cTn id="403" presetID="1" presetClass="entr" presetSubtype="0" fill="hold" grpId="0" nodeType="withEffect">
                                  <p:stCondLst>
                                    <p:cond delay="0"/>
                                  </p:stCondLst>
                                  <p:childTnLst>
                                    <p:set>
                                      <p:cBhvr>
                                        <p:cTn id="404" dur="1" fill="hold">
                                          <p:stCondLst>
                                            <p:cond delay="0"/>
                                          </p:stCondLst>
                                        </p:cTn>
                                        <p:tgtEl>
                                          <p:spTgt spid="139"/>
                                        </p:tgtEl>
                                        <p:attrNameLst>
                                          <p:attrName>style.visibility</p:attrName>
                                        </p:attrNameLst>
                                      </p:cBhvr>
                                      <p:to>
                                        <p:strVal val="visible"/>
                                      </p:to>
                                    </p:set>
                                  </p:childTnLst>
                                </p:cTn>
                              </p:par>
                              <p:par>
                                <p:cTn id="405" presetID="1" presetClass="entr" presetSubtype="0" fill="hold" grpId="0" nodeType="withEffect">
                                  <p:stCondLst>
                                    <p:cond delay="0"/>
                                  </p:stCondLst>
                                  <p:childTnLst>
                                    <p:set>
                                      <p:cBhvr>
                                        <p:cTn id="406" dur="1" fill="hold">
                                          <p:stCondLst>
                                            <p:cond delay="0"/>
                                          </p:stCondLst>
                                        </p:cTn>
                                        <p:tgtEl>
                                          <p:spTgt spid="140"/>
                                        </p:tgtEl>
                                        <p:attrNameLst>
                                          <p:attrName>style.visibility</p:attrName>
                                        </p:attrNameLst>
                                      </p:cBhvr>
                                      <p:to>
                                        <p:strVal val="visible"/>
                                      </p:to>
                                    </p:set>
                                  </p:childTnLst>
                                </p:cTn>
                              </p:par>
                              <p:par>
                                <p:cTn id="407" presetID="1" presetClass="entr" presetSubtype="0" fill="hold" grpId="0" nodeType="withEffect">
                                  <p:stCondLst>
                                    <p:cond delay="0"/>
                                  </p:stCondLst>
                                  <p:childTnLst>
                                    <p:set>
                                      <p:cBhvr>
                                        <p:cTn id="408" dur="1" fill="hold">
                                          <p:stCondLst>
                                            <p:cond delay="0"/>
                                          </p:stCondLst>
                                        </p:cTn>
                                        <p:tgtEl>
                                          <p:spTgt spid="141"/>
                                        </p:tgtEl>
                                        <p:attrNameLst>
                                          <p:attrName>style.visibility</p:attrName>
                                        </p:attrNameLst>
                                      </p:cBhvr>
                                      <p:to>
                                        <p:strVal val="visible"/>
                                      </p:to>
                                    </p:set>
                                  </p:childTnLst>
                                </p:cTn>
                              </p:par>
                              <p:par>
                                <p:cTn id="409" presetID="1" presetClass="entr" presetSubtype="0" fill="hold" grpId="0" nodeType="withEffect">
                                  <p:stCondLst>
                                    <p:cond delay="0"/>
                                  </p:stCondLst>
                                  <p:childTnLst>
                                    <p:set>
                                      <p:cBhvr>
                                        <p:cTn id="410" dur="1" fill="hold">
                                          <p:stCondLst>
                                            <p:cond delay="0"/>
                                          </p:stCondLst>
                                        </p:cTn>
                                        <p:tgtEl>
                                          <p:spTgt spid="142"/>
                                        </p:tgtEl>
                                        <p:attrNameLst>
                                          <p:attrName>style.visibility</p:attrName>
                                        </p:attrNameLst>
                                      </p:cBhvr>
                                      <p:to>
                                        <p:strVal val="visible"/>
                                      </p:to>
                                    </p:set>
                                  </p:childTnLst>
                                </p:cTn>
                              </p:par>
                              <p:par>
                                <p:cTn id="411" presetID="1" presetClass="entr" presetSubtype="0" fill="hold" grpId="0" nodeType="withEffect">
                                  <p:stCondLst>
                                    <p:cond delay="0"/>
                                  </p:stCondLst>
                                  <p:childTnLst>
                                    <p:set>
                                      <p:cBhvr>
                                        <p:cTn id="412" dur="1" fill="hold">
                                          <p:stCondLst>
                                            <p:cond delay="0"/>
                                          </p:stCondLst>
                                        </p:cTn>
                                        <p:tgtEl>
                                          <p:spTgt spid="146"/>
                                        </p:tgtEl>
                                        <p:attrNameLst>
                                          <p:attrName>style.visibility</p:attrName>
                                        </p:attrNameLst>
                                      </p:cBhvr>
                                      <p:to>
                                        <p:strVal val="visible"/>
                                      </p:to>
                                    </p:set>
                                  </p:childTnLst>
                                </p:cTn>
                              </p:par>
                              <p:par>
                                <p:cTn id="413" presetID="1" presetClass="entr" presetSubtype="0" fill="hold" grpId="0" nodeType="withEffect">
                                  <p:stCondLst>
                                    <p:cond delay="0"/>
                                  </p:stCondLst>
                                  <p:childTnLst>
                                    <p:set>
                                      <p:cBhvr>
                                        <p:cTn id="414" dur="1" fill="hold">
                                          <p:stCondLst>
                                            <p:cond delay="0"/>
                                          </p:stCondLst>
                                        </p:cTn>
                                        <p:tgtEl>
                                          <p:spTgt spid="147"/>
                                        </p:tgtEl>
                                        <p:attrNameLst>
                                          <p:attrName>style.visibility</p:attrName>
                                        </p:attrNameLst>
                                      </p:cBhvr>
                                      <p:to>
                                        <p:strVal val="visible"/>
                                      </p:to>
                                    </p:set>
                                  </p:childTnLst>
                                </p:cTn>
                              </p:par>
                              <p:par>
                                <p:cTn id="415" presetID="1" presetClass="entr" presetSubtype="0" fill="hold" grpId="0" nodeType="withEffect">
                                  <p:stCondLst>
                                    <p:cond delay="0"/>
                                  </p:stCondLst>
                                  <p:childTnLst>
                                    <p:set>
                                      <p:cBhvr>
                                        <p:cTn id="416" dur="1" fill="hold">
                                          <p:stCondLst>
                                            <p:cond delay="0"/>
                                          </p:stCondLst>
                                        </p:cTn>
                                        <p:tgtEl>
                                          <p:spTgt spid="148"/>
                                        </p:tgtEl>
                                        <p:attrNameLst>
                                          <p:attrName>style.visibility</p:attrName>
                                        </p:attrNameLst>
                                      </p:cBhvr>
                                      <p:to>
                                        <p:strVal val="visible"/>
                                      </p:to>
                                    </p:set>
                                  </p:childTnLst>
                                </p:cTn>
                              </p:par>
                              <p:par>
                                <p:cTn id="417" presetID="1" presetClass="entr" presetSubtype="0" fill="hold" grpId="0" nodeType="withEffect">
                                  <p:stCondLst>
                                    <p:cond delay="0"/>
                                  </p:stCondLst>
                                  <p:childTnLst>
                                    <p:set>
                                      <p:cBhvr>
                                        <p:cTn id="418" dur="1" fill="hold">
                                          <p:stCondLst>
                                            <p:cond delay="0"/>
                                          </p:stCondLst>
                                        </p:cTn>
                                        <p:tgtEl>
                                          <p:spTgt spid="149"/>
                                        </p:tgtEl>
                                        <p:attrNameLst>
                                          <p:attrName>style.visibility</p:attrName>
                                        </p:attrNameLst>
                                      </p:cBhvr>
                                      <p:to>
                                        <p:strVal val="visible"/>
                                      </p:to>
                                    </p:set>
                                  </p:childTnLst>
                                </p:cTn>
                              </p:par>
                              <p:par>
                                <p:cTn id="419" presetID="1" presetClass="entr" presetSubtype="0" fill="hold" grpId="0" nodeType="withEffect">
                                  <p:stCondLst>
                                    <p:cond delay="0"/>
                                  </p:stCondLst>
                                  <p:childTnLst>
                                    <p:set>
                                      <p:cBhvr>
                                        <p:cTn id="420" dur="1" fill="hold">
                                          <p:stCondLst>
                                            <p:cond delay="0"/>
                                          </p:stCondLst>
                                        </p:cTn>
                                        <p:tgtEl>
                                          <p:spTgt spid="153"/>
                                        </p:tgtEl>
                                        <p:attrNameLst>
                                          <p:attrName>style.visibility</p:attrName>
                                        </p:attrNameLst>
                                      </p:cBhvr>
                                      <p:to>
                                        <p:strVal val="visible"/>
                                      </p:to>
                                    </p:set>
                                  </p:childTnLst>
                                </p:cTn>
                              </p:par>
                              <p:par>
                                <p:cTn id="421" presetID="1" presetClass="entr" presetSubtype="0" fill="hold" grpId="0" nodeType="withEffect">
                                  <p:stCondLst>
                                    <p:cond delay="0"/>
                                  </p:stCondLst>
                                  <p:childTnLst>
                                    <p:set>
                                      <p:cBhvr>
                                        <p:cTn id="422" dur="1" fill="hold">
                                          <p:stCondLst>
                                            <p:cond delay="0"/>
                                          </p:stCondLst>
                                        </p:cTn>
                                        <p:tgtEl>
                                          <p:spTgt spid="154"/>
                                        </p:tgtEl>
                                        <p:attrNameLst>
                                          <p:attrName>style.visibility</p:attrName>
                                        </p:attrNameLst>
                                      </p:cBhvr>
                                      <p:to>
                                        <p:strVal val="visible"/>
                                      </p:to>
                                    </p:set>
                                  </p:childTnLst>
                                </p:cTn>
                              </p:par>
                              <p:par>
                                <p:cTn id="423" presetID="1" presetClass="entr" presetSubtype="0" fill="hold" grpId="0" nodeType="withEffect">
                                  <p:stCondLst>
                                    <p:cond delay="0"/>
                                  </p:stCondLst>
                                  <p:childTnLst>
                                    <p:set>
                                      <p:cBhvr>
                                        <p:cTn id="424" dur="1" fill="hold">
                                          <p:stCondLst>
                                            <p:cond delay="0"/>
                                          </p:stCondLst>
                                        </p:cTn>
                                        <p:tgtEl>
                                          <p:spTgt spid="155"/>
                                        </p:tgtEl>
                                        <p:attrNameLst>
                                          <p:attrName>style.visibility</p:attrName>
                                        </p:attrNameLst>
                                      </p:cBhvr>
                                      <p:to>
                                        <p:strVal val="visible"/>
                                      </p:to>
                                    </p:set>
                                  </p:childTnLst>
                                </p:cTn>
                              </p:par>
                              <p:par>
                                <p:cTn id="425" presetID="1" presetClass="entr" presetSubtype="0" fill="hold" grpId="0" nodeType="withEffect">
                                  <p:stCondLst>
                                    <p:cond delay="0"/>
                                  </p:stCondLst>
                                  <p:childTnLst>
                                    <p:set>
                                      <p:cBhvr>
                                        <p:cTn id="426" dur="1" fill="hold">
                                          <p:stCondLst>
                                            <p:cond delay="0"/>
                                          </p:stCondLst>
                                        </p:cTn>
                                        <p:tgtEl>
                                          <p:spTgt spid="156"/>
                                        </p:tgtEl>
                                        <p:attrNameLst>
                                          <p:attrName>style.visibility</p:attrName>
                                        </p:attrNameLst>
                                      </p:cBhvr>
                                      <p:to>
                                        <p:strVal val="visible"/>
                                      </p:to>
                                    </p:set>
                                  </p:childTnLst>
                                </p:cTn>
                              </p:par>
                              <p:par>
                                <p:cTn id="427" presetID="10" presetClass="exit" presetSubtype="0" fill="hold" grpId="1" nodeType="withEffect">
                                  <p:stCondLst>
                                    <p:cond delay="0"/>
                                  </p:stCondLst>
                                  <p:childTnLst>
                                    <p:animEffect transition="out" filter="fade">
                                      <p:cBhvr>
                                        <p:cTn id="428" dur="420"/>
                                        <p:tgtEl>
                                          <p:spTgt spid="71"/>
                                        </p:tgtEl>
                                      </p:cBhvr>
                                    </p:animEffect>
                                    <p:set>
                                      <p:cBhvr>
                                        <p:cTn id="429" dur="1" fill="hold">
                                          <p:stCondLst>
                                            <p:cond delay="419"/>
                                          </p:stCondLst>
                                        </p:cTn>
                                        <p:tgtEl>
                                          <p:spTgt spid="71"/>
                                        </p:tgtEl>
                                        <p:attrNameLst>
                                          <p:attrName>style.visibility</p:attrName>
                                        </p:attrNameLst>
                                      </p:cBhvr>
                                      <p:to>
                                        <p:strVal val="hidden"/>
                                      </p:to>
                                    </p:set>
                                  </p:childTnLst>
                                </p:cTn>
                              </p:par>
                              <p:par>
                                <p:cTn id="430" presetID="10" presetClass="exit" presetSubtype="0" fill="hold" grpId="1" nodeType="withEffect">
                                  <p:stCondLst>
                                    <p:cond delay="0"/>
                                  </p:stCondLst>
                                  <p:childTnLst>
                                    <p:animEffect transition="out" filter="fade">
                                      <p:cBhvr>
                                        <p:cTn id="431" dur="420"/>
                                        <p:tgtEl>
                                          <p:spTgt spid="72"/>
                                        </p:tgtEl>
                                      </p:cBhvr>
                                    </p:animEffect>
                                    <p:set>
                                      <p:cBhvr>
                                        <p:cTn id="432" dur="1" fill="hold">
                                          <p:stCondLst>
                                            <p:cond delay="419"/>
                                          </p:stCondLst>
                                        </p:cTn>
                                        <p:tgtEl>
                                          <p:spTgt spid="72"/>
                                        </p:tgtEl>
                                        <p:attrNameLst>
                                          <p:attrName>style.visibility</p:attrName>
                                        </p:attrNameLst>
                                      </p:cBhvr>
                                      <p:to>
                                        <p:strVal val="hidden"/>
                                      </p:to>
                                    </p:set>
                                  </p:childTnLst>
                                </p:cTn>
                              </p:par>
                              <p:par>
                                <p:cTn id="433" presetID="10" presetClass="exit" presetSubtype="0" fill="hold" grpId="1" nodeType="withEffect">
                                  <p:stCondLst>
                                    <p:cond delay="0"/>
                                  </p:stCondLst>
                                  <p:childTnLst>
                                    <p:animEffect transition="out" filter="fade">
                                      <p:cBhvr>
                                        <p:cTn id="434" dur="420"/>
                                        <p:tgtEl>
                                          <p:spTgt spid="73"/>
                                        </p:tgtEl>
                                      </p:cBhvr>
                                    </p:animEffect>
                                    <p:set>
                                      <p:cBhvr>
                                        <p:cTn id="435" dur="1" fill="hold">
                                          <p:stCondLst>
                                            <p:cond delay="419"/>
                                          </p:stCondLst>
                                        </p:cTn>
                                        <p:tgtEl>
                                          <p:spTgt spid="73"/>
                                        </p:tgtEl>
                                        <p:attrNameLst>
                                          <p:attrName>style.visibility</p:attrName>
                                        </p:attrNameLst>
                                      </p:cBhvr>
                                      <p:to>
                                        <p:strVal val="hidden"/>
                                      </p:to>
                                    </p:set>
                                  </p:childTnLst>
                                </p:cTn>
                              </p:par>
                              <p:par>
                                <p:cTn id="436" presetID="10" presetClass="exit" presetSubtype="0" fill="hold" grpId="0" nodeType="withEffect">
                                  <p:stCondLst>
                                    <p:cond delay="0"/>
                                  </p:stCondLst>
                                  <p:childTnLst>
                                    <p:animEffect transition="out" filter="fade">
                                      <p:cBhvr>
                                        <p:cTn id="437" dur="420"/>
                                        <p:tgtEl>
                                          <p:spTgt spid="95"/>
                                        </p:tgtEl>
                                      </p:cBhvr>
                                    </p:animEffect>
                                    <p:set>
                                      <p:cBhvr>
                                        <p:cTn id="438" dur="1" fill="hold">
                                          <p:stCondLst>
                                            <p:cond delay="419"/>
                                          </p:stCondLst>
                                        </p:cTn>
                                        <p:tgtEl>
                                          <p:spTgt spid="95"/>
                                        </p:tgtEl>
                                        <p:attrNameLst>
                                          <p:attrName>style.visibility</p:attrName>
                                        </p:attrNameLst>
                                      </p:cBhvr>
                                      <p:to>
                                        <p:strVal val="hidden"/>
                                      </p:to>
                                    </p:set>
                                  </p:childTnLst>
                                </p:cTn>
                              </p:par>
                              <p:par>
                                <p:cTn id="439" presetID="10" presetClass="exit" presetSubtype="0" fill="hold" grpId="0" nodeType="withEffect">
                                  <p:stCondLst>
                                    <p:cond delay="0"/>
                                  </p:stCondLst>
                                  <p:childTnLst>
                                    <p:animEffect transition="out" filter="fade">
                                      <p:cBhvr>
                                        <p:cTn id="440" dur="420"/>
                                        <p:tgtEl>
                                          <p:spTgt spid="96"/>
                                        </p:tgtEl>
                                      </p:cBhvr>
                                    </p:animEffect>
                                    <p:set>
                                      <p:cBhvr>
                                        <p:cTn id="441" dur="1" fill="hold">
                                          <p:stCondLst>
                                            <p:cond delay="419"/>
                                          </p:stCondLst>
                                        </p:cTn>
                                        <p:tgtEl>
                                          <p:spTgt spid="96"/>
                                        </p:tgtEl>
                                        <p:attrNameLst>
                                          <p:attrName>style.visibility</p:attrName>
                                        </p:attrNameLst>
                                      </p:cBhvr>
                                      <p:to>
                                        <p:strVal val="hidden"/>
                                      </p:to>
                                    </p:set>
                                  </p:childTnLst>
                                </p:cTn>
                              </p:par>
                              <p:par>
                                <p:cTn id="442" presetID="10" presetClass="exit" presetSubtype="0" fill="hold" grpId="0" nodeType="withEffect">
                                  <p:stCondLst>
                                    <p:cond delay="0"/>
                                  </p:stCondLst>
                                  <p:childTnLst>
                                    <p:animEffect transition="out" filter="fade">
                                      <p:cBhvr>
                                        <p:cTn id="443" dur="420"/>
                                        <p:tgtEl>
                                          <p:spTgt spid="97"/>
                                        </p:tgtEl>
                                      </p:cBhvr>
                                    </p:animEffect>
                                    <p:set>
                                      <p:cBhvr>
                                        <p:cTn id="444" dur="1" fill="hold">
                                          <p:stCondLst>
                                            <p:cond delay="419"/>
                                          </p:stCondLst>
                                        </p:cTn>
                                        <p:tgtEl>
                                          <p:spTgt spid="97"/>
                                        </p:tgtEl>
                                        <p:attrNameLst>
                                          <p:attrName>style.visibility</p:attrName>
                                        </p:attrNameLst>
                                      </p:cBhvr>
                                      <p:to>
                                        <p:strVal val="hidden"/>
                                      </p:to>
                                    </p:set>
                                  </p:childTnLst>
                                </p:cTn>
                              </p:par>
                              <p:par>
                                <p:cTn id="445" presetID="10" presetClass="exit" presetSubtype="0" fill="hold" grpId="1" nodeType="withEffect">
                                  <p:stCondLst>
                                    <p:cond delay="0"/>
                                  </p:stCondLst>
                                  <p:childTnLst>
                                    <p:animEffect transition="out" filter="fade">
                                      <p:cBhvr>
                                        <p:cTn id="446" dur="420"/>
                                        <p:tgtEl>
                                          <p:spTgt spid="125"/>
                                        </p:tgtEl>
                                      </p:cBhvr>
                                    </p:animEffect>
                                    <p:set>
                                      <p:cBhvr>
                                        <p:cTn id="447" dur="1" fill="hold">
                                          <p:stCondLst>
                                            <p:cond delay="419"/>
                                          </p:stCondLst>
                                        </p:cTn>
                                        <p:tgtEl>
                                          <p:spTgt spid="125"/>
                                        </p:tgtEl>
                                        <p:attrNameLst>
                                          <p:attrName>style.visibility</p:attrName>
                                        </p:attrNameLst>
                                      </p:cBhvr>
                                      <p:to>
                                        <p:strVal val="hidden"/>
                                      </p:to>
                                    </p:set>
                                  </p:childTnLst>
                                </p:cTn>
                              </p:par>
                              <p:par>
                                <p:cTn id="448" presetID="10" presetClass="exit" presetSubtype="0" fill="hold" grpId="1" nodeType="withEffect">
                                  <p:stCondLst>
                                    <p:cond delay="0"/>
                                  </p:stCondLst>
                                  <p:childTnLst>
                                    <p:animEffect transition="out" filter="fade">
                                      <p:cBhvr>
                                        <p:cTn id="449" dur="420"/>
                                        <p:tgtEl>
                                          <p:spTgt spid="126"/>
                                        </p:tgtEl>
                                      </p:cBhvr>
                                    </p:animEffect>
                                    <p:set>
                                      <p:cBhvr>
                                        <p:cTn id="450" dur="1" fill="hold">
                                          <p:stCondLst>
                                            <p:cond delay="419"/>
                                          </p:stCondLst>
                                        </p:cTn>
                                        <p:tgtEl>
                                          <p:spTgt spid="126"/>
                                        </p:tgtEl>
                                        <p:attrNameLst>
                                          <p:attrName>style.visibility</p:attrName>
                                        </p:attrNameLst>
                                      </p:cBhvr>
                                      <p:to>
                                        <p:strVal val="hidden"/>
                                      </p:to>
                                    </p:set>
                                  </p:childTnLst>
                                </p:cTn>
                              </p:par>
                              <p:par>
                                <p:cTn id="451" presetID="10" presetClass="exit" presetSubtype="0" fill="hold" grpId="1" nodeType="withEffect">
                                  <p:stCondLst>
                                    <p:cond delay="0"/>
                                  </p:stCondLst>
                                  <p:childTnLst>
                                    <p:animEffect transition="out" filter="fade">
                                      <p:cBhvr>
                                        <p:cTn id="452" dur="420"/>
                                        <p:tgtEl>
                                          <p:spTgt spid="127"/>
                                        </p:tgtEl>
                                      </p:cBhvr>
                                    </p:animEffect>
                                    <p:set>
                                      <p:cBhvr>
                                        <p:cTn id="453" dur="1" fill="hold">
                                          <p:stCondLst>
                                            <p:cond delay="419"/>
                                          </p:stCondLst>
                                        </p:cTn>
                                        <p:tgtEl>
                                          <p:spTgt spid="127"/>
                                        </p:tgtEl>
                                        <p:attrNameLst>
                                          <p:attrName>style.visibility</p:attrName>
                                        </p:attrNameLst>
                                      </p:cBhvr>
                                      <p:to>
                                        <p:strVal val="hidden"/>
                                      </p:to>
                                    </p:set>
                                  </p:childTnLst>
                                </p:cTn>
                              </p:par>
                              <p:par>
                                <p:cTn id="454" presetID="10" presetClass="exit" presetSubtype="0" fill="hold" grpId="1" nodeType="withEffect">
                                  <p:stCondLst>
                                    <p:cond delay="0"/>
                                  </p:stCondLst>
                                  <p:childTnLst>
                                    <p:animEffect transition="out" filter="fade">
                                      <p:cBhvr>
                                        <p:cTn id="455" dur="420"/>
                                        <p:tgtEl>
                                          <p:spTgt spid="132"/>
                                        </p:tgtEl>
                                      </p:cBhvr>
                                    </p:animEffect>
                                    <p:set>
                                      <p:cBhvr>
                                        <p:cTn id="456" dur="1" fill="hold">
                                          <p:stCondLst>
                                            <p:cond delay="419"/>
                                          </p:stCondLst>
                                        </p:cTn>
                                        <p:tgtEl>
                                          <p:spTgt spid="132"/>
                                        </p:tgtEl>
                                        <p:attrNameLst>
                                          <p:attrName>style.visibility</p:attrName>
                                        </p:attrNameLst>
                                      </p:cBhvr>
                                      <p:to>
                                        <p:strVal val="hidden"/>
                                      </p:to>
                                    </p:set>
                                  </p:childTnLst>
                                </p:cTn>
                              </p:par>
                              <p:par>
                                <p:cTn id="457" presetID="10" presetClass="exit" presetSubtype="0" fill="hold" grpId="1" nodeType="withEffect">
                                  <p:stCondLst>
                                    <p:cond delay="0"/>
                                  </p:stCondLst>
                                  <p:childTnLst>
                                    <p:animEffect transition="out" filter="fade">
                                      <p:cBhvr>
                                        <p:cTn id="458" dur="420"/>
                                        <p:tgtEl>
                                          <p:spTgt spid="133"/>
                                        </p:tgtEl>
                                      </p:cBhvr>
                                    </p:animEffect>
                                    <p:set>
                                      <p:cBhvr>
                                        <p:cTn id="459" dur="1" fill="hold">
                                          <p:stCondLst>
                                            <p:cond delay="419"/>
                                          </p:stCondLst>
                                        </p:cTn>
                                        <p:tgtEl>
                                          <p:spTgt spid="133"/>
                                        </p:tgtEl>
                                        <p:attrNameLst>
                                          <p:attrName>style.visibility</p:attrName>
                                        </p:attrNameLst>
                                      </p:cBhvr>
                                      <p:to>
                                        <p:strVal val="hidden"/>
                                      </p:to>
                                    </p:set>
                                  </p:childTnLst>
                                </p:cTn>
                              </p:par>
                              <p:par>
                                <p:cTn id="460" presetID="10" presetClass="exit" presetSubtype="0" fill="hold" grpId="1" nodeType="withEffect">
                                  <p:stCondLst>
                                    <p:cond delay="0"/>
                                  </p:stCondLst>
                                  <p:childTnLst>
                                    <p:animEffect transition="out" filter="fade">
                                      <p:cBhvr>
                                        <p:cTn id="461" dur="420"/>
                                        <p:tgtEl>
                                          <p:spTgt spid="134"/>
                                        </p:tgtEl>
                                      </p:cBhvr>
                                    </p:animEffect>
                                    <p:set>
                                      <p:cBhvr>
                                        <p:cTn id="462" dur="1" fill="hold">
                                          <p:stCondLst>
                                            <p:cond delay="419"/>
                                          </p:stCondLst>
                                        </p:cTn>
                                        <p:tgtEl>
                                          <p:spTgt spid="134"/>
                                        </p:tgtEl>
                                        <p:attrNameLst>
                                          <p:attrName>style.visibility</p:attrName>
                                        </p:attrNameLst>
                                      </p:cBhvr>
                                      <p:to>
                                        <p:strVal val="hidden"/>
                                      </p:to>
                                    </p:set>
                                  </p:childTnLst>
                                </p:cTn>
                              </p:par>
                              <p:par>
                                <p:cTn id="463" presetID="10" presetClass="exit" presetSubtype="0" fill="hold" grpId="0" nodeType="withEffect">
                                  <p:stCondLst>
                                    <p:cond delay="0"/>
                                  </p:stCondLst>
                                  <p:childTnLst>
                                    <p:animEffect transition="out" filter="fade">
                                      <p:cBhvr>
                                        <p:cTn id="464" dur="420"/>
                                        <p:tgtEl>
                                          <p:spTgt spid="169"/>
                                        </p:tgtEl>
                                      </p:cBhvr>
                                    </p:animEffect>
                                    <p:set>
                                      <p:cBhvr>
                                        <p:cTn id="465" dur="1" fill="hold">
                                          <p:stCondLst>
                                            <p:cond delay="419"/>
                                          </p:stCondLst>
                                        </p:cTn>
                                        <p:tgtEl>
                                          <p:spTgt spid="169"/>
                                        </p:tgtEl>
                                        <p:attrNameLst>
                                          <p:attrName>style.visibility</p:attrName>
                                        </p:attrNameLst>
                                      </p:cBhvr>
                                      <p:to>
                                        <p:strVal val="hidden"/>
                                      </p:to>
                                    </p:set>
                                  </p:childTnLst>
                                </p:cTn>
                              </p:par>
                              <p:par>
                                <p:cTn id="466" presetID="10" presetClass="exit" presetSubtype="0" fill="hold" grpId="0" nodeType="withEffect">
                                  <p:stCondLst>
                                    <p:cond delay="0"/>
                                  </p:stCondLst>
                                  <p:childTnLst>
                                    <p:animEffect transition="out" filter="fade">
                                      <p:cBhvr>
                                        <p:cTn id="467" dur="420"/>
                                        <p:tgtEl>
                                          <p:spTgt spid="170"/>
                                        </p:tgtEl>
                                      </p:cBhvr>
                                    </p:animEffect>
                                    <p:set>
                                      <p:cBhvr>
                                        <p:cTn id="468" dur="1" fill="hold">
                                          <p:stCondLst>
                                            <p:cond delay="419"/>
                                          </p:stCondLst>
                                        </p:cTn>
                                        <p:tgtEl>
                                          <p:spTgt spid="170"/>
                                        </p:tgtEl>
                                        <p:attrNameLst>
                                          <p:attrName>style.visibility</p:attrName>
                                        </p:attrNameLst>
                                      </p:cBhvr>
                                      <p:to>
                                        <p:strVal val="hidden"/>
                                      </p:to>
                                    </p:set>
                                  </p:childTnLst>
                                </p:cTn>
                              </p:par>
                              <p:par>
                                <p:cTn id="469" presetID="10" presetClass="exit" presetSubtype="0" fill="hold" grpId="0" nodeType="withEffect">
                                  <p:stCondLst>
                                    <p:cond delay="0"/>
                                  </p:stCondLst>
                                  <p:childTnLst>
                                    <p:animEffect transition="out" filter="fade">
                                      <p:cBhvr>
                                        <p:cTn id="470" dur="420"/>
                                        <p:tgtEl>
                                          <p:spTgt spid="171"/>
                                        </p:tgtEl>
                                      </p:cBhvr>
                                    </p:animEffect>
                                    <p:set>
                                      <p:cBhvr>
                                        <p:cTn id="471" dur="1" fill="hold">
                                          <p:stCondLst>
                                            <p:cond delay="419"/>
                                          </p:stCondLst>
                                        </p:cTn>
                                        <p:tgtEl>
                                          <p:spTgt spid="171"/>
                                        </p:tgtEl>
                                        <p:attrNameLst>
                                          <p:attrName>style.visibility</p:attrName>
                                        </p:attrNameLst>
                                      </p:cBhvr>
                                      <p:to>
                                        <p:strVal val="hidden"/>
                                      </p:to>
                                    </p:set>
                                  </p:childTnLst>
                                </p:cTn>
                              </p:par>
                              <p:par>
                                <p:cTn id="472" presetID="10" presetClass="exit" presetSubtype="0" fill="hold" grpId="0" nodeType="withEffect">
                                  <p:stCondLst>
                                    <p:cond delay="0"/>
                                  </p:stCondLst>
                                  <p:childTnLst>
                                    <p:animEffect transition="out" filter="fade">
                                      <p:cBhvr>
                                        <p:cTn id="473" dur="420"/>
                                        <p:tgtEl>
                                          <p:spTgt spid="172"/>
                                        </p:tgtEl>
                                      </p:cBhvr>
                                    </p:animEffect>
                                    <p:set>
                                      <p:cBhvr>
                                        <p:cTn id="474" dur="1" fill="hold">
                                          <p:stCondLst>
                                            <p:cond delay="419"/>
                                          </p:stCondLst>
                                        </p:cTn>
                                        <p:tgtEl>
                                          <p:spTgt spid="172"/>
                                        </p:tgtEl>
                                        <p:attrNameLst>
                                          <p:attrName>style.visibility</p:attrName>
                                        </p:attrNameLst>
                                      </p:cBhvr>
                                      <p:to>
                                        <p:strVal val="hidden"/>
                                      </p:to>
                                    </p:set>
                                  </p:childTnLst>
                                </p:cTn>
                              </p:par>
                              <p:par>
                                <p:cTn id="475" presetID="10" presetClass="exit" presetSubtype="0" fill="hold" grpId="0" nodeType="withEffect">
                                  <p:stCondLst>
                                    <p:cond delay="0"/>
                                  </p:stCondLst>
                                  <p:childTnLst>
                                    <p:animEffect transition="out" filter="fade">
                                      <p:cBhvr>
                                        <p:cTn id="476" dur="420"/>
                                        <p:tgtEl>
                                          <p:spTgt spid="173"/>
                                        </p:tgtEl>
                                      </p:cBhvr>
                                    </p:animEffect>
                                    <p:set>
                                      <p:cBhvr>
                                        <p:cTn id="477" dur="1" fill="hold">
                                          <p:stCondLst>
                                            <p:cond delay="419"/>
                                          </p:stCondLst>
                                        </p:cTn>
                                        <p:tgtEl>
                                          <p:spTgt spid="173"/>
                                        </p:tgtEl>
                                        <p:attrNameLst>
                                          <p:attrName>style.visibility</p:attrName>
                                        </p:attrNameLst>
                                      </p:cBhvr>
                                      <p:to>
                                        <p:strVal val="hidden"/>
                                      </p:to>
                                    </p:set>
                                  </p:childTnLst>
                                </p:cTn>
                              </p:par>
                              <p:par>
                                <p:cTn id="478" presetID="10" presetClass="exit" presetSubtype="0" fill="hold" grpId="0" nodeType="withEffect">
                                  <p:stCondLst>
                                    <p:cond delay="0"/>
                                  </p:stCondLst>
                                  <p:childTnLst>
                                    <p:animEffect transition="out" filter="fade">
                                      <p:cBhvr>
                                        <p:cTn id="479" dur="420"/>
                                        <p:tgtEl>
                                          <p:spTgt spid="174"/>
                                        </p:tgtEl>
                                      </p:cBhvr>
                                    </p:animEffect>
                                    <p:set>
                                      <p:cBhvr>
                                        <p:cTn id="480" dur="1" fill="hold">
                                          <p:stCondLst>
                                            <p:cond delay="419"/>
                                          </p:stCondLst>
                                        </p:cTn>
                                        <p:tgtEl>
                                          <p:spTgt spid="174"/>
                                        </p:tgtEl>
                                        <p:attrNameLst>
                                          <p:attrName>style.visibility</p:attrName>
                                        </p:attrNameLst>
                                      </p:cBhvr>
                                      <p:to>
                                        <p:strVal val="hidden"/>
                                      </p:to>
                                    </p:set>
                                  </p:childTnLst>
                                </p:cTn>
                              </p:par>
                              <p:par>
                                <p:cTn id="481" presetID="10" presetClass="exit" presetSubtype="0" fill="hold" grpId="0" nodeType="withEffect">
                                  <p:stCondLst>
                                    <p:cond delay="0"/>
                                  </p:stCondLst>
                                  <p:childTnLst>
                                    <p:animEffect transition="out" filter="fade">
                                      <p:cBhvr>
                                        <p:cTn id="482" dur="420"/>
                                        <p:tgtEl>
                                          <p:spTgt spid="175"/>
                                        </p:tgtEl>
                                      </p:cBhvr>
                                    </p:animEffect>
                                    <p:set>
                                      <p:cBhvr>
                                        <p:cTn id="483" dur="1" fill="hold">
                                          <p:stCondLst>
                                            <p:cond delay="419"/>
                                          </p:stCondLst>
                                        </p:cTn>
                                        <p:tgtEl>
                                          <p:spTgt spid="175"/>
                                        </p:tgtEl>
                                        <p:attrNameLst>
                                          <p:attrName>style.visibility</p:attrName>
                                        </p:attrNameLst>
                                      </p:cBhvr>
                                      <p:to>
                                        <p:strVal val="hidden"/>
                                      </p:to>
                                    </p:set>
                                  </p:childTnLst>
                                </p:cTn>
                              </p:par>
                              <p:par>
                                <p:cTn id="484" presetID="10" presetClass="exit" presetSubtype="0" fill="hold" grpId="0" nodeType="withEffect">
                                  <p:stCondLst>
                                    <p:cond delay="0"/>
                                  </p:stCondLst>
                                  <p:childTnLst>
                                    <p:animEffect transition="out" filter="fade">
                                      <p:cBhvr>
                                        <p:cTn id="485" dur="420"/>
                                        <p:tgtEl>
                                          <p:spTgt spid="176"/>
                                        </p:tgtEl>
                                      </p:cBhvr>
                                    </p:animEffect>
                                    <p:set>
                                      <p:cBhvr>
                                        <p:cTn id="486" dur="1" fill="hold">
                                          <p:stCondLst>
                                            <p:cond delay="419"/>
                                          </p:stCondLst>
                                        </p:cTn>
                                        <p:tgtEl>
                                          <p:spTgt spid="176"/>
                                        </p:tgtEl>
                                        <p:attrNameLst>
                                          <p:attrName>style.visibility</p:attrName>
                                        </p:attrNameLst>
                                      </p:cBhvr>
                                      <p:to>
                                        <p:strVal val="hidden"/>
                                      </p:to>
                                    </p:set>
                                  </p:childTnLst>
                                </p:cTn>
                              </p:par>
                              <p:par>
                                <p:cTn id="487" presetID="10" presetClass="exit" presetSubtype="0" fill="hold" grpId="0" nodeType="withEffect">
                                  <p:stCondLst>
                                    <p:cond delay="0"/>
                                  </p:stCondLst>
                                  <p:childTnLst>
                                    <p:animEffect transition="out" filter="fade">
                                      <p:cBhvr>
                                        <p:cTn id="488" dur="420"/>
                                        <p:tgtEl>
                                          <p:spTgt spid="177"/>
                                        </p:tgtEl>
                                      </p:cBhvr>
                                    </p:animEffect>
                                    <p:set>
                                      <p:cBhvr>
                                        <p:cTn id="489" dur="1" fill="hold">
                                          <p:stCondLst>
                                            <p:cond delay="419"/>
                                          </p:stCondLst>
                                        </p:cTn>
                                        <p:tgtEl>
                                          <p:spTgt spid="177"/>
                                        </p:tgtEl>
                                        <p:attrNameLst>
                                          <p:attrName>style.visibility</p:attrName>
                                        </p:attrNameLst>
                                      </p:cBhvr>
                                      <p:to>
                                        <p:strVal val="hidden"/>
                                      </p:to>
                                    </p:set>
                                  </p:childTnLst>
                                </p:cTn>
                              </p:par>
                              <p:par>
                                <p:cTn id="490" presetID="10" presetClass="exit" presetSubtype="0" fill="hold" grpId="0" nodeType="withEffect">
                                  <p:stCondLst>
                                    <p:cond delay="0"/>
                                  </p:stCondLst>
                                  <p:childTnLst>
                                    <p:animEffect transition="out" filter="fade">
                                      <p:cBhvr>
                                        <p:cTn id="491" dur="420"/>
                                        <p:tgtEl>
                                          <p:spTgt spid="178"/>
                                        </p:tgtEl>
                                      </p:cBhvr>
                                    </p:animEffect>
                                    <p:set>
                                      <p:cBhvr>
                                        <p:cTn id="492" dur="1" fill="hold">
                                          <p:stCondLst>
                                            <p:cond delay="419"/>
                                          </p:stCondLst>
                                        </p:cTn>
                                        <p:tgtEl>
                                          <p:spTgt spid="178"/>
                                        </p:tgtEl>
                                        <p:attrNameLst>
                                          <p:attrName>style.visibility</p:attrName>
                                        </p:attrNameLst>
                                      </p:cBhvr>
                                      <p:to>
                                        <p:strVal val="hidden"/>
                                      </p:to>
                                    </p:set>
                                  </p:childTnLst>
                                </p:cTn>
                              </p:par>
                              <p:par>
                                <p:cTn id="493" presetID="10" presetClass="exit" presetSubtype="0" fill="hold" grpId="0" nodeType="withEffect">
                                  <p:stCondLst>
                                    <p:cond delay="0"/>
                                  </p:stCondLst>
                                  <p:childTnLst>
                                    <p:animEffect transition="out" filter="fade">
                                      <p:cBhvr>
                                        <p:cTn id="494" dur="420"/>
                                        <p:tgtEl>
                                          <p:spTgt spid="179"/>
                                        </p:tgtEl>
                                      </p:cBhvr>
                                    </p:animEffect>
                                    <p:set>
                                      <p:cBhvr>
                                        <p:cTn id="495" dur="1" fill="hold">
                                          <p:stCondLst>
                                            <p:cond delay="419"/>
                                          </p:stCondLst>
                                        </p:cTn>
                                        <p:tgtEl>
                                          <p:spTgt spid="179"/>
                                        </p:tgtEl>
                                        <p:attrNameLst>
                                          <p:attrName>style.visibility</p:attrName>
                                        </p:attrNameLst>
                                      </p:cBhvr>
                                      <p:to>
                                        <p:strVal val="hidden"/>
                                      </p:to>
                                    </p:set>
                                  </p:childTnLst>
                                </p:cTn>
                              </p:par>
                              <p:par>
                                <p:cTn id="496" presetID="10" presetClass="exit" presetSubtype="0" fill="hold" grpId="0" nodeType="withEffect">
                                  <p:stCondLst>
                                    <p:cond delay="0"/>
                                  </p:stCondLst>
                                  <p:childTnLst>
                                    <p:animEffect transition="out" filter="fade">
                                      <p:cBhvr>
                                        <p:cTn id="497" dur="420"/>
                                        <p:tgtEl>
                                          <p:spTgt spid="180"/>
                                        </p:tgtEl>
                                      </p:cBhvr>
                                    </p:animEffect>
                                    <p:set>
                                      <p:cBhvr>
                                        <p:cTn id="498" dur="1" fill="hold">
                                          <p:stCondLst>
                                            <p:cond delay="419"/>
                                          </p:stCondLst>
                                        </p:cTn>
                                        <p:tgtEl>
                                          <p:spTgt spid="180"/>
                                        </p:tgtEl>
                                        <p:attrNameLst>
                                          <p:attrName>style.visibility</p:attrName>
                                        </p:attrNameLst>
                                      </p:cBhvr>
                                      <p:to>
                                        <p:strVal val="hidden"/>
                                      </p:to>
                                    </p:set>
                                  </p:childTnLst>
                                </p:cTn>
                              </p:par>
                              <p:par>
                                <p:cTn id="499" presetID="53" presetClass="entr" presetSubtype="16" fill="hold" nodeType="withEffect">
                                  <p:stCondLst>
                                    <p:cond delay="250"/>
                                  </p:stCondLst>
                                  <p:childTnLst>
                                    <p:set>
                                      <p:cBhvr>
                                        <p:cTn id="500" dur="1" fill="hold">
                                          <p:stCondLst>
                                            <p:cond delay="0"/>
                                          </p:stCondLst>
                                        </p:cTn>
                                        <p:tgtEl>
                                          <p:spTgt spid="20"/>
                                        </p:tgtEl>
                                        <p:attrNameLst>
                                          <p:attrName>style.visibility</p:attrName>
                                        </p:attrNameLst>
                                      </p:cBhvr>
                                      <p:to>
                                        <p:strVal val="visible"/>
                                      </p:to>
                                    </p:set>
                                    <p:anim calcmode="lin" valueType="num">
                                      <p:cBhvr>
                                        <p:cTn id="501" dur="750" fill="hold"/>
                                        <p:tgtEl>
                                          <p:spTgt spid="20"/>
                                        </p:tgtEl>
                                        <p:attrNameLst>
                                          <p:attrName>ppt_w</p:attrName>
                                        </p:attrNameLst>
                                      </p:cBhvr>
                                      <p:tavLst>
                                        <p:tav tm="0">
                                          <p:val>
                                            <p:fltVal val="0"/>
                                          </p:val>
                                        </p:tav>
                                        <p:tav tm="100000">
                                          <p:val>
                                            <p:strVal val="#ppt_w"/>
                                          </p:val>
                                        </p:tav>
                                      </p:tavLst>
                                    </p:anim>
                                    <p:anim calcmode="lin" valueType="num">
                                      <p:cBhvr>
                                        <p:cTn id="502" dur="750" fill="hold"/>
                                        <p:tgtEl>
                                          <p:spTgt spid="20"/>
                                        </p:tgtEl>
                                        <p:attrNameLst>
                                          <p:attrName>ppt_h</p:attrName>
                                        </p:attrNameLst>
                                      </p:cBhvr>
                                      <p:tavLst>
                                        <p:tav tm="0">
                                          <p:val>
                                            <p:fltVal val="0"/>
                                          </p:val>
                                        </p:tav>
                                        <p:tav tm="100000">
                                          <p:val>
                                            <p:strVal val="#ppt_h"/>
                                          </p:val>
                                        </p:tav>
                                      </p:tavLst>
                                    </p:anim>
                                    <p:animEffect transition="in" filter="fade">
                                      <p:cBhvr>
                                        <p:cTn id="503" dur="750"/>
                                        <p:tgtEl>
                                          <p:spTgt spid="20"/>
                                        </p:tgtEl>
                                      </p:cBhvr>
                                    </p:animEffect>
                                  </p:childTnLst>
                                </p:cTn>
                              </p:par>
                              <p:par>
                                <p:cTn id="504" presetID="53" presetClass="entr" presetSubtype="16" fill="hold" grpId="0" nodeType="withEffect">
                                  <p:stCondLst>
                                    <p:cond delay="250"/>
                                  </p:stCondLst>
                                  <p:childTnLst>
                                    <p:set>
                                      <p:cBhvr>
                                        <p:cTn id="505" dur="1" fill="hold">
                                          <p:stCondLst>
                                            <p:cond delay="0"/>
                                          </p:stCondLst>
                                        </p:cTn>
                                        <p:tgtEl>
                                          <p:spTgt spid="21"/>
                                        </p:tgtEl>
                                        <p:attrNameLst>
                                          <p:attrName>style.visibility</p:attrName>
                                        </p:attrNameLst>
                                      </p:cBhvr>
                                      <p:to>
                                        <p:strVal val="visible"/>
                                      </p:to>
                                    </p:set>
                                    <p:anim calcmode="lin" valueType="num">
                                      <p:cBhvr>
                                        <p:cTn id="506" dur="750" fill="hold"/>
                                        <p:tgtEl>
                                          <p:spTgt spid="21"/>
                                        </p:tgtEl>
                                        <p:attrNameLst>
                                          <p:attrName>ppt_w</p:attrName>
                                        </p:attrNameLst>
                                      </p:cBhvr>
                                      <p:tavLst>
                                        <p:tav tm="0">
                                          <p:val>
                                            <p:fltVal val="0"/>
                                          </p:val>
                                        </p:tav>
                                        <p:tav tm="100000">
                                          <p:val>
                                            <p:strVal val="#ppt_w"/>
                                          </p:val>
                                        </p:tav>
                                      </p:tavLst>
                                    </p:anim>
                                    <p:anim calcmode="lin" valueType="num">
                                      <p:cBhvr>
                                        <p:cTn id="507" dur="750" fill="hold"/>
                                        <p:tgtEl>
                                          <p:spTgt spid="21"/>
                                        </p:tgtEl>
                                        <p:attrNameLst>
                                          <p:attrName>ppt_h</p:attrName>
                                        </p:attrNameLst>
                                      </p:cBhvr>
                                      <p:tavLst>
                                        <p:tav tm="0">
                                          <p:val>
                                            <p:fltVal val="0"/>
                                          </p:val>
                                        </p:tav>
                                        <p:tav tm="100000">
                                          <p:val>
                                            <p:strVal val="#ppt_h"/>
                                          </p:val>
                                        </p:tav>
                                      </p:tavLst>
                                    </p:anim>
                                    <p:animEffect transition="in" filter="fade">
                                      <p:cBhvr>
                                        <p:cTn id="508" dur="750"/>
                                        <p:tgtEl>
                                          <p:spTgt spid="21"/>
                                        </p:tgtEl>
                                      </p:cBhvr>
                                    </p:animEffect>
                                  </p:childTnLst>
                                </p:cTn>
                              </p:par>
                              <p:par>
                                <p:cTn id="509" presetID="53" presetClass="entr" presetSubtype="16" fill="hold" grpId="0" nodeType="withEffect">
                                  <p:stCondLst>
                                    <p:cond delay="250"/>
                                  </p:stCondLst>
                                  <p:childTnLst>
                                    <p:set>
                                      <p:cBhvr>
                                        <p:cTn id="510" dur="1" fill="hold">
                                          <p:stCondLst>
                                            <p:cond delay="0"/>
                                          </p:stCondLst>
                                        </p:cTn>
                                        <p:tgtEl>
                                          <p:spTgt spid="22"/>
                                        </p:tgtEl>
                                        <p:attrNameLst>
                                          <p:attrName>style.visibility</p:attrName>
                                        </p:attrNameLst>
                                      </p:cBhvr>
                                      <p:to>
                                        <p:strVal val="visible"/>
                                      </p:to>
                                    </p:set>
                                    <p:anim calcmode="lin" valueType="num">
                                      <p:cBhvr>
                                        <p:cTn id="511" dur="750" fill="hold"/>
                                        <p:tgtEl>
                                          <p:spTgt spid="22"/>
                                        </p:tgtEl>
                                        <p:attrNameLst>
                                          <p:attrName>ppt_w</p:attrName>
                                        </p:attrNameLst>
                                      </p:cBhvr>
                                      <p:tavLst>
                                        <p:tav tm="0">
                                          <p:val>
                                            <p:fltVal val="0"/>
                                          </p:val>
                                        </p:tav>
                                        <p:tav tm="100000">
                                          <p:val>
                                            <p:strVal val="#ppt_w"/>
                                          </p:val>
                                        </p:tav>
                                      </p:tavLst>
                                    </p:anim>
                                    <p:anim calcmode="lin" valueType="num">
                                      <p:cBhvr>
                                        <p:cTn id="512" dur="750" fill="hold"/>
                                        <p:tgtEl>
                                          <p:spTgt spid="22"/>
                                        </p:tgtEl>
                                        <p:attrNameLst>
                                          <p:attrName>ppt_h</p:attrName>
                                        </p:attrNameLst>
                                      </p:cBhvr>
                                      <p:tavLst>
                                        <p:tav tm="0">
                                          <p:val>
                                            <p:fltVal val="0"/>
                                          </p:val>
                                        </p:tav>
                                        <p:tav tm="100000">
                                          <p:val>
                                            <p:strVal val="#ppt_h"/>
                                          </p:val>
                                        </p:tav>
                                      </p:tavLst>
                                    </p:anim>
                                    <p:animEffect transition="in" filter="fade">
                                      <p:cBhvr>
                                        <p:cTn id="513" dur="750"/>
                                        <p:tgtEl>
                                          <p:spTgt spid="22"/>
                                        </p:tgtEl>
                                      </p:cBhvr>
                                    </p:animEffect>
                                  </p:childTnLst>
                                </p:cTn>
                              </p:par>
                              <p:par>
                                <p:cTn id="514" presetID="53" presetClass="entr" presetSubtype="16" fill="hold" grpId="0" nodeType="withEffect">
                                  <p:stCondLst>
                                    <p:cond delay="250"/>
                                  </p:stCondLst>
                                  <p:childTnLst>
                                    <p:set>
                                      <p:cBhvr>
                                        <p:cTn id="515" dur="1" fill="hold">
                                          <p:stCondLst>
                                            <p:cond delay="0"/>
                                          </p:stCondLst>
                                        </p:cTn>
                                        <p:tgtEl>
                                          <p:spTgt spid="23"/>
                                        </p:tgtEl>
                                        <p:attrNameLst>
                                          <p:attrName>style.visibility</p:attrName>
                                        </p:attrNameLst>
                                      </p:cBhvr>
                                      <p:to>
                                        <p:strVal val="visible"/>
                                      </p:to>
                                    </p:set>
                                    <p:anim calcmode="lin" valueType="num">
                                      <p:cBhvr>
                                        <p:cTn id="516" dur="750" fill="hold"/>
                                        <p:tgtEl>
                                          <p:spTgt spid="23"/>
                                        </p:tgtEl>
                                        <p:attrNameLst>
                                          <p:attrName>ppt_w</p:attrName>
                                        </p:attrNameLst>
                                      </p:cBhvr>
                                      <p:tavLst>
                                        <p:tav tm="0">
                                          <p:val>
                                            <p:fltVal val="0"/>
                                          </p:val>
                                        </p:tav>
                                        <p:tav tm="100000">
                                          <p:val>
                                            <p:strVal val="#ppt_w"/>
                                          </p:val>
                                        </p:tav>
                                      </p:tavLst>
                                    </p:anim>
                                    <p:anim calcmode="lin" valueType="num">
                                      <p:cBhvr>
                                        <p:cTn id="517" dur="750" fill="hold"/>
                                        <p:tgtEl>
                                          <p:spTgt spid="23"/>
                                        </p:tgtEl>
                                        <p:attrNameLst>
                                          <p:attrName>ppt_h</p:attrName>
                                        </p:attrNameLst>
                                      </p:cBhvr>
                                      <p:tavLst>
                                        <p:tav tm="0">
                                          <p:val>
                                            <p:fltVal val="0"/>
                                          </p:val>
                                        </p:tav>
                                        <p:tav tm="100000">
                                          <p:val>
                                            <p:strVal val="#ppt_h"/>
                                          </p:val>
                                        </p:tav>
                                      </p:tavLst>
                                    </p:anim>
                                    <p:animEffect transition="in" filter="fade">
                                      <p:cBhvr>
                                        <p:cTn id="518" dur="750"/>
                                        <p:tgtEl>
                                          <p:spTgt spid="23"/>
                                        </p:tgtEl>
                                      </p:cBhvr>
                                    </p:animEffect>
                                  </p:childTnLst>
                                </p:cTn>
                              </p:par>
                              <p:par>
                                <p:cTn id="519" presetID="53" presetClass="entr" presetSubtype="16" fill="hold" grpId="0" nodeType="withEffect">
                                  <p:stCondLst>
                                    <p:cond delay="250"/>
                                  </p:stCondLst>
                                  <p:childTnLst>
                                    <p:set>
                                      <p:cBhvr>
                                        <p:cTn id="520" dur="1" fill="hold">
                                          <p:stCondLst>
                                            <p:cond delay="0"/>
                                          </p:stCondLst>
                                        </p:cTn>
                                        <p:tgtEl>
                                          <p:spTgt spid="24"/>
                                        </p:tgtEl>
                                        <p:attrNameLst>
                                          <p:attrName>style.visibility</p:attrName>
                                        </p:attrNameLst>
                                      </p:cBhvr>
                                      <p:to>
                                        <p:strVal val="visible"/>
                                      </p:to>
                                    </p:set>
                                    <p:anim calcmode="lin" valueType="num">
                                      <p:cBhvr>
                                        <p:cTn id="521" dur="750" fill="hold"/>
                                        <p:tgtEl>
                                          <p:spTgt spid="24"/>
                                        </p:tgtEl>
                                        <p:attrNameLst>
                                          <p:attrName>ppt_w</p:attrName>
                                        </p:attrNameLst>
                                      </p:cBhvr>
                                      <p:tavLst>
                                        <p:tav tm="0">
                                          <p:val>
                                            <p:fltVal val="0"/>
                                          </p:val>
                                        </p:tav>
                                        <p:tav tm="100000">
                                          <p:val>
                                            <p:strVal val="#ppt_w"/>
                                          </p:val>
                                        </p:tav>
                                      </p:tavLst>
                                    </p:anim>
                                    <p:anim calcmode="lin" valueType="num">
                                      <p:cBhvr>
                                        <p:cTn id="522" dur="750" fill="hold"/>
                                        <p:tgtEl>
                                          <p:spTgt spid="24"/>
                                        </p:tgtEl>
                                        <p:attrNameLst>
                                          <p:attrName>ppt_h</p:attrName>
                                        </p:attrNameLst>
                                      </p:cBhvr>
                                      <p:tavLst>
                                        <p:tav tm="0">
                                          <p:val>
                                            <p:fltVal val="0"/>
                                          </p:val>
                                        </p:tav>
                                        <p:tav tm="100000">
                                          <p:val>
                                            <p:strVal val="#ppt_h"/>
                                          </p:val>
                                        </p:tav>
                                      </p:tavLst>
                                    </p:anim>
                                    <p:animEffect transition="in" filter="fade">
                                      <p:cBhvr>
                                        <p:cTn id="523" dur="750"/>
                                        <p:tgtEl>
                                          <p:spTgt spid="24"/>
                                        </p:tgtEl>
                                      </p:cBhvr>
                                    </p:animEffect>
                                  </p:childTnLst>
                                </p:cTn>
                              </p:par>
                              <p:par>
                                <p:cTn id="524" presetID="53" presetClass="entr" presetSubtype="16" fill="hold" grpId="0" nodeType="withEffect">
                                  <p:stCondLst>
                                    <p:cond delay="250"/>
                                  </p:stCondLst>
                                  <p:childTnLst>
                                    <p:set>
                                      <p:cBhvr>
                                        <p:cTn id="525" dur="1" fill="hold">
                                          <p:stCondLst>
                                            <p:cond delay="0"/>
                                          </p:stCondLst>
                                        </p:cTn>
                                        <p:tgtEl>
                                          <p:spTgt spid="25"/>
                                        </p:tgtEl>
                                        <p:attrNameLst>
                                          <p:attrName>style.visibility</p:attrName>
                                        </p:attrNameLst>
                                      </p:cBhvr>
                                      <p:to>
                                        <p:strVal val="visible"/>
                                      </p:to>
                                    </p:set>
                                    <p:anim calcmode="lin" valueType="num">
                                      <p:cBhvr>
                                        <p:cTn id="526" dur="750" fill="hold"/>
                                        <p:tgtEl>
                                          <p:spTgt spid="25"/>
                                        </p:tgtEl>
                                        <p:attrNameLst>
                                          <p:attrName>ppt_w</p:attrName>
                                        </p:attrNameLst>
                                      </p:cBhvr>
                                      <p:tavLst>
                                        <p:tav tm="0">
                                          <p:val>
                                            <p:fltVal val="0"/>
                                          </p:val>
                                        </p:tav>
                                        <p:tav tm="100000">
                                          <p:val>
                                            <p:strVal val="#ppt_w"/>
                                          </p:val>
                                        </p:tav>
                                      </p:tavLst>
                                    </p:anim>
                                    <p:anim calcmode="lin" valueType="num">
                                      <p:cBhvr>
                                        <p:cTn id="527" dur="750" fill="hold"/>
                                        <p:tgtEl>
                                          <p:spTgt spid="25"/>
                                        </p:tgtEl>
                                        <p:attrNameLst>
                                          <p:attrName>ppt_h</p:attrName>
                                        </p:attrNameLst>
                                      </p:cBhvr>
                                      <p:tavLst>
                                        <p:tav tm="0">
                                          <p:val>
                                            <p:fltVal val="0"/>
                                          </p:val>
                                        </p:tav>
                                        <p:tav tm="100000">
                                          <p:val>
                                            <p:strVal val="#ppt_h"/>
                                          </p:val>
                                        </p:tav>
                                      </p:tavLst>
                                    </p:anim>
                                    <p:animEffect transition="in" filter="fade">
                                      <p:cBhvr>
                                        <p:cTn id="528" dur="750"/>
                                        <p:tgtEl>
                                          <p:spTgt spid="25"/>
                                        </p:tgtEl>
                                      </p:cBhvr>
                                    </p:animEffect>
                                  </p:childTnLst>
                                </p:cTn>
                              </p:par>
                              <p:par>
                                <p:cTn id="529" presetID="53" presetClass="entr" presetSubtype="16" fill="hold" grpId="0" nodeType="withEffect">
                                  <p:stCondLst>
                                    <p:cond delay="250"/>
                                  </p:stCondLst>
                                  <p:childTnLst>
                                    <p:set>
                                      <p:cBhvr>
                                        <p:cTn id="530" dur="1" fill="hold">
                                          <p:stCondLst>
                                            <p:cond delay="0"/>
                                          </p:stCondLst>
                                        </p:cTn>
                                        <p:tgtEl>
                                          <p:spTgt spid="26"/>
                                        </p:tgtEl>
                                        <p:attrNameLst>
                                          <p:attrName>style.visibility</p:attrName>
                                        </p:attrNameLst>
                                      </p:cBhvr>
                                      <p:to>
                                        <p:strVal val="visible"/>
                                      </p:to>
                                    </p:set>
                                    <p:anim calcmode="lin" valueType="num">
                                      <p:cBhvr>
                                        <p:cTn id="531" dur="750" fill="hold"/>
                                        <p:tgtEl>
                                          <p:spTgt spid="26"/>
                                        </p:tgtEl>
                                        <p:attrNameLst>
                                          <p:attrName>ppt_w</p:attrName>
                                        </p:attrNameLst>
                                      </p:cBhvr>
                                      <p:tavLst>
                                        <p:tav tm="0">
                                          <p:val>
                                            <p:fltVal val="0"/>
                                          </p:val>
                                        </p:tav>
                                        <p:tav tm="100000">
                                          <p:val>
                                            <p:strVal val="#ppt_w"/>
                                          </p:val>
                                        </p:tav>
                                      </p:tavLst>
                                    </p:anim>
                                    <p:anim calcmode="lin" valueType="num">
                                      <p:cBhvr>
                                        <p:cTn id="532" dur="750" fill="hold"/>
                                        <p:tgtEl>
                                          <p:spTgt spid="26"/>
                                        </p:tgtEl>
                                        <p:attrNameLst>
                                          <p:attrName>ppt_h</p:attrName>
                                        </p:attrNameLst>
                                      </p:cBhvr>
                                      <p:tavLst>
                                        <p:tav tm="0">
                                          <p:val>
                                            <p:fltVal val="0"/>
                                          </p:val>
                                        </p:tav>
                                        <p:tav tm="100000">
                                          <p:val>
                                            <p:strVal val="#ppt_h"/>
                                          </p:val>
                                        </p:tav>
                                      </p:tavLst>
                                    </p:anim>
                                    <p:animEffect transition="in" filter="fade">
                                      <p:cBhvr>
                                        <p:cTn id="533" dur="750"/>
                                        <p:tgtEl>
                                          <p:spTgt spid="26"/>
                                        </p:tgtEl>
                                      </p:cBhvr>
                                    </p:animEffect>
                                  </p:childTnLst>
                                </p:cTn>
                              </p:par>
                              <p:par>
                                <p:cTn id="534" presetID="53" presetClass="entr" presetSubtype="16" fill="hold" grpId="0" nodeType="withEffect">
                                  <p:stCondLst>
                                    <p:cond delay="250"/>
                                  </p:stCondLst>
                                  <p:childTnLst>
                                    <p:set>
                                      <p:cBhvr>
                                        <p:cTn id="535" dur="1" fill="hold">
                                          <p:stCondLst>
                                            <p:cond delay="0"/>
                                          </p:stCondLst>
                                        </p:cTn>
                                        <p:tgtEl>
                                          <p:spTgt spid="27"/>
                                        </p:tgtEl>
                                        <p:attrNameLst>
                                          <p:attrName>style.visibility</p:attrName>
                                        </p:attrNameLst>
                                      </p:cBhvr>
                                      <p:to>
                                        <p:strVal val="visible"/>
                                      </p:to>
                                    </p:set>
                                    <p:anim calcmode="lin" valueType="num">
                                      <p:cBhvr>
                                        <p:cTn id="536" dur="750" fill="hold"/>
                                        <p:tgtEl>
                                          <p:spTgt spid="27"/>
                                        </p:tgtEl>
                                        <p:attrNameLst>
                                          <p:attrName>ppt_w</p:attrName>
                                        </p:attrNameLst>
                                      </p:cBhvr>
                                      <p:tavLst>
                                        <p:tav tm="0">
                                          <p:val>
                                            <p:fltVal val="0"/>
                                          </p:val>
                                        </p:tav>
                                        <p:tav tm="100000">
                                          <p:val>
                                            <p:strVal val="#ppt_w"/>
                                          </p:val>
                                        </p:tav>
                                      </p:tavLst>
                                    </p:anim>
                                    <p:anim calcmode="lin" valueType="num">
                                      <p:cBhvr>
                                        <p:cTn id="537" dur="750" fill="hold"/>
                                        <p:tgtEl>
                                          <p:spTgt spid="27"/>
                                        </p:tgtEl>
                                        <p:attrNameLst>
                                          <p:attrName>ppt_h</p:attrName>
                                        </p:attrNameLst>
                                      </p:cBhvr>
                                      <p:tavLst>
                                        <p:tav tm="0">
                                          <p:val>
                                            <p:fltVal val="0"/>
                                          </p:val>
                                        </p:tav>
                                        <p:tav tm="100000">
                                          <p:val>
                                            <p:strVal val="#ppt_h"/>
                                          </p:val>
                                        </p:tav>
                                      </p:tavLst>
                                    </p:anim>
                                    <p:animEffect transition="in" filter="fade">
                                      <p:cBhvr>
                                        <p:cTn id="538" dur="750"/>
                                        <p:tgtEl>
                                          <p:spTgt spid="27"/>
                                        </p:tgtEl>
                                      </p:cBhvr>
                                    </p:animEffect>
                                  </p:childTnLst>
                                </p:cTn>
                              </p:par>
                              <p:par>
                                <p:cTn id="539" presetID="53" presetClass="entr" presetSubtype="16" fill="hold" grpId="0" nodeType="withEffect">
                                  <p:stCondLst>
                                    <p:cond delay="250"/>
                                  </p:stCondLst>
                                  <p:childTnLst>
                                    <p:set>
                                      <p:cBhvr>
                                        <p:cTn id="540" dur="1" fill="hold">
                                          <p:stCondLst>
                                            <p:cond delay="0"/>
                                          </p:stCondLst>
                                        </p:cTn>
                                        <p:tgtEl>
                                          <p:spTgt spid="28"/>
                                        </p:tgtEl>
                                        <p:attrNameLst>
                                          <p:attrName>style.visibility</p:attrName>
                                        </p:attrNameLst>
                                      </p:cBhvr>
                                      <p:to>
                                        <p:strVal val="visible"/>
                                      </p:to>
                                    </p:set>
                                    <p:anim calcmode="lin" valueType="num">
                                      <p:cBhvr>
                                        <p:cTn id="541" dur="750" fill="hold"/>
                                        <p:tgtEl>
                                          <p:spTgt spid="28"/>
                                        </p:tgtEl>
                                        <p:attrNameLst>
                                          <p:attrName>ppt_w</p:attrName>
                                        </p:attrNameLst>
                                      </p:cBhvr>
                                      <p:tavLst>
                                        <p:tav tm="0">
                                          <p:val>
                                            <p:fltVal val="0"/>
                                          </p:val>
                                        </p:tav>
                                        <p:tav tm="100000">
                                          <p:val>
                                            <p:strVal val="#ppt_w"/>
                                          </p:val>
                                        </p:tav>
                                      </p:tavLst>
                                    </p:anim>
                                    <p:anim calcmode="lin" valueType="num">
                                      <p:cBhvr>
                                        <p:cTn id="542" dur="750" fill="hold"/>
                                        <p:tgtEl>
                                          <p:spTgt spid="28"/>
                                        </p:tgtEl>
                                        <p:attrNameLst>
                                          <p:attrName>ppt_h</p:attrName>
                                        </p:attrNameLst>
                                      </p:cBhvr>
                                      <p:tavLst>
                                        <p:tav tm="0">
                                          <p:val>
                                            <p:fltVal val="0"/>
                                          </p:val>
                                        </p:tav>
                                        <p:tav tm="100000">
                                          <p:val>
                                            <p:strVal val="#ppt_h"/>
                                          </p:val>
                                        </p:tav>
                                      </p:tavLst>
                                    </p:anim>
                                    <p:animEffect transition="in" filter="fade">
                                      <p:cBhvr>
                                        <p:cTn id="543" dur="750"/>
                                        <p:tgtEl>
                                          <p:spTgt spid="28"/>
                                        </p:tgtEl>
                                      </p:cBhvr>
                                    </p:animEffect>
                                  </p:childTnLst>
                                </p:cTn>
                              </p:par>
                              <p:par>
                                <p:cTn id="544" presetID="53" presetClass="entr" presetSubtype="16" fill="hold" grpId="0" nodeType="withEffect">
                                  <p:stCondLst>
                                    <p:cond delay="250"/>
                                  </p:stCondLst>
                                  <p:childTnLst>
                                    <p:set>
                                      <p:cBhvr>
                                        <p:cTn id="545" dur="1" fill="hold">
                                          <p:stCondLst>
                                            <p:cond delay="0"/>
                                          </p:stCondLst>
                                        </p:cTn>
                                        <p:tgtEl>
                                          <p:spTgt spid="29"/>
                                        </p:tgtEl>
                                        <p:attrNameLst>
                                          <p:attrName>style.visibility</p:attrName>
                                        </p:attrNameLst>
                                      </p:cBhvr>
                                      <p:to>
                                        <p:strVal val="visible"/>
                                      </p:to>
                                    </p:set>
                                    <p:anim calcmode="lin" valueType="num">
                                      <p:cBhvr>
                                        <p:cTn id="546" dur="750" fill="hold"/>
                                        <p:tgtEl>
                                          <p:spTgt spid="29"/>
                                        </p:tgtEl>
                                        <p:attrNameLst>
                                          <p:attrName>ppt_w</p:attrName>
                                        </p:attrNameLst>
                                      </p:cBhvr>
                                      <p:tavLst>
                                        <p:tav tm="0">
                                          <p:val>
                                            <p:fltVal val="0"/>
                                          </p:val>
                                        </p:tav>
                                        <p:tav tm="100000">
                                          <p:val>
                                            <p:strVal val="#ppt_w"/>
                                          </p:val>
                                        </p:tav>
                                      </p:tavLst>
                                    </p:anim>
                                    <p:anim calcmode="lin" valueType="num">
                                      <p:cBhvr>
                                        <p:cTn id="547" dur="750" fill="hold"/>
                                        <p:tgtEl>
                                          <p:spTgt spid="29"/>
                                        </p:tgtEl>
                                        <p:attrNameLst>
                                          <p:attrName>ppt_h</p:attrName>
                                        </p:attrNameLst>
                                      </p:cBhvr>
                                      <p:tavLst>
                                        <p:tav tm="0">
                                          <p:val>
                                            <p:fltVal val="0"/>
                                          </p:val>
                                        </p:tav>
                                        <p:tav tm="100000">
                                          <p:val>
                                            <p:strVal val="#ppt_h"/>
                                          </p:val>
                                        </p:tav>
                                      </p:tavLst>
                                    </p:anim>
                                    <p:animEffect transition="in" filter="fade">
                                      <p:cBhvr>
                                        <p:cTn id="548" dur="750"/>
                                        <p:tgtEl>
                                          <p:spTgt spid="29"/>
                                        </p:tgtEl>
                                      </p:cBhvr>
                                    </p:animEffect>
                                  </p:childTnLst>
                                </p:cTn>
                              </p:par>
                              <p:par>
                                <p:cTn id="549" presetID="53" presetClass="entr" presetSubtype="16" fill="hold" grpId="0" nodeType="withEffect">
                                  <p:stCondLst>
                                    <p:cond delay="250"/>
                                  </p:stCondLst>
                                  <p:childTnLst>
                                    <p:set>
                                      <p:cBhvr>
                                        <p:cTn id="550" dur="1" fill="hold">
                                          <p:stCondLst>
                                            <p:cond delay="0"/>
                                          </p:stCondLst>
                                        </p:cTn>
                                        <p:tgtEl>
                                          <p:spTgt spid="30"/>
                                        </p:tgtEl>
                                        <p:attrNameLst>
                                          <p:attrName>style.visibility</p:attrName>
                                        </p:attrNameLst>
                                      </p:cBhvr>
                                      <p:to>
                                        <p:strVal val="visible"/>
                                      </p:to>
                                    </p:set>
                                    <p:anim calcmode="lin" valueType="num">
                                      <p:cBhvr>
                                        <p:cTn id="551" dur="750" fill="hold"/>
                                        <p:tgtEl>
                                          <p:spTgt spid="30"/>
                                        </p:tgtEl>
                                        <p:attrNameLst>
                                          <p:attrName>ppt_w</p:attrName>
                                        </p:attrNameLst>
                                      </p:cBhvr>
                                      <p:tavLst>
                                        <p:tav tm="0">
                                          <p:val>
                                            <p:fltVal val="0"/>
                                          </p:val>
                                        </p:tav>
                                        <p:tav tm="100000">
                                          <p:val>
                                            <p:strVal val="#ppt_w"/>
                                          </p:val>
                                        </p:tav>
                                      </p:tavLst>
                                    </p:anim>
                                    <p:anim calcmode="lin" valueType="num">
                                      <p:cBhvr>
                                        <p:cTn id="552" dur="750" fill="hold"/>
                                        <p:tgtEl>
                                          <p:spTgt spid="30"/>
                                        </p:tgtEl>
                                        <p:attrNameLst>
                                          <p:attrName>ppt_h</p:attrName>
                                        </p:attrNameLst>
                                      </p:cBhvr>
                                      <p:tavLst>
                                        <p:tav tm="0">
                                          <p:val>
                                            <p:fltVal val="0"/>
                                          </p:val>
                                        </p:tav>
                                        <p:tav tm="100000">
                                          <p:val>
                                            <p:strVal val="#ppt_h"/>
                                          </p:val>
                                        </p:tav>
                                      </p:tavLst>
                                    </p:anim>
                                    <p:animEffect transition="in" filter="fade">
                                      <p:cBhvr>
                                        <p:cTn id="553" dur="750"/>
                                        <p:tgtEl>
                                          <p:spTgt spid="30"/>
                                        </p:tgtEl>
                                      </p:cBhvr>
                                    </p:animEffect>
                                  </p:childTnLst>
                                </p:cTn>
                              </p:par>
                              <p:par>
                                <p:cTn id="554" presetID="53" presetClass="entr" presetSubtype="16" fill="hold" grpId="0" nodeType="withEffect">
                                  <p:stCondLst>
                                    <p:cond delay="250"/>
                                  </p:stCondLst>
                                  <p:childTnLst>
                                    <p:set>
                                      <p:cBhvr>
                                        <p:cTn id="555" dur="1" fill="hold">
                                          <p:stCondLst>
                                            <p:cond delay="0"/>
                                          </p:stCondLst>
                                        </p:cTn>
                                        <p:tgtEl>
                                          <p:spTgt spid="31"/>
                                        </p:tgtEl>
                                        <p:attrNameLst>
                                          <p:attrName>style.visibility</p:attrName>
                                        </p:attrNameLst>
                                      </p:cBhvr>
                                      <p:to>
                                        <p:strVal val="visible"/>
                                      </p:to>
                                    </p:set>
                                    <p:anim calcmode="lin" valueType="num">
                                      <p:cBhvr>
                                        <p:cTn id="556" dur="750" fill="hold"/>
                                        <p:tgtEl>
                                          <p:spTgt spid="31"/>
                                        </p:tgtEl>
                                        <p:attrNameLst>
                                          <p:attrName>ppt_w</p:attrName>
                                        </p:attrNameLst>
                                      </p:cBhvr>
                                      <p:tavLst>
                                        <p:tav tm="0">
                                          <p:val>
                                            <p:fltVal val="0"/>
                                          </p:val>
                                        </p:tav>
                                        <p:tav tm="100000">
                                          <p:val>
                                            <p:strVal val="#ppt_w"/>
                                          </p:val>
                                        </p:tav>
                                      </p:tavLst>
                                    </p:anim>
                                    <p:anim calcmode="lin" valueType="num">
                                      <p:cBhvr>
                                        <p:cTn id="557" dur="750" fill="hold"/>
                                        <p:tgtEl>
                                          <p:spTgt spid="31"/>
                                        </p:tgtEl>
                                        <p:attrNameLst>
                                          <p:attrName>ppt_h</p:attrName>
                                        </p:attrNameLst>
                                      </p:cBhvr>
                                      <p:tavLst>
                                        <p:tav tm="0">
                                          <p:val>
                                            <p:fltVal val="0"/>
                                          </p:val>
                                        </p:tav>
                                        <p:tav tm="100000">
                                          <p:val>
                                            <p:strVal val="#ppt_h"/>
                                          </p:val>
                                        </p:tav>
                                      </p:tavLst>
                                    </p:anim>
                                    <p:animEffect transition="in" filter="fade">
                                      <p:cBhvr>
                                        <p:cTn id="558" dur="750"/>
                                        <p:tgtEl>
                                          <p:spTgt spid="31"/>
                                        </p:tgtEl>
                                      </p:cBhvr>
                                    </p:animEffect>
                                  </p:childTnLst>
                                </p:cTn>
                              </p:par>
                              <p:par>
                                <p:cTn id="559" presetID="53" presetClass="entr" presetSubtype="16" fill="hold" grpId="0" nodeType="withEffect">
                                  <p:stCondLst>
                                    <p:cond delay="250"/>
                                  </p:stCondLst>
                                  <p:childTnLst>
                                    <p:set>
                                      <p:cBhvr>
                                        <p:cTn id="560" dur="1" fill="hold">
                                          <p:stCondLst>
                                            <p:cond delay="0"/>
                                          </p:stCondLst>
                                        </p:cTn>
                                        <p:tgtEl>
                                          <p:spTgt spid="34"/>
                                        </p:tgtEl>
                                        <p:attrNameLst>
                                          <p:attrName>style.visibility</p:attrName>
                                        </p:attrNameLst>
                                      </p:cBhvr>
                                      <p:to>
                                        <p:strVal val="visible"/>
                                      </p:to>
                                    </p:set>
                                    <p:anim calcmode="lin" valueType="num">
                                      <p:cBhvr>
                                        <p:cTn id="561" dur="750" fill="hold"/>
                                        <p:tgtEl>
                                          <p:spTgt spid="34"/>
                                        </p:tgtEl>
                                        <p:attrNameLst>
                                          <p:attrName>ppt_w</p:attrName>
                                        </p:attrNameLst>
                                      </p:cBhvr>
                                      <p:tavLst>
                                        <p:tav tm="0">
                                          <p:val>
                                            <p:fltVal val="0"/>
                                          </p:val>
                                        </p:tav>
                                        <p:tav tm="100000">
                                          <p:val>
                                            <p:strVal val="#ppt_w"/>
                                          </p:val>
                                        </p:tav>
                                      </p:tavLst>
                                    </p:anim>
                                    <p:anim calcmode="lin" valueType="num">
                                      <p:cBhvr>
                                        <p:cTn id="562" dur="750" fill="hold"/>
                                        <p:tgtEl>
                                          <p:spTgt spid="34"/>
                                        </p:tgtEl>
                                        <p:attrNameLst>
                                          <p:attrName>ppt_h</p:attrName>
                                        </p:attrNameLst>
                                      </p:cBhvr>
                                      <p:tavLst>
                                        <p:tav tm="0">
                                          <p:val>
                                            <p:fltVal val="0"/>
                                          </p:val>
                                        </p:tav>
                                        <p:tav tm="100000">
                                          <p:val>
                                            <p:strVal val="#ppt_h"/>
                                          </p:val>
                                        </p:tav>
                                      </p:tavLst>
                                    </p:anim>
                                    <p:animEffect transition="in" filter="fade">
                                      <p:cBhvr>
                                        <p:cTn id="563" dur="750"/>
                                        <p:tgtEl>
                                          <p:spTgt spid="34"/>
                                        </p:tgtEl>
                                      </p:cBhvr>
                                    </p:animEffect>
                                  </p:childTnLst>
                                </p:cTn>
                              </p:par>
                              <p:par>
                                <p:cTn id="564" presetID="53" presetClass="entr" presetSubtype="16" fill="hold" grpId="0" nodeType="withEffect">
                                  <p:stCondLst>
                                    <p:cond delay="250"/>
                                  </p:stCondLst>
                                  <p:childTnLst>
                                    <p:set>
                                      <p:cBhvr>
                                        <p:cTn id="565" dur="1" fill="hold">
                                          <p:stCondLst>
                                            <p:cond delay="0"/>
                                          </p:stCondLst>
                                        </p:cTn>
                                        <p:tgtEl>
                                          <p:spTgt spid="35"/>
                                        </p:tgtEl>
                                        <p:attrNameLst>
                                          <p:attrName>style.visibility</p:attrName>
                                        </p:attrNameLst>
                                      </p:cBhvr>
                                      <p:to>
                                        <p:strVal val="visible"/>
                                      </p:to>
                                    </p:set>
                                    <p:anim calcmode="lin" valueType="num">
                                      <p:cBhvr>
                                        <p:cTn id="566" dur="750" fill="hold"/>
                                        <p:tgtEl>
                                          <p:spTgt spid="35"/>
                                        </p:tgtEl>
                                        <p:attrNameLst>
                                          <p:attrName>ppt_w</p:attrName>
                                        </p:attrNameLst>
                                      </p:cBhvr>
                                      <p:tavLst>
                                        <p:tav tm="0">
                                          <p:val>
                                            <p:fltVal val="0"/>
                                          </p:val>
                                        </p:tav>
                                        <p:tav tm="100000">
                                          <p:val>
                                            <p:strVal val="#ppt_w"/>
                                          </p:val>
                                        </p:tav>
                                      </p:tavLst>
                                    </p:anim>
                                    <p:anim calcmode="lin" valueType="num">
                                      <p:cBhvr>
                                        <p:cTn id="567" dur="750" fill="hold"/>
                                        <p:tgtEl>
                                          <p:spTgt spid="35"/>
                                        </p:tgtEl>
                                        <p:attrNameLst>
                                          <p:attrName>ppt_h</p:attrName>
                                        </p:attrNameLst>
                                      </p:cBhvr>
                                      <p:tavLst>
                                        <p:tav tm="0">
                                          <p:val>
                                            <p:fltVal val="0"/>
                                          </p:val>
                                        </p:tav>
                                        <p:tav tm="100000">
                                          <p:val>
                                            <p:strVal val="#ppt_h"/>
                                          </p:val>
                                        </p:tav>
                                      </p:tavLst>
                                    </p:anim>
                                    <p:animEffect transition="in" filter="fade">
                                      <p:cBhvr>
                                        <p:cTn id="568" dur="750"/>
                                        <p:tgtEl>
                                          <p:spTgt spid="35"/>
                                        </p:tgtEl>
                                      </p:cBhvr>
                                    </p:animEffect>
                                  </p:childTnLst>
                                </p:cTn>
                              </p:par>
                              <p:par>
                                <p:cTn id="569" presetID="42" presetClass="entr" presetSubtype="0" fill="hold" grpId="0" nodeType="withEffect">
                                  <p:stCondLst>
                                    <p:cond delay="370"/>
                                  </p:stCondLst>
                                  <p:childTnLst>
                                    <p:set>
                                      <p:cBhvr>
                                        <p:cTn id="570" dur="1" fill="hold">
                                          <p:stCondLst>
                                            <p:cond delay="0"/>
                                          </p:stCondLst>
                                        </p:cTn>
                                        <p:tgtEl>
                                          <p:spTgt spid="32"/>
                                        </p:tgtEl>
                                        <p:attrNameLst>
                                          <p:attrName>style.visibility</p:attrName>
                                        </p:attrNameLst>
                                      </p:cBhvr>
                                      <p:to>
                                        <p:strVal val="visible"/>
                                      </p:to>
                                    </p:set>
                                    <p:animEffect transition="in" filter="fade">
                                      <p:cBhvr>
                                        <p:cTn id="571" dur="650"/>
                                        <p:tgtEl>
                                          <p:spTgt spid="32"/>
                                        </p:tgtEl>
                                      </p:cBhvr>
                                    </p:animEffect>
                                    <p:anim calcmode="lin" valueType="num">
                                      <p:cBhvr>
                                        <p:cTn id="572" dur="650" fill="hold"/>
                                        <p:tgtEl>
                                          <p:spTgt spid="32"/>
                                        </p:tgtEl>
                                        <p:attrNameLst>
                                          <p:attrName>ppt_x</p:attrName>
                                        </p:attrNameLst>
                                      </p:cBhvr>
                                      <p:tavLst>
                                        <p:tav tm="0">
                                          <p:val>
                                            <p:strVal val="#ppt_x"/>
                                          </p:val>
                                        </p:tav>
                                        <p:tav tm="100000">
                                          <p:val>
                                            <p:strVal val="#ppt_x"/>
                                          </p:val>
                                        </p:tav>
                                      </p:tavLst>
                                    </p:anim>
                                    <p:anim calcmode="lin" valueType="num">
                                      <p:cBhvr>
                                        <p:cTn id="573" dur="650" fill="hold"/>
                                        <p:tgtEl>
                                          <p:spTgt spid="32"/>
                                        </p:tgtEl>
                                        <p:attrNameLst>
                                          <p:attrName>ppt_y</p:attrName>
                                        </p:attrNameLst>
                                      </p:cBhvr>
                                      <p:tavLst>
                                        <p:tav tm="0">
                                          <p:val>
                                            <p:strVal val="#ppt_y+.1"/>
                                          </p:val>
                                        </p:tav>
                                        <p:tav tm="100000">
                                          <p:val>
                                            <p:strVal val="#ppt_y"/>
                                          </p:val>
                                        </p:tav>
                                      </p:tavLst>
                                    </p:anim>
                                  </p:childTnLst>
                                </p:cTn>
                              </p:par>
                              <p:par>
                                <p:cTn id="574" presetID="42" presetClass="entr" presetSubtype="0" fill="hold" grpId="0" nodeType="withEffect">
                                  <p:stCondLst>
                                    <p:cond delay="490"/>
                                  </p:stCondLst>
                                  <p:childTnLst>
                                    <p:set>
                                      <p:cBhvr>
                                        <p:cTn id="575" dur="1" fill="hold">
                                          <p:stCondLst>
                                            <p:cond delay="0"/>
                                          </p:stCondLst>
                                        </p:cTn>
                                        <p:tgtEl>
                                          <p:spTgt spid="33"/>
                                        </p:tgtEl>
                                        <p:attrNameLst>
                                          <p:attrName>style.visibility</p:attrName>
                                        </p:attrNameLst>
                                      </p:cBhvr>
                                      <p:to>
                                        <p:strVal val="visible"/>
                                      </p:to>
                                    </p:set>
                                    <p:animEffect transition="in" filter="fade">
                                      <p:cBhvr>
                                        <p:cTn id="576" dur="650"/>
                                        <p:tgtEl>
                                          <p:spTgt spid="33"/>
                                        </p:tgtEl>
                                      </p:cBhvr>
                                    </p:animEffect>
                                    <p:anim calcmode="lin" valueType="num">
                                      <p:cBhvr>
                                        <p:cTn id="577" dur="650" fill="hold"/>
                                        <p:tgtEl>
                                          <p:spTgt spid="33"/>
                                        </p:tgtEl>
                                        <p:attrNameLst>
                                          <p:attrName>ppt_x</p:attrName>
                                        </p:attrNameLst>
                                      </p:cBhvr>
                                      <p:tavLst>
                                        <p:tav tm="0">
                                          <p:val>
                                            <p:strVal val="#ppt_x"/>
                                          </p:val>
                                        </p:tav>
                                        <p:tav tm="100000">
                                          <p:val>
                                            <p:strVal val="#ppt_x"/>
                                          </p:val>
                                        </p:tav>
                                      </p:tavLst>
                                    </p:anim>
                                    <p:anim calcmode="lin" valueType="num">
                                      <p:cBhvr>
                                        <p:cTn id="578" dur="650" fill="hold"/>
                                        <p:tgtEl>
                                          <p:spTgt spid="33"/>
                                        </p:tgtEl>
                                        <p:attrNameLst>
                                          <p:attrName>ppt_y</p:attrName>
                                        </p:attrNameLst>
                                      </p:cBhvr>
                                      <p:tavLst>
                                        <p:tav tm="0">
                                          <p:val>
                                            <p:strVal val="#ppt_y+.1"/>
                                          </p:val>
                                        </p:tav>
                                        <p:tav tm="100000">
                                          <p:val>
                                            <p:strVal val="#ppt_y"/>
                                          </p:val>
                                        </p:tav>
                                      </p:tavLst>
                                    </p:anim>
                                  </p:childTnLst>
                                </p:cTn>
                              </p:par>
                              <p:par>
                                <p:cTn id="579" presetID="42" presetClass="entr" presetSubtype="0" fill="hold" grpId="0" nodeType="withEffect">
                                  <p:stCondLst>
                                    <p:cond delay="610"/>
                                  </p:stCondLst>
                                  <p:childTnLst>
                                    <p:set>
                                      <p:cBhvr>
                                        <p:cTn id="580" dur="1" fill="hold">
                                          <p:stCondLst>
                                            <p:cond delay="0"/>
                                          </p:stCondLst>
                                        </p:cTn>
                                        <p:tgtEl>
                                          <p:spTgt spid="195"/>
                                        </p:tgtEl>
                                        <p:attrNameLst>
                                          <p:attrName>style.visibility</p:attrName>
                                        </p:attrNameLst>
                                      </p:cBhvr>
                                      <p:to>
                                        <p:strVal val="visible"/>
                                      </p:to>
                                    </p:set>
                                    <p:animEffect transition="in" filter="fade">
                                      <p:cBhvr>
                                        <p:cTn id="581" dur="650"/>
                                        <p:tgtEl>
                                          <p:spTgt spid="195"/>
                                        </p:tgtEl>
                                      </p:cBhvr>
                                    </p:animEffect>
                                    <p:anim calcmode="lin" valueType="num">
                                      <p:cBhvr>
                                        <p:cTn id="582" dur="650" fill="hold"/>
                                        <p:tgtEl>
                                          <p:spTgt spid="195"/>
                                        </p:tgtEl>
                                        <p:attrNameLst>
                                          <p:attrName>ppt_x</p:attrName>
                                        </p:attrNameLst>
                                      </p:cBhvr>
                                      <p:tavLst>
                                        <p:tav tm="0">
                                          <p:val>
                                            <p:strVal val="#ppt_x"/>
                                          </p:val>
                                        </p:tav>
                                        <p:tav tm="100000">
                                          <p:val>
                                            <p:strVal val="#ppt_x"/>
                                          </p:val>
                                        </p:tav>
                                      </p:tavLst>
                                    </p:anim>
                                    <p:anim calcmode="lin" valueType="num">
                                      <p:cBhvr>
                                        <p:cTn id="583" dur="650" fill="hold"/>
                                        <p:tgtEl>
                                          <p:spTgt spid="195"/>
                                        </p:tgtEl>
                                        <p:attrNameLst>
                                          <p:attrName>ppt_y</p:attrName>
                                        </p:attrNameLst>
                                      </p:cBhvr>
                                      <p:tavLst>
                                        <p:tav tm="0">
                                          <p:val>
                                            <p:strVal val="#ppt_y+.1"/>
                                          </p:val>
                                        </p:tav>
                                        <p:tav tm="100000">
                                          <p:val>
                                            <p:strVal val="#ppt_y"/>
                                          </p:val>
                                        </p:tav>
                                      </p:tavLst>
                                    </p:anim>
                                  </p:childTnLst>
                                </p:cTn>
                              </p:par>
                              <p:par>
                                <p:cTn id="584" presetID="42" presetClass="entr" presetSubtype="0" fill="hold" grpId="0" nodeType="withEffect">
                                  <p:stCondLst>
                                    <p:cond delay="610"/>
                                  </p:stCondLst>
                                  <p:childTnLst>
                                    <p:set>
                                      <p:cBhvr>
                                        <p:cTn id="585" dur="1" fill="hold">
                                          <p:stCondLst>
                                            <p:cond delay="0"/>
                                          </p:stCondLst>
                                        </p:cTn>
                                        <p:tgtEl>
                                          <p:spTgt spid="196"/>
                                        </p:tgtEl>
                                        <p:attrNameLst>
                                          <p:attrName>style.visibility</p:attrName>
                                        </p:attrNameLst>
                                      </p:cBhvr>
                                      <p:to>
                                        <p:strVal val="visible"/>
                                      </p:to>
                                    </p:set>
                                    <p:animEffect transition="in" filter="fade">
                                      <p:cBhvr>
                                        <p:cTn id="586" dur="650"/>
                                        <p:tgtEl>
                                          <p:spTgt spid="196"/>
                                        </p:tgtEl>
                                      </p:cBhvr>
                                    </p:animEffect>
                                    <p:anim calcmode="lin" valueType="num">
                                      <p:cBhvr>
                                        <p:cTn id="587" dur="650" fill="hold"/>
                                        <p:tgtEl>
                                          <p:spTgt spid="196"/>
                                        </p:tgtEl>
                                        <p:attrNameLst>
                                          <p:attrName>ppt_x</p:attrName>
                                        </p:attrNameLst>
                                      </p:cBhvr>
                                      <p:tavLst>
                                        <p:tav tm="0">
                                          <p:val>
                                            <p:strVal val="#ppt_x"/>
                                          </p:val>
                                        </p:tav>
                                        <p:tav tm="100000">
                                          <p:val>
                                            <p:strVal val="#ppt_x"/>
                                          </p:val>
                                        </p:tav>
                                      </p:tavLst>
                                    </p:anim>
                                    <p:anim calcmode="lin" valueType="num">
                                      <p:cBhvr>
                                        <p:cTn id="588" dur="650" fill="hold"/>
                                        <p:tgtEl>
                                          <p:spTgt spid="196"/>
                                        </p:tgtEl>
                                        <p:attrNameLst>
                                          <p:attrName>ppt_y</p:attrName>
                                        </p:attrNameLst>
                                      </p:cBhvr>
                                      <p:tavLst>
                                        <p:tav tm="0">
                                          <p:val>
                                            <p:strVal val="#ppt_y+.1"/>
                                          </p:val>
                                        </p:tav>
                                        <p:tav tm="100000">
                                          <p:val>
                                            <p:strVal val="#ppt_y"/>
                                          </p:val>
                                        </p:tav>
                                      </p:tavLst>
                                    </p:anim>
                                  </p:childTnLst>
                                </p:cTn>
                              </p:par>
                              <p:par>
                                <p:cTn id="589" presetID="42" presetClass="entr" presetSubtype="0" fill="hold" grpId="0" nodeType="withEffect">
                                  <p:stCondLst>
                                    <p:cond delay="730"/>
                                  </p:stCondLst>
                                  <p:childTnLst>
                                    <p:set>
                                      <p:cBhvr>
                                        <p:cTn id="590" dur="1" fill="hold">
                                          <p:stCondLst>
                                            <p:cond delay="0"/>
                                          </p:stCondLst>
                                        </p:cTn>
                                        <p:tgtEl>
                                          <p:spTgt spid="197"/>
                                        </p:tgtEl>
                                        <p:attrNameLst>
                                          <p:attrName>style.visibility</p:attrName>
                                        </p:attrNameLst>
                                      </p:cBhvr>
                                      <p:to>
                                        <p:strVal val="visible"/>
                                      </p:to>
                                    </p:set>
                                    <p:animEffect transition="in" filter="fade">
                                      <p:cBhvr>
                                        <p:cTn id="591" dur="650"/>
                                        <p:tgtEl>
                                          <p:spTgt spid="197"/>
                                        </p:tgtEl>
                                      </p:cBhvr>
                                    </p:animEffect>
                                    <p:anim calcmode="lin" valueType="num">
                                      <p:cBhvr>
                                        <p:cTn id="592" dur="650" fill="hold"/>
                                        <p:tgtEl>
                                          <p:spTgt spid="197"/>
                                        </p:tgtEl>
                                        <p:attrNameLst>
                                          <p:attrName>ppt_x</p:attrName>
                                        </p:attrNameLst>
                                      </p:cBhvr>
                                      <p:tavLst>
                                        <p:tav tm="0">
                                          <p:val>
                                            <p:strVal val="#ppt_x"/>
                                          </p:val>
                                        </p:tav>
                                        <p:tav tm="100000">
                                          <p:val>
                                            <p:strVal val="#ppt_x"/>
                                          </p:val>
                                        </p:tav>
                                      </p:tavLst>
                                    </p:anim>
                                    <p:anim calcmode="lin" valueType="num">
                                      <p:cBhvr>
                                        <p:cTn id="593" dur="650" fill="hold"/>
                                        <p:tgtEl>
                                          <p:spTgt spid="197"/>
                                        </p:tgtEl>
                                        <p:attrNameLst>
                                          <p:attrName>ppt_y</p:attrName>
                                        </p:attrNameLst>
                                      </p:cBhvr>
                                      <p:tavLst>
                                        <p:tav tm="0">
                                          <p:val>
                                            <p:strVal val="#ppt_y+.1"/>
                                          </p:val>
                                        </p:tav>
                                        <p:tav tm="100000">
                                          <p:val>
                                            <p:strVal val="#ppt_y"/>
                                          </p:val>
                                        </p:tav>
                                      </p:tavLst>
                                    </p:anim>
                                  </p:childTnLst>
                                </p:cTn>
                              </p:par>
                              <p:par>
                                <p:cTn id="594" presetID="42" presetClass="entr" presetSubtype="0" fill="hold" grpId="0" nodeType="withEffect">
                                  <p:stCondLst>
                                    <p:cond delay="730"/>
                                  </p:stCondLst>
                                  <p:childTnLst>
                                    <p:set>
                                      <p:cBhvr>
                                        <p:cTn id="595" dur="1" fill="hold">
                                          <p:stCondLst>
                                            <p:cond delay="0"/>
                                          </p:stCondLst>
                                        </p:cTn>
                                        <p:tgtEl>
                                          <p:spTgt spid="198"/>
                                        </p:tgtEl>
                                        <p:attrNameLst>
                                          <p:attrName>style.visibility</p:attrName>
                                        </p:attrNameLst>
                                      </p:cBhvr>
                                      <p:to>
                                        <p:strVal val="visible"/>
                                      </p:to>
                                    </p:set>
                                    <p:animEffect transition="in" filter="fade">
                                      <p:cBhvr>
                                        <p:cTn id="596" dur="650"/>
                                        <p:tgtEl>
                                          <p:spTgt spid="198"/>
                                        </p:tgtEl>
                                      </p:cBhvr>
                                    </p:animEffect>
                                    <p:anim calcmode="lin" valueType="num">
                                      <p:cBhvr>
                                        <p:cTn id="597" dur="650" fill="hold"/>
                                        <p:tgtEl>
                                          <p:spTgt spid="198"/>
                                        </p:tgtEl>
                                        <p:attrNameLst>
                                          <p:attrName>ppt_x</p:attrName>
                                        </p:attrNameLst>
                                      </p:cBhvr>
                                      <p:tavLst>
                                        <p:tav tm="0">
                                          <p:val>
                                            <p:strVal val="#ppt_x"/>
                                          </p:val>
                                        </p:tav>
                                        <p:tav tm="100000">
                                          <p:val>
                                            <p:strVal val="#ppt_x"/>
                                          </p:val>
                                        </p:tav>
                                      </p:tavLst>
                                    </p:anim>
                                    <p:anim calcmode="lin" valueType="num">
                                      <p:cBhvr>
                                        <p:cTn id="598" dur="650" fill="hold"/>
                                        <p:tgtEl>
                                          <p:spTgt spid="198"/>
                                        </p:tgtEl>
                                        <p:attrNameLst>
                                          <p:attrName>ppt_y</p:attrName>
                                        </p:attrNameLst>
                                      </p:cBhvr>
                                      <p:tavLst>
                                        <p:tav tm="0">
                                          <p:val>
                                            <p:strVal val="#ppt_y+.1"/>
                                          </p:val>
                                        </p:tav>
                                        <p:tav tm="100000">
                                          <p:val>
                                            <p:strVal val="#ppt_y"/>
                                          </p:val>
                                        </p:tav>
                                      </p:tavLst>
                                    </p:anim>
                                  </p:childTnLst>
                                </p:cTn>
                              </p:par>
                              <p:par>
                                <p:cTn id="599" presetID="42" presetClass="entr" presetSubtype="0" fill="hold" grpId="0" nodeType="withEffect">
                                  <p:stCondLst>
                                    <p:cond delay="850"/>
                                  </p:stCondLst>
                                  <p:childTnLst>
                                    <p:set>
                                      <p:cBhvr>
                                        <p:cTn id="600" dur="1" fill="hold">
                                          <p:stCondLst>
                                            <p:cond delay="0"/>
                                          </p:stCondLst>
                                        </p:cTn>
                                        <p:tgtEl>
                                          <p:spTgt spid="199"/>
                                        </p:tgtEl>
                                        <p:attrNameLst>
                                          <p:attrName>style.visibility</p:attrName>
                                        </p:attrNameLst>
                                      </p:cBhvr>
                                      <p:to>
                                        <p:strVal val="visible"/>
                                      </p:to>
                                    </p:set>
                                    <p:animEffect transition="in" filter="fade">
                                      <p:cBhvr>
                                        <p:cTn id="601" dur="650"/>
                                        <p:tgtEl>
                                          <p:spTgt spid="199"/>
                                        </p:tgtEl>
                                      </p:cBhvr>
                                    </p:animEffect>
                                    <p:anim calcmode="lin" valueType="num">
                                      <p:cBhvr>
                                        <p:cTn id="602" dur="650" fill="hold"/>
                                        <p:tgtEl>
                                          <p:spTgt spid="199"/>
                                        </p:tgtEl>
                                        <p:attrNameLst>
                                          <p:attrName>ppt_x</p:attrName>
                                        </p:attrNameLst>
                                      </p:cBhvr>
                                      <p:tavLst>
                                        <p:tav tm="0">
                                          <p:val>
                                            <p:strVal val="#ppt_x"/>
                                          </p:val>
                                        </p:tav>
                                        <p:tav tm="100000">
                                          <p:val>
                                            <p:strVal val="#ppt_x"/>
                                          </p:val>
                                        </p:tav>
                                      </p:tavLst>
                                    </p:anim>
                                    <p:anim calcmode="lin" valueType="num">
                                      <p:cBhvr>
                                        <p:cTn id="603" dur="650" fill="hold"/>
                                        <p:tgtEl>
                                          <p:spTgt spid="199"/>
                                        </p:tgtEl>
                                        <p:attrNameLst>
                                          <p:attrName>ppt_y</p:attrName>
                                        </p:attrNameLst>
                                      </p:cBhvr>
                                      <p:tavLst>
                                        <p:tav tm="0">
                                          <p:val>
                                            <p:strVal val="#ppt_y+.1"/>
                                          </p:val>
                                        </p:tav>
                                        <p:tav tm="100000">
                                          <p:val>
                                            <p:strVal val="#ppt_y"/>
                                          </p:val>
                                        </p:tav>
                                      </p:tavLst>
                                    </p:anim>
                                  </p:childTnLst>
                                </p:cTn>
                              </p:par>
                              <p:par>
                                <p:cTn id="604" presetID="42" presetClass="entr" presetSubtype="0" fill="hold" grpId="0" nodeType="withEffect">
                                  <p:stCondLst>
                                    <p:cond delay="850"/>
                                  </p:stCondLst>
                                  <p:childTnLst>
                                    <p:set>
                                      <p:cBhvr>
                                        <p:cTn id="605" dur="1" fill="hold">
                                          <p:stCondLst>
                                            <p:cond delay="0"/>
                                          </p:stCondLst>
                                        </p:cTn>
                                        <p:tgtEl>
                                          <p:spTgt spid="200"/>
                                        </p:tgtEl>
                                        <p:attrNameLst>
                                          <p:attrName>style.visibility</p:attrName>
                                        </p:attrNameLst>
                                      </p:cBhvr>
                                      <p:to>
                                        <p:strVal val="visible"/>
                                      </p:to>
                                    </p:set>
                                    <p:animEffect transition="in" filter="fade">
                                      <p:cBhvr>
                                        <p:cTn id="606" dur="650"/>
                                        <p:tgtEl>
                                          <p:spTgt spid="200"/>
                                        </p:tgtEl>
                                      </p:cBhvr>
                                    </p:animEffect>
                                    <p:anim calcmode="lin" valueType="num">
                                      <p:cBhvr>
                                        <p:cTn id="607" dur="650" fill="hold"/>
                                        <p:tgtEl>
                                          <p:spTgt spid="200"/>
                                        </p:tgtEl>
                                        <p:attrNameLst>
                                          <p:attrName>ppt_x</p:attrName>
                                        </p:attrNameLst>
                                      </p:cBhvr>
                                      <p:tavLst>
                                        <p:tav tm="0">
                                          <p:val>
                                            <p:strVal val="#ppt_x"/>
                                          </p:val>
                                        </p:tav>
                                        <p:tav tm="100000">
                                          <p:val>
                                            <p:strVal val="#ppt_x"/>
                                          </p:val>
                                        </p:tav>
                                      </p:tavLst>
                                    </p:anim>
                                    <p:anim calcmode="lin" valueType="num">
                                      <p:cBhvr>
                                        <p:cTn id="608" dur="650" fill="hold"/>
                                        <p:tgtEl>
                                          <p:spTgt spid="200"/>
                                        </p:tgtEl>
                                        <p:attrNameLst>
                                          <p:attrName>ppt_y</p:attrName>
                                        </p:attrNameLst>
                                      </p:cBhvr>
                                      <p:tavLst>
                                        <p:tav tm="0">
                                          <p:val>
                                            <p:strVal val="#ppt_y+.1"/>
                                          </p:val>
                                        </p:tav>
                                        <p:tav tm="100000">
                                          <p:val>
                                            <p:strVal val="#ppt_y"/>
                                          </p:val>
                                        </p:tav>
                                      </p:tavLst>
                                    </p:anim>
                                  </p:childTnLst>
                                </p:cTn>
                              </p:par>
                            </p:childTnLst>
                          </p:cTn>
                        </p:par>
                      </p:childTnLst>
                    </p:cTn>
                  </p:par>
                  <p:par>
                    <p:cTn id="609" fill="hold">
                      <p:stCondLst>
                        <p:cond delay="indefinite"/>
                      </p:stCondLst>
                      <p:childTnLst>
                        <p:par>
                          <p:cTn id="610" fill="hold">
                            <p:stCondLst>
                              <p:cond delay="0"/>
                            </p:stCondLst>
                            <p:childTnLst>
                              <p:par>
                                <p:cTn id="611" presetID="10" presetClass="exit" presetSubtype="0" fill="hold" nodeType="clickEffect">
                                  <p:stCondLst>
                                    <p:cond delay="0"/>
                                  </p:stCondLst>
                                  <p:childTnLst>
                                    <p:animEffect transition="out" filter="fade">
                                      <p:cBhvr>
                                        <p:cTn id="612" dur="300"/>
                                        <p:tgtEl>
                                          <p:spTgt spid="20"/>
                                        </p:tgtEl>
                                      </p:cBhvr>
                                    </p:animEffect>
                                    <p:set>
                                      <p:cBhvr>
                                        <p:cTn id="613" dur="1" fill="hold">
                                          <p:stCondLst>
                                            <p:cond delay="299"/>
                                          </p:stCondLst>
                                        </p:cTn>
                                        <p:tgtEl>
                                          <p:spTgt spid="20"/>
                                        </p:tgtEl>
                                        <p:attrNameLst>
                                          <p:attrName>style.visibility</p:attrName>
                                        </p:attrNameLst>
                                      </p:cBhvr>
                                      <p:to>
                                        <p:strVal val="hidden"/>
                                      </p:to>
                                    </p:set>
                                  </p:childTnLst>
                                </p:cTn>
                              </p:par>
                              <p:par>
                                <p:cTn id="614" presetID="10" presetClass="exit" presetSubtype="0" fill="hold" grpId="1" nodeType="withEffect">
                                  <p:stCondLst>
                                    <p:cond delay="0"/>
                                  </p:stCondLst>
                                  <p:childTnLst>
                                    <p:animEffect transition="out" filter="fade">
                                      <p:cBhvr>
                                        <p:cTn id="615" dur="300"/>
                                        <p:tgtEl>
                                          <p:spTgt spid="21"/>
                                        </p:tgtEl>
                                      </p:cBhvr>
                                    </p:animEffect>
                                    <p:set>
                                      <p:cBhvr>
                                        <p:cTn id="616" dur="1" fill="hold">
                                          <p:stCondLst>
                                            <p:cond delay="299"/>
                                          </p:stCondLst>
                                        </p:cTn>
                                        <p:tgtEl>
                                          <p:spTgt spid="21"/>
                                        </p:tgtEl>
                                        <p:attrNameLst>
                                          <p:attrName>style.visibility</p:attrName>
                                        </p:attrNameLst>
                                      </p:cBhvr>
                                      <p:to>
                                        <p:strVal val="hidden"/>
                                      </p:to>
                                    </p:set>
                                  </p:childTnLst>
                                </p:cTn>
                              </p:par>
                              <p:par>
                                <p:cTn id="617" presetID="10" presetClass="exit" presetSubtype="0" fill="hold" grpId="1" nodeType="withEffect">
                                  <p:stCondLst>
                                    <p:cond delay="0"/>
                                  </p:stCondLst>
                                  <p:childTnLst>
                                    <p:animEffect transition="out" filter="fade">
                                      <p:cBhvr>
                                        <p:cTn id="618" dur="300"/>
                                        <p:tgtEl>
                                          <p:spTgt spid="22"/>
                                        </p:tgtEl>
                                      </p:cBhvr>
                                    </p:animEffect>
                                    <p:set>
                                      <p:cBhvr>
                                        <p:cTn id="619" dur="1" fill="hold">
                                          <p:stCondLst>
                                            <p:cond delay="299"/>
                                          </p:stCondLst>
                                        </p:cTn>
                                        <p:tgtEl>
                                          <p:spTgt spid="22"/>
                                        </p:tgtEl>
                                        <p:attrNameLst>
                                          <p:attrName>style.visibility</p:attrName>
                                        </p:attrNameLst>
                                      </p:cBhvr>
                                      <p:to>
                                        <p:strVal val="hidden"/>
                                      </p:to>
                                    </p:set>
                                  </p:childTnLst>
                                </p:cTn>
                              </p:par>
                              <p:par>
                                <p:cTn id="620" presetID="10" presetClass="exit" presetSubtype="0" fill="hold" grpId="1" nodeType="withEffect">
                                  <p:stCondLst>
                                    <p:cond delay="0"/>
                                  </p:stCondLst>
                                  <p:childTnLst>
                                    <p:animEffect transition="out" filter="fade">
                                      <p:cBhvr>
                                        <p:cTn id="621" dur="300"/>
                                        <p:tgtEl>
                                          <p:spTgt spid="23"/>
                                        </p:tgtEl>
                                      </p:cBhvr>
                                    </p:animEffect>
                                    <p:set>
                                      <p:cBhvr>
                                        <p:cTn id="622" dur="1" fill="hold">
                                          <p:stCondLst>
                                            <p:cond delay="299"/>
                                          </p:stCondLst>
                                        </p:cTn>
                                        <p:tgtEl>
                                          <p:spTgt spid="23"/>
                                        </p:tgtEl>
                                        <p:attrNameLst>
                                          <p:attrName>style.visibility</p:attrName>
                                        </p:attrNameLst>
                                      </p:cBhvr>
                                      <p:to>
                                        <p:strVal val="hidden"/>
                                      </p:to>
                                    </p:set>
                                  </p:childTnLst>
                                </p:cTn>
                              </p:par>
                              <p:par>
                                <p:cTn id="623" presetID="10" presetClass="exit" presetSubtype="0" fill="hold" grpId="1" nodeType="withEffect">
                                  <p:stCondLst>
                                    <p:cond delay="0"/>
                                  </p:stCondLst>
                                  <p:childTnLst>
                                    <p:animEffect transition="out" filter="fade">
                                      <p:cBhvr>
                                        <p:cTn id="624" dur="300"/>
                                        <p:tgtEl>
                                          <p:spTgt spid="24"/>
                                        </p:tgtEl>
                                      </p:cBhvr>
                                    </p:animEffect>
                                    <p:set>
                                      <p:cBhvr>
                                        <p:cTn id="625" dur="1" fill="hold">
                                          <p:stCondLst>
                                            <p:cond delay="299"/>
                                          </p:stCondLst>
                                        </p:cTn>
                                        <p:tgtEl>
                                          <p:spTgt spid="24"/>
                                        </p:tgtEl>
                                        <p:attrNameLst>
                                          <p:attrName>style.visibility</p:attrName>
                                        </p:attrNameLst>
                                      </p:cBhvr>
                                      <p:to>
                                        <p:strVal val="hidden"/>
                                      </p:to>
                                    </p:set>
                                  </p:childTnLst>
                                </p:cTn>
                              </p:par>
                              <p:par>
                                <p:cTn id="626" presetID="10" presetClass="exit" presetSubtype="0" fill="hold" grpId="1" nodeType="withEffect">
                                  <p:stCondLst>
                                    <p:cond delay="0"/>
                                  </p:stCondLst>
                                  <p:childTnLst>
                                    <p:animEffect transition="out" filter="fade">
                                      <p:cBhvr>
                                        <p:cTn id="627" dur="300"/>
                                        <p:tgtEl>
                                          <p:spTgt spid="25"/>
                                        </p:tgtEl>
                                      </p:cBhvr>
                                    </p:animEffect>
                                    <p:set>
                                      <p:cBhvr>
                                        <p:cTn id="628" dur="1" fill="hold">
                                          <p:stCondLst>
                                            <p:cond delay="299"/>
                                          </p:stCondLst>
                                        </p:cTn>
                                        <p:tgtEl>
                                          <p:spTgt spid="25"/>
                                        </p:tgtEl>
                                        <p:attrNameLst>
                                          <p:attrName>style.visibility</p:attrName>
                                        </p:attrNameLst>
                                      </p:cBhvr>
                                      <p:to>
                                        <p:strVal val="hidden"/>
                                      </p:to>
                                    </p:set>
                                  </p:childTnLst>
                                </p:cTn>
                              </p:par>
                              <p:par>
                                <p:cTn id="629" presetID="10" presetClass="exit" presetSubtype="0" fill="hold" grpId="1" nodeType="withEffect">
                                  <p:stCondLst>
                                    <p:cond delay="0"/>
                                  </p:stCondLst>
                                  <p:childTnLst>
                                    <p:animEffect transition="out" filter="fade">
                                      <p:cBhvr>
                                        <p:cTn id="630" dur="300"/>
                                        <p:tgtEl>
                                          <p:spTgt spid="26"/>
                                        </p:tgtEl>
                                      </p:cBhvr>
                                    </p:animEffect>
                                    <p:set>
                                      <p:cBhvr>
                                        <p:cTn id="631" dur="1" fill="hold">
                                          <p:stCondLst>
                                            <p:cond delay="299"/>
                                          </p:stCondLst>
                                        </p:cTn>
                                        <p:tgtEl>
                                          <p:spTgt spid="26"/>
                                        </p:tgtEl>
                                        <p:attrNameLst>
                                          <p:attrName>style.visibility</p:attrName>
                                        </p:attrNameLst>
                                      </p:cBhvr>
                                      <p:to>
                                        <p:strVal val="hidden"/>
                                      </p:to>
                                    </p:set>
                                  </p:childTnLst>
                                </p:cTn>
                              </p:par>
                              <p:par>
                                <p:cTn id="632" presetID="10" presetClass="exit" presetSubtype="0" fill="hold" grpId="1" nodeType="withEffect">
                                  <p:stCondLst>
                                    <p:cond delay="0"/>
                                  </p:stCondLst>
                                  <p:childTnLst>
                                    <p:animEffect transition="out" filter="fade">
                                      <p:cBhvr>
                                        <p:cTn id="633" dur="300"/>
                                        <p:tgtEl>
                                          <p:spTgt spid="27"/>
                                        </p:tgtEl>
                                      </p:cBhvr>
                                    </p:animEffect>
                                    <p:set>
                                      <p:cBhvr>
                                        <p:cTn id="634" dur="1" fill="hold">
                                          <p:stCondLst>
                                            <p:cond delay="299"/>
                                          </p:stCondLst>
                                        </p:cTn>
                                        <p:tgtEl>
                                          <p:spTgt spid="27"/>
                                        </p:tgtEl>
                                        <p:attrNameLst>
                                          <p:attrName>style.visibility</p:attrName>
                                        </p:attrNameLst>
                                      </p:cBhvr>
                                      <p:to>
                                        <p:strVal val="hidden"/>
                                      </p:to>
                                    </p:set>
                                  </p:childTnLst>
                                </p:cTn>
                              </p:par>
                              <p:par>
                                <p:cTn id="635" presetID="10" presetClass="exit" presetSubtype="0" fill="hold" grpId="1" nodeType="withEffect">
                                  <p:stCondLst>
                                    <p:cond delay="0"/>
                                  </p:stCondLst>
                                  <p:childTnLst>
                                    <p:animEffect transition="out" filter="fade">
                                      <p:cBhvr>
                                        <p:cTn id="636" dur="300"/>
                                        <p:tgtEl>
                                          <p:spTgt spid="28"/>
                                        </p:tgtEl>
                                      </p:cBhvr>
                                    </p:animEffect>
                                    <p:set>
                                      <p:cBhvr>
                                        <p:cTn id="637" dur="1" fill="hold">
                                          <p:stCondLst>
                                            <p:cond delay="299"/>
                                          </p:stCondLst>
                                        </p:cTn>
                                        <p:tgtEl>
                                          <p:spTgt spid="28"/>
                                        </p:tgtEl>
                                        <p:attrNameLst>
                                          <p:attrName>style.visibility</p:attrName>
                                        </p:attrNameLst>
                                      </p:cBhvr>
                                      <p:to>
                                        <p:strVal val="hidden"/>
                                      </p:to>
                                    </p:set>
                                  </p:childTnLst>
                                </p:cTn>
                              </p:par>
                              <p:par>
                                <p:cTn id="638" presetID="10" presetClass="exit" presetSubtype="0" fill="hold" grpId="1" nodeType="withEffect">
                                  <p:stCondLst>
                                    <p:cond delay="0"/>
                                  </p:stCondLst>
                                  <p:childTnLst>
                                    <p:animEffect transition="out" filter="fade">
                                      <p:cBhvr>
                                        <p:cTn id="639" dur="300"/>
                                        <p:tgtEl>
                                          <p:spTgt spid="29"/>
                                        </p:tgtEl>
                                      </p:cBhvr>
                                    </p:animEffect>
                                    <p:set>
                                      <p:cBhvr>
                                        <p:cTn id="640" dur="1" fill="hold">
                                          <p:stCondLst>
                                            <p:cond delay="299"/>
                                          </p:stCondLst>
                                        </p:cTn>
                                        <p:tgtEl>
                                          <p:spTgt spid="29"/>
                                        </p:tgtEl>
                                        <p:attrNameLst>
                                          <p:attrName>style.visibility</p:attrName>
                                        </p:attrNameLst>
                                      </p:cBhvr>
                                      <p:to>
                                        <p:strVal val="hidden"/>
                                      </p:to>
                                    </p:set>
                                  </p:childTnLst>
                                </p:cTn>
                              </p:par>
                              <p:par>
                                <p:cTn id="641" presetID="10" presetClass="exit" presetSubtype="0" fill="hold" grpId="1" nodeType="withEffect">
                                  <p:stCondLst>
                                    <p:cond delay="0"/>
                                  </p:stCondLst>
                                  <p:childTnLst>
                                    <p:animEffect transition="out" filter="fade">
                                      <p:cBhvr>
                                        <p:cTn id="642" dur="300"/>
                                        <p:tgtEl>
                                          <p:spTgt spid="30"/>
                                        </p:tgtEl>
                                      </p:cBhvr>
                                    </p:animEffect>
                                    <p:set>
                                      <p:cBhvr>
                                        <p:cTn id="643" dur="1" fill="hold">
                                          <p:stCondLst>
                                            <p:cond delay="299"/>
                                          </p:stCondLst>
                                        </p:cTn>
                                        <p:tgtEl>
                                          <p:spTgt spid="30"/>
                                        </p:tgtEl>
                                        <p:attrNameLst>
                                          <p:attrName>style.visibility</p:attrName>
                                        </p:attrNameLst>
                                      </p:cBhvr>
                                      <p:to>
                                        <p:strVal val="hidden"/>
                                      </p:to>
                                    </p:set>
                                  </p:childTnLst>
                                </p:cTn>
                              </p:par>
                              <p:par>
                                <p:cTn id="644" presetID="10" presetClass="exit" presetSubtype="0" fill="hold" grpId="1" nodeType="withEffect">
                                  <p:stCondLst>
                                    <p:cond delay="0"/>
                                  </p:stCondLst>
                                  <p:childTnLst>
                                    <p:animEffect transition="out" filter="fade">
                                      <p:cBhvr>
                                        <p:cTn id="645" dur="300"/>
                                        <p:tgtEl>
                                          <p:spTgt spid="31"/>
                                        </p:tgtEl>
                                      </p:cBhvr>
                                    </p:animEffect>
                                    <p:set>
                                      <p:cBhvr>
                                        <p:cTn id="646" dur="1" fill="hold">
                                          <p:stCondLst>
                                            <p:cond delay="299"/>
                                          </p:stCondLst>
                                        </p:cTn>
                                        <p:tgtEl>
                                          <p:spTgt spid="31"/>
                                        </p:tgtEl>
                                        <p:attrNameLst>
                                          <p:attrName>style.visibility</p:attrName>
                                        </p:attrNameLst>
                                      </p:cBhvr>
                                      <p:to>
                                        <p:strVal val="hidden"/>
                                      </p:to>
                                    </p:set>
                                  </p:childTnLst>
                                </p:cTn>
                              </p:par>
                              <p:par>
                                <p:cTn id="647" presetID="10" presetClass="exit" presetSubtype="0" fill="hold" grpId="1" nodeType="withEffect">
                                  <p:stCondLst>
                                    <p:cond delay="0"/>
                                  </p:stCondLst>
                                  <p:childTnLst>
                                    <p:animEffect transition="out" filter="fade">
                                      <p:cBhvr>
                                        <p:cTn id="648" dur="300"/>
                                        <p:tgtEl>
                                          <p:spTgt spid="32"/>
                                        </p:tgtEl>
                                      </p:cBhvr>
                                    </p:animEffect>
                                    <p:set>
                                      <p:cBhvr>
                                        <p:cTn id="649" dur="1" fill="hold">
                                          <p:stCondLst>
                                            <p:cond delay="299"/>
                                          </p:stCondLst>
                                        </p:cTn>
                                        <p:tgtEl>
                                          <p:spTgt spid="32"/>
                                        </p:tgtEl>
                                        <p:attrNameLst>
                                          <p:attrName>style.visibility</p:attrName>
                                        </p:attrNameLst>
                                      </p:cBhvr>
                                      <p:to>
                                        <p:strVal val="hidden"/>
                                      </p:to>
                                    </p:set>
                                  </p:childTnLst>
                                </p:cTn>
                              </p:par>
                              <p:par>
                                <p:cTn id="650" presetID="10" presetClass="exit" presetSubtype="0" fill="hold" grpId="1" nodeType="withEffect">
                                  <p:stCondLst>
                                    <p:cond delay="0"/>
                                  </p:stCondLst>
                                  <p:childTnLst>
                                    <p:animEffect transition="out" filter="fade">
                                      <p:cBhvr>
                                        <p:cTn id="651" dur="300"/>
                                        <p:tgtEl>
                                          <p:spTgt spid="33"/>
                                        </p:tgtEl>
                                      </p:cBhvr>
                                    </p:animEffect>
                                    <p:set>
                                      <p:cBhvr>
                                        <p:cTn id="652" dur="1" fill="hold">
                                          <p:stCondLst>
                                            <p:cond delay="299"/>
                                          </p:stCondLst>
                                        </p:cTn>
                                        <p:tgtEl>
                                          <p:spTgt spid="33"/>
                                        </p:tgtEl>
                                        <p:attrNameLst>
                                          <p:attrName>style.visibility</p:attrName>
                                        </p:attrNameLst>
                                      </p:cBhvr>
                                      <p:to>
                                        <p:strVal val="hidden"/>
                                      </p:to>
                                    </p:set>
                                  </p:childTnLst>
                                </p:cTn>
                              </p:par>
                              <p:par>
                                <p:cTn id="653" presetID="10" presetClass="exit" presetSubtype="0" fill="hold" grpId="1" nodeType="withEffect">
                                  <p:stCondLst>
                                    <p:cond delay="0"/>
                                  </p:stCondLst>
                                  <p:childTnLst>
                                    <p:animEffect transition="out" filter="fade">
                                      <p:cBhvr>
                                        <p:cTn id="654" dur="300"/>
                                        <p:tgtEl>
                                          <p:spTgt spid="34"/>
                                        </p:tgtEl>
                                      </p:cBhvr>
                                    </p:animEffect>
                                    <p:set>
                                      <p:cBhvr>
                                        <p:cTn id="655" dur="1" fill="hold">
                                          <p:stCondLst>
                                            <p:cond delay="299"/>
                                          </p:stCondLst>
                                        </p:cTn>
                                        <p:tgtEl>
                                          <p:spTgt spid="34"/>
                                        </p:tgtEl>
                                        <p:attrNameLst>
                                          <p:attrName>style.visibility</p:attrName>
                                        </p:attrNameLst>
                                      </p:cBhvr>
                                      <p:to>
                                        <p:strVal val="hidden"/>
                                      </p:to>
                                    </p:set>
                                  </p:childTnLst>
                                </p:cTn>
                              </p:par>
                              <p:par>
                                <p:cTn id="656" presetID="10" presetClass="exit" presetSubtype="0" fill="hold" grpId="1" nodeType="withEffect">
                                  <p:stCondLst>
                                    <p:cond delay="0"/>
                                  </p:stCondLst>
                                  <p:childTnLst>
                                    <p:animEffect transition="out" filter="fade">
                                      <p:cBhvr>
                                        <p:cTn id="657" dur="300"/>
                                        <p:tgtEl>
                                          <p:spTgt spid="35"/>
                                        </p:tgtEl>
                                      </p:cBhvr>
                                    </p:animEffect>
                                    <p:set>
                                      <p:cBhvr>
                                        <p:cTn id="658" dur="1" fill="hold">
                                          <p:stCondLst>
                                            <p:cond delay="299"/>
                                          </p:stCondLst>
                                        </p:cTn>
                                        <p:tgtEl>
                                          <p:spTgt spid="35"/>
                                        </p:tgtEl>
                                        <p:attrNameLst>
                                          <p:attrName>style.visibility</p:attrName>
                                        </p:attrNameLst>
                                      </p:cBhvr>
                                      <p:to>
                                        <p:strVal val="hidden"/>
                                      </p:to>
                                    </p:set>
                                  </p:childTnLst>
                                </p:cTn>
                              </p:par>
                              <p:par>
                                <p:cTn id="659" presetID="1" presetClass="entr" presetSubtype="0" fill="hold" grpId="0" nodeType="withEffect">
                                  <p:stCondLst>
                                    <p:cond delay="0"/>
                                  </p:stCondLst>
                                  <p:childTnLst>
                                    <p:set>
                                      <p:cBhvr>
                                        <p:cTn id="660" dur="1" fill="hold">
                                          <p:stCondLst>
                                            <p:cond delay="0"/>
                                          </p:stCondLst>
                                        </p:cTn>
                                        <p:tgtEl>
                                          <p:spTgt spid="62"/>
                                        </p:tgtEl>
                                        <p:attrNameLst>
                                          <p:attrName>style.visibility</p:attrName>
                                        </p:attrNameLst>
                                      </p:cBhvr>
                                      <p:to>
                                        <p:strVal val="visible"/>
                                      </p:to>
                                    </p:set>
                                  </p:childTnLst>
                                </p:cTn>
                              </p:par>
                              <p:par>
                                <p:cTn id="661" presetID="1" presetClass="entr" presetSubtype="0" fill="hold" grpId="0" nodeType="withEffect">
                                  <p:stCondLst>
                                    <p:cond delay="0"/>
                                  </p:stCondLst>
                                  <p:childTnLst>
                                    <p:set>
                                      <p:cBhvr>
                                        <p:cTn id="662" dur="1" fill="hold">
                                          <p:stCondLst>
                                            <p:cond delay="0"/>
                                          </p:stCondLst>
                                        </p:cTn>
                                        <p:tgtEl>
                                          <p:spTgt spid="63"/>
                                        </p:tgtEl>
                                        <p:attrNameLst>
                                          <p:attrName>style.visibility</p:attrName>
                                        </p:attrNameLst>
                                      </p:cBhvr>
                                      <p:to>
                                        <p:strVal val="visible"/>
                                      </p:to>
                                    </p:set>
                                  </p:childTnLst>
                                </p:cTn>
                              </p:par>
                              <p:par>
                                <p:cTn id="663" presetID="1" presetClass="entr" presetSubtype="0" fill="hold" grpId="0" nodeType="withEffect">
                                  <p:stCondLst>
                                    <p:cond delay="0"/>
                                  </p:stCondLst>
                                  <p:childTnLst>
                                    <p:set>
                                      <p:cBhvr>
                                        <p:cTn id="664" dur="1" fill="hold">
                                          <p:stCondLst>
                                            <p:cond delay="0"/>
                                          </p:stCondLst>
                                        </p:cTn>
                                        <p:tgtEl>
                                          <p:spTgt spid="64"/>
                                        </p:tgtEl>
                                        <p:attrNameLst>
                                          <p:attrName>style.visibility</p:attrName>
                                        </p:attrNameLst>
                                      </p:cBhvr>
                                      <p:to>
                                        <p:strVal val="visible"/>
                                      </p:to>
                                    </p:set>
                                  </p:childTnLst>
                                </p:cTn>
                              </p:par>
                              <p:par>
                                <p:cTn id="665" presetID="1" presetClass="entr" presetSubtype="0" fill="hold" grpId="0" nodeType="withEffect">
                                  <p:stCondLst>
                                    <p:cond delay="0"/>
                                  </p:stCondLst>
                                  <p:childTnLst>
                                    <p:set>
                                      <p:cBhvr>
                                        <p:cTn id="666" dur="1" fill="hold">
                                          <p:stCondLst>
                                            <p:cond delay="0"/>
                                          </p:stCondLst>
                                        </p:cTn>
                                        <p:tgtEl>
                                          <p:spTgt spid="65"/>
                                        </p:tgtEl>
                                        <p:attrNameLst>
                                          <p:attrName>style.visibility</p:attrName>
                                        </p:attrNameLst>
                                      </p:cBhvr>
                                      <p:to>
                                        <p:strVal val="visible"/>
                                      </p:to>
                                    </p:set>
                                  </p:childTnLst>
                                </p:cTn>
                              </p:par>
                              <p:par>
                                <p:cTn id="667" presetID="1" presetClass="entr" presetSubtype="0" fill="hold" grpId="0" nodeType="withEffect">
                                  <p:stCondLst>
                                    <p:cond delay="0"/>
                                  </p:stCondLst>
                                  <p:childTnLst>
                                    <p:set>
                                      <p:cBhvr>
                                        <p:cTn id="668" dur="1" fill="hold">
                                          <p:stCondLst>
                                            <p:cond delay="0"/>
                                          </p:stCondLst>
                                        </p:cTn>
                                        <p:tgtEl>
                                          <p:spTgt spid="66"/>
                                        </p:tgtEl>
                                        <p:attrNameLst>
                                          <p:attrName>style.visibility</p:attrName>
                                        </p:attrNameLst>
                                      </p:cBhvr>
                                      <p:to>
                                        <p:strVal val="visible"/>
                                      </p:to>
                                    </p:set>
                                  </p:childTnLst>
                                </p:cTn>
                              </p:par>
                              <p:par>
                                <p:cTn id="669" presetID="1" presetClass="entr" presetSubtype="0" fill="hold" grpId="0" nodeType="withEffect">
                                  <p:stCondLst>
                                    <p:cond delay="0"/>
                                  </p:stCondLst>
                                  <p:childTnLst>
                                    <p:set>
                                      <p:cBhvr>
                                        <p:cTn id="670" dur="1" fill="hold">
                                          <p:stCondLst>
                                            <p:cond delay="0"/>
                                          </p:stCondLst>
                                        </p:cTn>
                                        <p:tgtEl>
                                          <p:spTgt spid="67"/>
                                        </p:tgtEl>
                                        <p:attrNameLst>
                                          <p:attrName>style.visibility</p:attrName>
                                        </p:attrNameLst>
                                      </p:cBhvr>
                                      <p:to>
                                        <p:strVal val="visible"/>
                                      </p:to>
                                    </p:set>
                                  </p:childTnLst>
                                </p:cTn>
                              </p:par>
                              <p:par>
                                <p:cTn id="671" presetID="1" presetClass="entr" presetSubtype="0" fill="hold" grpId="0" nodeType="withEffect">
                                  <p:stCondLst>
                                    <p:cond delay="0"/>
                                  </p:stCondLst>
                                  <p:childTnLst>
                                    <p:set>
                                      <p:cBhvr>
                                        <p:cTn id="672" dur="1" fill="hold">
                                          <p:stCondLst>
                                            <p:cond delay="0"/>
                                          </p:stCondLst>
                                        </p:cTn>
                                        <p:tgtEl>
                                          <p:spTgt spid="136"/>
                                        </p:tgtEl>
                                        <p:attrNameLst>
                                          <p:attrName>style.visibility</p:attrName>
                                        </p:attrNameLst>
                                      </p:cBhvr>
                                      <p:to>
                                        <p:strVal val="visible"/>
                                      </p:to>
                                    </p:set>
                                  </p:childTnLst>
                                </p:cTn>
                              </p:par>
                              <p:par>
                                <p:cTn id="673" presetID="1" presetClass="entr" presetSubtype="0" fill="hold" grpId="0" nodeType="withEffect">
                                  <p:stCondLst>
                                    <p:cond delay="0"/>
                                  </p:stCondLst>
                                  <p:childTnLst>
                                    <p:set>
                                      <p:cBhvr>
                                        <p:cTn id="674" dur="1" fill="hold">
                                          <p:stCondLst>
                                            <p:cond delay="0"/>
                                          </p:stCondLst>
                                        </p:cTn>
                                        <p:tgtEl>
                                          <p:spTgt spid="137"/>
                                        </p:tgtEl>
                                        <p:attrNameLst>
                                          <p:attrName>style.visibility</p:attrName>
                                        </p:attrNameLst>
                                      </p:cBhvr>
                                      <p:to>
                                        <p:strVal val="visible"/>
                                      </p:to>
                                    </p:set>
                                  </p:childTnLst>
                                </p:cTn>
                              </p:par>
                              <p:par>
                                <p:cTn id="675" presetID="1" presetClass="entr" presetSubtype="0" fill="hold" grpId="0" nodeType="withEffect">
                                  <p:stCondLst>
                                    <p:cond delay="0"/>
                                  </p:stCondLst>
                                  <p:childTnLst>
                                    <p:set>
                                      <p:cBhvr>
                                        <p:cTn id="676" dur="1" fill="hold">
                                          <p:stCondLst>
                                            <p:cond delay="0"/>
                                          </p:stCondLst>
                                        </p:cTn>
                                        <p:tgtEl>
                                          <p:spTgt spid="138"/>
                                        </p:tgtEl>
                                        <p:attrNameLst>
                                          <p:attrName>style.visibility</p:attrName>
                                        </p:attrNameLst>
                                      </p:cBhvr>
                                      <p:to>
                                        <p:strVal val="visible"/>
                                      </p:to>
                                    </p:set>
                                  </p:childTnLst>
                                </p:cTn>
                              </p:par>
                              <p:par>
                                <p:cTn id="677" presetID="1" presetClass="entr" presetSubtype="0" fill="hold" grpId="0" nodeType="withEffect">
                                  <p:stCondLst>
                                    <p:cond delay="0"/>
                                  </p:stCondLst>
                                  <p:childTnLst>
                                    <p:set>
                                      <p:cBhvr>
                                        <p:cTn id="678" dur="1" fill="hold">
                                          <p:stCondLst>
                                            <p:cond delay="0"/>
                                          </p:stCondLst>
                                        </p:cTn>
                                        <p:tgtEl>
                                          <p:spTgt spid="143"/>
                                        </p:tgtEl>
                                        <p:attrNameLst>
                                          <p:attrName>style.visibility</p:attrName>
                                        </p:attrNameLst>
                                      </p:cBhvr>
                                      <p:to>
                                        <p:strVal val="visible"/>
                                      </p:to>
                                    </p:set>
                                  </p:childTnLst>
                                </p:cTn>
                              </p:par>
                              <p:par>
                                <p:cTn id="679" presetID="1" presetClass="entr" presetSubtype="0" fill="hold" grpId="0" nodeType="withEffect">
                                  <p:stCondLst>
                                    <p:cond delay="0"/>
                                  </p:stCondLst>
                                  <p:childTnLst>
                                    <p:set>
                                      <p:cBhvr>
                                        <p:cTn id="680" dur="1" fill="hold">
                                          <p:stCondLst>
                                            <p:cond delay="0"/>
                                          </p:stCondLst>
                                        </p:cTn>
                                        <p:tgtEl>
                                          <p:spTgt spid="144"/>
                                        </p:tgtEl>
                                        <p:attrNameLst>
                                          <p:attrName>style.visibility</p:attrName>
                                        </p:attrNameLst>
                                      </p:cBhvr>
                                      <p:to>
                                        <p:strVal val="visible"/>
                                      </p:to>
                                    </p:set>
                                  </p:childTnLst>
                                </p:cTn>
                              </p:par>
                              <p:par>
                                <p:cTn id="681" presetID="1" presetClass="entr" presetSubtype="0" fill="hold" grpId="0" nodeType="withEffect">
                                  <p:stCondLst>
                                    <p:cond delay="0"/>
                                  </p:stCondLst>
                                  <p:childTnLst>
                                    <p:set>
                                      <p:cBhvr>
                                        <p:cTn id="682" dur="1" fill="hold">
                                          <p:stCondLst>
                                            <p:cond delay="0"/>
                                          </p:stCondLst>
                                        </p:cTn>
                                        <p:tgtEl>
                                          <p:spTgt spid="145"/>
                                        </p:tgtEl>
                                        <p:attrNameLst>
                                          <p:attrName>style.visibility</p:attrName>
                                        </p:attrNameLst>
                                      </p:cBhvr>
                                      <p:to>
                                        <p:strVal val="visible"/>
                                      </p:to>
                                    </p:set>
                                  </p:childTnLst>
                                </p:cTn>
                              </p:par>
                              <p:par>
                                <p:cTn id="683" presetID="1" presetClass="entr" presetSubtype="0" fill="hold" grpId="0" nodeType="withEffect">
                                  <p:stCondLst>
                                    <p:cond delay="0"/>
                                  </p:stCondLst>
                                  <p:childTnLst>
                                    <p:set>
                                      <p:cBhvr>
                                        <p:cTn id="684" dur="1" fill="hold">
                                          <p:stCondLst>
                                            <p:cond delay="0"/>
                                          </p:stCondLst>
                                        </p:cTn>
                                        <p:tgtEl>
                                          <p:spTgt spid="150"/>
                                        </p:tgtEl>
                                        <p:attrNameLst>
                                          <p:attrName>style.visibility</p:attrName>
                                        </p:attrNameLst>
                                      </p:cBhvr>
                                      <p:to>
                                        <p:strVal val="visible"/>
                                      </p:to>
                                    </p:set>
                                  </p:childTnLst>
                                </p:cTn>
                              </p:par>
                              <p:par>
                                <p:cTn id="685" presetID="1" presetClass="entr" presetSubtype="0" fill="hold" grpId="0" nodeType="withEffect">
                                  <p:stCondLst>
                                    <p:cond delay="0"/>
                                  </p:stCondLst>
                                  <p:childTnLst>
                                    <p:set>
                                      <p:cBhvr>
                                        <p:cTn id="686" dur="1" fill="hold">
                                          <p:stCondLst>
                                            <p:cond delay="0"/>
                                          </p:stCondLst>
                                        </p:cTn>
                                        <p:tgtEl>
                                          <p:spTgt spid="151"/>
                                        </p:tgtEl>
                                        <p:attrNameLst>
                                          <p:attrName>style.visibility</p:attrName>
                                        </p:attrNameLst>
                                      </p:cBhvr>
                                      <p:to>
                                        <p:strVal val="visible"/>
                                      </p:to>
                                    </p:set>
                                  </p:childTnLst>
                                </p:cTn>
                              </p:par>
                              <p:par>
                                <p:cTn id="687" presetID="1" presetClass="entr" presetSubtype="0" fill="hold" grpId="0" nodeType="withEffect">
                                  <p:stCondLst>
                                    <p:cond delay="0"/>
                                  </p:stCondLst>
                                  <p:childTnLst>
                                    <p:set>
                                      <p:cBhvr>
                                        <p:cTn id="688" dur="1" fill="hold">
                                          <p:stCondLst>
                                            <p:cond delay="0"/>
                                          </p:stCondLst>
                                        </p:cTn>
                                        <p:tgtEl>
                                          <p:spTgt spid="152"/>
                                        </p:tgtEl>
                                        <p:attrNameLst>
                                          <p:attrName>style.visibility</p:attrName>
                                        </p:attrNameLst>
                                      </p:cBhvr>
                                      <p:to>
                                        <p:strVal val="visible"/>
                                      </p:to>
                                    </p:set>
                                  </p:childTnLst>
                                </p:cTn>
                              </p:par>
                              <p:par>
                                <p:cTn id="689" presetID="1" presetClass="entr" presetSubtype="0" fill="hold" grpId="0" nodeType="withEffect">
                                  <p:stCondLst>
                                    <p:cond delay="0"/>
                                  </p:stCondLst>
                                  <p:childTnLst>
                                    <p:set>
                                      <p:cBhvr>
                                        <p:cTn id="690" dur="1" fill="hold">
                                          <p:stCondLst>
                                            <p:cond delay="0"/>
                                          </p:stCondLst>
                                        </p:cTn>
                                        <p:tgtEl>
                                          <p:spTgt spid="157"/>
                                        </p:tgtEl>
                                        <p:attrNameLst>
                                          <p:attrName>style.visibility</p:attrName>
                                        </p:attrNameLst>
                                      </p:cBhvr>
                                      <p:to>
                                        <p:strVal val="visible"/>
                                      </p:to>
                                    </p:set>
                                  </p:childTnLst>
                                </p:cTn>
                              </p:par>
                              <p:par>
                                <p:cTn id="691" presetID="1" presetClass="entr" presetSubtype="0" fill="hold" grpId="0" nodeType="withEffect">
                                  <p:stCondLst>
                                    <p:cond delay="0"/>
                                  </p:stCondLst>
                                  <p:childTnLst>
                                    <p:set>
                                      <p:cBhvr>
                                        <p:cTn id="692" dur="1" fill="hold">
                                          <p:stCondLst>
                                            <p:cond delay="0"/>
                                          </p:stCondLst>
                                        </p:cTn>
                                        <p:tgtEl>
                                          <p:spTgt spid="158"/>
                                        </p:tgtEl>
                                        <p:attrNameLst>
                                          <p:attrName>style.visibility</p:attrName>
                                        </p:attrNameLst>
                                      </p:cBhvr>
                                      <p:to>
                                        <p:strVal val="visible"/>
                                      </p:to>
                                    </p:set>
                                  </p:childTnLst>
                                </p:cTn>
                              </p:par>
                              <p:par>
                                <p:cTn id="693" presetID="1" presetClass="entr" presetSubtype="0" fill="hold" grpId="0" nodeType="withEffect">
                                  <p:stCondLst>
                                    <p:cond delay="0"/>
                                  </p:stCondLst>
                                  <p:childTnLst>
                                    <p:set>
                                      <p:cBhvr>
                                        <p:cTn id="694" dur="1" fill="hold">
                                          <p:stCondLst>
                                            <p:cond delay="0"/>
                                          </p:stCondLst>
                                        </p:cTn>
                                        <p:tgtEl>
                                          <p:spTgt spid="159"/>
                                        </p:tgtEl>
                                        <p:attrNameLst>
                                          <p:attrName>style.visibility</p:attrName>
                                        </p:attrNameLst>
                                      </p:cBhvr>
                                      <p:to>
                                        <p:strVal val="visible"/>
                                      </p:to>
                                    </p:set>
                                  </p:childTnLst>
                                </p:cTn>
                              </p:par>
                              <p:par>
                                <p:cTn id="695" presetID="1" presetClass="entr" presetSubtype="0" fill="hold" grpId="0" nodeType="withEffect">
                                  <p:stCondLst>
                                    <p:cond delay="0"/>
                                  </p:stCondLst>
                                  <p:childTnLst>
                                    <p:set>
                                      <p:cBhvr>
                                        <p:cTn id="696" dur="1" fill="hold">
                                          <p:stCondLst>
                                            <p:cond delay="0"/>
                                          </p:stCondLst>
                                        </p:cTn>
                                        <p:tgtEl>
                                          <p:spTgt spid="160"/>
                                        </p:tgtEl>
                                        <p:attrNameLst>
                                          <p:attrName>style.visibility</p:attrName>
                                        </p:attrNameLst>
                                      </p:cBhvr>
                                      <p:to>
                                        <p:strVal val="visible"/>
                                      </p:to>
                                    </p:set>
                                  </p:childTnLst>
                                </p:cTn>
                              </p:par>
                              <p:par>
                                <p:cTn id="697" presetID="10" presetClass="exit" presetSubtype="0" fill="hold" grpId="1" nodeType="withEffect">
                                  <p:stCondLst>
                                    <p:cond delay="0"/>
                                  </p:stCondLst>
                                  <p:childTnLst>
                                    <p:animEffect transition="out" filter="fade">
                                      <p:cBhvr>
                                        <p:cTn id="698" dur="420"/>
                                        <p:tgtEl>
                                          <p:spTgt spid="68"/>
                                        </p:tgtEl>
                                      </p:cBhvr>
                                    </p:animEffect>
                                    <p:set>
                                      <p:cBhvr>
                                        <p:cTn id="699" dur="1" fill="hold">
                                          <p:stCondLst>
                                            <p:cond delay="419"/>
                                          </p:stCondLst>
                                        </p:cTn>
                                        <p:tgtEl>
                                          <p:spTgt spid="68"/>
                                        </p:tgtEl>
                                        <p:attrNameLst>
                                          <p:attrName>style.visibility</p:attrName>
                                        </p:attrNameLst>
                                      </p:cBhvr>
                                      <p:to>
                                        <p:strVal val="hidden"/>
                                      </p:to>
                                    </p:set>
                                  </p:childTnLst>
                                </p:cTn>
                              </p:par>
                              <p:par>
                                <p:cTn id="700" presetID="10" presetClass="exit" presetSubtype="0" fill="hold" grpId="1" nodeType="withEffect">
                                  <p:stCondLst>
                                    <p:cond delay="0"/>
                                  </p:stCondLst>
                                  <p:childTnLst>
                                    <p:animEffect transition="out" filter="fade">
                                      <p:cBhvr>
                                        <p:cTn id="701" dur="420"/>
                                        <p:tgtEl>
                                          <p:spTgt spid="69"/>
                                        </p:tgtEl>
                                      </p:cBhvr>
                                    </p:animEffect>
                                    <p:set>
                                      <p:cBhvr>
                                        <p:cTn id="702" dur="1" fill="hold">
                                          <p:stCondLst>
                                            <p:cond delay="419"/>
                                          </p:stCondLst>
                                        </p:cTn>
                                        <p:tgtEl>
                                          <p:spTgt spid="69"/>
                                        </p:tgtEl>
                                        <p:attrNameLst>
                                          <p:attrName>style.visibility</p:attrName>
                                        </p:attrNameLst>
                                      </p:cBhvr>
                                      <p:to>
                                        <p:strVal val="hidden"/>
                                      </p:to>
                                    </p:set>
                                  </p:childTnLst>
                                </p:cTn>
                              </p:par>
                              <p:par>
                                <p:cTn id="703" presetID="10" presetClass="exit" presetSubtype="0" fill="hold" grpId="1" nodeType="withEffect">
                                  <p:stCondLst>
                                    <p:cond delay="0"/>
                                  </p:stCondLst>
                                  <p:childTnLst>
                                    <p:animEffect transition="out" filter="fade">
                                      <p:cBhvr>
                                        <p:cTn id="704" dur="420"/>
                                        <p:tgtEl>
                                          <p:spTgt spid="70"/>
                                        </p:tgtEl>
                                      </p:cBhvr>
                                    </p:animEffect>
                                    <p:set>
                                      <p:cBhvr>
                                        <p:cTn id="705" dur="1" fill="hold">
                                          <p:stCondLst>
                                            <p:cond delay="419"/>
                                          </p:stCondLst>
                                        </p:cTn>
                                        <p:tgtEl>
                                          <p:spTgt spid="70"/>
                                        </p:tgtEl>
                                        <p:attrNameLst>
                                          <p:attrName>style.visibility</p:attrName>
                                        </p:attrNameLst>
                                      </p:cBhvr>
                                      <p:to>
                                        <p:strVal val="hidden"/>
                                      </p:to>
                                    </p:set>
                                  </p:childTnLst>
                                </p:cTn>
                              </p:par>
                              <p:par>
                                <p:cTn id="706" presetID="10" presetClass="exit" presetSubtype="0" fill="hold" grpId="0" nodeType="withEffect">
                                  <p:stCondLst>
                                    <p:cond delay="0"/>
                                  </p:stCondLst>
                                  <p:childTnLst>
                                    <p:animEffect transition="out" filter="fade">
                                      <p:cBhvr>
                                        <p:cTn id="707" dur="420"/>
                                        <p:tgtEl>
                                          <p:spTgt spid="98"/>
                                        </p:tgtEl>
                                      </p:cBhvr>
                                    </p:animEffect>
                                    <p:set>
                                      <p:cBhvr>
                                        <p:cTn id="708" dur="1" fill="hold">
                                          <p:stCondLst>
                                            <p:cond delay="419"/>
                                          </p:stCondLst>
                                        </p:cTn>
                                        <p:tgtEl>
                                          <p:spTgt spid="98"/>
                                        </p:tgtEl>
                                        <p:attrNameLst>
                                          <p:attrName>style.visibility</p:attrName>
                                        </p:attrNameLst>
                                      </p:cBhvr>
                                      <p:to>
                                        <p:strVal val="hidden"/>
                                      </p:to>
                                    </p:set>
                                  </p:childTnLst>
                                </p:cTn>
                              </p:par>
                              <p:par>
                                <p:cTn id="709" presetID="10" presetClass="exit" presetSubtype="0" fill="hold" grpId="0" nodeType="withEffect">
                                  <p:stCondLst>
                                    <p:cond delay="0"/>
                                  </p:stCondLst>
                                  <p:childTnLst>
                                    <p:animEffect transition="out" filter="fade">
                                      <p:cBhvr>
                                        <p:cTn id="710" dur="420"/>
                                        <p:tgtEl>
                                          <p:spTgt spid="99"/>
                                        </p:tgtEl>
                                      </p:cBhvr>
                                    </p:animEffect>
                                    <p:set>
                                      <p:cBhvr>
                                        <p:cTn id="711" dur="1" fill="hold">
                                          <p:stCondLst>
                                            <p:cond delay="419"/>
                                          </p:stCondLst>
                                        </p:cTn>
                                        <p:tgtEl>
                                          <p:spTgt spid="99"/>
                                        </p:tgtEl>
                                        <p:attrNameLst>
                                          <p:attrName>style.visibility</p:attrName>
                                        </p:attrNameLst>
                                      </p:cBhvr>
                                      <p:to>
                                        <p:strVal val="hidden"/>
                                      </p:to>
                                    </p:set>
                                  </p:childTnLst>
                                </p:cTn>
                              </p:par>
                              <p:par>
                                <p:cTn id="712" presetID="10" presetClass="exit" presetSubtype="0" fill="hold" grpId="0" nodeType="withEffect">
                                  <p:stCondLst>
                                    <p:cond delay="0"/>
                                  </p:stCondLst>
                                  <p:childTnLst>
                                    <p:animEffect transition="out" filter="fade">
                                      <p:cBhvr>
                                        <p:cTn id="713" dur="420"/>
                                        <p:tgtEl>
                                          <p:spTgt spid="100"/>
                                        </p:tgtEl>
                                      </p:cBhvr>
                                    </p:animEffect>
                                    <p:set>
                                      <p:cBhvr>
                                        <p:cTn id="714" dur="1" fill="hold">
                                          <p:stCondLst>
                                            <p:cond delay="419"/>
                                          </p:stCondLst>
                                        </p:cTn>
                                        <p:tgtEl>
                                          <p:spTgt spid="100"/>
                                        </p:tgtEl>
                                        <p:attrNameLst>
                                          <p:attrName>style.visibility</p:attrName>
                                        </p:attrNameLst>
                                      </p:cBhvr>
                                      <p:to>
                                        <p:strVal val="hidden"/>
                                      </p:to>
                                    </p:set>
                                  </p:childTnLst>
                                </p:cTn>
                              </p:par>
                              <p:par>
                                <p:cTn id="715" presetID="10" presetClass="exit" presetSubtype="0" fill="hold" grpId="1" nodeType="withEffect">
                                  <p:stCondLst>
                                    <p:cond delay="0"/>
                                  </p:stCondLst>
                                  <p:childTnLst>
                                    <p:animEffect transition="out" filter="fade">
                                      <p:cBhvr>
                                        <p:cTn id="716" dur="420"/>
                                        <p:tgtEl>
                                          <p:spTgt spid="139"/>
                                        </p:tgtEl>
                                      </p:cBhvr>
                                    </p:animEffect>
                                    <p:set>
                                      <p:cBhvr>
                                        <p:cTn id="717" dur="1" fill="hold">
                                          <p:stCondLst>
                                            <p:cond delay="419"/>
                                          </p:stCondLst>
                                        </p:cTn>
                                        <p:tgtEl>
                                          <p:spTgt spid="139"/>
                                        </p:tgtEl>
                                        <p:attrNameLst>
                                          <p:attrName>style.visibility</p:attrName>
                                        </p:attrNameLst>
                                      </p:cBhvr>
                                      <p:to>
                                        <p:strVal val="hidden"/>
                                      </p:to>
                                    </p:set>
                                  </p:childTnLst>
                                </p:cTn>
                              </p:par>
                              <p:par>
                                <p:cTn id="718" presetID="10" presetClass="exit" presetSubtype="0" fill="hold" grpId="1" nodeType="withEffect">
                                  <p:stCondLst>
                                    <p:cond delay="0"/>
                                  </p:stCondLst>
                                  <p:childTnLst>
                                    <p:animEffect transition="out" filter="fade">
                                      <p:cBhvr>
                                        <p:cTn id="719" dur="420"/>
                                        <p:tgtEl>
                                          <p:spTgt spid="140"/>
                                        </p:tgtEl>
                                      </p:cBhvr>
                                    </p:animEffect>
                                    <p:set>
                                      <p:cBhvr>
                                        <p:cTn id="720" dur="1" fill="hold">
                                          <p:stCondLst>
                                            <p:cond delay="419"/>
                                          </p:stCondLst>
                                        </p:cTn>
                                        <p:tgtEl>
                                          <p:spTgt spid="140"/>
                                        </p:tgtEl>
                                        <p:attrNameLst>
                                          <p:attrName>style.visibility</p:attrName>
                                        </p:attrNameLst>
                                      </p:cBhvr>
                                      <p:to>
                                        <p:strVal val="hidden"/>
                                      </p:to>
                                    </p:set>
                                  </p:childTnLst>
                                </p:cTn>
                              </p:par>
                              <p:par>
                                <p:cTn id="721" presetID="10" presetClass="exit" presetSubtype="0" fill="hold" grpId="1" nodeType="withEffect">
                                  <p:stCondLst>
                                    <p:cond delay="0"/>
                                  </p:stCondLst>
                                  <p:childTnLst>
                                    <p:animEffect transition="out" filter="fade">
                                      <p:cBhvr>
                                        <p:cTn id="722" dur="420"/>
                                        <p:tgtEl>
                                          <p:spTgt spid="141"/>
                                        </p:tgtEl>
                                      </p:cBhvr>
                                    </p:animEffect>
                                    <p:set>
                                      <p:cBhvr>
                                        <p:cTn id="723" dur="1" fill="hold">
                                          <p:stCondLst>
                                            <p:cond delay="419"/>
                                          </p:stCondLst>
                                        </p:cTn>
                                        <p:tgtEl>
                                          <p:spTgt spid="141"/>
                                        </p:tgtEl>
                                        <p:attrNameLst>
                                          <p:attrName>style.visibility</p:attrName>
                                        </p:attrNameLst>
                                      </p:cBhvr>
                                      <p:to>
                                        <p:strVal val="hidden"/>
                                      </p:to>
                                    </p:set>
                                  </p:childTnLst>
                                </p:cTn>
                              </p:par>
                              <p:par>
                                <p:cTn id="724" presetID="10" presetClass="exit" presetSubtype="0" fill="hold" grpId="1" nodeType="withEffect">
                                  <p:stCondLst>
                                    <p:cond delay="0"/>
                                  </p:stCondLst>
                                  <p:childTnLst>
                                    <p:animEffect transition="out" filter="fade">
                                      <p:cBhvr>
                                        <p:cTn id="725" dur="420"/>
                                        <p:tgtEl>
                                          <p:spTgt spid="146"/>
                                        </p:tgtEl>
                                      </p:cBhvr>
                                    </p:animEffect>
                                    <p:set>
                                      <p:cBhvr>
                                        <p:cTn id="726" dur="1" fill="hold">
                                          <p:stCondLst>
                                            <p:cond delay="419"/>
                                          </p:stCondLst>
                                        </p:cTn>
                                        <p:tgtEl>
                                          <p:spTgt spid="146"/>
                                        </p:tgtEl>
                                        <p:attrNameLst>
                                          <p:attrName>style.visibility</p:attrName>
                                        </p:attrNameLst>
                                      </p:cBhvr>
                                      <p:to>
                                        <p:strVal val="hidden"/>
                                      </p:to>
                                    </p:set>
                                  </p:childTnLst>
                                </p:cTn>
                              </p:par>
                              <p:par>
                                <p:cTn id="727" presetID="10" presetClass="exit" presetSubtype="0" fill="hold" grpId="1" nodeType="withEffect">
                                  <p:stCondLst>
                                    <p:cond delay="0"/>
                                  </p:stCondLst>
                                  <p:childTnLst>
                                    <p:animEffect transition="out" filter="fade">
                                      <p:cBhvr>
                                        <p:cTn id="728" dur="420"/>
                                        <p:tgtEl>
                                          <p:spTgt spid="147"/>
                                        </p:tgtEl>
                                      </p:cBhvr>
                                    </p:animEffect>
                                    <p:set>
                                      <p:cBhvr>
                                        <p:cTn id="729" dur="1" fill="hold">
                                          <p:stCondLst>
                                            <p:cond delay="419"/>
                                          </p:stCondLst>
                                        </p:cTn>
                                        <p:tgtEl>
                                          <p:spTgt spid="147"/>
                                        </p:tgtEl>
                                        <p:attrNameLst>
                                          <p:attrName>style.visibility</p:attrName>
                                        </p:attrNameLst>
                                      </p:cBhvr>
                                      <p:to>
                                        <p:strVal val="hidden"/>
                                      </p:to>
                                    </p:set>
                                  </p:childTnLst>
                                </p:cTn>
                              </p:par>
                              <p:par>
                                <p:cTn id="730" presetID="10" presetClass="exit" presetSubtype="0" fill="hold" grpId="1" nodeType="withEffect">
                                  <p:stCondLst>
                                    <p:cond delay="0"/>
                                  </p:stCondLst>
                                  <p:childTnLst>
                                    <p:animEffect transition="out" filter="fade">
                                      <p:cBhvr>
                                        <p:cTn id="731" dur="420"/>
                                        <p:tgtEl>
                                          <p:spTgt spid="148"/>
                                        </p:tgtEl>
                                      </p:cBhvr>
                                    </p:animEffect>
                                    <p:set>
                                      <p:cBhvr>
                                        <p:cTn id="732" dur="1" fill="hold">
                                          <p:stCondLst>
                                            <p:cond delay="419"/>
                                          </p:stCondLst>
                                        </p:cTn>
                                        <p:tgtEl>
                                          <p:spTgt spid="148"/>
                                        </p:tgtEl>
                                        <p:attrNameLst>
                                          <p:attrName>style.visibility</p:attrName>
                                        </p:attrNameLst>
                                      </p:cBhvr>
                                      <p:to>
                                        <p:strVal val="hidden"/>
                                      </p:to>
                                    </p:set>
                                  </p:childTnLst>
                                </p:cTn>
                              </p:par>
                              <p:par>
                                <p:cTn id="733" presetID="10" presetClass="exit" presetSubtype="0" fill="hold" grpId="1" nodeType="withEffect">
                                  <p:stCondLst>
                                    <p:cond delay="0"/>
                                  </p:stCondLst>
                                  <p:childTnLst>
                                    <p:animEffect transition="out" filter="fade">
                                      <p:cBhvr>
                                        <p:cTn id="734" dur="420"/>
                                        <p:tgtEl>
                                          <p:spTgt spid="153"/>
                                        </p:tgtEl>
                                      </p:cBhvr>
                                    </p:animEffect>
                                    <p:set>
                                      <p:cBhvr>
                                        <p:cTn id="735" dur="1" fill="hold">
                                          <p:stCondLst>
                                            <p:cond delay="419"/>
                                          </p:stCondLst>
                                        </p:cTn>
                                        <p:tgtEl>
                                          <p:spTgt spid="153"/>
                                        </p:tgtEl>
                                        <p:attrNameLst>
                                          <p:attrName>style.visibility</p:attrName>
                                        </p:attrNameLst>
                                      </p:cBhvr>
                                      <p:to>
                                        <p:strVal val="hidden"/>
                                      </p:to>
                                    </p:set>
                                  </p:childTnLst>
                                </p:cTn>
                              </p:par>
                              <p:par>
                                <p:cTn id="736" presetID="10" presetClass="exit" presetSubtype="0" fill="hold" grpId="1" nodeType="withEffect">
                                  <p:stCondLst>
                                    <p:cond delay="0"/>
                                  </p:stCondLst>
                                  <p:childTnLst>
                                    <p:animEffect transition="out" filter="fade">
                                      <p:cBhvr>
                                        <p:cTn id="737" dur="420"/>
                                        <p:tgtEl>
                                          <p:spTgt spid="154"/>
                                        </p:tgtEl>
                                      </p:cBhvr>
                                    </p:animEffect>
                                    <p:set>
                                      <p:cBhvr>
                                        <p:cTn id="738" dur="1" fill="hold">
                                          <p:stCondLst>
                                            <p:cond delay="419"/>
                                          </p:stCondLst>
                                        </p:cTn>
                                        <p:tgtEl>
                                          <p:spTgt spid="154"/>
                                        </p:tgtEl>
                                        <p:attrNameLst>
                                          <p:attrName>style.visibility</p:attrName>
                                        </p:attrNameLst>
                                      </p:cBhvr>
                                      <p:to>
                                        <p:strVal val="hidden"/>
                                      </p:to>
                                    </p:set>
                                  </p:childTnLst>
                                </p:cTn>
                              </p:par>
                              <p:par>
                                <p:cTn id="739" presetID="10" presetClass="exit" presetSubtype="0" fill="hold" grpId="1" nodeType="withEffect">
                                  <p:stCondLst>
                                    <p:cond delay="0"/>
                                  </p:stCondLst>
                                  <p:childTnLst>
                                    <p:animEffect transition="out" filter="fade">
                                      <p:cBhvr>
                                        <p:cTn id="740" dur="420"/>
                                        <p:tgtEl>
                                          <p:spTgt spid="155"/>
                                        </p:tgtEl>
                                      </p:cBhvr>
                                    </p:animEffect>
                                    <p:set>
                                      <p:cBhvr>
                                        <p:cTn id="741" dur="1" fill="hold">
                                          <p:stCondLst>
                                            <p:cond delay="419"/>
                                          </p:stCondLst>
                                        </p:cTn>
                                        <p:tgtEl>
                                          <p:spTgt spid="155"/>
                                        </p:tgtEl>
                                        <p:attrNameLst>
                                          <p:attrName>style.visibility</p:attrName>
                                        </p:attrNameLst>
                                      </p:cBhvr>
                                      <p:to>
                                        <p:strVal val="hidden"/>
                                      </p:to>
                                    </p:set>
                                  </p:childTnLst>
                                </p:cTn>
                              </p:par>
                              <p:par>
                                <p:cTn id="742" presetID="10" presetClass="exit" presetSubtype="0" fill="hold" grpId="0" nodeType="withEffect">
                                  <p:stCondLst>
                                    <p:cond delay="0"/>
                                  </p:stCondLst>
                                  <p:childTnLst>
                                    <p:animEffect transition="out" filter="fade">
                                      <p:cBhvr>
                                        <p:cTn id="743" dur="420"/>
                                        <p:tgtEl>
                                          <p:spTgt spid="181"/>
                                        </p:tgtEl>
                                      </p:cBhvr>
                                    </p:animEffect>
                                    <p:set>
                                      <p:cBhvr>
                                        <p:cTn id="744" dur="1" fill="hold">
                                          <p:stCondLst>
                                            <p:cond delay="419"/>
                                          </p:stCondLst>
                                        </p:cTn>
                                        <p:tgtEl>
                                          <p:spTgt spid="181"/>
                                        </p:tgtEl>
                                        <p:attrNameLst>
                                          <p:attrName>style.visibility</p:attrName>
                                        </p:attrNameLst>
                                      </p:cBhvr>
                                      <p:to>
                                        <p:strVal val="hidden"/>
                                      </p:to>
                                    </p:set>
                                  </p:childTnLst>
                                </p:cTn>
                              </p:par>
                              <p:par>
                                <p:cTn id="745" presetID="10" presetClass="exit" presetSubtype="0" fill="hold" grpId="0" nodeType="withEffect">
                                  <p:stCondLst>
                                    <p:cond delay="0"/>
                                  </p:stCondLst>
                                  <p:childTnLst>
                                    <p:animEffect transition="out" filter="fade">
                                      <p:cBhvr>
                                        <p:cTn id="746" dur="420"/>
                                        <p:tgtEl>
                                          <p:spTgt spid="182"/>
                                        </p:tgtEl>
                                      </p:cBhvr>
                                    </p:animEffect>
                                    <p:set>
                                      <p:cBhvr>
                                        <p:cTn id="747" dur="1" fill="hold">
                                          <p:stCondLst>
                                            <p:cond delay="419"/>
                                          </p:stCondLst>
                                        </p:cTn>
                                        <p:tgtEl>
                                          <p:spTgt spid="182"/>
                                        </p:tgtEl>
                                        <p:attrNameLst>
                                          <p:attrName>style.visibility</p:attrName>
                                        </p:attrNameLst>
                                      </p:cBhvr>
                                      <p:to>
                                        <p:strVal val="hidden"/>
                                      </p:to>
                                    </p:set>
                                  </p:childTnLst>
                                </p:cTn>
                              </p:par>
                              <p:par>
                                <p:cTn id="748" presetID="10" presetClass="exit" presetSubtype="0" fill="hold" grpId="0" nodeType="withEffect">
                                  <p:stCondLst>
                                    <p:cond delay="0"/>
                                  </p:stCondLst>
                                  <p:childTnLst>
                                    <p:animEffect transition="out" filter="fade">
                                      <p:cBhvr>
                                        <p:cTn id="749" dur="420"/>
                                        <p:tgtEl>
                                          <p:spTgt spid="183"/>
                                        </p:tgtEl>
                                      </p:cBhvr>
                                    </p:animEffect>
                                    <p:set>
                                      <p:cBhvr>
                                        <p:cTn id="750" dur="1" fill="hold">
                                          <p:stCondLst>
                                            <p:cond delay="419"/>
                                          </p:stCondLst>
                                        </p:cTn>
                                        <p:tgtEl>
                                          <p:spTgt spid="183"/>
                                        </p:tgtEl>
                                        <p:attrNameLst>
                                          <p:attrName>style.visibility</p:attrName>
                                        </p:attrNameLst>
                                      </p:cBhvr>
                                      <p:to>
                                        <p:strVal val="hidden"/>
                                      </p:to>
                                    </p:set>
                                  </p:childTnLst>
                                </p:cTn>
                              </p:par>
                              <p:par>
                                <p:cTn id="751" presetID="10" presetClass="exit" presetSubtype="0" fill="hold" grpId="0" nodeType="withEffect">
                                  <p:stCondLst>
                                    <p:cond delay="0"/>
                                  </p:stCondLst>
                                  <p:childTnLst>
                                    <p:animEffect transition="out" filter="fade">
                                      <p:cBhvr>
                                        <p:cTn id="752" dur="420"/>
                                        <p:tgtEl>
                                          <p:spTgt spid="184"/>
                                        </p:tgtEl>
                                      </p:cBhvr>
                                    </p:animEffect>
                                    <p:set>
                                      <p:cBhvr>
                                        <p:cTn id="753" dur="1" fill="hold">
                                          <p:stCondLst>
                                            <p:cond delay="419"/>
                                          </p:stCondLst>
                                        </p:cTn>
                                        <p:tgtEl>
                                          <p:spTgt spid="184"/>
                                        </p:tgtEl>
                                        <p:attrNameLst>
                                          <p:attrName>style.visibility</p:attrName>
                                        </p:attrNameLst>
                                      </p:cBhvr>
                                      <p:to>
                                        <p:strVal val="hidden"/>
                                      </p:to>
                                    </p:set>
                                  </p:childTnLst>
                                </p:cTn>
                              </p:par>
                              <p:par>
                                <p:cTn id="754" presetID="53" presetClass="entr" presetSubtype="16" fill="hold" nodeType="withEffect">
                                  <p:stCondLst>
                                    <p:cond delay="250"/>
                                  </p:stCondLst>
                                  <p:childTnLst>
                                    <p:set>
                                      <p:cBhvr>
                                        <p:cTn id="755" dur="1" fill="hold">
                                          <p:stCondLst>
                                            <p:cond delay="0"/>
                                          </p:stCondLst>
                                        </p:cTn>
                                        <p:tgtEl>
                                          <p:spTgt spid="12"/>
                                        </p:tgtEl>
                                        <p:attrNameLst>
                                          <p:attrName>style.visibility</p:attrName>
                                        </p:attrNameLst>
                                      </p:cBhvr>
                                      <p:to>
                                        <p:strVal val="visible"/>
                                      </p:to>
                                    </p:set>
                                    <p:anim calcmode="lin" valueType="num">
                                      <p:cBhvr>
                                        <p:cTn id="756" dur="750" fill="hold"/>
                                        <p:tgtEl>
                                          <p:spTgt spid="12"/>
                                        </p:tgtEl>
                                        <p:attrNameLst>
                                          <p:attrName>ppt_w</p:attrName>
                                        </p:attrNameLst>
                                      </p:cBhvr>
                                      <p:tavLst>
                                        <p:tav tm="0">
                                          <p:val>
                                            <p:fltVal val="0"/>
                                          </p:val>
                                        </p:tav>
                                        <p:tav tm="100000">
                                          <p:val>
                                            <p:strVal val="#ppt_w"/>
                                          </p:val>
                                        </p:tav>
                                      </p:tavLst>
                                    </p:anim>
                                    <p:anim calcmode="lin" valueType="num">
                                      <p:cBhvr>
                                        <p:cTn id="757" dur="750" fill="hold"/>
                                        <p:tgtEl>
                                          <p:spTgt spid="12"/>
                                        </p:tgtEl>
                                        <p:attrNameLst>
                                          <p:attrName>ppt_h</p:attrName>
                                        </p:attrNameLst>
                                      </p:cBhvr>
                                      <p:tavLst>
                                        <p:tav tm="0">
                                          <p:val>
                                            <p:fltVal val="0"/>
                                          </p:val>
                                        </p:tav>
                                        <p:tav tm="100000">
                                          <p:val>
                                            <p:strVal val="#ppt_h"/>
                                          </p:val>
                                        </p:tav>
                                      </p:tavLst>
                                    </p:anim>
                                    <p:animEffect transition="in" filter="fade">
                                      <p:cBhvr>
                                        <p:cTn id="758" dur="750"/>
                                        <p:tgtEl>
                                          <p:spTgt spid="12"/>
                                        </p:tgtEl>
                                      </p:cBhvr>
                                    </p:animEffect>
                                  </p:childTnLst>
                                </p:cTn>
                              </p:par>
                              <p:par>
                                <p:cTn id="759" presetID="53" presetClass="entr" presetSubtype="16" fill="hold" grpId="0" nodeType="withEffect">
                                  <p:stCondLst>
                                    <p:cond delay="250"/>
                                  </p:stCondLst>
                                  <p:childTnLst>
                                    <p:set>
                                      <p:cBhvr>
                                        <p:cTn id="760" dur="1" fill="hold">
                                          <p:stCondLst>
                                            <p:cond delay="0"/>
                                          </p:stCondLst>
                                        </p:cTn>
                                        <p:tgtEl>
                                          <p:spTgt spid="13"/>
                                        </p:tgtEl>
                                        <p:attrNameLst>
                                          <p:attrName>style.visibility</p:attrName>
                                        </p:attrNameLst>
                                      </p:cBhvr>
                                      <p:to>
                                        <p:strVal val="visible"/>
                                      </p:to>
                                    </p:set>
                                    <p:anim calcmode="lin" valueType="num">
                                      <p:cBhvr>
                                        <p:cTn id="761" dur="750" fill="hold"/>
                                        <p:tgtEl>
                                          <p:spTgt spid="13"/>
                                        </p:tgtEl>
                                        <p:attrNameLst>
                                          <p:attrName>ppt_w</p:attrName>
                                        </p:attrNameLst>
                                      </p:cBhvr>
                                      <p:tavLst>
                                        <p:tav tm="0">
                                          <p:val>
                                            <p:fltVal val="0"/>
                                          </p:val>
                                        </p:tav>
                                        <p:tav tm="100000">
                                          <p:val>
                                            <p:strVal val="#ppt_w"/>
                                          </p:val>
                                        </p:tav>
                                      </p:tavLst>
                                    </p:anim>
                                    <p:anim calcmode="lin" valueType="num">
                                      <p:cBhvr>
                                        <p:cTn id="762" dur="750" fill="hold"/>
                                        <p:tgtEl>
                                          <p:spTgt spid="13"/>
                                        </p:tgtEl>
                                        <p:attrNameLst>
                                          <p:attrName>ppt_h</p:attrName>
                                        </p:attrNameLst>
                                      </p:cBhvr>
                                      <p:tavLst>
                                        <p:tav tm="0">
                                          <p:val>
                                            <p:fltVal val="0"/>
                                          </p:val>
                                        </p:tav>
                                        <p:tav tm="100000">
                                          <p:val>
                                            <p:strVal val="#ppt_h"/>
                                          </p:val>
                                        </p:tav>
                                      </p:tavLst>
                                    </p:anim>
                                    <p:animEffect transition="in" filter="fade">
                                      <p:cBhvr>
                                        <p:cTn id="763" dur="750"/>
                                        <p:tgtEl>
                                          <p:spTgt spid="13"/>
                                        </p:tgtEl>
                                      </p:cBhvr>
                                    </p:animEffect>
                                  </p:childTnLst>
                                </p:cTn>
                              </p:par>
                              <p:par>
                                <p:cTn id="764" presetID="53" presetClass="entr" presetSubtype="16" fill="hold" grpId="0" nodeType="withEffect">
                                  <p:stCondLst>
                                    <p:cond delay="250"/>
                                  </p:stCondLst>
                                  <p:childTnLst>
                                    <p:set>
                                      <p:cBhvr>
                                        <p:cTn id="765" dur="1" fill="hold">
                                          <p:stCondLst>
                                            <p:cond delay="0"/>
                                          </p:stCondLst>
                                        </p:cTn>
                                        <p:tgtEl>
                                          <p:spTgt spid="14"/>
                                        </p:tgtEl>
                                        <p:attrNameLst>
                                          <p:attrName>style.visibility</p:attrName>
                                        </p:attrNameLst>
                                      </p:cBhvr>
                                      <p:to>
                                        <p:strVal val="visible"/>
                                      </p:to>
                                    </p:set>
                                    <p:anim calcmode="lin" valueType="num">
                                      <p:cBhvr>
                                        <p:cTn id="766" dur="750" fill="hold"/>
                                        <p:tgtEl>
                                          <p:spTgt spid="14"/>
                                        </p:tgtEl>
                                        <p:attrNameLst>
                                          <p:attrName>ppt_w</p:attrName>
                                        </p:attrNameLst>
                                      </p:cBhvr>
                                      <p:tavLst>
                                        <p:tav tm="0">
                                          <p:val>
                                            <p:fltVal val="0"/>
                                          </p:val>
                                        </p:tav>
                                        <p:tav tm="100000">
                                          <p:val>
                                            <p:strVal val="#ppt_w"/>
                                          </p:val>
                                        </p:tav>
                                      </p:tavLst>
                                    </p:anim>
                                    <p:anim calcmode="lin" valueType="num">
                                      <p:cBhvr>
                                        <p:cTn id="767" dur="750" fill="hold"/>
                                        <p:tgtEl>
                                          <p:spTgt spid="14"/>
                                        </p:tgtEl>
                                        <p:attrNameLst>
                                          <p:attrName>ppt_h</p:attrName>
                                        </p:attrNameLst>
                                      </p:cBhvr>
                                      <p:tavLst>
                                        <p:tav tm="0">
                                          <p:val>
                                            <p:fltVal val="0"/>
                                          </p:val>
                                        </p:tav>
                                        <p:tav tm="100000">
                                          <p:val>
                                            <p:strVal val="#ppt_h"/>
                                          </p:val>
                                        </p:tav>
                                      </p:tavLst>
                                    </p:anim>
                                    <p:animEffect transition="in" filter="fade">
                                      <p:cBhvr>
                                        <p:cTn id="768" dur="750"/>
                                        <p:tgtEl>
                                          <p:spTgt spid="14"/>
                                        </p:tgtEl>
                                      </p:cBhvr>
                                    </p:animEffect>
                                  </p:childTnLst>
                                </p:cTn>
                              </p:par>
                              <p:par>
                                <p:cTn id="769" presetID="53" presetClass="entr" presetSubtype="16" fill="hold" grpId="0" nodeType="withEffect">
                                  <p:stCondLst>
                                    <p:cond delay="250"/>
                                  </p:stCondLst>
                                  <p:childTnLst>
                                    <p:set>
                                      <p:cBhvr>
                                        <p:cTn id="770" dur="1" fill="hold">
                                          <p:stCondLst>
                                            <p:cond delay="0"/>
                                          </p:stCondLst>
                                        </p:cTn>
                                        <p:tgtEl>
                                          <p:spTgt spid="15"/>
                                        </p:tgtEl>
                                        <p:attrNameLst>
                                          <p:attrName>style.visibility</p:attrName>
                                        </p:attrNameLst>
                                      </p:cBhvr>
                                      <p:to>
                                        <p:strVal val="visible"/>
                                      </p:to>
                                    </p:set>
                                    <p:anim calcmode="lin" valueType="num">
                                      <p:cBhvr>
                                        <p:cTn id="771" dur="750" fill="hold"/>
                                        <p:tgtEl>
                                          <p:spTgt spid="15"/>
                                        </p:tgtEl>
                                        <p:attrNameLst>
                                          <p:attrName>ppt_w</p:attrName>
                                        </p:attrNameLst>
                                      </p:cBhvr>
                                      <p:tavLst>
                                        <p:tav tm="0">
                                          <p:val>
                                            <p:fltVal val="0"/>
                                          </p:val>
                                        </p:tav>
                                        <p:tav tm="100000">
                                          <p:val>
                                            <p:strVal val="#ppt_w"/>
                                          </p:val>
                                        </p:tav>
                                      </p:tavLst>
                                    </p:anim>
                                    <p:anim calcmode="lin" valueType="num">
                                      <p:cBhvr>
                                        <p:cTn id="772" dur="750" fill="hold"/>
                                        <p:tgtEl>
                                          <p:spTgt spid="15"/>
                                        </p:tgtEl>
                                        <p:attrNameLst>
                                          <p:attrName>ppt_h</p:attrName>
                                        </p:attrNameLst>
                                      </p:cBhvr>
                                      <p:tavLst>
                                        <p:tav tm="0">
                                          <p:val>
                                            <p:fltVal val="0"/>
                                          </p:val>
                                        </p:tav>
                                        <p:tav tm="100000">
                                          <p:val>
                                            <p:strVal val="#ppt_h"/>
                                          </p:val>
                                        </p:tav>
                                      </p:tavLst>
                                    </p:anim>
                                    <p:animEffect transition="in" filter="fade">
                                      <p:cBhvr>
                                        <p:cTn id="773" dur="750"/>
                                        <p:tgtEl>
                                          <p:spTgt spid="15"/>
                                        </p:tgtEl>
                                      </p:cBhvr>
                                    </p:animEffect>
                                  </p:childTnLst>
                                </p:cTn>
                              </p:par>
                              <p:par>
                                <p:cTn id="774" presetID="53" presetClass="entr" presetSubtype="16" fill="hold" grpId="0" nodeType="withEffect">
                                  <p:stCondLst>
                                    <p:cond delay="250"/>
                                  </p:stCondLst>
                                  <p:childTnLst>
                                    <p:set>
                                      <p:cBhvr>
                                        <p:cTn id="775" dur="1" fill="hold">
                                          <p:stCondLst>
                                            <p:cond delay="0"/>
                                          </p:stCondLst>
                                        </p:cTn>
                                        <p:tgtEl>
                                          <p:spTgt spid="16"/>
                                        </p:tgtEl>
                                        <p:attrNameLst>
                                          <p:attrName>style.visibility</p:attrName>
                                        </p:attrNameLst>
                                      </p:cBhvr>
                                      <p:to>
                                        <p:strVal val="visible"/>
                                      </p:to>
                                    </p:set>
                                    <p:anim calcmode="lin" valueType="num">
                                      <p:cBhvr>
                                        <p:cTn id="776" dur="750" fill="hold"/>
                                        <p:tgtEl>
                                          <p:spTgt spid="16"/>
                                        </p:tgtEl>
                                        <p:attrNameLst>
                                          <p:attrName>ppt_w</p:attrName>
                                        </p:attrNameLst>
                                      </p:cBhvr>
                                      <p:tavLst>
                                        <p:tav tm="0">
                                          <p:val>
                                            <p:fltVal val="0"/>
                                          </p:val>
                                        </p:tav>
                                        <p:tav tm="100000">
                                          <p:val>
                                            <p:strVal val="#ppt_w"/>
                                          </p:val>
                                        </p:tav>
                                      </p:tavLst>
                                    </p:anim>
                                    <p:anim calcmode="lin" valueType="num">
                                      <p:cBhvr>
                                        <p:cTn id="777" dur="750" fill="hold"/>
                                        <p:tgtEl>
                                          <p:spTgt spid="16"/>
                                        </p:tgtEl>
                                        <p:attrNameLst>
                                          <p:attrName>ppt_h</p:attrName>
                                        </p:attrNameLst>
                                      </p:cBhvr>
                                      <p:tavLst>
                                        <p:tav tm="0">
                                          <p:val>
                                            <p:fltVal val="0"/>
                                          </p:val>
                                        </p:tav>
                                        <p:tav tm="100000">
                                          <p:val>
                                            <p:strVal val="#ppt_h"/>
                                          </p:val>
                                        </p:tav>
                                      </p:tavLst>
                                    </p:anim>
                                    <p:animEffect transition="in" filter="fade">
                                      <p:cBhvr>
                                        <p:cTn id="778" dur="750"/>
                                        <p:tgtEl>
                                          <p:spTgt spid="16"/>
                                        </p:tgtEl>
                                      </p:cBhvr>
                                    </p:animEffect>
                                  </p:childTnLst>
                                </p:cTn>
                              </p:par>
                              <p:par>
                                <p:cTn id="779" presetID="53" presetClass="entr" presetSubtype="16" fill="hold" grpId="0" nodeType="withEffect">
                                  <p:stCondLst>
                                    <p:cond delay="250"/>
                                  </p:stCondLst>
                                  <p:childTnLst>
                                    <p:set>
                                      <p:cBhvr>
                                        <p:cTn id="780" dur="1" fill="hold">
                                          <p:stCondLst>
                                            <p:cond delay="0"/>
                                          </p:stCondLst>
                                        </p:cTn>
                                        <p:tgtEl>
                                          <p:spTgt spid="17"/>
                                        </p:tgtEl>
                                        <p:attrNameLst>
                                          <p:attrName>style.visibility</p:attrName>
                                        </p:attrNameLst>
                                      </p:cBhvr>
                                      <p:to>
                                        <p:strVal val="visible"/>
                                      </p:to>
                                    </p:set>
                                    <p:anim calcmode="lin" valueType="num">
                                      <p:cBhvr>
                                        <p:cTn id="781" dur="750" fill="hold"/>
                                        <p:tgtEl>
                                          <p:spTgt spid="17"/>
                                        </p:tgtEl>
                                        <p:attrNameLst>
                                          <p:attrName>ppt_w</p:attrName>
                                        </p:attrNameLst>
                                      </p:cBhvr>
                                      <p:tavLst>
                                        <p:tav tm="0">
                                          <p:val>
                                            <p:fltVal val="0"/>
                                          </p:val>
                                        </p:tav>
                                        <p:tav tm="100000">
                                          <p:val>
                                            <p:strVal val="#ppt_w"/>
                                          </p:val>
                                        </p:tav>
                                      </p:tavLst>
                                    </p:anim>
                                    <p:anim calcmode="lin" valueType="num">
                                      <p:cBhvr>
                                        <p:cTn id="782" dur="750" fill="hold"/>
                                        <p:tgtEl>
                                          <p:spTgt spid="17"/>
                                        </p:tgtEl>
                                        <p:attrNameLst>
                                          <p:attrName>ppt_h</p:attrName>
                                        </p:attrNameLst>
                                      </p:cBhvr>
                                      <p:tavLst>
                                        <p:tav tm="0">
                                          <p:val>
                                            <p:fltVal val="0"/>
                                          </p:val>
                                        </p:tav>
                                        <p:tav tm="100000">
                                          <p:val>
                                            <p:strVal val="#ppt_h"/>
                                          </p:val>
                                        </p:tav>
                                      </p:tavLst>
                                    </p:anim>
                                    <p:animEffect transition="in" filter="fade">
                                      <p:cBhvr>
                                        <p:cTn id="783" dur="750"/>
                                        <p:tgtEl>
                                          <p:spTgt spid="17"/>
                                        </p:tgtEl>
                                      </p:cBhvr>
                                    </p:animEffect>
                                  </p:childTnLst>
                                </p:cTn>
                              </p:par>
                              <p:par>
                                <p:cTn id="784" presetID="53" presetClass="entr" presetSubtype="16" fill="hold" grpId="0" nodeType="withEffect">
                                  <p:stCondLst>
                                    <p:cond delay="250"/>
                                  </p:stCondLst>
                                  <p:childTnLst>
                                    <p:set>
                                      <p:cBhvr>
                                        <p:cTn id="785" dur="1" fill="hold">
                                          <p:stCondLst>
                                            <p:cond delay="0"/>
                                          </p:stCondLst>
                                        </p:cTn>
                                        <p:tgtEl>
                                          <p:spTgt spid="18"/>
                                        </p:tgtEl>
                                        <p:attrNameLst>
                                          <p:attrName>style.visibility</p:attrName>
                                        </p:attrNameLst>
                                      </p:cBhvr>
                                      <p:to>
                                        <p:strVal val="visible"/>
                                      </p:to>
                                    </p:set>
                                    <p:anim calcmode="lin" valueType="num">
                                      <p:cBhvr>
                                        <p:cTn id="786" dur="750" fill="hold"/>
                                        <p:tgtEl>
                                          <p:spTgt spid="18"/>
                                        </p:tgtEl>
                                        <p:attrNameLst>
                                          <p:attrName>ppt_w</p:attrName>
                                        </p:attrNameLst>
                                      </p:cBhvr>
                                      <p:tavLst>
                                        <p:tav tm="0">
                                          <p:val>
                                            <p:fltVal val="0"/>
                                          </p:val>
                                        </p:tav>
                                        <p:tav tm="100000">
                                          <p:val>
                                            <p:strVal val="#ppt_w"/>
                                          </p:val>
                                        </p:tav>
                                      </p:tavLst>
                                    </p:anim>
                                    <p:anim calcmode="lin" valueType="num">
                                      <p:cBhvr>
                                        <p:cTn id="787" dur="750" fill="hold"/>
                                        <p:tgtEl>
                                          <p:spTgt spid="18"/>
                                        </p:tgtEl>
                                        <p:attrNameLst>
                                          <p:attrName>ppt_h</p:attrName>
                                        </p:attrNameLst>
                                      </p:cBhvr>
                                      <p:tavLst>
                                        <p:tav tm="0">
                                          <p:val>
                                            <p:fltVal val="0"/>
                                          </p:val>
                                        </p:tav>
                                        <p:tav tm="100000">
                                          <p:val>
                                            <p:strVal val="#ppt_h"/>
                                          </p:val>
                                        </p:tav>
                                      </p:tavLst>
                                    </p:anim>
                                    <p:animEffect transition="in" filter="fade">
                                      <p:cBhvr>
                                        <p:cTn id="788" dur="750"/>
                                        <p:tgtEl>
                                          <p:spTgt spid="18"/>
                                        </p:tgtEl>
                                      </p:cBhvr>
                                    </p:animEffect>
                                  </p:childTnLst>
                                </p:cTn>
                              </p:par>
                              <p:par>
                                <p:cTn id="789" presetID="53" presetClass="entr" presetSubtype="16" fill="hold" grpId="0" nodeType="withEffect">
                                  <p:stCondLst>
                                    <p:cond delay="250"/>
                                  </p:stCondLst>
                                  <p:childTnLst>
                                    <p:set>
                                      <p:cBhvr>
                                        <p:cTn id="790" dur="1" fill="hold">
                                          <p:stCondLst>
                                            <p:cond delay="0"/>
                                          </p:stCondLst>
                                        </p:cTn>
                                        <p:tgtEl>
                                          <p:spTgt spid="19"/>
                                        </p:tgtEl>
                                        <p:attrNameLst>
                                          <p:attrName>style.visibility</p:attrName>
                                        </p:attrNameLst>
                                      </p:cBhvr>
                                      <p:to>
                                        <p:strVal val="visible"/>
                                      </p:to>
                                    </p:set>
                                    <p:anim calcmode="lin" valueType="num">
                                      <p:cBhvr>
                                        <p:cTn id="791" dur="750" fill="hold"/>
                                        <p:tgtEl>
                                          <p:spTgt spid="19"/>
                                        </p:tgtEl>
                                        <p:attrNameLst>
                                          <p:attrName>ppt_w</p:attrName>
                                        </p:attrNameLst>
                                      </p:cBhvr>
                                      <p:tavLst>
                                        <p:tav tm="0">
                                          <p:val>
                                            <p:fltVal val="0"/>
                                          </p:val>
                                        </p:tav>
                                        <p:tav tm="100000">
                                          <p:val>
                                            <p:strVal val="#ppt_w"/>
                                          </p:val>
                                        </p:tav>
                                      </p:tavLst>
                                    </p:anim>
                                    <p:anim calcmode="lin" valueType="num">
                                      <p:cBhvr>
                                        <p:cTn id="792" dur="750" fill="hold"/>
                                        <p:tgtEl>
                                          <p:spTgt spid="19"/>
                                        </p:tgtEl>
                                        <p:attrNameLst>
                                          <p:attrName>ppt_h</p:attrName>
                                        </p:attrNameLst>
                                      </p:cBhvr>
                                      <p:tavLst>
                                        <p:tav tm="0">
                                          <p:val>
                                            <p:fltVal val="0"/>
                                          </p:val>
                                        </p:tav>
                                        <p:tav tm="100000">
                                          <p:val>
                                            <p:strVal val="#ppt_h"/>
                                          </p:val>
                                        </p:tav>
                                      </p:tavLst>
                                    </p:anim>
                                    <p:animEffect transition="in" filter="fade">
                                      <p:cBhvr>
                                        <p:cTn id="793" dur="750"/>
                                        <p:tgtEl>
                                          <p:spTgt spid="19"/>
                                        </p:tgtEl>
                                      </p:cBhvr>
                                    </p:animEffect>
                                  </p:childTnLst>
                                </p:cTn>
                              </p:par>
                              <p:par>
                                <p:cTn id="794" presetID="42" presetClass="entr" presetSubtype="0" fill="hold" grpId="0" nodeType="withEffect">
                                  <p:stCondLst>
                                    <p:cond delay="370"/>
                                  </p:stCondLst>
                                  <p:childTnLst>
                                    <p:set>
                                      <p:cBhvr>
                                        <p:cTn id="795" dur="1" fill="hold">
                                          <p:stCondLst>
                                            <p:cond delay="0"/>
                                          </p:stCondLst>
                                        </p:cTn>
                                        <p:tgtEl>
                                          <p:spTgt spid="201"/>
                                        </p:tgtEl>
                                        <p:attrNameLst>
                                          <p:attrName>style.visibility</p:attrName>
                                        </p:attrNameLst>
                                      </p:cBhvr>
                                      <p:to>
                                        <p:strVal val="visible"/>
                                      </p:to>
                                    </p:set>
                                    <p:animEffect transition="in" filter="fade">
                                      <p:cBhvr>
                                        <p:cTn id="796" dur="650"/>
                                        <p:tgtEl>
                                          <p:spTgt spid="201"/>
                                        </p:tgtEl>
                                      </p:cBhvr>
                                    </p:animEffect>
                                    <p:anim calcmode="lin" valueType="num">
                                      <p:cBhvr>
                                        <p:cTn id="797" dur="650" fill="hold"/>
                                        <p:tgtEl>
                                          <p:spTgt spid="201"/>
                                        </p:tgtEl>
                                        <p:attrNameLst>
                                          <p:attrName>ppt_x</p:attrName>
                                        </p:attrNameLst>
                                      </p:cBhvr>
                                      <p:tavLst>
                                        <p:tav tm="0">
                                          <p:val>
                                            <p:strVal val="#ppt_x"/>
                                          </p:val>
                                        </p:tav>
                                        <p:tav tm="100000">
                                          <p:val>
                                            <p:strVal val="#ppt_x"/>
                                          </p:val>
                                        </p:tav>
                                      </p:tavLst>
                                    </p:anim>
                                    <p:anim calcmode="lin" valueType="num">
                                      <p:cBhvr>
                                        <p:cTn id="798" dur="650" fill="hold"/>
                                        <p:tgtEl>
                                          <p:spTgt spid="201"/>
                                        </p:tgtEl>
                                        <p:attrNameLst>
                                          <p:attrName>ppt_y</p:attrName>
                                        </p:attrNameLst>
                                      </p:cBhvr>
                                      <p:tavLst>
                                        <p:tav tm="0">
                                          <p:val>
                                            <p:strVal val="#ppt_y+.1"/>
                                          </p:val>
                                        </p:tav>
                                        <p:tav tm="100000">
                                          <p:val>
                                            <p:strVal val="#ppt_y"/>
                                          </p:val>
                                        </p:tav>
                                      </p:tavLst>
                                    </p:anim>
                                  </p:childTnLst>
                                </p:cTn>
                              </p:par>
                              <p:par>
                                <p:cTn id="799" presetID="42" presetClass="entr" presetSubtype="0" fill="hold" grpId="0" nodeType="withEffect">
                                  <p:stCondLst>
                                    <p:cond delay="370"/>
                                  </p:stCondLst>
                                  <p:childTnLst>
                                    <p:set>
                                      <p:cBhvr>
                                        <p:cTn id="800" dur="1" fill="hold">
                                          <p:stCondLst>
                                            <p:cond delay="0"/>
                                          </p:stCondLst>
                                        </p:cTn>
                                        <p:tgtEl>
                                          <p:spTgt spid="202"/>
                                        </p:tgtEl>
                                        <p:attrNameLst>
                                          <p:attrName>style.visibility</p:attrName>
                                        </p:attrNameLst>
                                      </p:cBhvr>
                                      <p:to>
                                        <p:strVal val="visible"/>
                                      </p:to>
                                    </p:set>
                                    <p:animEffect transition="in" filter="fade">
                                      <p:cBhvr>
                                        <p:cTn id="801" dur="650"/>
                                        <p:tgtEl>
                                          <p:spTgt spid="202"/>
                                        </p:tgtEl>
                                      </p:cBhvr>
                                    </p:animEffect>
                                    <p:anim calcmode="lin" valueType="num">
                                      <p:cBhvr>
                                        <p:cTn id="802" dur="650" fill="hold"/>
                                        <p:tgtEl>
                                          <p:spTgt spid="202"/>
                                        </p:tgtEl>
                                        <p:attrNameLst>
                                          <p:attrName>ppt_x</p:attrName>
                                        </p:attrNameLst>
                                      </p:cBhvr>
                                      <p:tavLst>
                                        <p:tav tm="0">
                                          <p:val>
                                            <p:strVal val="#ppt_x"/>
                                          </p:val>
                                        </p:tav>
                                        <p:tav tm="100000">
                                          <p:val>
                                            <p:strVal val="#ppt_x"/>
                                          </p:val>
                                        </p:tav>
                                      </p:tavLst>
                                    </p:anim>
                                    <p:anim calcmode="lin" valueType="num">
                                      <p:cBhvr>
                                        <p:cTn id="803" dur="650" fill="hold"/>
                                        <p:tgtEl>
                                          <p:spTgt spid="202"/>
                                        </p:tgtEl>
                                        <p:attrNameLst>
                                          <p:attrName>ppt_y</p:attrName>
                                        </p:attrNameLst>
                                      </p:cBhvr>
                                      <p:tavLst>
                                        <p:tav tm="0">
                                          <p:val>
                                            <p:strVal val="#ppt_y+.1"/>
                                          </p:val>
                                        </p:tav>
                                        <p:tav tm="100000">
                                          <p:val>
                                            <p:strVal val="#ppt_y"/>
                                          </p:val>
                                        </p:tav>
                                      </p:tavLst>
                                    </p:anim>
                                  </p:childTnLst>
                                </p:cTn>
                              </p:par>
                              <p:par>
                                <p:cTn id="804" presetID="42" presetClass="entr" presetSubtype="0" fill="hold" grpId="0" nodeType="withEffect">
                                  <p:stCondLst>
                                    <p:cond delay="370"/>
                                  </p:stCondLst>
                                  <p:childTnLst>
                                    <p:set>
                                      <p:cBhvr>
                                        <p:cTn id="805" dur="1" fill="hold">
                                          <p:stCondLst>
                                            <p:cond delay="0"/>
                                          </p:stCondLst>
                                        </p:cTn>
                                        <p:tgtEl>
                                          <p:spTgt spid="203"/>
                                        </p:tgtEl>
                                        <p:attrNameLst>
                                          <p:attrName>style.visibility</p:attrName>
                                        </p:attrNameLst>
                                      </p:cBhvr>
                                      <p:to>
                                        <p:strVal val="visible"/>
                                      </p:to>
                                    </p:set>
                                    <p:animEffect transition="in" filter="fade">
                                      <p:cBhvr>
                                        <p:cTn id="806" dur="650"/>
                                        <p:tgtEl>
                                          <p:spTgt spid="203"/>
                                        </p:tgtEl>
                                      </p:cBhvr>
                                    </p:animEffect>
                                    <p:anim calcmode="lin" valueType="num">
                                      <p:cBhvr>
                                        <p:cTn id="807" dur="650" fill="hold"/>
                                        <p:tgtEl>
                                          <p:spTgt spid="203"/>
                                        </p:tgtEl>
                                        <p:attrNameLst>
                                          <p:attrName>ppt_x</p:attrName>
                                        </p:attrNameLst>
                                      </p:cBhvr>
                                      <p:tavLst>
                                        <p:tav tm="0">
                                          <p:val>
                                            <p:strVal val="#ppt_x"/>
                                          </p:val>
                                        </p:tav>
                                        <p:tav tm="100000">
                                          <p:val>
                                            <p:strVal val="#ppt_x"/>
                                          </p:val>
                                        </p:tav>
                                      </p:tavLst>
                                    </p:anim>
                                    <p:anim calcmode="lin" valueType="num">
                                      <p:cBhvr>
                                        <p:cTn id="808" dur="650" fill="hold"/>
                                        <p:tgtEl>
                                          <p:spTgt spid="2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p:bldP spid="16" grpId="0"/>
      <p:bldP spid="17" grpId="0"/>
      <p:bldP spid="18" grpId="0"/>
      <p:bldP spid="19" grpId="0"/>
      <p:bldP spid="21" grpId="0"/>
      <p:bldP spid="21" grpId="1"/>
      <p:bldP spid="22" grpId="0" animBg="1"/>
      <p:bldP spid="22" grpId="1" animBg="1"/>
      <p:bldP spid="23" grpId="0"/>
      <p:bldP spid="23" grpId="1"/>
      <p:bldP spid="24" grpId="0"/>
      <p:bldP spid="24" grpId="1"/>
      <p:bldP spid="25" grpId="0"/>
      <p:bldP spid="25" grpId="1"/>
      <p:bldP spid="26" grpId="0" animBg="1"/>
      <p:bldP spid="26" grpId="1" animBg="1"/>
      <p:bldP spid="27" grpId="0"/>
      <p:bldP spid="27" grpId="1"/>
      <p:bldP spid="28" grpId="0"/>
      <p:bldP spid="28" grpId="1"/>
      <p:bldP spid="29" grpId="0" animBg="1"/>
      <p:bldP spid="29" grpId="1" animBg="1"/>
      <p:bldP spid="30" grpId="0"/>
      <p:bldP spid="30" grpId="1"/>
      <p:bldP spid="31" grpId="0"/>
      <p:bldP spid="31" grpId="1"/>
      <p:bldP spid="32" grpId="0"/>
      <p:bldP spid="32" grpId="1"/>
      <p:bldP spid="33" grpId="0"/>
      <p:bldP spid="33" grpId="1"/>
      <p:bldP spid="34" grpId="0"/>
      <p:bldP spid="34" grpId="1"/>
      <p:bldP spid="35" grpId="0"/>
      <p:bldP spid="35" grpId="1"/>
      <p:bldP spid="37" grpId="0"/>
      <p:bldP spid="37" grpId="1"/>
      <p:bldP spid="38" grpId="0" animBg="1"/>
      <p:bldP spid="38" grpId="1" animBg="1"/>
      <p:bldP spid="39" grpId="0"/>
      <p:bldP spid="39" grpId="1"/>
      <p:bldP spid="40" grpId="0"/>
      <p:bldP spid="40" grpId="1"/>
      <p:bldP spid="41" grpId="0" animBg="1"/>
      <p:bldP spid="41" grpId="1" animBg="1"/>
      <p:bldP spid="42" grpId="0"/>
      <p:bldP spid="42" grpId="1"/>
      <p:bldP spid="43" grpId="0" animBg="1"/>
      <p:bldP spid="43" grpId="1" animBg="1"/>
      <p:bldP spid="44" grpId="0"/>
      <p:bldP spid="44" grpId="1"/>
      <p:bldP spid="45" grpId="0" animBg="1"/>
      <p:bldP spid="45" grpId="1" animBg="1"/>
      <p:bldP spid="46" grpId="0"/>
      <p:bldP spid="46" grpId="1"/>
      <p:bldP spid="49" grpId="0"/>
      <p:bldP spid="49" grpId="1"/>
      <p:bldP spid="50" grpId="0"/>
      <p:bldP spid="50" grpId="1"/>
      <p:bldP spid="51" grpId="0"/>
      <p:bldP spid="51" grpId="1"/>
      <p:bldP spid="52" grpId="0"/>
      <p:bldP spid="52" grpId="1"/>
      <p:bldP spid="53" grpId="0"/>
      <p:bldP spid="53" grpId="1"/>
      <p:bldP spid="54" grpId="0"/>
      <p:bldP spid="54" grpId="1"/>
      <p:bldP spid="55" grpId="0"/>
      <p:bldP spid="55" grpId="1"/>
      <p:bldP spid="56" grpId="0" animBg="1"/>
      <p:bldP spid="57" grpId="0" animBg="1"/>
      <p:bldP spid="58" grpId="0"/>
      <p:bldP spid="59" grpId="0" animBg="1"/>
      <p:bldP spid="60" grpId="0" animBg="1"/>
      <p:bldP spid="61" grpId="0"/>
      <p:bldP spid="62" grpId="0" animBg="1"/>
      <p:bldP spid="63" grpId="0" animBg="1"/>
      <p:bldP spid="64" grpId="0"/>
      <p:bldP spid="65" grpId="0" animBg="1"/>
      <p:bldP spid="66" grpId="0" animBg="1"/>
      <p:bldP spid="67" grpId="0"/>
      <p:bldP spid="68" grpId="0" animBg="1"/>
      <p:bldP spid="68" grpId="1" animBg="1"/>
      <p:bldP spid="69" grpId="0" animBg="1"/>
      <p:bldP spid="69" grpId="1" animBg="1"/>
      <p:bldP spid="70" grpId="0"/>
      <p:bldP spid="70" grpId="1"/>
      <p:bldP spid="71" grpId="0" animBg="1"/>
      <p:bldP spid="71" grpId="1" animBg="1"/>
      <p:bldP spid="72" grpId="0" animBg="1"/>
      <p:bldP spid="72" grpId="1" animBg="1"/>
      <p:bldP spid="73" grpId="0"/>
      <p:bldP spid="73" grpId="1"/>
      <p:bldP spid="75" grpId="0"/>
      <p:bldP spid="76" grpId="0" animBg="1"/>
      <p:bldP spid="77" grpId="0"/>
      <p:bldP spid="78" grpId="0"/>
      <p:bldP spid="79" grpId="0" animBg="1"/>
      <p:bldP spid="80" grpId="0"/>
      <p:bldP spid="81" grpId="0"/>
      <p:bldP spid="82" grpId="0" animBg="1"/>
      <p:bldP spid="83" grpId="0"/>
      <p:bldP spid="86" grpId="0"/>
      <p:bldP spid="87" grpId="0"/>
      <p:bldP spid="88" grpId="0"/>
      <p:bldP spid="89" grpId="0" animBg="1"/>
      <p:bldP spid="90" grpId="0" animBg="1"/>
      <p:bldP spid="91" grpId="0"/>
      <p:bldP spid="92" grpId="0" animBg="1"/>
      <p:bldP spid="93" grpId="0" animBg="1"/>
      <p:bldP spid="94" grpId="0"/>
      <p:bldP spid="95" grpId="0" animBg="1"/>
      <p:bldP spid="96" grpId="0" animBg="1"/>
      <p:bldP spid="97" grpId="0"/>
      <p:bldP spid="98" grpId="0" animBg="1"/>
      <p:bldP spid="99" grpId="0" animBg="1"/>
      <p:bldP spid="100" grpId="0"/>
      <p:bldP spid="101" grpId="0" animBg="1"/>
      <p:bldP spid="102" grpId="0"/>
      <p:bldP spid="103" grpId="0"/>
      <p:bldP spid="104" grpId="0" animBg="1"/>
      <p:bldP spid="105" grpId="0"/>
      <p:bldP spid="106" grpId="0"/>
      <p:bldP spid="108" grpId="0" animBg="1"/>
      <p:bldP spid="109" grpId="0"/>
      <p:bldP spid="110" grpId="0"/>
      <p:bldP spid="111" grpId="0" animBg="1"/>
      <p:bldP spid="112" grpId="0"/>
      <p:bldP spid="113" grpId="0"/>
      <p:bldP spid="115" grpId="0" animBg="1"/>
      <p:bldP spid="116" grpId="0"/>
      <p:bldP spid="117" grpId="0"/>
      <p:bldP spid="118" grpId="0" animBg="1"/>
      <p:bldP spid="119" grpId="0"/>
      <p:bldP spid="120" grpId="0"/>
      <p:bldP spid="122" grpId="0" animBg="1"/>
      <p:bldP spid="123" grpId="0"/>
      <p:bldP spid="124" grpId="0"/>
      <p:bldP spid="125" grpId="0" animBg="1"/>
      <p:bldP spid="125" grpId="1" animBg="1"/>
      <p:bldP spid="126" grpId="0"/>
      <p:bldP spid="126" grpId="1"/>
      <p:bldP spid="127" grpId="0"/>
      <p:bldP spid="127" grpId="1"/>
      <p:bldP spid="128" grpId="0"/>
      <p:bldP spid="129" grpId="0" animBg="1"/>
      <p:bldP spid="130" grpId="0"/>
      <p:bldP spid="131" grpId="0"/>
      <p:bldP spid="132" grpId="0" animBg="1"/>
      <p:bldP spid="132" grpId="1" animBg="1"/>
      <p:bldP spid="133" grpId="0"/>
      <p:bldP spid="133" grpId="1"/>
      <p:bldP spid="134" grpId="0"/>
      <p:bldP spid="134" grpId="1"/>
      <p:bldP spid="135" grpId="0"/>
      <p:bldP spid="136" grpId="0" animBg="1"/>
      <p:bldP spid="137" grpId="0"/>
      <p:bldP spid="138" grpId="0"/>
      <p:bldP spid="139" grpId="0" animBg="1"/>
      <p:bldP spid="139" grpId="1" animBg="1"/>
      <p:bldP spid="140" grpId="0"/>
      <p:bldP spid="140" grpId="1"/>
      <p:bldP spid="141" grpId="0"/>
      <p:bldP spid="141" grpId="1"/>
      <p:bldP spid="142" grpId="0"/>
      <p:bldP spid="143" grpId="0" animBg="1"/>
      <p:bldP spid="144" grpId="0"/>
      <p:bldP spid="145" grpId="0"/>
      <p:bldP spid="146" grpId="0" animBg="1"/>
      <p:bldP spid="146" grpId="1" animBg="1"/>
      <p:bldP spid="147" grpId="0"/>
      <p:bldP spid="147" grpId="1"/>
      <p:bldP spid="148" grpId="0"/>
      <p:bldP spid="148" grpId="1"/>
      <p:bldP spid="149" grpId="0"/>
      <p:bldP spid="150" grpId="0" animBg="1"/>
      <p:bldP spid="151" grpId="0"/>
      <p:bldP spid="152" grpId="0"/>
      <p:bldP spid="153" grpId="0" animBg="1"/>
      <p:bldP spid="153" grpId="1" animBg="1"/>
      <p:bldP spid="154" grpId="0"/>
      <p:bldP spid="154" grpId="1"/>
      <p:bldP spid="155" grpId="0"/>
      <p:bldP spid="155" grpId="1"/>
      <p:bldP spid="156" grpId="0"/>
      <p:bldP spid="157" grpId="0" animBg="1"/>
      <p:bldP spid="158" grpId="0"/>
      <p:bldP spid="159" grpId="0"/>
      <p:bldP spid="160" grpId="0"/>
      <p:bldP spid="161" grpId="0" animBg="1"/>
      <p:bldP spid="162" grpId="0"/>
      <p:bldP spid="163" grpId="0"/>
      <p:bldP spid="164" grpId="0"/>
      <p:bldP spid="165" grpId="0" animBg="1"/>
      <p:bldP spid="166" grpId="0"/>
      <p:bldP spid="167" grpId="0"/>
      <p:bldP spid="168" grpId="0"/>
      <p:bldP spid="169" grpId="0" animBg="1"/>
      <p:bldP spid="170" grpId="0"/>
      <p:bldP spid="171" grpId="0"/>
      <p:bldP spid="172" grpId="0"/>
      <p:bldP spid="173" grpId="0" animBg="1"/>
      <p:bldP spid="174" grpId="0"/>
      <p:bldP spid="175" grpId="0"/>
      <p:bldP spid="176" grpId="0"/>
      <p:bldP spid="177" grpId="0" animBg="1"/>
      <p:bldP spid="178" grpId="0"/>
      <p:bldP spid="179" grpId="0"/>
      <p:bldP spid="180" grpId="0"/>
      <p:bldP spid="181" grpId="0" animBg="1"/>
      <p:bldP spid="182" grpId="0"/>
      <p:bldP spid="183" grpId="0"/>
      <p:bldP spid="184" grpId="0"/>
      <p:bldP spid="185" grpId="0" animBg="1"/>
      <p:bldP spid="186" grpId="0"/>
      <p:bldP spid="187" grpId="0" animBg="1"/>
      <p:bldP spid="188" grpId="0"/>
      <p:bldP spid="189" grpId="0" animBg="1"/>
      <p:bldP spid="190" grpId="0"/>
      <p:bldP spid="191" grpId="0" animBg="1"/>
      <p:bldP spid="192" grpId="0"/>
      <p:bldP spid="193" grpId="0" animBg="1"/>
      <p:bldP spid="194" grpId="0"/>
      <p:bldP spid="195" grpId="0" animBg="1"/>
      <p:bldP spid="196" grpId="0"/>
      <p:bldP spid="197" grpId="0" animBg="1"/>
      <p:bldP spid="198" grpId="0"/>
      <p:bldP spid="199" grpId="0" animBg="1"/>
      <p:bldP spid="200" grpId="0"/>
      <p:bldP spid="201" grpId="0" animBg="1"/>
      <p:bldP spid="202" grpId="0" animBg="1"/>
      <p:bldP spid="203" grpId="0"/>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sep-cap2:efddc9a3bf"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sep-cap2:3da2f43acd"/>
          <p:cNvSpPr/>
          <p:nvPr/>
        </p:nvSpPr>
        <p:spPr>
          <a:xfrm>
            <a:off x="955675" y="1133475"/>
            <a:ext cx="2078418" cy="336550"/>
          </a:xfrm>
          <a:prstGeom prst="roundRect">
            <a:avLst>
              <a:gd name="adj" fmla="val 50000"/>
            </a:avLst>
          </a:prstGeom>
          <a:solidFill>
            <a:srgbClr val="FDF1E2"/>
          </a:solidFill>
          <a:ln w="6350">
            <a:solidFill>
              <a:srgbClr val="C7D2E8">
                <a:alpha val="1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p-cap2:a9e93bb0d8"/>
          <p:cNvSpPr txBox="1"/>
          <p:nvPr/>
        </p:nvSpPr>
        <p:spPr>
          <a:xfrm>
            <a:off x="1085850" y="1206261"/>
            <a:ext cx="1868868" cy="201549"/>
          </a:xfrm>
          <a:prstGeom prst="rect">
            <a:avLst/>
          </a:prstGeom>
          <a:noFill/>
        </p:spPr>
        <p:txBody>
          <a:bodyPr wrap="square" lIns="0" rIns="0" tIns="0" bIns="0" anchor="t"/>
          <a:lstStyle/>
          <a:p>
            <a:pPr algn="l">
              <a:lnSpc>
                <a:spcPts val="1587"/>
              </a:lnSpc>
              <a:spcBef>
                <a:spcPts val="0"/>
              </a:spcBef>
              <a:spcAft>
                <a:spcPts val="0"/>
              </a:spcAft>
            </a:pPr>
            <a:r>
              <a:rPr sz="1300" b="1" i="0" cap="all" spc="78">
                <a:solidFill>
                  <a:srgbClr val="C9620F"/>
                </a:solidFill>
                <a:latin typeface="Calibri"/>
              </a:rPr>
              <a:t>Objetivo específico 2</a:t>
            </a:r>
          </a:p>
        </p:txBody>
      </p:sp>
      <p:sp>
        <p:nvSpPr>
          <p:cNvPr id="5" name="!!sep-cap2:2ccbe13721"/>
          <p:cNvSpPr txBox="1"/>
          <p:nvPr/>
        </p:nvSpPr>
        <p:spPr>
          <a:xfrm>
            <a:off x="3151568" y="1184247"/>
            <a:ext cx="988632"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FFFFFF"/>
                </a:solidFill>
                <a:latin typeface="Calibri"/>
              </a:rPr>
              <a:t>Desarrollar</a:t>
            </a:r>
          </a:p>
        </p:txBody>
      </p:sp>
      <p:sp>
        <p:nvSpPr>
          <p:cNvPr id="6" name="!!sep-cap2:337aaaf8ab"/>
          <p:cNvSpPr txBox="1"/>
          <p:nvPr/>
        </p:nvSpPr>
        <p:spPr>
          <a:xfrm>
            <a:off x="952500" y="2274126"/>
            <a:ext cx="2209800" cy="1333500"/>
          </a:xfrm>
          <a:prstGeom prst="rect">
            <a:avLst/>
          </a:prstGeom>
          <a:noFill/>
        </p:spPr>
        <p:txBody>
          <a:bodyPr wrap="square" lIns="0" rIns="0" tIns="0" bIns="0" anchor="t"/>
          <a:lstStyle/>
          <a:p>
            <a:pPr algn="l">
              <a:lnSpc>
                <a:spcPts val="10500"/>
              </a:lnSpc>
              <a:spcBef>
                <a:spcPts val="0"/>
              </a:spcBef>
              <a:spcAft>
                <a:spcPts val="0"/>
              </a:spcAft>
            </a:pPr>
            <a:r>
              <a:rPr sz="10500" b="1" i="0">
                <a:solidFill>
                  <a:srgbClr val="E8741A"/>
                </a:solidFill>
                <a:latin typeface="Calibri"/>
              </a:rPr>
              <a:t>2</a:t>
            </a:r>
          </a:p>
        </p:txBody>
      </p:sp>
      <p:sp>
        <p:nvSpPr>
          <p:cNvPr id="7" name="!!sep-cap2:e1fadfbcd9"/>
          <p:cNvSpPr/>
          <p:nvPr/>
        </p:nvSpPr>
        <p:spPr>
          <a:xfrm>
            <a:off x="3111500" y="1905000"/>
            <a:ext cx="8128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p-cap2:e1fadfbcd9·2"/>
          <p:cNvSpPr/>
          <p:nvPr/>
        </p:nvSpPr>
        <p:spPr>
          <a:xfrm>
            <a:off x="3111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p-cap2:f161f3e41f"/>
          <p:cNvSpPr txBox="1"/>
          <p:nvPr/>
        </p:nvSpPr>
        <p:spPr>
          <a:xfrm>
            <a:off x="3505200" y="2020722"/>
            <a:ext cx="788898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Desarrollo de EduFEM</a:t>
            </a:r>
          </a:p>
        </p:txBody>
      </p:sp>
      <p:sp>
        <p:nvSpPr>
          <p:cNvPr id="10" name="!!sep-cap2:96ff2ca793"/>
          <p:cNvSpPr/>
          <p:nvPr/>
        </p:nvSpPr>
        <p:spPr>
          <a:xfrm>
            <a:off x="3111500" y="2567876"/>
            <a:ext cx="8128000" cy="11821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p-cap2:96ff2ca793·2"/>
          <p:cNvSpPr/>
          <p:nvPr/>
        </p:nvSpPr>
        <p:spPr>
          <a:xfrm>
            <a:off x="3111500" y="2567876"/>
            <a:ext cx="38100" cy="11821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p-cap2:d0f66b757f"/>
          <p:cNvSpPr txBox="1"/>
          <p:nvPr/>
        </p:nvSpPr>
        <p:spPr>
          <a:xfrm>
            <a:off x="3505200" y="2731668"/>
            <a:ext cx="7888986" cy="94107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Desarrollar EduFEM en Python —motor de cálculo, interfaz, módulos</a:t>
            </a:r>
            <a:br/>
            <a:r>
              <a:rPr sz="1900" b="0" i="0">
                <a:solidFill>
                  <a:srgbClr val="C7D2E8"/>
                </a:solidFill>
                <a:latin typeface="Calibri"/>
              </a:rPr>
              <a:t>educativos y memoria de cálculo— para exponer el procedimiento de cálculo</a:t>
            </a:r>
            <a:br/>
            <a:r>
              <a:rPr sz="1900" b="0" i="0">
                <a:solidFill>
                  <a:srgbClr val="C7D2E8"/>
                </a:solidFill>
                <a:latin typeface="Calibri"/>
              </a:rPr>
              <a:t>etapa por etapa sobre el modelo del usuario.</a:t>
            </a:r>
          </a:p>
        </p:txBody>
      </p:sp>
      <p:sp>
        <p:nvSpPr>
          <p:cNvPr id="13" name="!!sep-cap2:e7cb6d2770"/>
          <p:cNvSpPr/>
          <p:nvPr/>
        </p:nvSpPr>
        <p:spPr>
          <a:xfrm>
            <a:off x="955675" y="5842698"/>
            <a:ext cx="1959546"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ep-cap2:86e56c836b"/>
          <p:cNvSpPr txBox="1"/>
          <p:nvPr/>
        </p:nvSpPr>
        <p:spPr>
          <a:xfrm>
            <a:off x="100965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Introducción</a:t>
            </a:r>
          </a:p>
        </p:txBody>
      </p:sp>
      <p:sp>
        <p:nvSpPr>
          <p:cNvPr id="15" name="!!sep-cap2:e4e429ad84"/>
          <p:cNvSpPr/>
          <p:nvPr/>
        </p:nvSpPr>
        <p:spPr>
          <a:xfrm>
            <a:off x="3035872" y="5842698"/>
            <a:ext cx="1959674"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p-cap2:34abfdee24"/>
          <p:cNvSpPr txBox="1"/>
          <p:nvPr/>
        </p:nvSpPr>
        <p:spPr>
          <a:xfrm>
            <a:off x="3089846"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Cap. 1 · Fundamentar</a:t>
            </a:r>
          </a:p>
        </p:txBody>
      </p:sp>
      <p:sp>
        <p:nvSpPr>
          <p:cNvPr id="17" name="!!sep-cap2:1fa1fb98ac"/>
          <p:cNvSpPr/>
          <p:nvPr/>
        </p:nvSpPr>
        <p:spPr>
          <a:xfrm>
            <a:off x="5113020" y="5839524"/>
            <a:ext cx="1965896" cy="408876"/>
          </a:xfrm>
          <a:prstGeom prst="roundRect">
            <a:avLst>
              <a:gd name="adj" fmla="val 1553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p-cap2:4f75377422"/>
          <p:cNvSpPr txBox="1"/>
          <p:nvPr/>
        </p:nvSpPr>
        <p:spPr>
          <a:xfrm>
            <a:off x="517017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Cap. 2 · Desarrollar</a:t>
            </a:r>
          </a:p>
        </p:txBody>
      </p:sp>
      <p:sp>
        <p:nvSpPr>
          <p:cNvPr id="19" name="!!sep-cap2:065a2420de"/>
          <p:cNvSpPr/>
          <p:nvPr/>
        </p:nvSpPr>
        <p:spPr>
          <a:xfrm>
            <a:off x="7196455" y="5842698"/>
            <a:ext cx="1959674" cy="402526"/>
          </a:xfrm>
          <a:prstGeom prst="roundRect">
            <a:avLst>
              <a:gd name="adj" fmla="val 14986"/>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ep-cap2:e801874607"/>
          <p:cNvSpPr txBox="1"/>
          <p:nvPr/>
        </p:nvSpPr>
        <p:spPr>
          <a:xfrm>
            <a:off x="7250430"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C7D2E8"/>
                </a:solidFill>
                <a:latin typeface="Calibri"/>
              </a:rPr>
              <a:t>Cap. 3 · Verificar y validar</a:t>
            </a:r>
          </a:p>
        </p:txBody>
      </p:sp>
      <p:sp>
        <p:nvSpPr>
          <p:cNvPr id="21" name="!!sep-cap2:309f0f464e"/>
          <p:cNvSpPr/>
          <p:nvPr/>
        </p:nvSpPr>
        <p:spPr>
          <a:xfrm>
            <a:off x="9276778" y="5842698"/>
            <a:ext cx="1959546" cy="402526"/>
          </a:xfrm>
          <a:prstGeom prst="roundRect">
            <a:avLst>
              <a:gd name="adj" fmla="val 14986"/>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p-cap2:54ff867576"/>
          <p:cNvSpPr txBox="1"/>
          <p:nvPr/>
        </p:nvSpPr>
        <p:spPr>
          <a:xfrm>
            <a:off x="9330754"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C7D2E8"/>
                </a:solidFill>
                <a:latin typeface="Calibri"/>
              </a:rPr>
              <a:t>Conclusiones</a:t>
            </a:r>
          </a:p>
        </p:txBody>
      </p:sp>
      <p:sp>
        <p:nvSpPr>
          <p:cNvPr id="23" name="!!sep-cap2:4f0cd56693">
            <a:hlinkClick action="ppaction://hlinksldjump" r:id="rId3"/>
          </p:cNvPr>
          <p:cNvSpPr/>
          <p:nvPr/>
        </p:nvSpPr>
        <p:spPr>
          <a:xfrm>
            <a:off x="95250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p-cap2:526d9341d3">
            <a:hlinkClick action="ppaction://hlinksldjump" r:id="rId4"/>
          </p:cNvPr>
          <p:cNvSpPr/>
          <p:nvPr/>
        </p:nvSpPr>
        <p:spPr>
          <a:xfrm>
            <a:off x="3032696"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p-cap2:475e8a91c2">
            <a:hlinkClick action="ppaction://hlinksldjump" r:id="rId5"/>
          </p:cNvPr>
          <p:cNvSpPr/>
          <p:nvPr/>
        </p:nvSpPr>
        <p:spPr>
          <a:xfrm>
            <a:off x="511302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p-cap2:1b3d633db1">
            <a:hlinkClick action="ppaction://hlinksldjump" r:id="rId6"/>
          </p:cNvPr>
          <p:cNvSpPr/>
          <p:nvPr/>
        </p:nvSpPr>
        <p:spPr>
          <a:xfrm>
            <a:off x="7193280"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ep-cap2:1d842a210c">
            <a:hlinkClick action="ppaction://hlinksldjump" r:id="rId7"/>
          </p:cNvPr>
          <p:cNvSpPr/>
          <p:nvPr/>
        </p:nvSpPr>
        <p:spPr>
          <a:xfrm>
            <a:off x="9273604"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290">
                                          <p:stCondLst>
                                            <p:cond delay="0"/>
                                          </p:stCondLst>
                                        </p:cTn>
                                        <p:tgtEl>
                                          <p:spTgt spid="3"/>
                                        </p:tgtEl>
                                      </p:cBhvr>
                                    </p:animEffect>
                                    <p:anim calcmode="lin" valueType="num">
                                      <p:cBhvr>
                                        <p:cTn id="8" dur="911"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3"/>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3"/>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3"/>
                                        </p:tgtEl>
                                        <p:attrNameLst>
                                          <p:attrName>ppt_y</p:attrName>
                                        </p:attrNameLst>
                                      </p:cBhvr>
                                      <p:tavLst>
                                        <p:tav tm="0" fmla="#ppt_y-sin(pi*$)/81">
                                          <p:val>
                                            <p:fltVal val="0"/>
                                          </p:val>
                                        </p:tav>
                                        <p:tav tm="100000">
                                          <p:val>
                                            <p:fltVal val="1"/>
                                          </p:val>
                                        </p:tav>
                                      </p:tavLst>
                                    </p:anim>
                                    <p:animScale>
                                      <p:cBhvr>
                                        <p:cTn id="13" dur="13">
                                          <p:stCondLst>
                                            <p:cond delay="325"/>
                                          </p:stCondLst>
                                        </p:cTn>
                                        <p:tgtEl>
                                          <p:spTgt spid="3"/>
                                        </p:tgtEl>
                                      </p:cBhvr>
                                      <p:to x="100000" y="60000"/>
                                    </p:animScale>
                                    <p:animScale>
                                      <p:cBhvr>
                                        <p:cTn id="14" dur="83" decel="50000">
                                          <p:stCondLst>
                                            <p:cond delay="338"/>
                                          </p:stCondLst>
                                        </p:cTn>
                                        <p:tgtEl>
                                          <p:spTgt spid="3"/>
                                        </p:tgtEl>
                                      </p:cBhvr>
                                      <p:to x="100000" y="100000"/>
                                    </p:animScale>
                                    <p:animScale>
                                      <p:cBhvr>
                                        <p:cTn id="15" dur="13">
                                          <p:stCondLst>
                                            <p:cond delay="656"/>
                                          </p:stCondLst>
                                        </p:cTn>
                                        <p:tgtEl>
                                          <p:spTgt spid="3"/>
                                        </p:tgtEl>
                                      </p:cBhvr>
                                      <p:to x="100000" y="80000"/>
                                    </p:animScale>
                                    <p:animScale>
                                      <p:cBhvr>
                                        <p:cTn id="16" dur="83" decel="50000">
                                          <p:stCondLst>
                                            <p:cond delay="669"/>
                                          </p:stCondLst>
                                        </p:cTn>
                                        <p:tgtEl>
                                          <p:spTgt spid="3"/>
                                        </p:tgtEl>
                                      </p:cBhvr>
                                      <p:to x="100000" y="100000"/>
                                    </p:animScale>
                                    <p:animScale>
                                      <p:cBhvr>
                                        <p:cTn id="17" dur="13">
                                          <p:stCondLst>
                                            <p:cond delay="821"/>
                                          </p:stCondLst>
                                        </p:cTn>
                                        <p:tgtEl>
                                          <p:spTgt spid="3"/>
                                        </p:tgtEl>
                                      </p:cBhvr>
                                      <p:to x="100000" y="90000"/>
                                    </p:animScale>
                                    <p:animScale>
                                      <p:cBhvr>
                                        <p:cTn id="18" dur="83" decel="50000">
                                          <p:stCondLst>
                                            <p:cond delay="834"/>
                                          </p:stCondLst>
                                        </p:cTn>
                                        <p:tgtEl>
                                          <p:spTgt spid="3"/>
                                        </p:tgtEl>
                                      </p:cBhvr>
                                      <p:to x="100000" y="100000"/>
                                    </p:animScale>
                                    <p:animScale>
                                      <p:cBhvr>
                                        <p:cTn id="19" dur="13">
                                          <p:stCondLst>
                                            <p:cond delay="904"/>
                                          </p:stCondLst>
                                        </p:cTn>
                                        <p:tgtEl>
                                          <p:spTgt spid="3"/>
                                        </p:tgtEl>
                                      </p:cBhvr>
                                      <p:to x="100000" y="95000"/>
                                    </p:animScale>
                                    <p:animScale>
                                      <p:cBhvr>
                                        <p:cTn id="20" dur="83" decel="50000">
                                          <p:stCondLst>
                                            <p:cond delay="917"/>
                                          </p:stCondLst>
                                        </p:cTn>
                                        <p:tgtEl>
                                          <p:spTgt spid="3"/>
                                        </p:tgtEl>
                                      </p:cBhvr>
                                      <p:to x="100000" y="100000"/>
                                    </p:animScale>
                                  </p:childTnLst>
                                </p:cTn>
                              </p:par>
                              <p:par>
                                <p:cTn id="21" presetID="26" presetClass="entr" presetSubtype="0" fill="hold" grpId="0" nodeType="withEffect">
                                  <p:stCondLst>
                                    <p:cond delay="15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290">
                                          <p:stCondLst>
                                            <p:cond delay="0"/>
                                          </p:stCondLst>
                                        </p:cTn>
                                        <p:tgtEl>
                                          <p:spTgt spid="4"/>
                                        </p:tgtEl>
                                      </p:cBhvr>
                                    </p:animEffect>
                                    <p:anim calcmode="lin" valueType="num">
                                      <p:cBhvr>
                                        <p:cTn id="24" dur="91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5" dur="332"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6" dur="332" tmFilter="0, 0; 0.125,0.2665; 0.25,0.4; 0.375,0.465; 0.5,0.5;  0.625,0.535; 0.75,0.6; 0.875,0.7335; 1,1">
                                          <p:stCondLst>
                                            <p:cond delay="332"/>
                                          </p:stCondLst>
                                        </p:cTn>
                                        <p:tgtEl>
                                          <p:spTgt spid="4"/>
                                        </p:tgtEl>
                                        <p:attrNameLst>
                                          <p:attrName>ppt_y</p:attrName>
                                        </p:attrNameLst>
                                      </p:cBhvr>
                                      <p:tavLst>
                                        <p:tav tm="0" fmla="#ppt_y-sin(pi*$)/9">
                                          <p:val>
                                            <p:fltVal val="0"/>
                                          </p:val>
                                        </p:tav>
                                        <p:tav tm="100000">
                                          <p:val>
                                            <p:fltVal val="1"/>
                                          </p:val>
                                        </p:tav>
                                      </p:tavLst>
                                    </p:anim>
                                    <p:anim calcmode="lin" valueType="num">
                                      <p:cBhvr>
                                        <p:cTn id="27" dur="166" tmFilter="0, 0; 0.125,0.2665; 0.25,0.4; 0.375,0.465; 0.5,0.5;  0.625,0.535; 0.75,0.6; 0.875,0.7335; 1,1">
                                          <p:stCondLst>
                                            <p:cond delay="662"/>
                                          </p:stCondLst>
                                        </p:cTn>
                                        <p:tgtEl>
                                          <p:spTgt spid="4"/>
                                        </p:tgtEl>
                                        <p:attrNameLst>
                                          <p:attrName>ppt_y</p:attrName>
                                        </p:attrNameLst>
                                      </p:cBhvr>
                                      <p:tavLst>
                                        <p:tav tm="0" fmla="#ppt_y-sin(pi*$)/27">
                                          <p:val>
                                            <p:fltVal val="0"/>
                                          </p:val>
                                        </p:tav>
                                        <p:tav tm="100000">
                                          <p:val>
                                            <p:fltVal val="1"/>
                                          </p:val>
                                        </p:tav>
                                      </p:tavLst>
                                    </p:anim>
                                    <p:anim calcmode="lin" valueType="num">
                                      <p:cBhvr>
                                        <p:cTn id="28" dur="82" tmFilter="0, 0; 0.125,0.2665; 0.25,0.4; 0.375,0.465; 0.5,0.5;  0.625,0.535; 0.75,0.6; 0.875,0.7335; 1,1">
                                          <p:stCondLst>
                                            <p:cond delay="828"/>
                                          </p:stCondLst>
                                        </p:cTn>
                                        <p:tgtEl>
                                          <p:spTgt spid="4"/>
                                        </p:tgtEl>
                                        <p:attrNameLst>
                                          <p:attrName>ppt_y</p:attrName>
                                        </p:attrNameLst>
                                      </p:cBhvr>
                                      <p:tavLst>
                                        <p:tav tm="0" fmla="#ppt_y-sin(pi*$)/81">
                                          <p:val>
                                            <p:fltVal val="0"/>
                                          </p:val>
                                        </p:tav>
                                        <p:tav tm="100000">
                                          <p:val>
                                            <p:fltVal val="1"/>
                                          </p:val>
                                        </p:tav>
                                      </p:tavLst>
                                    </p:anim>
                                    <p:animScale>
                                      <p:cBhvr>
                                        <p:cTn id="29" dur="13">
                                          <p:stCondLst>
                                            <p:cond delay="325"/>
                                          </p:stCondLst>
                                        </p:cTn>
                                        <p:tgtEl>
                                          <p:spTgt spid="4"/>
                                        </p:tgtEl>
                                      </p:cBhvr>
                                      <p:to x="100000" y="60000"/>
                                    </p:animScale>
                                    <p:animScale>
                                      <p:cBhvr>
                                        <p:cTn id="30" dur="83" decel="50000">
                                          <p:stCondLst>
                                            <p:cond delay="338"/>
                                          </p:stCondLst>
                                        </p:cTn>
                                        <p:tgtEl>
                                          <p:spTgt spid="4"/>
                                        </p:tgtEl>
                                      </p:cBhvr>
                                      <p:to x="100000" y="100000"/>
                                    </p:animScale>
                                    <p:animScale>
                                      <p:cBhvr>
                                        <p:cTn id="31" dur="13">
                                          <p:stCondLst>
                                            <p:cond delay="656"/>
                                          </p:stCondLst>
                                        </p:cTn>
                                        <p:tgtEl>
                                          <p:spTgt spid="4"/>
                                        </p:tgtEl>
                                      </p:cBhvr>
                                      <p:to x="100000" y="80000"/>
                                    </p:animScale>
                                    <p:animScale>
                                      <p:cBhvr>
                                        <p:cTn id="32" dur="83" decel="50000">
                                          <p:stCondLst>
                                            <p:cond delay="669"/>
                                          </p:stCondLst>
                                        </p:cTn>
                                        <p:tgtEl>
                                          <p:spTgt spid="4"/>
                                        </p:tgtEl>
                                      </p:cBhvr>
                                      <p:to x="100000" y="100000"/>
                                    </p:animScale>
                                    <p:animScale>
                                      <p:cBhvr>
                                        <p:cTn id="33" dur="13">
                                          <p:stCondLst>
                                            <p:cond delay="821"/>
                                          </p:stCondLst>
                                        </p:cTn>
                                        <p:tgtEl>
                                          <p:spTgt spid="4"/>
                                        </p:tgtEl>
                                      </p:cBhvr>
                                      <p:to x="100000" y="90000"/>
                                    </p:animScale>
                                    <p:animScale>
                                      <p:cBhvr>
                                        <p:cTn id="34" dur="83" decel="50000">
                                          <p:stCondLst>
                                            <p:cond delay="834"/>
                                          </p:stCondLst>
                                        </p:cTn>
                                        <p:tgtEl>
                                          <p:spTgt spid="4"/>
                                        </p:tgtEl>
                                      </p:cBhvr>
                                      <p:to x="100000" y="100000"/>
                                    </p:animScale>
                                    <p:animScale>
                                      <p:cBhvr>
                                        <p:cTn id="35" dur="13">
                                          <p:stCondLst>
                                            <p:cond delay="904"/>
                                          </p:stCondLst>
                                        </p:cTn>
                                        <p:tgtEl>
                                          <p:spTgt spid="4"/>
                                        </p:tgtEl>
                                      </p:cBhvr>
                                      <p:to x="100000" y="95000"/>
                                    </p:animScale>
                                    <p:animScale>
                                      <p:cBhvr>
                                        <p:cTn id="36" dur="83" decel="50000">
                                          <p:stCondLst>
                                            <p:cond delay="917"/>
                                          </p:stCondLst>
                                        </p:cTn>
                                        <p:tgtEl>
                                          <p:spTgt spid="4"/>
                                        </p:tgtEl>
                                      </p:cBhvr>
                                      <p:to x="100000" y="100000"/>
                                    </p:animScale>
                                  </p:childTnLst>
                                </p:cTn>
                              </p:par>
                              <p:par>
                                <p:cTn id="37" presetID="26" presetClass="entr" presetSubtype="0" fill="hold" grpId="0" nodeType="withEffect">
                                  <p:stCondLst>
                                    <p:cond delay="150"/>
                                  </p:stCondLst>
                                  <p:childTnLst>
                                    <p:set>
                                      <p:cBhvr>
                                        <p:cTn id="38" dur="1" fill="hold">
                                          <p:stCondLst>
                                            <p:cond delay="0"/>
                                          </p:stCondLst>
                                        </p:cTn>
                                        <p:tgtEl>
                                          <p:spTgt spid="5"/>
                                        </p:tgtEl>
                                        <p:attrNameLst>
                                          <p:attrName>style.visibility</p:attrName>
                                        </p:attrNameLst>
                                      </p:cBhvr>
                                      <p:to>
                                        <p:strVal val="visible"/>
                                      </p:to>
                                    </p:set>
                                    <p:animEffect transition="in" filter="wipe(down)">
                                      <p:cBhvr>
                                        <p:cTn id="39" dur="290">
                                          <p:stCondLst>
                                            <p:cond delay="0"/>
                                          </p:stCondLst>
                                        </p:cTn>
                                        <p:tgtEl>
                                          <p:spTgt spid="5"/>
                                        </p:tgtEl>
                                      </p:cBhvr>
                                    </p:animEffect>
                                    <p:anim calcmode="lin" valueType="num">
                                      <p:cBhvr>
                                        <p:cTn id="40" dur="911"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1" dur="332"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2" dur="332" tmFilter="0, 0; 0.125,0.2665; 0.25,0.4; 0.375,0.465; 0.5,0.5;  0.625,0.535; 0.75,0.6; 0.875,0.7335; 1,1">
                                          <p:stCondLst>
                                            <p:cond delay="332"/>
                                          </p:stCondLst>
                                        </p:cTn>
                                        <p:tgtEl>
                                          <p:spTgt spid="5"/>
                                        </p:tgtEl>
                                        <p:attrNameLst>
                                          <p:attrName>ppt_y</p:attrName>
                                        </p:attrNameLst>
                                      </p:cBhvr>
                                      <p:tavLst>
                                        <p:tav tm="0" fmla="#ppt_y-sin(pi*$)/9">
                                          <p:val>
                                            <p:fltVal val="0"/>
                                          </p:val>
                                        </p:tav>
                                        <p:tav tm="100000">
                                          <p:val>
                                            <p:fltVal val="1"/>
                                          </p:val>
                                        </p:tav>
                                      </p:tavLst>
                                    </p:anim>
                                    <p:anim calcmode="lin" valueType="num">
                                      <p:cBhvr>
                                        <p:cTn id="43" dur="166" tmFilter="0, 0; 0.125,0.2665; 0.25,0.4; 0.375,0.465; 0.5,0.5;  0.625,0.535; 0.75,0.6; 0.875,0.7335; 1,1">
                                          <p:stCondLst>
                                            <p:cond delay="662"/>
                                          </p:stCondLst>
                                        </p:cTn>
                                        <p:tgtEl>
                                          <p:spTgt spid="5"/>
                                        </p:tgtEl>
                                        <p:attrNameLst>
                                          <p:attrName>ppt_y</p:attrName>
                                        </p:attrNameLst>
                                      </p:cBhvr>
                                      <p:tavLst>
                                        <p:tav tm="0" fmla="#ppt_y-sin(pi*$)/27">
                                          <p:val>
                                            <p:fltVal val="0"/>
                                          </p:val>
                                        </p:tav>
                                        <p:tav tm="100000">
                                          <p:val>
                                            <p:fltVal val="1"/>
                                          </p:val>
                                        </p:tav>
                                      </p:tavLst>
                                    </p:anim>
                                    <p:anim calcmode="lin" valueType="num">
                                      <p:cBhvr>
                                        <p:cTn id="44" dur="82" tmFilter="0, 0; 0.125,0.2665; 0.25,0.4; 0.375,0.465; 0.5,0.5;  0.625,0.535; 0.75,0.6; 0.875,0.7335; 1,1">
                                          <p:stCondLst>
                                            <p:cond delay="828"/>
                                          </p:stCondLst>
                                        </p:cTn>
                                        <p:tgtEl>
                                          <p:spTgt spid="5"/>
                                        </p:tgtEl>
                                        <p:attrNameLst>
                                          <p:attrName>ppt_y</p:attrName>
                                        </p:attrNameLst>
                                      </p:cBhvr>
                                      <p:tavLst>
                                        <p:tav tm="0" fmla="#ppt_y-sin(pi*$)/81">
                                          <p:val>
                                            <p:fltVal val="0"/>
                                          </p:val>
                                        </p:tav>
                                        <p:tav tm="100000">
                                          <p:val>
                                            <p:fltVal val="1"/>
                                          </p:val>
                                        </p:tav>
                                      </p:tavLst>
                                    </p:anim>
                                    <p:animScale>
                                      <p:cBhvr>
                                        <p:cTn id="45" dur="13">
                                          <p:stCondLst>
                                            <p:cond delay="325"/>
                                          </p:stCondLst>
                                        </p:cTn>
                                        <p:tgtEl>
                                          <p:spTgt spid="5"/>
                                        </p:tgtEl>
                                      </p:cBhvr>
                                      <p:to x="100000" y="60000"/>
                                    </p:animScale>
                                    <p:animScale>
                                      <p:cBhvr>
                                        <p:cTn id="46" dur="83" decel="50000">
                                          <p:stCondLst>
                                            <p:cond delay="338"/>
                                          </p:stCondLst>
                                        </p:cTn>
                                        <p:tgtEl>
                                          <p:spTgt spid="5"/>
                                        </p:tgtEl>
                                      </p:cBhvr>
                                      <p:to x="100000" y="100000"/>
                                    </p:animScale>
                                    <p:animScale>
                                      <p:cBhvr>
                                        <p:cTn id="47" dur="13">
                                          <p:stCondLst>
                                            <p:cond delay="656"/>
                                          </p:stCondLst>
                                        </p:cTn>
                                        <p:tgtEl>
                                          <p:spTgt spid="5"/>
                                        </p:tgtEl>
                                      </p:cBhvr>
                                      <p:to x="100000" y="80000"/>
                                    </p:animScale>
                                    <p:animScale>
                                      <p:cBhvr>
                                        <p:cTn id="48" dur="83" decel="50000">
                                          <p:stCondLst>
                                            <p:cond delay="669"/>
                                          </p:stCondLst>
                                        </p:cTn>
                                        <p:tgtEl>
                                          <p:spTgt spid="5"/>
                                        </p:tgtEl>
                                      </p:cBhvr>
                                      <p:to x="100000" y="100000"/>
                                    </p:animScale>
                                    <p:animScale>
                                      <p:cBhvr>
                                        <p:cTn id="49" dur="13">
                                          <p:stCondLst>
                                            <p:cond delay="821"/>
                                          </p:stCondLst>
                                        </p:cTn>
                                        <p:tgtEl>
                                          <p:spTgt spid="5"/>
                                        </p:tgtEl>
                                      </p:cBhvr>
                                      <p:to x="100000" y="90000"/>
                                    </p:animScale>
                                    <p:animScale>
                                      <p:cBhvr>
                                        <p:cTn id="50" dur="83" decel="50000">
                                          <p:stCondLst>
                                            <p:cond delay="834"/>
                                          </p:stCondLst>
                                        </p:cTn>
                                        <p:tgtEl>
                                          <p:spTgt spid="5"/>
                                        </p:tgtEl>
                                      </p:cBhvr>
                                      <p:to x="100000" y="100000"/>
                                    </p:animScale>
                                    <p:animScale>
                                      <p:cBhvr>
                                        <p:cTn id="51" dur="13">
                                          <p:stCondLst>
                                            <p:cond delay="904"/>
                                          </p:stCondLst>
                                        </p:cTn>
                                        <p:tgtEl>
                                          <p:spTgt spid="5"/>
                                        </p:tgtEl>
                                      </p:cBhvr>
                                      <p:to x="100000" y="95000"/>
                                    </p:animScale>
                                    <p:animScale>
                                      <p:cBhvr>
                                        <p:cTn id="52" dur="83" decel="50000">
                                          <p:stCondLst>
                                            <p:cond delay="917"/>
                                          </p:stCondLst>
                                        </p:cTn>
                                        <p:tgtEl>
                                          <p:spTgt spid="5"/>
                                        </p:tgtEl>
                                      </p:cBhvr>
                                      <p:to x="100000" y="100000"/>
                                    </p:animScale>
                                  </p:childTnLst>
                                </p:cTn>
                              </p:par>
                              <p:par>
                                <p:cTn id="53" presetID="53" presetClass="entr" presetSubtype="16" fill="hold" grpId="0" nodeType="withEffect">
                                  <p:stCondLst>
                                    <p:cond delay="220"/>
                                  </p:stCondLst>
                                  <p:childTnLst>
                                    <p:set>
                                      <p:cBhvr>
                                        <p:cTn id="54" dur="1" fill="hold">
                                          <p:stCondLst>
                                            <p:cond delay="0"/>
                                          </p:stCondLst>
                                        </p:cTn>
                                        <p:tgtEl>
                                          <p:spTgt spid="6"/>
                                        </p:tgtEl>
                                        <p:attrNameLst>
                                          <p:attrName>style.visibility</p:attrName>
                                        </p:attrNameLst>
                                      </p:cBhvr>
                                      <p:to>
                                        <p:strVal val="visible"/>
                                      </p:to>
                                    </p:set>
                                    <p:anim calcmode="lin" valueType="num">
                                      <p:cBhvr>
                                        <p:cTn id="55" dur="500" fill="hold"/>
                                        <p:tgtEl>
                                          <p:spTgt spid="6"/>
                                        </p:tgtEl>
                                        <p:attrNameLst>
                                          <p:attrName>ppt_w</p:attrName>
                                        </p:attrNameLst>
                                      </p:cBhvr>
                                      <p:tavLst>
                                        <p:tav tm="0">
                                          <p:val>
                                            <p:fltVal val="0"/>
                                          </p:val>
                                        </p:tav>
                                        <p:tav tm="100000">
                                          <p:val>
                                            <p:strVal val="#ppt_w"/>
                                          </p:val>
                                        </p:tav>
                                      </p:tavLst>
                                    </p:anim>
                                    <p:anim calcmode="lin" valueType="num">
                                      <p:cBhvr>
                                        <p:cTn id="56" dur="500" fill="hold"/>
                                        <p:tgtEl>
                                          <p:spTgt spid="6"/>
                                        </p:tgtEl>
                                        <p:attrNameLst>
                                          <p:attrName>ppt_h</p:attrName>
                                        </p:attrNameLst>
                                      </p:cBhvr>
                                      <p:tavLst>
                                        <p:tav tm="0">
                                          <p:val>
                                            <p:fltVal val="0"/>
                                          </p:val>
                                        </p:tav>
                                        <p:tav tm="100000">
                                          <p:val>
                                            <p:strVal val="#ppt_h"/>
                                          </p:val>
                                        </p:tav>
                                      </p:tavLst>
                                    </p:anim>
                                    <p:animEffect transition="in" filter="fade">
                                      <p:cBhvr>
                                        <p:cTn id="57" dur="500"/>
                                        <p:tgtEl>
                                          <p:spTgt spid="6"/>
                                        </p:tgtEl>
                                      </p:cBhvr>
                                    </p:animEffect>
                                  </p:childTnLst>
                                </p:cTn>
                              </p:par>
                              <p:par>
                                <p:cTn id="58" presetID="42" presetClass="entr" presetSubtype="0" fill="hold" grpId="0" nodeType="withEffect">
                                  <p:stCondLst>
                                    <p:cond delay="37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650"/>
                                        <p:tgtEl>
                                          <p:spTgt spid="7"/>
                                        </p:tgtEl>
                                      </p:cBhvr>
                                    </p:animEffect>
                                    <p:anim calcmode="lin" valueType="num">
                                      <p:cBhvr>
                                        <p:cTn id="61" dur="650" fill="hold"/>
                                        <p:tgtEl>
                                          <p:spTgt spid="7"/>
                                        </p:tgtEl>
                                        <p:attrNameLst>
                                          <p:attrName>ppt_x</p:attrName>
                                        </p:attrNameLst>
                                      </p:cBhvr>
                                      <p:tavLst>
                                        <p:tav tm="0">
                                          <p:val>
                                            <p:strVal val="#ppt_x"/>
                                          </p:val>
                                        </p:tav>
                                        <p:tav tm="100000">
                                          <p:val>
                                            <p:strVal val="#ppt_x"/>
                                          </p:val>
                                        </p:tav>
                                      </p:tavLst>
                                    </p:anim>
                                    <p:anim calcmode="lin" valueType="num">
                                      <p:cBhvr>
                                        <p:cTn id="62" dur="650" fill="hold"/>
                                        <p:tgtEl>
                                          <p:spTgt spid="7"/>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370"/>
                                  </p:stCondLst>
                                  <p:childTnLst>
                                    <p:set>
                                      <p:cBhvr>
                                        <p:cTn id="64" dur="1" fill="hold">
                                          <p:stCondLst>
                                            <p:cond delay="0"/>
                                          </p:stCondLst>
                                        </p:cTn>
                                        <p:tgtEl>
                                          <p:spTgt spid="8"/>
                                        </p:tgtEl>
                                        <p:attrNameLst>
                                          <p:attrName>style.visibility</p:attrName>
                                        </p:attrNameLst>
                                      </p:cBhvr>
                                      <p:to>
                                        <p:strVal val="visible"/>
                                      </p:to>
                                    </p:set>
                                    <p:animEffect transition="in" filter="fade">
                                      <p:cBhvr>
                                        <p:cTn id="65" dur="650"/>
                                        <p:tgtEl>
                                          <p:spTgt spid="8"/>
                                        </p:tgtEl>
                                      </p:cBhvr>
                                    </p:animEffect>
                                    <p:anim calcmode="lin" valueType="num">
                                      <p:cBhvr>
                                        <p:cTn id="66" dur="650" fill="hold"/>
                                        <p:tgtEl>
                                          <p:spTgt spid="8"/>
                                        </p:tgtEl>
                                        <p:attrNameLst>
                                          <p:attrName>ppt_x</p:attrName>
                                        </p:attrNameLst>
                                      </p:cBhvr>
                                      <p:tavLst>
                                        <p:tav tm="0">
                                          <p:val>
                                            <p:strVal val="#ppt_x"/>
                                          </p:val>
                                        </p:tav>
                                        <p:tav tm="100000">
                                          <p:val>
                                            <p:strVal val="#ppt_x"/>
                                          </p:val>
                                        </p:tav>
                                      </p:tavLst>
                                    </p:anim>
                                    <p:anim calcmode="lin" valueType="num">
                                      <p:cBhvr>
                                        <p:cTn id="67" dur="650" fill="hold"/>
                                        <p:tgtEl>
                                          <p:spTgt spid="8"/>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370"/>
                                  </p:stCondLst>
                                  <p:childTnLst>
                                    <p:set>
                                      <p:cBhvr>
                                        <p:cTn id="69" dur="1" fill="hold">
                                          <p:stCondLst>
                                            <p:cond delay="0"/>
                                          </p:stCondLst>
                                        </p:cTn>
                                        <p:tgtEl>
                                          <p:spTgt spid="9"/>
                                        </p:tgtEl>
                                        <p:attrNameLst>
                                          <p:attrName>style.visibility</p:attrName>
                                        </p:attrNameLst>
                                      </p:cBhvr>
                                      <p:to>
                                        <p:strVal val="visible"/>
                                      </p:to>
                                    </p:set>
                                    <p:animEffect transition="in" filter="fade">
                                      <p:cBhvr>
                                        <p:cTn id="70" dur="650"/>
                                        <p:tgtEl>
                                          <p:spTgt spid="9"/>
                                        </p:tgtEl>
                                      </p:cBhvr>
                                    </p:animEffect>
                                    <p:anim calcmode="lin" valueType="num">
                                      <p:cBhvr>
                                        <p:cTn id="71" dur="650" fill="hold"/>
                                        <p:tgtEl>
                                          <p:spTgt spid="9"/>
                                        </p:tgtEl>
                                        <p:attrNameLst>
                                          <p:attrName>ppt_x</p:attrName>
                                        </p:attrNameLst>
                                      </p:cBhvr>
                                      <p:tavLst>
                                        <p:tav tm="0">
                                          <p:val>
                                            <p:strVal val="#ppt_x"/>
                                          </p:val>
                                        </p:tav>
                                        <p:tav tm="100000">
                                          <p:val>
                                            <p:strVal val="#ppt_x"/>
                                          </p:val>
                                        </p:tav>
                                      </p:tavLst>
                                    </p:anim>
                                    <p:anim calcmode="lin" valueType="num">
                                      <p:cBhvr>
                                        <p:cTn id="72" dur="650" fill="hold"/>
                                        <p:tgtEl>
                                          <p:spTgt spid="9"/>
                                        </p:tgtEl>
                                        <p:attrNameLst>
                                          <p:attrName>ppt_y</p:attrName>
                                        </p:attrNameLst>
                                      </p:cBhvr>
                                      <p:tavLst>
                                        <p:tav tm="0">
                                          <p:val>
                                            <p:strVal val="#ppt_y+.1"/>
                                          </p:val>
                                        </p:tav>
                                        <p:tav tm="100000">
                                          <p:val>
                                            <p:strVal val="#ppt_y"/>
                                          </p:val>
                                        </p:tav>
                                      </p:tavLst>
                                    </p:anim>
                                  </p:childTnLst>
                                </p:cTn>
                              </p:par>
                              <p:par>
                                <p:cTn id="73" presetID="10" presetClass="entr" presetSubtype="0" fill="hold" grpId="0" nodeType="withEffect">
                                  <p:stCondLst>
                                    <p:cond delay="590"/>
                                  </p:stCondLst>
                                  <p:childTnLst>
                                    <p:set>
                                      <p:cBhvr>
                                        <p:cTn id="74" dur="1" fill="hold">
                                          <p:stCondLst>
                                            <p:cond delay="0"/>
                                          </p:stCondLst>
                                        </p:cTn>
                                        <p:tgtEl>
                                          <p:spTgt spid="10"/>
                                        </p:tgtEl>
                                        <p:attrNameLst>
                                          <p:attrName>style.visibility</p:attrName>
                                        </p:attrNameLst>
                                      </p:cBhvr>
                                      <p:to>
                                        <p:strVal val="visible"/>
                                      </p:to>
                                    </p:set>
                                    <p:animEffect transition="in" filter="fade">
                                      <p:cBhvr>
                                        <p:cTn id="75" dur="600"/>
                                        <p:tgtEl>
                                          <p:spTgt spid="10"/>
                                        </p:tgtEl>
                                      </p:cBhvr>
                                    </p:animEffect>
                                  </p:childTnLst>
                                </p:cTn>
                              </p:par>
                              <p:par>
                                <p:cTn id="76" presetID="10" presetClass="entr" presetSubtype="0" fill="hold" grpId="0" nodeType="withEffect">
                                  <p:stCondLst>
                                    <p:cond delay="590"/>
                                  </p:stCondLst>
                                  <p:childTnLst>
                                    <p:set>
                                      <p:cBhvr>
                                        <p:cTn id="77" dur="1" fill="hold">
                                          <p:stCondLst>
                                            <p:cond delay="0"/>
                                          </p:stCondLst>
                                        </p:cTn>
                                        <p:tgtEl>
                                          <p:spTgt spid="11"/>
                                        </p:tgtEl>
                                        <p:attrNameLst>
                                          <p:attrName>style.visibility</p:attrName>
                                        </p:attrNameLst>
                                      </p:cBhvr>
                                      <p:to>
                                        <p:strVal val="visible"/>
                                      </p:to>
                                    </p:set>
                                    <p:animEffect transition="in" filter="fade">
                                      <p:cBhvr>
                                        <p:cTn id="78" dur="600"/>
                                        <p:tgtEl>
                                          <p:spTgt spid="11"/>
                                        </p:tgtEl>
                                      </p:cBhvr>
                                    </p:animEffect>
                                  </p:childTnLst>
                                </p:cTn>
                              </p:par>
                              <p:par>
                                <p:cTn id="79" presetID="10" presetClass="entr" presetSubtype="0" fill="hold" grpId="0" nodeType="withEffect">
                                  <p:stCondLst>
                                    <p:cond delay="590"/>
                                  </p:stCondLst>
                                  <p:childTnLst>
                                    <p:set>
                                      <p:cBhvr>
                                        <p:cTn id="80" dur="1" fill="hold">
                                          <p:stCondLst>
                                            <p:cond delay="0"/>
                                          </p:stCondLst>
                                        </p:cTn>
                                        <p:tgtEl>
                                          <p:spTgt spid="12"/>
                                        </p:tgtEl>
                                        <p:attrNameLst>
                                          <p:attrName>style.visibility</p:attrName>
                                        </p:attrNameLst>
                                      </p:cBhvr>
                                      <p:to>
                                        <p:strVal val="visible"/>
                                      </p:to>
                                    </p:set>
                                    <p:animEffect transition="in" filter="fade">
                                      <p:cBhvr>
                                        <p:cTn id="81" dur="600"/>
                                        <p:tgtEl>
                                          <p:spTgt spid="12"/>
                                        </p:tgtEl>
                                      </p:cBhvr>
                                    </p:animEffect>
                                  </p:childTnLst>
                                </p:cTn>
                              </p:par>
                              <p:par>
                                <p:cTn id="82" presetID="22" presetClass="entr" presetSubtype="8" fill="hold" grpId="0" nodeType="withEffect">
                                  <p:stCondLst>
                                    <p:cond delay="810"/>
                                  </p:stCondLst>
                                  <p:childTnLst>
                                    <p:set>
                                      <p:cBhvr>
                                        <p:cTn id="83" dur="1" fill="hold">
                                          <p:stCondLst>
                                            <p:cond delay="0"/>
                                          </p:stCondLst>
                                        </p:cTn>
                                        <p:tgtEl>
                                          <p:spTgt spid="13"/>
                                        </p:tgtEl>
                                        <p:attrNameLst>
                                          <p:attrName>style.visibility</p:attrName>
                                        </p:attrNameLst>
                                      </p:cBhvr>
                                      <p:to>
                                        <p:strVal val="visible"/>
                                      </p:to>
                                    </p:set>
                                    <p:animEffect transition="in" filter="wipe(left)">
                                      <p:cBhvr>
                                        <p:cTn id="84" dur="500"/>
                                        <p:tgtEl>
                                          <p:spTgt spid="13"/>
                                        </p:tgtEl>
                                      </p:cBhvr>
                                    </p:animEffect>
                                  </p:childTnLst>
                                </p:cTn>
                              </p:par>
                              <p:par>
                                <p:cTn id="85" presetID="22" presetClass="entr" presetSubtype="8" fill="hold" grpId="0" nodeType="withEffect">
                                  <p:stCondLst>
                                    <p:cond delay="810"/>
                                  </p:stCondLst>
                                  <p:childTnLst>
                                    <p:set>
                                      <p:cBhvr>
                                        <p:cTn id="86" dur="1" fill="hold">
                                          <p:stCondLst>
                                            <p:cond delay="0"/>
                                          </p:stCondLst>
                                        </p:cTn>
                                        <p:tgtEl>
                                          <p:spTgt spid="14"/>
                                        </p:tgtEl>
                                        <p:attrNameLst>
                                          <p:attrName>style.visibility</p:attrName>
                                        </p:attrNameLst>
                                      </p:cBhvr>
                                      <p:to>
                                        <p:strVal val="visible"/>
                                      </p:to>
                                    </p:set>
                                    <p:animEffect transition="in" filter="wipe(left)">
                                      <p:cBhvr>
                                        <p:cTn id="87" dur="500"/>
                                        <p:tgtEl>
                                          <p:spTgt spid="14"/>
                                        </p:tgtEl>
                                      </p:cBhvr>
                                    </p:animEffect>
                                  </p:childTnLst>
                                </p:cTn>
                              </p:par>
                              <p:par>
                                <p:cTn id="88" presetID="22" presetClass="entr" presetSubtype="8" fill="hold" grpId="0" nodeType="withEffect">
                                  <p:stCondLst>
                                    <p:cond delay="810"/>
                                  </p:stCondLst>
                                  <p:childTnLst>
                                    <p:set>
                                      <p:cBhvr>
                                        <p:cTn id="89" dur="1" fill="hold">
                                          <p:stCondLst>
                                            <p:cond delay="0"/>
                                          </p:stCondLst>
                                        </p:cTn>
                                        <p:tgtEl>
                                          <p:spTgt spid="15"/>
                                        </p:tgtEl>
                                        <p:attrNameLst>
                                          <p:attrName>style.visibility</p:attrName>
                                        </p:attrNameLst>
                                      </p:cBhvr>
                                      <p:to>
                                        <p:strVal val="visible"/>
                                      </p:to>
                                    </p:set>
                                    <p:animEffect transition="in" filter="wipe(left)">
                                      <p:cBhvr>
                                        <p:cTn id="90" dur="500"/>
                                        <p:tgtEl>
                                          <p:spTgt spid="15"/>
                                        </p:tgtEl>
                                      </p:cBhvr>
                                    </p:animEffect>
                                  </p:childTnLst>
                                </p:cTn>
                              </p:par>
                              <p:par>
                                <p:cTn id="91" presetID="22" presetClass="entr" presetSubtype="8" fill="hold" grpId="0" nodeType="withEffect">
                                  <p:stCondLst>
                                    <p:cond delay="810"/>
                                  </p:stCondLst>
                                  <p:childTnLst>
                                    <p:set>
                                      <p:cBhvr>
                                        <p:cTn id="92" dur="1" fill="hold">
                                          <p:stCondLst>
                                            <p:cond delay="0"/>
                                          </p:stCondLst>
                                        </p:cTn>
                                        <p:tgtEl>
                                          <p:spTgt spid="16"/>
                                        </p:tgtEl>
                                        <p:attrNameLst>
                                          <p:attrName>style.visibility</p:attrName>
                                        </p:attrNameLst>
                                      </p:cBhvr>
                                      <p:to>
                                        <p:strVal val="visible"/>
                                      </p:to>
                                    </p:set>
                                    <p:animEffect transition="in" filter="wipe(left)">
                                      <p:cBhvr>
                                        <p:cTn id="93" dur="500"/>
                                        <p:tgtEl>
                                          <p:spTgt spid="16"/>
                                        </p:tgtEl>
                                      </p:cBhvr>
                                    </p:animEffect>
                                  </p:childTnLst>
                                </p:cTn>
                              </p:par>
                              <p:par>
                                <p:cTn id="94" presetID="22" presetClass="entr" presetSubtype="8" fill="hold" grpId="0" nodeType="withEffect">
                                  <p:stCondLst>
                                    <p:cond delay="810"/>
                                  </p:stCondLst>
                                  <p:childTnLst>
                                    <p:set>
                                      <p:cBhvr>
                                        <p:cTn id="95" dur="1" fill="hold">
                                          <p:stCondLst>
                                            <p:cond delay="0"/>
                                          </p:stCondLst>
                                        </p:cTn>
                                        <p:tgtEl>
                                          <p:spTgt spid="17"/>
                                        </p:tgtEl>
                                        <p:attrNameLst>
                                          <p:attrName>style.visibility</p:attrName>
                                        </p:attrNameLst>
                                      </p:cBhvr>
                                      <p:to>
                                        <p:strVal val="visible"/>
                                      </p:to>
                                    </p:set>
                                    <p:animEffect transition="in" filter="wipe(left)">
                                      <p:cBhvr>
                                        <p:cTn id="96" dur="500"/>
                                        <p:tgtEl>
                                          <p:spTgt spid="17"/>
                                        </p:tgtEl>
                                      </p:cBhvr>
                                    </p:animEffect>
                                  </p:childTnLst>
                                </p:cTn>
                              </p:par>
                              <p:par>
                                <p:cTn id="97" presetID="22" presetClass="entr" presetSubtype="8" fill="hold" grpId="0" nodeType="withEffect">
                                  <p:stCondLst>
                                    <p:cond delay="810"/>
                                  </p:stCondLst>
                                  <p:childTnLst>
                                    <p:set>
                                      <p:cBhvr>
                                        <p:cTn id="98" dur="1" fill="hold">
                                          <p:stCondLst>
                                            <p:cond delay="0"/>
                                          </p:stCondLst>
                                        </p:cTn>
                                        <p:tgtEl>
                                          <p:spTgt spid="18"/>
                                        </p:tgtEl>
                                        <p:attrNameLst>
                                          <p:attrName>style.visibility</p:attrName>
                                        </p:attrNameLst>
                                      </p:cBhvr>
                                      <p:to>
                                        <p:strVal val="visible"/>
                                      </p:to>
                                    </p:set>
                                    <p:animEffect transition="in" filter="wipe(left)">
                                      <p:cBhvr>
                                        <p:cTn id="99" dur="500"/>
                                        <p:tgtEl>
                                          <p:spTgt spid="18"/>
                                        </p:tgtEl>
                                      </p:cBhvr>
                                    </p:animEffect>
                                  </p:childTnLst>
                                </p:cTn>
                              </p:par>
                              <p:par>
                                <p:cTn id="100" presetID="22" presetClass="entr" presetSubtype="8" fill="hold" grpId="0" nodeType="withEffect">
                                  <p:stCondLst>
                                    <p:cond delay="810"/>
                                  </p:stCondLst>
                                  <p:childTnLst>
                                    <p:set>
                                      <p:cBhvr>
                                        <p:cTn id="101" dur="1" fill="hold">
                                          <p:stCondLst>
                                            <p:cond delay="0"/>
                                          </p:stCondLst>
                                        </p:cTn>
                                        <p:tgtEl>
                                          <p:spTgt spid="19"/>
                                        </p:tgtEl>
                                        <p:attrNameLst>
                                          <p:attrName>style.visibility</p:attrName>
                                        </p:attrNameLst>
                                      </p:cBhvr>
                                      <p:to>
                                        <p:strVal val="visible"/>
                                      </p:to>
                                    </p:set>
                                    <p:animEffect transition="in" filter="wipe(left)">
                                      <p:cBhvr>
                                        <p:cTn id="102" dur="500"/>
                                        <p:tgtEl>
                                          <p:spTgt spid="19"/>
                                        </p:tgtEl>
                                      </p:cBhvr>
                                    </p:animEffect>
                                  </p:childTnLst>
                                </p:cTn>
                              </p:par>
                              <p:par>
                                <p:cTn id="103" presetID="22" presetClass="entr" presetSubtype="8" fill="hold" grpId="0" nodeType="withEffect">
                                  <p:stCondLst>
                                    <p:cond delay="810"/>
                                  </p:stCondLst>
                                  <p:childTnLst>
                                    <p:set>
                                      <p:cBhvr>
                                        <p:cTn id="104" dur="1" fill="hold">
                                          <p:stCondLst>
                                            <p:cond delay="0"/>
                                          </p:stCondLst>
                                        </p:cTn>
                                        <p:tgtEl>
                                          <p:spTgt spid="20"/>
                                        </p:tgtEl>
                                        <p:attrNameLst>
                                          <p:attrName>style.visibility</p:attrName>
                                        </p:attrNameLst>
                                      </p:cBhvr>
                                      <p:to>
                                        <p:strVal val="visible"/>
                                      </p:to>
                                    </p:set>
                                    <p:animEffect transition="in" filter="wipe(left)">
                                      <p:cBhvr>
                                        <p:cTn id="105" dur="500"/>
                                        <p:tgtEl>
                                          <p:spTgt spid="20"/>
                                        </p:tgtEl>
                                      </p:cBhvr>
                                    </p:animEffect>
                                  </p:childTnLst>
                                </p:cTn>
                              </p:par>
                              <p:par>
                                <p:cTn id="106" presetID="22" presetClass="entr" presetSubtype="8" fill="hold" grpId="0" nodeType="withEffect">
                                  <p:stCondLst>
                                    <p:cond delay="810"/>
                                  </p:stCondLst>
                                  <p:childTnLst>
                                    <p:set>
                                      <p:cBhvr>
                                        <p:cTn id="107" dur="1" fill="hold">
                                          <p:stCondLst>
                                            <p:cond delay="0"/>
                                          </p:stCondLst>
                                        </p:cTn>
                                        <p:tgtEl>
                                          <p:spTgt spid="21"/>
                                        </p:tgtEl>
                                        <p:attrNameLst>
                                          <p:attrName>style.visibility</p:attrName>
                                        </p:attrNameLst>
                                      </p:cBhvr>
                                      <p:to>
                                        <p:strVal val="visible"/>
                                      </p:to>
                                    </p:set>
                                    <p:animEffect transition="in" filter="wipe(left)">
                                      <p:cBhvr>
                                        <p:cTn id="108" dur="500"/>
                                        <p:tgtEl>
                                          <p:spTgt spid="21"/>
                                        </p:tgtEl>
                                      </p:cBhvr>
                                    </p:animEffect>
                                  </p:childTnLst>
                                </p:cTn>
                              </p:par>
                              <p:par>
                                <p:cTn id="109" presetID="22" presetClass="entr" presetSubtype="8" fill="hold" grpId="0" nodeType="withEffect">
                                  <p:stCondLst>
                                    <p:cond delay="810"/>
                                  </p:stCondLst>
                                  <p:childTnLst>
                                    <p:set>
                                      <p:cBhvr>
                                        <p:cTn id="110" dur="1" fill="hold">
                                          <p:stCondLst>
                                            <p:cond delay="0"/>
                                          </p:stCondLst>
                                        </p:cTn>
                                        <p:tgtEl>
                                          <p:spTgt spid="22"/>
                                        </p:tgtEl>
                                        <p:attrNameLst>
                                          <p:attrName>style.visibility</p:attrName>
                                        </p:attrNameLst>
                                      </p:cBhvr>
                                      <p:to>
                                        <p:strVal val="visible"/>
                                      </p:to>
                                    </p:set>
                                    <p:animEffect transition="in" filter="wipe(left)">
                                      <p:cBhvr>
                                        <p:cTn id="11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P spid="7" grpId="0" animBg="1"/>
      <p:bldP spid="8" grpId="0" animBg="1"/>
      <p:bldP spid="9" grpId="0"/>
      <p:bldP spid="10" grpId="0" animBg="1"/>
      <p:bldP spid="11" grpId="0" animBg="1"/>
      <p:bldP spid="12" grpId="0"/>
      <p:bldP spid="13" grpId="0" animBg="1"/>
      <p:bldP spid="14" grpId="0"/>
      <p:bldP spid="15" grpId="0" animBg="1"/>
      <p:bldP spid="16" grpId="0"/>
      <p:bldP spid="17" grpId="0" animBg="1"/>
      <p:bldP spid="18" grpId="0"/>
      <p:bldP spid="19" grpId="0" animBg="1"/>
      <p:bldP spid="20" grpId="0"/>
      <p:bldP spid="21" grpId="0" animBg="1"/>
      <p:bldP spid="22" grpId="0"/>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2</a:t>
            </a:r>
          </a:p>
        </p:txBody>
      </p:sp>
      <p:sp>
        <p:nvSpPr>
          <p:cNvPr id="4" name="!!rotulo"/>
          <p:cNvSpPr txBox="1"/>
          <p:nvPr/>
        </p:nvSpPr>
        <p:spPr>
          <a:xfrm>
            <a:off x="1149032" y="282141"/>
            <a:ext cx="171240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Desarrollo de EduFEM</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Cómo se contrasta la hipótesis</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valuacion:310dff9336"/>
          <p:cNvSpPr txBox="1"/>
          <p:nvPr/>
        </p:nvSpPr>
        <p:spPr>
          <a:xfrm>
            <a:off x="565150" y="1372565"/>
            <a:ext cx="1449070"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5B6575"/>
                </a:solidFill>
                <a:latin typeface="Calibri"/>
              </a:rPr>
              <a:t>Regla conjuntiva</a:t>
            </a:r>
          </a:p>
        </p:txBody>
      </p:sp>
      <p:sp>
        <p:nvSpPr>
          <p:cNvPr id="13" name="!!evaluacion:71a780e928"/>
          <p:cNvSpPr/>
          <p:nvPr/>
        </p:nvSpPr>
        <p:spPr>
          <a:xfrm>
            <a:off x="2109470" y="1298575"/>
            <a:ext cx="1721548" cy="292100"/>
          </a:xfrm>
          <a:prstGeom prst="roundRect">
            <a:avLst>
              <a:gd name="adj" fmla="val 50000"/>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evaluacion:997043da49"/>
          <p:cNvSpPr txBox="1"/>
          <p:nvPr/>
        </p:nvSpPr>
        <p:spPr>
          <a:xfrm>
            <a:off x="2230120" y="1349136"/>
            <a:ext cx="1531048" cy="201549"/>
          </a:xfrm>
          <a:prstGeom prst="rect">
            <a:avLst/>
          </a:prstGeom>
          <a:noFill/>
        </p:spPr>
        <p:txBody>
          <a:bodyPr wrap="square" lIns="0" rIns="0" tIns="0" bIns="0" anchor="t"/>
          <a:lstStyle/>
          <a:p>
            <a:pPr algn="l">
              <a:lnSpc>
                <a:spcPts val="1587"/>
              </a:lnSpc>
              <a:spcBef>
                <a:spcPts val="0"/>
              </a:spcBef>
              <a:spcAft>
                <a:spcPts val="0"/>
              </a:spcAft>
            </a:pPr>
            <a:r>
              <a:rPr sz="1300" b="1" i="0">
                <a:solidFill>
                  <a:srgbClr val="D9650B"/>
                </a:solidFill>
                <a:latin typeface="Calibri"/>
              </a:rPr>
              <a:t>premisas respaldadas</a:t>
            </a:r>
          </a:p>
        </p:txBody>
      </p:sp>
      <p:sp>
        <p:nvSpPr>
          <p:cNvPr id="15" name="!!evaluacion:3438dcb10e"/>
          <p:cNvSpPr txBox="1"/>
          <p:nvPr/>
        </p:nvSpPr>
        <p:spPr>
          <a:xfrm>
            <a:off x="3926268" y="1334460"/>
            <a:ext cx="145732"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3F4A5A"/>
                </a:solidFill>
                <a:latin typeface="Calibri"/>
              </a:rPr>
              <a:t>+</a:t>
            </a:r>
          </a:p>
        </p:txBody>
      </p:sp>
      <p:sp>
        <p:nvSpPr>
          <p:cNvPr id="16" name="!!evaluacion:fe2b732ca9"/>
          <p:cNvSpPr/>
          <p:nvPr/>
        </p:nvSpPr>
        <p:spPr>
          <a:xfrm>
            <a:off x="4116514" y="1298575"/>
            <a:ext cx="1153604" cy="292100"/>
          </a:xfrm>
          <a:prstGeom prst="roundRect">
            <a:avLst>
              <a:gd name="adj" fmla="val 50000"/>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valuacion:14c8306999"/>
          <p:cNvSpPr txBox="1"/>
          <p:nvPr/>
        </p:nvSpPr>
        <p:spPr>
          <a:xfrm>
            <a:off x="4237164" y="1349136"/>
            <a:ext cx="963104" cy="201549"/>
          </a:xfrm>
          <a:prstGeom prst="rect">
            <a:avLst/>
          </a:prstGeom>
          <a:noFill/>
        </p:spPr>
        <p:txBody>
          <a:bodyPr wrap="square" lIns="0" rIns="0" tIns="0" bIns="0" anchor="t"/>
          <a:lstStyle/>
          <a:p>
            <a:pPr algn="l">
              <a:lnSpc>
                <a:spcPts val="1587"/>
              </a:lnSpc>
              <a:spcBef>
                <a:spcPts val="0"/>
              </a:spcBef>
              <a:spcAft>
                <a:spcPts val="0"/>
              </a:spcAft>
            </a:pPr>
            <a:r>
              <a:rPr sz="1300" b="1" i="0">
                <a:solidFill>
                  <a:srgbClr val="6F42C1"/>
                </a:solidFill>
                <a:latin typeface="Calibri"/>
              </a:rPr>
              <a:t>(a) se cumple</a:t>
            </a:r>
          </a:p>
        </p:txBody>
      </p:sp>
      <p:sp>
        <p:nvSpPr>
          <p:cNvPr id="18" name="!!evaluacion:5b98578c9c"/>
          <p:cNvSpPr txBox="1"/>
          <p:nvPr/>
        </p:nvSpPr>
        <p:spPr>
          <a:xfrm>
            <a:off x="5365369" y="1334460"/>
            <a:ext cx="145732"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3F4A5A"/>
                </a:solidFill>
                <a:latin typeface="Calibri"/>
              </a:rPr>
              <a:t>+</a:t>
            </a:r>
          </a:p>
        </p:txBody>
      </p:sp>
      <p:sp>
        <p:nvSpPr>
          <p:cNvPr id="19" name="!!evaluacion:eddf25a1c0"/>
          <p:cNvSpPr/>
          <p:nvPr/>
        </p:nvSpPr>
        <p:spPr>
          <a:xfrm>
            <a:off x="5555552" y="1298575"/>
            <a:ext cx="1160653" cy="292100"/>
          </a:xfrm>
          <a:prstGeom prst="roundRect">
            <a:avLst>
              <a:gd name="adj" fmla="val 50000"/>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aluacion:cb62ebefb9"/>
          <p:cNvSpPr txBox="1"/>
          <p:nvPr/>
        </p:nvSpPr>
        <p:spPr>
          <a:xfrm>
            <a:off x="5676202" y="1349136"/>
            <a:ext cx="970153" cy="201549"/>
          </a:xfrm>
          <a:prstGeom prst="rect">
            <a:avLst/>
          </a:prstGeom>
          <a:noFill/>
        </p:spPr>
        <p:txBody>
          <a:bodyPr wrap="square" lIns="0" rIns="0" tIns="0" bIns="0" anchor="t"/>
          <a:lstStyle/>
          <a:p>
            <a:pPr algn="l">
              <a:lnSpc>
                <a:spcPts val="1587"/>
              </a:lnSpc>
              <a:spcBef>
                <a:spcPts val="0"/>
              </a:spcBef>
              <a:spcAft>
                <a:spcPts val="0"/>
              </a:spcAft>
            </a:pPr>
            <a:r>
              <a:rPr sz="1300" b="1" i="0">
                <a:solidFill>
                  <a:srgbClr val="6F42C1"/>
                </a:solidFill>
                <a:latin typeface="Calibri"/>
              </a:rPr>
              <a:t>(b) se cumple</a:t>
            </a:r>
          </a:p>
        </p:txBody>
      </p:sp>
      <p:sp>
        <p:nvSpPr>
          <p:cNvPr id="21" name="!!evaluacion:2087f336d4"/>
          <p:cNvSpPr txBox="1"/>
          <p:nvPr/>
        </p:nvSpPr>
        <p:spPr>
          <a:xfrm>
            <a:off x="6811454" y="1328110"/>
            <a:ext cx="219583"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3F4A5A"/>
                </a:solidFill>
                <a:latin typeface="Calibri"/>
              </a:rPr>
              <a:t>⇒</a:t>
            </a:r>
          </a:p>
        </p:txBody>
      </p:sp>
      <p:sp>
        <p:nvSpPr>
          <p:cNvPr id="22" name="!!evaluacion:52f634a0d3"/>
          <p:cNvSpPr/>
          <p:nvPr/>
        </p:nvSpPr>
        <p:spPr>
          <a:xfrm>
            <a:off x="7075488" y="1289050"/>
            <a:ext cx="1227328" cy="311150"/>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valuacion:3984738407"/>
          <p:cNvSpPr txBox="1"/>
          <p:nvPr/>
        </p:nvSpPr>
        <p:spPr>
          <a:xfrm>
            <a:off x="7221538" y="1341798"/>
            <a:ext cx="98602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98754"/>
                </a:solidFill>
                <a:latin typeface="Calibri"/>
              </a:rPr>
              <a:t>comprobada</a:t>
            </a:r>
          </a:p>
        </p:txBody>
      </p:sp>
      <p:sp>
        <p:nvSpPr>
          <p:cNvPr id="24" name="!!evaluacion:9f6745ff71"/>
          <p:cNvSpPr txBox="1"/>
          <p:nvPr/>
        </p:nvSpPr>
        <p:spPr>
          <a:xfrm>
            <a:off x="565150" y="1661274"/>
            <a:ext cx="11282934"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Si se cumple solo una cláusula,</a:t>
            </a:r>
            <a:r>
              <a:rPr sz="1200" b="1" i="0">
                <a:solidFill>
                  <a:srgbClr val="1F2937"/>
                </a:solidFill>
                <a:latin typeface="Calibri"/>
              </a:rPr>
              <a:t> parcialmente comprobada</a:t>
            </a:r>
            <a:r>
              <a:rPr sz="1200" b="0" i="0">
                <a:solidFill>
                  <a:srgbClr val="3F4A5A"/>
                </a:solidFill>
                <a:latin typeface="Calibri"/>
              </a:rPr>
              <a:t>; si ninguna,</a:t>
            </a:r>
            <a:r>
              <a:rPr sz="1200" b="1" i="0">
                <a:solidFill>
                  <a:srgbClr val="1F2937"/>
                </a:solidFill>
                <a:latin typeface="Calibri"/>
              </a:rPr>
              <a:t> no comprobada</a:t>
            </a:r>
            <a:r>
              <a:rPr sz="1200" b="0" i="0">
                <a:solidFill>
                  <a:srgbClr val="3F4A5A"/>
                </a:solidFill>
                <a:latin typeface="Calibri"/>
              </a:rPr>
              <a:t>. Cada criterio declara qué resultado lo refutaría.</a:t>
            </a:r>
          </a:p>
        </p:txBody>
      </p:sp>
      <p:sp>
        <p:nvSpPr>
          <p:cNvPr id="25" name="!!evaluacion:f0630104b5"/>
          <p:cNvSpPr txBox="1"/>
          <p:nvPr/>
        </p:nvSpPr>
        <p:spPr>
          <a:xfrm>
            <a:off x="565150" y="1936511"/>
            <a:ext cx="1912938" cy="201549"/>
          </a:xfrm>
          <a:prstGeom prst="rect">
            <a:avLst/>
          </a:prstGeom>
          <a:noFill/>
        </p:spPr>
        <p:txBody>
          <a:bodyPr wrap="square" lIns="0" rIns="0" tIns="0" bIns="0" anchor="t"/>
          <a:lstStyle/>
          <a:p>
            <a:pPr algn="l">
              <a:lnSpc>
                <a:spcPts val="1587"/>
              </a:lnSpc>
              <a:spcBef>
                <a:spcPts val="0"/>
              </a:spcBef>
              <a:spcAft>
                <a:spcPts val="0"/>
              </a:spcAft>
            </a:pPr>
            <a:r>
              <a:rPr sz="1300" b="1" i="0">
                <a:solidFill>
                  <a:srgbClr val="6F42C1"/>
                </a:solidFill>
                <a:latin typeface="Calibri"/>
              </a:rPr>
              <a:t>(a) Trazabilidad · 6 criterios</a:t>
            </a:r>
          </a:p>
        </p:txBody>
      </p:sp>
      <p:sp>
        <p:nvSpPr>
          <p:cNvPr id="26" name="!!evaluacion:9ab5ea4383"/>
          <p:cNvSpPr txBox="1"/>
          <p:nvPr/>
        </p:nvSpPr>
        <p:spPr>
          <a:xfrm>
            <a:off x="2516188" y="1947024"/>
            <a:ext cx="1569022"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umbral: la exhaustividad</a:t>
            </a:r>
          </a:p>
        </p:txBody>
      </p:sp>
      <p:sp>
        <p:nvSpPr>
          <p:cNvPr id="27" name="!!evaluacion:abcfd47a03"/>
          <p:cNvSpPr/>
          <p:nvPr/>
        </p:nvSpPr>
        <p:spPr>
          <a:xfrm>
            <a:off x="571500" y="2165350"/>
            <a:ext cx="1767396" cy="431800"/>
          </a:xfrm>
          <a:prstGeom prst="roundRect">
            <a:avLst>
              <a:gd name="adj" fmla="val 16176"/>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valuacion:dc69c91888"/>
          <p:cNvSpPr txBox="1"/>
          <p:nvPr/>
        </p:nvSpPr>
        <p:spPr>
          <a:xfrm>
            <a:off x="666750" y="2216258"/>
            <a:ext cx="1627696" cy="193358"/>
          </a:xfrm>
          <a:prstGeom prst="rect">
            <a:avLst/>
          </a:prstGeom>
          <a:noFill/>
        </p:spPr>
        <p:txBody>
          <a:bodyPr wrap="square" lIns="0" rIns="0" tIns="0" bIns="0" anchor="t"/>
          <a:lstStyle/>
          <a:p>
            <a:pPr algn="l">
              <a:lnSpc>
                <a:spcPts val="1522"/>
              </a:lnSpc>
              <a:spcBef>
                <a:spcPts val="0"/>
              </a:spcBef>
              <a:spcAft>
                <a:spcPts val="0"/>
              </a:spcAft>
            </a:pPr>
            <a:r>
              <a:rPr sz="1450" b="1" i="0">
                <a:solidFill>
                  <a:srgbClr val="6F42C1"/>
                </a:solidFill>
                <a:latin typeface="Calibri"/>
              </a:rPr>
              <a:t>7 de 7</a:t>
            </a:r>
          </a:p>
        </p:txBody>
      </p:sp>
      <p:sp>
        <p:nvSpPr>
          <p:cNvPr id="29" name="!!evaluacion:aed3b3f804"/>
          <p:cNvSpPr txBox="1"/>
          <p:nvPr/>
        </p:nvSpPr>
        <p:spPr>
          <a:xfrm>
            <a:off x="666750" y="2403399"/>
            <a:ext cx="1627696" cy="160655"/>
          </a:xfrm>
          <a:prstGeom prst="rect">
            <a:avLst/>
          </a:prstGeom>
          <a:noFill/>
        </p:spPr>
        <p:txBody>
          <a:bodyPr wrap="square" lIns="0" rIns="0" tIns="0" bIns="0" anchor="t"/>
          <a:lstStyle/>
          <a:p>
            <a:pPr algn="l">
              <a:lnSpc>
                <a:spcPts val="1265"/>
              </a:lnSpc>
              <a:spcBef>
                <a:spcPts val="0"/>
              </a:spcBef>
              <a:spcAft>
                <a:spcPts val="0"/>
              </a:spcAft>
            </a:pPr>
            <a:r>
              <a:rPr sz="1100" b="0" i="0">
                <a:solidFill>
                  <a:srgbClr val="3F4A5A"/>
                </a:solidFill>
                <a:latin typeface="Calibri"/>
              </a:rPr>
              <a:t>etapas con módulo</a:t>
            </a:r>
          </a:p>
        </p:txBody>
      </p:sp>
      <p:sp>
        <p:nvSpPr>
          <p:cNvPr id="30" name="!!evaluacion:35ed880eda"/>
          <p:cNvSpPr/>
          <p:nvPr/>
        </p:nvSpPr>
        <p:spPr>
          <a:xfrm>
            <a:off x="2427796" y="2165350"/>
            <a:ext cx="1767396" cy="431800"/>
          </a:xfrm>
          <a:prstGeom prst="roundRect">
            <a:avLst>
              <a:gd name="adj" fmla="val 16176"/>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valuacion:70cb9a0d4d"/>
          <p:cNvSpPr txBox="1"/>
          <p:nvPr/>
        </p:nvSpPr>
        <p:spPr>
          <a:xfrm>
            <a:off x="2523046" y="2216258"/>
            <a:ext cx="1627696" cy="193358"/>
          </a:xfrm>
          <a:prstGeom prst="rect">
            <a:avLst/>
          </a:prstGeom>
          <a:noFill/>
        </p:spPr>
        <p:txBody>
          <a:bodyPr wrap="square" lIns="0" rIns="0" tIns="0" bIns="0" anchor="t"/>
          <a:lstStyle/>
          <a:p>
            <a:pPr algn="l">
              <a:lnSpc>
                <a:spcPts val="1522"/>
              </a:lnSpc>
              <a:spcBef>
                <a:spcPts val="0"/>
              </a:spcBef>
              <a:spcAft>
                <a:spcPts val="0"/>
              </a:spcAft>
            </a:pPr>
            <a:r>
              <a:rPr sz="1450" b="1" i="0">
                <a:solidFill>
                  <a:srgbClr val="6F42C1"/>
                </a:solidFill>
                <a:latin typeface="Calibri"/>
              </a:rPr>
              <a:t>9 de 9</a:t>
            </a:r>
          </a:p>
        </p:txBody>
      </p:sp>
      <p:sp>
        <p:nvSpPr>
          <p:cNvPr id="32" name="!!evaluacion:1a34a11a5a"/>
          <p:cNvSpPr txBox="1"/>
          <p:nvPr/>
        </p:nvSpPr>
        <p:spPr>
          <a:xfrm>
            <a:off x="2523046" y="2403399"/>
            <a:ext cx="1627696" cy="160655"/>
          </a:xfrm>
          <a:prstGeom prst="rect">
            <a:avLst/>
          </a:prstGeom>
          <a:noFill/>
        </p:spPr>
        <p:txBody>
          <a:bodyPr wrap="square" lIns="0" rIns="0" tIns="0" bIns="0" anchor="t"/>
          <a:lstStyle/>
          <a:p>
            <a:pPr algn="l">
              <a:lnSpc>
                <a:spcPts val="1265"/>
              </a:lnSpc>
              <a:spcBef>
                <a:spcPts val="0"/>
              </a:spcBef>
              <a:spcAft>
                <a:spcPts val="0"/>
              </a:spcAft>
            </a:pPr>
            <a:r>
              <a:rPr sz="1100" b="0" i="0">
                <a:solidFill>
                  <a:srgbClr val="3F4A5A"/>
                </a:solidFill>
                <a:latin typeface="Calibri"/>
              </a:rPr>
              <a:t>etapas en la memoria</a:t>
            </a:r>
          </a:p>
        </p:txBody>
      </p:sp>
      <p:sp>
        <p:nvSpPr>
          <p:cNvPr id="33" name="!!evaluacion:1c6eb1feab"/>
          <p:cNvSpPr/>
          <p:nvPr/>
        </p:nvSpPr>
        <p:spPr>
          <a:xfrm>
            <a:off x="4284091" y="2165350"/>
            <a:ext cx="1767459" cy="431800"/>
          </a:xfrm>
          <a:prstGeom prst="roundRect">
            <a:avLst>
              <a:gd name="adj" fmla="val 16176"/>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valuacion:ab5fdf347b"/>
          <p:cNvSpPr txBox="1"/>
          <p:nvPr/>
        </p:nvSpPr>
        <p:spPr>
          <a:xfrm>
            <a:off x="4379341" y="2216258"/>
            <a:ext cx="1627759" cy="193358"/>
          </a:xfrm>
          <a:prstGeom prst="rect">
            <a:avLst/>
          </a:prstGeom>
          <a:noFill/>
        </p:spPr>
        <p:txBody>
          <a:bodyPr wrap="square" lIns="0" rIns="0" tIns="0" bIns="0" anchor="t"/>
          <a:lstStyle/>
          <a:p>
            <a:pPr algn="l">
              <a:lnSpc>
                <a:spcPts val="1522"/>
              </a:lnSpc>
              <a:spcBef>
                <a:spcPts val="0"/>
              </a:spcBef>
              <a:spcAft>
                <a:spcPts val="0"/>
              </a:spcAft>
            </a:pPr>
            <a:r>
              <a:rPr sz="1450" b="1" i="0">
                <a:solidFill>
                  <a:srgbClr val="6F42C1"/>
                </a:solidFill>
                <a:latin typeface="Calibri"/>
              </a:rPr>
              <a:t>ambas</a:t>
            </a:r>
          </a:p>
        </p:txBody>
      </p:sp>
      <p:sp>
        <p:nvSpPr>
          <p:cNvPr id="35" name="!!evaluacion:98d8f11ac9"/>
          <p:cNvSpPr txBox="1"/>
          <p:nvPr/>
        </p:nvSpPr>
        <p:spPr>
          <a:xfrm>
            <a:off x="4379341" y="2403399"/>
            <a:ext cx="1627759" cy="160655"/>
          </a:xfrm>
          <a:prstGeom prst="rect">
            <a:avLst/>
          </a:prstGeom>
          <a:noFill/>
        </p:spPr>
        <p:txBody>
          <a:bodyPr wrap="square" lIns="0" rIns="0" tIns="0" bIns="0" anchor="t"/>
          <a:lstStyle/>
          <a:p>
            <a:pPr algn="l">
              <a:lnSpc>
                <a:spcPts val="1265"/>
              </a:lnSpc>
              <a:spcBef>
                <a:spcPts val="0"/>
              </a:spcBef>
              <a:spcAft>
                <a:spcPts val="0"/>
              </a:spcAft>
            </a:pPr>
            <a:r>
              <a:rPr sz="1100" b="0" i="0">
                <a:solidFill>
                  <a:srgbClr val="3F4A5A"/>
                </a:solidFill>
                <a:latin typeface="Calibri"/>
              </a:rPr>
              <a:t>solución y tensiones</a:t>
            </a:r>
          </a:p>
        </p:txBody>
      </p:sp>
      <p:sp>
        <p:nvSpPr>
          <p:cNvPr id="36" name="!!evaluacion:7d2cdd55a9"/>
          <p:cNvSpPr/>
          <p:nvPr/>
        </p:nvSpPr>
        <p:spPr>
          <a:xfrm>
            <a:off x="6140450" y="2165350"/>
            <a:ext cx="1767396" cy="431800"/>
          </a:xfrm>
          <a:prstGeom prst="roundRect">
            <a:avLst>
              <a:gd name="adj" fmla="val 16176"/>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valuacion:df798300c7"/>
          <p:cNvSpPr txBox="1"/>
          <p:nvPr/>
        </p:nvSpPr>
        <p:spPr>
          <a:xfrm>
            <a:off x="6235700" y="2216258"/>
            <a:ext cx="1627696" cy="193358"/>
          </a:xfrm>
          <a:prstGeom prst="rect">
            <a:avLst/>
          </a:prstGeom>
          <a:noFill/>
        </p:spPr>
        <p:txBody>
          <a:bodyPr wrap="square" lIns="0" rIns="0" tIns="0" bIns="0" anchor="t"/>
          <a:lstStyle/>
          <a:p>
            <a:pPr algn="l">
              <a:lnSpc>
                <a:spcPts val="1522"/>
              </a:lnSpc>
              <a:spcBef>
                <a:spcPts val="0"/>
              </a:spcBef>
              <a:spcAft>
                <a:spcPts val="0"/>
              </a:spcAft>
            </a:pPr>
            <a:r>
              <a:rPr sz="1450" b="1" i="0">
                <a:solidFill>
                  <a:srgbClr val="6F42C1"/>
                </a:solidFill>
                <a:latin typeface="Calibri"/>
              </a:rPr>
              <a:t>3 de 3</a:t>
            </a:r>
          </a:p>
        </p:txBody>
      </p:sp>
      <p:sp>
        <p:nvSpPr>
          <p:cNvPr id="38" name="!!evaluacion:b1b25b53b4"/>
          <p:cNvSpPr txBox="1"/>
          <p:nvPr/>
        </p:nvSpPr>
        <p:spPr>
          <a:xfrm>
            <a:off x="6235700" y="2403399"/>
            <a:ext cx="1627696" cy="160655"/>
          </a:xfrm>
          <a:prstGeom prst="rect">
            <a:avLst/>
          </a:prstGeom>
          <a:noFill/>
        </p:spPr>
        <p:txBody>
          <a:bodyPr wrap="square" lIns="0" rIns="0" tIns="0" bIns="0" anchor="t"/>
          <a:lstStyle/>
          <a:p>
            <a:pPr algn="l">
              <a:lnSpc>
                <a:spcPts val="1265"/>
              </a:lnSpc>
              <a:spcBef>
                <a:spcPts val="0"/>
              </a:spcBef>
              <a:spcAft>
                <a:spcPts val="0"/>
              </a:spcAft>
            </a:pPr>
            <a:r>
              <a:rPr sz="1100" b="0" i="0">
                <a:solidFill>
                  <a:srgbClr val="3F4A5A"/>
                </a:solidFill>
                <a:latin typeface="Calibri"/>
              </a:rPr>
              <a:t>fases en un lienzo</a:t>
            </a:r>
          </a:p>
        </p:txBody>
      </p:sp>
      <p:sp>
        <p:nvSpPr>
          <p:cNvPr id="39" name="!!evaluacion:768d05acec"/>
          <p:cNvSpPr/>
          <p:nvPr/>
        </p:nvSpPr>
        <p:spPr>
          <a:xfrm>
            <a:off x="7996746" y="2165350"/>
            <a:ext cx="1767396" cy="431800"/>
          </a:xfrm>
          <a:prstGeom prst="roundRect">
            <a:avLst>
              <a:gd name="adj" fmla="val 16176"/>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evaluacion:73527e6707"/>
          <p:cNvSpPr txBox="1"/>
          <p:nvPr/>
        </p:nvSpPr>
        <p:spPr>
          <a:xfrm>
            <a:off x="8091996" y="2216258"/>
            <a:ext cx="1627696" cy="193358"/>
          </a:xfrm>
          <a:prstGeom prst="rect">
            <a:avLst/>
          </a:prstGeom>
          <a:noFill/>
        </p:spPr>
        <p:txBody>
          <a:bodyPr wrap="square" lIns="0" rIns="0" tIns="0" bIns="0" anchor="t"/>
          <a:lstStyle/>
          <a:p>
            <a:pPr algn="l">
              <a:lnSpc>
                <a:spcPts val="1522"/>
              </a:lnSpc>
              <a:spcBef>
                <a:spcPts val="0"/>
              </a:spcBef>
              <a:spcAft>
                <a:spcPts val="0"/>
              </a:spcAft>
            </a:pPr>
            <a:r>
              <a:rPr sz="1450" b="1" i="0">
                <a:solidFill>
                  <a:srgbClr val="6F42C1"/>
                </a:solidFill>
                <a:latin typeface="Calibri"/>
              </a:rPr>
              <a:t>18 de 18</a:t>
            </a:r>
          </a:p>
        </p:txBody>
      </p:sp>
      <p:sp>
        <p:nvSpPr>
          <p:cNvPr id="41" name="!!evaluacion:f1bc6cdddb"/>
          <p:cNvSpPr txBox="1"/>
          <p:nvPr/>
        </p:nvSpPr>
        <p:spPr>
          <a:xfrm>
            <a:off x="8091996" y="2403399"/>
            <a:ext cx="1627696" cy="160655"/>
          </a:xfrm>
          <a:prstGeom prst="rect">
            <a:avLst/>
          </a:prstGeom>
          <a:noFill/>
        </p:spPr>
        <p:txBody>
          <a:bodyPr wrap="square" lIns="0" rIns="0" tIns="0" bIns="0" anchor="t"/>
          <a:lstStyle/>
          <a:p>
            <a:pPr algn="l">
              <a:lnSpc>
                <a:spcPts val="1265"/>
              </a:lnSpc>
              <a:spcBef>
                <a:spcPts val="0"/>
              </a:spcBef>
              <a:spcAft>
                <a:spcPts val="0"/>
              </a:spcAft>
            </a:pPr>
            <a:r>
              <a:rPr sz="1100" b="0" i="0">
                <a:solidFill>
                  <a:srgbClr val="3F4A5A"/>
                </a:solidFill>
                <a:latin typeface="Calibri"/>
              </a:rPr>
              <a:t>contenidos de expertos</a:t>
            </a:r>
          </a:p>
        </p:txBody>
      </p:sp>
      <p:sp>
        <p:nvSpPr>
          <p:cNvPr id="42" name="!!evaluacion:ff350aba27"/>
          <p:cNvSpPr/>
          <p:nvPr/>
        </p:nvSpPr>
        <p:spPr>
          <a:xfrm>
            <a:off x="9853041" y="2165350"/>
            <a:ext cx="1767459" cy="431800"/>
          </a:xfrm>
          <a:prstGeom prst="roundRect">
            <a:avLst>
              <a:gd name="adj" fmla="val 16176"/>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valuacion:f4d07d2759"/>
          <p:cNvSpPr txBox="1"/>
          <p:nvPr/>
        </p:nvSpPr>
        <p:spPr>
          <a:xfrm>
            <a:off x="9948291" y="2216258"/>
            <a:ext cx="1627759" cy="193358"/>
          </a:xfrm>
          <a:prstGeom prst="rect">
            <a:avLst/>
          </a:prstGeom>
          <a:noFill/>
        </p:spPr>
        <p:txBody>
          <a:bodyPr wrap="square" lIns="0" rIns="0" tIns="0" bIns="0" anchor="t"/>
          <a:lstStyle/>
          <a:p>
            <a:pPr algn="l">
              <a:lnSpc>
                <a:spcPts val="1522"/>
              </a:lnSpc>
              <a:spcBef>
                <a:spcPts val="0"/>
              </a:spcBef>
              <a:spcAft>
                <a:spcPts val="0"/>
              </a:spcAft>
            </a:pPr>
            <a:r>
              <a:rPr sz="1450" b="1" i="0">
                <a:solidFill>
                  <a:srgbClr val="6F42C1"/>
                </a:solidFill>
                <a:latin typeface="Calibri"/>
              </a:rPr>
              <a:t>sin pérdida</a:t>
            </a:r>
          </a:p>
        </p:txBody>
      </p:sp>
      <p:sp>
        <p:nvSpPr>
          <p:cNvPr id="44" name="!!evaluacion:02405cfd22"/>
          <p:cNvSpPr txBox="1"/>
          <p:nvPr/>
        </p:nvSpPr>
        <p:spPr>
          <a:xfrm>
            <a:off x="9948291" y="2403399"/>
            <a:ext cx="1627759" cy="160655"/>
          </a:xfrm>
          <a:prstGeom prst="rect">
            <a:avLst/>
          </a:prstGeom>
          <a:noFill/>
        </p:spPr>
        <p:txBody>
          <a:bodyPr wrap="square" lIns="0" rIns="0" tIns="0" bIns="0" anchor="t"/>
          <a:lstStyle/>
          <a:p>
            <a:pPr algn="l">
              <a:lnSpc>
                <a:spcPts val="1265"/>
              </a:lnSpc>
              <a:spcBef>
                <a:spcPts val="0"/>
              </a:spcBef>
              <a:spcAft>
                <a:spcPts val="0"/>
              </a:spcAft>
            </a:pPr>
            <a:r>
              <a:rPr sz="1100" b="0" i="0">
                <a:solidFill>
                  <a:srgbClr val="3F4A5A"/>
                </a:solidFill>
                <a:latin typeface="Calibri"/>
              </a:rPr>
              <a:t>intercambio de datos</a:t>
            </a:r>
          </a:p>
        </p:txBody>
      </p:sp>
      <p:sp>
        <p:nvSpPr>
          <p:cNvPr id="45" name="!!evaluacion:020147570d"/>
          <p:cNvSpPr txBox="1"/>
          <p:nvPr/>
        </p:nvSpPr>
        <p:spPr>
          <a:xfrm>
            <a:off x="565150" y="2685811"/>
            <a:ext cx="2074291" cy="201549"/>
          </a:xfrm>
          <a:prstGeom prst="rect">
            <a:avLst/>
          </a:prstGeom>
          <a:noFill/>
        </p:spPr>
        <p:txBody>
          <a:bodyPr wrap="square" lIns="0" rIns="0" tIns="0" bIns="0" anchor="t"/>
          <a:lstStyle/>
          <a:p>
            <a:pPr algn="l">
              <a:lnSpc>
                <a:spcPts val="1587"/>
              </a:lnSpc>
              <a:spcBef>
                <a:spcPts val="0"/>
              </a:spcBef>
              <a:spcAft>
                <a:spcPts val="0"/>
              </a:spcAft>
            </a:pPr>
            <a:r>
              <a:rPr sz="1300" b="1" i="0">
                <a:solidFill>
                  <a:srgbClr val="6F42C1"/>
                </a:solidFill>
                <a:latin typeface="Calibri"/>
              </a:rPr>
              <a:t>(b) Verificabilidad · 9 criterios</a:t>
            </a:r>
          </a:p>
        </p:txBody>
      </p:sp>
      <p:sp>
        <p:nvSpPr>
          <p:cNvPr id="46" name="!!evaluacion:c562f76b6b"/>
          <p:cNvSpPr txBox="1"/>
          <p:nvPr/>
        </p:nvSpPr>
        <p:spPr>
          <a:xfrm>
            <a:off x="2677541" y="2696324"/>
            <a:ext cx="5243512" cy="186055"/>
          </a:xfrm>
          <a:prstGeom prst="rect">
            <a:avLst/>
          </a:prstGeom>
          <a:noFill/>
        </p:spPr>
        <p:txBody>
          <a:bodyPr wrap="square" lIns="0" rIns="0" tIns="0" bIns="0" anchor="t"/>
          <a:lstStyle/>
          <a:p>
            <a:pPr algn="l">
              <a:lnSpc>
                <a:spcPts val="1465"/>
              </a:lnSpc>
              <a:spcBef>
                <a:spcPts val="0"/>
              </a:spcBef>
              <a:spcAft>
                <a:spcPts val="0"/>
              </a:spcAft>
            </a:pPr>
            <a:r>
              <a:rPr sz="1200" b="0" i="0">
                <a:solidFill>
                  <a:srgbClr val="3F4A5A"/>
                </a:solidFill>
                <a:latin typeface="Calibri"/>
              </a:rPr>
              <a:t>los numéricos, escritos en las pruebas del software, que avisan si uno no se cumple</a:t>
            </a:r>
          </a:p>
        </p:txBody>
      </p:sp>
      <p:sp>
        <p:nvSpPr>
          <p:cNvPr id="47" name="!!evaluacion:2901546d89"/>
          <p:cNvSpPr/>
          <p:nvPr/>
        </p:nvSpPr>
        <p:spPr>
          <a:xfrm>
            <a:off x="571500" y="35369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evaluacion:f26dada4bc"/>
          <p:cNvSpPr txBox="1"/>
          <p:nvPr/>
        </p:nvSpPr>
        <p:spPr>
          <a:xfrm>
            <a:off x="666750" y="3579468"/>
            <a:ext cx="462534"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Tasa L²</a:t>
            </a:r>
          </a:p>
        </p:txBody>
      </p:sp>
      <p:sp>
        <p:nvSpPr>
          <p:cNvPr id="49" name="!!evaluacion:01b7b9a701"/>
          <p:cNvSpPr txBox="1"/>
          <p:nvPr/>
        </p:nvSpPr>
        <p:spPr>
          <a:xfrm>
            <a:off x="2401380" y="3579468"/>
            <a:ext cx="799020"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teórica ± 0,5</a:t>
            </a:r>
          </a:p>
        </p:txBody>
      </p:sp>
      <p:sp>
        <p:nvSpPr>
          <p:cNvPr id="50" name="!!evaluacion:f34a4b84c7"/>
          <p:cNvSpPr/>
          <p:nvPr/>
        </p:nvSpPr>
        <p:spPr>
          <a:xfrm>
            <a:off x="571500" y="38417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valuacion:f820ab4237"/>
          <p:cNvSpPr txBox="1"/>
          <p:nvPr/>
        </p:nvSpPr>
        <p:spPr>
          <a:xfrm>
            <a:off x="666750" y="3884268"/>
            <a:ext cx="479044"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Tasa H¹</a:t>
            </a:r>
          </a:p>
        </p:txBody>
      </p:sp>
      <p:sp>
        <p:nvSpPr>
          <p:cNvPr id="52" name="!!evaluacion:6b1d81d599"/>
          <p:cNvSpPr txBox="1"/>
          <p:nvPr/>
        </p:nvSpPr>
        <p:spPr>
          <a:xfrm>
            <a:off x="2401380" y="3884268"/>
            <a:ext cx="799020"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teórica ± 0,5</a:t>
            </a:r>
          </a:p>
        </p:txBody>
      </p:sp>
      <p:sp>
        <p:nvSpPr>
          <p:cNvPr id="53" name="!!evaluacion:0b1d8acd21"/>
          <p:cNvSpPr/>
          <p:nvPr/>
        </p:nvSpPr>
        <p:spPr>
          <a:xfrm>
            <a:off x="3371850" y="29273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valuacion:0856174daf"/>
          <p:cNvSpPr txBox="1"/>
          <p:nvPr/>
        </p:nvSpPr>
        <p:spPr>
          <a:xfrm>
            <a:off x="3467100" y="2969868"/>
            <a:ext cx="880046"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Flecha central</a:t>
            </a:r>
          </a:p>
        </p:txBody>
      </p:sp>
      <p:sp>
        <p:nvSpPr>
          <p:cNvPr id="55" name="!!evaluacion:35d890553a"/>
          <p:cNvSpPr txBox="1"/>
          <p:nvPr/>
        </p:nvSpPr>
        <p:spPr>
          <a:xfrm>
            <a:off x="5630672" y="2969868"/>
            <a:ext cx="37007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&lt; 3 %</a:t>
            </a:r>
          </a:p>
        </p:txBody>
      </p:sp>
      <p:sp>
        <p:nvSpPr>
          <p:cNvPr id="56" name="!!evaluacion:4f94acc892"/>
          <p:cNvSpPr/>
          <p:nvPr/>
        </p:nvSpPr>
        <p:spPr>
          <a:xfrm>
            <a:off x="3371850" y="32321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evaluacion:a5b46b21b2"/>
          <p:cNvSpPr txBox="1"/>
          <p:nvPr/>
        </p:nvSpPr>
        <p:spPr>
          <a:xfrm>
            <a:off x="3467100" y="3260127"/>
            <a:ext cx="1351153"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σ</a:t>
            </a:r>
            <a:r>
              <a:rPr sz="1150" b="0" i="0" baseline="-25000">
                <a:solidFill>
                  <a:srgbClr val="1F2937"/>
                </a:solidFill>
                <a:latin typeface="Calibri"/>
              </a:rPr>
              <a:t>x</a:t>
            </a:r>
            <a:r>
              <a:rPr sz="1150" b="0" i="0">
                <a:solidFill>
                  <a:srgbClr val="1F2937"/>
                </a:solidFill>
                <a:latin typeface="Calibri"/>
              </a:rPr>
              <a:t> frente a la analítica</a:t>
            </a:r>
          </a:p>
        </p:txBody>
      </p:sp>
      <p:sp>
        <p:nvSpPr>
          <p:cNvPr id="58" name="!!evaluacion:10da74e7d5"/>
          <p:cNvSpPr txBox="1"/>
          <p:nvPr/>
        </p:nvSpPr>
        <p:spPr>
          <a:xfrm>
            <a:off x="5630672" y="3274668"/>
            <a:ext cx="37007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&lt; 1 %</a:t>
            </a:r>
          </a:p>
        </p:txBody>
      </p:sp>
      <p:sp>
        <p:nvSpPr>
          <p:cNvPr id="59" name="!!evaluacion:eb18d80c2a"/>
          <p:cNvSpPr/>
          <p:nvPr/>
        </p:nvSpPr>
        <p:spPr>
          <a:xfrm>
            <a:off x="3371850" y="35369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evaluacion:6f4de60d2f"/>
          <p:cNvSpPr txBox="1"/>
          <p:nvPr/>
        </p:nvSpPr>
        <p:spPr>
          <a:xfrm>
            <a:off x="3467100" y="3564927"/>
            <a:ext cx="1239964"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σ</a:t>
            </a:r>
            <a:r>
              <a:rPr sz="1150" b="0" i="0" baseline="-25000">
                <a:solidFill>
                  <a:srgbClr val="1F2937"/>
                </a:solidFill>
                <a:latin typeface="Calibri"/>
              </a:rPr>
              <a:t>x</a:t>
            </a:r>
            <a:r>
              <a:rPr sz="1150" b="0" i="0">
                <a:solidFill>
                  <a:srgbClr val="1F2937"/>
                </a:solidFill>
                <a:latin typeface="Calibri"/>
              </a:rPr>
              <a:t> frente a SAP2000</a:t>
            </a:r>
          </a:p>
        </p:txBody>
      </p:sp>
      <p:sp>
        <p:nvSpPr>
          <p:cNvPr id="61" name="!!evaluacion:f866fdf852"/>
          <p:cNvSpPr txBox="1"/>
          <p:nvPr/>
        </p:nvSpPr>
        <p:spPr>
          <a:xfrm>
            <a:off x="5630672" y="3579468"/>
            <a:ext cx="37007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&lt; 1 %</a:t>
            </a:r>
          </a:p>
        </p:txBody>
      </p:sp>
      <p:sp>
        <p:nvSpPr>
          <p:cNvPr id="62" name="!!evaluacion:4c43f7d4af"/>
          <p:cNvSpPr/>
          <p:nvPr/>
        </p:nvSpPr>
        <p:spPr>
          <a:xfrm>
            <a:off x="3371850" y="38417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evaluacion:0cb6404906"/>
          <p:cNvSpPr txBox="1"/>
          <p:nvPr/>
        </p:nvSpPr>
        <p:spPr>
          <a:xfrm>
            <a:off x="3467100" y="3884268"/>
            <a:ext cx="1463992"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Equilibrio de reacciones</a:t>
            </a:r>
          </a:p>
        </p:txBody>
      </p:sp>
      <p:sp>
        <p:nvSpPr>
          <p:cNvPr id="64" name="!!evaluacion:927ce938af"/>
          <p:cNvSpPr txBox="1"/>
          <p:nvPr/>
        </p:nvSpPr>
        <p:spPr>
          <a:xfrm>
            <a:off x="5573712" y="3899064"/>
            <a:ext cx="42703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&lt; 10</a:t>
            </a:r>
            <a:r>
              <a:rPr sz="1150" b="1" i="0" baseline="30000">
                <a:solidFill>
                  <a:srgbClr val="6F42C1"/>
                </a:solidFill>
                <a:latin typeface="Calibri"/>
              </a:rPr>
              <a:t>−8</a:t>
            </a:r>
          </a:p>
        </p:txBody>
      </p:sp>
      <p:sp>
        <p:nvSpPr>
          <p:cNvPr id="65" name="!!evaluacion:56779662bd"/>
          <p:cNvSpPr/>
          <p:nvPr/>
        </p:nvSpPr>
        <p:spPr>
          <a:xfrm>
            <a:off x="6172200" y="35369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evaluacion:f3d7b92542"/>
          <p:cNvSpPr txBox="1"/>
          <p:nvPr/>
        </p:nvSpPr>
        <p:spPr>
          <a:xfrm>
            <a:off x="6267450" y="3579468"/>
            <a:ext cx="1182306"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Error con Q9, N = 8</a:t>
            </a:r>
          </a:p>
        </p:txBody>
      </p:sp>
      <p:sp>
        <p:nvSpPr>
          <p:cNvPr id="67" name="!!evaluacion:3dfcebbc45"/>
          <p:cNvSpPr txBox="1"/>
          <p:nvPr/>
        </p:nvSpPr>
        <p:spPr>
          <a:xfrm>
            <a:off x="8319326" y="3579468"/>
            <a:ext cx="481838"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&lt; 1,5 %</a:t>
            </a:r>
          </a:p>
        </p:txBody>
      </p:sp>
      <p:sp>
        <p:nvSpPr>
          <p:cNvPr id="68" name="!!evaluacion:08b3d24b21"/>
          <p:cNvSpPr/>
          <p:nvPr/>
        </p:nvSpPr>
        <p:spPr>
          <a:xfrm>
            <a:off x="6172200" y="38417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evaluacion:bd76191df0"/>
          <p:cNvSpPr txBox="1"/>
          <p:nvPr/>
        </p:nvSpPr>
        <p:spPr>
          <a:xfrm>
            <a:off x="6267450" y="3884268"/>
            <a:ext cx="1164908"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Flecha del Q4 &lt; Q9</a:t>
            </a:r>
          </a:p>
        </p:txBody>
      </p:sp>
      <p:sp>
        <p:nvSpPr>
          <p:cNvPr id="70" name="!!evaluacion:a708037623"/>
          <p:cNvSpPr txBox="1"/>
          <p:nvPr/>
        </p:nvSpPr>
        <p:spPr>
          <a:xfrm>
            <a:off x="8103680" y="3884268"/>
            <a:ext cx="697420"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se observa</a:t>
            </a:r>
          </a:p>
        </p:txBody>
      </p:sp>
      <p:sp>
        <p:nvSpPr>
          <p:cNvPr id="71" name="!!evaluacion:e6f1f03a53"/>
          <p:cNvSpPr/>
          <p:nvPr/>
        </p:nvSpPr>
        <p:spPr>
          <a:xfrm>
            <a:off x="8972550" y="3841750"/>
            <a:ext cx="2647950" cy="254000"/>
          </a:xfrm>
          <a:prstGeom prst="roundRect">
            <a:avLst>
              <a:gd name="adj" fmla="val 22500"/>
            </a:avLst>
          </a:prstGeom>
          <a:solidFill>
            <a:srgbClr val="FFFFFF"/>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evaluacion:ce66f9a718"/>
          <p:cNvSpPr txBox="1"/>
          <p:nvPr/>
        </p:nvSpPr>
        <p:spPr>
          <a:xfrm>
            <a:off x="9067800" y="3884268"/>
            <a:ext cx="1710436" cy="178308"/>
          </a:xfrm>
          <a:prstGeom prst="rect">
            <a:avLst/>
          </a:prstGeom>
          <a:noFill/>
        </p:spPr>
        <p:txBody>
          <a:bodyPr wrap="square" lIns="0" rIns="0" tIns="0" bIns="0" anchor="t"/>
          <a:lstStyle/>
          <a:p>
            <a:pPr algn="l">
              <a:lnSpc>
                <a:spcPts val="1404"/>
              </a:lnSpc>
              <a:spcBef>
                <a:spcPts val="0"/>
              </a:spcBef>
              <a:spcAft>
                <a:spcPts val="0"/>
              </a:spcAft>
            </a:pPr>
            <a:r>
              <a:rPr sz="1150" b="0" i="0">
                <a:solidFill>
                  <a:srgbClr val="1F2937"/>
                </a:solidFill>
                <a:latin typeface="Calibri"/>
              </a:rPr>
              <a:t>Etapas para rehacer a mano</a:t>
            </a:r>
          </a:p>
        </p:txBody>
      </p:sp>
      <p:sp>
        <p:nvSpPr>
          <p:cNvPr id="73" name="!!evaluacion:d62c13be54"/>
          <p:cNvSpPr txBox="1"/>
          <p:nvPr/>
        </p:nvSpPr>
        <p:spPr>
          <a:xfrm>
            <a:off x="11212703" y="3884268"/>
            <a:ext cx="388747" cy="178308"/>
          </a:xfrm>
          <a:prstGeom prst="rect">
            <a:avLst/>
          </a:prstGeom>
          <a:noFill/>
        </p:spPr>
        <p:txBody>
          <a:bodyPr wrap="square" lIns="0" rIns="0" tIns="0" bIns="0" anchor="t"/>
          <a:lstStyle/>
          <a:p>
            <a:pPr algn="l">
              <a:lnSpc>
                <a:spcPts val="1404"/>
              </a:lnSpc>
              <a:spcBef>
                <a:spcPts val="0"/>
              </a:spcBef>
              <a:spcAft>
                <a:spcPts val="0"/>
              </a:spcAft>
            </a:pPr>
            <a:r>
              <a:rPr sz="1150" b="1" i="0">
                <a:solidFill>
                  <a:srgbClr val="6F42C1"/>
                </a:solidFill>
                <a:latin typeface="Calibri"/>
              </a:rPr>
              <a:t>todas</a:t>
            </a:r>
          </a:p>
        </p:txBody>
      </p:sp>
      <p:sp>
        <p:nvSpPr>
          <p:cNvPr id="74" name="!!evaluacion:153040c3be"/>
          <p:cNvSpPr/>
          <p:nvPr/>
        </p:nvSpPr>
        <p:spPr>
          <a:xfrm>
            <a:off x="571500" y="1276350"/>
            <a:ext cx="11049000" cy="571500"/>
          </a:xfrm>
          <a:prstGeom prst="roundRect">
            <a:avLst>
              <a:gd name="adj" fmla="val 14444"/>
            </a:avLst>
          </a:prstGeom>
          <a:solidFill>
            <a:srgbClr val="EAF2FF"/>
          </a:solidFill>
          <a:ln w="12700">
            <a:solidFill>
              <a:srgbClr val="0D6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evaluacion:2113495917"/>
          <p:cNvSpPr txBox="1"/>
          <p:nvPr/>
        </p:nvSpPr>
        <p:spPr>
          <a:xfrm>
            <a:off x="742950" y="1372565"/>
            <a:ext cx="3518345"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0D6EFD"/>
                </a:solidFill>
                <a:latin typeface="Calibri"/>
              </a:rPr>
              <a:t>Variable independiente</a:t>
            </a:r>
          </a:p>
        </p:txBody>
      </p:sp>
      <p:sp>
        <p:nvSpPr>
          <p:cNvPr id="76" name="!!evaluacion:c4aca2a534"/>
          <p:cNvSpPr txBox="1"/>
          <p:nvPr/>
        </p:nvSpPr>
        <p:spPr>
          <a:xfrm>
            <a:off x="742950" y="1558417"/>
            <a:ext cx="3518345" cy="209550"/>
          </a:xfrm>
          <a:prstGeom prst="rect">
            <a:avLst/>
          </a:prstGeom>
          <a:noFill/>
        </p:spPr>
        <p:txBody>
          <a:bodyPr wrap="square" lIns="0" rIns="0" tIns="0" bIns="0" anchor="t"/>
          <a:lstStyle/>
          <a:p>
            <a:pPr algn="l">
              <a:lnSpc>
                <a:spcPts val="1650"/>
              </a:lnSpc>
              <a:spcBef>
                <a:spcPts val="0"/>
              </a:spcBef>
              <a:spcAft>
                <a:spcPts val="0"/>
              </a:spcAft>
            </a:pPr>
            <a:r>
              <a:rPr sz="1500" b="1" i="0">
                <a:solidFill>
                  <a:srgbClr val="1B2A4A"/>
                </a:solidFill>
                <a:latin typeface="Calibri"/>
              </a:rPr>
              <a:t>Transparencia del procedimiento de cálculo</a:t>
            </a:r>
          </a:p>
        </p:txBody>
      </p:sp>
      <p:pic>
        <p:nvPicPr>
          <p:cNvPr id="77" name="!!evaluacion:742ba40bb0" descr="191fcb3be4114c88.png"/>
          <p:cNvPicPr>
            <a:picLocks noChangeAspect="1"/>
          </p:cNvPicPr>
          <p:nvPr/>
        </p:nvPicPr>
        <p:blipFill>
          <a:blip r:embed="rId2"/>
          <a:stretch>
            <a:fillRect/>
          </a:stretch>
        </p:blipFill>
        <p:spPr>
          <a:xfrm>
            <a:off x="7791450" y="1339850"/>
            <a:ext cx="1187450" cy="254000"/>
          </a:xfrm>
          <a:prstGeom prst="rect">
            <a:avLst/>
          </a:prstGeom>
        </p:spPr>
      </p:pic>
      <p:sp>
        <p:nvSpPr>
          <p:cNvPr id="78" name="!!evaluacion:058f4474d5"/>
          <p:cNvSpPr txBox="1"/>
          <p:nvPr/>
        </p:nvSpPr>
        <p:spPr>
          <a:xfrm>
            <a:off x="9079103" y="1371361"/>
            <a:ext cx="137922" cy="201549"/>
          </a:xfrm>
          <a:prstGeom prst="rect">
            <a:avLst/>
          </a:prstGeom>
          <a:noFill/>
        </p:spPr>
        <p:txBody>
          <a:bodyPr wrap="square" lIns="0" rIns="0" tIns="0" bIns="0" anchor="t"/>
          <a:lstStyle/>
          <a:p>
            <a:pPr algn="l">
              <a:lnSpc>
                <a:spcPts val="1587"/>
              </a:lnSpc>
              <a:spcBef>
                <a:spcPts val="0"/>
              </a:spcBef>
              <a:spcAft>
                <a:spcPts val="0"/>
              </a:spcAft>
            </a:pPr>
            <a:r>
              <a:rPr sz="1300" b="1" i="1">
                <a:solidFill>
                  <a:srgbClr val="5B6575"/>
                </a:solidFill>
                <a:latin typeface="Calibri"/>
              </a:rPr>
              <a:t>o</a:t>
            </a:r>
          </a:p>
        </p:txBody>
      </p:sp>
      <p:pic>
        <p:nvPicPr>
          <p:cNvPr id="79" name="!!evaluacion:09c41f3d32" descr="08974d6954356da7.png"/>
          <p:cNvPicPr>
            <a:picLocks noChangeAspect="1"/>
          </p:cNvPicPr>
          <p:nvPr/>
        </p:nvPicPr>
        <p:blipFill>
          <a:blip r:embed="rId3"/>
          <a:stretch>
            <a:fillRect/>
          </a:stretch>
        </p:blipFill>
        <p:spPr>
          <a:xfrm>
            <a:off x="9264650" y="1339850"/>
            <a:ext cx="2184400" cy="254000"/>
          </a:xfrm>
          <a:prstGeom prst="rect">
            <a:avLst/>
          </a:prstGeom>
        </p:spPr>
      </p:pic>
      <p:sp>
        <p:nvSpPr>
          <p:cNvPr id="80" name="!!evaluacion:7436614752"/>
          <p:cNvSpPr txBox="1"/>
          <p:nvPr/>
        </p:nvSpPr>
        <p:spPr>
          <a:xfrm>
            <a:off x="9054592" y="1610968"/>
            <a:ext cx="2445258" cy="178308"/>
          </a:xfrm>
          <a:prstGeom prst="rect">
            <a:avLst/>
          </a:prstGeom>
          <a:noFill/>
        </p:spPr>
        <p:txBody>
          <a:bodyPr wrap="square" lIns="0" rIns="0" tIns="0" bIns="0" anchor="t"/>
          <a:lstStyle/>
          <a:p>
            <a:pPr algn="l">
              <a:lnSpc>
                <a:spcPts val="1404"/>
              </a:lnSpc>
              <a:spcBef>
                <a:spcPts val="0"/>
              </a:spcBef>
              <a:spcAft>
                <a:spcPts val="0"/>
              </a:spcAft>
            </a:pPr>
            <a:r>
              <a:rPr sz="1150" b="1" i="1">
                <a:solidFill>
                  <a:srgbClr val="0D6EFD"/>
                </a:solidFill>
                <a:latin typeface="Calibri"/>
              </a:rPr>
              <a:t>dos niveles: presencia frente a ausencia</a:t>
            </a:r>
          </a:p>
        </p:txBody>
      </p:sp>
      <p:sp>
        <p:nvSpPr>
          <p:cNvPr id="81" name="!!evaluacion:025dee7304"/>
          <p:cNvSpPr txBox="1"/>
          <p:nvPr/>
        </p:nvSpPr>
        <p:spPr>
          <a:xfrm>
            <a:off x="565150" y="1947812"/>
            <a:ext cx="3175635"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6F42C1"/>
                </a:solidFill>
                <a:latin typeface="Calibri"/>
              </a:rPr>
              <a:t>Variable dependiente</a:t>
            </a:r>
            <a:r>
              <a:rPr sz="1250" b="1" i="0">
                <a:solidFill>
                  <a:srgbClr val="3F4A5A"/>
                </a:solidFill>
                <a:latin typeface="Calibri"/>
              </a:rPr>
              <a:t>sus dos dimensiones</a:t>
            </a:r>
          </a:p>
        </p:txBody>
      </p:sp>
      <p:sp>
        <p:nvSpPr>
          <p:cNvPr id="82" name="!!evaluacion:ab2c3fe958"/>
          <p:cNvSpPr/>
          <p:nvPr/>
        </p:nvSpPr>
        <p:spPr>
          <a:xfrm>
            <a:off x="571500" y="2190750"/>
            <a:ext cx="5441950" cy="1905000"/>
          </a:xfrm>
          <a:prstGeom prst="roundRect">
            <a:avLst>
              <a:gd name="adj" fmla="val 4333"/>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evaluacion:10c411f8ae"/>
          <p:cNvSpPr txBox="1"/>
          <p:nvPr/>
        </p:nvSpPr>
        <p:spPr>
          <a:xfrm>
            <a:off x="730250" y="2310600"/>
            <a:ext cx="5226939"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6F42C1"/>
                </a:solidFill>
                <a:latin typeface="Calibri"/>
              </a:rPr>
              <a:t>(a) Trazabilidad</a:t>
            </a:r>
            <a:r>
              <a:rPr sz="1350" b="1" i="0">
                <a:solidFill>
                  <a:srgbClr val="1F2937"/>
                </a:solidFill>
                <a:latin typeface="Calibri"/>
              </a:rPr>
              <a:t>· se cuenta lo que queda expuesto</a:t>
            </a:r>
          </a:p>
        </p:txBody>
      </p:sp>
      <p:pic>
        <p:nvPicPr>
          <p:cNvPr id="84" name="!!evaluacion:08c0fecb57" descr="3a9218c4e46f3809.png"/>
          <p:cNvPicPr>
            <a:picLocks noChangeAspect="1"/>
          </p:cNvPicPr>
          <p:nvPr/>
        </p:nvPicPr>
        <p:blipFill>
          <a:blip r:embed="rId4"/>
          <a:stretch>
            <a:fillRect/>
          </a:stretch>
        </p:blipFill>
        <p:spPr>
          <a:xfrm>
            <a:off x="704850" y="2616200"/>
            <a:ext cx="5175250" cy="1003300"/>
          </a:xfrm>
          <a:prstGeom prst="rect">
            <a:avLst/>
          </a:prstGeom>
        </p:spPr>
      </p:pic>
      <p:sp>
        <p:nvSpPr>
          <p:cNvPr id="85" name="!!evaluacion:9e7b01e2f9"/>
          <p:cNvSpPr txBox="1"/>
          <p:nvPr/>
        </p:nvSpPr>
        <p:spPr>
          <a:xfrm>
            <a:off x="730250" y="3783965"/>
            <a:ext cx="5252847"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1F2937"/>
                </a:solidFill>
                <a:latin typeface="Calibri"/>
              </a:rPr>
              <a:t>Basta una etapa oculta para cortar la cadena: por eso el umbral es</a:t>
            </a:r>
            <a:r>
              <a:rPr sz="1300" b="1" i="0">
                <a:solidFill>
                  <a:srgbClr val="6F42C1"/>
                </a:solidFill>
                <a:latin typeface="Calibri"/>
              </a:rPr>
              <a:t> todas</a:t>
            </a:r>
            <a:r>
              <a:rPr sz="1300" b="0" i="0">
                <a:solidFill>
                  <a:srgbClr val="1F2937"/>
                </a:solidFill>
                <a:latin typeface="Calibri"/>
              </a:rPr>
              <a:t>.</a:t>
            </a:r>
          </a:p>
        </p:txBody>
      </p:sp>
      <p:sp>
        <p:nvSpPr>
          <p:cNvPr id="86" name="!!evaluacion:b98b65b455"/>
          <p:cNvSpPr/>
          <p:nvPr/>
        </p:nvSpPr>
        <p:spPr>
          <a:xfrm>
            <a:off x="6178550" y="2190750"/>
            <a:ext cx="5441950" cy="1905000"/>
          </a:xfrm>
          <a:prstGeom prst="roundRect">
            <a:avLst>
              <a:gd name="adj" fmla="val 4333"/>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evaluacion:b2fb87b54f"/>
          <p:cNvSpPr txBox="1"/>
          <p:nvPr/>
        </p:nvSpPr>
        <p:spPr>
          <a:xfrm>
            <a:off x="6337300" y="2310600"/>
            <a:ext cx="5226939"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6F42C1"/>
                </a:solidFill>
                <a:latin typeface="Calibri"/>
              </a:rPr>
              <a:t>(b) Verificabilidad</a:t>
            </a:r>
            <a:r>
              <a:rPr sz="1350" b="1" i="0">
                <a:solidFill>
                  <a:srgbClr val="1F2937"/>
                </a:solidFill>
                <a:latin typeface="Calibri"/>
              </a:rPr>
              <a:t>· se mide el error</a:t>
            </a:r>
          </a:p>
        </p:txBody>
      </p:sp>
      <p:pic>
        <p:nvPicPr>
          <p:cNvPr id="88" name="!!evaluacion:3aa0fe808c" descr="4355a7a4421f40b2.png"/>
          <p:cNvPicPr>
            <a:picLocks noChangeAspect="1"/>
          </p:cNvPicPr>
          <p:nvPr/>
        </p:nvPicPr>
        <p:blipFill>
          <a:blip r:embed="rId5"/>
          <a:stretch>
            <a:fillRect/>
          </a:stretch>
        </p:blipFill>
        <p:spPr>
          <a:xfrm>
            <a:off x="6311900" y="2616200"/>
            <a:ext cx="5175250" cy="1003300"/>
          </a:xfrm>
          <a:prstGeom prst="rect">
            <a:avLst/>
          </a:prstGeom>
        </p:spPr>
      </p:pic>
      <p:sp>
        <p:nvSpPr>
          <p:cNvPr id="89" name="!!evaluacion:35fd3e5ff7"/>
          <p:cNvSpPr txBox="1"/>
          <p:nvPr/>
        </p:nvSpPr>
        <p:spPr>
          <a:xfrm>
            <a:off x="6337300" y="3783965"/>
            <a:ext cx="5252847"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1F2937"/>
                </a:solidFill>
                <a:latin typeface="Calibri"/>
              </a:rPr>
              <a:t>Frente a referencias de exactitud conocida, con</a:t>
            </a:r>
            <a:r>
              <a:rPr sz="1300" b="1" i="0">
                <a:solidFill>
                  <a:srgbClr val="6F42C1"/>
                </a:solidFill>
                <a:latin typeface="Calibri"/>
              </a:rPr>
              <a:t> tolerancias explícitas</a:t>
            </a:r>
            <a:r>
              <a:rPr sz="1300" b="0" i="0">
                <a:solidFill>
                  <a:srgbClr val="1F2937"/>
                </a:solidFill>
                <a:latin typeface="Calibri"/>
              </a:rPr>
              <a:t>.</a:t>
            </a:r>
          </a:p>
        </p:txBody>
      </p:sp>
      <p:sp>
        <p:nvSpPr>
          <p:cNvPr id="90" name="!!evaluacion:e9d139131d"/>
          <p:cNvSpPr/>
          <p:nvPr/>
        </p:nvSpPr>
        <p:spPr>
          <a:xfrm>
            <a:off x="568325" y="4194175"/>
            <a:ext cx="2654300" cy="2089150"/>
          </a:xfrm>
          <a:prstGeom prst="roundRect">
            <a:avLst>
              <a:gd name="adj" fmla="val 4103"/>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evaluacion:a4e6c8f50e"/>
          <p:cNvSpPr/>
          <p:nvPr/>
        </p:nvSpPr>
        <p:spPr>
          <a:xfrm>
            <a:off x="571500" y="4197350"/>
            <a:ext cx="2647950" cy="1066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evaluacion:a4e6c8f50e·2"/>
          <p:cNvSpPr/>
          <p:nvPr/>
        </p:nvSpPr>
        <p:spPr>
          <a:xfrm>
            <a:off x="571500" y="5257800"/>
            <a:ext cx="26479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3" name="!!evaluacion:d009faccaa" descr="0d977a0a8bee5ae6.png"/>
          <p:cNvPicPr>
            <a:picLocks noChangeAspect="1"/>
          </p:cNvPicPr>
          <p:nvPr/>
        </p:nvPicPr>
        <p:blipFill>
          <a:blip r:embed="rId6"/>
          <a:stretch>
            <a:fillRect/>
          </a:stretch>
        </p:blipFill>
        <p:spPr>
          <a:xfrm>
            <a:off x="571500" y="4197350"/>
            <a:ext cx="2647950" cy="1066800"/>
          </a:xfrm>
          <a:prstGeom prst="rect">
            <a:avLst/>
          </a:prstGeom>
        </p:spPr>
      </p:pic>
      <p:sp>
        <p:nvSpPr>
          <p:cNvPr id="94" name="!!evaluacion:23354a9b5e"/>
          <p:cNvSpPr/>
          <p:nvPr/>
        </p:nvSpPr>
        <p:spPr>
          <a:xfrm>
            <a:off x="638175" y="4264025"/>
            <a:ext cx="1177226" cy="228600"/>
          </a:xfrm>
          <a:prstGeom prst="roundRect">
            <a:avLst>
              <a:gd name="adj" fmla="val 20833"/>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evaluacion:6a987598be"/>
          <p:cNvSpPr txBox="1"/>
          <p:nvPr/>
        </p:nvSpPr>
        <p:spPr>
          <a:xfrm>
            <a:off x="717550" y="4297512"/>
            <a:ext cx="106927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F2937"/>
                </a:solidFill>
                <a:latin typeface="Calibri"/>
              </a:rPr>
              <a:t>Caso de estudio 1</a:t>
            </a:r>
          </a:p>
        </p:txBody>
      </p:sp>
      <p:sp>
        <p:nvSpPr>
          <p:cNvPr id="96" name="!!evaluacion:961081c5bf"/>
          <p:cNvSpPr txBox="1"/>
          <p:nvPr/>
        </p:nvSpPr>
        <p:spPr>
          <a:xfrm>
            <a:off x="673100" y="5332851"/>
            <a:ext cx="249555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1B2A4A"/>
                </a:solidFill>
                <a:latin typeface="Calibri"/>
              </a:rPr>
              <a:t>Soluciones manufacturadas</a:t>
            </a:r>
          </a:p>
        </p:txBody>
      </p:sp>
      <p:sp>
        <p:nvSpPr>
          <p:cNvPr id="97" name="!!evaluacion:2f166e7f0b"/>
          <p:cNvSpPr txBox="1"/>
          <p:nvPr/>
        </p:nvSpPr>
        <p:spPr>
          <a:xfrm>
            <a:off x="673100" y="5568175"/>
            <a:ext cx="249555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6F42C1"/>
                </a:solidFill>
                <a:latin typeface="Calibri"/>
              </a:rPr>
              <a:t>una solución exacta construida</a:t>
            </a:r>
          </a:p>
        </p:txBody>
      </p:sp>
      <p:sp>
        <p:nvSpPr>
          <p:cNvPr id="98" name="!!evaluacion:515c149c46"/>
          <p:cNvSpPr txBox="1"/>
          <p:nvPr/>
        </p:nvSpPr>
        <p:spPr>
          <a:xfrm>
            <a:off x="673100" y="5777255"/>
            <a:ext cx="2495550" cy="167640"/>
          </a:xfrm>
          <a:prstGeom prst="rect">
            <a:avLst/>
          </a:prstGeom>
          <a:noFill/>
        </p:spPr>
        <p:txBody>
          <a:bodyPr wrap="square" lIns="0" rIns="0" tIns="0" bIns="0" anchor="t"/>
          <a:lstStyle/>
          <a:p>
            <a:pPr algn="l">
              <a:lnSpc>
                <a:spcPts val="1320"/>
              </a:lnSpc>
              <a:spcBef>
                <a:spcPts val="0"/>
              </a:spcBef>
              <a:spcAft>
                <a:spcPts val="0"/>
              </a:spcAft>
            </a:pPr>
            <a:r>
              <a:rPr sz="1100" b="0" i="0">
                <a:solidFill>
                  <a:srgbClr val="5B6575"/>
                </a:solidFill>
                <a:latin typeface="Calibri"/>
              </a:rPr>
              <a:t>4 configuraciones · N = 2 … 32</a:t>
            </a:r>
          </a:p>
        </p:txBody>
      </p:sp>
      <p:sp>
        <p:nvSpPr>
          <p:cNvPr id="99" name="!!evaluacion:302307ac41"/>
          <p:cNvSpPr/>
          <p:nvPr/>
        </p:nvSpPr>
        <p:spPr>
          <a:xfrm>
            <a:off x="3368675" y="4194175"/>
            <a:ext cx="2654300" cy="2089150"/>
          </a:xfrm>
          <a:prstGeom prst="roundRect">
            <a:avLst>
              <a:gd name="adj" fmla="val 4103"/>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evaluacion:9319c09154"/>
          <p:cNvSpPr/>
          <p:nvPr/>
        </p:nvSpPr>
        <p:spPr>
          <a:xfrm>
            <a:off x="3371850" y="4197350"/>
            <a:ext cx="2647950" cy="1066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evaluacion:9319c09154·2"/>
          <p:cNvSpPr/>
          <p:nvPr/>
        </p:nvSpPr>
        <p:spPr>
          <a:xfrm>
            <a:off x="3371850" y="5257800"/>
            <a:ext cx="26479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2" name="!!evaluacion:941ee3e197" descr="39dc820a91e66c58.png"/>
          <p:cNvPicPr>
            <a:picLocks noChangeAspect="1"/>
          </p:cNvPicPr>
          <p:nvPr/>
        </p:nvPicPr>
        <p:blipFill>
          <a:blip r:embed="rId7"/>
          <a:stretch>
            <a:fillRect/>
          </a:stretch>
        </p:blipFill>
        <p:spPr>
          <a:xfrm>
            <a:off x="3371850" y="4197350"/>
            <a:ext cx="2647950" cy="1066800"/>
          </a:xfrm>
          <a:prstGeom prst="rect">
            <a:avLst/>
          </a:prstGeom>
        </p:spPr>
      </p:pic>
      <p:sp>
        <p:nvSpPr>
          <p:cNvPr id="103" name="!!evaluacion:75e5709386"/>
          <p:cNvSpPr/>
          <p:nvPr/>
        </p:nvSpPr>
        <p:spPr>
          <a:xfrm>
            <a:off x="3438525" y="4264025"/>
            <a:ext cx="1177226" cy="228600"/>
          </a:xfrm>
          <a:prstGeom prst="roundRect">
            <a:avLst>
              <a:gd name="adj" fmla="val 20833"/>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evaluacion:c8a451a709"/>
          <p:cNvSpPr txBox="1"/>
          <p:nvPr/>
        </p:nvSpPr>
        <p:spPr>
          <a:xfrm>
            <a:off x="3517900" y="4297512"/>
            <a:ext cx="106927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F2937"/>
                </a:solidFill>
                <a:latin typeface="Calibri"/>
              </a:rPr>
              <a:t>Caso de estudio 2</a:t>
            </a:r>
          </a:p>
        </p:txBody>
      </p:sp>
      <p:sp>
        <p:nvSpPr>
          <p:cNvPr id="105" name="!!evaluacion:147e3c34a5"/>
          <p:cNvSpPr txBox="1"/>
          <p:nvPr/>
        </p:nvSpPr>
        <p:spPr>
          <a:xfrm>
            <a:off x="3473450" y="5332851"/>
            <a:ext cx="249555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1B2A4A"/>
                </a:solidFill>
                <a:latin typeface="Calibri"/>
              </a:rPr>
              <a:t>Viga de Timoshenko</a:t>
            </a:r>
          </a:p>
        </p:txBody>
      </p:sp>
      <p:sp>
        <p:nvSpPr>
          <p:cNvPr id="106" name="!!evaluacion:407f066d17"/>
          <p:cNvSpPr txBox="1"/>
          <p:nvPr/>
        </p:nvSpPr>
        <p:spPr>
          <a:xfrm>
            <a:off x="3473450" y="5568175"/>
            <a:ext cx="249555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6F42C1"/>
                </a:solidFill>
                <a:latin typeface="Calibri"/>
              </a:rPr>
              <a:t>analítica [14] y SAP2000 [18]</a:t>
            </a:r>
          </a:p>
        </p:txBody>
      </p:sp>
      <p:sp>
        <p:nvSpPr>
          <p:cNvPr id="107" name="!!evaluacion:f058759d98"/>
          <p:cNvSpPr txBox="1"/>
          <p:nvPr/>
        </p:nvSpPr>
        <p:spPr>
          <a:xfrm>
            <a:off x="3473450" y="5777255"/>
            <a:ext cx="2495550" cy="167640"/>
          </a:xfrm>
          <a:prstGeom prst="rect">
            <a:avLst/>
          </a:prstGeom>
          <a:noFill/>
        </p:spPr>
        <p:txBody>
          <a:bodyPr wrap="square" lIns="0" rIns="0" tIns="0" bIns="0" anchor="t"/>
          <a:lstStyle/>
          <a:p>
            <a:pPr algn="l">
              <a:lnSpc>
                <a:spcPts val="1320"/>
              </a:lnSpc>
              <a:spcBef>
                <a:spcPts val="0"/>
              </a:spcBef>
              <a:spcAft>
                <a:spcPts val="0"/>
              </a:spcAft>
            </a:pPr>
            <a:r>
              <a:rPr sz="1100" b="0" i="0">
                <a:solidFill>
                  <a:srgbClr val="5B6575"/>
                </a:solidFill>
                <a:latin typeface="Calibri"/>
              </a:rPr>
              <a:t>Q9 56 × 8 · 3842 GDL</a:t>
            </a:r>
          </a:p>
        </p:txBody>
      </p:sp>
      <p:sp>
        <p:nvSpPr>
          <p:cNvPr id="108" name="!!evaluacion:784dd1415e"/>
          <p:cNvSpPr/>
          <p:nvPr/>
        </p:nvSpPr>
        <p:spPr>
          <a:xfrm>
            <a:off x="6169025" y="4194175"/>
            <a:ext cx="2654300" cy="2089150"/>
          </a:xfrm>
          <a:prstGeom prst="roundRect">
            <a:avLst>
              <a:gd name="adj" fmla="val 4103"/>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evaluacion:dd94dfbc24"/>
          <p:cNvSpPr/>
          <p:nvPr/>
        </p:nvSpPr>
        <p:spPr>
          <a:xfrm>
            <a:off x="6172200" y="4197350"/>
            <a:ext cx="2647950" cy="1066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evaluacion:dd94dfbc24·2"/>
          <p:cNvSpPr/>
          <p:nvPr/>
        </p:nvSpPr>
        <p:spPr>
          <a:xfrm>
            <a:off x="6172200" y="5257800"/>
            <a:ext cx="26479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1" name="!!evaluacion:ac6f8570c3" descr="ad00f356f32ab4d2.png"/>
          <p:cNvPicPr>
            <a:picLocks noChangeAspect="1"/>
          </p:cNvPicPr>
          <p:nvPr/>
        </p:nvPicPr>
        <p:blipFill>
          <a:blip r:embed="rId8"/>
          <a:stretch>
            <a:fillRect/>
          </a:stretch>
        </p:blipFill>
        <p:spPr>
          <a:xfrm>
            <a:off x="6172200" y="4197350"/>
            <a:ext cx="2647950" cy="1066800"/>
          </a:xfrm>
          <a:prstGeom prst="rect">
            <a:avLst/>
          </a:prstGeom>
        </p:spPr>
      </p:pic>
      <p:sp>
        <p:nvSpPr>
          <p:cNvPr id="112" name="!!evaluacion:9315bebedf"/>
          <p:cNvSpPr/>
          <p:nvPr/>
        </p:nvSpPr>
        <p:spPr>
          <a:xfrm>
            <a:off x="6238875" y="4264025"/>
            <a:ext cx="1177226" cy="228600"/>
          </a:xfrm>
          <a:prstGeom prst="roundRect">
            <a:avLst>
              <a:gd name="adj" fmla="val 20833"/>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evaluacion:fc4f6e93d1"/>
          <p:cNvSpPr txBox="1"/>
          <p:nvPr/>
        </p:nvSpPr>
        <p:spPr>
          <a:xfrm>
            <a:off x="6318250" y="4297512"/>
            <a:ext cx="106927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F2937"/>
                </a:solidFill>
                <a:latin typeface="Calibri"/>
              </a:rPr>
              <a:t>Caso de estudio 3</a:t>
            </a:r>
          </a:p>
        </p:txBody>
      </p:sp>
      <p:sp>
        <p:nvSpPr>
          <p:cNvPr id="114" name="!!evaluacion:b386298f76"/>
          <p:cNvSpPr txBox="1"/>
          <p:nvPr/>
        </p:nvSpPr>
        <p:spPr>
          <a:xfrm>
            <a:off x="6273800" y="5332851"/>
            <a:ext cx="249555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1B2A4A"/>
                </a:solidFill>
                <a:latin typeface="Calibri"/>
              </a:rPr>
              <a:t>Membrana de Cook</a:t>
            </a:r>
          </a:p>
        </p:txBody>
      </p:sp>
      <p:sp>
        <p:nvSpPr>
          <p:cNvPr id="115" name="!!evaluacion:01bb0bb16a"/>
          <p:cNvSpPr txBox="1"/>
          <p:nvPr/>
        </p:nvSpPr>
        <p:spPr>
          <a:xfrm>
            <a:off x="6273800" y="5568175"/>
            <a:ext cx="249555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6F42C1"/>
                </a:solidFill>
                <a:latin typeface="Calibri"/>
              </a:rPr>
              <a:t>referencia: 23,96</a:t>
            </a:r>
          </a:p>
        </p:txBody>
      </p:sp>
      <p:sp>
        <p:nvSpPr>
          <p:cNvPr id="116" name="!!evaluacion:7196481d39"/>
          <p:cNvSpPr txBox="1"/>
          <p:nvPr/>
        </p:nvSpPr>
        <p:spPr>
          <a:xfrm>
            <a:off x="6273800" y="5777255"/>
            <a:ext cx="2495550" cy="167640"/>
          </a:xfrm>
          <a:prstGeom prst="rect">
            <a:avLst/>
          </a:prstGeom>
          <a:noFill/>
        </p:spPr>
        <p:txBody>
          <a:bodyPr wrap="square" lIns="0" rIns="0" tIns="0" bIns="0" anchor="t"/>
          <a:lstStyle/>
          <a:p>
            <a:pPr algn="l">
              <a:lnSpc>
                <a:spcPts val="1320"/>
              </a:lnSpc>
              <a:spcBef>
                <a:spcPts val="0"/>
              </a:spcBef>
              <a:spcAft>
                <a:spcPts val="0"/>
              </a:spcAft>
            </a:pPr>
            <a:r>
              <a:rPr sz="1100" b="0" i="0">
                <a:solidFill>
                  <a:srgbClr val="5B6575"/>
                </a:solidFill>
                <a:latin typeface="Calibri"/>
              </a:rPr>
              <a:t>distorsión y bloqueo del Q4</a:t>
            </a:r>
          </a:p>
        </p:txBody>
      </p:sp>
      <p:sp>
        <p:nvSpPr>
          <p:cNvPr id="117" name="!!evaluacion:619547a2a5"/>
          <p:cNvSpPr/>
          <p:nvPr/>
        </p:nvSpPr>
        <p:spPr>
          <a:xfrm>
            <a:off x="8972550" y="4197350"/>
            <a:ext cx="2647950" cy="2082800"/>
          </a:xfrm>
          <a:prstGeom prst="roundRect">
            <a:avLst>
              <a:gd name="adj" fmla="val 3963"/>
            </a:avLst>
          </a:prstGeom>
          <a:solidFill>
            <a:srgbClr val="F6F8FC"/>
          </a:solidFill>
          <a:ln w="1270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evaluacion:e8063174ad"/>
          <p:cNvSpPr/>
          <p:nvPr/>
        </p:nvSpPr>
        <p:spPr>
          <a:xfrm>
            <a:off x="8978900" y="4203700"/>
            <a:ext cx="2635250" cy="1066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evaluacion:e8063174ad·2"/>
          <p:cNvSpPr/>
          <p:nvPr/>
        </p:nvSpPr>
        <p:spPr>
          <a:xfrm>
            <a:off x="8978900" y="5264150"/>
            <a:ext cx="26352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0" name="!!evaluacion:d9b4f171e5" descr="8588fe3126d67261.png"/>
          <p:cNvPicPr>
            <a:picLocks noChangeAspect="1"/>
          </p:cNvPicPr>
          <p:nvPr/>
        </p:nvPicPr>
        <p:blipFill>
          <a:blip r:embed="rId9"/>
          <a:stretch>
            <a:fillRect/>
          </a:stretch>
        </p:blipFill>
        <p:spPr>
          <a:xfrm>
            <a:off x="8978900" y="4203700"/>
            <a:ext cx="2635250" cy="1066800"/>
          </a:xfrm>
          <a:prstGeom prst="rect">
            <a:avLst/>
          </a:prstGeom>
        </p:spPr>
      </p:pic>
      <p:sp>
        <p:nvSpPr>
          <p:cNvPr id="121" name="!!evaluacion:bc57b1daeb"/>
          <p:cNvSpPr/>
          <p:nvPr/>
        </p:nvSpPr>
        <p:spPr>
          <a:xfrm>
            <a:off x="9045575" y="4270375"/>
            <a:ext cx="1193038" cy="228600"/>
          </a:xfrm>
          <a:prstGeom prst="roundRect">
            <a:avLst>
              <a:gd name="adj" fmla="val 20833"/>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evaluacion:28ed9e599c"/>
          <p:cNvSpPr txBox="1"/>
          <p:nvPr/>
        </p:nvSpPr>
        <p:spPr>
          <a:xfrm>
            <a:off x="9124950" y="4303862"/>
            <a:ext cx="108508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F2937"/>
                </a:solidFill>
                <a:latin typeface="Calibri"/>
              </a:rPr>
              <a:t>Se suma a los tres</a:t>
            </a:r>
          </a:p>
        </p:txBody>
      </p:sp>
      <p:sp>
        <p:nvSpPr>
          <p:cNvPr id="123" name="!!evaluacion:67824786a2"/>
          <p:cNvSpPr txBox="1"/>
          <p:nvPr/>
        </p:nvSpPr>
        <p:spPr>
          <a:xfrm>
            <a:off x="9080500" y="5339201"/>
            <a:ext cx="248285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1B2A4A"/>
                </a:solidFill>
                <a:latin typeface="Calibri"/>
              </a:rPr>
              <a:t>Ejemplo guía</a:t>
            </a:r>
          </a:p>
        </p:txBody>
      </p:sp>
      <p:sp>
        <p:nvSpPr>
          <p:cNvPr id="124" name="!!evaluacion:fc95c91f9d"/>
          <p:cNvSpPr txBox="1"/>
          <p:nvPr/>
        </p:nvSpPr>
        <p:spPr>
          <a:xfrm>
            <a:off x="9080500" y="5574525"/>
            <a:ext cx="2482850"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6F42C1"/>
                </a:solidFill>
                <a:latin typeface="Calibri"/>
              </a:rPr>
              <a:t>su memoria se rehace a mano</a:t>
            </a:r>
          </a:p>
        </p:txBody>
      </p:sp>
      <p:sp>
        <p:nvSpPr>
          <p:cNvPr id="125" name="!!evaluacion:732542106e"/>
          <p:cNvSpPr txBox="1"/>
          <p:nvPr/>
        </p:nvSpPr>
        <p:spPr>
          <a:xfrm>
            <a:off x="9080500" y="5783605"/>
            <a:ext cx="2482850" cy="167640"/>
          </a:xfrm>
          <a:prstGeom prst="rect">
            <a:avLst/>
          </a:prstGeom>
          <a:noFill/>
        </p:spPr>
        <p:txBody>
          <a:bodyPr wrap="square" lIns="0" rIns="0" tIns="0" bIns="0" anchor="t"/>
          <a:lstStyle/>
          <a:p>
            <a:pPr algn="l">
              <a:lnSpc>
                <a:spcPts val="1320"/>
              </a:lnSpc>
              <a:spcBef>
                <a:spcPts val="0"/>
              </a:spcBef>
              <a:spcAft>
                <a:spcPts val="0"/>
              </a:spcAft>
            </a:pPr>
            <a:r>
              <a:rPr sz="1100" b="0" i="0">
                <a:solidFill>
                  <a:srgbClr val="5B6575"/>
                </a:solidFill>
                <a:latin typeface="Calibri"/>
              </a:rPr>
              <a:t>9 nodos · 4 elementos Q4 · Anexo G</a:t>
            </a:r>
          </a:p>
        </p:txBody>
      </p:sp>
      <p:sp>
        <p:nvSpPr>
          <p:cNvPr id="126" name="!!evaluacion:1dabd10dbc"/>
          <p:cNvSpPr/>
          <p:nvPr/>
        </p:nvSpPr>
        <p:spPr>
          <a:xfrm>
            <a:off x="571500" y="2228850"/>
            <a:ext cx="11049000" cy="571500"/>
          </a:xfrm>
          <a:prstGeom prst="roundRect">
            <a:avLst>
              <a:gd name="adj" fmla="val 14444"/>
            </a:avLst>
          </a:prstGeom>
          <a:solidFill>
            <a:srgbClr val="EAF2FF"/>
          </a:solidFill>
          <a:ln w="12700">
            <a:solidFill>
              <a:srgbClr val="0D6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evaluacion:de927fc2c4"/>
          <p:cNvSpPr txBox="1"/>
          <p:nvPr/>
        </p:nvSpPr>
        <p:spPr>
          <a:xfrm>
            <a:off x="742950" y="2325065"/>
            <a:ext cx="3518345"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0D6EFD"/>
                </a:solidFill>
                <a:latin typeface="Calibri"/>
              </a:rPr>
              <a:t>Variable independiente</a:t>
            </a:r>
          </a:p>
        </p:txBody>
      </p:sp>
      <p:sp>
        <p:nvSpPr>
          <p:cNvPr id="128" name="!!evaluacion:1e15fe82b2"/>
          <p:cNvSpPr txBox="1"/>
          <p:nvPr/>
        </p:nvSpPr>
        <p:spPr>
          <a:xfrm>
            <a:off x="742950" y="2510917"/>
            <a:ext cx="3518345" cy="209550"/>
          </a:xfrm>
          <a:prstGeom prst="rect">
            <a:avLst/>
          </a:prstGeom>
          <a:noFill/>
        </p:spPr>
        <p:txBody>
          <a:bodyPr wrap="square" lIns="0" rIns="0" tIns="0" bIns="0" anchor="t"/>
          <a:lstStyle/>
          <a:p>
            <a:pPr algn="l">
              <a:lnSpc>
                <a:spcPts val="1650"/>
              </a:lnSpc>
              <a:spcBef>
                <a:spcPts val="0"/>
              </a:spcBef>
              <a:spcAft>
                <a:spcPts val="0"/>
              </a:spcAft>
            </a:pPr>
            <a:r>
              <a:rPr sz="1500" b="1" i="0">
                <a:solidFill>
                  <a:srgbClr val="1B2A4A"/>
                </a:solidFill>
                <a:latin typeface="Calibri"/>
              </a:rPr>
              <a:t>Transparencia del procedimiento de cálculo</a:t>
            </a:r>
          </a:p>
        </p:txBody>
      </p:sp>
      <p:pic>
        <p:nvPicPr>
          <p:cNvPr id="129" name="!!evaluacion:ddd005d7e8" descr="191fcb3be4114c88.png"/>
          <p:cNvPicPr>
            <a:picLocks noChangeAspect="1"/>
          </p:cNvPicPr>
          <p:nvPr/>
        </p:nvPicPr>
        <p:blipFill>
          <a:blip r:embed="rId2"/>
          <a:stretch>
            <a:fillRect/>
          </a:stretch>
        </p:blipFill>
        <p:spPr>
          <a:xfrm>
            <a:off x="7791450" y="2292350"/>
            <a:ext cx="1187450" cy="254000"/>
          </a:xfrm>
          <a:prstGeom prst="rect">
            <a:avLst/>
          </a:prstGeom>
        </p:spPr>
      </p:pic>
      <p:sp>
        <p:nvSpPr>
          <p:cNvPr id="130" name="!!evaluacion:a05341f768"/>
          <p:cNvSpPr txBox="1"/>
          <p:nvPr/>
        </p:nvSpPr>
        <p:spPr>
          <a:xfrm>
            <a:off x="9079103" y="2323861"/>
            <a:ext cx="137922" cy="201549"/>
          </a:xfrm>
          <a:prstGeom prst="rect">
            <a:avLst/>
          </a:prstGeom>
          <a:noFill/>
        </p:spPr>
        <p:txBody>
          <a:bodyPr wrap="square" lIns="0" rIns="0" tIns="0" bIns="0" anchor="t"/>
          <a:lstStyle/>
          <a:p>
            <a:pPr algn="l">
              <a:lnSpc>
                <a:spcPts val="1587"/>
              </a:lnSpc>
              <a:spcBef>
                <a:spcPts val="0"/>
              </a:spcBef>
              <a:spcAft>
                <a:spcPts val="0"/>
              </a:spcAft>
            </a:pPr>
            <a:r>
              <a:rPr sz="1300" b="1" i="1">
                <a:solidFill>
                  <a:srgbClr val="5B6575"/>
                </a:solidFill>
                <a:latin typeface="Calibri"/>
              </a:rPr>
              <a:t>o</a:t>
            </a:r>
          </a:p>
        </p:txBody>
      </p:sp>
      <p:pic>
        <p:nvPicPr>
          <p:cNvPr id="131" name="!!evaluacion:05ef90fcc4" descr="08974d6954356da7.png"/>
          <p:cNvPicPr>
            <a:picLocks noChangeAspect="1"/>
          </p:cNvPicPr>
          <p:nvPr/>
        </p:nvPicPr>
        <p:blipFill>
          <a:blip r:embed="rId3"/>
          <a:stretch>
            <a:fillRect/>
          </a:stretch>
        </p:blipFill>
        <p:spPr>
          <a:xfrm>
            <a:off x="9264650" y="2292350"/>
            <a:ext cx="2184400" cy="254000"/>
          </a:xfrm>
          <a:prstGeom prst="rect">
            <a:avLst/>
          </a:prstGeom>
        </p:spPr>
      </p:pic>
      <p:sp>
        <p:nvSpPr>
          <p:cNvPr id="132" name="!!evaluacion:2cfb6fbc93"/>
          <p:cNvSpPr txBox="1"/>
          <p:nvPr/>
        </p:nvSpPr>
        <p:spPr>
          <a:xfrm>
            <a:off x="9054592" y="2563468"/>
            <a:ext cx="2445258" cy="178308"/>
          </a:xfrm>
          <a:prstGeom prst="rect">
            <a:avLst/>
          </a:prstGeom>
          <a:noFill/>
        </p:spPr>
        <p:txBody>
          <a:bodyPr wrap="square" lIns="0" rIns="0" tIns="0" bIns="0" anchor="t"/>
          <a:lstStyle/>
          <a:p>
            <a:pPr algn="l">
              <a:lnSpc>
                <a:spcPts val="1404"/>
              </a:lnSpc>
              <a:spcBef>
                <a:spcPts val="0"/>
              </a:spcBef>
              <a:spcAft>
                <a:spcPts val="0"/>
              </a:spcAft>
            </a:pPr>
            <a:r>
              <a:rPr sz="1150" b="1" i="1">
                <a:solidFill>
                  <a:srgbClr val="0D6EFD"/>
                </a:solidFill>
                <a:latin typeface="Calibri"/>
              </a:rPr>
              <a:t>dos niveles: presencia frente a ausencia</a:t>
            </a:r>
          </a:p>
        </p:txBody>
      </p:sp>
      <p:sp>
        <p:nvSpPr>
          <p:cNvPr id="133" name="!!evaluacion:2eb45626d5"/>
          <p:cNvSpPr txBox="1"/>
          <p:nvPr/>
        </p:nvSpPr>
        <p:spPr>
          <a:xfrm>
            <a:off x="565150" y="2900312"/>
            <a:ext cx="3175635"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6F42C1"/>
                </a:solidFill>
                <a:latin typeface="Calibri"/>
              </a:rPr>
              <a:t>Variable dependiente</a:t>
            </a:r>
            <a:r>
              <a:rPr sz="1250" b="1" i="0">
                <a:solidFill>
                  <a:srgbClr val="3F4A5A"/>
                </a:solidFill>
                <a:latin typeface="Calibri"/>
              </a:rPr>
              <a:t>sus dos dimensiones</a:t>
            </a:r>
          </a:p>
        </p:txBody>
      </p:sp>
      <p:sp>
        <p:nvSpPr>
          <p:cNvPr id="134" name="!!evaluacion:08d23ddc22"/>
          <p:cNvSpPr/>
          <p:nvPr/>
        </p:nvSpPr>
        <p:spPr>
          <a:xfrm>
            <a:off x="571500" y="3143250"/>
            <a:ext cx="5441950" cy="1905000"/>
          </a:xfrm>
          <a:prstGeom prst="roundRect">
            <a:avLst>
              <a:gd name="adj" fmla="val 4333"/>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evaluacion:ddbd6176e6"/>
          <p:cNvSpPr txBox="1"/>
          <p:nvPr/>
        </p:nvSpPr>
        <p:spPr>
          <a:xfrm>
            <a:off x="730250" y="3263100"/>
            <a:ext cx="5226939"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6F42C1"/>
                </a:solidFill>
                <a:latin typeface="Calibri"/>
              </a:rPr>
              <a:t>(a) Trazabilidad</a:t>
            </a:r>
            <a:r>
              <a:rPr sz="1350" b="1" i="0">
                <a:solidFill>
                  <a:srgbClr val="1F2937"/>
                </a:solidFill>
                <a:latin typeface="Calibri"/>
              </a:rPr>
              <a:t>· se cuenta lo que queda expuesto</a:t>
            </a:r>
          </a:p>
        </p:txBody>
      </p:sp>
      <p:pic>
        <p:nvPicPr>
          <p:cNvPr id="136" name="!!evaluacion:f66dcacb04" descr="3a9218c4e46f3809.png"/>
          <p:cNvPicPr>
            <a:picLocks noChangeAspect="1"/>
          </p:cNvPicPr>
          <p:nvPr/>
        </p:nvPicPr>
        <p:blipFill>
          <a:blip r:embed="rId4"/>
          <a:stretch>
            <a:fillRect/>
          </a:stretch>
        </p:blipFill>
        <p:spPr>
          <a:xfrm>
            <a:off x="704850" y="3568700"/>
            <a:ext cx="5175250" cy="1003300"/>
          </a:xfrm>
          <a:prstGeom prst="rect">
            <a:avLst/>
          </a:prstGeom>
        </p:spPr>
      </p:pic>
      <p:sp>
        <p:nvSpPr>
          <p:cNvPr id="137" name="!!evaluacion:83a9012989"/>
          <p:cNvSpPr txBox="1"/>
          <p:nvPr/>
        </p:nvSpPr>
        <p:spPr>
          <a:xfrm>
            <a:off x="730250" y="4736465"/>
            <a:ext cx="5252847"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1F2937"/>
                </a:solidFill>
                <a:latin typeface="Calibri"/>
              </a:rPr>
              <a:t>Basta una etapa oculta para cortar la cadena: por eso el umbral es</a:t>
            </a:r>
            <a:r>
              <a:rPr sz="1300" b="1" i="0">
                <a:solidFill>
                  <a:srgbClr val="6F42C1"/>
                </a:solidFill>
                <a:latin typeface="Calibri"/>
              </a:rPr>
              <a:t> todas</a:t>
            </a:r>
            <a:r>
              <a:rPr sz="1300" b="0" i="0">
                <a:solidFill>
                  <a:srgbClr val="1F2937"/>
                </a:solidFill>
                <a:latin typeface="Calibri"/>
              </a:rPr>
              <a:t>.</a:t>
            </a:r>
          </a:p>
        </p:txBody>
      </p:sp>
      <p:sp>
        <p:nvSpPr>
          <p:cNvPr id="138" name="!!evaluacion:5438586647"/>
          <p:cNvSpPr/>
          <p:nvPr/>
        </p:nvSpPr>
        <p:spPr>
          <a:xfrm>
            <a:off x="6178550" y="3143250"/>
            <a:ext cx="5441950" cy="1905000"/>
          </a:xfrm>
          <a:prstGeom prst="roundRect">
            <a:avLst>
              <a:gd name="adj" fmla="val 4333"/>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evaluacion:f6f645724b"/>
          <p:cNvSpPr txBox="1"/>
          <p:nvPr/>
        </p:nvSpPr>
        <p:spPr>
          <a:xfrm>
            <a:off x="6337300" y="3263100"/>
            <a:ext cx="5226939" cy="237490"/>
          </a:xfrm>
          <a:prstGeom prst="rect">
            <a:avLst/>
          </a:prstGeom>
          <a:noFill/>
        </p:spPr>
        <p:txBody>
          <a:bodyPr wrap="square" lIns="0" rIns="0" tIns="0" bIns="0" anchor="t"/>
          <a:lstStyle/>
          <a:p>
            <a:pPr algn="l">
              <a:lnSpc>
                <a:spcPts val="1870"/>
              </a:lnSpc>
              <a:spcBef>
                <a:spcPts val="0"/>
              </a:spcBef>
              <a:spcAft>
                <a:spcPts val="0"/>
              </a:spcAft>
            </a:pPr>
            <a:r>
              <a:rPr sz="1700" b="1" i="0">
                <a:solidFill>
                  <a:srgbClr val="6F42C1"/>
                </a:solidFill>
                <a:latin typeface="Calibri"/>
              </a:rPr>
              <a:t>(b) Verificabilidad</a:t>
            </a:r>
            <a:r>
              <a:rPr sz="1350" b="1" i="0">
                <a:solidFill>
                  <a:srgbClr val="1F2937"/>
                </a:solidFill>
                <a:latin typeface="Calibri"/>
              </a:rPr>
              <a:t>· se mide el error</a:t>
            </a:r>
          </a:p>
        </p:txBody>
      </p:sp>
      <p:pic>
        <p:nvPicPr>
          <p:cNvPr id="140" name="!!evaluacion:3a6cd7a6d5" descr="4355a7a4421f40b2.png"/>
          <p:cNvPicPr>
            <a:picLocks noChangeAspect="1"/>
          </p:cNvPicPr>
          <p:nvPr/>
        </p:nvPicPr>
        <p:blipFill>
          <a:blip r:embed="rId5"/>
          <a:stretch>
            <a:fillRect/>
          </a:stretch>
        </p:blipFill>
        <p:spPr>
          <a:xfrm>
            <a:off x="6311900" y="3568700"/>
            <a:ext cx="5175250" cy="1003300"/>
          </a:xfrm>
          <a:prstGeom prst="rect">
            <a:avLst/>
          </a:prstGeom>
        </p:spPr>
      </p:pic>
      <p:sp>
        <p:nvSpPr>
          <p:cNvPr id="141" name="!!evaluacion:91474cd826"/>
          <p:cNvSpPr txBox="1"/>
          <p:nvPr/>
        </p:nvSpPr>
        <p:spPr>
          <a:xfrm>
            <a:off x="6337300" y="4736465"/>
            <a:ext cx="5252847"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1F2937"/>
                </a:solidFill>
                <a:latin typeface="Calibri"/>
              </a:rPr>
              <a:t>Frente a referencias de exactitud conocida, con</a:t>
            </a:r>
            <a:r>
              <a:rPr sz="1300" b="1" i="0">
                <a:solidFill>
                  <a:srgbClr val="6F42C1"/>
                </a:solidFill>
                <a:latin typeface="Calibri"/>
              </a:rPr>
              <a:t> tolerancias explícitas</a:t>
            </a:r>
            <a:r>
              <a:rPr sz="1300" b="0" i="0">
                <a:solidFill>
                  <a:srgbClr val="1F2937"/>
                </a:solidFill>
                <a:latin typeface="Calibri"/>
              </a:rPr>
              <a:t>.</a:t>
            </a:r>
          </a:p>
        </p:txBody>
      </p:sp>
      <p:sp>
        <p:nvSpPr>
          <p:cNvPr id="142"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ie-izq"/>
          <p:cNvSpPr txBox="1"/>
          <p:nvPr/>
        </p:nvSpPr>
        <p:spPr>
          <a:xfrm>
            <a:off x="565150" y="6535420"/>
            <a:ext cx="462375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45" name="!!pie-cen"/>
          <p:cNvSpPr txBox="1"/>
          <p:nvPr/>
        </p:nvSpPr>
        <p:spPr>
          <a:xfrm>
            <a:off x="5072888" y="6535420"/>
            <a:ext cx="204628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2.1.2 a § 2.1.6 · Tablas 2.2 y 2.4</a:t>
            </a:r>
          </a:p>
        </p:txBody>
      </p:sp>
      <p:sp>
        <p:nvSpPr>
          <p:cNvPr id="146" name="!!pie-der"/>
          <p:cNvSpPr txBox="1"/>
          <p:nvPr/>
        </p:nvSpPr>
        <p:spPr>
          <a:xfrm>
            <a:off x="7003097" y="6535420"/>
            <a:ext cx="462375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15</a:t>
            </a:r>
          </a:p>
        </p:txBody>
      </p:sp>
      <p:sp>
        <p:nvSpPr>
          <p:cNvPr id="147" name="!!evaluacion:31b8312914">
            <a:hlinkClick action="ppaction://hlinksldjump" r:id="rId10"/>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evaluacion:01b7d89d9e">
            <a:hlinkClick action="ppaction://hlinksldjump" r:id="rId11"/>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evaluacion:8a2d86cde7">
            <a:hlinkClick action="ppaction://hlinksldjump" r:id="rId12"/>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evaluacion:c07c48e2b6">
            <a:hlinkClick action="ppaction://hlinksldjump" r:id="rId13"/>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evaluacion:36e88799ae">
            <a:hlinkClick action="ppaction://hlinksldjump" r:id="rId14"/>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133"/>
                                        </p:tgtEl>
                                        <p:attrNameLst>
                                          <p:attrName>style.visibility</p:attrName>
                                        </p:attrNameLst>
                                      </p:cBhvr>
                                      <p:to>
                                        <p:strVal val="visible"/>
                                      </p:to>
                                    </p:set>
                                    <p:animEffect transition="in" filter="fade">
                                      <p:cBhvr>
                                        <p:cTn id="7" dur="650"/>
                                        <p:tgtEl>
                                          <p:spTgt spid="133"/>
                                        </p:tgtEl>
                                      </p:cBhvr>
                                    </p:animEffect>
                                    <p:anim calcmode="lin" valueType="num">
                                      <p:cBhvr>
                                        <p:cTn id="8" dur="650" fill="hold"/>
                                        <p:tgtEl>
                                          <p:spTgt spid="133"/>
                                        </p:tgtEl>
                                        <p:attrNameLst>
                                          <p:attrName>ppt_x</p:attrName>
                                        </p:attrNameLst>
                                      </p:cBhvr>
                                      <p:tavLst>
                                        <p:tav tm="0">
                                          <p:val>
                                            <p:strVal val="#ppt_x"/>
                                          </p:val>
                                        </p:tav>
                                        <p:tav tm="100000">
                                          <p:val>
                                            <p:strVal val="#ppt_x"/>
                                          </p:val>
                                        </p:tav>
                                      </p:tavLst>
                                    </p:anim>
                                    <p:anim calcmode="lin" valueType="num">
                                      <p:cBhvr>
                                        <p:cTn id="9" dur="650" fill="hold"/>
                                        <p:tgtEl>
                                          <p:spTgt spid="13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370"/>
                                  </p:stCondLst>
                                  <p:childTnLst>
                                    <p:set>
                                      <p:cBhvr>
                                        <p:cTn id="11" dur="1" fill="hold">
                                          <p:stCondLst>
                                            <p:cond delay="0"/>
                                          </p:stCondLst>
                                        </p:cTn>
                                        <p:tgtEl>
                                          <p:spTgt spid="134"/>
                                        </p:tgtEl>
                                        <p:attrNameLst>
                                          <p:attrName>style.visibility</p:attrName>
                                        </p:attrNameLst>
                                      </p:cBhvr>
                                      <p:to>
                                        <p:strVal val="visible"/>
                                      </p:to>
                                    </p:set>
                                    <p:animEffect transition="in" filter="fade">
                                      <p:cBhvr>
                                        <p:cTn id="12" dur="650"/>
                                        <p:tgtEl>
                                          <p:spTgt spid="134"/>
                                        </p:tgtEl>
                                      </p:cBhvr>
                                    </p:animEffect>
                                    <p:anim calcmode="lin" valueType="num">
                                      <p:cBhvr>
                                        <p:cTn id="13" dur="650" fill="hold"/>
                                        <p:tgtEl>
                                          <p:spTgt spid="134"/>
                                        </p:tgtEl>
                                        <p:attrNameLst>
                                          <p:attrName>ppt_x</p:attrName>
                                        </p:attrNameLst>
                                      </p:cBhvr>
                                      <p:tavLst>
                                        <p:tav tm="0">
                                          <p:val>
                                            <p:strVal val="#ppt_x"/>
                                          </p:val>
                                        </p:tav>
                                        <p:tav tm="100000">
                                          <p:val>
                                            <p:strVal val="#ppt_x"/>
                                          </p:val>
                                        </p:tav>
                                      </p:tavLst>
                                    </p:anim>
                                    <p:anim calcmode="lin" valueType="num">
                                      <p:cBhvr>
                                        <p:cTn id="14" dur="650" fill="hold"/>
                                        <p:tgtEl>
                                          <p:spTgt spid="13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370"/>
                                  </p:stCondLst>
                                  <p:childTnLst>
                                    <p:set>
                                      <p:cBhvr>
                                        <p:cTn id="16" dur="1" fill="hold">
                                          <p:stCondLst>
                                            <p:cond delay="0"/>
                                          </p:stCondLst>
                                        </p:cTn>
                                        <p:tgtEl>
                                          <p:spTgt spid="135"/>
                                        </p:tgtEl>
                                        <p:attrNameLst>
                                          <p:attrName>style.visibility</p:attrName>
                                        </p:attrNameLst>
                                      </p:cBhvr>
                                      <p:to>
                                        <p:strVal val="visible"/>
                                      </p:to>
                                    </p:set>
                                    <p:animEffect transition="in" filter="fade">
                                      <p:cBhvr>
                                        <p:cTn id="17" dur="650"/>
                                        <p:tgtEl>
                                          <p:spTgt spid="135"/>
                                        </p:tgtEl>
                                      </p:cBhvr>
                                    </p:animEffect>
                                    <p:anim calcmode="lin" valueType="num">
                                      <p:cBhvr>
                                        <p:cTn id="18" dur="650" fill="hold"/>
                                        <p:tgtEl>
                                          <p:spTgt spid="135"/>
                                        </p:tgtEl>
                                        <p:attrNameLst>
                                          <p:attrName>ppt_x</p:attrName>
                                        </p:attrNameLst>
                                      </p:cBhvr>
                                      <p:tavLst>
                                        <p:tav tm="0">
                                          <p:val>
                                            <p:strVal val="#ppt_x"/>
                                          </p:val>
                                        </p:tav>
                                        <p:tav tm="100000">
                                          <p:val>
                                            <p:strVal val="#ppt_x"/>
                                          </p:val>
                                        </p:tav>
                                      </p:tavLst>
                                    </p:anim>
                                    <p:anim calcmode="lin" valueType="num">
                                      <p:cBhvr>
                                        <p:cTn id="19" dur="650" fill="hold"/>
                                        <p:tgtEl>
                                          <p:spTgt spid="13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70"/>
                                  </p:stCondLst>
                                  <p:childTnLst>
                                    <p:set>
                                      <p:cBhvr>
                                        <p:cTn id="21" dur="1" fill="hold">
                                          <p:stCondLst>
                                            <p:cond delay="0"/>
                                          </p:stCondLst>
                                        </p:cTn>
                                        <p:tgtEl>
                                          <p:spTgt spid="136"/>
                                        </p:tgtEl>
                                        <p:attrNameLst>
                                          <p:attrName>style.visibility</p:attrName>
                                        </p:attrNameLst>
                                      </p:cBhvr>
                                      <p:to>
                                        <p:strVal val="visible"/>
                                      </p:to>
                                    </p:set>
                                    <p:animEffect transition="in" filter="fade">
                                      <p:cBhvr>
                                        <p:cTn id="22" dur="650"/>
                                        <p:tgtEl>
                                          <p:spTgt spid="136"/>
                                        </p:tgtEl>
                                      </p:cBhvr>
                                    </p:animEffect>
                                    <p:anim calcmode="lin" valueType="num">
                                      <p:cBhvr>
                                        <p:cTn id="23" dur="650" fill="hold"/>
                                        <p:tgtEl>
                                          <p:spTgt spid="136"/>
                                        </p:tgtEl>
                                        <p:attrNameLst>
                                          <p:attrName>ppt_x</p:attrName>
                                        </p:attrNameLst>
                                      </p:cBhvr>
                                      <p:tavLst>
                                        <p:tav tm="0">
                                          <p:val>
                                            <p:strVal val="#ppt_x"/>
                                          </p:val>
                                        </p:tav>
                                        <p:tav tm="100000">
                                          <p:val>
                                            <p:strVal val="#ppt_x"/>
                                          </p:val>
                                        </p:tav>
                                      </p:tavLst>
                                    </p:anim>
                                    <p:anim calcmode="lin" valueType="num">
                                      <p:cBhvr>
                                        <p:cTn id="24" dur="650" fill="hold"/>
                                        <p:tgtEl>
                                          <p:spTgt spid="13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370"/>
                                  </p:stCondLst>
                                  <p:childTnLst>
                                    <p:set>
                                      <p:cBhvr>
                                        <p:cTn id="26" dur="1" fill="hold">
                                          <p:stCondLst>
                                            <p:cond delay="0"/>
                                          </p:stCondLst>
                                        </p:cTn>
                                        <p:tgtEl>
                                          <p:spTgt spid="137"/>
                                        </p:tgtEl>
                                        <p:attrNameLst>
                                          <p:attrName>style.visibility</p:attrName>
                                        </p:attrNameLst>
                                      </p:cBhvr>
                                      <p:to>
                                        <p:strVal val="visible"/>
                                      </p:to>
                                    </p:set>
                                    <p:animEffect transition="in" filter="fade">
                                      <p:cBhvr>
                                        <p:cTn id="27" dur="650"/>
                                        <p:tgtEl>
                                          <p:spTgt spid="137"/>
                                        </p:tgtEl>
                                      </p:cBhvr>
                                    </p:animEffect>
                                    <p:anim calcmode="lin" valueType="num">
                                      <p:cBhvr>
                                        <p:cTn id="28" dur="650" fill="hold"/>
                                        <p:tgtEl>
                                          <p:spTgt spid="137"/>
                                        </p:tgtEl>
                                        <p:attrNameLst>
                                          <p:attrName>ppt_x</p:attrName>
                                        </p:attrNameLst>
                                      </p:cBhvr>
                                      <p:tavLst>
                                        <p:tav tm="0">
                                          <p:val>
                                            <p:strVal val="#ppt_x"/>
                                          </p:val>
                                        </p:tav>
                                        <p:tav tm="100000">
                                          <p:val>
                                            <p:strVal val="#ppt_x"/>
                                          </p:val>
                                        </p:tav>
                                      </p:tavLst>
                                    </p:anim>
                                    <p:anim calcmode="lin" valueType="num">
                                      <p:cBhvr>
                                        <p:cTn id="29" dur="650" fill="hold"/>
                                        <p:tgtEl>
                                          <p:spTgt spid="13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590"/>
                                  </p:stCondLst>
                                  <p:childTnLst>
                                    <p:set>
                                      <p:cBhvr>
                                        <p:cTn id="31" dur="1" fill="hold">
                                          <p:stCondLst>
                                            <p:cond delay="0"/>
                                          </p:stCondLst>
                                        </p:cTn>
                                        <p:tgtEl>
                                          <p:spTgt spid="138"/>
                                        </p:tgtEl>
                                        <p:attrNameLst>
                                          <p:attrName>style.visibility</p:attrName>
                                        </p:attrNameLst>
                                      </p:cBhvr>
                                      <p:to>
                                        <p:strVal val="visible"/>
                                      </p:to>
                                    </p:set>
                                    <p:animEffect transition="in" filter="fade">
                                      <p:cBhvr>
                                        <p:cTn id="32" dur="650"/>
                                        <p:tgtEl>
                                          <p:spTgt spid="138"/>
                                        </p:tgtEl>
                                      </p:cBhvr>
                                    </p:animEffect>
                                    <p:anim calcmode="lin" valueType="num">
                                      <p:cBhvr>
                                        <p:cTn id="33" dur="650" fill="hold"/>
                                        <p:tgtEl>
                                          <p:spTgt spid="138"/>
                                        </p:tgtEl>
                                        <p:attrNameLst>
                                          <p:attrName>ppt_x</p:attrName>
                                        </p:attrNameLst>
                                      </p:cBhvr>
                                      <p:tavLst>
                                        <p:tav tm="0">
                                          <p:val>
                                            <p:strVal val="#ppt_x"/>
                                          </p:val>
                                        </p:tav>
                                        <p:tav tm="100000">
                                          <p:val>
                                            <p:strVal val="#ppt_x"/>
                                          </p:val>
                                        </p:tav>
                                      </p:tavLst>
                                    </p:anim>
                                    <p:anim calcmode="lin" valueType="num">
                                      <p:cBhvr>
                                        <p:cTn id="34" dur="650" fill="hold"/>
                                        <p:tgtEl>
                                          <p:spTgt spid="13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590"/>
                                  </p:stCondLst>
                                  <p:childTnLst>
                                    <p:set>
                                      <p:cBhvr>
                                        <p:cTn id="36" dur="1" fill="hold">
                                          <p:stCondLst>
                                            <p:cond delay="0"/>
                                          </p:stCondLst>
                                        </p:cTn>
                                        <p:tgtEl>
                                          <p:spTgt spid="139"/>
                                        </p:tgtEl>
                                        <p:attrNameLst>
                                          <p:attrName>style.visibility</p:attrName>
                                        </p:attrNameLst>
                                      </p:cBhvr>
                                      <p:to>
                                        <p:strVal val="visible"/>
                                      </p:to>
                                    </p:set>
                                    <p:animEffect transition="in" filter="fade">
                                      <p:cBhvr>
                                        <p:cTn id="37" dur="650"/>
                                        <p:tgtEl>
                                          <p:spTgt spid="139"/>
                                        </p:tgtEl>
                                      </p:cBhvr>
                                    </p:animEffect>
                                    <p:anim calcmode="lin" valueType="num">
                                      <p:cBhvr>
                                        <p:cTn id="38" dur="650" fill="hold"/>
                                        <p:tgtEl>
                                          <p:spTgt spid="139"/>
                                        </p:tgtEl>
                                        <p:attrNameLst>
                                          <p:attrName>ppt_x</p:attrName>
                                        </p:attrNameLst>
                                      </p:cBhvr>
                                      <p:tavLst>
                                        <p:tav tm="0">
                                          <p:val>
                                            <p:strVal val="#ppt_x"/>
                                          </p:val>
                                        </p:tav>
                                        <p:tav tm="100000">
                                          <p:val>
                                            <p:strVal val="#ppt_x"/>
                                          </p:val>
                                        </p:tav>
                                      </p:tavLst>
                                    </p:anim>
                                    <p:anim calcmode="lin" valueType="num">
                                      <p:cBhvr>
                                        <p:cTn id="39" dur="650" fill="hold"/>
                                        <p:tgtEl>
                                          <p:spTgt spid="13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590"/>
                                  </p:stCondLst>
                                  <p:childTnLst>
                                    <p:set>
                                      <p:cBhvr>
                                        <p:cTn id="41" dur="1" fill="hold">
                                          <p:stCondLst>
                                            <p:cond delay="0"/>
                                          </p:stCondLst>
                                        </p:cTn>
                                        <p:tgtEl>
                                          <p:spTgt spid="140"/>
                                        </p:tgtEl>
                                        <p:attrNameLst>
                                          <p:attrName>style.visibility</p:attrName>
                                        </p:attrNameLst>
                                      </p:cBhvr>
                                      <p:to>
                                        <p:strVal val="visible"/>
                                      </p:to>
                                    </p:set>
                                    <p:animEffect transition="in" filter="fade">
                                      <p:cBhvr>
                                        <p:cTn id="42" dur="650"/>
                                        <p:tgtEl>
                                          <p:spTgt spid="140"/>
                                        </p:tgtEl>
                                      </p:cBhvr>
                                    </p:animEffect>
                                    <p:anim calcmode="lin" valueType="num">
                                      <p:cBhvr>
                                        <p:cTn id="43" dur="650" fill="hold"/>
                                        <p:tgtEl>
                                          <p:spTgt spid="140"/>
                                        </p:tgtEl>
                                        <p:attrNameLst>
                                          <p:attrName>ppt_x</p:attrName>
                                        </p:attrNameLst>
                                      </p:cBhvr>
                                      <p:tavLst>
                                        <p:tav tm="0">
                                          <p:val>
                                            <p:strVal val="#ppt_x"/>
                                          </p:val>
                                        </p:tav>
                                        <p:tav tm="100000">
                                          <p:val>
                                            <p:strVal val="#ppt_x"/>
                                          </p:val>
                                        </p:tav>
                                      </p:tavLst>
                                    </p:anim>
                                    <p:anim calcmode="lin" valueType="num">
                                      <p:cBhvr>
                                        <p:cTn id="44" dur="650" fill="hold"/>
                                        <p:tgtEl>
                                          <p:spTgt spid="140"/>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590"/>
                                  </p:stCondLst>
                                  <p:childTnLst>
                                    <p:set>
                                      <p:cBhvr>
                                        <p:cTn id="46" dur="1" fill="hold">
                                          <p:stCondLst>
                                            <p:cond delay="0"/>
                                          </p:stCondLst>
                                        </p:cTn>
                                        <p:tgtEl>
                                          <p:spTgt spid="141"/>
                                        </p:tgtEl>
                                        <p:attrNameLst>
                                          <p:attrName>style.visibility</p:attrName>
                                        </p:attrNameLst>
                                      </p:cBhvr>
                                      <p:to>
                                        <p:strVal val="visible"/>
                                      </p:to>
                                    </p:set>
                                    <p:animEffect transition="in" filter="fade">
                                      <p:cBhvr>
                                        <p:cTn id="47" dur="650"/>
                                        <p:tgtEl>
                                          <p:spTgt spid="141"/>
                                        </p:tgtEl>
                                      </p:cBhvr>
                                    </p:animEffect>
                                    <p:anim calcmode="lin" valueType="num">
                                      <p:cBhvr>
                                        <p:cTn id="48" dur="650" fill="hold"/>
                                        <p:tgtEl>
                                          <p:spTgt spid="141"/>
                                        </p:tgtEl>
                                        <p:attrNameLst>
                                          <p:attrName>ppt_x</p:attrName>
                                        </p:attrNameLst>
                                      </p:cBhvr>
                                      <p:tavLst>
                                        <p:tav tm="0">
                                          <p:val>
                                            <p:strVal val="#ppt_x"/>
                                          </p:val>
                                        </p:tav>
                                        <p:tav tm="100000">
                                          <p:val>
                                            <p:strVal val="#ppt_x"/>
                                          </p:val>
                                        </p:tav>
                                      </p:tavLst>
                                    </p:anim>
                                    <p:anim calcmode="lin" valueType="num">
                                      <p:cBhvr>
                                        <p:cTn id="49" dur="650" fill="hold"/>
                                        <p:tgtEl>
                                          <p:spTgt spid="141"/>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74"/>
                                        </p:tgtEl>
                                        <p:attrNameLst>
                                          <p:attrName>style.visibility</p:attrName>
                                        </p:attrNameLst>
                                      </p:cBhvr>
                                      <p:to>
                                        <p:strVal val="visible"/>
                                      </p:to>
                                    </p:set>
                                    <p:animEffect transition="in" filter="fade">
                                      <p:cBhvr>
                                        <p:cTn id="54" dur="420"/>
                                        <p:tgtEl>
                                          <p:spTgt spid="7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75"/>
                                        </p:tgtEl>
                                        <p:attrNameLst>
                                          <p:attrName>style.visibility</p:attrName>
                                        </p:attrNameLst>
                                      </p:cBhvr>
                                      <p:to>
                                        <p:strVal val="visible"/>
                                      </p:to>
                                    </p:set>
                                    <p:animEffect transition="in" filter="fade">
                                      <p:cBhvr>
                                        <p:cTn id="57" dur="420"/>
                                        <p:tgtEl>
                                          <p:spTgt spid="7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76"/>
                                        </p:tgtEl>
                                        <p:attrNameLst>
                                          <p:attrName>style.visibility</p:attrName>
                                        </p:attrNameLst>
                                      </p:cBhvr>
                                      <p:to>
                                        <p:strVal val="visible"/>
                                      </p:to>
                                    </p:set>
                                    <p:animEffect transition="in" filter="fade">
                                      <p:cBhvr>
                                        <p:cTn id="60" dur="420"/>
                                        <p:tgtEl>
                                          <p:spTgt spid="76"/>
                                        </p:tgtEl>
                                      </p:cBhvr>
                                    </p:animEffect>
                                  </p:childTnLst>
                                </p:cTn>
                              </p:par>
                              <p:par>
                                <p:cTn id="61" presetID="10" presetClass="entr" presetSubtype="0" fill="hold" nodeType="withEffect">
                                  <p:stCondLst>
                                    <p:cond delay="0"/>
                                  </p:stCondLst>
                                  <p:childTnLst>
                                    <p:set>
                                      <p:cBhvr>
                                        <p:cTn id="62" dur="1" fill="hold">
                                          <p:stCondLst>
                                            <p:cond delay="0"/>
                                          </p:stCondLst>
                                        </p:cTn>
                                        <p:tgtEl>
                                          <p:spTgt spid="77"/>
                                        </p:tgtEl>
                                        <p:attrNameLst>
                                          <p:attrName>style.visibility</p:attrName>
                                        </p:attrNameLst>
                                      </p:cBhvr>
                                      <p:to>
                                        <p:strVal val="visible"/>
                                      </p:to>
                                    </p:set>
                                    <p:animEffect transition="in" filter="fade">
                                      <p:cBhvr>
                                        <p:cTn id="63" dur="420"/>
                                        <p:tgtEl>
                                          <p:spTgt spid="7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78"/>
                                        </p:tgtEl>
                                        <p:attrNameLst>
                                          <p:attrName>style.visibility</p:attrName>
                                        </p:attrNameLst>
                                      </p:cBhvr>
                                      <p:to>
                                        <p:strVal val="visible"/>
                                      </p:to>
                                    </p:set>
                                    <p:animEffect transition="in" filter="fade">
                                      <p:cBhvr>
                                        <p:cTn id="66" dur="420"/>
                                        <p:tgtEl>
                                          <p:spTgt spid="78"/>
                                        </p:tgtEl>
                                      </p:cBhvr>
                                    </p:animEffect>
                                  </p:childTnLst>
                                </p:cTn>
                              </p:par>
                              <p:par>
                                <p:cTn id="67" presetID="10" presetClass="entr" presetSubtype="0" fill="hold" nodeType="withEffect">
                                  <p:stCondLst>
                                    <p:cond delay="0"/>
                                  </p:stCondLst>
                                  <p:childTnLst>
                                    <p:set>
                                      <p:cBhvr>
                                        <p:cTn id="68" dur="1" fill="hold">
                                          <p:stCondLst>
                                            <p:cond delay="0"/>
                                          </p:stCondLst>
                                        </p:cTn>
                                        <p:tgtEl>
                                          <p:spTgt spid="79"/>
                                        </p:tgtEl>
                                        <p:attrNameLst>
                                          <p:attrName>style.visibility</p:attrName>
                                        </p:attrNameLst>
                                      </p:cBhvr>
                                      <p:to>
                                        <p:strVal val="visible"/>
                                      </p:to>
                                    </p:set>
                                    <p:animEffect transition="in" filter="fade">
                                      <p:cBhvr>
                                        <p:cTn id="69" dur="420"/>
                                        <p:tgtEl>
                                          <p:spTgt spid="7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80"/>
                                        </p:tgtEl>
                                        <p:attrNameLst>
                                          <p:attrName>style.visibility</p:attrName>
                                        </p:attrNameLst>
                                      </p:cBhvr>
                                      <p:to>
                                        <p:strVal val="visible"/>
                                      </p:to>
                                    </p:set>
                                    <p:animEffect transition="in" filter="fade">
                                      <p:cBhvr>
                                        <p:cTn id="72" dur="420"/>
                                        <p:tgtEl>
                                          <p:spTgt spid="8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81"/>
                                        </p:tgtEl>
                                        <p:attrNameLst>
                                          <p:attrName>style.visibility</p:attrName>
                                        </p:attrNameLst>
                                      </p:cBhvr>
                                      <p:to>
                                        <p:strVal val="visible"/>
                                      </p:to>
                                    </p:set>
                                    <p:animEffect transition="in" filter="fade">
                                      <p:cBhvr>
                                        <p:cTn id="75" dur="420"/>
                                        <p:tgtEl>
                                          <p:spTgt spid="81"/>
                                        </p:tgtEl>
                                      </p:cBhvr>
                                    </p:animEffect>
                                  </p:childTnLst>
                                </p:cTn>
                              </p:par>
                              <p:par>
                                <p:cTn id="76" presetID="1" presetClass="entr" presetSubtype="0" fill="hold" grpId="0" nodeType="withEffect">
                                  <p:stCondLst>
                                    <p:cond delay="0"/>
                                  </p:stCondLst>
                                  <p:childTnLst>
                                    <p:set>
                                      <p:cBhvr>
                                        <p:cTn id="77" dur="1" fill="hold">
                                          <p:stCondLst>
                                            <p:cond delay="0"/>
                                          </p:stCondLst>
                                        </p:cTn>
                                        <p:tgtEl>
                                          <p:spTgt spid="82"/>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83"/>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84"/>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85"/>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86"/>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87"/>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88"/>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89"/>
                                        </p:tgtEl>
                                        <p:attrNameLst>
                                          <p:attrName>style.visibility</p:attrName>
                                        </p:attrNameLst>
                                      </p:cBhvr>
                                      <p:to>
                                        <p:strVal val="visible"/>
                                      </p:to>
                                    </p:set>
                                  </p:childTnLst>
                                </p:cTn>
                              </p:par>
                              <p:par>
                                <p:cTn id="92" presetID="10" presetClass="exit" presetSubtype="0" fill="hold" grpId="0" nodeType="withEffect">
                                  <p:stCondLst>
                                    <p:cond delay="0"/>
                                  </p:stCondLst>
                                  <p:childTnLst>
                                    <p:animEffect transition="out" filter="fade">
                                      <p:cBhvr>
                                        <p:cTn id="93" dur="420"/>
                                        <p:tgtEl>
                                          <p:spTgt spid="126"/>
                                        </p:tgtEl>
                                      </p:cBhvr>
                                    </p:animEffect>
                                    <p:set>
                                      <p:cBhvr>
                                        <p:cTn id="94" dur="1" fill="hold">
                                          <p:stCondLst>
                                            <p:cond delay="419"/>
                                          </p:stCondLst>
                                        </p:cTn>
                                        <p:tgtEl>
                                          <p:spTgt spid="126"/>
                                        </p:tgtEl>
                                        <p:attrNameLst>
                                          <p:attrName>style.visibility</p:attrName>
                                        </p:attrNameLst>
                                      </p:cBhvr>
                                      <p:to>
                                        <p:strVal val="hidden"/>
                                      </p:to>
                                    </p:set>
                                  </p:childTnLst>
                                </p:cTn>
                              </p:par>
                              <p:par>
                                <p:cTn id="95" presetID="10" presetClass="exit" presetSubtype="0" fill="hold" grpId="0" nodeType="withEffect">
                                  <p:stCondLst>
                                    <p:cond delay="0"/>
                                  </p:stCondLst>
                                  <p:childTnLst>
                                    <p:animEffect transition="out" filter="fade">
                                      <p:cBhvr>
                                        <p:cTn id="96" dur="420"/>
                                        <p:tgtEl>
                                          <p:spTgt spid="127"/>
                                        </p:tgtEl>
                                      </p:cBhvr>
                                    </p:animEffect>
                                    <p:set>
                                      <p:cBhvr>
                                        <p:cTn id="97" dur="1" fill="hold">
                                          <p:stCondLst>
                                            <p:cond delay="419"/>
                                          </p:stCondLst>
                                        </p:cTn>
                                        <p:tgtEl>
                                          <p:spTgt spid="127"/>
                                        </p:tgtEl>
                                        <p:attrNameLst>
                                          <p:attrName>style.visibility</p:attrName>
                                        </p:attrNameLst>
                                      </p:cBhvr>
                                      <p:to>
                                        <p:strVal val="hidden"/>
                                      </p:to>
                                    </p:set>
                                  </p:childTnLst>
                                </p:cTn>
                              </p:par>
                              <p:par>
                                <p:cTn id="98" presetID="10" presetClass="exit" presetSubtype="0" fill="hold" grpId="0" nodeType="withEffect">
                                  <p:stCondLst>
                                    <p:cond delay="0"/>
                                  </p:stCondLst>
                                  <p:childTnLst>
                                    <p:animEffect transition="out" filter="fade">
                                      <p:cBhvr>
                                        <p:cTn id="99" dur="420"/>
                                        <p:tgtEl>
                                          <p:spTgt spid="128"/>
                                        </p:tgtEl>
                                      </p:cBhvr>
                                    </p:animEffect>
                                    <p:set>
                                      <p:cBhvr>
                                        <p:cTn id="100" dur="1" fill="hold">
                                          <p:stCondLst>
                                            <p:cond delay="419"/>
                                          </p:stCondLst>
                                        </p:cTn>
                                        <p:tgtEl>
                                          <p:spTgt spid="128"/>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420"/>
                                        <p:tgtEl>
                                          <p:spTgt spid="129"/>
                                        </p:tgtEl>
                                      </p:cBhvr>
                                    </p:animEffect>
                                    <p:set>
                                      <p:cBhvr>
                                        <p:cTn id="103" dur="1" fill="hold">
                                          <p:stCondLst>
                                            <p:cond delay="419"/>
                                          </p:stCondLst>
                                        </p:cTn>
                                        <p:tgtEl>
                                          <p:spTgt spid="129"/>
                                        </p:tgtEl>
                                        <p:attrNameLst>
                                          <p:attrName>style.visibility</p:attrName>
                                        </p:attrNameLst>
                                      </p:cBhvr>
                                      <p:to>
                                        <p:strVal val="hidden"/>
                                      </p:to>
                                    </p:set>
                                  </p:childTnLst>
                                </p:cTn>
                              </p:par>
                              <p:par>
                                <p:cTn id="104" presetID="10" presetClass="exit" presetSubtype="0" fill="hold" grpId="0" nodeType="withEffect">
                                  <p:stCondLst>
                                    <p:cond delay="0"/>
                                  </p:stCondLst>
                                  <p:childTnLst>
                                    <p:animEffect transition="out" filter="fade">
                                      <p:cBhvr>
                                        <p:cTn id="105" dur="420"/>
                                        <p:tgtEl>
                                          <p:spTgt spid="130"/>
                                        </p:tgtEl>
                                      </p:cBhvr>
                                    </p:animEffect>
                                    <p:set>
                                      <p:cBhvr>
                                        <p:cTn id="106" dur="1" fill="hold">
                                          <p:stCondLst>
                                            <p:cond delay="419"/>
                                          </p:stCondLst>
                                        </p:cTn>
                                        <p:tgtEl>
                                          <p:spTgt spid="130"/>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420"/>
                                        <p:tgtEl>
                                          <p:spTgt spid="131"/>
                                        </p:tgtEl>
                                      </p:cBhvr>
                                    </p:animEffect>
                                    <p:set>
                                      <p:cBhvr>
                                        <p:cTn id="109" dur="1" fill="hold">
                                          <p:stCondLst>
                                            <p:cond delay="419"/>
                                          </p:stCondLst>
                                        </p:cTn>
                                        <p:tgtEl>
                                          <p:spTgt spid="131"/>
                                        </p:tgtEl>
                                        <p:attrNameLst>
                                          <p:attrName>style.visibility</p:attrName>
                                        </p:attrNameLst>
                                      </p:cBhvr>
                                      <p:to>
                                        <p:strVal val="hidden"/>
                                      </p:to>
                                    </p:set>
                                  </p:childTnLst>
                                </p:cTn>
                              </p:par>
                              <p:par>
                                <p:cTn id="110" presetID="10" presetClass="exit" presetSubtype="0" fill="hold" grpId="0" nodeType="withEffect">
                                  <p:stCondLst>
                                    <p:cond delay="0"/>
                                  </p:stCondLst>
                                  <p:childTnLst>
                                    <p:animEffect transition="out" filter="fade">
                                      <p:cBhvr>
                                        <p:cTn id="111" dur="420"/>
                                        <p:tgtEl>
                                          <p:spTgt spid="132"/>
                                        </p:tgtEl>
                                      </p:cBhvr>
                                    </p:animEffect>
                                    <p:set>
                                      <p:cBhvr>
                                        <p:cTn id="112" dur="1" fill="hold">
                                          <p:stCondLst>
                                            <p:cond delay="419"/>
                                          </p:stCondLst>
                                        </p:cTn>
                                        <p:tgtEl>
                                          <p:spTgt spid="132"/>
                                        </p:tgtEl>
                                        <p:attrNameLst>
                                          <p:attrName>style.visibility</p:attrName>
                                        </p:attrNameLst>
                                      </p:cBhvr>
                                      <p:to>
                                        <p:strVal val="hidden"/>
                                      </p:to>
                                    </p:set>
                                  </p:childTnLst>
                                </p:cTn>
                              </p:par>
                              <p:par>
                                <p:cTn id="113" presetID="10" presetClass="exit" presetSubtype="0" fill="hold" grpId="1" nodeType="withEffect">
                                  <p:stCondLst>
                                    <p:cond delay="0"/>
                                  </p:stCondLst>
                                  <p:childTnLst>
                                    <p:animEffect transition="out" filter="fade">
                                      <p:cBhvr>
                                        <p:cTn id="114" dur="420"/>
                                        <p:tgtEl>
                                          <p:spTgt spid="133"/>
                                        </p:tgtEl>
                                      </p:cBhvr>
                                    </p:animEffect>
                                    <p:set>
                                      <p:cBhvr>
                                        <p:cTn id="115" dur="1" fill="hold">
                                          <p:stCondLst>
                                            <p:cond delay="419"/>
                                          </p:stCondLst>
                                        </p:cTn>
                                        <p:tgtEl>
                                          <p:spTgt spid="133"/>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420"/>
                                        <p:tgtEl>
                                          <p:spTgt spid="134"/>
                                        </p:tgtEl>
                                      </p:cBhvr>
                                    </p:animEffect>
                                    <p:set>
                                      <p:cBhvr>
                                        <p:cTn id="118" dur="1" fill="hold">
                                          <p:stCondLst>
                                            <p:cond delay="419"/>
                                          </p:stCondLst>
                                        </p:cTn>
                                        <p:tgtEl>
                                          <p:spTgt spid="134"/>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420"/>
                                        <p:tgtEl>
                                          <p:spTgt spid="135"/>
                                        </p:tgtEl>
                                      </p:cBhvr>
                                    </p:animEffect>
                                    <p:set>
                                      <p:cBhvr>
                                        <p:cTn id="121" dur="1" fill="hold">
                                          <p:stCondLst>
                                            <p:cond delay="419"/>
                                          </p:stCondLst>
                                        </p:cTn>
                                        <p:tgtEl>
                                          <p:spTgt spid="135"/>
                                        </p:tgtEl>
                                        <p:attrNameLst>
                                          <p:attrName>style.visibility</p:attrName>
                                        </p:attrNameLst>
                                      </p:cBhvr>
                                      <p:to>
                                        <p:strVal val="hidden"/>
                                      </p:to>
                                    </p:set>
                                  </p:childTnLst>
                                </p:cTn>
                              </p:par>
                              <p:par>
                                <p:cTn id="122" presetID="10" presetClass="exit" presetSubtype="0" fill="hold" nodeType="withEffect">
                                  <p:stCondLst>
                                    <p:cond delay="0"/>
                                  </p:stCondLst>
                                  <p:childTnLst>
                                    <p:animEffect transition="out" filter="fade">
                                      <p:cBhvr>
                                        <p:cTn id="123" dur="420"/>
                                        <p:tgtEl>
                                          <p:spTgt spid="136"/>
                                        </p:tgtEl>
                                      </p:cBhvr>
                                    </p:animEffect>
                                    <p:set>
                                      <p:cBhvr>
                                        <p:cTn id="124" dur="1" fill="hold">
                                          <p:stCondLst>
                                            <p:cond delay="419"/>
                                          </p:stCondLst>
                                        </p:cTn>
                                        <p:tgtEl>
                                          <p:spTgt spid="136"/>
                                        </p:tgtEl>
                                        <p:attrNameLst>
                                          <p:attrName>style.visibility</p:attrName>
                                        </p:attrNameLst>
                                      </p:cBhvr>
                                      <p:to>
                                        <p:strVal val="hidden"/>
                                      </p:to>
                                    </p:set>
                                  </p:childTnLst>
                                </p:cTn>
                              </p:par>
                              <p:par>
                                <p:cTn id="125" presetID="10" presetClass="exit" presetSubtype="0" fill="hold" grpId="1" nodeType="withEffect">
                                  <p:stCondLst>
                                    <p:cond delay="0"/>
                                  </p:stCondLst>
                                  <p:childTnLst>
                                    <p:animEffect transition="out" filter="fade">
                                      <p:cBhvr>
                                        <p:cTn id="126" dur="420"/>
                                        <p:tgtEl>
                                          <p:spTgt spid="137"/>
                                        </p:tgtEl>
                                      </p:cBhvr>
                                    </p:animEffect>
                                    <p:set>
                                      <p:cBhvr>
                                        <p:cTn id="127" dur="1" fill="hold">
                                          <p:stCondLst>
                                            <p:cond delay="419"/>
                                          </p:stCondLst>
                                        </p:cTn>
                                        <p:tgtEl>
                                          <p:spTgt spid="137"/>
                                        </p:tgtEl>
                                        <p:attrNameLst>
                                          <p:attrName>style.visibility</p:attrName>
                                        </p:attrNameLst>
                                      </p:cBhvr>
                                      <p:to>
                                        <p:strVal val="hidden"/>
                                      </p:to>
                                    </p:set>
                                  </p:childTnLst>
                                </p:cTn>
                              </p:par>
                              <p:par>
                                <p:cTn id="128" presetID="10" presetClass="exit" presetSubtype="0" fill="hold" grpId="1" nodeType="withEffect">
                                  <p:stCondLst>
                                    <p:cond delay="0"/>
                                  </p:stCondLst>
                                  <p:childTnLst>
                                    <p:animEffect transition="out" filter="fade">
                                      <p:cBhvr>
                                        <p:cTn id="129" dur="420"/>
                                        <p:tgtEl>
                                          <p:spTgt spid="138"/>
                                        </p:tgtEl>
                                      </p:cBhvr>
                                    </p:animEffect>
                                    <p:set>
                                      <p:cBhvr>
                                        <p:cTn id="130" dur="1" fill="hold">
                                          <p:stCondLst>
                                            <p:cond delay="419"/>
                                          </p:stCondLst>
                                        </p:cTn>
                                        <p:tgtEl>
                                          <p:spTgt spid="138"/>
                                        </p:tgtEl>
                                        <p:attrNameLst>
                                          <p:attrName>style.visibility</p:attrName>
                                        </p:attrNameLst>
                                      </p:cBhvr>
                                      <p:to>
                                        <p:strVal val="hidden"/>
                                      </p:to>
                                    </p:set>
                                  </p:childTnLst>
                                </p:cTn>
                              </p:par>
                              <p:par>
                                <p:cTn id="131" presetID="10" presetClass="exit" presetSubtype="0" fill="hold" grpId="1" nodeType="withEffect">
                                  <p:stCondLst>
                                    <p:cond delay="0"/>
                                  </p:stCondLst>
                                  <p:childTnLst>
                                    <p:animEffect transition="out" filter="fade">
                                      <p:cBhvr>
                                        <p:cTn id="132" dur="420"/>
                                        <p:tgtEl>
                                          <p:spTgt spid="139"/>
                                        </p:tgtEl>
                                      </p:cBhvr>
                                    </p:animEffect>
                                    <p:set>
                                      <p:cBhvr>
                                        <p:cTn id="133" dur="1" fill="hold">
                                          <p:stCondLst>
                                            <p:cond delay="419"/>
                                          </p:stCondLst>
                                        </p:cTn>
                                        <p:tgtEl>
                                          <p:spTgt spid="139"/>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420"/>
                                        <p:tgtEl>
                                          <p:spTgt spid="140"/>
                                        </p:tgtEl>
                                      </p:cBhvr>
                                    </p:animEffect>
                                    <p:set>
                                      <p:cBhvr>
                                        <p:cTn id="136" dur="1" fill="hold">
                                          <p:stCondLst>
                                            <p:cond delay="419"/>
                                          </p:stCondLst>
                                        </p:cTn>
                                        <p:tgtEl>
                                          <p:spTgt spid="140"/>
                                        </p:tgtEl>
                                        <p:attrNameLst>
                                          <p:attrName>style.visibility</p:attrName>
                                        </p:attrNameLst>
                                      </p:cBhvr>
                                      <p:to>
                                        <p:strVal val="hidden"/>
                                      </p:to>
                                    </p:set>
                                  </p:childTnLst>
                                </p:cTn>
                              </p:par>
                              <p:par>
                                <p:cTn id="137" presetID="10" presetClass="exit" presetSubtype="0" fill="hold" grpId="1" nodeType="withEffect">
                                  <p:stCondLst>
                                    <p:cond delay="0"/>
                                  </p:stCondLst>
                                  <p:childTnLst>
                                    <p:animEffect transition="out" filter="fade">
                                      <p:cBhvr>
                                        <p:cTn id="138" dur="420"/>
                                        <p:tgtEl>
                                          <p:spTgt spid="141"/>
                                        </p:tgtEl>
                                      </p:cBhvr>
                                    </p:animEffect>
                                    <p:set>
                                      <p:cBhvr>
                                        <p:cTn id="139" dur="1" fill="hold">
                                          <p:stCondLst>
                                            <p:cond delay="419"/>
                                          </p:stCondLst>
                                        </p:cTn>
                                        <p:tgtEl>
                                          <p:spTgt spid="141"/>
                                        </p:tgtEl>
                                        <p:attrNameLst>
                                          <p:attrName>style.visibility</p:attrName>
                                        </p:attrNameLst>
                                      </p:cBhvr>
                                      <p:to>
                                        <p:strVal val="hidden"/>
                                      </p:to>
                                    </p:set>
                                  </p:childTnLst>
                                </p:cTn>
                              </p:par>
                              <p:par>
                                <p:cTn id="140" presetID="53" presetClass="entr" presetSubtype="16" fill="hold" grpId="0" nodeType="withEffect">
                                  <p:stCondLst>
                                    <p:cond delay="0"/>
                                  </p:stCondLst>
                                  <p:childTnLst>
                                    <p:set>
                                      <p:cBhvr>
                                        <p:cTn id="141" dur="1" fill="hold">
                                          <p:stCondLst>
                                            <p:cond delay="0"/>
                                          </p:stCondLst>
                                        </p:cTn>
                                        <p:tgtEl>
                                          <p:spTgt spid="90"/>
                                        </p:tgtEl>
                                        <p:attrNameLst>
                                          <p:attrName>style.visibility</p:attrName>
                                        </p:attrNameLst>
                                      </p:cBhvr>
                                      <p:to>
                                        <p:strVal val="visible"/>
                                      </p:to>
                                    </p:set>
                                    <p:anim calcmode="lin" valueType="num">
                                      <p:cBhvr>
                                        <p:cTn id="142" dur="750" fill="hold"/>
                                        <p:tgtEl>
                                          <p:spTgt spid="90"/>
                                        </p:tgtEl>
                                        <p:attrNameLst>
                                          <p:attrName>ppt_w</p:attrName>
                                        </p:attrNameLst>
                                      </p:cBhvr>
                                      <p:tavLst>
                                        <p:tav tm="0">
                                          <p:val>
                                            <p:fltVal val="0"/>
                                          </p:val>
                                        </p:tav>
                                        <p:tav tm="100000">
                                          <p:val>
                                            <p:strVal val="#ppt_w"/>
                                          </p:val>
                                        </p:tav>
                                      </p:tavLst>
                                    </p:anim>
                                    <p:anim calcmode="lin" valueType="num">
                                      <p:cBhvr>
                                        <p:cTn id="143" dur="750" fill="hold"/>
                                        <p:tgtEl>
                                          <p:spTgt spid="90"/>
                                        </p:tgtEl>
                                        <p:attrNameLst>
                                          <p:attrName>ppt_h</p:attrName>
                                        </p:attrNameLst>
                                      </p:cBhvr>
                                      <p:tavLst>
                                        <p:tav tm="0">
                                          <p:val>
                                            <p:fltVal val="0"/>
                                          </p:val>
                                        </p:tav>
                                        <p:tav tm="100000">
                                          <p:val>
                                            <p:strVal val="#ppt_h"/>
                                          </p:val>
                                        </p:tav>
                                      </p:tavLst>
                                    </p:anim>
                                    <p:animEffect transition="in" filter="fade">
                                      <p:cBhvr>
                                        <p:cTn id="144" dur="750"/>
                                        <p:tgtEl>
                                          <p:spTgt spid="90"/>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91"/>
                                        </p:tgtEl>
                                        <p:attrNameLst>
                                          <p:attrName>style.visibility</p:attrName>
                                        </p:attrNameLst>
                                      </p:cBhvr>
                                      <p:to>
                                        <p:strVal val="visible"/>
                                      </p:to>
                                    </p:set>
                                    <p:anim calcmode="lin" valueType="num">
                                      <p:cBhvr>
                                        <p:cTn id="147" dur="750" fill="hold"/>
                                        <p:tgtEl>
                                          <p:spTgt spid="91"/>
                                        </p:tgtEl>
                                        <p:attrNameLst>
                                          <p:attrName>ppt_w</p:attrName>
                                        </p:attrNameLst>
                                      </p:cBhvr>
                                      <p:tavLst>
                                        <p:tav tm="0">
                                          <p:val>
                                            <p:fltVal val="0"/>
                                          </p:val>
                                        </p:tav>
                                        <p:tav tm="100000">
                                          <p:val>
                                            <p:strVal val="#ppt_w"/>
                                          </p:val>
                                        </p:tav>
                                      </p:tavLst>
                                    </p:anim>
                                    <p:anim calcmode="lin" valueType="num">
                                      <p:cBhvr>
                                        <p:cTn id="148" dur="750" fill="hold"/>
                                        <p:tgtEl>
                                          <p:spTgt spid="91"/>
                                        </p:tgtEl>
                                        <p:attrNameLst>
                                          <p:attrName>ppt_h</p:attrName>
                                        </p:attrNameLst>
                                      </p:cBhvr>
                                      <p:tavLst>
                                        <p:tav tm="0">
                                          <p:val>
                                            <p:fltVal val="0"/>
                                          </p:val>
                                        </p:tav>
                                        <p:tav tm="100000">
                                          <p:val>
                                            <p:strVal val="#ppt_h"/>
                                          </p:val>
                                        </p:tav>
                                      </p:tavLst>
                                    </p:anim>
                                    <p:animEffect transition="in" filter="fade">
                                      <p:cBhvr>
                                        <p:cTn id="149" dur="750"/>
                                        <p:tgtEl>
                                          <p:spTgt spid="91"/>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92"/>
                                        </p:tgtEl>
                                        <p:attrNameLst>
                                          <p:attrName>style.visibility</p:attrName>
                                        </p:attrNameLst>
                                      </p:cBhvr>
                                      <p:to>
                                        <p:strVal val="visible"/>
                                      </p:to>
                                    </p:set>
                                    <p:anim calcmode="lin" valueType="num">
                                      <p:cBhvr>
                                        <p:cTn id="152" dur="750" fill="hold"/>
                                        <p:tgtEl>
                                          <p:spTgt spid="92"/>
                                        </p:tgtEl>
                                        <p:attrNameLst>
                                          <p:attrName>ppt_w</p:attrName>
                                        </p:attrNameLst>
                                      </p:cBhvr>
                                      <p:tavLst>
                                        <p:tav tm="0">
                                          <p:val>
                                            <p:fltVal val="0"/>
                                          </p:val>
                                        </p:tav>
                                        <p:tav tm="100000">
                                          <p:val>
                                            <p:strVal val="#ppt_w"/>
                                          </p:val>
                                        </p:tav>
                                      </p:tavLst>
                                    </p:anim>
                                    <p:anim calcmode="lin" valueType="num">
                                      <p:cBhvr>
                                        <p:cTn id="153" dur="750" fill="hold"/>
                                        <p:tgtEl>
                                          <p:spTgt spid="92"/>
                                        </p:tgtEl>
                                        <p:attrNameLst>
                                          <p:attrName>ppt_h</p:attrName>
                                        </p:attrNameLst>
                                      </p:cBhvr>
                                      <p:tavLst>
                                        <p:tav tm="0">
                                          <p:val>
                                            <p:fltVal val="0"/>
                                          </p:val>
                                        </p:tav>
                                        <p:tav tm="100000">
                                          <p:val>
                                            <p:strVal val="#ppt_h"/>
                                          </p:val>
                                        </p:tav>
                                      </p:tavLst>
                                    </p:anim>
                                    <p:animEffect transition="in" filter="fade">
                                      <p:cBhvr>
                                        <p:cTn id="154" dur="750"/>
                                        <p:tgtEl>
                                          <p:spTgt spid="92"/>
                                        </p:tgtEl>
                                      </p:cBhvr>
                                    </p:animEffect>
                                  </p:childTnLst>
                                </p:cTn>
                              </p:par>
                              <p:par>
                                <p:cTn id="155" presetID="53" presetClass="entr" presetSubtype="16" fill="hold" nodeType="withEffect">
                                  <p:stCondLst>
                                    <p:cond delay="0"/>
                                  </p:stCondLst>
                                  <p:childTnLst>
                                    <p:set>
                                      <p:cBhvr>
                                        <p:cTn id="156" dur="1" fill="hold">
                                          <p:stCondLst>
                                            <p:cond delay="0"/>
                                          </p:stCondLst>
                                        </p:cTn>
                                        <p:tgtEl>
                                          <p:spTgt spid="93"/>
                                        </p:tgtEl>
                                        <p:attrNameLst>
                                          <p:attrName>style.visibility</p:attrName>
                                        </p:attrNameLst>
                                      </p:cBhvr>
                                      <p:to>
                                        <p:strVal val="visible"/>
                                      </p:to>
                                    </p:set>
                                    <p:anim calcmode="lin" valueType="num">
                                      <p:cBhvr>
                                        <p:cTn id="157" dur="750" fill="hold"/>
                                        <p:tgtEl>
                                          <p:spTgt spid="93"/>
                                        </p:tgtEl>
                                        <p:attrNameLst>
                                          <p:attrName>ppt_w</p:attrName>
                                        </p:attrNameLst>
                                      </p:cBhvr>
                                      <p:tavLst>
                                        <p:tav tm="0">
                                          <p:val>
                                            <p:fltVal val="0"/>
                                          </p:val>
                                        </p:tav>
                                        <p:tav tm="100000">
                                          <p:val>
                                            <p:strVal val="#ppt_w"/>
                                          </p:val>
                                        </p:tav>
                                      </p:tavLst>
                                    </p:anim>
                                    <p:anim calcmode="lin" valueType="num">
                                      <p:cBhvr>
                                        <p:cTn id="158" dur="750" fill="hold"/>
                                        <p:tgtEl>
                                          <p:spTgt spid="93"/>
                                        </p:tgtEl>
                                        <p:attrNameLst>
                                          <p:attrName>ppt_h</p:attrName>
                                        </p:attrNameLst>
                                      </p:cBhvr>
                                      <p:tavLst>
                                        <p:tav tm="0">
                                          <p:val>
                                            <p:fltVal val="0"/>
                                          </p:val>
                                        </p:tav>
                                        <p:tav tm="100000">
                                          <p:val>
                                            <p:strVal val="#ppt_h"/>
                                          </p:val>
                                        </p:tav>
                                      </p:tavLst>
                                    </p:anim>
                                    <p:animEffect transition="in" filter="fade">
                                      <p:cBhvr>
                                        <p:cTn id="159" dur="750"/>
                                        <p:tgtEl>
                                          <p:spTgt spid="93"/>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94"/>
                                        </p:tgtEl>
                                        <p:attrNameLst>
                                          <p:attrName>style.visibility</p:attrName>
                                        </p:attrNameLst>
                                      </p:cBhvr>
                                      <p:to>
                                        <p:strVal val="visible"/>
                                      </p:to>
                                    </p:set>
                                    <p:anim calcmode="lin" valueType="num">
                                      <p:cBhvr>
                                        <p:cTn id="162" dur="750" fill="hold"/>
                                        <p:tgtEl>
                                          <p:spTgt spid="94"/>
                                        </p:tgtEl>
                                        <p:attrNameLst>
                                          <p:attrName>ppt_w</p:attrName>
                                        </p:attrNameLst>
                                      </p:cBhvr>
                                      <p:tavLst>
                                        <p:tav tm="0">
                                          <p:val>
                                            <p:fltVal val="0"/>
                                          </p:val>
                                        </p:tav>
                                        <p:tav tm="100000">
                                          <p:val>
                                            <p:strVal val="#ppt_w"/>
                                          </p:val>
                                        </p:tav>
                                      </p:tavLst>
                                    </p:anim>
                                    <p:anim calcmode="lin" valueType="num">
                                      <p:cBhvr>
                                        <p:cTn id="163" dur="750" fill="hold"/>
                                        <p:tgtEl>
                                          <p:spTgt spid="94"/>
                                        </p:tgtEl>
                                        <p:attrNameLst>
                                          <p:attrName>ppt_h</p:attrName>
                                        </p:attrNameLst>
                                      </p:cBhvr>
                                      <p:tavLst>
                                        <p:tav tm="0">
                                          <p:val>
                                            <p:fltVal val="0"/>
                                          </p:val>
                                        </p:tav>
                                        <p:tav tm="100000">
                                          <p:val>
                                            <p:strVal val="#ppt_h"/>
                                          </p:val>
                                        </p:tav>
                                      </p:tavLst>
                                    </p:anim>
                                    <p:animEffect transition="in" filter="fade">
                                      <p:cBhvr>
                                        <p:cTn id="164" dur="750"/>
                                        <p:tgtEl>
                                          <p:spTgt spid="94"/>
                                        </p:tgtEl>
                                      </p:cBhvr>
                                    </p:animEffect>
                                  </p:childTnLst>
                                </p:cTn>
                              </p:par>
                              <p:par>
                                <p:cTn id="165" presetID="53" presetClass="entr" presetSubtype="16" fill="hold" grpId="0" nodeType="withEffect">
                                  <p:stCondLst>
                                    <p:cond delay="0"/>
                                  </p:stCondLst>
                                  <p:childTnLst>
                                    <p:set>
                                      <p:cBhvr>
                                        <p:cTn id="166" dur="1" fill="hold">
                                          <p:stCondLst>
                                            <p:cond delay="0"/>
                                          </p:stCondLst>
                                        </p:cTn>
                                        <p:tgtEl>
                                          <p:spTgt spid="95"/>
                                        </p:tgtEl>
                                        <p:attrNameLst>
                                          <p:attrName>style.visibility</p:attrName>
                                        </p:attrNameLst>
                                      </p:cBhvr>
                                      <p:to>
                                        <p:strVal val="visible"/>
                                      </p:to>
                                    </p:set>
                                    <p:anim calcmode="lin" valueType="num">
                                      <p:cBhvr>
                                        <p:cTn id="167" dur="750" fill="hold"/>
                                        <p:tgtEl>
                                          <p:spTgt spid="95"/>
                                        </p:tgtEl>
                                        <p:attrNameLst>
                                          <p:attrName>ppt_w</p:attrName>
                                        </p:attrNameLst>
                                      </p:cBhvr>
                                      <p:tavLst>
                                        <p:tav tm="0">
                                          <p:val>
                                            <p:fltVal val="0"/>
                                          </p:val>
                                        </p:tav>
                                        <p:tav tm="100000">
                                          <p:val>
                                            <p:strVal val="#ppt_w"/>
                                          </p:val>
                                        </p:tav>
                                      </p:tavLst>
                                    </p:anim>
                                    <p:anim calcmode="lin" valueType="num">
                                      <p:cBhvr>
                                        <p:cTn id="168" dur="750" fill="hold"/>
                                        <p:tgtEl>
                                          <p:spTgt spid="95"/>
                                        </p:tgtEl>
                                        <p:attrNameLst>
                                          <p:attrName>ppt_h</p:attrName>
                                        </p:attrNameLst>
                                      </p:cBhvr>
                                      <p:tavLst>
                                        <p:tav tm="0">
                                          <p:val>
                                            <p:fltVal val="0"/>
                                          </p:val>
                                        </p:tav>
                                        <p:tav tm="100000">
                                          <p:val>
                                            <p:strVal val="#ppt_h"/>
                                          </p:val>
                                        </p:tav>
                                      </p:tavLst>
                                    </p:anim>
                                    <p:animEffect transition="in" filter="fade">
                                      <p:cBhvr>
                                        <p:cTn id="169" dur="750"/>
                                        <p:tgtEl>
                                          <p:spTgt spid="95"/>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96"/>
                                        </p:tgtEl>
                                        <p:attrNameLst>
                                          <p:attrName>style.visibility</p:attrName>
                                        </p:attrNameLst>
                                      </p:cBhvr>
                                      <p:to>
                                        <p:strVal val="visible"/>
                                      </p:to>
                                    </p:set>
                                    <p:anim calcmode="lin" valueType="num">
                                      <p:cBhvr>
                                        <p:cTn id="172" dur="750" fill="hold"/>
                                        <p:tgtEl>
                                          <p:spTgt spid="96"/>
                                        </p:tgtEl>
                                        <p:attrNameLst>
                                          <p:attrName>ppt_w</p:attrName>
                                        </p:attrNameLst>
                                      </p:cBhvr>
                                      <p:tavLst>
                                        <p:tav tm="0">
                                          <p:val>
                                            <p:fltVal val="0"/>
                                          </p:val>
                                        </p:tav>
                                        <p:tav tm="100000">
                                          <p:val>
                                            <p:strVal val="#ppt_w"/>
                                          </p:val>
                                        </p:tav>
                                      </p:tavLst>
                                    </p:anim>
                                    <p:anim calcmode="lin" valueType="num">
                                      <p:cBhvr>
                                        <p:cTn id="173" dur="750" fill="hold"/>
                                        <p:tgtEl>
                                          <p:spTgt spid="96"/>
                                        </p:tgtEl>
                                        <p:attrNameLst>
                                          <p:attrName>ppt_h</p:attrName>
                                        </p:attrNameLst>
                                      </p:cBhvr>
                                      <p:tavLst>
                                        <p:tav tm="0">
                                          <p:val>
                                            <p:fltVal val="0"/>
                                          </p:val>
                                        </p:tav>
                                        <p:tav tm="100000">
                                          <p:val>
                                            <p:strVal val="#ppt_h"/>
                                          </p:val>
                                        </p:tav>
                                      </p:tavLst>
                                    </p:anim>
                                    <p:animEffect transition="in" filter="fade">
                                      <p:cBhvr>
                                        <p:cTn id="174" dur="750"/>
                                        <p:tgtEl>
                                          <p:spTgt spid="96"/>
                                        </p:tgtEl>
                                      </p:cBhvr>
                                    </p:animEffect>
                                  </p:childTnLst>
                                </p:cTn>
                              </p:par>
                              <p:par>
                                <p:cTn id="175" presetID="53" presetClass="entr" presetSubtype="16" fill="hold" grpId="0" nodeType="withEffect">
                                  <p:stCondLst>
                                    <p:cond delay="0"/>
                                  </p:stCondLst>
                                  <p:childTnLst>
                                    <p:set>
                                      <p:cBhvr>
                                        <p:cTn id="176" dur="1" fill="hold">
                                          <p:stCondLst>
                                            <p:cond delay="0"/>
                                          </p:stCondLst>
                                        </p:cTn>
                                        <p:tgtEl>
                                          <p:spTgt spid="97"/>
                                        </p:tgtEl>
                                        <p:attrNameLst>
                                          <p:attrName>style.visibility</p:attrName>
                                        </p:attrNameLst>
                                      </p:cBhvr>
                                      <p:to>
                                        <p:strVal val="visible"/>
                                      </p:to>
                                    </p:set>
                                    <p:anim calcmode="lin" valueType="num">
                                      <p:cBhvr>
                                        <p:cTn id="177" dur="750" fill="hold"/>
                                        <p:tgtEl>
                                          <p:spTgt spid="97"/>
                                        </p:tgtEl>
                                        <p:attrNameLst>
                                          <p:attrName>ppt_w</p:attrName>
                                        </p:attrNameLst>
                                      </p:cBhvr>
                                      <p:tavLst>
                                        <p:tav tm="0">
                                          <p:val>
                                            <p:fltVal val="0"/>
                                          </p:val>
                                        </p:tav>
                                        <p:tav tm="100000">
                                          <p:val>
                                            <p:strVal val="#ppt_w"/>
                                          </p:val>
                                        </p:tav>
                                      </p:tavLst>
                                    </p:anim>
                                    <p:anim calcmode="lin" valueType="num">
                                      <p:cBhvr>
                                        <p:cTn id="178" dur="750" fill="hold"/>
                                        <p:tgtEl>
                                          <p:spTgt spid="97"/>
                                        </p:tgtEl>
                                        <p:attrNameLst>
                                          <p:attrName>ppt_h</p:attrName>
                                        </p:attrNameLst>
                                      </p:cBhvr>
                                      <p:tavLst>
                                        <p:tav tm="0">
                                          <p:val>
                                            <p:fltVal val="0"/>
                                          </p:val>
                                        </p:tav>
                                        <p:tav tm="100000">
                                          <p:val>
                                            <p:strVal val="#ppt_h"/>
                                          </p:val>
                                        </p:tav>
                                      </p:tavLst>
                                    </p:anim>
                                    <p:animEffect transition="in" filter="fade">
                                      <p:cBhvr>
                                        <p:cTn id="179" dur="750"/>
                                        <p:tgtEl>
                                          <p:spTgt spid="97"/>
                                        </p:tgtEl>
                                      </p:cBhvr>
                                    </p:animEffect>
                                  </p:childTnLst>
                                </p:cTn>
                              </p:par>
                              <p:par>
                                <p:cTn id="180" presetID="53" presetClass="entr" presetSubtype="16" fill="hold" grpId="0" nodeType="withEffect">
                                  <p:stCondLst>
                                    <p:cond delay="0"/>
                                  </p:stCondLst>
                                  <p:childTnLst>
                                    <p:set>
                                      <p:cBhvr>
                                        <p:cTn id="181" dur="1" fill="hold">
                                          <p:stCondLst>
                                            <p:cond delay="0"/>
                                          </p:stCondLst>
                                        </p:cTn>
                                        <p:tgtEl>
                                          <p:spTgt spid="98"/>
                                        </p:tgtEl>
                                        <p:attrNameLst>
                                          <p:attrName>style.visibility</p:attrName>
                                        </p:attrNameLst>
                                      </p:cBhvr>
                                      <p:to>
                                        <p:strVal val="visible"/>
                                      </p:to>
                                    </p:set>
                                    <p:anim calcmode="lin" valueType="num">
                                      <p:cBhvr>
                                        <p:cTn id="182" dur="750" fill="hold"/>
                                        <p:tgtEl>
                                          <p:spTgt spid="98"/>
                                        </p:tgtEl>
                                        <p:attrNameLst>
                                          <p:attrName>ppt_w</p:attrName>
                                        </p:attrNameLst>
                                      </p:cBhvr>
                                      <p:tavLst>
                                        <p:tav tm="0">
                                          <p:val>
                                            <p:fltVal val="0"/>
                                          </p:val>
                                        </p:tav>
                                        <p:tav tm="100000">
                                          <p:val>
                                            <p:strVal val="#ppt_w"/>
                                          </p:val>
                                        </p:tav>
                                      </p:tavLst>
                                    </p:anim>
                                    <p:anim calcmode="lin" valueType="num">
                                      <p:cBhvr>
                                        <p:cTn id="183" dur="750" fill="hold"/>
                                        <p:tgtEl>
                                          <p:spTgt spid="98"/>
                                        </p:tgtEl>
                                        <p:attrNameLst>
                                          <p:attrName>ppt_h</p:attrName>
                                        </p:attrNameLst>
                                      </p:cBhvr>
                                      <p:tavLst>
                                        <p:tav tm="0">
                                          <p:val>
                                            <p:fltVal val="0"/>
                                          </p:val>
                                        </p:tav>
                                        <p:tav tm="100000">
                                          <p:val>
                                            <p:strVal val="#ppt_h"/>
                                          </p:val>
                                        </p:tav>
                                      </p:tavLst>
                                    </p:anim>
                                    <p:animEffect transition="in" filter="fade">
                                      <p:cBhvr>
                                        <p:cTn id="184" dur="750"/>
                                        <p:tgtEl>
                                          <p:spTgt spid="98"/>
                                        </p:tgtEl>
                                      </p:cBhvr>
                                    </p:animEffect>
                                  </p:childTnLst>
                                </p:cTn>
                              </p:par>
                              <p:par>
                                <p:cTn id="185" presetID="53" presetClass="entr" presetSubtype="16" fill="hold" grpId="0" nodeType="withEffect">
                                  <p:stCondLst>
                                    <p:cond delay="120"/>
                                  </p:stCondLst>
                                  <p:childTnLst>
                                    <p:set>
                                      <p:cBhvr>
                                        <p:cTn id="186" dur="1" fill="hold">
                                          <p:stCondLst>
                                            <p:cond delay="0"/>
                                          </p:stCondLst>
                                        </p:cTn>
                                        <p:tgtEl>
                                          <p:spTgt spid="99"/>
                                        </p:tgtEl>
                                        <p:attrNameLst>
                                          <p:attrName>style.visibility</p:attrName>
                                        </p:attrNameLst>
                                      </p:cBhvr>
                                      <p:to>
                                        <p:strVal val="visible"/>
                                      </p:to>
                                    </p:set>
                                    <p:anim calcmode="lin" valueType="num">
                                      <p:cBhvr>
                                        <p:cTn id="187" dur="750" fill="hold"/>
                                        <p:tgtEl>
                                          <p:spTgt spid="99"/>
                                        </p:tgtEl>
                                        <p:attrNameLst>
                                          <p:attrName>ppt_w</p:attrName>
                                        </p:attrNameLst>
                                      </p:cBhvr>
                                      <p:tavLst>
                                        <p:tav tm="0">
                                          <p:val>
                                            <p:fltVal val="0"/>
                                          </p:val>
                                        </p:tav>
                                        <p:tav tm="100000">
                                          <p:val>
                                            <p:strVal val="#ppt_w"/>
                                          </p:val>
                                        </p:tav>
                                      </p:tavLst>
                                    </p:anim>
                                    <p:anim calcmode="lin" valueType="num">
                                      <p:cBhvr>
                                        <p:cTn id="188" dur="750" fill="hold"/>
                                        <p:tgtEl>
                                          <p:spTgt spid="99"/>
                                        </p:tgtEl>
                                        <p:attrNameLst>
                                          <p:attrName>ppt_h</p:attrName>
                                        </p:attrNameLst>
                                      </p:cBhvr>
                                      <p:tavLst>
                                        <p:tav tm="0">
                                          <p:val>
                                            <p:fltVal val="0"/>
                                          </p:val>
                                        </p:tav>
                                        <p:tav tm="100000">
                                          <p:val>
                                            <p:strVal val="#ppt_h"/>
                                          </p:val>
                                        </p:tav>
                                      </p:tavLst>
                                    </p:anim>
                                    <p:animEffect transition="in" filter="fade">
                                      <p:cBhvr>
                                        <p:cTn id="189" dur="750"/>
                                        <p:tgtEl>
                                          <p:spTgt spid="99"/>
                                        </p:tgtEl>
                                      </p:cBhvr>
                                    </p:animEffect>
                                  </p:childTnLst>
                                </p:cTn>
                              </p:par>
                              <p:par>
                                <p:cTn id="190" presetID="53" presetClass="entr" presetSubtype="16" fill="hold" grpId="0" nodeType="withEffect">
                                  <p:stCondLst>
                                    <p:cond delay="120"/>
                                  </p:stCondLst>
                                  <p:childTnLst>
                                    <p:set>
                                      <p:cBhvr>
                                        <p:cTn id="191" dur="1" fill="hold">
                                          <p:stCondLst>
                                            <p:cond delay="0"/>
                                          </p:stCondLst>
                                        </p:cTn>
                                        <p:tgtEl>
                                          <p:spTgt spid="100"/>
                                        </p:tgtEl>
                                        <p:attrNameLst>
                                          <p:attrName>style.visibility</p:attrName>
                                        </p:attrNameLst>
                                      </p:cBhvr>
                                      <p:to>
                                        <p:strVal val="visible"/>
                                      </p:to>
                                    </p:set>
                                    <p:anim calcmode="lin" valueType="num">
                                      <p:cBhvr>
                                        <p:cTn id="192" dur="750" fill="hold"/>
                                        <p:tgtEl>
                                          <p:spTgt spid="100"/>
                                        </p:tgtEl>
                                        <p:attrNameLst>
                                          <p:attrName>ppt_w</p:attrName>
                                        </p:attrNameLst>
                                      </p:cBhvr>
                                      <p:tavLst>
                                        <p:tav tm="0">
                                          <p:val>
                                            <p:fltVal val="0"/>
                                          </p:val>
                                        </p:tav>
                                        <p:tav tm="100000">
                                          <p:val>
                                            <p:strVal val="#ppt_w"/>
                                          </p:val>
                                        </p:tav>
                                      </p:tavLst>
                                    </p:anim>
                                    <p:anim calcmode="lin" valueType="num">
                                      <p:cBhvr>
                                        <p:cTn id="193" dur="750" fill="hold"/>
                                        <p:tgtEl>
                                          <p:spTgt spid="100"/>
                                        </p:tgtEl>
                                        <p:attrNameLst>
                                          <p:attrName>ppt_h</p:attrName>
                                        </p:attrNameLst>
                                      </p:cBhvr>
                                      <p:tavLst>
                                        <p:tav tm="0">
                                          <p:val>
                                            <p:fltVal val="0"/>
                                          </p:val>
                                        </p:tav>
                                        <p:tav tm="100000">
                                          <p:val>
                                            <p:strVal val="#ppt_h"/>
                                          </p:val>
                                        </p:tav>
                                      </p:tavLst>
                                    </p:anim>
                                    <p:animEffect transition="in" filter="fade">
                                      <p:cBhvr>
                                        <p:cTn id="194" dur="750"/>
                                        <p:tgtEl>
                                          <p:spTgt spid="100"/>
                                        </p:tgtEl>
                                      </p:cBhvr>
                                    </p:animEffect>
                                  </p:childTnLst>
                                </p:cTn>
                              </p:par>
                              <p:par>
                                <p:cTn id="195" presetID="53" presetClass="entr" presetSubtype="16" fill="hold" grpId="0" nodeType="withEffect">
                                  <p:stCondLst>
                                    <p:cond delay="120"/>
                                  </p:stCondLst>
                                  <p:childTnLst>
                                    <p:set>
                                      <p:cBhvr>
                                        <p:cTn id="196" dur="1" fill="hold">
                                          <p:stCondLst>
                                            <p:cond delay="0"/>
                                          </p:stCondLst>
                                        </p:cTn>
                                        <p:tgtEl>
                                          <p:spTgt spid="101"/>
                                        </p:tgtEl>
                                        <p:attrNameLst>
                                          <p:attrName>style.visibility</p:attrName>
                                        </p:attrNameLst>
                                      </p:cBhvr>
                                      <p:to>
                                        <p:strVal val="visible"/>
                                      </p:to>
                                    </p:set>
                                    <p:anim calcmode="lin" valueType="num">
                                      <p:cBhvr>
                                        <p:cTn id="197" dur="750" fill="hold"/>
                                        <p:tgtEl>
                                          <p:spTgt spid="101"/>
                                        </p:tgtEl>
                                        <p:attrNameLst>
                                          <p:attrName>ppt_w</p:attrName>
                                        </p:attrNameLst>
                                      </p:cBhvr>
                                      <p:tavLst>
                                        <p:tav tm="0">
                                          <p:val>
                                            <p:fltVal val="0"/>
                                          </p:val>
                                        </p:tav>
                                        <p:tav tm="100000">
                                          <p:val>
                                            <p:strVal val="#ppt_w"/>
                                          </p:val>
                                        </p:tav>
                                      </p:tavLst>
                                    </p:anim>
                                    <p:anim calcmode="lin" valueType="num">
                                      <p:cBhvr>
                                        <p:cTn id="198" dur="750" fill="hold"/>
                                        <p:tgtEl>
                                          <p:spTgt spid="101"/>
                                        </p:tgtEl>
                                        <p:attrNameLst>
                                          <p:attrName>ppt_h</p:attrName>
                                        </p:attrNameLst>
                                      </p:cBhvr>
                                      <p:tavLst>
                                        <p:tav tm="0">
                                          <p:val>
                                            <p:fltVal val="0"/>
                                          </p:val>
                                        </p:tav>
                                        <p:tav tm="100000">
                                          <p:val>
                                            <p:strVal val="#ppt_h"/>
                                          </p:val>
                                        </p:tav>
                                      </p:tavLst>
                                    </p:anim>
                                    <p:animEffect transition="in" filter="fade">
                                      <p:cBhvr>
                                        <p:cTn id="199" dur="750"/>
                                        <p:tgtEl>
                                          <p:spTgt spid="101"/>
                                        </p:tgtEl>
                                      </p:cBhvr>
                                    </p:animEffect>
                                  </p:childTnLst>
                                </p:cTn>
                              </p:par>
                              <p:par>
                                <p:cTn id="200" presetID="53" presetClass="entr" presetSubtype="16" fill="hold" nodeType="withEffect">
                                  <p:stCondLst>
                                    <p:cond delay="120"/>
                                  </p:stCondLst>
                                  <p:childTnLst>
                                    <p:set>
                                      <p:cBhvr>
                                        <p:cTn id="201" dur="1" fill="hold">
                                          <p:stCondLst>
                                            <p:cond delay="0"/>
                                          </p:stCondLst>
                                        </p:cTn>
                                        <p:tgtEl>
                                          <p:spTgt spid="102"/>
                                        </p:tgtEl>
                                        <p:attrNameLst>
                                          <p:attrName>style.visibility</p:attrName>
                                        </p:attrNameLst>
                                      </p:cBhvr>
                                      <p:to>
                                        <p:strVal val="visible"/>
                                      </p:to>
                                    </p:set>
                                    <p:anim calcmode="lin" valueType="num">
                                      <p:cBhvr>
                                        <p:cTn id="202" dur="750" fill="hold"/>
                                        <p:tgtEl>
                                          <p:spTgt spid="102"/>
                                        </p:tgtEl>
                                        <p:attrNameLst>
                                          <p:attrName>ppt_w</p:attrName>
                                        </p:attrNameLst>
                                      </p:cBhvr>
                                      <p:tavLst>
                                        <p:tav tm="0">
                                          <p:val>
                                            <p:fltVal val="0"/>
                                          </p:val>
                                        </p:tav>
                                        <p:tav tm="100000">
                                          <p:val>
                                            <p:strVal val="#ppt_w"/>
                                          </p:val>
                                        </p:tav>
                                      </p:tavLst>
                                    </p:anim>
                                    <p:anim calcmode="lin" valueType="num">
                                      <p:cBhvr>
                                        <p:cTn id="203" dur="750" fill="hold"/>
                                        <p:tgtEl>
                                          <p:spTgt spid="102"/>
                                        </p:tgtEl>
                                        <p:attrNameLst>
                                          <p:attrName>ppt_h</p:attrName>
                                        </p:attrNameLst>
                                      </p:cBhvr>
                                      <p:tavLst>
                                        <p:tav tm="0">
                                          <p:val>
                                            <p:fltVal val="0"/>
                                          </p:val>
                                        </p:tav>
                                        <p:tav tm="100000">
                                          <p:val>
                                            <p:strVal val="#ppt_h"/>
                                          </p:val>
                                        </p:tav>
                                      </p:tavLst>
                                    </p:anim>
                                    <p:animEffect transition="in" filter="fade">
                                      <p:cBhvr>
                                        <p:cTn id="204" dur="750"/>
                                        <p:tgtEl>
                                          <p:spTgt spid="102"/>
                                        </p:tgtEl>
                                      </p:cBhvr>
                                    </p:animEffect>
                                  </p:childTnLst>
                                </p:cTn>
                              </p:par>
                              <p:par>
                                <p:cTn id="205" presetID="53" presetClass="entr" presetSubtype="16" fill="hold" grpId="0" nodeType="withEffect">
                                  <p:stCondLst>
                                    <p:cond delay="120"/>
                                  </p:stCondLst>
                                  <p:childTnLst>
                                    <p:set>
                                      <p:cBhvr>
                                        <p:cTn id="206" dur="1" fill="hold">
                                          <p:stCondLst>
                                            <p:cond delay="0"/>
                                          </p:stCondLst>
                                        </p:cTn>
                                        <p:tgtEl>
                                          <p:spTgt spid="103"/>
                                        </p:tgtEl>
                                        <p:attrNameLst>
                                          <p:attrName>style.visibility</p:attrName>
                                        </p:attrNameLst>
                                      </p:cBhvr>
                                      <p:to>
                                        <p:strVal val="visible"/>
                                      </p:to>
                                    </p:set>
                                    <p:anim calcmode="lin" valueType="num">
                                      <p:cBhvr>
                                        <p:cTn id="207" dur="750" fill="hold"/>
                                        <p:tgtEl>
                                          <p:spTgt spid="103"/>
                                        </p:tgtEl>
                                        <p:attrNameLst>
                                          <p:attrName>ppt_w</p:attrName>
                                        </p:attrNameLst>
                                      </p:cBhvr>
                                      <p:tavLst>
                                        <p:tav tm="0">
                                          <p:val>
                                            <p:fltVal val="0"/>
                                          </p:val>
                                        </p:tav>
                                        <p:tav tm="100000">
                                          <p:val>
                                            <p:strVal val="#ppt_w"/>
                                          </p:val>
                                        </p:tav>
                                      </p:tavLst>
                                    </p:anim>
                                    <p:anim calcmode="lin" valueType="num">
                                      <p:cBhvr>
                                        <p:cTn id="208" dur="750" fill="hold"/>
                                        <p:tgtEl>
                                          <p:spTgt spid="103"/>
                                        </p:tgtEl>
                                        <p:attrNameLst>
                                          <p:attrName>ppt_h</p:attrName>
                                        </p:attrNameLst>
                                      </p:cBhvr>
                                      <p:tavLst>
                                        <p:tav tm="0">
                                          <p:val>
                                            <p:fltVal val="0"/>
                                          </p:val>
                                        </p:tav>
                                        <p:tav tm="100000">
                                          <p:val>
                                            <p:strVal val="#ppt_h"/>
                                          </p:val>
                                        </p:tav>
                                      </p:tavLst>
                                    </p:anim>
                                    <p:animEffect transition="in" filter="fade">
                                      <p:cBhvr>
                                        <p:cTn id="209" dur="750"/>
                                        <p:tgtEl>
                                          <p:spTgt spid="103"/>
                                        </p:tgtEl>
                                      </p:cBhvr>
                                    </p:animEffect>
                                  </p:childTnLst>
                                </p:cTn>
                              </p:par>
                              <p:par>
                                <p:cTn id="210" presetID="53" presetClass="entr" presetSubtype="16" fill="hold" grpId="0" nodeType="withEffect">
                                  <p:stCondLst>
                                    <p:cond delay="120"/>
                                  </p:stCondLst>
                                  <p:childTnLst>
                                    <p:set>
                                      <p:cBhvr>
                                        <p:cTn id="211" dur="1" fill="hold">
                                          <p:stCondLst>
                                            <p:cond delay="0"/>
                                          </p:stCondLst>
                                        </p:cTn>
                                        <p:tgtEl>
                                          <p:spTgt spid="104"/>
                                        </p:tgtEl>
                                        <p:attrNameLst>
                                          <p:attrName>style.visibility</p:attrName>
                                        </p:attrNameLst>
                                      </p:cBhvr>
                                      <p:to>
                                        <p:strVal val="visible"/>
                                      </p:to>
                                    </p:set>
                                    <p:anim calcmode="lin" valueType="num">
                                      <p:cBhvr>
                                        <p:cTn id="212" dur="750" fill="hold"/>
                                        <p:tgtEl>
                                          <p:spTgt spid="104"/>
                                        </p:tgtEl>
                                        <p:attrNameLst>
                                          <p:attrName>ppt_w</p:attrName>
                                        </p:attrNameLst>
                                      </p:cBhvr>
                                      <p:tavLst>
                                        <p:tav tm="0">
                                          <p:val>
                                            <p:fltVal val="0"/>
                                          </p:val>
                                        </p:tav>
                                        <p:tav tm="100000">
                                          <p:val>
                                            <p:strVal val="#ppt_w"/>
                                          </p:val>
                                        </p:tav>
                                      </p:tavLst>
                                    </p:anim>
                                    <p:anim calcmode="lin" valueType="num">
                                      <p:cBhvr>
                                        <p:cTn id="213" dur="750" fill="hold"/>
                                        <p:tgtEl>
                                          <p:spTgt spid="104"/>
                                        </p:tgtEl>
                                        <p:attrNameLst>
                                          <p:attrName>ppt_h</p:attrName>
                                        </p:attrNameLst>
                                      </p:cBhvr>
                                      <p:tavLst>
                                        <p:tav tm="0">
                                          <p:val>
                                            <p:fltVal val="0"/>
                                          </p:val>
                                        </p:tav>
                                        <p:tav tm="100000">
                                          <p:val>
                                            <p:strVal val="#ppt_h"/>
                                          </p:val>
                                        </p:tav>
                                      </p:tavLst>
                                    </p:anim>
                                    <p:animEffect transition="in" filter="fade">
                                      <p:cBhvr>
                                        <p:cTn id="214" dur="750"/>
                                        <p:tgtEl>
                                          <p:spTgt spid="104"/>
                                        </p:tgtEl>
                                      </p:cBhvr>
                                    </p:animEffect>
                                  </p:childTnLst>
                                </p:cTn>
                              </p:par>
                              <p:par>
                                <p:cTn id="215" presetID="53" presetClass="entr" presetSubtype="16" fill="hold" grpId="0" nodeType="withEffect">
                                  <p:stCondLst>
                                    <p:cond delay="120"/>
                                  </p:stCondLst>
                                  <p:childTnLst>
                                    <p:set>
                                      <p:cBhvr>
                                        <p:cTn id="216" dur="1" fill="hold">
                                          <p:stCondLst>
                                            <p:cond delay="0"/>
                                          </p:stCondLst>
                                        </p:cTn>
                                        <p:tgtEl>
                                          <p:spTgt spid="105"/>
                                        </p:tgtEl>
                                        <p:attrNameLst>
                                          <p:attrName>style.visibility</p:attrName>
                                        </p:attrNameLst>
                                      </p:cBhvr>
                                      <p:to>
                                        <p:strVal val="visible"/>
                                      </p:to>
                                    </p:set>
                                    <p:anim calcmode="lin" valueType="num">
                                      <p:cBhvr>
                                        <p:cTn id="217" dur="750" fill="hold"/>
                                        <p:tgtEl>
                                          <p:spTgt spid="105"/>
                                        </p:tgtEl>
                                        <p:attrNameLst>
                                          <p:attrName>ppt_w</p:attrName>
                                        </p:attrNameLst>
                                      </p:cBhvr>
                                      <p:tavLst>
                                        <p:tav tm="0">
                                          <p:val>
                                            <p:fltVal val="0"/>
                                          </p:val>
                                        </p:tav>
                                        <p:tav tm="100000">
                                          <p:val>
                                            <p:strVal val="#ppt_w"/>
                                          </p:val>
                                        </p:tav>
                                      </p:tavLst>
                                    </p:anim>
                                    <p:anim calcmode="lin" valueType="num">
                                      <p:cBhvr>
                                        <p:cTn id="218" dur="750" fill="hold"/>
                                        <p:tgtEl>
                                          <p:spTgt spid="105"/>
                                        </p:tgtEl>
                                        <p:attrNameLst>
                                          <p:attrName>ppt_h</p:attrName>
                                        </p:attrNameLst>
                                      </p:cBhvr>
                                      <p:tavLst>
                                        <p:tav tm="0">
                                          <p:val>
                                            <p:fltVal val="0"/>
                                          </p:val>
                                        </p:tav>
                                        <p:tav tm="100000">
                                          <p:val>
                                            <p:strVal val="#ppt_h"/>
                                          </p:val>
                                        </p:tav>
                                      </p:tavLst>
                                    </p:anim>
                                    <p:animEffect transition="in" filter="fade">
                                      <p:cBhvr>
                                        <p:cTn id="219" dur="750"/>
                                        <p:tgtEl>
                                          <p:spTgt spid="105"/>
                                        </p:tgtEl>
                                      </p:cBhvr>
                                    </p:animEffect>
                                  </p:childTnLst>
                                </p:cTn>
                              </p:par>
                              <p:par>
                                <p:cTn id="220" presetID="53" presetClass="entr" presetSubtype="16" fill="hold" grpId="0" nodeType="withEffect">
                                  <p:stCondLst>
                                    <p:cond delay="120"/>
                                  </p:stCondLst>
                                  <p:childTnLst>
                                    <p:set>
                                      <p:cBhvr>
                                        <p:cTn id="221" dur="1" fill="hold">
                                          <p:stCondLst>
                                            <p:cond delay="0"/>
                                          </p:stCondLst>
                                        </p:cTn>
                                        <p:tgtEl>
                                          <p:spTgt spid="106"/>
                                        </p:tgtEl>
                                        <p:attrNameLst>
                                          <p:attrName>style.visibility</p:attrName>
                                        </p:attrNameLst>
                                      </p:cBhvr>
                                      <p:to>
                                        <p:strVal val="visible"/>
                                      </p:to>
                                    </p:set>
                                    <p:anim calcmode="lin" valueType="num">
                                      <p:cBhvr>
                                        <p:cTn id="222" dur="750" fill="hold"/>
                                        <p:tgtEl>
                                          <p:spTgt spid="106"/>
                                        </p:tgtEl>
                                        <p:attrNameLst>
                                          <p:attrName>ppt_w</p:attrName>
                                        </p:attrNameLst>
                                      </p:cBhvr>
                                      <p:tavLst>
                                        <p:tav tm="0">
                                          <p:val>
                                            <p:fltVal val="0"/>
                                          </p:val>
                                        </p:tav>
                                        <p:tav tm="100000">
                                          <p:val>
                                            <p:strVal val="#ppt_w"/>
                                          </p:val>
                                        </p:tav>
                                      </p:tavLst>
                                    </p:anim>
                                    <p:anim calcmode="lin" valueType="num">
                                      <p:cBhvr>
                                        <p:cTn id="223" dur="750" fill="hold"/>
                                        <p:tgtEl>
                                          <p:spTgt spid="106"/>
                                        </p:tgtEl>
                                        <p:attrNameLst>
                                          <p:attrName>ppt_h</p:attrName>
                                        </p:attrNameLst>
                                      </p:cBhvr>
                                      <p:tavLst>
                                        <p:tav tm="0">
                                          <p:val>
                                            <p:fltVal val="0"/>
                                          </p:val>
                                        </p:tav>
                                        <p:tav tm="100000">
                                          <p:val>
                                            <p:strVal val="#ppt_h"/>
                                          </p:val>
                                        </p:tav>
                                      </p:tavLst>
                                    </p:anim>
                                    <p:animEffect transition="in" filter="fade">
                                      <p:cBhvr>
                                        <p:cTn id="224" dur="750"/>
                                        <p:tgtEl>
                                          <p:spTgt spid="106"/>
                                        </p:tgtEl>
                                      </p:cBhvr>
                                    </p:animEffect>
                                  </p:childTnLst>
                                </p:cTn>
                              </p:par>
                              <p:par>
                                <p:cTn id="225" presetID="53" presetClass="entr" presetSubtype="16" fill="hold" grpId="0" nodeType="withEffect">
                                  <p:stCondLst>
                                    <p:cond delay="120"/>
                                  </p:stCondLst>
                                  <p:childTnLst>
                                    <p:set>
                                      <p:cBhvr>
                                        <p:cTn id="226" dur="1" fill="hold">
                                          <p:stCondLst>
                                            <p:cond delay="0"/>
                                          </p:stCondLst>
                                        </p:cTn>
                                        <p:tgtEl>
                                          <p:spTgt spid="107"/>
                                        </p:tgtEl>
                                        <p:attrNameLst>
                                          <p:attrName>style.visibility</p:attrName>
                                        </p:attrNameLst>
                                      </p:cBhvr>
                                      <p:to>
                                        <p:strVal val="visible"/>
                                      </p:to>
                                    </p:set>
                                    <p:anim calcmode="lin" valueType="num">
                                      <p:cBhvr>
                                        <p:cTn id="227" dur="750" fill="hold"/>
                                        <p:tgtEl>
                                          <p:spTgt spid="107"/>
                                        </p:tgtEl>
                                        <p:attrNameLst>
                                          <p:attrName>ppt_w</p:attrName>
                                        </p:attrNameLst>
                                      </p:cBhvr>
                                      <p:tavLst>
                                        <p:tav tm="0">
                                          <p:val>
                                            <p:fltVal val="0"/>
                                          </p:val>
                                        </p:tav>
                                        <p:tav tm="100000">
                                          <p:val>
                                            <p:strVal val="#ppt_w"/>
                                          </p:val>
                                        </p:tav>
                                      </p:tavLst>
                                    </p:anim>
                                    <p:anim calcmode="lin" valueType="num">
                                      <p:cBhvr>
                                        <p:cTn id="228" dur="750" fill="hold"/>
                                        <p:tgtEl>
                                          <p:spTgt spid="107"/>
                                        </p:tgtEl>
                                        <p:attrNameLst>
                                          <p:attrName>ppt_h</p:attrName>
                                        </p:attrNameLst>
                                      </p:cBhvr>
                                      <p:tavLst>
                                        <p:tav tm="0">
                                          <p:val>
                                            <p:fltVal val="0"/>
                                          </p:val>
                                        </p:tav>
                                        <p:tav tm="100000">
                                          <p:val>
                                            <p:strVal val="#ppt_h"/>
                                          </p:val>
                                        </p:tav>
                                      </p:tavLst>
                                    </p:anim>
                                    <p:animEffect transition="in" filter="fade">
                                      <p:cBhvr>
                                        <p:cTn id="229" dur="750"/>
                                        <p:tgtEl>
                                          <p:spTgt spid="107"/>
                                        </p:tgtEl>
                                      </p:cBhvr>
                                    </p:animEffect>
                                  </p:childTnLst>
                                </p:cTn>
                              </p:par>
                              <p:par>
                                <p:cTn id="230" presetID="53" presetClass="entr" presetSubtype="16" fill="hold" grpId="0" nodeType="withEffect">
                                  <p:stCondLst>
                                    <p:cond delay="240"/>
                                  </p:stCondLst>
                                  <p:childTnLst>
                                    <p:set>
                                      <p:cBhvr>
                                        <p:cTn id="231" dur="1" fill="hold">
                                          <p:stCondLst>
                                            <p:cond delay="0"/>
                                          </p:stCondLst>
                                        </p:cTn>
                                        <p:tgtEl>
                                          <p:spTgt spid="108"/>
                                        </p:tgtEl>
                                        <p:attrNameLst>
                                          <p:attrName>style.visibility</p:attrName>
                                        </p:attrNameLst>
                                      </p:cBhvr>
                                      <p:to>
                                        <p:strVal val="visible"/>
                                      </p:to>
                                    </p:set>
                                    <p:anim calcmode="lin" valueType="num">
                                      <p:cBhvr>
                                        <p:cTn id="232" dur="750" fill="hold"/>
                                        <p:tgtEl>
                                          <p:spTgt spid="108"/>
                                        </p:tgtEl>
                                        <p:attrNameLst>
                                          <p:attrName>ppt_w</p:attrName>
                                        </p:attrNameLst>
                                      </p:cBhvr>
                                      <p:tavLst>
                                        <p:tav tm="0">
                                          <p:val>
                                            <p:fltVal val="0"/>
                                          </p:val>
                                        </p:tav>
                                        <p:tav tm="100000">
                                          <p:val>
                                            <p:strVal val="#ppt_w"/>
                                          </p:val>
                                        </p:tav>
                                      </p:tavLst>
                                    </p:anim>
                                    <p:anim calcmode="lin" valueType="num">
                                      <p:cBhvr>
                                        <p:cTn id="233" dur="750" fill="hold"/>
                                        <p:tgtEl>
                                          <p:spTgt spid="108"/>
                                        </p:tgtEl>
                                        <p:attrNameLst>
                                          <p:attrName>ppt_h</p:attrName>
                                        </p:attrNameLst>
                                      </p:cBhvr>
                                      <p:tavLst>
                                        <p:tav tm="0">
                                          <p:val>
                                            <p:fltVal val="0"/>
                                          </p:val>
                                        </p:tav>
                                        <p:tav tm="100000">
                                          <p:val>
                                            <p:strVal val="#ppt_h"/>
                                          </p:val>
                                        </p:tav>
                                      </p:tavLst>
                                    </p:anim>
                                    <p:animEffect transition="in" filter="fade">
                                      <p:cBhvr>
                                        <p:cTn id="234" dur="750"/>
                                        <p:tgtEl>
                                          <p:spTgt spid="108"/>
                                        </p:tgtEl>
                                      </p:cBhvr>
                                    </p:animEffect>
                                  </p:childTnLst>
                                </p:cTn>
                              </p:par>
                              <p:par>
                                <p:cTn id="235" presetID="53" presetClass="entr" presetSubtype="16" fill="hold" grpId="0" nodeType="withEffect">
                                  <p:stCondLst>
                                    <p:cond delay="240"/>
                                  </p:stCondLst>
                                  <p:childTnLst>
                                    <p:set>
                                      <p:cBhvr>
                                        <p:cTn id="236" dur="1" fill="hold">
                                          <p:stCondLst>
                                            <p:cond delay="0"/>
                                          </p:stCondLst>
                                        </p:cTn>
                                        <p:tgtEl>
                                          <p:spTgt spid="109"/>
                                        </p:tgtEl>
                                        <p:attrNameLst>
                                          <p:attrName>style.visibility</p:attrName>
                                        </p:attrNameLst>
                                      </p:cBhvr>
                                      <p:to>
                                        <p:strVal val="visible"/>
                                      </p:to>
                                    </p:set>
                                    <p:anim calcmode="lin" valueType="num">
                                      <p:cBhvr>
                                        <p:cTn id="237" dur="750" fill="hold"/>
                                        <p:tgtEl>
                                          <p:spTgt spid="109"/>
                                        </p:tgtEl>
                                        <p:attrNameLst>
                                          <p:attrName>ppt_w</p:attrName>
                                        </p:attrNameLst>
                                      </p:cBhvr>
                                      <p:tavLst>
                                        <p:tav tm="0">
                                          <p:val>
                                            <p:fltVal val="0"/>
                                          </p:val>
                                        </p:tav>
                                        <p:tav tm="100000">
                                          <p:val>
                                            <p:strVal val="#ppt_w"/>
                                          </p:val>
                                        </p:tav>
                                      </p:tavLst>
                                    </p:anim>
                                    <p:anim calcmode="lin" valueType="num">
                                      <p:cBhvr>
                                        <p:cTn id="238" dur="750" fill="hold"/>
                                        <p:tgtEl>
                                          <p:spTgt spid="109"/>
                                        </p:tgtEl>
                                        <p:attrNameLst>
                                          <p:attrName>ppt_h</p:attrName>
                                        </p:attrNameLst>
                                      </p:cBhvr>
                                      <p:tavLst>
                                        <p:tav tm="0">
                                          <p:val>
                                            <p:fltVal val="0"/>
                                          </p:val>
                                        </p:tav>
                                        <p:tav tm="100000">
                                          <p:val>
                                            <p:strVal val="#ppt_h"/>
                                          </p:val>
                                        </p:tav>
                                      </p:tavLst>
                                    </p:anim>
                                    <p:animEffect transition="in" filter="fade">
                                      <p:cBhvr>
                                        <p:cTn id="239" dur="750"/>
                                        <p:tgtEl>
                                          <p:spTgt spid="109"/>
                                        </p:tgtEl>
                                      </p:cBhvr>
                                    </p:animEffect>
                                  </p:childTnLst>
                                </p:cTn>
                              </p:par>
                              <p:par>
                                <p:cTn id="240" presetID="53" presetClass="entr" presetSubtype="16" fill="hold" grpId="0" nodeType="withEffect">
                                  <p:stCondLst>
                                    <p:cond delay="240"/>
                                  </p:stCondLst>
                                  <p:childTnLst>
                                    <p:set>
                                      <p:cBhvr>
                                        <p:cTn id="241" dur="1" fill="hold">
                                          <p:stCondLst>
                                            <p:cond delay="0"/>
                                          </p:stCondLst>
                                        </p:cTn>
                                        <p:tgtEl>
                                          <p:spTgt spid="110"/>
                                        </p:tgtEl>
                                        <p:attrNameLst>
                                          <p:attrName>style.visibility</p:attrName>
                                        </p:attrNameLst>
                                      </p:cBhvr>
                                      <p:to>
                                        <p:strVal val="visible"/>
                                      </p:to>
                                    </p:set>
                                    <p:anim calcmode="lin" valueType="num">
                                      <p:cBhvr>
                                        <p:cTn id="242" dur="750" fill="hold"/>
                                        <p:tgtEl>
                                          <p:spTgt spid="110"/>
                                        </p:tgtEl>
                                        <p:attrNameLst>
                                          <p:attrName>ppt_w</p:attrName>
                                        </p:attrNameLst>
                                      </p:cBhvr>
                                      <p:tavLst>
                                        <p:tav tm="0">
                                          <p:val>
                                            <p:fltVal val="0"/>
                                          </p:val>
                                        </p:tav>
                                        <p:tav tm="100000">
                                          <p:val>
                                            <p:strVal val="#ppt_w"/>
                                          </p:val>
                                        </p:tav>
                                      </p:tavLst>
                                    </p:anim>
                                    <p:anim calcmode="lin" valueType="num">
                                      <p:cBhvr>
                                        <p:cTn id="243" dur="750" fill="hold"/>
                                        <p:tgtEl>
                                          <p:spTgt spid="110"/>
                                        </p:tgtEl>
                                        <p:attrNameLst>
                                          <p:attrName>ppt_h</p:attrName>
                                        </p:attrNameLst>
                                      </p:cBhvr>
                                      <p:tavLst>
                                        <p:tav tm="0">
                                          <p:val>
                                            <p:fltVal val="0"/>
                                          </p:val>
                                        </p:tav>
                                        <p:tav tm="100000">
                                          <p:val>
                                            <p:strVal val="#ppt_h"/>
                                          </p:val>
                                        </p:tav>
                                      </p:tavLst>
                                    </p:anim>
                                    <p:animEffect transition="in" filter="fade">
                                      <p:cBhvr>
                                        <p:cTn id="244" dur="750"/>
                                        <p:tgtEl>
                                          <p:spTgt spid="110"/>
                                        </p:tgtEl>
                                      </p:cBhvr>
                                    </p:animEffect>
                                  </p:childTnLst>
                                </p:cTn>
                              </p:par>
                              <p:par>
                                <p:cTn id="245" presetID="53" presetClass="entr" presetSubtype="16" fill="hold" nodeType="withEffect">
                                  <p:stCondLst>
                                    <p:cond delay="240"/>
                                  </p:stCondLst>
                                  <p:childTnLst>
                                    <p:set>
                                      <p:cBhvr>
                                        <p:cTn id="246" dur="1" fill="hold">
                                          <p:stCondLst>
                                            <p:cond delay="0"/>
                                          </p:stCondLst>
                                        </p:cTn>
                                        <p:tgtEl>
                                          <p:spTgt spid="111"/>
                                        </p:tgtEl>
                                        <p:attrNameLst>
                                          <p:attrName>style.visibility</p:attrName>
                                        </p:attrNameLst>
                                      </p:cBhvr>
                                      <p:to>
                                        <p:strVal val="visible"/>
                                      </p:to>
                                    </p:set>
                                    <p:anim calcmode="lin" valueType="num">
                                      <p:cBhvr>
                                        <p:cTn id="247" dur="750" fill="hold"/>
                                        <p:tgtEl>
                                          <p:spTgt spid="111"/>
                                        </p:tgtEl>
                                        <p:attrNameLst>
                                          <p:attrName>ppt_w</p:attrName>
                                        </p:attrNameLst>
                                      </p:cBhvr>
                                      <p:tavLst>
                                        <p:tav tm="0">
                                          <p:val>
                                            <p:fltVal val="0"/>
                                          </p:val>
                                        </p:tav>
                                        <p:tav tm="100000">
                                          <p:val>
                                            <p:strVal val="#ppt_w"/>
                                          </p:val>
                                        </p:tav>
                                      </p:tavLst>
                                    </p:anim>
                                    <p:anim calcmode="lin" valueType="num">
                                      <p:cBhvr>
                                        <p:cTn id="248" dur="750" fill="hold"/>
                                        <p:tgtEl>
                                          <p:spTgt spid="111"/>
                                        </p:tgtEl>
                                        <p:attrNameLst>
                                          <p:attrName>ppt_h</p:attrName>
                                        </p:attrNameLst>
                                      </p:cBhvr>
                                      <p:tavLst>
                                        <p:tav tm="0">
                                          <p:val>
                                            <p:fltVal val="0"/>
                                          </p:val>
                                        </p:tav>
                                        <p:tav tm="100000">
                                          <p:val>
                                            <p:strVal val="#ppt_h"/>
                                          </p:val>
                                        </p:tav>
                                      </p:tavLst>
                                    </p:anim>
                                    <p:animEffect transition="in" filter="fade">
                                      <p:cBhvr>
                                        <p:cTn id="249" dur="750"/>
                                        <p:tgtEl>
                                          <p:spTgt spid="111"/>
                                        </p:tgtEl>
                                      </p:cBhvr>
                                    </p:animEffect>
                                  </p:childTnLst>
                                </p:cTn>
                              </p:par>
                              <p:par>
                                <p:cTn id="250" presetID="53" presetClass="entr" presetSubtype="16" fill="hold" grpId="0" nodeType="withEffect">
                                  <p:stCondLst>
                                    <p:cond delay="240"/>
                                  </p:stCondLst>
                                  <p:childTnLst>
                                    <p:set>
                                      <p:cBhvr>
                                        <p:cTn id="251" dur="1" fill="hold">
                                          <p:stCondLst>
                                            <p:cond delay="0"/>
                                          </p:stCondLst>
                                        </p:cTn>
                                        <p:tgtEl>
                                          <p:spTgt spid="112"/>
                                        </p:tgtEl>
                                        <p:attrNameLst>
                                          <p:attrName>style.visibility</p:attrName>
                                        </p:attrNameLst>
                                      </p:cBhvr>
                                      <p:to>
                                        <p:strVal val="visible"/>
                                      </p:to>
                                    </p:set>
                                    <p:anim calcmode="lin" valueType="num">
                                      <p:cBhvr>
                                        <p:cTn id="252" dur="750" fill="hold"/>
                                        <p:tgtEl>
                                          <p:spTgt spid="112"/>
                                        </p:tgtEl>
                                        <p:attrNameLst>
                                          <p:attrName>ppt_w</p:attrName>
                                        </p:attrNameLst>
                                      </p:cBhvr>
                                      <p:tavLst>
                                        <p:tav tm="0">
                                          <p:val>
                                            <p:fltVal val="0"/>
                                          </p:val>
                                        </p:tav>
                                        <p:tav tm="100000">
                                          <p:val>
                                            <p:strVal val="#ppt_w"/>
                                          </p:val>
                                        </p:tav>
                                      </p:tavLst>
                                    </p:anim>
                                    <p:anim calcmode="lin" valueType="num">
                                      <p:cBhvr>
                                        <p:cTn id="253" dur="750" fill="hold"/>
                                        <p:tgtEl>
                                          <p:spTgt spid="112"/>
                                        </p:tgtEl>
                                        <p:attrNameLst>
                                          <p:attrName>ppt_h</p:attrName>
                                        </p:attrNameLst>
                                      </p:cBhvr>
                                      <p:tavLst>
                                        <p:tav tm="0">
                                          <p:val>
                                            <p:fltVal val="0"/>
                                          </p:val>
                                        </p:tav>
                                        <p:tav tm="100000">
                                          <p:val>
                                            <p:strVal val="#ppt_h"/>
                                          </p:val>
                                        </p:tav>
                                      </p:tavLst>
                                    </p:anim>
                                    <p:animEffect transition="in" filter="fade">
                                      <p:cBhvr>
                                        <p:cTn id="254" dur="750"/>
                                        <p:tgtEl>
                                          <p:spTgt spid="112"/>
                                        </p:tgtEl>
                                      </p:cBhvr>
                                    </p:animEffect>
                                  </p:childTnLst>
                                </p:cTn>
                              </p:par>
                              <p:par>
                                <p:cTn id="255" presetID="53" presetClass="entr" presetSubtype="16" fill="hold" grpId="0" nodeType="withEffect">
                                  <p:stCondLst>
                                    <p:cond delay="240"/>
                                  </p:stCondLst>
                                  <p:childTnLst>
                                    <p:set>
                                      <p:cBhvr>
                                        <p:cTn id="256" dur="1" fill="hold">
                                          <p:stCondLst>
                                            <p:cond delay="0"/>
                                          </p:stCondLst>
                                        </p:cTn>
                                        <p:tgtEl>
                                          <p:spTgt spid="113"/>
                                        </p:tgtEl>
                                        <p:attrNameLst>
                                          <p:attrName>style.visibility</p:attrName>
                                        </p:attrNameLst>
                                      </p:cBhvr>
                                      <p:to>
                                        <p:strVal val="visible"/>
                                      </p:to>
                                    </p:set>
                                    <p:anim calcmode="lin" valueType="num">
                                      <p:cBhvr>
                                        <p:cTn id="257" dur="750" fill="hold"/>
                                        <p:tgtEl>
                                          <p:spTgt spid="113"/>
                                        </p:tgtEl>
                                        <p:attrNameLst>
                                          <p:attrName>ppt_w</p:attrName>
                                        </p:attrNameLst>
                                      </p:cBhvr>
                                      <p:tavLst>
                                        <p:tav tm="0">
                                          <p:val>
                                            <p:fltVal val="0"/>
                                          </p:val>
                                        </p:tav>
                                        <p:tav tm="100000">
                                          <p:val>
                                            <p:strVal val="#ppt_w"/>
                                          </p:val>
                                        </p:tav>
                                      </p:tavLst>
                                    </p:anim>
                                    <p:anim calcmode="lin" valueType="num">
                                      <p:cBhvr>
                                        <p:cTn id="258" dur="750" fill="hold"/>
                                        <p:tgtEl>
                                          <p:spTgt spid="113"/>
                                        </p:tgtEl>
                                        <p:attrNameLst>
                                          <p:attrName>ppt_h</p:attrName>
                                        </p:attrNameLst>
                                      </p:cBhvr>
                                      <p:tavLst>
                                        <p:tav tm="0">
                                          <p:val>
                                            <p:fltVal val="0"/>
                                          </p:val>
                                        </p:tav>
                                        <p:tav tm="100000">
                                          <p:val>
                                            <p:strVal val="#ppt_h"/>
                                          </p:val>
                                        </p:tav>
                                      </p:tavLst>
                                    </p:anim>
                                    <p:animEffect transition="in" filter="fade">
                                      <p:cBhvr>
                                        <p:cTn id="259" dur="750"/>
                                        <p:tgtEl>
                                          <p:spTgt spid="113"/>
                                        </p:tgtEl>
                                      </p:cBhvr>
                                    </p:animEffect>
                                  </p:childTnLst>
                                </p:cTn>
                              </p:par>
                              <p:par>
                                <p:cTn id="260" presetID="53" presetClass="entr" presetSubtype="16" fill="hold" grpId="0" nodeType="withEffect">
                                  <p:stCondLst>
                                    <p:cond delay="240"/>
                                  </p:stCondLst>
                                  <p:childTnLst>
                                    <p:set>
                                      <p:cBhvr>
                                        <p:cTn id="261" dur="1" fill="hold">
                                          <p:stCondLst>
                                            <p:cond delay="0"/>
                                          </p:stCondLst>
                                        </p:cTn>
                                        <p:tgtEl>
                                          <p:spTgt spid="114"/>
                                        </p:tgtEl>
                                        <p:attrNameLst>
                                          <p:attrName>style.visibility</p:attrName>
                                        </p:attrNameLst>
                                      </p:cBhvr>
                                      <p:to>
                                        <p:strVal val="visible"/>
                                      </p:to>
                                    </p:set>
                                    <p:anim calcmode="lin" valueType="num">
                                      <p:cBhvr>
                                        <p:cTn id="262" dur="750" fill="hold"/>
                                        <p:tgtEl>
                                          <p:spTgt spid="114"/>
                                        </p:tgtEl>
                                        <p:attrNameLst>
                                          <p:attrName>ppt_w</p:attrName>
                                        </p:attrNameLst>
                                      </p:cBhvr>
                                      <p:tavLst>
                                        <p:tav tm="0">
                                          <p:val>
                                            <p:fltVal val="0"/>
                                          </p:val>
                                        </p:tav>
                                        <p:tav tm="100000">
                                          <p:val>
                                            <p:strVal val="#ppt_w"/>
                                          </p:val>
                                        </p:tav>
                                      </p:tavLst>
                                    </p:anim>
                                    <p:anim calcmode="lin" valueType="num">
                                      <p:cBhvr>
                                        <p:cTn id="263" dur="750" fill="hold"/>
                                        <p:tgtEl>
                                          <p:spTgt spid="114"/>
                                        </p:tgtEl>
                                        <p:attrNameLst>
                                          <p:attrName>ppt_h</p:attrName>
                                        </p:attrNameLst>
                                      </p:cBhvr>
                                      <p:tavLst>
                                        <p:tav tm="0">
                                          <p:val>
                                            <p:fltVal val="0"/>
                                          </p:val>
                                        </p:tav>
                                        <p:tav tm="100000">
                                          <p:val>
                                            <p:strVal val="#ppt_h"/>
                                          </p:val>
                                        </p:tav>
                                      </p:tavLst>
                                    </p:anim>
                                    <p:animEffect transition="in" filter="fade">
                                      <p:cBhvr>
                                        <p:cTn id="264" dur="750"/>
                                        <p:tgtEl>
                                          <p:spTgt spid="114"/>
                                        </p:tgtEl>
                                      </p:cBhvr>
                                    </p:animEffect>
                                  </p:childTnLst>
                                </p:cTn>
                              </p:par>
                              <p:par>
                                <p:cTn id="265" presetID="53" presetClass="entr" presetSubtype="16" fill="hold" grpId="0" nodeType="withEffect">
                                  <p:stCondLst>
                                    <p:cond delay="240"/>
                                  </p:stCondLst>
                                  <p:childTnLst>
                                    <p:set>
                                      <p:cBhvr>
                                        <p:cTn id="266" dur="1" fill="hold">
                                          <p:stCondLst>
                                            <p:cond delay="0"/>
                                          </p:stCondLst>
                                        </p:cTn>
                                        <p:tgtEl>
                                          <p:spTgt spid="115"/>
                                        </p:tgtEl>
                                        <p:attrNameLst>
                                          <p:attrName>style.visibility</p:attrName>
                                        </p:attrNameLst>
                                      </p:cBhvr>
                                      <p:to>
                                        <p:strVal val="visible"/>
                                      </p:to>
                                    </p:set>
                                    <p:anim calcmode="lin" valueType="num">
                                      <p:cBhvr>
                                        <p:cTn id="267" dur="750" fill="hold"/>
                                        <p:tgtEl>
                                          <p:spTgt spid="115"/>
                                        </p:tgtEl>
                                        <p:attrNameLst>
                                          <p:attrName>ppt_w</p:attrName>
                                        </p:attrNameLst>
                                      </p:cBhvr>
                                      <p:tavLst>
                                        <p:tav tm="0">
                                          <p:val>
                                            <p:fltVal val="0"/>
                                          </p:val>
                                        </p:tav>
                                        <p:tav tm="100000">
                                          <p:val>
                                            <p:strVal val="#ppt_w"/>
                                          </p:val>
                                        </p:tav>
                                      </p:tavLst>
                                    </p:anim>
                                    <p:anim calcmode="lin" valueType="num">
                                      <p:cBhvr>
                                        <p:cTn id="268" dur="750" fill="hold"/>
                                        <p:tgtEl>
                                          <p:spTgt spid="115"/>
                                        </p:tgtEl>
                                        <p:attrNameLst>
                                          <p:attrName>ppt_h</p:attrName>
                                        </p:attrNameLst>
                                      </p:cBhvr>
                                      <p:tavLst>
                                        <p:tav tm="0">
                                          <p:val>
                                            <p:fltVal val="0"/>
                                          </p:val>
                                        </p:tav>
                                        <p:tav tm="100000">
                                          <p:val>
                                            <p:strVal val="#ppt_h"/>
                                          </p:val>
                                        </p:tav>
                                      </p:tavLst>
                                    </p:anim>
                                    <p:animEffect transition="in" filter="fade">
                                      <p:cBhvr>
                                        <p:cTn id="269" dur="750"/>
                                        <p:tgtEl>
                                          <p:spTgt spid="115"/>
                                        </p:tgtEl>
                                      </p:cBhvr>
                                    </p:animEffect>
                                  </p:childTnLst>
                                </p:cTn>
                              </p:par>
                              <p:par>
                                <p:cTn id="270" presetID="53" presetClass="entr" presetSubtype="16" fill="hold" grpId="0" nodeType="withEffect">
                                  <p:stCondLst>
                                    <p:cond delay="240"/>
                                  </p:stCondLst>
                                  <p:childTnLst>
                                    <p:set>
                                      <p:cBhvr>
                                        <p:cTn id="271" dur="1" fill="hold">
                                          <p:stCondLst>
                                            <p:cond delay="0"/>
                                          </p:stCondLst>
                                        </p:cTn>
                                        <p:tgtEl>
                                          <p:spTgt spid="116"/>
                                        </p:tgtEl>
                                        <p:attrNameLst>
                                          <p:attrName>style.visibility</p:attrName>
                                        </p:attrNameLst>
                                      </p:cBhvr>
                                      <p:to>
                                        <p:strVal val="visible"/>
                                      </p:to>
                                    </p:set>
                                    <p:anim calcmode="lin" valueType="num">
                                      <p:cBhvr>
                                        <p:cTn id="272" dur="750" fill="hold"/>
                                        <p:tgtEl>
                                          <p:spTgt spid="116"/>
                                        </p:tgtEl>
                                        <p:attrNameLst>
                                          <p:attrName>ppt_w</p:attrName>
                                        </p:attrNameLst>
                                      </p:cBhvr>
                                      <p:tavLst>
                                        <p:tav tm="0">
                                          <p:val>
                                            <p:fltVal val="0"/>
                                          </p:val>
                                        </p:tav>
                                        <p:tav tm="100000">
                                          <p:val>
                                            <p:strVal val="#ppt_w"/>
                                          </p:val>
                                        </p:tav>
                                      </p:tavLst>
                                    </p:anim>
                                    <p:anim calcmode="lin" valueType="num">
                                      <p:cBhvr>
                                        <p:cTn id="273" dur="750" fill="hold"/>
                                        <p:tgtEl>
                                          <p:spTgt spid="116"/>
                                        </p:tgtEl>
                                        <p:attrNameLst>
                                          <p:attrName>ppt_h</p:attrName>
                                        </p:attrNameLst>
                                      </p:cBhvr>
                                      <p:tavLst>
                                        <p:tav tm="0">
                                          <p:val>
                                            <p:fltVal val="0"/>
                                          </p:val>
                                        </p:tav>
                                        <p:tav tm="100000">
                                          <p:val>
                                            <p:strVal val="#ppt_h"/>
                                          </p:val>
                                        </p:tav>
                                      </p:tavLst>
                                    </p:anim>
                                    <p:animEffect transition="in" filter="fade">
                                      <p:cBhvr>
                                        <p:cTn id="274" dur="750"/>
                                        <p:tgtEl>
                                          <p:spTgt spid="116"/>
                                        </p:tgtEl>
                                      </p:cBhvr>
                                    </p:animEffect>
                                  </p:childTnLst>
                                </p:cTn>
                              </p:par>
                              <p:par>
                                <p:cTn id="275" presetID="53" presetClass="entr" presetSubtype="16" fill="hold" grpId="0" nodeType="withEffect">
                                  <p:stCondLst>
                                    <p:cond delay="360"/>
                                  </p:stCondLst>
                                  <p:childTnLst>
                                    <p:set>
                                      <p:cBhvr>
                                        <p:cTn id="276" dur="1" fill="hold">
                                          <p:stCondLst>
                                            <p:cond delay="0"/>
                                          </p:stCondLst>
                                        </p:cTn>
                                        <p:tgtEl>
                                          <p:spTgt spid="117"/>
                                        </p:tgtEl>
                                        <p:attrNameLst>
                                          <p:attrName>style.visibility</p:attrName>
                                        </p:attrNameLst>
                                      </p:cBhvr>
                                      <p:to>
                                        <p:strVal val="visible"/>
                                      </p:to>
                                    </p:set>
                                    <p:anim calcmode="lin" valueType="num">
                                      <p:cBhvr>
                                        <p:cTn id="277" dur="750" fill="hold"/>
                                        <p:tgtEl>
                                          <p:spTgt spid="117"/>
                                        </p:tgtEl>
                                        <p:attrNameLst>
                                          <p:attrName>ppt_w</p:attrName>
                                        </p:attrNameLst>
                                      </p:cBhvr>
                                      <p:tavLst>
                                        <p:tav tm="0">
                                          <p:val>
                                            <p:fltVal val="0"/>
                                          </p:val>
                                        </p:tav>
                                        <p:tav tm="100000">
                                          <p:val>
                                            <p:strVal val="#ppt_w"/>
                                          </p:val>
                                        </p:tav>
                                      </p:tavLst>
                                    </p:anim>
                                    <p:anim calcmode="lin" valueType="num">
                                      <p:cBhvr>
                                        <p:cTn id="278" dur="750" fill="hold"/>
                                        <p:tgtEl>
                                          <p:spTgt spid="117"/>
                                        </p:tgtEl>
                                        <p:attrNameLst>
                                          <p:attrName>ppt_h</p:attrName>
                                        </p:attrNameLst>
                                      </p:cBhvr>
                                      <p:tavLst>
                                        <p:tav tm="0">
                                          <p:val>
                                            <p:fltVal val="0"/>
                                          </p:val>
                                        </p:tav>
                                        <p:tav tm="100000">
                                          <p:val>
                                            <p:strVal val="#ppt_h"/>
                                          </p:val>
                                        </p:tav>
                                      </p:tavLst>
                                    </p:anim>
                                    <p:animEffect transition="in" filter="fade">
                                      <p:cBhvr>
                                        <p:cTn id="279" dur="750"/>
                                        <p:tgtEl>
                                          <p:spTgt spid="117"/>
                                        </p:tgtEl>
                                      </p:cBhvr>
                                    </p:animEffect>
                                  </p:childTnLst>
                                </p:cTn>
                              </p:par>
                              <p:par>
                                <p:cTn id="280" presetID="53" presetClass="entr" presetSubtype="16" fill="hold" grpId="0" nodeType="withEffect">
                                  <p:stCondLst>
                                    <p:cond delay="360"/>
                                  </p:stCondLst>
                                  <p:childTnLst>
                                    <p:set>
                                      <p:cBhvr>
                                        <p:cTn id="281" dur="1" fill="hold">
                                          <p:stCondLst>
                                            <p:cond delay="0"/>
                                          </p:stCondLst>
                                        </p:cTn>
                                        <p:tgtEl>
                                          <p:spTgt spid="118"/>
                                        </p:tgtEl>
                                        <p:attrNameLst>
                                          <p:attrName>style.visibility</p:attrName>
                                        </p:attrNameLst>
                                      </p:cBhvr>
                                      <p:to>
                                        <p:strVal val="visible"/>
                                      </p:to>
                                    </p:set>
                                    <p:anim calcmode="lin" valueType="num">
                                      <p:cBhvr>
                                        <p:cTn id="282" dur="750" fill="hold"/>
                                        <p:tgtEl>
                                          <p:spTgt spid="118"/>
                                        </p:tgtEl>
                                        <p:attrNameLst>
                                          <p:attrName>ppt_w</p:attrName>
                                        </p:attrNameLst>
                                      </p:cBhvr>
                                      <p:tavLst>
                                        <p:tav tm="0">
                                          <p:val>
                                            <p:fltVal val="0"/>
                                          </p:val>
                                        </p:tav>
                                        <p:tav tm="100000">
                                          <p:val>
                                            <p:strVal val="#ppt_w"/>
                                          </p:val>
                                        </p:tav>
                                      </p:tavLst>
                                    </p:anim>
                                    <p:anim calcmode="lin" valueType="num">
                                      <p:cBhvr>
                                        <p:cTn id="283" dur="750" fill="hold"/>
                                        <p:tgtEl>
                                          <p:spTgt spid="118"/>
                                        </p:tgtEl>
                                        <p:attrNameLst>
                                          <p:attrName>ppt_h</p:attrName>
                                        </p:attrNameLst>
                                      </p:cBhvr>
                                      <p:tavLst>
                                        <p:tav tm="0">
                                          <p:val>
                                            <p:fltVal val="0"/>
                                          </p:val>
                                        </p:tav>
                                        <p:tav tm="100000">
                                          <p:val>
                                            <p:strVal val="#ppt_h"/>
                                          </p:val>
                                        </p:tav>
                                      </p:tavLst>
                                    </p:anim>
                                    <p:animEffect transition="in" filter="fade">
                                      <p:cBhvr>
                                        <p:cTn id="284" dur="750"/>
                                        <p:tgtEl>
                                          <p:spTgt spid="118"/>
                                        </p:tgtEl>
                                      </p:cBhvr>
                                    </p:animEffect>
                                  </p:childTnLst>
                                </p:cTn>
                              </p:par>
                              <p:par>
                                <p:cTn id="285" presetID="53" presetClass="entr" presetSubtype="16" fill="hold" grpId="0" nodeType="withEffect">
                                  <p:stCondLst>
                                    <p:cond delay="360"/>
                                  </p:stCondLst>
                                  <p:childTnLst>
                                    <p:set>
                                      <p:cBhvr>
                                        <p:cTn id="286" dur="1" fill="hold">
                                          <p:stCondLst>
                                            <p:cond delay="0"/>
                                          </p:stCondLst>
                                        </p:cTn>
                                        <p:tgtEl>
                                          <p:spTgt spid="119"/>
                                        </p:tgtEl>
                                        <p:attrNameLst>
                                          <p:attrName>style.visibility</p:attrName>
                                        </p:attrNameLst>
                                      </p:cBhvr>
                                      <p:to>
                                        <p:strVal val="visible"/>
                                      </p:to>
                                    </p:set>
                                    <p:anim calcmode="lin" valueType="num">
                                      <p:cBhvr>
                                        <p:cTn id="287" dur="750" fill="hold"/>
                                        <p:tgtEl>
                                          <p:spTgt spid="119"/>
                                        </p:tgtEl>
                                        <p:attrNameLst>
                                          <p:attrName>ppt_w</p:attrName>
                                        </p:attrNameLst>
                                      </p:cBhvr>
                                      <p:tavLst>
                                        <p:tav tm="0">
                                          <p:val>
                                            <p:fltVal val="0"/>
                                          </p:val>
                                        </p:tav>
                                        <p:tav tm="100000">
                                          <p:val>
                                            <p:strVal val="#ppt_w"/>
                                          </p:val>
                                        </p:tav>
                                      </p:tavLst>
                                    </p:anim>
                                    <p:anim calcmode="lin" valueType="num">
                                      <p:cBhvr>
                                        <p:cTn id="288" dur="750" fill="hold"/>
                                        <p:tgtEl>
                                          <p:spTgt spid="119"/>
                                        </p:tgtEl>
                                        <p:attrNameLst>
                                          <p:attrName>ppt_h</p:attrName>
                                        </p:attrNameLst>
                                      </p:cBhvr>
                                      <p:tavLst>
                                        <p:tav tm="0">
                                          <p:val>
                                            <p:fltVal val="0"/>
                                          </p:val>
                                        </p:tav>
                                        <p:tav tm="100000">
                                          <p:val>
                                            <p:strVal val="#ppt_h"/>
                                          </p:val>
                                        </p:tav>
                                      </p:tavLst>
                                    </p:anim>
                                    <p:animEffect transition="in" filter="fade">
                                      <p:cBhvr>
                                        <p:cTn id="289" dur="750"/>
                                        <p:tgtEl>
                                          <p:spTgt spid="119"/>
                                        </p:tgtEl>
                                      </p:cBhvr>
                                    </p:animEffect>
                                  </p:childTnLst>
                                </p:cTn>
                              </p:par>
                              <p:par>
                                <p:cTn id="290" presetID="53" presetClass="entr" presetSubtype="16" fill="hold" nodeType="withEffect">
                                  <p:stCondLst>
                                    <p:cond delay="360"/>
                                  </p:stCondLst>
                                  <p:childTnLst>
                                    <p:set>
                                      <p:cBhvr>
                                        <p:cTn id="291" dur="1" fill="hold">
                                          <p:stCondLst>
                                            <p:cond delay="0"/>
                                          </p:stCondLst>
                                        </p:cTn>
                                        <p:tgtEl>
                                          <p:spTgt spid="120"/>
                                        </p:tgtEl>
                                        <p:attrNameLst>
                                          <p:attrName>style.visibility</p:attrName>
                                        </p:attrNameLst>
                                      </p:cBhvr>
                                      <p:to>
                                        <p:strVal val="visible"/>
                                      </p:to>
                                    </p:set>
                                    <p:anim calcmode="lin" valueType="num">
                                      <p:cBhvr>
                                        <p:cTn id="292" dur="750" fill="hold"/>
                                        <p:tgtEl>
                                          <p:spTgt spid="120"/>
                                        </p:tgtEl>
                                        <p:attrNameLst>
                                          <p:attrName>ppt_w</p:attrName>
                                        </p:attrNameLst>
                                      </p:cBhvr>
                                      <p:tavLst>
                                        <p:tav tm="0">
                                          <p:val>
                                            <p:fltVal val="0"/>
                                          </p:val>
                                        </p:tav>
                                        <p:tav tm="100000">
                                          <p:val>
                                            <p:strVal val="#ppt_w"/>
                                          </p:val>
                                        </p:tav>
                                      </p:tavLst>
                                    </p:anim>
                                    <p:anim calcmode="lin" valueType="num">
                                      <p:cBhvr>
                                        <p:cTn id="293" dur="750" fill="hold"/>
                                        <p:tgtEl>
                                          <p:spTgt spid="120"/>
                                        </p:tgtEl>
                                        <p:attrNameLst>
                                          <p:attrName>ppt_h</p:attrName>
                                        </p:attrNameLst>
                                      </p:cBhvr>
                                      <p:tavLst>
                                        <p:tav tm="0">
                                          <p:val>
                                            <p:fltVal val="0"/>
                                          </p:val>
                                        </p:tav>
                                        <p:tav tm="100000">
                                          <p:val>
                                            <p:strVal val="#ppt_h"/>
                                          </p:val>
                                        </p:tav>
                                      </p:tavLst>
                                    </p:anim>
                                    <p:animEffect transition="in" filter="fade">
                                      <p:cBhvr>
                                        <p:cTn id="294" dur="750"/>
                                        <p:tgtEl>
                                          <p:spTgt spid="120"/>
                                        </p:tgtEl>
                                      </p:cBhvr>
                                    </p:animEffect>
                                  </p:childTnLst>
                                </p:cTn>
                              </p:par>
                              <p:par>
                                <p:cTn id="295" presetID="53" presetClass="entr" presetSubtype="16" fill="hold" grpId="0" nodeType="withEffect">
                                  <p:stCondLst>
                                    <p:cond delay="360"/>
                                  </p:stCondLst>
                                  <p:childTnLst>
                                    <p:set>
                                      <p:cBhvr>
                                        <p:cTn id="296" dur="1" fill="hold">
                                          <p:stCondLst>
                                            <p:cond delay="0"/>
                                          </p:stCondLst>
                                        </p:cTn>
                                        <p:tgtEl>
                                          <p:spTgt spid="121"/>
                                        </p:tgtEl>
                                        <p:attrNameLst>
                                          <p:attrName>style.visibility</p:attrName>
                                        </p:attrNameLst>
                                      </p:cBhvr>
                                      <p:to>
                                        <p:strVal val="visible"/>
                                      </p:to>
                                    </p:set>
                                    <p:anim calcmode="lin" valueType="num">
                                      <p:cBhvr>
                                        <p:cTn id="297" dur="750" fill="hold"/>
                                        <p:tgtEl>
                                          <p:spTgt spid="121"/>
                                        </p:tgtEl>
                                        <p:attrNameLst>
                                          <p:attrName>ppt_w</p:attrName>
                                        </p:attrNameLst>
                                      </p:cBhvr>
                                      <p:tavLst>
                                        <p:tav tm="0">
                                          <p:val>
                                            <p:fltVal val="0"/>
                                          </p:val>
                                        </p:tav>
                                        <p:tav tm="100000">
                                          <p:val>
                                            <p:strVal val="#ppt_w"/>
                                          </p:val>
                                        </p:tav>
                                      </p:tavLst>
                                    </p:anim>
                                    <p:anim calcmode="lin" valueType="num">
                                      <p:cBhvr>
                                        <p:cTn id="298" dur="750" fill="hold"/>
                                        <p:tgtEl>
                                          <p:spTgt spid="121"/>
                                        </p:tgtEl>
                                        <p:attrNameLst>
                                          <p:attrName>ppt_h</p:attrName>
                                        </p:attrNameLst>
                                      </p:cBhvr>
                                      <p:tavLst>
                                        <p:tav tm="0">
                                          <p:val>
                                            <p:fltVal val="0"/>
                                          </p:val>
                                        </p:tav>
                                        <p:tav tm="100000">
                                          <p:val>
                                            <p:strVal val="#ppt_h"/>
                                          </p:val>
                                        </p:tav>
                                      </p:tavLst>
                                    </p:anim>
                                    <p:animEffect transition="in" filter="fade">
                                      <p:cBhvr>
                                        <p:cTn id="299" dur="750"/>
                                        <p:tgtEl>
                                          <p:spTgt spid="121"/>
                                        </p:tgtEl>
                                      </p:cBhvr>
                                    </p:animEffect>
                                  </p:childTnLst>
                                </p:cTn>
                              </p:par>
                              <p:par>
                                <p:cTn id="300" presetID="53" presetClass="entr" presetSubtype="16" fill="hold" grpId="0" nodeType="withEffect">
                                  <p:stCondLst>
                                    <p:cond delay="360"/>
                                  </p:stCondLst>
                                  <p:childTnLst>
                                    <p:set>
                                      <p:cBhvr>
                                        <p:cTn id="301" dur="1" fill="hold">
                                          <p:stCondLst>
                                            <p:cond delay="0"/>
                                          </p:stCondLst>
                                        </p:cTn>
                                        <p:tgtEl>
                                          <p:spTgt spid="122"/>
                                        </p:tgtEl>
                                        <p:attrNameLst>
                                          <p:attrName>style.visibility</p:attrName>
                                        </p:attrNameLst>
                                      </p:cBhvr>
                                      <p:to>
                                        <p:strVal val="visible"/>
                                      </p:to>
                                    </p:set>
                                    <p:anim calcmode="lin" valueType="num">
                                      <p:cBhvr>
                                        <p:cTn id="302" dur="750" fill="hold"/>
                                        <p:tgtEl>
                                          <p:spTgt spid="122"/>
                                        </p:tgtEl>
                                        <p:attrNameLst>
                                          <p:attrName>ppt_w</p:attrName>
                                        </p:attrNameLst>
                                      </p:cBhvr>
                                      <p:tavLst>
                                        <p:tav tm="0">
                                          <p:val>
                                            <p:fltVal val="0"/>
                                          </p:val>
                                        </p:tav>
                                        <p:tav tm="100000">
                                          <p:val>
                                            <p:strVal val="#ppt_w"/>
                                          </p:val>
                                        </p:tav>
                                      </p:tavLst>
                                    </p:anim>
                                    <p:anim calcmode="lin" valueType="num">
                                      <p:cBhvr>
                                        <p:cTn id="303" dur="750" fill="hold"/>
                                        <p:tgtEl>
                                          <p:spTgt spid="122"/>
                                        </p:tgtEl>
                                        <p:attrNameLst>
                                          <p:attrName>ppt_h</p:attrName>
                                        </p:attrNameLst>
                                      </p:cBhvr>
                                      <p:tavLst>
                                        <p:tav tm="0">
                                          <p:val>
                                            <p:fltVal val="0"/>
                                          </p:val>
                                        </p:tav>
                                        <p:tav tm="100000">
                                          <p:val>
                                            <p:strVal val="#ppt_h"/>
                                          </p:val>
                                        </p:tav>
                                      </p:tavLst>
                                    </p:anim>
                                    <p:animEffect transition="in" filter="fade">
                                      <p:cBhvr>
                                        <p:cTn id="304" dur="750"/>
                                        <p:tgtEl>
                                          <p:spTgt spid="122"/>
                                        </p:tgtEl>
                                      </p:cBhvr>
                                    </p:animEffect>
                                  </p:childTnLst>
                                </p:cTn>
                              </p:par>
                              <p:par>
                                <p:cTn id="305" presetID="53" presetClass="entr" presetSubtype="16" fill="hold" grpId="0" nodeType="withEffect">
                                  <p:stCondLst>
                                    <p:cond delay="360"/>
                                  </p:stCondLst>
                                  <p:childTnLst>
                                    <p:set>
                                      <p:cBhvr>
                                        <p:cTn id="306" dur="1" fill="hold">
                                          <p:stCondLst>
                                            <p:cond delay="0"/>
                                          </p:stCondLst>
                                        </p:cTn>
                                        <p:tgtEl>
                                          <p:spTgt spid="123"/>
                                        </p:tgtEl>
                                        <p:attrNameLst>
                                          <p:attrName>style.visibility</p:attrName>
                                        </p:attrNameLst>
                                      </p:cBhvr>
                                      <p:to>
                                        <p:strVal val="visible"/>
                                      </p:to>
                                    </p:set>
                                    <p:anim calcmode="lin" valueType="num">
                                      <p:cBhvr>
                                        <p:cTn id="307" dur="750" fill="hold"/>
                                        <p:tgtEl>
                                          <p:spTgt spid="123"/>
                                        </p:tgtEl>
                                        <p:attrNameLst>
                                          <p:attrName>ppt_w</p:attrName>
                                        </p:attrNameLst>
                                      </p:cBhvr>
                                      <p:tavLst>
                                        <p:tav tm="0">
                                          <p:val>
                                            <p:fltVal val="0"/>
                                          </p:val>
                                        </p:tav>
                                        <p:tav tm="100000">
                                          <p:val>
                                            <p:strVal val="#ppt_w"/>
                                          </p:val>
                                        </p:tav>
                                      </p:tavLst>
                                    </p:anim>
                                    <p:anim calcmode="lin" valueType="num">
                                      <p:cBhvr>
                                        <p:cTn id="308" dur="750" fill="hold"/>
                                        <p:tgtEl>
                                          <p:spTgt spid="123"/>
                                        </p:tgtEl>
                                        <p:attrNameLst>
                                          <p:attrName>ppt_h</p:attrName>
                                        </p:attrNameLst>
                                      </p:cBhvr>
                                      <p:tavLst>
                                        <p:tav tm="0">
                                          <p:val>
                                            <p:fltVal val="0"/>
                                          </p:val>
                                        </p:tav>
                                        <p:tav tm="100000">
                                          <p:val>
                                            <p:strVal val="#ppt_h"/>
                                          </p:val>
                                        </p:tav>
                                      </p:tavLst>
                                    </p:anim>
                                    <p:animEffect transition="in" filter="fade">
                                      <p:cBhvr>
                                        <p:cTn id="309" dur="750"/>
                                        <p:tgtEl>
                                          <p:spTgt spid="123"/>
                                        </p:tgtEl>
                                      </p:cBhvr>
                                    </p:animEffect>
                                  </p:childTnLst>
                                </p:cTn>
                              </p:par>
                              <p:par>
                                <p:cTn id="310" presetID="53" presetClass="entr" presetSubtype="16" fill="hold" grpId="0" nodeType="withEffect">
                                  <p:stCondLst>
                                    <p:cond delay="360"/>
                                  </p:stCondLst>
                                  <p:childTnLst>
                                    <p:set>
                                      <p:cBhvr>
                                        <p:cTn id="311" dur="1" fill="hold">
                                          <p:stCondLst>
                                            <p:cond delay="0"/>
                                          </p:stCondLst>
                                        </p:cTn>
                                        <p:tgtEl>
                                          <p:spTgt spid="124"/>
                                        </p:tgtEl>
                                        <p:attrNameLst>
                                          <p:attrName>style.visibility</p:attrName>
                                        </p:attrNameLst>
                                      </p:cBhvr>
                                      <p:to>
                                        <p:strVal val="visible"/>
                                      </p:to>
                                    </p:set>
                                    <p:anim calcmode="lin" valueType="num">
                                      <p:cBhvr>
                                        <p:cTn id="312" dur="750" fill="hold"/>
                                        <p:tgtEl>
                                          <p:spTgt spid="124"/>
                                        </p:tgtEl>
                                        <p:attrNameLst>
                                          <p:attrName>ppt_w</p:attrName>
                                        </p:attrNameLst>
                                      </p:cBhvr>
                                      <p:tavLst>
                                        <p:tav tm="0">
                                          <p:val>
                                            <p:fltVal val="0"/>
                                          </p:val>
                                        </p:tav>
                                        <p:tav tm="100000">
                                          <p:val>
                                            <p:strVal val="#ppt_w"/>
                                          </p:val>
                                        </p:tav>
                                      </p:tavLst>
                                    </p:anim>
                                    <p:anim calcmode="lin" valueType="num">
                                      <p:cBhvr>
                                        <p:cTn id="313" dur="750" fill="hold"/>
                                        <p:tgtEl>
                                          <p:spTgt spid="124"/>
                                        </p:tgtEl>
                                        <p:attrNameLst>
                                          <p:attrName>ppt_h</p:attrName>
                                        </p:attrNameLst>
                                      </p:cBhvr>
                                      <p:tavLst>
                                        <p:tav tm="0">
                                          <p:val>
                                            <p:fltVal val="0"/>
                                          </p:val>
                                        </p:tav>
                                        <p:tav tm="100000">
                                          <p:val>
                                            <p:strVal val="#ppt_h"/>
                                          </p:val>
                                        </p:tav>
                                      </p:tavLst>
                                    </p:anim>
                                    <p:animEffect transition="in" filter="fade">
                                      <p:cBhvr>
                                        <p:cTn id="314" dur="750"/>
                                        <p:tgtEl>
                                          <p:spTgt spid="124"/>
                                        </p:tgtEl>
                                      </p:cBhvr>
                                    </p:animEffect>
                                  </p:childTnLst>
                                </p:cTn>
                              </p:par>
                              <p:par>
                                <p:cTn id="315" presetID="53" presetClass="entr" presetSubtype="16" fill="hold" grpId="0" nodeType="withEffect">
                                  <p:stCondLst>
                                    <p:cond delay="360"/>
                                  </p:stCondLst>
                                  <p:childTnLst>
                                    <p:set>
                                      <p:cBhvr>
                                        <p:cTn id="316" dur="1" fill="hold">
                                          <p:stCondLst>
                                            <p:cond delay="0"/>
                                          </p:stCondLst>
                                        </p:cTn>
                                        <p:tgtEl>
                                          <p:spTgt spid="125"/>
                                        </p:tgtEl>
                                        <p:attrNameLst>
                                          <p:attrName>style.visibility</p:attrName>
                                        </p:attrNameLst>
                                      </p:cBhvr>
                                      <p:to>
                                        <p:strVal val="visible"/>
                                      </p:to>
                                    </p:set>
                                    <p:anim calcmode="lin" valueType="num">
                                      <p:cBhvr>
                                        <p:cTn id="317" dur="750" fill="hold"/>
                                        <p:tgtEl>
                                          <p:spTgt spid="125"/>
                                        </p:tgtEl>
                                        <p:attrNameLst>
                                          <p:attrName>ppt_w</p:attrName>
                                        </p:attrNameLst>
                                      </p:cBhvr>
                                      <p:tavLst>
                                        <p:tav tm="0">
                                          <p:val>
                                            <p:fltVal val="0"/>
                                          </p:val>
                                        </p:tav>
                                        <p:tav tm="100000">
                                          <p:val>
                                            <p:strVal val="#ppt_w"/>
                                          </p:val>
                                        </p:tav>
                                      </p:tavLst>
                                    </p:anim>
                                    <p:anim calcmode="lin" valueType="num">
                                      <p:cBhvr>
                                        <p:cTn id="318" dur="750" fill="hold"/>
                                        <p:tgtEl>
                                          <p:spTgt spid="125"/>
                                        </p:tgtEl>
                                        <p:attrNameLst>
                                          <p:attrName>ppt_h</p:attrName>
                                        </p:attrNameLst>
                                      </p:cBhvr>
                                      <p:tavLst>
                                        <p:tav tm="0">
                                          <p:val>
                                            <p:fltVal val="0"/>
                                          </p:val>
                                        </p:tav>
                                        <p:tav tm="100000">
                                          <p:val>
                                            <p:strVal val="#ppt_h"/>
                                          </p:val>
                                        </p:tav>
                                      </p:tavLst>
                                    </p:anim>
                                    <p:animEffect transition="in" filter="fade">
                                      <p:cBhvr>
                                        <p:cTn id="319" dur="750"/>
                                        <p:tgtEl>
                                          <p:spTgt spid="125"/>
                                        </p:tgtEl>
                                      </p:cBhvr>
                                    </p:animEffect>
                                  </p:childTnLst>
                                </p:cTn>
                              </p:par>
                            </p:childTnLst>
                          </p:cTn>
                        </p:par>
                      </p:childTnLst>
                    </p:cTn>
                  </p:par>
                  <p:par>
                    <p:cTn id="320" fill="hold">
                      <p:stCondLst>
                        <p:cond delay="indefinite"/>
                      </p:stCondLst>
                      <p:childTnLst>
                        <p:par>
                          <p:cTn id="321" fill="hold">
                            <p:stCondLst>
                              <p:cond delay="0"/>
                            </p:stCondLst>
                            <p:childTnLst>
                              <p:par>
                                <p:cTn id="322" presetID="10" presetClass="exit" presetSubtype="0" fill="hold" grpId="1" nodeType="clickEffect">
                                  <p:stCondLst>
                                    <p:cond delay="0"/>
                                  </p:stCondLst>
                                  <p:childTnLst>
                                    <p:animEffect transition="out" filter="fade">
                                      <p:cBhvr>
                                        <p:cTn id="323" dur="300"/>
                                        <p:tgtEl>
                                          <p:spTgt spid="74"/>
                                        </p:tgtEl>
                                      </p:cBhvr>
                                    </p:animEffect>
                                    <p:set>
                                      <p:cBhvr>
                                        <p:cTn id="324" dur="1" fill="hold">
                                          <p:stCondLst>
                                            <p:cond delay="299"/>
                                          </p:stCondLst>
                                        </p:cTn>
                                        <p:tgtEl>
                                          <p:spTgt spid="74"/>
                                        </p:tgtEl>
                                        <p:attrNameLst>
                                          <p:attrName>style.visibility</p:attrName>
                                        </p:attrNameLst>
                                      </p:cBhvr>
                                      <p:to>
                                        <p:strVal val="hidden"/>
                                      </p:to>
                                    </p:set>
                                  </p:childTnLst>
                                </p:cTn>
                              </p:par>
                              <p:par>
                                <p:cTn id="325" presetID="10" presetClass="exit" presetSubtype="0" fill="hold" grpId="1" nodeType="withEffect">
                                  <p:stCondLst>
                                    <p:cond delay="0"/>
                                  </p:stCondLst>
                                  <p:childTnLst>
                                    <p:animEffect transition="out" filter="fade">
                                      <p:cBhvr>
                                        <p:cTn id="326" dur="300"/>
                                        <p:tgtEl>
                                          <p:spTgt spid="75"/>
                                        </p:tgtEl>
                                      </p:cBhvr>
                                    </p:animEffect>
                                    <p:set>
                                      <p:cBhvr>
                                        <p:cTn id="327" dur="1" fill="hold">
                                          <p:stCondLst>
                                            <p:cond delay="299"/>
                                          </p:stCondLst>
                                        </p:cTn>
                                        <p:tgtEl>
                                          <p:spTgt spid="75"/>
                                        </p:tgtEl>
                                        <p:attrNameLst>
                                          <p:attrName>style.visibility</p:attrName>
                                        </p:attrNameLst>
                                      </p:cBhvr>
                                      <p:to>
                                        <p:strVal val="hidden"/>
                                      </p:to>
                                    </p:set>
                                  </p:childTnLst>
                                </p:cTn>
                              </p:par>
                              <p:par>
                                <p:cTn id="328" presetID="10" presetClass="exit" presetSubtype="0" fill="hold" grpId="1" nodeType="withEffect">
                                  <p:stCondLst>
                                    <p:cond delay="0"/>
                                  </p:stCondLst>
                                  <p:childTnLst>
                                    <p:animEffect transition="out" filter="fade">
                                      <p:cBhvr>
                                        <p:cTn id="329" dur="300"/>
                                        <p:tgtEl>
                                          <p:spTgt spid="76"/>
                                        </p:tgtEl>
                                      </p:cBhvr>
                                    </p:animEffect>
                                    <p:set>
                                      <p:cBhvr>
                                        <p:cTn id="330" dur="1" fill="hold">
                                          <p:stCondLst>
                                            <p:cond delay="299"/>
                                          </p:stCondLst>
                                        </p:cTn>
                                        <p:tgtEl>
                                          <p:spTgt spid="76"/>
                                        </p:tgtEl>
                                        <p:attrNameLst>
                                          <p:attrName>style.visibility</p:attrName>
                                        </p:attrNameLst>
                                      </p:cBhvr>
                                      <p:to>
                                        <p:strVal val="hidden"/>
                                      </p:to>
                                    </p:set>
                                  </p:childTnLst>
                                </p:cTn>
                              </p:par>
                              <p:par>
                                <p:cTn id="331" presetID="10" presetClass="exit" presetSubtype="0" fill="hold" nodeType="withEffect">
                                  <p:stCondLst>
                                    <p:cond delay="0"/>
                                  </p:stCondLst>
                                  <p:childTnLst>
                                    <p:animEffect transition="out" filter="fade">
                                      <p:cBhvr>
                                        <p:cTn id="332" dur="300"/>
                                        <p:tgtEl>
                                          <p:spTgt spid="77"/>
                                        </p:tgtEl>
                                      </p:cBhvr>
                                    </p:animEffect>
                                    <p:set>
                                      <p:cBhvr>
                                        <p:cTn id="333" dur="1" fill="hold">
                                          <p:stCondLst>
                                            <p:cond delay="299"/>
                                          </p:stCondLst>
                                        </p:cTn>
                                        <p:tgtEl>
                                          <p:spTgt spid="77"/>
                                        </p:tgtEl>
                                        <p:attrNameLst>
                                          <p:attrName>style.visibility</p:attrName>
                                        </p:attrNameLst>
                                      </p:cBhvr>
                                      <p:to>
                                        <p:strVal val="hidden"/>
                                      </p:to>
                                    </p:set>
                                  </p:childTnLst>
                                </p:cTn>
                              </p:par>
                              <p:par>
                                <p:cTn id="334" presetID="10" presetClass="exit" presetSubtype="0" fill="hold" grpId="1" nodeType="withEffect">
                                  <p:stCondLst>
                                    <p:cond delay="0"/>
                                  </p:stCondLst>
                                  <p:childTnLst>
                                    <p:animEffect transition="out" filter="fade">
                                      <p:cBhvr>
                                        <p:cTn id="335" dur="300"/>
                                        <p:tgtEl>
                                          <p:spTgt spid="78"/>
                                        </p:tgtEl>
                                      </p:cBhvr>
                                    </p:animEffect>
                                    <p:set>
                                      <p:cBhvr>
                                        <p:cTn id="336" dur="1" fill="hold">
                                          <p:stCondLst>
                                            <p:cond delay="299"/>
                                          </p:stCondLst>
                                        </p:cTn>
                                        <p:tgtEl>
                                          <p:spTgt spid="78"/>
                                        </p:tgtEl>
                                        <p:attrNameLst>
                                          <p:attrName>style.visibility</p:attrName>
                                        </p:attrNameLst>
                                      </p:cBhvr>
                                      <p:to>
                                        <p:strVal val="hidden"/>
                                      </p:to>
                                    </p:set>
                                  </p:childTnLst>
                                </p:cTn>
                              </p:par>
                              <p:par>
                                <p:cTn id="337" presetID="10" presetClass="exit" presetSubtype="0" fill="hold" nodeType="withEffect">
                                  <p:stCondLst>
                                    <p:cond delay="0"/>
                                  </p:stCondLst>
                                  <p:childTnLst>
                                    <p:animEffect transition="out" filter="fade">
                                      <p:cBhvr>
                                        <p:cTn id="338" dur="300"/>
                                        <p:tgtEl>
                                          <p:spTgt spid="79"/>
                                        </p:tgtEl>
                                      </p:cBhvr>
                                    </p:animEffect>
                                    <p:set>
                                      <p:cBhvr>
                                        <p:cTn id="339" dur="1" fill="hold">
                                          <p:stCondLst>
                                            <p:cond delay="299"/>
                                          </p:stCondLst>
                                        </p:cTn>
                                        <p:tgtEl>
                                          <p:spTgt spid="79"/>
                                        </p:tgtEl>
                                        <p:attrNameLst>
                                          <p:attrName>style.visibility</p:attrName>
                                        </p:attrNameLst>
                                      </p:cBhvr>
                                      <p:to>
                                        <p:strVal val="hidden"/>
                                      </p:to>
                                    </p:set>
                                  </p:childTnLst>
                                </p:cTn>
                              </p:par>
                              <p:par>
                                <p:cTn id="340" presetID="10" presetClass="exit" presetSubtype="0" fill="hold" grpId="1" nodeType="withEffect">
                                  <p:stCondLst>
                                    <p:cond delay="0"/>
                                  </p:stCondLst>
                                  <p:childTnLst>
                                    <p:animEffect transition="out" filter="fade">
                                      <p:cBhvr>
                                        <p:cTn id="341" dur="300"/>
                                        <p:tgtEl>
                                          <p:spTgt spid="80"/>
                                        </p:tgtEl>
                                      </p:cBhvr>
                                    </p:animEffect>
                                    <p:set>
                                      <p:cBhvr>
                                        <p:cTn id="342" dur="1" fill="hold">
                                          <p:stCondLst>
                                            <p:cond delay="299"/>
                                          </p:stCondLst>
                                        </p:cTn>
                                        <p:tgtEl>
                                          <p:spTgt spid="80"/>
                                        </p:tgtEl>
                                        <p:attrNameLst>
                                          <p:attrName>style.visibility</p:attrName>
                                        </p:attrNameLst>
                                      </p:cBhvr>
                                      <p:to>
                                        <p:strVal val="hidden"/>
                                      </p:to>
                                    </p:set>
                                  </p:childTnLst>
                                </p:cTn>
                              </p:par>
                              <p:par>
                                <p:cTn id="343" presetID="10" presetClass="exit" presetSubtype="0" fill="hold" grpId="1" nodeType="withEffect">
                                  <p:stCondLst>
                                    <p:cond delay="0"/>
                                  </p:stCondLst>
                                  <p:childTnLst>
                                    <p:animEffect transition="out" filter="fade">
                                      <p:cBhvr>
                                        <p:cTn id="344" dur="300"/>
                                        <p:tgtEl>
                                          <p:spTgt spid="81"/>
                                        </p:tgtEl>
                                      </p:cBhvr>
                                    </p:animEffect>
                                    <p:set>
                                      <p:cBhvr>
                                        <p:cTn id="345" dur="1" fill="hold">
                                          <p:stCondLst>
                                            <p:cond delay="299"/>
                                          </p:stCondLst>
                                        </p:cTn>
                                        <p:tgtEl>
                                          <p:spTgt spid="81"/>
                                        </p:tgtEl>
                                        <p:attrNameLst>
                                          <p:attrName>style.visibility</p:attrName>
                                        </p:attrNameLst>
                                      </p:cBhvr>
                                      <p:to>
                                        <p:strVal val="hidden"/>
                                      </p:to>
                                    </p:set>
                                  </p:childTnLst>
                                </p:cTn>
                              </p:par>
                              <p:par>
                                <p:cTn id="346" presetID="10" presetClass="exit" presetSubtype="0" fill="hold" grpId="1" nodeType="withEffect">
                                  <p:stCondLst>
                                    <p:cond delay="0"/>
                                  </p:stCondLst>
                                  <p:childTnLst>
                                    <p:animEffect transition="out" filter="fade">
                                      <p:cBhvr>
                                        <p:cTn id="347" dur="300"/>
                                        <p:tgtEl>
                                          <p:spTgt spid="82"/>
                                        </p:tgtEl>
                                      </p:cBhvr>
                                    </p:animEffect>
                                    <p:set>
                                      <p:cBhvr>
                                        <p:cTn id="348" dur="1" fill="hold">
                                          <p:stCondLst>
                                            <p:cond delay="299"/>
                                          </p:stCondLst>
                                        </p:cTn>
                                        <p:tgtEl>
                                          <p:spTgt spid="82"/>
                                        </p:tgtEl>
                                        <p:attrNameLst>
                                          <p:attrName>style.visibility</p:attrName>
                                        </p:attrNameLst>
                                      </p:cBhvr>
                                      <p:to>
                                        <p:strVal val="hidden"/>
                                      </p:to>
                                    </p:set>
                                  </p:childTnLst>
                                </p:cTn>
                              </p:par>
                              <p:par>
                                <p:cTn id="349" presetID="10" presetClass="exit" presetSubtype="0" fill="hold" grpId="1" nodeType="withEffect">
                                  <p:stCondLst>
                                    <p:cond delay="0"/>
                                  </p:stCondLst>
                                  <p:childTnLst>
                                    <p:animEffect transition="out" filter="fade">
                                      <p:cBhvr>
                                        <p:cTn id="350" dur="300"/>
                                        <p:tgtEl>
                                          <p:spTgt spid="83"/>
                                        </p:tgtEl>
                                      </p:cBhvr>
                                    </p:animEffect>
                                    <p:set>
                                      <p:cBhvr>
                                        <p:cTn id="351" dur="1" fill="hold">
                                          <p:stCondLst>
                                            <p:cond delay="299"/>
                                          </p:stCondLst>
                                        </p:cTn>
                                        <p:tgtEl>
                                          <p:spTgt spid="83"/>
                                        </p:tgtEl>
                                        <p:attrNameLst>
                                          <p:attrName>style.visibility</p:attrName>
                                        </p:attrNameLst>
                                      </p:cBhvr>
                                      <p:to>
                                        <p:strVal val="hidden"/>
                                      </p:to>
                                    </p:set>
                                  </p:childTnLst>
                                </p:cTn>
                              </p:par>
                              <p:par>
                                <p:cTn id="352" presetID="10" presetClass="exit" presetSubtype="0" fill="hold" nodeType="withEffect">
                                  <p:stCondLst>
                                    <p:cond delay="0"/>
                                  </p:stCondLst>
                                  <p:childTnLst>
                                    <p:animEffect transition="out" filter="fade">
                                      <p:cBhvr>
                                        <p:cTn id="353" dur="300"/>
                                        <p:tgtEl>
                                          <p:spTgt spid="84"/>
                                        </p:tgtEl>
                                      </p:cBhvr>
                                    </p:animEffect>
                                    <p:set>
                                      <p:cBhvr>
                                        <p:cTn id="354" dur="1" fill="hold">
                                          <p:stCondLst>
                                            <p:cond delay="299"/>
                                          </p:stCondLst>
                                        </p:cTn>
                                        <p:tgtEl>
                                          <p:spTgt spid="84"/>
                                        </p:tgtEl>
                                        <p:attrNameLst>
                                          <p:attrName>style.visibility</p:attrName>
                                        </p:attrNameLst>
                                      </p:cBhvr>
                                      <p:to>
                                        <p:strVal val="hidden"/>
                                      </p:to>
                                    </p:set>
                                  </p:childTnLst>
                                </p:cTn>
                              </p:par>
                              <p:par>
                                <p:cTn id="355" presetID="10" presetClass="exit" presetSubtype="0" fill="hold" grpId="1" nodeType="withEffect">
                                  <p:stCondLst>
                                    <p:cond delay="0"/>
                                  </p:stCondLst>
                                  <p:childTnLst>
                                    <p:animEffect transition="out" filter="fade">
                                      <p:cBhvr>
                                        <p:cTn id="356" dur="300"/>
                                        <p:tgtEl>
                                          <p:spTgt spid="85"/>
                                        </p:tgtEl>
                                      </p:cBhvr>
                                    </p:animEffect>
                                    <p:set>
                                      <p:cBhvr>
                                        <p:cTn id="357" dur="1" fill="hold">
                                          <p:stCondLst>
                                            <p:cond delay="299"/>
                                          </p:stCondLst>
                                        </p:cTn>
                                        <p:tgtEl>
                                          <p:spTgt spid="85"/>
                                        </p:tgtEl>
                                        <p:attrNameLst>
                                          <p:attrName>style.visibility</p:attrName>
                                        </p:attrNameLst>
                                      </p:cBhvr>
                                      <p:to>
                                        <p:strVal val="hidden"/>
                                      </p:to>
                                    </p:set>
                                  </p:childTnLst>
                                </p:cTn>
                              </p:par>
                              <p:par>
                                <p:cTn id="358" presetID="10" presetClass="exit" presetSubtype="0" fill="hold" grpId="1" nodeType="withEffect">
                                  <p:stCondLst>
                                    <p:cond delay="0"/>
                                  </p:stCondLst>
                                  <p:childTnLst>
                                    <p:animEffect transition="out" filter="fade">
                                      <p:cBhvr>
                                        <p:cTn id="359" dur="300"/>
                                        <p:tgtEl>
                                          <p:spTgt spid="86"/>
                                        </p:tgtEl>
                                      </p:cBhvr>
                                    </p:animEffect>
                                    <p:set>
                                      <p:cBhvr>
                                        <p:cTn id="360" dur="1" fill="hold">
                                          <p:stCondLst>
                                            <p:cond delay="299"/>
                                          </p:stCondLst>
                                        </p:cTn>
                                        <p:tgtEl>
                                          <p:spTgt spid="86"/>
                                        </p:tgtEl>
                                        <p:attrNameLst>
                                          <p:attrName>style.visibility</p:attrName>
                                        </p:attrNameLst>
                                      </p:cBhvr>
                                      <p:to>
                                        <p:strVal val="hidden"/>
                                      </p:to>
                                    </p:set>
                                  </p:childTnLst>
                                </p:cTn>
                              </p:par>
                              <p:par>
                                <p:cTn id="361" presetID="10" presetClass="exit" presetSubtype="0" fill="hold" grpId="1" nodeType="withEffect">
                                  <p:stCondLst>
                                    <p:cond delay="0"/>
                                  </p:stCondLst>
                                  <p:childTnLst>
                                    <p:animEffect transition="out" filter="fade">
                                      <p:cBhvr>
                                        <p:cTn id="362" dur="300"/>
                                        <p:tgtEl>
                                          <p:spTgt spid="87"/>
                                        </p:tgtEl>
                                      </p:cBhvr>
                                    </p:animEffect>
                                    <p:set>
                                      <p:cBhvr>
                                        <p:cTn id="363" dur="1" fill="hold">
                                          <p:stCondLst>
                                            <p:cond delay="299"/>
                                          </p:stCondLst>
                                        </p:cTn>
                                        <p:tgtEl>
                                          <p:spTgt spid="87"/>
                                        </p:tgtEl>
                                        <p:attrNameLst>
                                          <p:attrName>style.visibility</p:attrName>
                                        </p:attrNameLst>
                                      </p:cBhvr>
                                      <p:to>
                                        <p:strVal val="hidden"/>
                                      </p:to>
                                    </p:set>
                                  </p:childTnLst>
                                </p:cTn>
                              </p:par>
                              <p:par>
                                <p:cTn id="364" presetID="10" presetClass="exit" presetSubtype="0" fill="hold" nodeType="withEffect">
                                  <p:stCondLst>
                                    <p:cond delay="0"/>
                                  </p:stCondLst>
                                  <p:childTnLst>
                                    <p:animEffect transition="out" filter="fade">
                                      <p:cBhvr>
                                        <p:cTn id="365" dur="300"/>
                                        <p:tgtEl>
                                          <p:spTgt spid="88"/>
                                        </p:tgtEl>
                                      </p:cBhvr>
                                    </p:animEffect>
                                    <p:set>
                                      <p:cBhvr>
                                        <p:cTn id="366" dur="1" fill="hold">
                                          <p:stCondLst>
                                            <p:cond delay="299"/>
                                          </p:stCondLst>
                                        </p:cTn>
                                        <p:tgtEl>
                                          <p:spTgt spid="88"/>
                                        </p:tgtEl>
                                        <p:attrNameLst>
                                          <p:attrName>style.visibility</p:attrName>
                                        </p:attrNameLst>
                                      </p:cBhvr>
                                      <p:to>
                                        <p:strVal val="hidden"/>
                                      </p:to>
                                    </p:set>
                                  </p:childTnLst>
                                </p:cTn>
                              </p:par>
                              <p:par>
                                <p:cTn id="367" presetID="10" presetClass="exit" presetSubtype="0" fill="hold" grpId="1" nodeType="withEffect">
                                  <p:stCondLst>
                                    <p:cond delay="0"/>
                                  </p:stCondLst>
                                  <p:childTnLst>
                                    <p:animEffect transition="out" filter="fade">
                                      <p:cBhvr>
                                        <p:cTn id="368" dur="300"/>
                                        <p:tgtEl>
                                          <p:spTgt spid="89"/>
                                        </p:tgtEl>
                                      </p:cBhvr>
                                    </p:animEffect>
                                    <p:set>
                                      <p:cBhvr>
                                        <p:cTn id="369" dur="1" fill="hold">
                                          <p:stCondLst>
                                            <p:cond delay="299"/>
                                          </p:stCondLst>
                                        </p:cTn>
                                        <p:tgtEl>
                                          <p:spTgt spid="89"/>
                                        </p:tgtEl>
                                        <p:attrNameLst>
                                          <p:attrName>style.visibility</p:attrName>
                                        </p:attrNameLst>
                                      </p:cBhvr>
                                      <p:to>
                                        <p:strVal val="hidden"/>
                                      </p:to>
                                    </p:set>
                                  </p:childTnLst>
                                </p:cTn>
                              </p:par>
                              <p:par>
                                <p:cTn id="370" presetID="42" presetClass="entr" presetSubtype="0" fill="hold" grpId="0" nodeType="withEffect">
                                  <p:stCondLst>
                                    <p:cond delay="250"/>
                                  </p:stCondLst>
                                  <p:childTnLst>
                                    <p:set>
                                      <p:cBhvr>
                                        <p:cTn id="371" dur="1" fill="hold">
                                          <p:stCondLst>
                                            <p:cond delay="0"/>
                                          </p:stCondLst>
                                        </p:cTn>
                                        <p:tgtEl>
                                          <p:spTgt spid="12"/>
                                        </p:tgtEl>
                                        <p:attrNameLst>
                                          <p:attrName>style.visibility</p:attrName>
                                        </p:attrNameLst>
                                      </p:cBhvr>
                                      <p:to>
                                        <p:strVal val="visible"/>
                                      </p:to>
                                    </p:set>
                                    <p:animEffect transition="in" filter="fade">
                                      <p:cBhvr>
                                        <p:cTn id="372" dur="650"/>
                                        <p:tgtEl>
                                          <p:spTgt spid="12"/>
                                        </p:tgtEl>
                                      </p:cBhvr>
                                    </p:animEffect>
                                    <p:anim calcmode="lin" valueType="num">
                                      <p:cBhvr>
                                        <p:cTn id="373" dur="650" fill="hold"/>
                                        <p:tgtEl>
                                          <p:spTgt spid="12"/>
                                        </p:tgtEl>
                                        <p:attrNameLst>
                                          <p:attrName>ppt_x</p:attrName>
                                        </p:attrNameLst>
                                      </p:cBhvr>
                                      <p:tavLst>
                                        <p:tav tm="0">
                                          <p:val>
                                            <p:strVal val="#ppt_x"/>
                                          </p:val>
                                        </p:tav>
                                        <p:tav tm="100000">
                                          <p:val>
                                            <p:strVal val="#ppt_x"/>
                                          </p:val>
                                        </p:tav>
                                      </p:tavLst>
                                    </p:anim>
                                    <p:anim calcmode="lin" valueType="num">
                                      <p:cBhvr>
                                        <p:cTn id="374" dur="650" fill="hold"/>
                                        <p:tgtEl>
                                          <p:spTgt spid="12"/>
                                        </p:tgtEl>
                                        <p:attrNameLst>
                                          <p:attrName>ppt_y</p:attrName>
                                        </p:attrNameLst>
                                      </p:cBhvr>
                                      <p:tavLst>
                                        <p:tav tm="0">
                                          <p:val>
                                            <p:strVal val="#ppt_y+.1"/>
                                          </p:val>
                                        </p:tav>
                                        <p:tav tm="100000">
                                          <p:val>
                                            <p:strVal val="#ppt_y"/>
                                          </p:val>
                                        </p:tav>
                                      </p:tavLst>
                                    </p:anim>
                                  </p:childTnLst>
                                </p:cTn>
                              </p:par>
                              <p:par>
                                <p:cTn id="375" presetID="42" presetClass="entr" presetSubtype="0" fill="hold" grpId="0" nodeType="withEffect">
                                  <p:stCondLst>
                                    <p:cond delay="250"/>
                                  </p:stCondLst>
                                  <p:childTnLst>
                                    <p:set>
                                      <p:cBhvr>
                                        <p:cTn id="376" dur="1" fill="hold">
                                          <p:stCondLst>
                                            <p:cond delay="0"/>
                                          </p:stCondLst>
                                        </p:cTn>
                                        <p:tgtEl>
                                          <p:spTgt spid="13"/>
                                        </p:tgtEl>
                                        <p:attrNameLst>
                                          <p:attrName>style.visibility</p:attrName>
                                        </p:attrNameLst>
                                      </p:cBhvr>
                                      <p:to>
                                        <p:strVal val="visible"/>
                                      </p:to>
                                    </p:set>
                                    <p:animEffect transition="in" filter="fade">
                                      <p:cBhvr>
                                        <p:cTn id="377" dur="650"/>
                                        <p:tgtEl>
                                          <p:spTgt spid="13"/>
                                        </p:tgtEl>
                                      </p:cBhvr>
                                    </p:animEffect>
                                    <p:anim calcmode="lin" valueType="num">
                                      <p:cBhvr>
                                        <p:cTn id="378" dur="650" fill="hold"/>
                                        <p:tgtEl>
                                          <p:spTgt spid="13"/>
                                        </p:tgtEl>
                                        <p:attrNameLst>
                                          <p:attrName>ppt_x</p:attrName>
                                        </p:attrNameLst>
                                      </p:cBhvr>
                                      <p:tavLst>
                                        <p:tav tm="0">
                                          <p:val>
                                            <p:strVal val="#ppt_x"/>
                                          </p:val>
                                        </p:tav>
                                        <p:tav tm="100000">
                                          <p:val>
                                            <p:strVal val="#ppt_x"/>
                                          </p:val>
                                        </p:tav>
                                      </p:tavLst>
                                    </p:anim>
                                    <p:anim calcmode="lin" valueType="num">
                                      <p:cBhvr>
                                        <p:cTn id="379" dur="650" fill="hold"/>
                                        <p:tgtEl>
                                          <p:spTgt spid="13"/>
                                        </p:tgtEl>
                                        <p:attrNameLst>
                                          <p:attrName>ppt_y</p:attrName>
                                        </p:attrNameLst>
                                      </p:cBhvr>
                                      <p:tavLst>
                                        <p:tav tm="0">
                                          <p:val>
                                            <p:strVal val="#ppt_y+.1"/>
                                          </p:val>
                                        </p:tav>
                                        <p:tav tm="100000">
                                          <p:val>
                                            <p:strVal val="#ppt_y"/>
                                          </p:val>
                                        </p:tav>
                                      </p:tavLst>
                                    </p:anim>
                                  </p:childTnLst>
                                </p:cTn>
                              </p:par>
                              <p:par>
                                <p:cTn id="380" presetID="42" presetClass="entr" presetSubtype="0" fill="hold" grpId="0" nodeType="withEffect">
                                  <p:stCondLst>
                                    <p:cond delay="250"/>
                                  </p:stCondLst>
                                  <p:childTnLst>
                                    <p:set>
                                      <p:cBhvr>
                                        <p:cTn id="381" dur="1" fill="hold">
                                          <p:stCondLst>
                                            <p:cond delay="0"/>
                                          </p:stCondLst>
                                        </p:cTn>
                                        <p:tgtEl>
                                          <p:spTgt spid="14"/>
                                        </p:tgtEl>
                                        <p:attrNameLst>
                                          <p:attrName>style.visibility</p:attrName>
                                        </p:attrNameLst>
                                      </p:cBhvr>
                                      <p:to>
                                        <p:strVal val="visible"/>
                                      </p:to>
                                    </p:set>
                                    <p:animEffect transition="in" filter="fade">
                                      <p:cBhvr>
                                        <p:cTn id="382" dur="650"/>
                                        <p:tgtEl>
                                          <p:spTgt spid="14"/>
                                        </p:tgtEl>
                                      </p:cBhvr>
                                    </p:animEffect>
                                    <p:anim calcmode="lin" valueType="num">
                                      <p:cBhvr>
                                        <p:cTn id="383" dur="650" fill="hold"/>
                                        <p:tgtEl>
                                          <p:spTgt spid="14"/>
                                        </p:tgtEl>
                                        <p:attrNameLst>
                                          <p:attrName>ppt_x</p:attrName>
                                        </p:attrNameLst>
                                      </p:cBhvr>
                                      <p:tavLst>
                                        <p:tav tm="0">
                                          <p:val>
                                            <p:strVal val="#ppt_x"/>
                                          </p:val>
                                        </p:tav>
                                        <p:tav tm="100000">
                                          <p:val>
                                            <p:strVal val="#ppt_x"/>
                                          </p:val>
                                        </p:tav>
                                      </p:tavLst>
                                    </p:anim>
                                    <p:anim calcmode="lin" valueType="num">
                                      <p:cBhvr>
                                        <p:cTn id="384" dur="650" fill="hold"/>
                                        <p:tgtEl>
                                          <p:spTgt spid="14"/>
                                        </p:tgtEl>
                                        <p:attrNameLst>
                                          <p:attrName>ppt_y</p:attrName>
                                        </p:attrNameLst>
                                      </p:cBhvr>
                                      <p:tavLst>
                                        <p:tav tm="0">
                                          <p:val>
                                            <p:strVal val="#ppt_y+.1"/>
                                          </p:val>
                                        </p:tav>
                                        <p:tav tm="100000">
                                          <p:val>
                                            <p:strVal val="#ppt_y"/>
                                          </p:val>
                                        </p:tav>
                                      </p:tavLst>
                                    </p:anim>
                                  </p:childTnLst>
                                </p:cTn>
                              </p:par>
                              <p:par>
                                <p:cTn id="385" presetID="42" presetClass="entr" presetSubtype="0" fill="hold" grpId="0" nodeType="withEffect">
                                  <p:stCondLst>
                                    <p:cond delay="250"/>
                                  </p:stCondLst>
                                  <p:childTnLst>
                                    <p:set>
                                      <p:cBhvr>
                                        <p:cTn id="386" dur="1" fill="hold">
                                          <p:stCondLst>
                                            <p:cond delay="0"/>
                                          </p:stCondLst>
                                        </p:cTn>
                                        <p:tgtEl>
                                          <p:spTgt spid="15"/>
                                        </p:tgtEl>
                                        <p:attrNameLst>
                                          <p:attrName>style.visibility</p:attrName>
                                        </p:attrNameLst>
                                      </p:cBhvr>
                                      <p:to>
                                        <p:strVal val="visible"/>
                                      </p:to>
                                    </p:set>
                                    <p:animEffect transition="in" filter="fade">
                                      <p:cBhvr>
                                        <p:cTn id="387" dur="650"/>
                                        <p:tgtEl>
                                          <p:spTgt spid="15"/>
                                        </p:tgtEl>
                                      </p:cBhvr>
                                    </p:animEffect>
                                    <p:anim calcmode="lin" valueType="num">
                                      <p:cBhvr>
                                        <p:cTn id="388" dur="650" fill="hold"/>
                                        <p:tgtEl>
                                          <p:spTgt spid="15"/>
                                        </p:tgtEl>
                                        <p:attrNameLst>
                                          <p:attrName>ppt_x</p:attrName>
                                        </p:attrNameLst>
                                      </p:cBhvr>
                                      <p:tavLst>
                                        <p:tav tm="0">
                                          <p:val>
                                            <p:strVal val="#ppt_x"/>
                                          </p:val>
                                        </p:tav>
                                        <p:tav tm="100000">
                                          <p:val>
                                            <p:strVal val="#ppt_x"/>
                                          </p:val>
                                        </p:tav>
                                      </p:tavLst>
                                    </p:anim>
                                    <p:anim calcmode="lin" valueType="num">
                                      <p:cBhvr>
                                        <p:cTn id="389" dur="650" fill="hold"/>
                                        <p:tgtEl>
                                          <p:spTgt spid="15"/>
                                        </p:tgtEl>
                                        <p:attrNameLst>
                                          <p:attrName>ppt_y</p:attrName>
                                        </p:attrNameLst>
                                      </p:cBhvr>
                                      <p:tavLst>
                                        <p:tav tm="0">
                                          <p:val>
                                            <p:strVal val="#ppt_y+.1"/>
                                          </p:val>
                                        </p:tav>
                                        <p:tav tm="100000">
                                          <p:val>
                                            <p:strVal val="#ppt_y"/>
                                          </p:val>
                                        </p:tav>
                                      </p:tavLst>
                                    </p:anim>
                                  </p:childTnLst>
                                </p:cTn>
                              </p:par>
                              <p:par>
                                <p:cTn id="390" presetID="42" presetClass="entr" presetSubtype="0" fill="hold" grpId="0" nodeType="withEffect">
                                  <p:stCondLst>
                                    <p:cond delay="250"/>
                                  </p:stCondLst>
                                  <p:childTnLst>
                                    <p:set>
                                      <p:cBhvr>
                                        <p:cTn id="391" dur="1" fill="hold">
                                          <p:stCondLst>
                                            <p:cond delay="0"/>
                                          </p:stCondLst>
                                        </p:cTn>
                                        <p:tgtEl>
                                          <p:spTgt spid="16"/>
                                        </p:tgtEl>
                                        <p:attrNameLst>
                                          <p:attrName>style.visibility</p:attrName>
                                        </p:attrNameLst>
                                      </p:cBhvr>
                                      <p:to>
                                        <p:strVal val="visible"/>
                                      </p:to>
                                    </p:set>
                                    <p:animEffect transition="in" filter="fade">
                                      <p:cBhvr>
                                        <p:cTn id="392" dur="650"/>
                                        <p:tgtEl>
                                          <p:spTgt spid="16"/>
                                        </p:tgtEl>
                                      </p:cBhvr>
                                    </p:animEffect>
                                    <p:anim calcmode="lin" valueType="num">
                                      <p:cBhvr>
                                        <p:cTn id="393" dur="650" fill="hold"/>
                                        <p:tgtEl>
                                          <p:spTgt spid="16"/>
                                        </p:tgtEl>
                                        <p:attrNameLst>
                                          <p:attrName>ppt_x</p:attrName>
                                        </p:attrNameLst>
                                      </p:cBhvr>
                                      <p:tavLst>
                                        <p:tav tm="0">
                                          <p:val>
                                            <p:strVal val="#ppt_x"/>
                                          </p:val>
                                        </p:tav>
                                        <p:tav tm="100000">
                                          <p:val>
                                            <p:strVal val="#ppt_x"/>
                                          </p:val>
                                        </p:tav>
                                      </p:tavLst>
                                    </p:anim>
                                    <p:anim calcmode="lin" valueType="num">
                                      <p:cBhvr>
                                        <p:cTn id="394" dur="650" fill="hold"/>
                                        <p:tgtEl>
                                          <p:spTgt spid="16"/>
                                        </p:tgtEl>
                                        <p:attrNameLst>
                                          <p:attrName>ppt_y</p:attrName>
                                        </p:attrNameLst>
                                      </p:cBhvr>
                                      <p:tavLst>
                                        <p:tav tm="0">
                                          <p:val>
                                            <p:strVal val="#ppt_y+.1"/>
                                          </p:val>
                                        </p:tav>
                                        <p:tav tm="100000">
                                          <p:val>
                                            <p:strVal val="#ppt_y"/>
                                          </p:val>
                                        </p:tav>
                                      </p:tavLst>
                                    </p:anim>
                                  </p:childTnLst>
                                </p:cTn>
                              </p:par>
                              <p:par>
                                <p:cTn id="395" presetID="42" presetClass="entr" presetSubtype="0" fill="hold" grpId="0" nodeType="withEffect">
                                  <p:stCondLst>
                                    <p:cond delay="250"/>
                                  </p:stCondLst>
                                  <p:childTnLst>
                                    <p:set>
                                      <p:cBhvr>
                                        <p:cTn id="396" dur="1" fill="hold">
                                          <p:stCondLst>
                                            <p:cond delay="0"/>
                                          </p:stCondLst>
                                        </p:cTn>
                                        <p:tgtEl>
                                          <p:spTgt spid="17"/>
                                        </p:tgtEl>
                                        <p:attrNameLst>
                                          <p:attrName>style.visibility</p:attrName>
                                        </p:attrNameLst>
                                      </p:cBhvr>
                                      <p:to>
                                        <p:strVal val="visible"/>
                                      </p:to>
                                    </p:set>
                                    <p:animEffect transition="in" filter="fade">
                                      <p:cBhvr>
                                        <p:cTn id="397" dur="650"/>
                                        <p:tgtEl>
                                          <p:spTgt spid="17"/>
                                        </p:tgtEl>
                                      </p:cBhvr>
                                    </p:animEffect>
                                    <p:anim calcmode="lin" valueType="num">
                                      <p:cBhvr>
                                        <p:cTn id="398" dur="650" fill="hold"/>
                                        <p:tgtEl>
                                          <p:spTgt spid="17"/>
                                        </p:tgtEl>
                                        <p:attrNameLst>
                                          <p:attrName>ppt_x</p:attrName>
                                        </p:attrNameLst>
                                      </p:cBhvr>
                                      <p:tavLst>
                                        <p:tav tm="0">
                                          <p:val>
                                            <p:strVal val="#ppt_x"/>
                                          </p:val>
                                        </p:tav>
                                        <p:tav tm="100000">
                                          <p:val>
                                            <p:strVal val="#ppt_x"/>
                                          </p:val>
                                        </p:tav>
                                      </p:tavLst>
                                    </p:anim>
                                    <p:anim calcmode="lin" valueType="num">
                                      <p:cBhvr>
                                        <p:cTn id="399" dur="650" fill="hold"/>
                                        <p:tgtEl>
                                          <p:spTgt spid="17"/>
                                        </p:tgtEl>
                                        <p:attrNameLst>
                                          <p:attrName>ppt_y</p:attrName>
                                        </p:attrNameLst>
                                      </p:cBhvr>
                                      <p:tavLst>
                                        <p:tav tm="0">
                                          <p:val>
                                            <p:strVal val="#ppt_y+.1"/>
                                          </p:val>
                                        </p:tav>
                                        <p:tav tm="100000">
                                          <p:val>
                                            <p:strVal val="#ppt_y"/>
                                          </p:val>
                                        </p:tav>
                                      </p:tavLst>
                                    </p:anim>
                                  </p:childTnLst>
                                </p:cTn>
                              </p:par>
                              <p:par>
                                <p:cTn id="400" presetID="42" presetClass="entr" presetSubtype="0" fill="hold" grpId="0" nodeType="withEffect">
                                  <p:stCondLst>
                                    <p:cond delay="250"/>
                                  </p:stCondLst>
                                  <p:childTnLst>
                                    <p:set>
                                      <p:cBhvr>
                                        <p:cTn id="401" dur="1" fill="hold">
                                          <p:stCondLst>
                                            <p:cond delay="0"/>
                                          </p:stCondLst>
                                        </p:cTn>
                                        <p:tgtEl>
                                          <p:spTgt spid="18"/>
                                        </p:tgtEl>
                                        <p:attrNameLst>
                                          <p:attrName>style.visibility</p:attrName>
                                        </p:attrNameLst>
                                      </p:cBhvr>
                                      <p:to>
                                        <p:strVal val="visible"/>
                                      </p:to>
                                    </p:set>
                                    <p:animEffect transition="in" filter="fade">
                                      <p:cBhvr>
                                        <p:cTn id="402" dur="650"/>
                                        <p:tgtEl>
                                          <p:spTgt spid="18"/>
                                        </p:tgtEl>
                                      </p:cBhvr>
                                    </p:animEffect>
                                    <p:anim calcmode="lin" valueType="num">
                                      <p:cBhvr>
                                        <p:cTn id="403" dur="650" fill="hold"/>
                                        <p:tgtEl>
                                          <p:spTgt spid="18"/>
                                        </p:tgtEl>
                                        <p:attrNameLst>
                                          <p:attrName>ppt_x</p:attrName>
                                        </p:attrNameLst>
                                      </p:cBhvr>
                                      <p:tavLst>
                                        <p:tav tm="0">
                                          <p:val>
                                            <p:strVal val="#ppt_x"/>
                                          </p:val>
                                        </p:tav>
                                        <p:tav tm="100000">
                                          <p:val>
                                            <p:strVal val="#ppt_x"/>
                                          </p:val>
                                        </p:tav>
                                      </p:tavLst>
                                    </p:anim>
                                    <p:anim calcmode="lin" valueType="num">
                                      <p:cBhvr>
                                        <p:cTn id="404" dur="650" fill="hold"/>
                                        <p:tgtEl>
                                          <p:spTgt spid="18"/>
                                        </p:tgtEl>
                                        <p:attrNameLst>
                                          <p:attrName>ppt_y</p:attrName>
                                        </p:attrNameLst>
                                      </p:cBhvr>
                                      <p:tavLst>
                                        <p:tav tm="0">
                                          <p:val>
                                            <p:strVal val="#ppt_y+.1"/>
                                          </p:val>
                                        </p:tav>
                                        <p:tav tm="100000">
                                          <p:val>
                                            <p:strVal val="#ppt_y"/>
                                          </p:val>
                                        </p:tav>
                                      </p:tavLst>
                                    </p:anim>
                                  </p:childTnLst>
                                </p:cTn>
                              </p:par>
                              <p:par>
                                <p:cTn id="405" presetID="42" presetClass="entr" presetSubtype="0" fill="hold" grpId="0" nodeType="withEffect">
                                  <p:stCondLst>
                                    <p:cond delay="250"/>
                                  </p:stCondLst>
                                  <p:childTnLst>
                                    <p:set>
                                      <p:cBhvr>
                                        <p:cTn id="406" dur="1" fill="hold">
                                          <p:stCondLst>
                                            <p:cond delay="0"/>
                                          </p:stCondLst>
                                        </p:cTn>
                                        <p:tgtEl>
                                          <p:spTgt spid="19"/>
                                        </p:tgtEl>
                                        <p:attrNameLst>
                                          <p:attrName>style.visibility</p:attrName>
                                        </p:attrNameLst>
                                      </p:cBhvr>
                                      <p:to>
                                        <p:strVal val="visible"/>
                                      </p:to>
                                    </p:set>
                                    <p:animEffect transition="in" filter="fade">
                                      <p:cBhvr>
                                        <p:cTn id="407" dur="650"/>
                                        <p:tgtEl>
                                          <p:spTgt spid="19"/>
                                        </p:tgtEl>
                                      </p:cBhvr>
                                    </p:animEffect>
                                    <p:anim calcmode="lin" valueType="num">
                                      <p:cBhvr>
                                        <p:cTn id="408" dur="650" fill="hold"/>
                                        <p:tgtEl>
                                          <p:spTgt spid="19"/>
                                        </p:tgtEl>
                                        <p:attrNameLst>
                                          <p:attrName>ppt_x</p:attrName>
                                        </p:attrNameLst>
                                      </p:cBhvr>
                                      <p:tavLst>
                                        <p:tav tm="0">
                                          <p:val>
                                            <p:strVal val="#ppt_x"/>
                                          </p:val>
                                        </p:tav>
                                        <p:tav tm="100000">
                                          <p:val>
                                            <p:strVal val="#ppt_x"/>
                                          </p:val>
                                        </p:tav>
                                      </p:tavLst>
                                    </p:anim>
                                    <p:anim calcmode="lin" valueType="num">
                                      <p:cBhvr>
                                        <p:cTn id="409" dur="650" fill="hold"/>
                                        <p:tgtEl>
                                          <p:spTgt spid="19"/>
                                        </p:tgtEl>
                                        <p:attrNameLst>
                                          <p:attrName>ppt_y</p:attrName>
                                        </p:attrNameLst>
                                      </p:cBhvr>
                                      <p:tavLst>
                                        <p:tav tm="0">
                                          <p:val>
                                            <p:strVal val="#ppt_y+.1"/>
                                          </p:val>
                                        </p:tav>
                                        <p:tav tm="100000">
                                          <p:val>
                                            <p:strVal val="#ppt_y"/>
                                          </p:val>
                                        </p:tav>
                                      </p:tavLst>
                                    </p:anim>
                                  </p:childTnLst>
                                </p:cTn>
                              </p:par>
                              <p:par>
                                <p:cTn id="410" presetID="42" presetClass="entr" presetSubtype="0" fill="hold" grpId="0" nodeType="withEffect">
                                  <p:stCondLst>
                                    <p:cond delay="250"/>
                                  </p:stCondLst>
                                  <p:childTnLst>
                                    <p:set>
                                      <p:cBhvr>
                                        <p:cTn id="411" dur="1" fill="hold">
                                          <p:stCondLst>
                                            <p:cond delay="0"/>
                                          </p:stCondLst>
                                        </p:cTn>
                                        <p:tgtEl>
                                          <p:spTgt spid="20"/>
                                        </p:tgtEl>
                                        <p:attrNameLst>
                                          <p:attrName>style.visibility</p:attrName>
                                        </p:attrNameLst>
                                      </p:cBhvr>
                                      <p:to>
                                        <p:strVal val="visible"/>
                                      </p:to>
                                    </p:set>
                                    <p:animEffect transition="in" filter="fade">
                                      <p:cBhvr>
                                        <p:cTn id="412" dur="650"/>
                                        <p:tgtEl>
                                          <p:spTgt spid="20"/>
                                        </p:tgtEl>
                                      </p:cBhvr>
                                    </p:animEffect>
                                    <p:anim calcmode="lin" valueType="num">
                                      <p:cBhvr>
                                        <p:cTn id="413" dur="650" fill="hold"/>
                                        <p:tgtEl>
                                          <p:spTgt spid="20"/>
                                        </p:tgtEl>
                                        <p:attrNameLst>
                                          <p:attrName>ppt_x</p:attrName>
                                        </p:attrNameLst>
                                      </p:cBhvr>
                                      <p:tavLst>
                                        <p:tav tm="0">
                                          <p:val>
                                            <p:strVal val="#ppt_x"/>
                                          </p:val>
                                        </p:tav>
                                        <p:tav tm="100000">
                                          <p:val>
                                            <p:strVal val="#ppt_x"/>
                                          </p:val>
                                        </p:tav>
                                      </p:tavLst>
                                    </p:anim>
                                    <p:anim calcmode="lin" valueType="num">
                                      <p:cBhvr>
                                        <p:cTn id="414" dur="650" fill="hold"/>
                                        <p:tgtEl>
                                          <p:spTgt spid="20"/>
                                        </p:tgtEl>
                                        <p:attrNameLst>
                                          <p:attrName>ppt_y</p:attrName>
                                        </p:attrNameLst>
                                      </p:cBhvr>
                                      <p:tavLst>
                                        <p:tav tm="0">
                                          <p:val>
                                            <p:strVal val="#ppt_y+.1"/>
                                          </p:val>
                                        </p:tav>
                                        <p:tav tm="100000">
                                          <p:val>
                                            <p:strVal val="#ppt_y"/>
                                          </p:val>
                                        </p:tav>
                                      </p:tavLst>
                                    </p:anim>
                                  </p:childTnLst>
                                </p:cTn>
                              </p:par>
                              <p:par>
                                <p:cTn id="415" presetID="42" presetClass="entr" presetSubtype="0" fill="hold" grpId="0" nodeType="withEffect">
                                  <p:stCondLst>
                                    <p:cond delay="250"/>
                                  </p:stCondLst>
                                  <p:childTnLst>
                                    <p:set>
                                      <p:cBhvr>
                                        <p:cTn id="416" dur="1" fill="hold">
                                          <p:stCondLst>
                                            <p:cond delay="0"/>
                                          </p:stCondLst>
                                        </p:cTn>
                                        <p:tgtEl>
                                          <p:spTgt spid="21"/>
                                        </p:tgtEl>
                                        <p:attrNameLst>
                                          <p:attrName>style.visibility</p:attrName>
                                        </p:attrNameLst>
                                      </p:cBhvr>
                                      <p:to>
                                        <p:strVal val="visible"/>
                                      </p:to>
                                    </p:set>
                                    <p:animEffect transition="in" filter="fade">
                                      <p:cBhvr>
                                        <p:cTn id="417" dur="650"/>
                                        <p:tgtEl>
                                          <p:spTgt spid="21"/>
                                        </p:tgtEl>
                                      </p:cBhvr>
                                    </p:animEffect>
                                    <p:anim calcmode="lin" valueType="num">
                                      <p:cBhvr>
                                        <p:cTn id="418" dur="650" fill="hold"/>
                                        <p:tgtEl>
                                          <p:spTgt spid="21"/>
                                        </p:tgtEl>
                                        <p:attrNameLst>
                                          <p:attrName>ppt_x</p:attrName>
                                        </p:attrNameLst>
                                      </p:cBhvr>
                                      <p:tavLst>
                                        <p:tav tm="0">
                                          <p:val>
                                            <p:strVal val="#ppt_x"/>
                                          </p:val>
                                        </p:tav>
                                        <p:tav tm="100000">
                                          <p:val>
                                            <p:strVal val="#ppt_x"/>
                                          </p:val>
                                        </p:tav>
                                      </p:tavLst>
                                    </p:anim>
                                    <p:anim calcmode="lin" valueType="num">
                                      <p:cBhvr>
                                        <p:cTn id="419" dur="650" fill="hold"/>
                                        <p:tgtEl>
                                          <p:spTgt spid="21"/>
                                        </p:tgtEl>
                                        <p:attrNameLst>
                                          <p:attrName>ppt_y</p:attrName>
                                        </p:attrNameLst>
                                      </p:cBhvr>
                                      <p:tavLst>
                                        <p:tav tm="0">
                                          <p:val>
                                            <p:strVal val="#ppt_y+.1"/>
                                          </p:val>
                                        </p:tav>
                                        <p:tav tm="100000">
                                          <p:val>
                                            <p:strVal val="#ppt_y"/>
                                          </p:val>
                                        </p:tav>
                                      </p:tavLst>
                                    </p:anim>
                                  </p:childTnLst>
                                </p:cTn>
                              </p:par>
                              <p:par>
                                <p:cTn id="420" presetID="42" presetClass="entr" presetSubtype="0" fill="hold" grpId="0" nodeType="withEffect">
                                  <p:stCondLst>
                                    <p:cond delay="250"/>
                                  </p:stCondLst>
                                  <p:childTnLst>
                                    <p:set>
                                      <p:cBhvr>
                                        <p:cTn id="421" dur="1" fill="hold">
                                          <p:stCondLst>
                                            <p:cond delay="0"/>
                                          </p:stCondLst>
                                        </p:cTn>
                                        <p:tgtEl>
                                          <p:spTgt spid="22"/>
                                        </p:tgtEl>
                                        <p:attrNameLst>
                                          <p:attrName>style.visibility</p:attrName>
                                        </p:attrNameLst>
                                      </p:cBhvr>
                                      <p:to>
                                        <p:strVal val="visible"/>
                                      </p:to>
                                    </p:set>
                                    <p:animEffect transition="in" filter="fade">
                                      <p:cBhvr>
                                        <p:cTn id="422" dur="650"/>
                                        <p:tgtEl>
                                          <p:spTgt spid="22"/>
                                        </p:tgtEl>
                                      </p:cBhvr>
                                    </p:animEffect>
                                    <p:anim calcmode="lin" valueType="num">
                                      <p:cBhvr>
                                        <p:cTn id="423" dur="650" fill="hold"/>
                                        <p:tgtEl>
                                          <p:spTgt spid="22"/>
                                        </p:tgtEl>
                                        <p:attrNameLst>
                                          <p:attrName>ppt_x</p:attrName>
                                        </p:attrNameLst>
                                      </p:cBhvr>
                                      <p:tavLst>
                                        <p:tav tm="0">
                                          <p:val>
                                            <p:strVal val="#ppt_x"/>
                                          </p:val>
                                        </p:tav>
                                        <p:tav tm="100000">
                                          <p:val>
                                            <p:strVal val="#ppt_x"/>
                                          </p:val>
                                        </p:tav>
                                      </p:tavLst>
                                    </p:anim>
                                    <p:anim calcmode="lin" valueType="num">
                                      <p:cBhvr>
                                        <p:cTn id="424" dur="650" fill="hold"/>
                                        <p:tgtEl>
                                          <p:spTgt spid="22"/>
                                        </p:tgtEl>
                                        <p:attrNameLst>
                                          <p:attrName>ppt_y</p:attrName>
                                        </p:attrNameLst>
                                      </p:cBhvr>
                                      <p:tavLst>
                                        <p:tav tm="0">
                                          <p:val>
                                            <p:strVal val="#ppt_y+.1"/>
                                          </p:val>
                                        </p:tav>
                                        <p:tav tm="100000">
                                          <p:val>
                                            <p:strVal val="#ppt_y"/>
                                          </p:val>
                                        </p:tav>
                                      </p:tavLst>
                                    </p:anim>
                                  </p:childTnLst>
                                </p:cTn>
                              </p:par>
                              <p:par>
                                <p:cTn id="425" presetID="42" presetClass="entr" presetSubtype="0" fill="hold" grpId="0" nodeType="withEffect">
                                  <p:stCondLst>
                                    <p:cond delay="250"/>
                                  </p:stCondLst>
                                  <p:childTnLst>
                                    <p:set>
                                      <p:cBhvr>
                                        <p:cTn id="426" dur="1" fill="hold">
                                          <p:stCondLst>
                                            <p:cond delay="0"/>
                                          </p:stCondLst>
                                        </p:cTn>
                                        <p:tgtEl>
                                          <p:spTgt spid="23"/>
                                        </p:tgtEl>
                                        <p:attrNameLst>
                                          <p:attrName>style.visibility</p:attrName>
                                        </p:attrNameLst>
                                      </p:cBhvr>
                                      <p:to>
                                        <p:strVal val="visible"/>
                                      </p:to>
                                    </p:set>
                                    <p:animEffect transition="in" filter="fade">
                                      <p:cBhvr>
                                        <p:cTn id="427" dur="650"/>
                                        <p:tgtEl>
                                          <p:spTgt spid="23"/>
                                        </p:tgtEl>
                                      </p:cBhvr>
                                    </p:animEffect>
                                    <p:anim calcmode="lin" valueType="num">
                                      <p:cBhvr>
                                        <p:cTn id="428" dur="650" fill="hold"/>
                                        <p:tgtEl>
                                          <p:spTgt spid="23"/>
                                        </p:tgtEl>
                                        <p:attrNameLst>
                                          <p:attrName>ppt_x</p:attrName>
                                        </p:attrNameLst>
                                      </p:cBhvr>
                                      <p:tavLst>
                                        <p:tav tm="0">
                                          <p:val>
                                            <p:strVal val="#ppt_x"/>
                                          </p:val>
                                        </p:tav>
                                        <p:tav tm="100000">
                                          <p:val>
                                            <p:strVal val="#ppt_x"/>
                                          </p:val>
                                        </p:tav>
                                      </p:tavLst>
                                    </p:anim>
                                    <p:anim calcmode="lin" valueType="num">
                                      <p:cBhvr>
                                        <p:cTn id="429" dur="650" fill="hold"/>
                                        <p:tgtEl>
                                          <p:spTgt spid="23"/>
                                        </p:tgtEl>
                                        <p:attrNameLst>
                                          <p:attrName>ppt_y</p:attrName>
                                        </p:attrNameLst>
                                      </p:cBhvr>
                                      <p:tavLst>
                                        <p:tav tm="0">
                                          <p:val>
                                            <p:strVal val="#ppt_y+.1"/>
                                          </p:val>
                                        </p:tav>
                                        <p:tav tm="100000">
                                          <p:val>
                                            <p:strVal val="#ppt_y"/>
                                          </p:val>
                                        </p:tav>
                                      </p:tavLst>
                                    </p:anim>
                                  </p:childTnLst>
                                </p:cTn>
                              </p:par>
                              <p:par>
                                <p:cTn id="430" presetID="42" presetClass="entr" presetSubtype="0" fill="hold" grpId="0" nodeType="withEffect">
                                  <p:stCondLst>
                                    <p:cond delay="250"/>
                                  </p:stCondLst>
                                  <p:childTnLst>
                                    <p:set>
                                      <p:cBhvr>
                                        <p:cTn id="431" dur="1" fill="hold">
                                          <p:stCondLst>
                                            <p:cond delay="0"/>
                                          </p:stCondLst>
                                        </p:cTn>
                                        <p:tgtEl>
                                          <p:spTgt spid="24"/>
                                        </p:tgtEl>
                                        <p:attrNameLst>
                                          <p:attrName>style.visibility</p:attrName>
                                        </p:attrNameLst>
                                      </p:cBhvr>
                                      <p:to>
                                        <p:strVal val="visible"/>
                                      </p:to>
                                    </p:set>
                                    <p:animEffect transition="in" filter="fade">
                                      <p:cBhvr>
                                        <p:cTn id="432" dur="650"/>
                                        <p:tgtEl>
                                          <p:spTgt spid="24"/>
                                        </p:tgtEl>
                                      </p:cBhvr>
                                    </p:animEffect>
                                    <p:anim calcmode="lin" valueType="num">
                                      <p:cBhvr>
                                        <p:cTn id="433" dur="650" fill="hold"/>
                                        <p:tgtEl>
                                          <p:spTgt spid="24"/>
                                        </p:tgtEl>
                                        <p:attrNameLst>
                                          <p:attrName>ppt_x</p:attrName>
                                        </p:attrNameLst>
                                      </p:cBhvr>
                                      <p:tavLst>
                                        <p:tav tm="0">
                                          <p:val>
                                            <p:strVal val="#ppt_x"/>
                                          </p:val>
                                        </p:tav>
                                        <p:tav tm="100000">
                                          <p:val>
                                            <p:strVal val="#ppt_x"/>
                                          </p:val>
                                        </p:tav>
                                      </p:tavLst>
                                    </p:anim>
                                    <p:anim calcmode="lin" valueType="num">
                                      <p:cBhvr>
                                        <p:cTn id="434" dur="650" fill="hold"/>
                                        <p:tgtEl>
                                          <p:spTgt spid="24"/>
                                        </p:tgtEl>
                                        <p:attrNameLst>
                                          <p:attrName>ppt_y</p:attrName>
                                        </p:attrNameLst>
                                      </p:cBhvr>
                                      <p:tavLst>
                                        <p:tav tm="0">
                                          <p:val>
                                            <p:strVal val="#ppt_y+.1"/>
                                          </p:val>
                                        </p:tav>
                                        <p:tav tm="100000">
                                          <p:val>
                                            <p:strVal val="#ppt_y"/>
                                          </p:val>
                                        </p:tav>
                                      </p:tavLst>
                                    </p:anim>
                                  </p:childTnLst>
                                </p:cTn>
                              </p:par>
                              <p:par>
                                <p:cTn id="435" presetID="42" presetClass="entr" presetSubtype="0" fill="hold" grpId="0" nodeType="withEffect">
                                  <p:stCondLst>
                                    <p:cond delay="370"/>
                                  </p:stCondLst>
                                  <p:childTnLst>
                                    <p:set>
                                      <p:cBhvr>
                                        <p:cTn id="436" dur="1" fill="hold">
                                          <p:stCondLst>
                                            <p:cond delay="0"/>
                                          </p:stCondLst>
                                        </p:cTn>
                                        <p:tgtEl>
                                          <p:spTgt spid="25"/>
                                        </p:tgtEl>
                                        <p:attrNameLst>
                                          <p:attrName>style.visibility</p:attrName>
                                        </p:attrNameLst>
                                      </p:cBhvr>
                                      <p:to>
                                        <p:strVal val="visible"/>
                                      </p:to>
                                    </p:set>
                                    <p:animEffect transition="in" filter="fade">
                                      <p:cBhvr>
                                        <p:cTn id="437" dur="650"/>
                                        <p:tgtEl>
                                          <p:spTgt spid="25"/>
                                        </p:tgtEl>
                                      </p:cBhvr>
                                    </p:animEffect>
                                    <p:anim calcmode="lin" valueType="num">
                                      <p:cBhvr>
                                        <p:cTn id="438" dur="650" fill="hold"/>
                                        <p:tgtEl>
                                          <p:spTgt spid="25"/>
                                        </p:tgtEl>
                                        <p:attrNameLst>
                                          <p:attrName>ppt_x</p:attrName>
                                        </p:attrNameLst>
                                      </p:cBhvr>
                                      <p:tavLst>
                                        <p:tav tm="0">
                                          <p:val>
                                            <p:strVal val="#ppt_x"/>
                                          </p:val>
                                        </p:tav>
                                        <p:tav tm="100000">
                                          <p:val>
                                            <p:strVal val="#ppt_x"/>
                                          </p:val>
                                        </p:tav>
                                      </p:tavLst>
                                    </p:anim>
                                    <p:anim calcmode="lin" valueType="num">
                                      <p:cBhvr>
                                        <p:cTn id="439" dur="650" fill="hold"/>
                                        <p:tgtEl>
                                          <p:spTgt spid="25"/>
                                        </p:tgtEl>
                                        <p:attrNameLst>
                                          <p:attrName>ppt_y</p:attrName>
                                        </p:attrNameLst>
                                      </p:cBhvr>
                                      <p:tavLst>
                                        <p:tav tm="0">
                                          <p:val>
                                            <p:strVal val="#ppt_y+.1"/>
                                          </p:val>
                                        </p:tav>
                                        <p:tav tm="100000">
                                          <p:val>
                                            <p:strVal val="#ppt_y"/>
                                          </p:val>
                                        </p:tav>
                                      </p:tavLst>
                                    </p:anim>
                                  </p:childTnLst>
                                </p:cTn>
                              </p:par>
                              <p:par>
                                <p:cTn id="440" presetID="42" presetClass="entr" presetSubtype="0" fill="hold" grpId="0" nodeType="withEffect">
                                  <p:stCondLst>
                                    <p:cond delay="370"/>
                                  </p:stCondLst>
                                  <p:childTnLst>
                                    <p:set>
                                      <p:cBhvr>
                                        <p:cTn id="441" dur="1" fill="hold">
                                          <p:stCondLst>
                                            <p:cond delay="0"/>
                                          </p:stCondLst>
                                        </p:cTn>
                                        <p:tgtEl>
                                          <p:spTgt spid="26"/>
                                        </p:tgtEl>
                                        <p:attrNameLst>
                                          <p:attrName>style.visibility</p:attrName>
                                        </p:attrNameLst>
                                      </p:cBhvr>
                                      <p:to>
                                        <p:strVal val="visible"/>
                                      </p:to>
                                    </p:set>
                                    <p:animEffect transition="in" filter="fade">
                                      <p:cBhvr>
                                        <p:cTn id="442" dur="650"/>
                                        <p:tgtEl>
                                          <p:spTgt spid="26"/>
                                        </p:tgtEl>
                                      </p:cBhvr>
                                    </p:animEffect>
                                    <p:anim calcmode="lin" valueType="num">
                                      <p:cBhvr>
                                        <p:cTn id="443" dur="650" fill="hold"/>
                                        <p:tgtEl>
                                          <p:spTgt spid="26"/>
                                        </p:tgtEl>
                                        <p:attrNameLst>
                                          <p:attrName>ppt_x</p:attrName>
                                        </p:attrNameLst>
                                      </p:cBhvr>
                                      <p:tavLst>
                                        <p:tav tm="0">
                                          <p:val>
                                            <p:strVal val="#ppt_x"/>
                                          </p:val>
                                        </p:tav>
                                        <p:tav tm="100000">
                                          <p:val>
                                            <p:strVal val="#ppt_x"/>
                                          </p:val>
                                        </p:tav>
                                      </p:tavLst>
                                    </p:anim>
                                    <p:anim calcmode="lin" valueType="num">
                                      <p:cBhvr>
                                        <p:cTn id="444" dur="650" fill="hold"/>
                                        <p:tgtEl>
                                          <p:spTgt spid="26"/>
                                        </p:tgtEl>
                                        <p:attrNameLst>
                                          <p:attrName>ppt_y</p:attrName>
                                        </p:attrNameLst>
                                      </p:cBhvr>
                                      <p:tavLst>
                                        <p:tav tm="0">
                                          <p:val>
                                            <p:strVal val="#ppt_y+.1"/>
                                          </p:val>
                                        </p:tav>
                                        <p:tav tm="100000">
                                          <p:val>
                                            <p:strVal val="#ppt_y"/>
                                          </p:val>
                                        </p:tav>
                                      </p:tavLst>
                                    </p:anim>
                                  </p:childTnLst>
                                </p:cTn>
                              </p:par>
                              <p:par>
                                <p:cTn id="445" presetID="42" presetClass="entr" presetSubtype="0" fill="hold" grpId="0" nodeType="withEffect">
                                  <p:stCondLst>
                                    <p:cond delay="370"/>
                                  </p:stCondLst>
                                  <p:childTnLst>
                                    <p:set>
                                      <p:cBhvr>
                                        <p:cTn id="446" dur="1" fill="hold">
                                          <p:stCondLst>
                                            <p:cond delay="0"/>
                                          </p:stCondLst>
                                        </p:cTn>
                                        <p:tgtEl>
                                          <p:spTgt spid="27"/>
                                        </p:tgtEl>
                                        <p:attrNameLst>
                                          <p:attrName>style.visibility</p:attrName>
                                        </p:attrNameLst>
                                      </p:cBhvr>
                                      <p:to>
                                        <p:strVal val="visible"/>
                                      </p:to>
                                    </p:set>
                                    <p:animEffect transition="in" filter="fade">
                                      <p:cBhvr>
                                        <p:cTn id="447" dur="650"/>
                                        <p:tgtEl>
                                          <p:spTgt spid="27"/>
                                        </p:tgtEl>
                                      </p:cBhvr>
                                    </p:animEffect>
                                    <p:anim calcmode="lin" valueType="num">
                                      <p:cBhvr>
                                        <p:cTn id="448" dur="650" fill="hold"/>
                                        <p:tgtEl>
                                          <p:spTgt spid="27"/>
                                        </p:tgtEl>
                                        <p:attrNameLst>
                                          <p:attrName>ppt_x</p:attrName>
                                        </p:attrNameLst>
                                      </p:cBhvr>
                                      <p:tavLst>
                                        <p:tav tm="0">
                                          <p:val>
                                            <p:strVal val="#ppt_x"/>
                                          </p:val>
                                        </p:tav>
                                        <p:tav tm="100000">
                                          <p:val>
                                            <p:strVal val="#ppt_x"/>
                                          </p:val>
                                        </p:tav>
                                      </p:tavLst>
                                    </p:anim>
                                    <p:anim calcmode="lin" valueType="num">
                                      <p:cBhvr>
                                        <p:cTn id="449" dur="650" fill="hold"/>
                                        <p:tgtEl>
                                          <p:spTgt spid="27"/>
                                        </p:tgtEl>
                                        <p:attrNameLst>
                                          <p:attrName>ppt_y</p:attrName>
                                        </p:attrNameLst>
                                      </p:cBhvr>
                                      <p:tavLst>
                                        <p:tav tm="0">
                                          <p:val>
                                            <p:strVal val="#ppt_y+.1"/>
                                          </p:val>
                                        </p:tav>
                                        <p:tav tm="100000">
                                          <p:val>
                                            <p:strVal val="#ppt_y"/>
                                          </p:val>
                                        </p:tav>
                                      </p:tavLst>
                                    </p:anim>
                                  </p:childTnLst>
                                </p:cTn>
                              </p:par>
                              <p:par>
                                <p:cTn id="450" presetID="42" presetClass="entr" presetSubtype="0" fill="hold" grpId="0" nodeType="withEffect">
                                  <p:stCondLst>
                                    <p:cond delay="370"/>
                                  </p:stCondLst>
                                  <p:childTnLst>
                                    <p:set>
                                      <p:cBhvr>
                                        <p:cTn id="451" dur="1" fill="hold">
                                          <p:stCondLst>
                                            <p:cond delay="0"/>
                                          </p:stCondLst>
                                        </p:cTn>
                                        <p:tgtEl>
                                          <p:spTgt spid="28"/>
                                        </p:tgtEl>
                                        <p:attrNameLst>
                                          <p:attrName>style.visibility</p:attrName>
                                        </p:attrNameLst>
                                      </p:cBhvr>
                                      <p:to>
                                        <p:strVal val="visible"/>
                                      </p:to>
                                    </p:set>
                                    <p:animEffect transition="in" filter="fade">
                                      <p:cBhvr>
                                        <p:cTn id="452" dur="650"/>
                                        <p:tgtEl>
                                          <p:spTgt spid="28"/>
                                        </p:tgtEl>
                                      </p:cBhvr>
                                    </p:animEffect>
                                    <p:anim calcmode="lin" valueType="num">
                                      <p:cBhvr>
                                        <p:cTn id="453" dur="650" fill="hold"/>
                                        <p:tgtEl>
                                          <p:spTgt spid="28"/>
                                        </p:tgtEl>
                                        <p:attrNameLst>
                                          <p:attrName>ppt_x</p:attrName>
                                        </p:attrNameLst>
                                      </p:cBhvr>
                                      <p:tavLst>
                                        <p:tav tm="0">
                                          <p:val>
                                            <p:strVal val="#ppt_x"/>
                                          </p:val>
                                        </p:tav>
                                        <p:tav tm="100000">
                                          <p:val>
                                            <p:strVal val="#ppt_x"/>
                                          </p:val>
                                        </p:tav>
                                      </p:tavLst>
                                    </p:anim>
                                    <p:anim calcmode="lin" valueType="num">
                                      <p:cBhvr>
                                        <p:cTn id="454" dur="650" fill="hold"/>
                                        <p:tgtEl>
                                          <p:spTgt spid="28"/>
                                        </p:tgtEl>
                                        <p:attrNameLst>
                                          <p:attrName>ppt_y</p:attrName>
                                        </p:attrNameLst>
                                      </p:cBhvr>
                                      <p:tavLst>
                                        <p:tav tm="0">
                                          <p:val>
                                            <p:strVal val="#ppt_y+.1"/>
                                          </p:val>
                                        </p:tav>
                                        <p:tav tm="100000">
                                          <p:val>
                                            <p:strVal val="#ppt_y"/>
                                          </p:val>
                                        </p:tav>
                                      </p:tavLst>
                                    </p:anim>
                                  </p:childTnLst>
                                </p:cTn>
                              </p:par>
                              <p:par>
                                <p:cTn id="455" presetID="42" presetClass="entr" presetSubtype="0" fill="hold" grpId="0" nodeType="withEffect">
                                  <p:stCondLst>
                                    <p:cond delay="370"/>
                                  </p:stCondLst>
                                  <p:childTnLst>
                                    <p:set>
                                      <p:cBhvr>
                                        <p:cTn id="456" dur="1" fill="hold">
                                          <p:stCondLst>
                                            <p:cond delay="0"/>
                                          </p:stCondLst>
                                        </p:cTn>
                                        <p:tgtEl>
                                          <p:spTgt spid="29"/>
                                        </p:tgtEl>
                                        <p:attrNameLst>
                                          <p:attrName>style.visibility</p:attrName>
                                        </p:attrNameLst>
                                      </p:cBhvr>
                                      <p:to>
                                        <p:strVal val="visible"/>
                                      </p:to>
                                    </p:set>
                                    <p:animEffect transition="in" filter="fade">
                                      <p:cBhvr>
                                        <p:cTn id="457" dur="650"/>
                                        <p:tgtEl>
                                          <p:spTgt spid="29"/>
                                        </p:tgtEl>
                                      </p:cBhvr>
                                    </p:animEffect>
                                    <p:anim calcmode="lin" valueType="num">
                                      <p:cBhvr>
                                        <p:cTn id="458" dur="650" fill="hold"/>
                                        <p:tgtEl>
                                          <p:spTgt spid="29"/>
                                        </p:tgtEl>
                                        <p:attrNameLst>
                                          <p:attrName>ppt_x</p:attrName>
                                        </p:attrNameLst>
                                      </p:cBhvr>
                                      <p:tavLst>
                                        <p:tav tm="0">
                                          <p:val>
                                            <p:strVal val="#ppt_x"/>
                                          </p:val>
                                        </p:tav>
                                        <p:tav tm="100000">
                                          <p:val>
                                            <p:strVal val="#ppt_x"/>
                                          </p:val>
                                        </p:tav>
                                      </p:tavLst>
                                    </p:anim>
                                    <p:anim calcmode="lin" valueType="num">
                                      <p:cBhvr>
                                        <p:cTn id="459" dur="650" fill="hold"/>
                                        <p:tgtEl>
                                          <p:spTgt spid="29"/>
                                        </p:tgtEl>
                                        <p:attrNameLst>
                                          <p:attrName>ppt_y</p:attrName>
                                        </p:attrNameLst>
                                      </p:cBhvr>
                                      <p:tavLst>
                                        <p:tav tm="0">
                                          <p:val>
                                            <p:strVal val="#ppt_y+.1"/>
                                          </p:val>
                                        </p:tav>
                                        <p:tav tm="100000">
                                          <p:val>
                                            <p:strVal val="#ppt_y"/>
                                          </p:val>
                                        </p:tav>
                                      </p:tavLst>
                                    </p:anim>
                                  </p:childTnLst>
                                </p:cTn>
                              </p:par>
                              <p:par>
                                <p:cTn id="460" presetID="42" presetClass="entr" presetSubtype="0" fill="hold" grpId="0" nodeType="withEffect">
                                  <p:stCondLst>
                                    <p:cond delay="370"/>
                                  </p:stCondLst>
                                  <p:childTnLst>
                                    <p:set>
                                      <p:cBhvr>
                                        <p:cTn id="461" dur="1" fill="hold">
                                          <p:stCondLst>
                                            <p:cond delay="0"/>
                                          </p:stCondLst>
                                        </p:cTn>
                                        <p:tgtEl>
                                          <p:spTgt spid="30"/>
                                        </p:tgtEl>
                                        <p:attrNameLst>
                                          <p:attrName>style.visibility</p:attrName>
                                        </p:attrNameLst>
                                      </p:cBhvr>
                                      <p:to>
                                        <p:strVal val="visible"/>
                                      </p:to>
                                    </p:set>
                                    <p:animEffect transition="in" filter="fade">
                                      <p:cBhvr>
                                        <p:cTn id="462" dur="650"/>
                                        <p:tgtEl>
                                          <p:spTgt spid="30"/>
                                        </p:tgtEl>
                                      </p:cBhvr>
                                    </p:animEffect>
                                    <p:anim calcmode="lin" valueType="num">
                                      <p:cBhvr>
                                        <p:cTn id="463" dur="650" fill="hold"/>
                                        <p:tgtEl>
                                          <p:spTgt spid="30"/>
                                        </p:tgtEl>
                                        <p:attrNameLst>
                                          <p:attrName>ppt_x</p:attrName>
                                        </p:attrNameLst>
                                      </p:cBhvr>
                                      <p:tavLst>
                                        <p:tav tm="0">
                                          <p:val>
                                            <p:strVal val="#ppt_x"/>
                                          </p:val>
                                        </p:tav>
                                        <p:tav tm="100000">
                                          <p:val>
                                            <p:strVal val="#ppt_x"/>
                                          </p:val>
                                        </p:tav>
                                      </p:tavLst>
                                    </p:anim>
                                    <p:anim calcmode="lin" valueType="num">
                                      <p:cBhvr>
                                        <p:cTn id="464" dur="650" fill="hold"/>
                                        <p:tgtEl>
                                          <p:spTgt spid="30"/>
                                        </p:tgtEl>
                                        <p:attrNameLst>
                                          <p:attrName>ppt_y</p:attrName>
                                        </p:attrNameLst>
                                      </p:cBhvr>
                                      <p:tavLst>
                                        <p:tav tm="0">
                                          <p:val>
                                            <p:strVal val="#ppt_y+.1"/>
                                          </p:val>
                                        </p:tav>
                                        <p:tav tm="100000">
                                          <p:val>
                                            <p:strVal val="#ppt_y"/>
                                          </p:val>
                                        </p:tav>
                                      </p:tavLst>
                                    </p:anim>
                                  </p:childTnLst>
                                </p:cTn>
                              </p:par>
                              <p:par>
                                <p:cTn id="465" presetID="42" presetClass="entr" presetSubtype="0" fill="hold" grpId="0" nodeType="withEffect">
                                  <p:stCondLst>
                                    <p:cond delay="370"/>
                                  </p:stCondLst>
                                  <p:childTnLst>
                                    <p:set>
                                      <p:cBhvr>
                                        <p:cTn id="466" dur="1" fill="hold">
                                          <p:stCondLst>
                                            <p:cond delay="0"/>
                                          </p:stCondLst>
                                        </p:cTn>
                                        <p:tgtEl>
                                          <p:spTgt spid="31"/>
                                        </p:tgtEl>
                                        <p:attrNameLst>
                                          <p:attrName>style.visibility</p:attrName>
                                        </p:attrNameLst>
                                      </p:cBhvr>
                                      <p:to>
                                        <p:strVal val="visible"/>
                                      </p:to>
                                    </p:set>
                                    <p:animEffect transition="in" filter="fade">
                                      <p:cBhvr>
                                        <p:cTn id="467" dur="650"/>
                                        <p:tgtEl>
                                          <p:spTgt spid="31"/>
                                        </p:tgtEl>
                                      </p:cBhvr>
                                    </p:animEffect>
                                    <p:anim calcmode="lin" valueType="num">
                                      <p:cBhvr>
                                        <p:cTn id="468" dur="650" fill="hold"/>
                                        <p:tgtEl>
                                          <p:spTgt spid="31"/>
                                        </p:tgtEl>
                                        <p:attrNameLst>
                                          <p:attrName>ppt_x</p:attrName>
                                        </p:attrNameLst>
                                      </p:cBhvr>
                                      <p:tavLst>
                                        <p:tav tm="0">
                                          <p:val>
                                            <p:strVal val="#ppt_x"/>
                                          </p:val>
                                        </p:tav>
                                        <p:tav tm="100000">
                                          <p:val>
                                            <p:strVal val="#ppt_x"/>
                                          </p:val>
                                        </p:tav>
                                      </p:tavLst>
                                    </p:anim>
                                    <p:anim calcmode="lin" valueType="num">
                                      <p:cBhvr>
                                        <p:cTn id="469" dur="650" fill="hold"/>
                                        <p:tgtEl>
                                          <p:spTgt spid="31"/>
                                        </p:tgtEl>
                                        <p:attrNameLst>
                                          <p:attrName>ppt_y</p:attrName>
                                        </p:attrNameLst>
                                      </p:cBhvr>
                                      <p:tavLst>
                                        <p:tav tm="0">
                                          <p:val>
                                            <p:strVal val="#ppt_y+.1"/>
                                          </p:val>
                                        </p:tav>
                                        <p:tav tm="100000">
                                          <p:val>
                                            <p:strVal val="#ppt_y"/>
                                          </p:val>
                                        </p:tav>
                                      </p:tavLst>
                                    </p:anim>
                                  </p:childTnLst>
                                </p:cTn>
                              </p:par>
                              <p:par>
                                <p:cTn id="470" presetID="42" presetClass="entr" presetSubtype="0" fill="hold" grpId="0" nodeType="withEffect">
                                  <p:stCondLst>
                                    <p:cond delay="370"/>
                                  </p:stCondLst>
                                  <p:childTnLst>
                                    <p:set>
                                      <p:cBhvr>
                                        <p:cTn id="471" dur="1" fill="hold">
                                          <p:stCondLst>
                                            <p:cond delay="0"/>
                                          </p:stCondLst>
                                        </p:cTn>
                                        <p:tgtEl>
                                          <p:spTgt spid="32"/>
                                        </p:tgtEl>
                                        <p:attrNameLst>
                                          <p:attrName>style.visibility</p:attrName>
                                        </p:attrNameLst>
                                      </p:cBhvr>
                                      <p:to>
                                        <p:strVal val="visible"/>
                                      </p:to>
                                    </p:set>
                                    <p:animEffect transition="in" filter="fade">
                                      <p:cBhvr>
                                        <p:cTn id="472" dur="650"/>
                                        <p:tgtEl>
                                          <p:spTgt spid="32"/>
                                        </p:tgtEl>
                                      </p:cBhvr>
                                    </p:animEffect>
                                    <p:anim calcmode="lin" valueType="num">
                                      <p:cBhvr>
                                        <p:cTn id="473" dur="650" fill="hold"/>
                                        <p:tgtEl>
                                          <p:spTgt spid="32"/>
                                        </p:tgtEl>
                                        <p:attrNameLst>
                                          <p:attrName>ppt_x</p:attrName>
                                        </p:attrNameLst>
                                      </p:cBhvr>
                                      <p:tavLst>
                                        <p:tav tm="0">
                                          <p:val>
                                            <p:strVal val="#ppt_x"/>
                                          </p:val>
                                        </p:tav>
                                        <p:tav tm="100000">
                                          <p:val>
                                            <p:strVal val="#ppt_x"/>
                                          </p:val>
                                        </p:tav>
                                      </p:tavLst>
                                    </p:anim>
                                    <p:anim calcmode="lin" valueType="num">
                                      <p:cBhvr>
                                        <p:cTn id="474" dur="650" fill="hold"/>
                                        <p:tgtEl>
                                          <p:spTgt spid="32"/>
                                        </p:tgtEl>
                                        <p:attrNameLst>
                                          <p:attrName>ppt_y</p:attrName>
                                        </p:attrNameLst>
                                      </p:cBhvr>
                                      <p:tavLst>
                                        <p:tav tm="0">
                                          <p:val>
                                            <p:strVal val="#ppt_y+.1"/>
                                          </p:val>
                                        </p:tav>
                                        <p:tav tm="100000">
                                          <p:val>
                                            <p:strVal val="#ppt_y"/>
                                          </p:val>
                                        </p:tav>
                                      </p:tavLst>
                                    </p:anim>
                                  </p:childTnLst>
                                </p:cTn>
                              </p:par>
                              <p:par>
                                <p:cTn id="475" presetID="42" presetClass="entr" presetSubtype="0" fill="hold" grpId="0" nodeType="withEffect">
                                  <p:stCondLst>
                                    <p:cond delay="370"/>
                                  </p:stCondLst>
                                  <p:childTnLst>
                                    <p:set>
                                      <p:cBhvr>
                                        <p:cTn id="476" dur="1" fill="hold">
                                          <p:stCondLst>
                                            <p:cond delay="0"/>
                                          </p:stCondLst>
                                        </p:cTn>
                                        <p:tgtEl>
                                          <p:spTgt spid="33"/>
                                        </p:tgtEl>
                                        <p:attrNameLst>
                                          <p:attrName>style.visibility</p:attrName>
                                        </p:attrNameLst>
                                      </p:cBhvr>
                                      <p:to>
                                        <p:strVal val="visible"/>
                                      </p:to>
                                    </p:set>
                                    <p:animEffect transition="in" filter="fade">
                                      <p:cBhvr>
                                        <p:cTn id="477" dur="650"/>
                                        <p:tgtEl>
                                          <p:spTgt spid="33"/>
                                        </p:tgtEl>
                                      </p:cBhvr>
                                    </p:animEffect>
                                    <p:anim calcmode="lin" valueType="num">
                                      <p:cBhvr>
                                        <p:cTn id="478" dur="650" fill="hold"/>
                                        <p:tgtEl>
                                          <p:spTgt spid="33"/>
                                        </p:tgtEl>
                                        <p:attrNameLst>
                                          <p:attrName>ppt_x</p:attrName>
                                        </p:attrNameLst>
                                      </p:cBhvr>
                                      <p:tavLst>
                                        <p:tav tm="0">
                                          <p:val>
                                            <p:strVal val="#ppt_x"/>
                                          </p:val>
                                        </p:tav>
                                        <p:tav tm="100000">
                                          <p:val>
                                            <p:strVal val="#ppt_x"/>
                                          </p:val>
                                        </p:tav>
                                      </p:tavLst>
                                    </p:anim>
                                    <p:anim calcmode="lin" valueType="num">
                                      <p:cBhvr>
                                        <p:cTn id="479" dur="650" fill="hold"/>
                                        <p:tgtEl>
                                          <p:spTgt spid="33"/>
                                        </p:tgtEl>
                                        <p:attrNameLst>
                                          <p:attrName>ppt_y</p:attrName>
                                        </p:attrNameLst>
                                      </p:cBhvr>
                                      <p:tavLst>
                                        <p:tav tm="0">
                                          <p:val>
                                            <p:strVal val="#ppt_y+.1"/>
                                          </p:val>
                                        </p:tav>
                                        <p:tav tm="100000">
                                          <p:val>
                                            <p:strVal val="#ppt_y"/>
                                          </p:val>
                                        </p:tav>
                                      </p:tavLst>
                                    </p:anim>
                                  </p:childTnLst>
                                </p:cTn>
                              </p:par>
                              <p:par>
                                <p:cTn id="480" presetID="42" presetClass="entr" presetSubtype="0" fill="hold" grpId="0" nodeType="withEffect">
                                  <p:stCondLst>
                                    <p:cond delay="370"/>
                                  </p:stCondLst>
                                  <p:childTnLst>
                                    <p:set>
                                      <p:cBhvr>
                                        <p:cTn id="481" dur="1" fill="hold">
                                          <p:stCondLst>
                                            <p:cond delay="0"/>
                                          </p:stCondLst>
                                        </p:cTn>
                                        <p:tgtEl>
                                          <p:spTgt spid="34"/>
                                        </p:tgtEl>
                                        <p:attrNameLst>
                                          <p:attrName>style.visibility</p:attrName>
                                        </p:attrNameLst>
                                      </p:cBhvr>
                                      <p:to>
                                        <p:strVal val="visible"/>
                                      </p:to>
                                    </p:set>
                                    <p:animEffect transition="in" filter="fade">
                                      <p:cBhvr>
                                        <p:cTn id="482" dur="650"/>
                                        <p:tgtEl>
                                          <p:spTgt spid="34"/>
                                        </p:tgtEl>
                                      </p:cBhvr>
                                    </p:animEffect>
                                    <p:anim calcmode="lin" valueType="num">
                                      <p:cBhvr>
                                        <p:cTn id="483" dur="650" fill="hold"/>
                                        <p:tgtEl>
                                          <p:spTgt spid="34"/>
                                        </p:tgtEl>
                                        <p:attrNameLst>
                                          <p:attrName>ppt_x</p:attrName>
                                        </p:attrNameLst>
                                      </p:cBhvr>
                                      <p:tavLst>
                                        <p:tav tm="0">
                                          <p:val>
                                            <p:strVal val="#ppt_x"/>
                                          </p:val>
                                        </p:tav>
                                        <p:tav tm="100000">
                                          <p:val>
                                            <p:strVal val="#ppt_x"/>
                                          </p:val>
                                        </p:tav>
                                      </p:tavLst>
                                    </p:anim>
                                    <p:anim calcmode="lin" valueType="num">
                                      <p:cBhvr>
                                        <p:cTn id="484" dur="650" fill="hold"/>
                                        <p:tgtEl>
                                          <p:spTgt spid="34"/>
                                        </p:tgtEl>
                                        <p:attrNameLst>
                                          <p:attrName>ppt_y</p:attrName>
                                        </p:attrNameLst>
                                      </p:cBhvr>
                                      <p:tavLst>
                                        <p:tav tm="0">
                                          <p:val>
                                            <p:strVal val="#ppt_y+.1"/>
                                          </p:val>
                                        </p:tav>
                                        <p:tav tm="100000">
                                          <p:val>
                                            <p:strVal val="#ppt_y"/>
                                          </p:val>
                                        </p:tav>
                                      </p:tavLst>
                                    </p:anim>
                                  </p:childTnLst>
                                </p:cTn>
                              </p:par>
                              <p:par>
                                <p:cTn id="485" presetID="42" presetClass="entr" presetSubtype="0" fill="hold" grpId="0" nodeType="withEffect">
                                  <p:stCondLst>
                                    <p:cond delay="370"/>
                                  </p:stCondLst>
                                  <p:childTnLst>
                                    <p:set>
                                      <p:cBhvr>
                                        <p:cTn id="486" dur="1" fill="hold">
                                          <p:stCondLst>
                                            <p:cond delay="0"/>
                                          </p:stCondLst>
                                        </p:cTn>
                                        <p:tgtEl>
                                          <p:spTgt spid="35"/>
                                        </p:tgtEl>
                                        <p:attrNameLst>
                                          <p:attrName>style.visibility</p:attrName>
                                        </p:attrNameLst>
                                      </p:cBhvr>
                                      <p:to>
                                        <p:strVal val="visible"/>
                                      </p:to>
                                    </p:set>
                                    <p:animEffect transition="in" filter="fade">
                                      <p:cBhvr>
                                        <p:cTn id="487" dur="650"/>
                                        <p:tgtEl>
                                          <p:spTgt spid="35"/>
                                        </p:tgtEl>
                                      </p:cBhvr>
                                    </p:animEffect>
                                    <p:anim calcmode="lin" valueType="num">
                                      <p:cBhvr>
                                        <p:cTn id="488" dur="650" fill="hold"/>
                                        <p:tgtEl>
                                          <p:spTgt spid="35"/>
                                        </p:tgtEl>
                                        <p:attrNameLst>
                                          <p:attrName>ppt_x</p:attrName>
                                        </p:attrNameLst>
                                      </p:cBhvr>
                                      <p:tavLst>
                                        <p:tav tm="0">
                                          <p:val>
                                            <p:strVal val="#ppt_x"/>
                                          </p:val>
                                        </p:tav>
                                        <p:tav tm="100000">
                                          <p:val>
                                            <p:strVal val="#ppt_x"/>
                                          </p:val>
                                        </p:tav>
                                      </p:tavLst>
                                    </p:anim>
                                    <p:anim calcmode="lin" valueType="num">
                                      <p:cBhvr>
                                        <p:cTn id="489" dur="650" fill="hold"/>
                                        <p:tgtEl>
                                          <p:spTgt spid="35"/>
                                        </p:tgtEl>
                                        <p:attrNameLst>
                                          <p:attrName>ppt_y</p:attrName>
                                        </p:attrNameLst>
                                      </p:cBhvr>
                                      <p:tavLst>
                                        <p:tav tm="0">
                                          <p:val>
                                            <p:strVal val="#ppt_y+.1"/>
                                          </p:val>
                                        </p:tav>
                                        <p:tav tm="100000">
                                          <p:val>
                                            <p:strVal val="#ppt_y"/>
                                          </p:val>
                                        </p:tav>
                                      </p:tavLst>
                                    </p:anim>
                                  </p:childTnLst>
                                </p:cTn>
                              </p:par>
                              <p:par>
                                <p:cTn id="490" presetID="42" presetClass="entr" presetSubtype="0" fill="hold" grpId="0" nodeType="withEffect">
                                  <p:stCondLst>
                                    <p:cond delay="370"/>
                                  </p:stCondLst>
                                  <p:childTnLst>
                                    <p:set>
                                      <p:cBhvr>
                                        <p:cTn id="491" dur="1" fill="hold">
                                          <p:stCondLst>
                                            <p:cond delay="0"/>
                                          </p:stCondLst>
                                        </p:cTn>
                                        <p:tgtEl>
                                          <p:spTgt spid="36"/>
                                        </p:tgtEl>
                                        <p:attrNameLst>
                                          <p:attrName>style.visibility</p:attrName>
                                        </p:attrNameLst>
                                      </p:cBhvr>
                                      <p:to>
                                        <p:strVal val="visible"/>
                                      </p:to>
                                    </p:set>
                                    <p:animEffect transition="in" filter="fade">
                                      <p:cBhvr>
                                        <p:cTn id="492" dur="650"/>
                                        <p:tgtEl>
                                          <p:spTgt spid="36"/>
                                        </p:tgtEl>
                                      </p:cBhvr>
                                    </p:animEffect>
                                    <p:anim calcmode="lin" valueType="num">
                                      <p:cBhvr>
                                        <p:cTn id="493" dur="650" fill="hold"/>
                                        <p:tgtEl>
                                          <p:spTgt spid="36"/>
                                        </p:tgtEl>
                                        <p:attrNameLst>
                                          <p:attrName>ppt_x</p:attrName>
                                        </p:attrNameLst>
                                      </p:cBhvr>
                                      <p:tavLst>
                                        <p:tav tm="0">
                                          <p:val>
                                            <p:strVal val="#ppt_x"/>
                                          </p:val>
                                        </p:tav>
                                        <p:tav tm="100000">
                                          <p:val>
                                            <p:strVal val="#ppt_x"/>
                                          </p:val>
                                        </p:tav>
                                      </p:tavLst>
                                    </p:anim>
                                    <p:anim calcmode="lin" valueType="num">
                                      <p:cBhvr>
                                        <p:cTn id="494" dur="650" fill="hold"/>
                                        <p:tgtEl>
                                          <p:spTgt spid="36"/>
                                        </p:tgtEl>
                                        <p:attrNameLst>
                                          <p:attrName>ppt_y</p:attrName>
                                        </p:attrNameLst>
                                      </p:cBhvr>
                                      <p:tavLst>
                                        <p:tav tm="0">
                                          <p:val>
                                            <p:strVal val="#ppt_y+.1"/>
                                          </p:val>
                                        </p:tav>
                                        <p:tav tm="100000">
                                          <p:val>
                                            <p:strVal val="#ppt_y"/>
                                          </p:val>
                                        </p:tav>
                                      </p:tavLst>
                                    </p:anim>
                                  </p:childTnLst>
                                </p:cTn>
                              </p:par>
                              <p:par>
                                <p:cTn id="495" presetID="42" presetClass="entr" presetSubtype="0" fill="hold" grpId="0" nodeType="withEffect">
                                  <p:stCondLst>
                                    <p:cond delay="370"/>
                                  </p:stCondLst>
                                  <p:childTnLst>
                                    <p:set>
                                      <p:cBhvr>
                                        <p:cTn id="496" dur="1" fill="hold">
                                          <p:stCondLst>
                                            <p:cond delay="0"/>
                                          </p:stCondLst>
                                        </p:cTn>
                                        <p:tgtEl>
                                          <p:spTgt spid="37"/>
                                        </p:tgtEl>
                                        <p:attrNameLst>
                                          <p:attrName>style.visibility</p:attrName>
                                        </p:attrNameLst>
                                      </p:cBhvr>
                                      <p:to>
                                        <p:strVal val="visible"/>
                                      </p:to>
                                    </p:set>
                                    <p:animEffect transition="in" filter="fade">
                                      <p:cBhvr>
                                        <p:cTn id="497" dur="650"/>
                                        <p:tgtEl>
                                          <p:spTgt spid="37"/>
                                        </p:tgtEl>
                                      </p:cBhvr>
                                    </p:animEffect>
                                    <p:anim calcmode="lin" valueType="num">
                                      <p:cBhvr>
                                        <p:cTn id="498" dur="650" fill="hold"/>
                                        <p:tgtEl>
                                          <p:spTgt spid="37"/>
                                        </p:tgtEl>
                                        <p:attrNameLst>
                                          <p:attrName>ppt_x</p:attrName>
                                        </p:attrNameLst>
                                      </p:cBhvr>
                                      <p:tavLst>
                                        <p:tav tm="0">
                                          <p:val>
                                            <p:strVal val="#ppt_x"/>
                                          </p:val>
                                        </p:tav>
                                        <p:tav tm="100000">
                                          <p:val>
                                            <p:strVal val="#ppt_x"/>
                                          </p:val>
                                        </p:tav>
                                      </p:tavLst>
                                    </p:anim>
                                    <p:anim calcmode="lin" valueType="num">
                                      <p:cBhvr>
                                        <p:cTn id="499" dur="650" fill="hold"/>
                                        <p:tgtEl>
                                          <p:spTgt spid="37"/>
                                        </p:tgtEl>
                                        <p:attrNameLst>
                                          <p:attrName>ppt_y</p:attrName>
                                        </p:attrNameLst>
                                      </p:cBhvr>
                                      <p:tavLst>
                                        <p:tav tm="0">
                                          <p:val>
                                            <p:strVal val="#ppt_y+.1"/>
                                          </p:val>
                                        </p:tav>
                                        <p:tav tm="100000">
                                          <p:val>
                                            <p:strVal val="#ppt_y"/>
                                          </p:val>
                                        </p:tav>
                                      </p:tavLst>
                                    </p:anim>
                                  </p:childTnLst>
                                </p:cTn>
                              </p:par>
                              <p:par>
                                <p:cTn id="500" presetID="42" presetClass="entr" presetSubtype="0" fill="hold" grpId="0" nodeType="withEffect">
                                  <p:stCondLst>
                                    <p:cond delay="370"/>
                                  </p:stCondLst>
                                  <p:childTnLst>
                                    <p:set>
                                      <p:cBhvr>
                                        <p:cTn id="501" dur="1" fill="hold">
                                          <p:stCondLst>
                                            <p:cond delay="0"/>
                                          </p:stCondLst>
                                        </p:cTn>
                                        <p:tgtEl>
                                          <p:spTgt spid="38"/>
                                        </p:tgtEl>
                                        <p:attrNameLst>
                                          <p:attrName>style.visibility</p:attrName>
                                        </p:attrNameLst>
                                      </p:cBhvr>
                                      <p:to>
                                        <p:strVal val="visible"/>
                                      </p:to>
                                    </p:set>
                                    <p:animEffect transition="in" filter="fade">
                                      <p:cBhvr>
                                        <p:cTn id="502" dur="650"/>
                                        <p:tgtEl>
                                          <p:spTgt spid="38"/>
                                        </p:tgtEl>
                                      </p:cBhvr>
                                    </p:animEffect>
                                    <p:anim calcmode="lin" valueType="num">
                                      <p:cBhvr>
                                        <p:cTn id="503" dur="650" fill="hold"/>
                                        <p:tgtEl>
                                          <p:spTgt spid="38"/>
                                        </p:tgtEl>
                                        <p:attrNameLst>
                                          <p:attrName>ppt_x</p:attrName>
                                        </p:attrNameLst>
                                      </p:cBhvr>
                                      <p:tavLst>
                                        <p:tav tm="0">
                                          <p:val>
                                            <p:strVal val="#ppt_x"/>
                                          </p:val>
                                        </p:tav>
                                        <p:tav tm="100000">
                                          <p:val>
                                            <p:strVal val="#ppt_x"/>
                                          </p:val>
                                        </p:tav>
                                      </p:tavLst>
                                    </p:anim>
                                    <p:anim calcmode="lin" valueType="num">
                                      <p:cBhvr>
                                        <p:cTn id="504" dur="650" fill="hold"/>
                                        <p:tgtEl>
                                          <p:spTgt spid="38"/>
                                        </p:tgtEl>
                                        <p:attrNameLst>
                                          <p:attrName>ppt_y</p:attrName>
                                        </p:attrNameLst>
                                      </p:cBhvr>
                                      <p:tavLst>
                                        <p:tav tm="0">
                                          <p:val>
                                            <p:strVal val="#ppt_y+.1"/>
                                          </p:val>
                                        </p:tav>
                                        <p:tav tm="100000">
                                          <p:val>
                                            <p:strVal val="#ppt_y"/>
                                          </p:val>
                                        </p:tav>
                                      </p:tavLst>
                                    </p:anim>
                                  </p:childTnLst>
                                </p:cTn>
                              </p:par>
                              <p:par>
                                <p:cTn id="505" presetID="42" presetClass="entr" presetSubtype="0" fill="hold" grpId="0" nodeType="withEffect">
                                  <p:stCondLst>
                                    <p:cond delay="370"/>
                                  </p:stCondLst>
                                  <p:childTnLst>
                                    <p:set>
                                      <p:cBhvr>
                                        <p:cTn id="506" dur="1" fill="hold">
                                          <p:stCondLst>
                                            <p:cond delay="0"/>
                                          </p:stCondLst>
                                        </p:cTn>
                                        <p:tgtEl>
                                          <p:spTgt spid="39"/>
                                        </p:tgtEl>
                                        <p:attrNameLst>
                                          <p:attrName>style.visibility</p:attrName>
                                        </p:attrNameLst>
                                      </p:cBhvr>
                                      <p:to>
                                        <p:strVal val="visible"/>
                                      </p:to>
                                    </p:set>
                                    <p:animEffect transition="in" filter="fade">
                                      <p:cBhvr>
                                        <p:cTn id="507" dur="650"/>
                                        <p:tgtEl>
                                          <p:spTgt spid="39"/>
                                        </p:tgtEl>
                                      </p:cBhvr>
                                    </p:animEffect>
                                    <p:anim calcmode="lin" valueType="num">
                                      <p:cBhvr>
                                        <p:cTn id="508" dur="650" fill="hold"/>
                                        <p:tgtEl>
                                          <p:spTgt spid="39"/>
                                        </p:tgtEl>
                                        <p:attrNameLst>
                                          <p:attrName>ppt_x</p:attrName>
                                        </p:attrNameLst>
                                      </p:cBhvr>
                                      <p:tavLst>
                                        <p:tav tm="0">
                                          <p:val>
                                            <p:strVal val="#ppt_x"/>
                                          </p:val>
                                        </p:tav>
                                        <p:tav tm="100000">
                                          <p:val>
                                            <p:strVal val="#ppt_x"/>
                                          </p:val>
                                        </p:tav>
                                      </p:tavLst>
                                    </p:anim>
                                    <p:anim calcmode="lin" valueType="num">
                                      <p:cBhvr>
                                        <p:cTn id="509" dur="650" fill="hold"/>
                                        <p:tgtEl>
                                          <p:spTgt spid="39"/>
                                        </p:tgtEl>
                                        <p:attrNameLst>
                                          <p:attrName>ppt_y</p:attrName>
                                        </p:attrNameLst>
                                      </p:cBhvr>
                                      <p:tavLst>
                                        <p:tav tm="0">
                                          <p:val>
                                            <p:strVal val="#ppt_y+.1"/>
                                          </p:val>
                                        </p:tav>
                                        <p:tav tm="100000">
                                          <p:val>
                                            <p:strVal val="#ppt_y"/>
                                          </p:val>
                                        </p:tav>
                                      </p:tavLst>
                                    </p:anim>
                                  </p:childTnLst>
                                </p:cTn>
                              </p:par>
                              <p:par>
                                <p:cTn id="510" presetID="42" presetClass="entr" presetSubtype="0" fill="hold" grpId="0" nodeType="withEffect">
                                  <p:stCondLst>
                                    <p:cond delay="370"/>
                                  </p:stCondLst>
                                  <p:childTnLst>
                                    <p:set>
                                      <p:cBhvr>
                                        <p:cTn id="511" dur="1" fill="hold">
                                          <p:stCondLst>
                                            <p:cond delay="0"/>
                                          </p:stCondLst>
                                        </p:cTn>
                                        <p:tgtEl>
                                          <p:spTgt spid="40"/>
                                        </p:tgtEl>
                                        <p:attrNameLst>
                                          <p:attrName>style.visibility</p:attrName>
                                        </p:attrNameLst>
                                      </p:cBhvr>
                                      <p:to>
                                        <p:strVal val="visible"/>
                                      </p:to>
                                    </p:set>
                                    <p:animEffect transition="in" filter="fade">
                                      <p:cBhvr>
                                        <p:cTn id="512" dur="650"/>
                                        <p:tgtEl>
                                          <p:spTgt spid="40"/>
                                        </p:tgtEl>
                                      </p:cBhvr>
                                    </p:animEffect>
                                    <p:anim calcmode="lin" valueType="num">
                                      <p:cBhvr>
                                        <p:cTn id="513" dur="650" fill="hold"/>
                                        <p:tgtEl>
                                          <p:spTgt spid="40"/>
                                        </p:tgtEl>
                                        <p:attrNameLst>
                                          <p:attrName>ppt_x</p:attrName>
                                        </p:attrNameLst>
                                      </p:cBhvr>
                                      <p:tavLst>
                                        <p:tav tm="0">
                                          <p:val>
                                            <p:strVal val="#ppt_x"/>
                                          </p:val>
                                        </p:tav>
                                        <p:tav tm="100000">
                                          <p:val>
                                            <p:strVal val="#ppt_x"/>
                                          </p:val>
                                        </p:tav>
                                      </p:tavLst>
                                    </p:anim>
                                    <p:anim calcmode="lin" valueType="num">
                                      <p:cBhvr>
                                        <p:cTn id="514" dur="650" fill="hold"/>
                                        <p:tgtEl>
                                          <p:spTgt spid="40"/>
                                        </p:tgtEl>
                                        <p:attrNameLst>
                                          <p:attrName>ppt_y</p:attrName>
                                        </p:attrNameLst>
                                      </p:cBhvr>
                                      <p:tavLst>
                                        <p:tav tm="0">
                                          <p:val>
                                            <p:strVal val="#ppt_y+.1"/>
                                          </p:val>
                                        </p:tav>
                                        <p:tav tm="100000">
                                          <p:val>
                                            <p:strVal val="#ppt_y"/>
                                          </p:val>
                                        </p:tav>
                                      </p:tavLst>
                                    </p:anim>
                                  </p:childTnLst>
                                </p:cTn>
                              </p:par>
                              <p:par>
                                <p:cTn id="515" presetID="42" presetClass="entr" presetSubtype="0" fill="hold" grpId="0" nodeType="withEffect">
                                  <p:stCondLst>
                                    <p:cond delay="370"/>
                                  </p:stCondLst>
                                  <p:childTnLst>
                                    <p:set>
                                      <p:cBhvr>
                                        <p:cTn id="516" dur="1" fill="hold">
                                          <p:stCondLst>
                                            <p:cond delay="0"/>
                                          </p:stCondLst>
                                        </p:cTn>
                                        <p:tgtEl>
                                          <p:spTgt spid="41"/>
                                        </p:tgtEl>
                                        <p:attrNameLst>
                                          <p:attrName>style.visibility</p:attrName>
                                        </p:attrNameLst>
                                      </p:cBhvr>
                                      <p:to>
                                        <p:strVal val="visible"/>
                                      </p:to>
                                    </p:set>
                                    <p:animEffect transition="in" filter="fade">
                                      <p:cBhvr>
                                        <p:cTn id="517" dur="650"/>
                                        <p:tgtEl>
                                          <p:spTgt spid="41"/>
                                        </p:tgtEl>
                                      </p:cBhvr>
                                    </p:animEffect>
                                    <p:anim calcmode="lin" valueType="num">
                                      <p:cBhvr>
                                        <p:cTn id="518" dur="650" fill="hold"/>
                                        <p:tgtEl>
                                          <p:spTgt spid="41"/>
                                        </p:tgtEl>
                                        <p:attrNameLst>
                                          <p:attrName>ppt_x</p:attrName>
                                        </p:attrNameLst>
                                      </p:cBhvr>
                                      <p:tavLst>
                                        <p:tav tm="0">
                                          <p:val>
                                            <p:strVal val="#ppt_x"/>
                                          </p:val>
                                        </p:tav>
                                        <p:tav tm="100000">
                                          <p:val>
                                            <p:strVal val="#ppt_x"/>
                                          </p:val>
                                        </p:tav>
                                      </p:tavLst>
                                    </p:anim>
                                    <p:anim calcmode="lin" valueType="num">
                                      <p:cBhvr>
                                        <p:cTn id="519" dur="650" fill="hold"/>
                                        <p:tgtEl>
                                          <p:spTgt spid="41"/>
                                        </p:tgtEl>
                                        <p:attrNameLst>
                                          <p:attrName>ppt_y</p:attrName>
                                        </p:attrNameLst>
                                      </p:cBhvr>
                                      <p:tavLst>
                                        <p:tav tm="0">
                                          <p:val>
                                            <p:strVal val="#ppt_y+.1"/>
                                          </p:val>
                                        </p:tav>
                                        <p:tav tm="100000">
                                          <p:val>
                                            <p:strVal val="#ppt_y"/>
                                          </p:val>
                                        </p:tav>
                                      </p:tavLst>
                                    </p:anim>
                                  </p:childTnLst>
                                </p:cTn>
                              </p:par>
                              <p:par>
                                <p:cTn id="520" presetID="42" presetClass="entr" presetSubtype="0" fill="hold" grpId="0" nodeType="withEffect">
                                  <p:stCondLst>
                                    <p:cond delay="370"/>
                                  </p:stCondLst>
                                  <p:childTnLst>
                                    <p:set>
                                      <p:cBhvr>
                                        <p:cTn id="521" dur="1" fill="hold">
                                          <p:stCondLst>
                                            <p:cond delay="0"/>
                                          </p:stCondLst>
                                        </p:cTn>
                                        <p:tgtEl>
                                          <p:spTgt spid="42"/>
                                        </p:tgtEl>
                                        <p:attrNameLst>
                                          <p:attrName>style.visibility</p:attrName>
                                        </p:attrNameLst>
                                      </p:cBhvr>
                                      <p:to>
                                        <p:strVal val="visible"/>
                                      </p:to>
                                    </p:set>
                                    <p:animEffect transition="in" filter="fade">
                                      <p:cBhvr>
                                        <p:cTn id="522" dur="650"/>
                                        <p:tgtEl>
                                          <p:spTgt spid="42"/>
                                        </p:tgtEl>
                                      </p:cBhvr>
                                    </p:animEffect>
                                    <p:anim calcmode="lin" valueType="num">
                                      <p:cBhvr>
                                        <p:cTn id="523" dur="650" fill="hold"/>
                                        <p:tgtEl>
                                          <p:spTgt spid="42"/>
                                        </p:tgtEl>
                                        <p:attrNameLst>
                                          <p:attrName>ppt_x</p:attrName>
                                        </p:attrNameLst>
                                      </p:cBhvr>
                                      <p:tavLst>
                                        <p:tav tm="0">
                                          <p:val>
                                            <p:strVal val="#ppt_x"/>
                                          </p:val>
                                        </p:tav>
                                        <p:tav tm="100000">
                                          <p:val>
                                            <p:strVal val="#ppt_x"/>
                                          </p:val>
                                        </p:tav>
                                      </p:tavLst>
                                    </p:anim>
                                    <p:anim calcmode="lin" valueType="num">
                                      <p:cBhvr>
                                        <p:cTn id="524" dur="650" fill="hold"/>
                                        <p:tgtEl>
                                          <p:spTgt spid="42"/>
                                        </p:tgtEl>
                                        <p:attrNameLst>
                                          <p:attrName>ppt_y</p:attrName>
                                        </p:attrNameLst>
                                      </p:cBhvr>
                                      <p:tavLst>
                                        <p:tav tm="0">
                                          <p:val>
                                            <p:strVal val="#ppt_y+.1"/>
                                          </p:val>
                                        </p:tav>
                                        <p:tav tm="100000">
                                          <p:val>
                                            <p:strVal val="#ppt_y"/>
                                          </p:val>
                                        </p:tav>
                                      </p:tavLst>
                                    </p:anim>
                                  </p:childTnLst>
                                </p:cTn>
                              </p:par>
                              <p:par>
                                <p:cTn id="525" presetID="42" presetClass="entr" presetSubtype="0" fill="hold" grpId="0" nodeType="withEffect">
                                  <p:stCondLst>
                                    <p:cond delay="370"/>
                                  </p:stCondLst>
                                  <p:childTnLst>
                                    <p:set>
                                      <p:cBhvr>
                                        <p:cTn id="526" dur="1" fill="hold">
                                          <p:stCondLst>
                                            <p:cond delay="0"/>
                                          </p:stCondLst>
                                        </p:cTn>
                                        <p:tgtEl>
                                          <p:spTgt spid="43"/>
                                        </p:tgtEl>
                                        <p:attrNameLst>
                                          <p:attrName>style.visibility</p:attrName>
                                        </p:attrNameLst>
                                      </p:cBhvr>
                                      <p:to>
                                        <p:strVal val="visible"/>
                                      </p:to>
                                    </p:set>
                                    <p:animEffect transition="in" filter="fade">
                                      <p:cBhvr>
                                        <p:cTn id="527" dur="650"/>
                                        <p:tgtEl>
                                          <p:spTgt spid="43"/>
                                        </p:tgtEl>
                                      </p:cBhvr>
                                    </p:animEffect>
                                    <p:anim calcmode="lin" valueType="num">
                                      <p:cBhvr>
                                        <p:cTn id="528" dur="650" fill="hold"/>
                                        <p:tgtEl>
                                          <p:spTgt spid="43"/>
                                        </p:tgtEl>
                                        <p:attrNameLst>
                                          <p:attrName>ppt_x</p:attrName>
                                        </p:attrNameLst>
                                      </p:cBhvr>
                                      <p:tavLst>
                                        <p:tav tm="0">
                                          <p:val>
                                            <p:strVal val="#ppt_x"/>
                                          </p:val>
                                        </p:tav>
                                        <p:tav tm="100000">
                                          <p:val>
                                            <p:strVal val="#ppt_x"/>
                                          </p:val>
                                        </p:tav>
                                      </p:tavLst>
                                    </p:anim>
                                    <p:anim calcmode="lin" valueType="num">
                                      <p:cBhvr>
                                        <p:cTn id="529" dur="650" fill="hold"/>
                                        <p:tgtEl>
                                          <p:spTgt spid="43"/>
                                        </p:tgtEl>
                                        <p:attrNameLst>
                                          <p:attrName>ppt_y</p:attrName>
                                        </p:attrNameLst>
                                      </p:cBhvr>
                                      <p:tavLst>
                                        <p:tav tm="0">
                                          <p:val>
                                            <p:strVal val="#ppt_y+.1"/>
                                          </p:val>
                                        </p:tav>
                                        <p:tav tm="100000">
                                          <p:val>
                                            <p:strVal val="#ppt_y"/>
                                          </p:val>
                                        </p:tav>
                                      </p:tavLst>
                                    </p:anim>
                                  </p:childTnLst>
                                </p:cTn>
                              </p:par>
                              <p:par>
                                <p:cTn id="530" presetID="42" presetClass="entr" presetSubtype="0" fill="hold" grpId="0" nodeType="withEffect">
                                  <p:stCondLst>
                                    <p:cond delay="370"/>
                                  </p:stCondLst>
                                  <p:childTnLst>
                                    <p:set>
                                      <p:cBhvr>
                                        <p:cTn id="531" dur="1" fill="hold">
                                          <p:stCondLst>
                                            <p:cond delay="0"/>
                                          </p:stCondLst>
                                        </p:cTn>
                                        <p:tgtEl>
                                          <p:spTgt spid="44"/>
                                        </p:tgtEl>
                                        <p:attrNameLst>
                                          <p:attrName>style.visibility</p:attrName>
                                        </p:attrNameLst>
                                      </p:cBhvr>
                                      <p:to>
                                        <p:strVal val="visible"/>
                                      </p:to>
                                    </p:set>
                                    <p:animEffect transition="in" filter="fade">
                                      <p:cBhvr>
                                        <p:cTn id="532" dur="650"/>
                                        <p:tgtEl>
                                          <p:spTgt spid="44"/>
                                        </p:tgtEl>
                                      </p:cBhvr>
                                    </p:animEffect>
                                    <p:anim calcmode="lin" valueType="num">
                                      <p:cBhvr>
                                        <p:cTn id="533" dur="650" fill="hold"/>
                                        <p:tgtEl>
                                          <p:spTgt spid="44"/>
                                        </p:tgtEl>
                                        <p:attrNameLst>
                                          <p:attrName>ppt_x</p:attrName>
                                        </p:attrNameLst>
                                      </p:cBhvr>
                                      <p:tavLst>
                                        <p:tav tm="0">
                                          <p:val>
                                            <p:strVal val="#ppt_x"/>
                                          </p:val>
                                        </p:tav>
                                        <p:tav tm="100000">
                                          <p:val>
                                            <p:strVal val="#ppt_x"/>
                                          </p:val>
                                        </p:tav>
                                      </p:tavLst>
                                    </p:anim>
                                    <p:anim calcmode="lin" valueType="num">
                                      <p:cBhvr>
                                        <p:cTn id="534" dur="650" fill="hold"/>
                                        <p:tgtEl>
                                          <p:spTgt spid="44"/>
                                        </p:tgtEl>
                                        <p:attrNameLst>
                                          <p:attrName>ppt_y</p:attrName>
                                        </p:attrNameLst>
                                      </p:cBhvr>
                                      <p:tavLst>
                                        <p:tav tm="0">
                                          <p:val>
                                            <p:strVal val="#ppt_y+.1"/>
                                          </p:val>
                                        </p:tav>
                                        <p:tav tm="100000">
                                          <p:val>
                                            <p:strVal val="#ppt_y"/>
                                          </p:val>
                                        </p:tav>
                                      </p:tavLst>
                                    </p:anim>
                                  </p:childTnLst>
                                </p:cTn>
                              </p:par>
                              <p:par>
                                <p:cTn id="535" presetID="42" presetClass="entr" presetSubtype="0" fill="hold" grpId="0" nodeType="withEffect">
                                  <p:stCondLst>
                                    <p:cond delay="370"/>
                                  </p:stCondLst>
                                  <p:childTnLst>
                                    <p:set>
                                      <p:cBhvr>
                                        <p:cTn id="536" dur="1" fill="hold">
                                          <p:stCondLst>
                                            <p:cond delay="0"/>
                                          </p:stCondLst>
                                        </p:cTn>
                                        <p:tgtEl>
                                          <p:spTgt spid="45"/>
                                        </p:tgtEl>
                                        <p:attrNameLst>
                                          <p:attrName>style.visibility</p:attrName>
                                        </p:attrNameLst>
                                      </p:cBhvr>
                                      <p:to>
                                        <p:strVal val="visible"/>
                                      </p:to>
                                    </p:set>
                                    <p:animEffect transition="in" filter="fade">
                                      <p:cBhvr>
                                        <p:cTn id="537" dur="650"/>
                                        <p:tgtEl>
                                          <p:spTgt spid="45"/>
                                        </p:tgtEl>
                                      </p:cBhvr>
                                    </p:animEffect>
                                    <p:anim calcmode="lin" valueType="num">
                                      <p:cBhvr>
                                        <p:cTn id="538" dur="650" fill="hold"/>
                                        <p:tgtEl>
                                          <p:spTgt spid="45"/>
                                        </p:tgtEl>
                                        <p:attrNameLst>
                                          <p:attrName>ppt_x</p:attrName>
                                        </p:attrNameLst>
                                      </p:cBhvr>
                                      <p:tavLst>
                                        <p:tav tm="0">
                                          <p:val>
                                            <p:strVal val="#ppt_x"/>
                                          </p:val>
                                        </p:tav>
                                        <p:tav tm="100000">
                                          <p:val>
                                            <p:strVal val="#ppt_x"/>
                                          </p:val>
                                        </p:tav>
                                      </p:tavLst>
                                    </p:anim>
                                    <p:anim calcmode="lin" valueType="num">
                                      <p:cBhvr>
                                        <p:cTn id="539" dur="650" fill="hold"/>
                                        <p:tgtEl>
                                          <p:spTgt spid="45"/>
                                        </p:tgtEl>
                                        <p:attrNameLst>
                                          <p:attrName>ppt_y</p:attrName>
                                        </p:attrNameLst>
                                      </p:cBhvr>
                                      <p:tavLst>
                                        <p:tav tm="0">
                                          <p:val>
                                            <p:strVal val="#ppt_y+.1"/>
                                          </p:val>
                                        </p:tav>
                                        <p:tav tm="100000">
                                          <p:val>
                                            <p:strVal val="#ppt_y"/>
                                          </p:val>
                                        </p:tav>
                                      </p:tavLst>
                                    </p:anim>
                                  </p:childTnLst>
                                </p:cTn>
                              </p:par>
                              <p:par>
                                <p:cTn id="540" presetID="42" presetClass="entr" presetSubtype="0" fill="hold" grpId="0" nodeType="withEffect">
                                  <p:stCondLst>
                                    <p:cond delay="370"/>
                                  </p:stCondLst>
                                  <p:childTnLst>
                                    <p:set>
                                      <p:cBhvr>
                                        <p:cTn id="541" dur="1" fill="hold">
                                          <p:stCondLst>
                                            <p:cond delay="0"/>
                                          </p:stCondLst>
                                        </p:cTn>
                                        <p:tgtEl>
                                          <p:spTgt spid="46"/>
                                        </p:tgtEl>
                                        <p:attrNameLst>
                                          <p:attrName>style.visibility</p:attrName>
                                        </p:attrNameLst>
                                      </p:cBhvr>
                                      <p:to>
                                        <p:strVal val="visible"/>
                                      </p:to>
                                    </p:set>
                                    <p:animEffect transition="in" filter="fade">
                                      <p:cBhvr>
                                        <p:cTn id="542" dur="650"/>
                                        <p:tgtEl>
                                          <p:spTgt spid="46"/>
                                        </p:tgtEl>
                                      </p:cBhvr>
                                    </p:animEffect>
                                    <p:anim calcmode="lin" valueType="num">
                                      <p:cBhvr>
                                        <p:cTn id="543" dur="650" fill="hold"/>
                                        <p:tgtEl>
                                          <p:spTgt spid="46"/>
                                        </p:tgtEl>
                                        <p:attrNameLst>
                                          <p:attrName>ppt_x</p:attrName>
                                        </p:attrNameLst>
                                      </p:cBhvr>
                                      <p:tavLst>
                                        <p:tav tm="0">
                                          <p:val>
                                            <p:strVal val="#ppt_x"/>
                                          </p:val>
                                        </p:tav>
                                        <p:tav tm="100000">
                                          <p:val>
                                            <p:strVal val="#ppt_x"/>
                                          </p:val>
                                        </p:tav>
                                      </p:tavLst>
                                    </p:anim>
                                    <p:anim calcmode="lin" valueType="num">
                                      <p:cBhvr>
                                        <p:cTn id="544" dur="650" fill="hold"/>
                                        <p:tgtEl>
                                          <p:spTgt spid="46"/>
                                        </p:tgtEl>
                                        <p:attrNameLst>
                                          <p:attrName>ppt_y</p:attrName>
                                        </p:attrNameLst>
                                      </p:cBhvr>
                                      <p:tavLst>
                                        <p:tav tm="0">
                                          <p:val>
                                            <p:strVal val="#ppt_y+.1"/>
                                          </p:val>
                                        </p:tav>
                                        <p:tav tm="100000">
                                          <p:val>
                                            <p:strVal val="#ppt_y"/>
                                          </p:val>
                                        </p:tav>
                                      </p:tavLst>
                                    </p:anim>
                                  </p:childTnLst>
                                </p:cTn>
                              </p:par>
                              <p:par>
                                <p:cTn id="545" presetID="42" presetClass="entr" presetSubtype="0" fill="hold" grpId="0" nodeType="withEffect">
                                  <p:stCondLst>
                                    <p:cond delay="370"/>
                                  </p:stCondLst>
                                  <p:childTnLst>
                                    <p:set>
                                      <p:cBhvr>
                                        <p:cTn id="546" dur="1" fill="hold">
                                          <p:stCondLst>
                                            <p:cond delay="0"/>
                                          </p:stCondLst>
                                        </p:cTn>
                                        <p:tgtEl>
                                          <p:spTgt spid="47"/>
                                        </p:tgtEl>
                                        <p:attrNameLst>
                                          <p:attrName>style.visibility</p:attrName>
                                        </p:attrNameLst>
                                      </p:cBhvr>
                                      <p:to>
                                        <p:strVal val="visible"/>
                                      </p:to>
                                    </p:set>
                                    <p:animEffect transition="in" filter="fade">
                                      <p:cBhvr>
                                        <p:cTn id="547" dur="650"/>
                                        <p:tgtEl>
                                          <p:spTgt spid="47"/>
                                        </p:tgtEl>
                                      </p:cBhvr>
                                    </p:animEffect>
                                    <p:anim calcmode="lin" valueType="num">
                                      <p:cBhvr>
                                        <p:cTn id="548" dur="650" fill="hold"/>
                                        <p:tgtEl>
                                          <p:spTgt spid="47"/>
                                        </p:tgtEl>
                                        <p:attrNameLst>
                                          <p:attrName>ppt_x</p:attrName>
                                        </p:attrNameLst>
                                      </p:cBhvr>
                                      <p:tavLst>
                                        <p:tav tm="0">
                                          <p:val>
                                            <p:strVal val="#ppt_x"/>
                                          </p:val>
                                        </p:tav>
                                        <p:tav tm="100000">
                                          <p:val>
                                            <p:strVal val="#ppt_x"/>
                                          </p:val>
                                        </p:tav>
                                      </p:tavLst>
                                    </p:anim>
                                    <p:anim calcmode="lin" valueType="num">
                                      <p:cBhvr>
                                        <p:cTn id="549" dur="650" fill="hold"/>
                                        <p:tgtEl>
                                          <p:spTgt spid="47"/>
                                        </p:tgtEl>
                                        <p:attrNameLst>
                                          <p:attrName>ppt_y</p:attrName>
                                        </p:attrNameLst>
                                      </p:cBhvr>
                                      <p:tavLst>
                                        <p:tav tm="0">
                                          <p:val>
                                            <p:strVal val="#ppt_y+.1"/>
                                          </p:val>
                                        </p:tav>
                                        <p:tav tm="100000">
                                          <p:val>
                                            <p:strVal val="#ppt_y"/>
                                          </p:val>
                                        </p:tav>
                                      </p:tavLst>
                                    </p:anim>
                                  </p:childTnLst>
                                </p:cTn>
                              </p:par>
                              <p:par>
                                <p:cTn id="550" presetID="42" presetClass="entr" presetSubtype="0" fill="hold" grpId="0" nodeType="withEffect">
                                  <p:stCondLst>
                                    <p:cond delay="370"/>
                                  </p:stCondLst>
                                  <p:childTnLst>
                                    <p:set>
                                      <p:cBhvr>
                                        <p:cTn id="551" dur="1" fill="hold">
                                          <p:stCondLst>
                                            <p:cond delay="0"/>
                                          </p:stCondLst>
                                        </p:cTn>
                                        <p:tgtEl>
                                          <p:spTgt spid="48"/>
                                        </p:tgtEl>
                                        <p:attrNameLst>
                                          <p:attrName>style.visibility</p:attrName>
                                        </p:attrNameLst>
                                      </p:cBhvr>
                                      <p:to>
                                        <p:strVal val="visible"/>
                                      </p:to>
                                    </p:set>
                                    <p:animEffect transition="in" filter="fade">
                                      <p:cBhvr>
                                        <p:cTn id="552" dur="650"/>
                                        <p:tgtEl>
                                          <p:spTgt spid="48"/>
                                        </p:tgtEl>
                                      </p:cBhvr>
                                    </p:animEffect>
                                    <p:anim calcmode="lin" valueType="num">
                                      <p:cBhvr>
                                        <p:cTn id="553" dur="650" fill="hold"/>
                                        <p:tgtEl>
                                          <p:spTgt spid="48"/>
                                        </p:tgtEl>
                                        <p:attrNameLst>
                                          <p:attrName>ppt_x</p:attrName>
                                        </p:attrNameLst>
                                      </p:cBhvr>
                                      <p:tavLst>
                                        <p:tav tm="0">
                                          <p:val>
                                            <p:strVal val="#ppt_x"/>
                                          </p:val>
                                        </p:tav>
                                        <p:tav tm="100000">
                                          <p:val>
                                            <p:strVal val="#ppt_x"/>
                                          </p:val>
                                        </p:tav>
                                      </p:tavLst>
                                    </p:anim>
                                    <p:anim calcmode="lin" valueType="num">
                                      <p:cBhvr>
                                        <p:cTn id="554" dur="650" fill="hold"/>
                                        <p:tgtEl>
                                          <p:spTgt spid="48"/>
                                        </p:tgtEl>
                                        <p:attrNameLst>
                                          <p:attrName>ppt_y</p:attrName>
                                        </p:attrNameLst>
                                      </p:cBhvr>
                                      <p:tavLst>
                                        <p:tav tm="0">
                                          <p:val>
                                            <p:strVal val="#ppt_y+.1"/>
                                          </p:val>
                                        </p:tav>
                                        <p:tav tm="100000">
                                          <p:val>
                                            <p:strVal val="#ppt_y"/>
                                          </p:val>
                                        </p:tav>
                                      </p:tavLst>
                                    </p:anim>
                                  </p:childTnLst>
                                </p:cTn>
                              </p:par>
                              <p:par>
                                <p:cTn id="555" presetID="42" presetClass="entr" presetSubtype="0" fill="hold" grpId="0" nodeType="withEffect">
                                  <p:stCondLst>
                                    <p:cond delay="370"/>
                                  </p:stCondLst>
                                  <p:childTnLst>
                                    <p:set>
                                      <p:cBhvr>
                                        <p:cTn id="556" dur="1" fill="hold">
                                          <p:stCondLst>
                                            <p:cond delay="0"/>
                                          </p:stCondLst>
                                        </p:cTn>
                                        <p:tgtEl>
                                          <p:spTgt spid="49"/>
                                        </p:tgtEl>
                                        <p:attrNameLst>
                                          <p:attrName>style.visibility</p:attrName>
                                        </p:attrNameLst>
                                      </p:cBhvr>
                                      <p:to>
                                        <p:strVal val="visible"/>
                                      </p:to>
                                    </p:set>
                                    <p:animEffect transition="in" filter="fade">
                                      <p:cBhvr>
                                        <p:cTn id="557" dur="650"/>
                                        <p:tgtEl>
                                          <p:spTgt spid="49"/>
                                        </p:tgtEl>
                                      </p:cBhvr>
                                    </p:animEffect>
                                    <p:anim calcmode="lin" valueType="num">
                                      <p:cBhvr>
                                        <p:cTn id="558" dur="650" fill="hold"/>
                                        <p:tgtEl>
                                          <p:spTgt spid="49"/>
                                        </p:tgtEl>
                                        <p:attrNameLst>
                                          <p:attrName>ppt_x</p:attrName>
                                        </p:attrNameLst>
                                      </p:cBhvr>
                                      <p:tavLst>
                                        <p:tav tm="0">
                                          <p:val>
                                            <p:strVal val="#ppt_x"/>
                                          </p:val>
                                        </p:tav>
                                        <p:tav tm="100000">
                                          <p:val>
                                            <p:strVal val="#ppt_x"/>
                                          </p:val>
                                        </p:tav>
                                      </p:tavLst>
                                    </p:anim>
                                    <p:anim calcmode="lin" valueType="num">
                                      <p:cBhvr>
                                        <p:cTn id="559" dur="650" fill="hold"/>
                                        <p:tgtEl>
                                          <p:spTgt spid="49"/>
                                        </p:tgtEl>
                                        <p:attrNameLst>
                                          <p:attrName>ppt_y</p:attrName>
                                        </p:attrNameLst>
                                      </p:cBhvr>
                                      <p:tavLst>
                                        <p:tav tm="0">
                                          <p:val>
                                            <p:strVal val="#ppt_y+.1"/>
                                          </p:val>
                                        </p:tav>
                                        <p:tav tm="100000">
                                          <p:val>
                                            <p:strVal val="#ppt_y"/>
                                          </p:val>
                                        </p:tav>
                                      </p:tavLst>
                                    </p:anim>
                                  </p:childTnLst>
                                </p:cTn>
                              </p:par>
                              <p:par>
                                <p:cTn id="560" presetID="42" presetClass="entr" presetSubtype="0" fill="hold" grpId="0" nodeType="withEffect">
                                  <p:stCondLst>
                                    <p:cond delay="370"/>
                                  </p:stCondLst>
                                  <p:childTnLst>
                                    <p:set>
                                      <p:cBhvr>
                                        <p:cTn id="561" dur="1" fill="hold">
                                          <p:stCondLst>
                                            <p:cond delay="0"/>
                                          </p:stCondLst>
                                        </p:cTn>
                                        <p:tgtEl>
                                          <p:spTgt spid="50"/>
                                        </p:tgtEl>
                                        <p:attrNameLst>
                                          <p:attrName>style.visibility</p:attrName>
                                        </p:attrNameLst>
                                      </p:cBhvr>
                                      <p:to>
                                        <p:strVal val="visible"/>
                                      </p:to>
                                    </p:set>
                                    <p:animEffect transition="in" filter="fade">
                                      <p:cBhvr>
                                        <p:cTn id="562" dur="650"/>
                                        <p:tgtEl>
                                          <p:spTgt spid="50"/>
                                        </p:tgtEl>
                                      </p:cBhvr>
                                    </p:animEffect>
                                    <p:anim calcmode="lin" valueType="num">
                                      <p:cBhvr>
                                        <p:cTn id="563" dur="650" fill="hold"/>
                                        <p:tgtEl>
                                          <p:spTgt spid="50"/>
                                        </p:tgtEl>
                                        <p:attrNameLst>
                                          <p:attrName>ppt_x</p:attrName>
                                        </p:attrNameLst>
                                      </p:cBhvr>
                                      <p:tavLst>
                                        <p:tav tm="0">
                                          <p:val>
                                            <p:strVal val="#ppt_x"/>
                                          </p:val>
                                        </p:tav>
                                        <p:tav tm="100000">
                                          <p:val>
                                            <p:strVal val="#ppt_x"/>
                                          </p:val>
                                        </p:tav>
                                      </p:tavLst>
                                    </p:anim>
                                    <p:anim calcmode="lin" valueType="num">
                                      <p:cBhvr>
                                        <p:cTn id="564" dur="650" fill="hold"/>
                                        <p:tgtEl>
                                          <p:spTgt spid="50"/>
                                        </p:tgtEl>
                                        <p:attrNameLst>
                                          <p:attrName>ppt_y</p:attrName>
                                        </p:attrNameLst>
                                      </p:cBhvr>
                                      <p:tavLst>
                                        <p:tav tm="0">
                                          <p:val>
                                            <p:strVal val="#ppt_y+.1"/>
                                          </p:val>
                                        </p:tav>
                                        <p:tav tm="100000">
                                          <p:val>
                                            <p:strVal val="#ppt_y"/>
                                          </p:val>
                                        </p:tav>
                                      </p:tavLst>
                                    </p:anim>
                                  </p:childTnLst>
                                </p:cTn>
                              </p:par>
                              <p:par>
                                <p:cTn id="565" presetID="42" presetClass="entr" presetSubtype="0" fill="hold" grpId="0" nodeType="withEffect">
                                  <p:stCondLst>
                                    <p:cond delay="370"/>
                                  </p:stCondLst>
                                  <p:childTnLst>
                                    <p:set>
                                      <p:cBhvr>
                                        <p:cTn id="566" dur="1" fill="hold">
                                          <p:stCondLst>
                                            <p:cond delay="0"/>
                                          </p:stCondLst>
                                        </p:cTn>
                                        <p:tgtEl>
                                          <p:spTgt spid="51"/>
                                        </p:tgtEl>
                                        <p:attrNameLst>
                                          <p:attrName>style.visibility</p:attrName>
                                        </p:attrNameLst>
                                      </p:cBhvr>
                                      <p:to>
                                        <p:strVal val="visible"/>
                                      </p:to>
                                    </p:set>
                                    <p:animEffect transition="in" filter="fade">
                                      <p:cBhvr>
                                        <p:cTn id="567" dur="650"/>
                                        <p:tgtEl>
                                          <p:spTgt spid="51"/>
                                        </p:tgtEl>
                                      </p:cBhvr>
                                    </p:animEffect>
                                    <p:anim calcmode="lin" valueType="num">
                                      <p:cBhvr>
                                        <p:cTn id="568" dur="650" fill="hold"/>
                                        <p:tgtEl>
                                          <p:spTgt spid="51"/>
                                        </p:tgtEl>
                                        <p:attrNameLst>
                                          <p:attrName>ppt_x</p:attrName>
                                        </p:attrNameLst>
                                      </p:cBhvr>
                                      <p:tavLst>
                                        <p:tav tm="0">
                                          <p:val>
                                            <p:strVal val="#ppt_x"/>
                                          </p:val>
                                        </p:tav>
                                        <p:tav tm="100000">
                                          <p:val>
                                            <p:strVal val="#ppt_x"/>
                                          </p:val>
                                        </p:tav>
                                      </p:tavLst>
                                    </p:anim>
                                    <p:anim calcmode="lin" valueType="num">
                                      <p:cBhvr>
                                        <p:cTn id="569" dur="650" fill="hold"/>
                                        <p:tgtEl>
                                          <p:spTgt spid="51"/>
                                        </p:tgtEl>
                                        <p:attrNameLst>
                                          <p:attrName>ppt_y</p:attrName>
                                        </p:attrNameLst>
                                      </p:cBhvr>
                                      <p:tavLst>
                                        <p:tav tm="0">
                                          <p:val>
                                            <p:strVal val="#ppt_y+.1"/>
                                          </p:val>
                                        </p:tav>
                                        <p:tav tm="100000">
                                          <p:val>
                                            <p:strVal val="#ppt_y"/>
                                          </p:val>
                                        </p:tav>
                                      </p:tavLst>
                                    </p:anim>
                                  </p:childTnLst>
                                </p:cTn>
                              </p:par>
                              <p:par>
                                <p:cTn id="570" presetID="42" presetClass="entr" presetSubtype="0" fill="hold" grpId="0" nodeType="withEffect">
                                  <p:stCondLst>
                                    <p:cond delay="370"/>
                                  </p:stCondLst>
                                  <p:childTnLst>
                                    <p:set>
                                      <p:cBhvr>
                                        <p:cTn id="571" dur="1" fill="hold">
                                          <p:stCondLst>
                                            <p:cond delay="0"/>
                                          </p:stCondLst>
                                        </p:cTn>
                                        <p:tgtEl>
                                          <p:spTgt spid="52"/>
                                        </p:tgtEl>
                                        <p:attrNameLst>
                                          <p:attrName>style.visibility</p:attrName>
                                        </p:attrNameLst>
                                      </p:cBhvr>
                                      <p:to>
                                        <p:strVal val="visible"/>
                                      </p:to>
                                    </p:set>
                                    <p:animEffect transition="in" filter="fade">
                                      <p:cBhvr>
                                        <p:cTn id="572" dur="650"/>
                                        <p:tgtEl>
                                          <p:spTgt spid="52"/>
                                        </p:tgtEl>
                                      </p:cBhvr>
                                    </p:animEffect>
                                    <p:anim calcmode="lin" valueType="num">
                                      <p:cBhvr>
                                        <p:cTn id="573" dur="650" fill="hold"/>
                                        <p:tgtEl>
                                          <p:spTgt spid="52"/>
                                        </p:tgtEl>
                                        <p:attrNameLst>
                                          <p:attrName>ppt_x</p:attrName>
                                        </p:attrNameLst>
                                      </p:cBhvr>
                                      <p:tavLst>
                                        <p:tav tm="0">
                                          <p:val>
                                            <p:strVal val="#ppt_x"/>
                                          </p:val>
                                        </p:tav>
                                        <p:tav tm="100000">
                                          <p:val>
                                            <p:strVal val="#ppt_x"/>
                                          </p:val>
                                        </p:tav>
                                      </p:tavLst>
                                    </p:anim>
                                    <p:anim calcmode="lin" valueType="num">
                                      <p:cBhvr>
                                        <p:cTn id="574" dur="650" fill="hold"/>
                                        <p:tgtEl>
                                          <p:spTgt spid="52"/>
                                        </p:tgtEl>
                                        <p:attrNameLst>
                                          <p:attrName>ppt_y</p:attrName>
                                        </p:attrNameLst>
                                      </p:cBhvr>
                                      <p:tavLst>
                                        <p:tav tm="0">
                                          <p:val>
                                            <p:strVal val="#ppt_y+.1"/>
                                          </p:val>
                                        </p:tav>
                                        <p:tav tm="100000">
                                          <p:val>
                                            <p:strVal val="#ppt_y"/>
                                          </p:val>
                                        </p:tav>
                                      </p:tavLst>
                                    </p:anim>
                                  </p:childTnLst>
                                </p:cTn>
                              </p:par>
                              <p:par>
                                <p:cTn id="575" presetID="42" presetClass="entr" presetSubtype="0" fill="hold" grpId="0" nodeType="withEffect">
                                  <p:stCondLst>
                                    <p:cond delay="370"/>
                                  </p:stCondLst>
                                  <p:childTnLst>
                                    <p:set>
                                      <p:cBhvr>
                                        <p:cTn id="576" dur="1" fill="hold">
                                          <p:stCondLst>
                                            <p:cond delay="0"/>
                                          </p:stCondLst>
                                        </p:cTn>
                                        <p:tgtEl>
                                          <p:spTgt spid="53"/>
                                        </p:tgtEl>
                                        <p:attrNameLst>
                                          <p:attrName>style.visibility</p:attrName>
                                        </p:attrNameLst>
                                      </p:cBhvr>
                                      <p:to>
                                        <p:strVal val="visible"/>
                                      </p:to>
                                    </p:set>
                                    <p:animEffect transition="in" filter="fade">
                                      <p:cBhvr>
                                        <p:cTn id="577" dur="650"/>
                                        <p:tgtEl>
                                          <p:spTgt spid="53"/>
                                        </p:tgtEl>
                                      </p:cBhvr>
                                    </p:animEffect>
                                    <p:anim calcmode="lin" valueType="num">
                                      <p:cBhvr>
                                        <p:cTn id="578" dur="650" fill="hold"/>
                                        <p:tgtEl>
                                          <p:spTgt spid="53"/>
                                        </p:tgtEl>
                                        <p:attrNameLst>
                                          <p:attrName>ppt_x</p:attrName>
                                        </p:attrNameLst>
                                      </p:cBhvr>
                                      <p:tavLst>
                                        <p:tav tm="0">
                                          <p:val>
                                            <p:strVal val="#ppt_x"/>
                                          </p:val>
                                        </p:tav>
                                        <p:tav tm="100000">
                                          <p:val>
                                            <p:strVal val="#ppt_x"/>
                                          </p:val>
                                        </p:tav>
                                      </p:tavLst>
                                    </p:anim>
                                    <p:anim calcmode="lin" valueType="num">
                                      <p:cBhvr>
                                        <p:cTn id="579" dur="650" fill="hold"/>
                                        <p:tgtEl>
                                          <p:spTgt spid="53"/>
                                        </p:tgtEl>
                                        <p:attrNameLst>
                                          <p:attrName>ppt_y</p:attrName>
                                        </p:attrNameLst>
                                      </p:cBhvr>
                                      <p:tavLst>
                                        <p:tav tm="0">
                                          <p:val>
                                            <p:strVal val="#ppt_y+.1"/>
                                          </p:val>
                                        </p:tav>
                                        <p:tav tm="100000">
                                          <p:val>
                                            <p:strVal val="#ppt_y"/>
                                          </p:val>
                                        </p:tav>
                                      </p:tavLst>
                                    </p:anim>
                                  </p:childTnLst>
                                </p:cTn>
                              </p:par>
                              <p:par>
                                <p:cTn id="580" presetID="42" presetClass="entr" presetSubtype="0" fill="hold" grpId="0" nodeType="withEffect">
                                  <p:stCondLst>
                                    <p:cond delay="370"/>
                                  </p:stCondLst>
                                  <p:childTnLst>
                                    <p:set>
                                      <p:cBhvr>
                                        <p:cTn id="581" dur="1" fill="hold">
                                          <p:stCondLst>
                                            <p:cond delay="0"/>
                                          </p:stCondLst>
                                        </p:cTn>
                                        <p:tgtEl>
                                          <p:spTgt spid="54"/>
                                        </p:tgtEl>
                                        <p:attrNameLst>
                                          <p:attrName>style.visibility</p:attrName>
                                        </p:attrNameLst>
                                      </p:cBhvr>
                                      <p:to>
                                        <p:strVal val="visible"/>
                                      </p:to>
                                    </p:set>
                                    <p:animEffect transition="in" filter="fade">
                                      <p:cBhvr>
                                        <p:cTn id="582" dur="650"/>
                                        <p:tgtEl>
                                          <p:spTgt spid="54"/>
                                        </p:tgtEl>
                                      </p:cBhvr>
                                    </p:animEffect>
                                    <p:anim calcmode="lin" valueType="num">
                                      <p:cBhvr>
                                        <p:cTn id="583" dur="650" fill="hold"/>
                                        <p:tgtEl>
                                          <p:spTgt spid="54"/>
                                        </p:tgtEl>
                                        <p:attrNameLst>
                                          <p:attrName>ppt_x</p:attrName>
                                        </p:attrNameLst>
                                      </p:cBhvr>
                                      <p:tavLst>
                                        <p:tav tm="0">
                                          <p:val>
                                            <p:strVal val="#ppt_x"/>
                                          </p:val>
                                        </p:tav>
                                        <p:tav tm="100000">
                                          <p:val>
                                            <p:strVal val="#ppt_x"/>
                                          </p:val>
                                        </p:tav>
                                      </p:tavLst>
                                    </p:anim>
                                    <p:anim calcmode="lin" valueType="num">
                                      <p:cBhvr>
                                        <p:cTn id="584" dur="650" fill="hold"/>
                                        <p:tgtEl>
                                          <p:spTgt spid="54"/>
                                        </p:tgtEl>
                                        <p:attrNameLst>
                                          <p:attrName>ppt_y</p:attrName>
                                        </p:attrNameLst>
                                      </p:cBhvr>
                                      <p:tavLst>
                                        <p:tav tm="0">
                                          <p:val>
                                            <p:strVal val="#ppt_y+.1"/>
                                          </p:val>
                                        </p:tav>
                                        <p:tav tm="100000">
                                          <p:val>
                                            <p:strVal val="#ppt_y"/>
                                          </p:val>
                                        </p:tav>
                                      </p:tavLst>
                                    </p:anim>
                                  </p:childTnLst>
                                </p:cTn>
                              </p:par>
                              <p:par>
                                <p:cTn id="585" presetID="42" presetClass="entr" presetSubtype="0" fill="hold" grpId="0" nodeType="withEffect">
                                  <p:stCondLst>
                                    <p:cond delay="370"/>
                                  </p:stCondLst>
                                  <p:childTnLst>
                                    <p:set>
                                      <p:cBhvr>
                                        <p:cTn id="586" dur="1" fill="hold">
                                          <p:stCondLst>
                                            <p:cond delay="0"/>
                                          </p:stCondLst>
                                        </p:cTn>
                                        <p:tgtEl>
                                          <p:spTgt spid="55"/>
                                        </p:tgtEl>
                                        <p:attrNameLst>
                                          <p:attrName>style.visibility</p:attrName>
                                        </p:attrNameLst>
                                      </p:cBhvr>
                                      <p:to>
                                        <p:strVal val="visible"/>
                                      </p:to>
                                    </p:set>
                                    <p:animEffect transition="in" filter="fade">
                                      <p:cBhvr>
                                        <p:cTn id="587" dur="650"/>
                                        <p:tgtEl>
                                          <p:spTgt spid="55"/>
                                        </p:tgtEl>
                                      </p:cBhvr>
                                    </p:animEffect>
                                    <p:anim calcmode="lin" valueType="num">
                                      <p:cBhvr>
                                        <p:cTn id="588" dur="650" fill="hold"/>
                                        <p:tgtEl>
                                          <p:spTgt spid="55"/>
                                        </p:tgtEl>
                                        <p:attrNameLst>
                                          <p:attrName>ppt_x</p:attrName>
                                        </p:attrNameLst>
                                      </p:cBhvr>
                                      <p:tavLst>
                                        <p:tav tm="0">
                                          <p:val>
                                            <p:strVal val="#ppt_x"/>
                                          </p:val>
                                        </p:tav>
                                        <p:tav tm="100000">
                                          <p:val>
                                            <p:strVal val="#ppt_x"/>
                                          </p:val>
                                        </p:tav>
                                      </p:tavLst>
                                    </p:anim>
                                    <p:anim calcmode="lin" valueType="num">
                                      <p:cBhvr>
                                        <p:cTn id="589" dur="650" fill="hold"/>
                                        <p:tgtEl>
                                          <p:spTgt spid="55"/>
                                        </p:tgtEl>
                                        <p:attrNameLst>
                                          <p:attrName>ppt_y</p:attrName>
                                        </p:attrNameLst>
                                      </p:cBhvr>
                                      <p:tavLst>
                                        <p:tav tm="0">
                                          <p:val>
                                            <p:strVal val="#ppt_y+.1"/>
                                          </p:val>
                                        </p:tav>
                                        <p:tav tm="100000">
                                          <p:val>
                                            <p:strVal val="#ppt_y"/>
                                          </p:val>
                                        </p:tav>
                                      </p:tavLst>
                                    </p:anim>
                                  </p:childTnLst>
                                </p:cTn>
                              </p:par>
                              <p:par>
                                <p:cTn id="590" presetID="42" presetClass="entr" presetSubtype="0" fill="hold" grpId="0" nodeType="withEffect">
                                  <p:stCondLst>
                                    <p:cond delay="370"/>
                                  </p:stCondLst>
                                  <p:childTnLst>
                                    <p:set>
                                      <p:cBhvr>
                                        <p:cTn id="591" dur="1" fill="hold">
                                          <p:stCondLst>
                                            <p:cond delay="0"/>
                                          </p:stCondLst>
                                        </p:cTn>
                                        <p:tgtEl>
                                          <p:spTgt spid="56"/>
                                        </p:tgtEl>
                                        <p:attrNameLst>
                                          <p:attrName>style.visibility</p:attrName>
                                        </p:attrNameLst>
                                      </p:cBhvr>
                                      <p:to>
                                        <p:strVal val="visible"/>
                                      </p:to>
                                    </p:set>
                                    <p:animEffect transition="in" filter="fade">
                                      <p:cBhvr>
                                        <p:cTn id="592" dur="650"/>
                                        <p:tgtEl>
                                          <p:spTgt spid="56"/>
                                        </p:tgtEl>
                                      </p:cBhvr>
                                    </p:animEffect>
                                    <p:anim calcmode="lin" valueType="num">
                                      <p:cBhvr>
                                        <p:cTn id="593" dur="650" fill="hold"/>
                                        <p:tgtEl>
                                          <p:spTgt spid="56"/>
                                        </p:tgtEl>
                                        <p:attrNameLst>
                                          <p:attrName>ppt_x</p:attrName>
                                        </p:attrNameLst>
                                      </p:cBhvr>
                                      <p:tavLst>
                                        <p:tav tm="0">
                                          <p:val>
                                            <p:strVal val="#ppt_x"/>
                                          </p:val>
                                        </p:tav>
                                        <p:tav tm="100000">
                                          <p:val>
                                            <p:strVal val="#ppt_x"/>
                                          </p:val>
                                        </p:tav>
                                      </p:tavLst>
                                    </p:anim>
                                    <p:anim calcmode="lin" valueType="num">
                                      <p:cBhvr>
                                        <p:cTn id="594" dur="650" fill="hold"/>
                                        <p:tgtEl>
                                          <p:spTgt spid="56"/>
                                        </p:tgtEl>
                                        <p:attrNameLst>
                                          <p:attrName>ppt_y</p:attrName>
                                        </p:attrNameLst>
                                      </p:cBhvr>
                                      <p:tavLst>
                                        <p:tav tm="0">
                                          <p:val>
                                            <p:strVal val="#ppt_y+.1"/>
                                          </p:val>
                                        </p:tav>
                                        <p:tav tm="100000">
                                          <p:val>
                                            <p:strVal val="#ppt_y"/>
                                          </p:val>
                                        </p:tav>
                                      </p:tavLst>
                                    </p:anim>
                                  </p:childTnLst>
                                </p:cTn>
                              </p:par>
                              <p:par>
                                <p:cTn id="595" presetID="42" presetClass="entr" presetSubtype="0" fill="hold" grpId="0" nodeType="withEffect">
                                  <p:stCondLst>
                                    <p:cond delay="370"/>
                                  </p:stCondLst>
                                  <p:childTnLst>
                                    <p:set>
                                      <p:cBhvr>
                                        <p:cTn id="596" dur="1" fill="hold">
                                          <p:stCondLst>
                                            <p:cond delay="0"/>
                                          </p:stCondLst>
                                        </p:cTn>
                                        <p:tgtEl>
                                          <p:spTgt spid="57"/>
                                        </p:tgtEl>
                                        <p:attrNameLst>
                                          <p:attrName>style.visibility</p:attrName>
                                        </p:attrNameLst>
                                      </p:cBhvr>
                                      <p:to>
                                        <p:strVal val="visible"/>
                                      </p:to>
                                    </p:set>
                                    <p:animEffect transition="in" filter="fade">
                                      <p:cBhvr>
                                        <p:cTn id="597" dur="650"/>
                                        <p:tgtEl>
                                          <p:spTgt spid="57"/>
                                        </p:tgtEl>
                                      </p:cBhvr>
                                    </p:animEffect>
                                    <p:anim calcmode="lin" valueType="num">
                                      <p:cBhvr>
                                        <p:cTn id="598" dur="650" fill="hold"/>
                                        <p:tgtEl>
                                          <p:spTgt spid="57"/>
                                        </p:tgtEl>
                                        <p:attrNameLst>
                                          <p:attrName>ppt_x</p:attrName>
                                        </p:attrNameLst>
                                      </p:cBhvr>
                                      <p:tavLst>
                                        <p:tav tm="0">
                                          <p:val>
                                            <p:strVal val="#ppt_x"/>
                                          </p:val>
                                        </p:tav>
                                        <p:tav tm="100000">
                                          <p:val>
                                            <p:strVal val="#ppt_x"/>
                                          </p:val>
                                        </p:tav>
                                      </p:tavLst>
                                    </p:anim>
                                    <p:anim calcmode="lin" valueType="num">
                                      <p:cBhvr>
                                        <p:cTn id="599" dur="650" fill="hold"/>
                                        <p:tgtEl>
                                          <p:spTgt spid="57"/>
                                        </p:tgtEl>
                                        <p:attrNameLst>
                                          <p:attrName>ppt_y</p:attrName>
                                        </p:attrNameLst>
                                      </p:cBhvr>
                                      <p:tavLst>
                                        <p:tav tm="0">
                                          <p:val>
                                            <p:strVal val="#ppt_y+.1"/>
                                          </p:val>
                                        </p:tav>
                                        <p:tav tm="100000">
                                          <p:val>
                                            <p:strVal val="#ppt_y"/>
                                          </p:val>
                                        </p:tav>
                                      </p:tavLst>
                                    </p:anim>
                                  </p:childTnLst>
                                </p:cTn>
                              </p:par>
                              <p:par>
                                <p:cTn id="600" presetID="42" presetClass="entr" presetSubtype="0" fill="hold" grpId="0" nodeType="withEffect">
                                  <p:stCondLst>
                                    <p:cond delay="370"/>
                                  </p:stCondLst>
                                  <p:childTnLst>
                                    <p:set>
                                      <p:cBhvr>
                                        <p:cTn id="601" dur="1" fill="hold">
                                          <p:stCondLst>
                                            <p:cond delay="0"/>
                                          </p:stCondLst>
                                        </p:cTn>
                                        <p:tgtEl>
                                          <p:spTgt spid="58"/>
                                        </p:tgtEl>
                                        <p:attrNameLst>
                                          <p:attrName>style.visibility</p:attrName>
                                        </p:attrNameLst>
                                      </p:cBhvr>
                                      <p:to>
                                        <p:strVal val="visible"/>
                                      </p:to>
                                    </p:set>
                                    <p:animEffect transition="in" filter="fade">
                                      <p:cBhvr>
                                        <p:cTn id="602" dur="650"/>
                                        <p:tgtEl>
                                          <p:spTgt spid="58"/>
                                        </p:tgtEl>
                                      </p:cBhvr>
                                    </p:animEffect>
                                    <p:anim calcmode="lin" valueType="num">
                                      <p:cBhvr>
                                        <p:cTn id="603" dur="650" fill="hold"/>
                                        <p:tgtEl>
                                          <p:spTgt spid="58"/>
                                        </p:tgtEl>
                                        <p:attrNameLst>
                                          <p:attrName>ppt_x</p:attrName>
                                        </p:attrNameLst>
                                      </p:cBhvr>
                                      <p:tavLst>
                                        <p:tav tm="0">
                                          <p:val>
                                            <p:strVal val="#ppt_x"/>
                                          </p:val>
                                        </p:tav>
                                        <p:tav tm="100000">
                                          <p:val>
                                            <p:strVal val="#ppt_x"/>
                                          </p:val>
                                        </p:tav>
                                      </p:tavLst>
                                    </p:anim>
                                    <p:anim calcmode="lin" valueType="num">
                                      <p:cBhvr>
                                        <p:cTn id="604" dur="650" fill="hold"/>
                                        <p:tgtEl>
                                          <p:spTgt spid="58"/>
                                        </p:tgtEl>
                                        <p:attrNameLst>
                                          <p:attrName>ppt_y</p:attrName>
                                        </p:attrNameLst>
                                      </p:cBhvr>
                                      <p:tavLst>
                                        <p:tav tm="0">
                                          <p:val>
                                            <p:strVal val="#ppt_y+.1"/>
                                          </p:val>
                                        </p:tav>
                                        <p:tav tm="100000">
                                          <p:val>
                                            <p:strVal val="#ppt_y"/>
                                          </p:val>
                                        </p:tav>
                                      </p:tavLst>
                                    </p:anim>
                                  </p:childTnLst>
                                </p:cTn>
                              </p:par>
                              <p:par>
                                <p:cTn id="605" presetID="42" presetClass="entr" presetSubtype="0" fill="hold" grpId="0" nodeType="withEffect">
                                  <p:stCondLst>
                                    <p:cond delay="370"/>
                                  </p:stCondLst>
                                  <p:childTnLst>
                                    <p:set>
                                      <p:cBhvr>
                                        <p:cTn id="606" dur="1" fill="hold">
                                          <p:stCondLst>
                                            <p:cond delay="0"/>
                                          </p:stCondLst>
                                        </p:cTn>
                                        <p:tgtEl>
                                          <p:spTgt spid="59"/>
                                        </p:tgtEl>
                                        <p:attrNameLst>
                                          <p:attrName>style.visibility</p:attrName>
                                        </p:attrNameLst>
                                      </p:cBhvr>
                                      <p:to>
                                        <p:strVal val="visible"/>
                                      </p:to>
                                    </p:set>
                                    <p:animEffect transition="in" filter="fade">
                                      <p:cBhvr>
                                        <p:cTn id="607" dur="650"/>
                                        <p:tgtEl>
                                          <p:spTgt spid="59"/>
                                        </p:tgtEl>
                                      </p:cBhvr>
                                    </p:animEffect>
                                    <p:anim calcmode="lin" valueType="num">
                                      <p:cBhvr>
                                        <p:cTn id="608" dur="650" fill="hold"/>
                                        <p:tgtEl>
                                          <p:spTgt spid="59"/>
                                        </p:tgtEl>
                                        <p:attrNameLst>
                                          <p:attrName>ppt_x</p:attrName>
                                        </p:attrNameLst>
                                      </p:cBhvr>
                                      <p:tavLst>
                                        <p:tav tm="0">
                                          <p:val>
                                            <p:strVal val="#ppt_x"/>
                                          </p:val>
                                        </p:tav>
                                        <p:tav tm="100000">
                                          <p:val>
                                            <p:strVal val="#ppt_x"/>
                                          </p:val>
                                        </p:tav>
                                      </p:tavLst>
                                    </p:anim>
                                    <p:anim calcmode="lin" valueType="num">
                                      <p:cBhvr>
                                        <p:cTn id="609" dur="650" fill="hold"/>
                                        <p:tgtEl>
                                          <p:spTgt spid="59"/>
                                        </p:tgtEl>
                                        <p:attrNameLst>
                                          <p:attrName>ppt_y</p:attrName>
                                        </p:attrNameLst>
                                      </p:cBhvr>
                                      <p:tavLst>
                                        <p:tav tm="0">
                                          <p:val>
                                            <p:strVal val="#ppt_y+.1"/>
                                          </p:val>
                                        </p:tav>
                                        <p:tav tm="100000">
                                          <p:val>
                                            <p:strVal val="#ppt_y"/>
                                          </p:val>
                                        </p:tav>
                                      </p:tavLst>
                                    </p:anim>
                                  </p:childTnLst>
                                </p:cTn>
                              </p:par>
                              <p:par>
                                <p:cTn id="610" presetID="42" presetClass="entr" presetSubtype="0" fill="hold" grpId="0" nodeType="withEffect">
                                  <p:stCondLst>
                                    <p:cond delay="370"/>
                                  </p:stCondLst>
                                  <p:childTnLst>
                                    <p:set>
                                      <p:cBhvr>
                                        <p:cTn id="611" dur="1" fill="hold">
                                          <p:stCondLst>
                                            <p:cond delay="0"/>
                                          </p:stCondLst>
                                        </p:cTn>
                                        <p:tgtEl>
                                          <p:spTgt spid="60"/>
                                        </p:tgtEl>
                                        <p:attrNameLst>
                                          <p:attrName>style.visibility</p:attrName>
                                        </p:attrNameLst>
                                      </p:cBhvr>
                                      <p:to>
                                        <p:strVal val="visible"/>
                                      </p:to>
                                    </p:set>
                                    <p:animEffect transition="in" filter="fade">
                                      <p:cBhvr>
                                        <p:cTn id="612" dur="650"/>
                                        <p:tgtEl>
                                          <p:spTgt spid="60"/>
                                        </p:tgtEl>
                                      </p:cBhvr>
                                    </p:animEffect>
                                    <p:anim calcmode="lin" valueType="num">
                                      <p:cBhvr>
                                        <p:cTn id="613" dur="650" fill="hold"/>
                                        <p:tgtEl>
                                          <p:spTgt spid="60"/>
                                        </p:tgtEl>
                                        <p:attrNameLst>
                                          <p:attrName>ppt_x</p:attrName>
                                        </p:attrNameLst>
                                      </p:cBhvr>
                                      <p:tavLst>
                                        <p:tav tm="0">
                                          <p:val>
                                            <p:strVal val="#ppt_x"/>
                                          </p:val>
                                        </p:tav>
                                        <p:tav tm="100000">
                                          <p:val>
                                            <p:strVal val="#ppt_x"/>
                                          </p:val>
                                        </p:tav>
                                      </p:tavLst>
                                    </p:anim>
                                    <p:anim calcmode="lin" valueType="num">
                                      <p:cBhvr>
                                        <p:cTn id="614" dur="650" fill="hold"/>
                                        <p:tgtEl>
                                          <p:spTgt spid="60"/>
                                        </p:tgtEl>
                                        <p:attrNameLst>
                                          <p:attrName>ppt_y</p:attrName>
                                        </p:attrNameLst>
                                      </p:cBhvr>
                                      <p:tavLst>
                                        <p:tav tm="0">
                                          <p:val>
                                            <p:strVal val="#ppt_y+.1"/>
                                          </p:val>
                                        </p:tav>
                                        <p:tav tm="100000">
                                          <p:val>
                                            <p:strVal val="#ppt_y"/>
                                          </p:val>
                                        </p:tav>
                                      </p:tavLst>
                                    </p:anim>
                                  </p:childTnLst>
                                </p:cTn>
                              </p:par>
                              <p:par>
                                <p:cTn id="615" presetID="42" presetClass="entr" presetSubtype="0" fill="hold" grpId="0" nodeType="withEffect">
                                  <p:stCondLst>
                                    <p:cond delay="370"/>
                                  </p:stCondLst>
                                  <p:childTnLst>
                                    <p:set>
                                      <p:cBhvr>
                                        <p:cTn id="616" dur="1" fill="hold">
                                          <p:stCondLst>
                                            <p:cond delay="0"/>
                                          </p:stCondLst>
                                        </p:cTn>
                                        <p:tgtEl>
                                          <p:spTgt spid="61"/>
                                        </p:tgtEl>
                                        <p:attrNameLst>
                                          <p:attrName>style.visibility</p:attrName>
                                        </p:attrNameLst>
                                      </p:cBhvr>
                                      <p:to>
                                        <p:strVal val="visible"/>
                                      </p:to>
                                    </p:set>
                                    <p:animEffect transition="in" filter="fade">
                                      <p:cBhvr>
                                        <p:cTn id="617" dur="650"/>
                                        <p:tgtEl>
                                          <p:spTgt spid="61"/>
                                        </p:tgtEl>
                                      </p:cBhvr>
                                    </p:animEffect>
                                    <p:anim calcmode="lin" valueType="num">
                                      <p:cBhvr>
                                        <p:cTn id="618" dur="650" fill="hold"/>
                                        <p:tgtEl>
                                          <p:spTgt spid="61"/>
                                        </p:tgtEl>
                                        <p:attrNameLst>
                                          <p:attrName>ppt_x</p:attrName>
                                        </p:attrNameLst>
                                      </p:cBhvr>
                                      <p:tavLst>
                                        <p:tav tm="0">
                                          <p:val>
                                            <p:strVal val="#ppt_x"/>
                                          </p:val>
                                        </p:tav>
                                        <p:tav tm="100000">
                                          <p:val>
                                            <p:strVal val="#ppt_x"/>
                                          </p:val>
                                        </p:tav>
                                      </p:tavLst>
                                    </p:anim>
                                    <p:anim calcmode="lin" valueType="num">
                                      <p:cBhvr>
                                        <p:cTn id="619" dur="650" fill="hold"/>
                                        <p:tgtEl>
                                          <p:spTgt spid="61"/>
                                        </p:tgtEl>
                                        <p:attrNameLst>
                                          <p:attrName>ppt_y</p:attrName>
                                        </p:attrNameLst>
                                      </p:cBhvr>
                                      <p:tavLst>
                                        <p:tav tm="0">
                                          <p:val>
                                            <p:strVal val="#ppt_y+.1"/>
                                          </p:val>
                                        </p:tav>
                                        <p:tav tm="100000">
                                          <p:val>
                                            <p:strVal val="#ppt_y"/>
                                          </p:val>
                                        </p:tav>
                                      </p:tavLst>
                                    </p:anim>
                                  </p:childTnLst>
                                </p:cTn>
                              </p:par>
                              <p:par>
                                <p:cTn id="620" presetID="42" presetClass="entr" presetSubtype="0" fill="hold" grpId="0" nodeType="withEffect">
                                  <p:stCondLst>
                                    <p:cond delay="370"/>
                                  </p:stCondLst>
                                  <p:childTnLst>
                                    <p:set>
                                      <p:cBhvr>
                                        <p:cTn id="621" dur="1" fill="hold">
                                          <p:stCondLst>
                                            <p:cond delay="0"/>
                                          </p:stCondLst>
                                        </p:cTn>
                                        <p:tgtEl>
                                          <p:spTgt spid="62"/>
                                        </p:tgtEl>
                                        <p:attrNameLst>
                                          <p:attrName>style.visibility</p:attrName>
                                        </p:attrNameLst>
                                      </p:cBhvr>
                                      <p:to>
                                        <p:strVal val="visible"/>
                                      </p:to>
                                    </p:set>
                                    <p:animEffect transition="in" filter="fade">
                                      <p:cBhvr>
                                        <p:cTn id="622" dur="650"/>
                                        <p:tgtEl>
                                          <p:spTgt spid="62"/>
                                        </p:tgtEl>
                                      </p:cBhvr>
                                    </p:animEffect>
                                    <p:anim calcmode="lin" valueType="num">
                                      <p:cBhvr>
                                        <p:cTn id="623" dur="650" fill="hold"/>
                                        <p:tgtEl>
                                          <p:spTgt spid="62"/>
                                        </p:tgtEl>
                                        <p:attrNameLst>
                                          <p:attrName>ppt_x</p:attrName>
                                        </p:attrNameLst>
                                      </p:cBhvr>
                                      <p:tavLst>
                                        <p:tav tm="0">
                                          <p:val>
                                            <p:strVal val="#ppt_x"/>
                                          </p:val>
                                        </p:tav>
                                        <p:tav tm="100000">
                                          <p:val>
                                            <p:strVal val="#ppt_x"/>
                                          </p:val>
                                        </p:tav>
                                      </p:tavLst>
                                    </p:anim>
                                    <p:anim calcmode="lin" valueType="num">
                                      <p:cBhvr>
                                        <p:cTn id="624" dur="650" fill="hold"/>
                                        <p:tgtEl>
                                          <p:spTgt spid="62"/>
                                        </p:tgtEl>
                                        <p:attrNameLst>
                                          <p:attrName>ppt_y</p:attrName>
                                        </p:attrNameLst>
                                      </p:cBhvr>
                                      <p:tavLst>
                                        <p:tav tm="0">
                                          <p:val>
                                            <p:strVal val="#ppt_y+.1"/>
                                          </p:val>
                                        </p:tav>
                                        <p:tav tm="100000">
                                          <p:val>
                                            <p:strVal val="#ppt_y"/>
                                          </p:val>
                                        </p:tav>
                                      </p:tavLst>
                                    </p:anim>
                                  </p:childTnLst>
                                </p:cTn>
                              </p:par>
                              <p:par>
                                <p:cTn id="625" presetID="42" presetClass="entr" presetSubtype="0" fill="hold" grpId="0" nodeType="withEffect">
                                  <p:stCondLst>
                                    <p:cond delay="370"/>
                                  </p:stCondLst>
                                  <p:childTnLst>
                                    <p:set>
                                      <p:cBhvr>
                                        <p:cTn id="626" dur="1" fill="hold">
                                          <p:stCondLst>
                                            <p:cond delay="0"/>
                                          </p:stCondLst>
                                        </p:cTn>
                                        <p:tgtEl>
                                          <p:spTgt spid="63"/>
                                        </p:tgtEl>
                                        <p:attrNameLst>
                                          <p:attrName>style.visibility</p:attrName>
                                        </p:attrNameLst>
                                      </p:cBhvr>
                                      <p:to>
                                        <p:strVal val="visible"/>
                                      </p:to>
                                    </p:set>
                                    <p:animEffect transition="in" filter="fade">
                                      <p:cBhvr>
                                        <p:cTn id="627" dur="650"/>
                                        <p:tgtEl>
                                          <p:spTgt spid="63"/>
                                        </p:tgtEl>
                                      </p:cBhvr>
                                    </p:animEffect>
                                    <p:anim calcmode="lin" valueType="num">
                                      <p:cBhvr>
                                        <p:cTn id="628" dur="650" fill="hold"/>
                                        <p:tgtEl>
                                          <p:spTgt spid="63"/>
                                        </p:tgtEl>
                                        <p:attrNameLst>
                                          <p:attrName>ppt_x</p:attrName>
                                        </p:attrNameLst>
                                      </p:cBhvr>
                                      <p:tavLst>
                                        <p:tav tm="0">
                                          <p:val>
                                            <p:strVal val="#ppt_x"/>
                                          </p:val>
                                        </p:tav>
                                        <p:tav tm="100000">
                                          <p:val>
                                            <p:strVal val="#ppt_x"/>
                                          </p:val>
                                        </p:tav>
                                      </p:tavLst>
                                    </p:anim>
                                    <p:anim calcmode="lin" valueType="num">
                                      <p:cBhvr>
                                        <p:cTn id="629" dur="650" fill="hold"/>
                                        <p:tgtEl>
                                          <p:spTgt spid="63"/>
                                        </p:tgtEl>
                                        <p:attrNameLst>
                                          <p:attrName>ppt_y</p:attrName>
                                        </p:attrNameLst>
                                      </p:cBhvr>
                                      <p:tavLst>
                                        <p:tav tm="0">
                                          <p:val>
                                            <p:strVal val="#ppt_y+.1"/>
                                          </p:val>
                                        </p:tav>
                                        <p:tav tm="100000">
                                          <p:val>
                                            <p:strVal val="#ppt_y"/>
                                          </p:val>
                                        </p:tav>
                                      </p:tavLst>
                                    </p:anim>
                                  </p:childTnLst>
                                </p:cTn>
                              </p:par>
                              <p:par>
                                <p:cTn id="630" presetID="42" presetClass="entr" presetSubtype="0" fill="hold" grpId="0" nodeType="withEffect">
                                  <p:stCondLst>
                                    <p:cond delay="370"/>
                                  </p:stCondLst>
                                  <p:childTnLst>
                                    <p:set>
                                      <p:cBhvr>
                                        <p:cTn id="631" dur="1" fill="hold">
                                          <p:stCondLst>
                                            <p:cond delay="0"/>
                                          </p:stCondLst>
                                        </p:cTn>
                                        <p:tgtEl>
                                          <p:spTgt spid="64"/>
                                        </p:tgtEl>
                                        <p:attrNameLst>
                                          <p:attrName>style.visibility</p:attrName>
                                        </p:attrNameLst>
                                      </p:cBhvr>
                                      <p:to>
                                        <p:strVal val="visible"/>
                                      </p:to>
                                    </p:set>
                                    <p:animEffect transition="in" filter="fade">
                                      <p:cBhvr>
                                        <p:cTn id="632" dur="650"/>
                                        <p:tgtEl>
                                          <p:spTgt spid="64"/>
                                        </p:tgtEl>
                                      </p:cBhvr>
                                    </p:animEffect>
                                    <p:anim calcmode="lin" valueType="num">
                                      <p:cBhvr>
                                        <p:cTn id="633" dur="650" fill="hold"/>
                                        <p:tgtEl>
                                          <p:spTgt spid="64"/>
                                        </p:tgtEl>
                                        <p:attrNameLst>
                                          <p:attrName>ppt_x</p:attrName>
                                        </p:attrNameLst>
                                      </p:cBhvr>
                                      <p:tavLst>
                                        <p:tav tm="0">
                                          <p:val>
                                            <p:strVal val="#ppt_x"/>
                                          </p:val>
                                        </p:tav>
                                        <p:tav tm="100000">
                                          <p:val>
                                            <p:strVal val="#ppt_x"/>
                                          </p:val>
                                        </p:tav>
                                      </p:tavLst>
                                    </p:anim>
                                    <p:anim calcmode="lin" valueType="num">
                                      <p:cBhvr>
                                        <p:cTn id="634" dur="650" fill="hold"/>
                                        <p:tgtEl>
                                          <p:spTgt spid="64"/>
                                        </p:tgtEl>
                                        <p:attrNameLst>
                                          <p:attrName>ppt_y</p:attrName>
                                        </p:attrNameLst>
                                      </p:cBhvr>
                                      <p:tavLst>
                                        <p:tav tm="0">
                                          <p:val>
                                            <p:strVal val="#ppt_y+.1"/>
                                          </p:val>
                                        </p:tav>
                                        <p:tav tm="100000">
                                          <p:val>
                                            <p:strVal val="#ppt_y"/>
                                          </p:val>
                                        </p:tav>
                                      </p:tavLst>
                                    </p:anim>
                                  </p:childTnLst>
                                </p:cTn>
                              </p:par>
                              <p:par>
                                <p:cTn id="635" presetID="42" presetClass="entr" presetSubtype="0" fill="hold" grpId="0" nodeType="withEffect">
                                  <p:stCondLst>
                                    <p:cond delay="370"/>
                                  </p:stCondLst>
                                  <p:childTnLst>
                                    <p:set>
                                      <p:cBhvr>
                                        <p:cTn id="636" dur="1" fill="hold">
                                          <p:stCondLst>
                                            <p:cond delay="0"/>
                                          </p:stCondLst>
                                        </p:cTn>
                                        <p:tgtEl>
                                          <p:spTgt spid="65"/>
                                        </p:tgtEl>
                                        <p:attrNameLst>
                                          <p:attrName>style.visibility</p:attrName>
                                        </p:attrNameLst>
                                      </p:cBhvr>
                                      <p:to>
                                        <p:strVal val="visible"/>
                                      </p:to>
                                    </p:set>
                                    <p:animEffect transition="in" filter="fade">
                                      <p:cBhvr>
                                        <p:cTn id="637" dur="650"/>
                                        <p:tgtEl>
                                          <p:spTgt spid="65"/>
                                        </p:tgtEl>
                                      </p:cBhvr>
                                    </p:animEffect>
                                    <p:anim calcmode="lin" valueType="num">
                                      <p:cBhvr>
                                        <p:cTn id="638" dur="650" fill="hold"/>
                                        <p:tgtEl>
                                          <p:spTgt spid="65"/>
                                        </p:tgtEl>
                                        <p:attrNameLst>
                                          <p:attrName>ppt_x</p:attrName>
                                        </p:attrNameLst>
                                      </p:cBhvr>
                                      <p:tavLst>
                                        <p:tav tm="0">
                                          <p:val>
                                            <p:strVal val="#ppt_x"/>
                                          </p:val>
                                        </p:tav>
                                        <p:tav tm="100000">
                                          <p:val>
                                            <p:strVal val="#ppt_x"/>
                                          </p:val>
                                        </p:tav>
                                      </p:tavLst>
                                    </p:anim>
                                    <p:anim calcmode="lin" valueType="num">
                                      <p:cBhvr>
                                        <p:cTn id="639" dur="650" fill="hold"/>
                                        <p:tgtEl>
                                          <p:spTgt spid="65"/>
                                        </p:tgtEl>
                                        <p:attrNameLst>
                                          <p:attrName>ppt_y</p:attrName>
                                        </p:attrNameLst>
                                      </p:cBhvr>
                                      <p:tavLst>
                                        <p:tav tm="0">
                                          <p:val>
                                            <p:strVal val="#ppt_y+.1"/>
                                          </p:val>
                                        </p:tav>
                                        <p:tav tm="100000">
                                          <p:val>
                                            <p:strVal val="#ppt_y"/>
                                          </p:val>
                                        </p:tav>
                                      </p:tavLst>
                                    </p:anim>
                                  </p:childTnLst>
                                </p:cTn>
                              </p:par>
                              <p:par>
                                <p:cTn id="640" presetID="42" presetClass="entr" presetSubtype="0" fill="hold" grpId="0" nodeType="withEffect">
                                  <p:stCondLst>
                                    <p:cond delay="370"/>
                                  </p:stCondLst>
                                  <p:childTnLst>
                                    <p:set>
                                      <p:cBhvr>
                                        <p:cTn id="641" dur="1" fill="hold">
                                          <p:stCondLst>
                                            <p:cond delay="0"/>
                                          </p:stCondLst>
                                        </p:cTn>
                                        <p:tgtEl>
                                          <p:spTgt spid="66"/>
                                        </p:tgtEl>
                                        <p:attrNameLst>
                                          <p:attrName>style.visibility</p:attrName>
                                        </p:attrNameLst>
                                      </p:cBhvr>
                                      <p:to>
                                        <p:strVal val="visible"/>
                                      </p:to>
                                    </p:set>
                                    <p:animEffect transition="in" filter="fade">
                                      <p:cBhvr>
                                        <p:cTn id="642" dur="650"/>
                                        <p:tgtEl>
                                          <p:spTgt spid="66"/>
                                        </p:tgtEl>
                                      </p:cBhvr>
                                    </p:animEffect>
                                    <p:anim calcmode="lin" valueType="num">
                                      <p:cBhvr>
                                        <p:cTn id="643" dur="650" fill="hold"/>
                                        <p:tgtEl>
                                          <p:spTgt spid="66"/>
                                        </p:tgtEl>
                                        <p:attrNameLst>
                                          <p:attrName>ppt_x</p:attrName>
                                        </p:attrNameLst>
                                      </p:cBhvr>
                                      <p:tavLst>
                                        <p:tav tm="0">
                                          <p:val>
                                            <p:strVal val="#ppt_x"/>
                                          </p:val>
                                        </p:tav>
                                        <p:tav tm="100000">
                                          <p:val>
                                            <p:strVal val="#ppt_x"/>
                                          </p:val>
                                        </p:tav>
                                      </p:tavLst>
                                    </p:anim>
                                    <p:anim calcmode="lin" valueType="num">
                                      <p:cBhvr>
                                        <p:cTn id="644" dur="650" fill="hold"/>
                                        <p:tgtEl>
                                          <p:spTgt spid="66"/>
                                        </p:tgtEl>
                                        <p:attrNameLst>
                                          <p:attrName>ppt_y</p:attrName>
                                        </p:attrNameLst>
                                      </p:cBhvr>
                                      <p:tavLst>
                                        <p:tav tm="0">
                                          <p:val>
                                            <p:strVal val="#ppt_y+.1"/>
                                          </p:val>
                                        </p:tav>
                                        <p:tav tm="100000">
                                          <p:val>
                                            <p:strVal val="#ppt_y"/>
                                          </p:val>
                                        </p:tav>
                                      </p:tavLst>
                                    </p:anim>
                                  </p:childTnLst>
                                </p:cTn>
                              </p:par>
                              <p:par>
                                <p:cTn id="645" presetID="42" presetClass="entr" presetSubtype="0" fill="hold" grpId="0" nodeType="withEffect">
                                  <p:stCondLst>
                                    <p:cond delay="370"/>
                                  </p:stCondLst>
                                  <p:childTnLst>
                                    <p:set>
                                      <p:cBhvr>
                                        <p:cTn id="646" dur="1" fill="hold">
                                          <p:stCondLst>
                                            <p:cond delay="0"/>
                                          </p:stCondLst>
                                        </p:cTn>
                                        <p:tgtEl>
                                          <p:spTgt spid="67"/>
                                        </p:tgtEl>
                                        <p:attrNameLst>
                                          <p:attrName>style.visibility</p:attrName>
                                        </p:attrNameLst>
                                      </p:cBhvr>
                                      <p:to>
                                        <p:strVal val="visible"/>
                                      </p:to>
                                    </p:set>
                                    <p:animEffect transition="in" filter="fade">
                                      <p:cBhvr>
                                        <p:cTn id="647" dur="650"/>
                                        <p:tgtEl>
                                          <p:spTgt spid="67"/>
                                        </p:tgtEl>
                                      </p:cBhvr>
                                    </p:animEffect>
                                    <p:anim calcmode="lin" valueType="num">
                                      <p:cBhvr>
                                        <p:cTn id="648" dur="650" fill="hold"/>
                                        <p:tgtEl>
                                          <p:spTgt spid="67"/>
                                        </p:tgtEl>
                                        <p:attrNameLst>
                                          <p:attrName>ppt_x</p:attrName>
                                        </p:attrNameLst>
                                      </p:cBhvr>
                                      <p:tavLst>
                                        <p:tav tm="0">
                                          <p:val>
                                            <p:strVal val="#ppt_x"/>
                                          </p:val>
                                        </p:tav>
                                        <p:tav tm="100000">
                                          <p:val>
                                            <p:strVal val="#ppt_x"/>
                                          </p:val>
                                        </p:tav>
                                      </p:tavLst>
                                    </p:anim>
                                    <p:anim calcmode="lin" valueType="num">
                                      <p:cBhvr>
                                        <p:cTn id="649" dur="650" fill="hold"/>
                                        <p:tgtEl>
                                          <p:spTgt spid="67"/>
                                        </p:tgtEl>
                                        <p:attrNameLst>
                                          <p:attrName>ppt_y</p:attrName>
                                        </p:attrNameLst>
                                      </p:cBhvr>
                                      <p:tavLst>
                                        <p:tav tm="0">
                                          <p:val>
                                            <p:strVal val="#ppt_y+.1"/>
                                          </p:val>
                                        </p:tav>
                                        <p:tav tm="100000">
                                          <p:val>
                                            <p:strVal val="#ppt_y"/>
                                          </p:val>
                                        </p:tav>
                                      </p:tavLst>
                                    </p:anim>
                                  </p:childTnLst>
                                </p:cTn>
                              </p:par>
                              <p:par>
                                <p:cTn id="650" presetID="42" presetClass="entr" presetSubtype="0" fill="hold" grpId="0" nodeType="withEffect">
                                  <p:stCondLst>
                                    <p:cond delay="370"/>
                                  </p:stCondLst>
                                  <p:childTnLst>
                                    <p:set>
                                      <p:cBhvr>
                                        <p:cTn id="651" dur="1" fill="hold">
                                          <p:stCondLst>
                                            <p:cond delay="0"/>
                                          </p:stCondLst>
                                        </p:cTn>
                                        <p:tgtEl>
                                          <p:spTgt spid="68"/>
                                        </p:tgtEl>
                                        <p:attrNameLst>
                                          <p:attrName>style.visibility</p:attrName>
                                        </p:attrNameLst>
                                      </p:cBhvr>
                                      <p:to>
                                        <p:strVal val="visible"/>
                                      </p:to>
                                    </p:set>
                                    <p:animEffect transition="in" filter="fade">
                                      <p:cBhvr>
                                        <p:cTn id="652" dur="650"/>
                                        <p:tgtEl>
                                          <p:spTgt spid="68"/>
                                        </p:tgtEl>
                                      </p:cBhvr>
                                    </p:animEffect>
                                    <p:anim calcmode="lin" valueType="num">
                                      <p:cBhvr>
                                        <p:cTn id="653" dur="650" fill="hold"/>
                                        <p:tgtEl>
                                          <p:spTgt spid="68"/>
                                        </p:tgtEl>
                                        <p:attrNameLst>
                                          <p:attrName>ppt_x</p:attrName>
                                        </p:attrNameLst>
                                      </p:cBhvr>
                                      <p:tavLst>
                                        <p:tav tm="0">
                                          <p:val>
                                            <p:strVal val="#ppt_x"/>
                                          </p:val>
                                        </p:tav>
                                        <p:tav tm="100000">
                                          <p:val>
                                            <p:strVal val="#ppt_x"/>
                                          </p:val>
                                        </p:tav>
                                      </p:tavLst>
                                    </p:anim>
                                    <p:anim calcmode="lin" valueType="num">
                                      <p:cBhvr>
                                        <p:cTn id="654" dur="650" fill="hold"/>
                                        <p:tgtEl>
                                          <p:spTgt spid="68"/>
                                        </p:tgtEl>
                                        <p:attrNameLst>
                                          <p:attrName>ppt_y</p:attrName>
                                        </p:attrNameLst>
                                      </p:cBhvr>
                                      <p:tavLst>
                                        <p:tav tm="0">
                                          <p:val>
                                            <p:strVal val="#ppt_y+.1"/>
                                          </p:val>
                                        </p:tav>
                                        <p:tav tm="100000">
                                          <p:val>
                                            <p:strVal val="#ppt_y"/>
                                          </p:val>
                                        </p:tav>
                                      </p:tavLst>
                                    </p:anim>
                                  </p:childTnLst>
                                </p:cTn>
                              </p:par>
                              <p:par>
                                <p:cTn id="655" presetID="42" presetClass="entr" presetSubtype="0" fill="hold" grpId="0" nodeType="withEffect">
                                  <p:stCondLst>
                                    <p:cond delay="370"/>
                                  </p:stCondLst>
                                  <p:childTnLst>
                                    <p:set>
                                      <p:cBhvr>
                                        <p:cTn id="656" dur="1" fill="hold">
                                          <p:stCondLst>
                                            <p:cond delay="0"/>
                                          </p:stCondLst>
                                        </p:cTn>
                                        <p:tgtEl>
                                          <p:spTgt spid="69"/>
                                        </p:tgtEl>
                                        <p:attrNameLst>
                                          <p:attrName>style.visibility</p:attrName>
                                        </p:attrNameLst>
                                      </p:cBhvr>
                                      <p:to>
                                        <p:strVal val="visible"/>
                                      </p:to>
                                    </p:set>
                                    <p:animEffect transition="in" filter="fade">
                                      <p:cBhvr>
                                        <p:cTn id="657" dur="650"/>
                                        <p:tgtEl>
                                          <p:spTgt spid="69"/>
                                        </p:tgtEl>
                                      </p:cBhvr>
                                    </p:animEffect>
                                    <p:anim calcmode="lin" valueType="num">
                                      <p:cBhvr>
                                        <p:cTn id="658" dur="650" fill="hold"/>
                                        <p:tgtEl>
                                          <p:spTgt spid="69"/>
                                        </p:tgtEl>
                                        <p:attrNameLst>
                                          <p:attrName>ppt_x</p:attrName>
                                        </p:attrNameLst>
                                      </p:cBhvr>
                                      <p:tavLst>
                                        <p:tav tm="0">
                                          <p:val>
                                            <p:strVal val="#ppt_x"/>
                                          </p:val>
                                        </p:tav>
                                        <p:tav tm="100000">
                                          <p:val>
                                            <p:strVal val="#ppt_x"/>
                                          </p:val>
                                        </p:tav>
                                      </p:tavLst>
                                    </p:anim>
                                    <p:anim calcmode="lin" valueType="num">
                                      <p:cBhvr>
                                        <p:cTn id="659" dur="650" fill="hold"/>
                                        <p:tgtEl>
                                          <p:spTgt spid="69"/>
                                        </p:tgtEl>
                                        <p:attrNameLst>
                                          <p:attrName>ppt_y</p:attrName>
                                        </p:attrNameLst>
                                      </p:cBhvr>
                                      <p:tavLst>
                                        <p:tav tm="0">
                                          <p:val>
                                            <p:strVal val="#ppt_y+.1"/>
                                          </p:val>
                                        </p:tav>
                                        <p:tav tm="100000">
                                          <p:val>
                                            <p:strVal val="#ppt_y"/>
                                          </p:val>
                                        </p:tav>
                                      </p:tavLst>
                                    </p:anim>
                                  </p:childTnLst>
                                </p:cTn>
                              </p:par>
                              <p:par>
                                <p:cTn id="660" presetID="42" presetClass="entr" presetSubtype="0" fill="hold" grpId="0" nodeType="withEffect">
                                  <p:stCondLst>
                                    <p:cond delay="370"/>
                                  </p:stCondLst>
                                  <p:childTnLst>
                                    <p:set>
                                      <p:cBhvr>
                                        <p:cTn id="661" dur="1" fill="hold">
                                          <p:stCondLst>
                                            <p:cond delay="0"/>
                                          </p:stCondLst>
                                        </p:cTn>
                                        <p:tgtEl>
                                          <p:spTgt spid="70"/>
                                        </p:tgtEl>
                                        <p:attrNameLst>
                                          <p:attrName>style.visibility</p:attrName>
                                        </p:attrNameLst>
                                      </p:cBhvr>
                                      <p:to>
                                        <p:strVal val="visible"/>
                                      </p:to>
                                    </p:set>
                                    <p:animEffect transition="in" filter="fade">
                                      <p:cBhvr>
                                        <p:cTn id="662" dur="650"/>
                                        <p:tgtEl>
                                          <p:spTgt spid="70"/>
                                        </p:tgtEl>
                                      </p:cBhvr>
                                    </p:animEffect>
                                    <p:anim calcmode="lin" valueType="num">
                                      <p:cBhvr>
                                        <p:cTn id="663" dur="650" fill="hold"/>
                                        <p:tgtEl>
                                          <p:spTgt spid="70"/>
                                        </p:tgtEl>
                                        <p:attrNameLst>
                                          <p:attrName>ppt_x</p:attrName>
                                        </p:attrNameLst>
                                      </p:cBhvr>
                                      <p:tavLst>
                                        <p:tav tm="0">
                                          <p:val>
                                            <p:strVal val="#ppt_x"/>
                                          </p:val>
                                        </p:tav>
                                        <p:tav tm="100000">
                                          <p:val>
                                            <p:strVal val="#ppt_x"/>
                                          </p:val>
                                        </p:tav>
                                      </p:tavLst>
                                    </p:anim>
                                    <p:anim calcmode="lin" valueType="num">
                                      <p:cBhvr>
                                        <p:cTn id="664" dur="650" fill="hold"/>
                                        <p:tgtEl>
                                          <p:spTgt spid="70"/>
                                        </p:tgtEl>
                                        <p:attrNameLst>
                                          <p:attrName>ppt_y</p:attrName>
                                        </p:attrNameLst>
                                      </p:cBhvr>
                                      <p:tavLst>
                                        <p:tav tm="0">
                                          <p:val>
                                            <p:strVal val="#ppt_y+.1"/>
                                          </p:val>
                                        </p:tav>
                                        <p:tav tm="100000">
                                          <p:val>
                                            <p:strVal val="#ppt_y"/>
                                          </p:val>
                                        </p:tav>
                                      </p:tavLst>
                                    </p:anim>
                                  </p:childTnLst>
                                </p:cTn>
                              </p:par>
                              <p:par>
                                <p:cTn id="665" presetID="42" presetClass="entr" presetSubtype="0" fill="hold" grpId="0" nodeType="withEffect">
                                  <p:stCondLst>
                                    <p:cond delay="370"/>
                                  </p:stCondLst>
                                  <p:childTnLst>
                                    <p:set>
                                      <p:cBhvr>
                                        <p:cTn id="666" dur="1" fill="hold">
                                          <p:stCondLst>
                                            <p:cond delay="0"/>
                                          </p:stCondLst>
                                        </p:cTn>
                                        <p:tgtEl>
                                          <p:spTgt spid="71"/>
                                        </p:tgtEl>
                                        <p:attrNameLst>
                                          <p:attrName>style.visibility</p:attrName>
                                        </p:attrNameLst>
                                      </p:cBhvr>
                                      <p:to>
                                        <p:strVal val="visible"/>
                                      </p:to>
                                    </p:set>
                                    <p:animEffect transition="in" filter="fade">
                                      <p:cBhvr>
                                        <p:cTn id="667" dur="650"/>
                                        <p:tgtEl>
                                          <p:spTgt spid="71"/>
                                        </p:tgtEl>
                                      </p:cBhvr>
                                    </p:animEffect>
                                    <p:anim calcmode="lin" valueType="num">
                                      <p:cBhvr>
                                        <p:cTn id="668" dur="650" fill="hold"/>
                                        <p:tgtEl>
                                          <p:spTgt spid="71"/>
                                        </p:tgtEl>
                                        <p:attrNameLst>
                                          <p:attrName>ppt_x</p:attrName>
                                        </p:attrNameLst>
                                      </p:cBhvr>
                                      <p:tavLst>
                                        <p:tav tm="0">
                                          <p:val>
                                            <p:strVal val="#ppt_x"/>
                                          </p:val>
                                        </p:tav>
                                        <p:tav tm="100000">
                                          <p:val>
                                            <p:strVal val="#ppt_x"/>
                                          </p:val>
                                        </p:tav>
                                      </p:tavLst>
                                    </p:anim>
                                    <p:anim calcmode="lin" valueType="num">
                                      <p:cBhvr>
                                        <p:cTn id="669" dur="650" fill="hold"/>
                                        <p:tgtEl>
                                          <p:spTgt spid="71"/>
                                        </p:tgtEl>
                                        <p:attrNameLst>
                                          <p:attrName>ppt_y</p:attrName>
                                        </p:attrNameLst>
                                      </p:cBhvr>
                                      <p:tavLst>
                                        <p:tav tm="0">
                                          <p:val>
                                            <p:strVal val="#ppt_y+.1"/>
                                          </p:val>
                                        </p:tav>
                                        <p:tav tm="100000">
                                          <p:val>
                                            <p:strVal val="#ppt_y"/>
                                          </p:val>
                                        </p:tav>
                                      </p:tavLst>
                                    </p:anim>
                                  </p:childTnLst>
                                </p:cTn>
                              </p:par>
                              <p:par>
                                <p:cTn id="670" presetID="42" presetClass="entr" presetSubtype="0" fill="hold" grpId="0" nodeType="withEffect">
                                  <p:stCondLst>
                                    <p:cond delay="370"/>
                                  </p:stCondLst>
                                  <p:childTnLst>
                                    <p:set>
                                      <p:cBhvr>
                                        <p:cTn id="671" dur="1" fill="hold">
                                          <p:stCondLst>
                                            <p:cond delay="0"/>
                                          </p:stCondLst>
                                        </p:cTn>
                                        <p:tgtEl>
                                          <p:spTgt spid="72"/>
                                        </p:tgtEl>
                                        <p:attrNameLst>
                                          <p:attrName>style.visibility</p:attrName>
                                        </p:attrNameLst>
                                      </p:cBhvr>
                                      <p:to>
                                        <p:strVal val="visible"/>
                                      </p:to>
                                    </p:set>
                                    <p:animEffect transition="in" filter="fade">
                                      <p:cBhvr>
                                        <p:cTn id="672" dur="650"/>
                                        <p:tgtEl>
                                          <p:spTgt spid="72"/>
                                        </p:tgtEl>
                                      </p:cBhvr>
                                    </p:animEffect>
                                    <p:anim calcmode="lin" valueType="num">
                                      <p:cBhvr>
                                        <p:cTn id="673" dur="650" fill="hold"/>
                                        <p:tgtEl>
                                          <p:spTgt spid="72"/>
                                        </p:tgtEl>
                                        <p:attrNameLst>
                                          <p:attrName>ppt_x</p:attrName>
                                        </p:attrNameLst>
                                      </p:cBhvr>
                                      <p:tavLst>
                                        <p:tav tm="0">
                                          <p:val>
                                            <p:strVal val="#ppt_x"/>
                                          </p:val>
                                        </p:tav>
                                        <p:tav tm="100000">
                                          <p:val>
                                            <p:strVal val="#ppt_x"/>
                                          </p:val>
                                        </p:tav>
                                      </p:tavLst>
                                    </p:anim>
                                    <p:anim calcmode="lin" valueType="num">
                                      <p:cBhvr>
                                        <p:cTn id="674" dur="650" fill="hold"/>
                                        <p:tgtEl>
                                          <p:spTgt spid="72"/>
                                        </p:tgtEl>
                                        <p:attrNameLst>
                                          <p:attrName>ppt_y</p:attrName>
                                        </p:attrNameLst>
                                      </p:cBhvr>
                                      <p:tavLst>
                                        <p:tav tm="0">
                                          <p:val>
                                            <p:strVal val="#ppt_y+.1"/>
                                          </p:val>
                                        </p:tav>
                                        <p:tav tm="100000">
                                          <p:val>
                                            <p:strVal val="#ppt_y"/>
                                          </p:val>
                                        </p:tav>
                                      </p:tavLst>
                                    </p:anim>
                                  </p:childTnLst>
                                </p:cTn>
                              </p:par>
                              <p:par>
                                <p:cTn id="675" presetID="42" presetClass="entr" presetSubtype="0" fill="hold" grpId="0" nodeType="withEffect">
                                  <p:stCondLst>
                                    <p:cond delay="370"/>
                                  </p:stCondLst>
                                  <p:childTnLst>
                                    <p:set>
                                      <p:cBhvr>
                                        <p:cTn id="676" dur="1" fill="hold">
                                          <p:stCondLst>
                                            <p:cond delay="0"/>
                                          </p:stCondLst>
                                        </p:cTn>
                                        <p:tgtEl>
                                          <p:spTgt spid="73"/>
                                        </p:tgtEl>
                                        <p:attrNameLst>
                                          <p:attrName>style.visibility</p:attrName>
                                        </p:attrNameLst>
                                      </p:cBhvr>
                                      <p:to>
                                        <p:strVal val="visible"/>
                                      </p:to>
                                    </p:set>
                                    <p:animEffect transition="in" filter="fade">
                                      <p:cBhvr>
                                        <p:cTn id="677" dur="650"/>
                                        <p:tgtEl>
                                          <p:spTgt spid="73"/>
                                        </p:tgtEl>
                                      </p:cBhvr>
                                    </p:animEffect>
                                    <p:anim calcmode="lin" valueType="num">
                                      <p:cBhvr>
                                        <p:cTn id="678" dur="650" fill="hold"/>
                                        <p:tgtEl>
                                          <p:spTgt spid="73"/>
                                        </p:tgtEl>
                                        <p:attrNameLst>
                                          <p:attrName>ppt_x</p:attrName>
                                        </p:attrNameLst>
                                      </p:cBhvr>
                                      <p:tavLst>
                                        <p:tav tm="0">
                                          <p:val>
                                            <p:strVal val="#ppt_x"/>
                                          </p:val>
                                        </p:tav>
                                        <p:tav tm="100000">
                                          <p:val>
                                            <p:strVal val="#ppt_x"/>
                                          </p:val>
                                        </p:tav>
                                      </p:tavLst>
                                    </p:anim>
                                    <p:anim calcmode="lin" valueType="num">
                                      <p:cBhvr>
                                        <p:cTn id="679" dur="650" fill="hold"/>
                                        <p:tgtEl>
                                          <p:spTgt spid="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p:bldP spid="15" grpId="0"/>
      <p:bldP spid="16" grpId="0" animBg="1"/>
      <p:bldP spid="17" grpId="0"/>
      <p:bldP spid="18" grpId="0"/>
      <p:bldP spid="19" grpId="0" animBg="1"/>
      <p:bldP spid="20" grpId="0"/>
      <p:bldP spid="21" grpId="0"/>
      <p:bldP spid="22" grpId="0" animBg="1"/>
      <p:bldP spid="23" grpId="0"/>
      <p:bldP spid="24" grpId="0"/>
      <p:bldP spid="25" grpId="0"/>
      <p:bldP spid="26" grpId="0"/>
      <p:bldP spid="27" grpId="0" animBg="1"/>
      <p:bldP spid="28" grpId="0"/>
      <p:bldP spid="29" grpId="0"/>
      <p:bldP spid="30" grpId="0" animBg="1"/>
      <p:bldP spid="31" grpId="0"/>
      <p:bldP spid="32" grpId="0"/>
      <p:bldP spid="33" grpId="0" animBg="1"/>
      <p:bldP spid="34" grpId="0"/>
      <p:bldP spid="35" grpId="0"/>
      <p:bldP spid="36" grpId="0" animBg="1"/>
      <p:bldP spid="37" grpId="0"/>
      <p:bldP spid="38" grpId="0"/>
      <p:bldP spid="39" grpId="0" animBg="1"/>
      <p:bldP spid="40" grpId="0"/>
      <p:bldP spid="41" grpId="0"/>
      <p:bldP spid="42" grpId="0" animBg="1"/>
      <p:bldP spid="43" grpId="0"/>
      <p:bldP spid="44" grpId="0"/>
      <p:bldP spid="45" grpId="0"/>
      <p:bldP spid="46" grpId="0"/>
      <p:bldP spid="47" grpId="0" animBg="1"/>
      <p:bldP spid="48" grpId="0"/>
      <p:bldP spid="49" grpId="0"/>
      <p:bldP spid="50" grpId="0" animBg="1"/>
      <p:bldP spid="51" grpId="0"/>
      <p:bldP spid="52" grpId="0"/>
      <p:bldP spid="53" grpId="0" animBg="1"/>
      <p:bldP spid="54" grpId="0"/>
      <p:bldP spid="55" grpId="0"/>
      <p:bldP spid="56" grpId="0" animBg="1"/>
      <p:bldP spid="57" grpId="0"/>
      <p:bldP spid="58" grpId="0"/>
      <p:bldP spid="59" grpId="0" animBg="1"/>
      <p:bldP spid="60" grpId="0"/>
      <p:bldP spid="61" grpId="0"/>
      <p:bldP spid="62" grpId="0" animBg="1"/>
      <p:bldP spid="63" grpId="0"/>
      <p:bldP spid="64" grpId="0"/>
      <p:bldP spid="65" grpId="0" animBg="1"/>
      <p:bldP spid="66" grpId="0"/>
      <p:bldP spid="67" grpId="0"/>
      <p:bldP spid="68" grpId="0" animBg="1"/>
      <p:bldP spid="69" grpId="0"/>
      <p:bldP spid="70" grpId="0"/>
      <p:bldP spid="71" grpId="0" animBg="1"/>
      <p:bldP spid="72" grpId="0"/>
      <p:bldP spid="73" grpId="0"/>
      <p:bldP spid="74" grpId="0" animBg="1"/>
      <p:bldP spid="74" grpId="1" animBg="1"/>
      <p:bldP spid="75" grpId="0"/>
      <p:bldP spid="75" grpId="1"/>
      <p:bldP spid="76" grpId="0"/>
      <p:bldP spid="76" grpId="1"/>
      <p:bldP spid="78" grpId="0"/>
      <p:bldP spid="78" grpId="1"/>
      <p:bldP spid="80" grpId="0"/>
      <p:bldP spid="80" grpId="1"/>
      <p:bldP spid="81" grpId="0"/>
      <p:bldP spid="81" grpId="1"/>
      <p:bldP spid="82" grpId="0" animBg="1"/>
      <p:bldP spid="82" grpId="1" animBg="1"/>
      <p:bldP spid="83" grpId="0"/>
      <p:bldP spid="83" grpId="1"/>
      <p:bldP spid="85" grpId="0"/>
      <p:bldP spid="85" grpId="1"/>
      <p:bldP spid="86" grpId="0" animBg="1"/>
      <p:bldP spid="86" grpId="1" animBg="1"/>
      <p:bldP spid="87" grpId="0"/>
      <p:bldP spid="87" grpId="1"/>
      <p:bldP spid="89" grpId="0"/>
      <p:bldP spid="89" grpId="1"/>
      <p:bldP spid="90" grpId="0" animBg="1"/>
      <p:bldP spid="91" grpId="0" animBg="1"/>
      <p:bldP spid="92" grpId="0" animBg="1"/>
      <p:bldP spid="94" grpId="0" animBg="1"/>
      <p:bldP spid="95" grpId="0"/>
      <p:bldP spid="96" grpId="0"/>
      <p:bldP spid="97" grpId="0"/>
      <p:bldP spid="98" grpId="0"/>
      <p:bldP spid="99" grpId="0" animBg="1"/>
      <p:bldP spid="100" grpId="0" animBg="1"/>
      <p:bldP spid="101" grpId="0" animBg="1"/>
      <p:bldP spid="103" grpId="0" animBg="1"/>
      <p:bldP spid="104" grpId="0"/>
      <p:bldP spid="105" grpId="0"/>
      <p:bldP spid="106" grpId="0"/>
      <p:bldP spid="107" grpId="0"/>
      <p:bldP spid="108" grpId="0" animBg="1"/>
      <p:bldP spid="109" grpId="0" animBg="1"/>
      <p:bldP spid="110" grpId="0" animBg="1"/>
      <p:bldP spid="112" grpId="0" animBg="1"/>
      <p:bldP spid="113" grpId="0"/>
      <p:bldP spid="114" grpId="0"/>
      <p:bldP spid="115" grpId="0"/>
      <p:bldP spid="116" grpId="0"/>
      <p:bldP spid="117" grpId="0" animBg="1"/>
      <p:bldP spid="118" grpId="0" animBg="1"/>
      <p:bldP spid="119" grpId="0" animBg="1"/>
      <p:bldP spid="121" grpId="0" animBg="1"/>
      <p:bldP spid="122" grpId="0"/>
      <p:bldP spid="123" grpId="0"/>
      <p:bldP spid="124" grpId="0"/>
      <p:bldP spid="125" grpId="0"/>
      <p:bldP spid="126" grpId="0" animBg="1"/>
      <p:bldP spid="127" grpId="0"/>
      <p:bldP spid="128" grpId="0"/>
      <p:bldP spid="130" grpId="0"/>
      <p:bldP spid="132" grpId="0"/>
      <p:bldP spid="133" grpId="0"/>
      <p:bldP spid="133" grpId="1"/>
      <p:bldP spid="134" grpId="0" animBg="1"/>
      <p:bldP spid="134" grpId="1" animBg="1"/>
      <p:bldP spid="135" grpId="0"/>
      <p:bldP spid="135" grpId="1"/>
      <p:bldP spid="137" grpId="0"/>
      <p:bldP spid="137" grpId="1"/>
      <p:bldP spid="138" grpId="0" animBg="1"/>
      <p:bldP spid="138" grpId="1" animBg="1"/>
      <p:bldP spid="139" grpId="0"/>
      <p:bldP spid="139" grpId="1"/>
      <p:bldP spid="141" grpId="0"/>
      <p:bldP spid="141" grpId="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2</a:t>
            </a:r>
          </a:p>
        </p:txBody>
      </p:sp>
      <p:sp>
        <p:nvSpPr>
          <p:cNvPr id="4" name="!!rotulo"/>
          <p:cNvSpPr txBox="1"/>
          <p:nvPr/>
        </p:nvSpPr>
        <p:spPr>
          <a:xfrm>
            <a:off x="1149032" y="282141"/>
            <a:ext cx="171240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Desarrollo de EduFEM</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EduFEM: el procedimiento de cálculo, a la vista</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oftware:bb5ba9b762"/>
          <p:cNvSpPr/>
          <p:nvPr/>
        </p:nvSpPr>
        <p:spPr>
          <a:xfrm>
            <a:off x="571500" y="1276350"/>
            <a:ext cx="2048700" cy="355600"/>
          </a:xfrm>
          <a:prstGeom prst="roundRect">
            <a:avLst>
              <a:gd name="adj" fmla="val 50000"/>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oftware:b1b8d43a83"/>
          <p:cNvSpPr txBox="1"/>
          <p:nvPr/>
        </p:nvSpPr>
        <p:spPr>
          <a:xfrm>
            <a:off x="984250" y="1351323"/>
            <a:ext cx="1528000"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3F4A5A"/>
                </a:solidFill>
                <a:latin typeface="Calibri"/>
              </a:rPr>
              <a:t>Un lienzo, tres fases</a:t>
            </a:r>
          </a:p>
        </p:txBody>
      </p:sp>
      <p:sp>
        <p:nvSpPr>
          <p:cNvPr id="14" name="!!software:e6d27e28c8"/>
          <p:cNvSpPr/>
          <p:nvPr/>
        </p:nvSpPr>
        <p:spPr>
          <a:xfrm>
            <a:off x="641350" y="1327150"/>
            <a:ext cx="254000" cy="254000"/>
          </a:xfrm>
          <a:prstGeom prst="ellipse">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oftware:5ab9dea28d"/>
          <p:cNvSpPr txBox="1"/>
          <p:nvPr/>
        </p:nvSpPr>
        <p:spPr>
          <a:xfrm>
            <a:off x="984250" y="1351323"/>
            <a:ext cx="1528000"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D9650B"/>
                </a:solidFill>
                <a:latin typeface="Calibri"/>
              </a:rPr>
              <a:t>Un lienzo, tres fases</a:t>
            </a:r>
          </a:p>
        </p:txBody>
      </p:sp>
      <p:sp>
        <p:nvSpPr>
          <p:cNvPr id="16" name="!!software:241ed37c29"/>
          <p:cNvSpPr/>
          <p:nvPr/>
        </p:nvSpPr>
        <p:spPr>
          <a:xfrm>
            <a:off x="641350" y="1327150"/>
            <a:ext cx="254000" cy="254000"/>
          </a:xfrm>
          <a:prstGeom prst="ellipse">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oftware:e96f158b2c"/>
          <p:cNvSpPr txBox="1"/>
          <p:nvPr/>
        </p:nvSpPr>
        <p:spPr>
          <a:xfrm>
            <a:off x="615950" y="136599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1</a:t>
            </a:r>
          </a:p>
        </p:txBody>
      </p:sp>
      <p:sp>
        <p:nvSpPr>
          <p:cNvPr id="18" name="!!software:713c26d5f2"/>
          <p:cNvSpPr txBox="1"/>
          <p:nvPr/>
        </p:nvSpPr>
        <p:spPr>
          <a:xfrm>
            <a:off x="2728150" y="1343985"/>
            <a:ext cx="22333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5B6575"/>
                </a:solidFill>
                <a:latin typeface="Calibri"/>
              </a:rPr>
              <a:t>→</a:t>
            </a:r>
          </a:p>
        </p:txBody>
      </p:sp>
      <p:sp>
        <p:nvSpPr>
          <p:cNvPr id="19" name="!!software:6609930bb3"/>
          <p:cNvSpPr/>
          <p:nvPr/>
        </p:nvSpPr>
        <p:spPr>
          <a:xfrm>
            <a:off x="3008630" y="1276350"/>
            <a:ext cx="1638618" cy="355600"/>
          </a:xfrm>
          <a:prstGeom prst="roundRect">
            <a:avLst>
              <a:gd name="adj" fmla="val 50000"/>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oftware:39c34752f1"/>
          <p:cNvSpPr txBox="1"/>
          <p:nvPr/>
        </p:nvSpPr>
        <p:spPr>
          <a:xfrm>
            <a:off x="3421380" y="1351323"/>
            <a:ext cx="111791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3F4A5A"/>
                </a:solidFill>
                <a:latin typeface="Calibri"/>
              </a:rPr>
              <a:t>Ocho módulos</a:t>
            </a:r>
          </a:p>
        </p:txBody>
      </p:sp>
      <p:sp>
        <p:nvSpPr>
          <p:cNvPr id="21" name="!!software:d806001c0c"/>
          <p:cNvSpPr/>
          <p:nvPr/>
        </p:nvSpPr>
        <p:spPr>
          <a:xfrm>
            <a:off x="3078480" y="1327150"/>
            <a:ext cx="254000" cy="254000"/>
          </a:xfrm>
          <a:prstGeom prst="ellipse">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oftware:2d4832b18e"/>
          <p:cNvSpPr txBox="1"/>
          <p:nvPr/>
        </p:nvSpPr>
        <p:spPr>
          <a:xfrm>
            <a:off x="3421380" y="1351323"/>
            <a:ext cx="111791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D9650B"/>
                </a:solidFill>
                <a:latin typeface="Calibri"/>
              </a:rPr>
              <a:t>Ocho módulos</a:t>
            </a:r>
          </a:p>
        </p:txBody>
      </p:sp>
      <p:sp>
        <p:nvSpPr>
          <p:cNvPr id="23" name="!!software:9ef9fbf578"/>
          <p:cNvSpPr/>
          <p:nvPr/>
        </p:nvSpPr>
        <p:spPr>
          <a:xfrm>
            <a:off x="3078480" y="1327150"/>
            <a:ext cx="254000" cy="254000"/>
          </a:xfrm>
          <a:prstGeom prst="ellipse">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oftware:392d5f7e20"/>
          <p:cNvSpPr txBox="1"/>
          <p:nvPr/>
        </p:nvSpPr>
        <p:spPr>
          <a:xfrm>
            <a:off x="3053080" y="136599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2</a:t>
            </a:r>
          </a:p>
        </p:txBody>
      </p:sp>
      <p:sp>
        <p:nvSpPr>
          <p:cNvPr id="25" name="!!software:ae97166b5f"/>
          <p:cNvSpPr/>
          <p:nvPr/>
        </p:nvSpPr>
        <p:spPr>
          <a:xfrm>
            <a:off x="3008630" y="1276350"/>
            <a:ext cx="1638618" cy="355600"/>
          </a:xfrm>
          <a:prstGeom prst="roundRect">
            <a:avLst>
              <a:gd name="adj" fmla="val 50000"/>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oftware:3e1210af9f"/>
          <p:cNvSpPr txBox="1"/>
          <p:nvPr/>
        </p:nvSpPr>
        <p:spPr>
          <a:xfrm>
            <a:off x="3421380" y="1351323"/>
            <a:ext cx="111791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5B6575"/>
                </a:solidFill>
                <a:latin typeface="Calibri"/>
              </a:rPr>
              <a:t>Ocho módulos</a:t>
            </a:r>
          </a:p>
        </p:txBody>
      </p:sp>
      <p:sp>
        <p:nvSpPr>
          <p:cNvPr id="27" name="!!software:92293fa972"/>
          <p:cNvSpPr/>
          <p:nvPr/>
        </p:nvSpPr>
        <p:spPr>
          <a:xfrm>
            <a:off x="3078480" y="1327150"/>
            <a:ext cx="254000" cy="254000"/>
          </a:xfrm>
          <a:prstGeom prst="ellipse">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oftware:ac50a5f259"/>
          <p:cNvSpPr txBox="1"/>
          <p:nvPr/>
        </p:nvSpPr>
        <p:spPr>
          <a:xfrm>
            <a:off x="3053080" y="136599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5B6575"/>
                </a:solidFill>
                <a:latin typeface="Calibri"/>
              </a:rPr>
              <a:t>2</a:t>
            </a:r>
          </a:p>
        </p:txBody>
      </p:sp>
      <p:sp>
        <p:nvSpPr>
          <p:cNvPr id="29" name="!!software:3520fa7bd6"/>
          <p:cNvSpPr txBox="1"/>
          <p:nvPr/>
        </p:nvSpPr>
        <p:spPr>
          <a:xfrm>
            <a:off x="4755134" y="1343985"/>
            <a:ext cx="223330" cy="232537"/>
          </a:xfrm>
          <a:prstGeom prst="rect">
            <a:avLst/>
          </a:prstGeom>
          <a:noFill/>
        </p:spPr>
        <p:txBody>
          <a:bodyPr wrap="square" lIns="0" rIns="0" tIns="0" bIns="0" anchor="t"/>
          <a:lstStyle/>
          <a:p>
            <a:pPr algn="l">
              <a:lnSpc>
                <a:spcPts val="1831"/>
              </a:lnSpc>
              <a:spcBef>
                <a:spcPts val="0"/>
              </a:spcBef>
              <a:spcAft>
                <a:spcPts val="0"/>
              </a:spcAft>
            </a:pPr>
            <a:r>
              <a:rPr sz="1500" b="1" i="0">
                <a:solidFill>
                  <a:srgbClr val="5B6575"/>
                </a:solidFill>
                <a:latin typeface="Calibri"/>
              </a:rPr>
              <a:t>→</a:t>
            </a:r>
          </a:p>
        </p:txBody>
      </p:sp>
      <p:sp>
        <p:nvSpPr>
          <p:cNvPr id="30" name="!!software:f36fe94d9d"/>
          <p:cNvSpPr/>
          <p:nvPr/>
        </p:nvSpPr>
        <p:spPr>
          <a:xfrm>
            <a:off x="5035677" y="1276350"/>
            <a:ext cx="2360232" cy="355600"/>
          </a:xfrm>
          <a:prstGeom prst="roundRect">
            <a:avLst>
              <a:gd name="adj" fmla="val 50000"/>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oftware:d284fb424c"/>
          <p:cNvSpPr txBox="1"/>
          <p:nvPr/>
        </p:nvSpPr>
        <p:spPr>
          <a:xfrm>
            <a:off x="5448427" y="1351323"/>
            <a:ext cx="1839532"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D9650B"/>
                </a:solidFill>
                <a:latin typeface="Calibri"/>
              </a:rPr>
              <a:t>Una memoria de cálculo</a:t>
            </a:r>
          </a:p>
        </p:txBody>
      </p:sp>
      <p:sp>
        <p:nvSpPr>
          <p:cNvPr id="32" name="!!software:c2d1511b0f"/>
          <p:cNvSpPr/>
          <p:nvPr/>
        </p:nvSpPr>
        <p:spPr>
          <a:xfrm>
            <a:off x="5105527" y="1327150"/>
            <a:ext cx="254000" cy="254000"/>
          </a:xfrm>
          <a:prstGeom prst="ellipse">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oftware:4290eaefdb"/>
          <p:cNvSpPr txBox="1"/>
          <p:nvPr/>
        </p:nvSpPr>
        <p:spPr>
          <a:xfrm>
            <a:off x="5080127" y="136599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3</a:t>
            </a:r>
          </a:p>
        </p:txBody>
      </p:sp>
      <p:sp>
        <p:nvSpPr>
          <p:cNvPr id="34" name="!!software:0bd08361bc"/>
          <p:cNvSpPr txBox="1"/>
          <p:nvPr/>
        </p:nvSpPr>
        <p:spPr>
          <a:xfrm>
            <a:off x="6978650" y="1975127"/>
            <a:ext cx="4741164" cy="588772"/>
          </a:xfrm>
          <a:prstGeom prst="rect">
            <a:avLst/>
          </a:prstGeom>
          <a:noFill/>
        </p:spPr>
        <p:txBody>
          <a:bodyPr wrap="square" lIns="0" rIns="0" tIns="0" bIns="0" anchor="t"/>
          <a:lstStyle/>
          <a:p>
            <a:pPr algn="l">
              <a:lnSpc>
                <a:spcPts val="2318"/>
              </a:lnSpc>
              <a:spcBef>
                <a:spcPts val="0"/>
              </a:spcBef>
              <a:spcAft>
                <a:spcPts val="0"/>
              </a:spcAft>
            </a:pPr>
            <a:r>
              <a:rPr sz="1900" b="1" i="0">
                <a:solidFill>
                  <a:srgbClr val="1B2A4A"/>
                </a:solidFill>
                <a:latin typeface="Calibri"/>
              </a:rPr>
              <a:t>El cálculo completo en un PDF, con los</a:t>
            </a:r>
            <a:br/>
            <a:r>
              <a:rPr sz="1900" b="1" i="0">
                <a:solidFill>
                  <a:srgbClr val="1B2A4A"/>
                </a:solidFill>
                <a:latin typeface="Calibri"/>
              </a:rPr>
              <a:t>números del modelo</a:t>
            </a:r>
            <a:r>
              <a:rPr sz="1900" b="1" i="0">
                <a:solidFill>
                  <a:srgbClr val="D9650B"/>
                </a:solidFill>
                <a:latin typeface="Calibri"/>
              </a:rPr>
              <a:t> sustituidos paso a paso</a:t>
            </a:r>
          </a:p>
        </p:txBody>
      </p:sp>
      <p:sp>
        <p:nvSpPr>
          <p:cNvPr id="35" name="!!software:41ce4757e4"/>
          <p:cNvSpPr txBox="1"/>
          <p:nvPr/>
        </p:nvSpPr>
        <p:spPr>
          <a:xfrm>
            <a:off x="6978650" y="2697709"/>
            <a:ext cx="4741164" cy="528320"/>
          </a:xfrm>
          <a:prstGeom prst="rect">
            <a:avLst/>
          </a:prstGeom>
          <a:noFill/>
        </p:spPr>
        <p:txBody>
          <a:bodyPr wrap="square" lIns="0" rIns="0" tIns="0" bIns="0" anchor="t"/>
          <a:lstStyle/>
          <a:p>
            <a:pPr algn="l">
              <a:lnSpc>
                <a:spcPts val="2080"/>
              </a:lnSpc>
              <a:spcBef>
                <a:spcPts val="0"/>
              </a:spcBef>
              <a:spcAft>
                <a:spcPts val="0"/>
              </a:spcAft>
            </a:pPr>
            <a:r>
              <a:rPr sz="1600" b="0" i="0">
                <a:solidFill>
                  <a:srgbClr val="3F4A5A"/>
                </a:solidFill>
                <a:latin typeface="Calibri"/>
              </a:rPr>
              <a:t>para rehacerlo a mano o en una hoja de cálculo, como</a:t>
            </a:r>
            <a:br/>
            <a:r>
              <a:rPr sz="1600" b="0" i="0">
                <a:solidFill>
                  <a:srgbClr val="3F4A5A"/>
                </a:solidFill>
                <a:latin typeface="Calibri"/>
              </a:rPr>
              <a:t>la memoria que acompaña a un proyecto</a:t>
            </a:r>
          </a:p>
        </p:txBody>
      </p:sp>
      <p:sp>
        <p:nvSpPr>
          <p:cNvPr id="36" name="!!software:1e1a14b5f0"/>
          <p:cNvSpPr txBox="1"/>
          <p:nvPr/>
        </p:nvSpPr>
        <p:spPr>
          <a:xfrm>
            <a:off x="6978650" y="3340875"/>
            <a:ext cx="4741164" cy="396240"/>
          </a:xfrm>
          <a:prstGeom prst="rect">
            <a:avLst/>
          </a:prstGeom>
          <a:noFill/>
        </p:spPr>
        <p:txBody>
          <a:bodyPr wrap="square" lIns="0" rIns="0" tIns="0" bIns="0" anchor="t"/>
          <a:lstStyle/>
          <a:p>
            <a:pPr algn="l">
              <a:lnSpc>
                <a:spcPts val="1560"/>
              </a:lnSpc>
              <a:spcBef>
                <a:spcPts val="0"/>
              </a:spcBef>
              <a:spcAft>
                <a:spcPts val="0"/>
              </a:spcAft>
            </a:pPr>
            <a:r>
              <a:rPr sz="1200" b="0" i="0">
                <a:solidFill>
                  <a:srgbClr val="5B6575"/>
                </a:solidFill>
                <a:latin typeface="Calibri"/>
              </a:rPr>
              <a:t>En las hojas: el Anexo G, la memoria del ejemplo guía en forma</a:t>
            </a:r>
            <a:br/>
            <a:r>
              <a:rPr sz="1200" b="0" i="0">
                <a:solidFill>
                  <a:srgbClr val="5B6575"/>
                </a:solidFill>
                <a:latin typeface="Calibri"/>
              </a:rPr>
              <a:t>condensada (pp. 167–175)</a:t>
            </a:r>
          </a:p>
        </p:txBody>
      </p:sp>
      <p:sp>
        <p:nvSpPr>
          <p:cNvPr id="37" name="!!software:e559eed4e3"/>
          <p:cNvSpPr/>
          <p:nvPr/>
        </p:nvSpPr>
        <p:spPr>
          <a:xfrm>
            <a:off x="6985000" y="4921250"/>
            <a:ext cx="4635500" cy="381000"/>
          </a:xfrm>
          <a:prstGeom prst="roundRect">
            <a:avLst>
              <a:gd name="adj" fmla="val 18333"/>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oftware:b9c0b8fac8"/>
          <p:cNvSpPr txBox="1"/>
          <p:nvPr/>
        </p:nvSpPr>
        <p:spPr>
          <a:xfrm>
            <a:off x="7340473" y="5008923"/>
            <a:ext cx="422960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Libre: código abierto, licencia MIT</a:t>
            </a:r>
          </a:p>
        </p:txBody>
      </p:sp>
      <p:sp>
        <p:nvSpPr>
          <p:cNvPr id="39" name="!!software:49e5b6936c"/>
          <p:cNvSpPr txBox="1"/>
          <p:nvPr/>
        </p:nvSpPr>
        <p:spPr>
          <a:xfrm>
            <a:off x="7118350" y="5018448"/>
            <a:ext cx="184023"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D9650B"/>
                </a:solidFill>
                <a:latin typeface="Calibri"/>
              </a:rPr>
              <a:t>✓</a:t>
            </a:r>
          </a:p>
        </p:txBody>
      </p:sp>
      <p:sp>
        <p:nvSpPr>
          <p:cNvPr id="40" name="!!software:c993099bc1"/>
          <p:cNvSpPr/>
          <p:nvPr/>
        </p:nvSpPr>
        <p:spPr>
          <a:xfrm>
            <a:off x="6985000" y="5391150"/>
            <a:ext cx="4635500" cy="381000"/>
          </a:xfrm>
          <a:prstGeom prst="roundRect">
            <a:avLst>
              <a:gd name="adj" fmla="val 18333"/>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oftware:e5c6014d34"/>
          <p:cNvSpPr txBox="1"/>
          <p:nvPr/>
        </p:nvSpPr>
        <p:spPr>
          <a:xfrm>
            <a:off x="7340473" y="5478823"/>
            <a:ext cx="422960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En español</a:t>
            </a:r>
          </a:p>
        </p:txBody>
      </p:sp>
      <p:sp>
        <p:nvSpPr>
          <p:cNvPr id="42" name="!!software:cd8a8fdc07"/>
          <p:cNvSpPr txBox="1"/>
          <p:nvPr/>
        </p:nvSpPr>
        <p:spPr>
          <a:xfrm>
            <a:off x="7118350" y="5488348"/>
            <a:ext cx="184023"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D9650B"/>
                </a:solidFill>
                <a:latin typeface="Calibri"/>
              </a:rPr>
              <a:t>✓</a:t>
            </a:r>
          </a:p>
        </p:txBody>
      </p:sp>
      <p:sp>
        <p:nvSpPr>
          <p:cNvPr id="43" name="!!software:02cf8b21ac"/>
          <p:cNvSpPr/>
          <p:nvPr/>
        </p:nvSpPr>
        <p:spPr>
          <a:xfrm>
            <a:off x="6985000" y="5861050"/>
            <a:ext cx="4635500" cy="381000"/>
          </a:xfrm>
          <a:prstGeom prst="roundRect">
            <a:avLst>
              <a:gd name="adj" fmla="val 18333"/>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oftware:dbab1bf5b5"/>
          <p:cNvSpPr txBox="1"/>
          <p:nvPr/>
        </p:nvSpPr>
        <p:spPr>
          <a:xfrm>
            <a:off x="7340473" y="5948723"/>
            <a:ext cx="4229608"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1F2937"/>
                </a:solidFill>
                <a:latin typeface="Calibri"/>
              </a:rPr>
              <a:t>Se instala sin requisitos adicionales</a:t>
            </a:r>
          </a:p>
        </p:txBody>
      </p:sp>
      <p:sp>
        <p:nvSpPr>
          <p:cNvPr id="45" name="!!software:a372755d53"/>
          <p:cNvSpPr txBox="1"/>
          <p:nvPr/>
        </p:nvSpPr>
        <p:spPr>
          <a:xfrm>
            <a:off x="7118350" y="5958248"/>
            <a:ext cx="184023"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D9650B"/>
                </a:solidFill>
                <a:latin typeface="Calibri"/>
              </a:rPr>
              <a:t>✓</a:t>
            </a:r>
          </a:p>
        </p:txBody>
      </p:sp>
      <p:sp>
        <p:nvSpPr>
          <p:cNvPr id="46" name="!!software:0d12c654b4"/>
          <p:cNvSpPr/>
          <p:nvPr/>
        </p:nvSpPr>
        <p:spPr>
          <a:xfrm>
            <a:off x="5035677" y="1276350"/>
            <a:ext cx="2360232" cy="355600"/>
          </a:xfrm>
          <a:prstGeom prst="roundRect">
            <a:avLst>
              <a:gd name="adj" fmla="val 50000"/>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oftware:9a6cf1eeeb"/>
          <p:cNvSpPr txBox="1"/>
          <p:nvPr/>
        </p:nvSpPr>
        <p:spPr>
          <a:xfrm>
            <a:off x="5448427" y="1351323"/>
            <a:ext cx="1839532"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5B6575"/>
                </a:solidFill>
                <a:latin typeface="Calibri"/>
              </a:rPr>
              <a:t>Una memoria de cálculo</a:t>
            </a:r>
          </a:p>
        </p:txBody>
      </p:sp>
      <p:sp>
        <p:nvSpPr>
          <p:cNvPr id="48" name="!!software:83e16840ca"/>
          <p:cNvSpPr/>
          <p:nvPr/>
        </p:nvSpPr>
        <p:spPr>
          <a:xfrm>
            <a:off x="5105527" y="1327150"/>
            <a:ext cx="254000" cy="254000"/>
          </a:xfrm>
          <a:prstGeom prst="ellipse">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oftware:4e9b9f33ae"/>
          <p:cNvSpPr txBox="1"/>
          <p:nvPr/>
        </p:nvSpPr>
        <p:spPr>
          <a:xfrm>
            <a:off x="5080127" y="1365999"/>
            <a:ext cx="3048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5B6575"/>
                </a:solidFill>
                <a:latin typeface="Calibri"/>
              </a:rPr>
              <a:t>3</a:t>
            </a:r>
          </a:p>
        </p:txBody>
      </p:sp>
      <p:sp>
        <p:nvSpPr>
          <p:cNvPr id="50" name="!!software:4067edb63a"/>
          <p:cNvSpPr txBox="1"/>
          <p:nvPr/>
        </p:nvSpPr>
        <p:spPr>
          <a:xfrm>
            <a:off x="565150" y="1779937"/>
            <a:ext cx="11282934" cy="214312"/>
          </a:xfrm>
          <a:prstGeom prst="rect">
            <a:avLst/>
          </a:prstGeom>
          <a:noFill/>
        </p:spPr>
        <p:txBody>
          <a:bodyPr wrap="square" lIns="0" rIns="0" tIns="0" bIns="0" anchor="t"/>
          <a:lstStyle/>
          <a:p>
            <a:pPr algn="l">
              <a:lnSpc>
                <a:spcPts val="1688"/>
              </a:lnSpc>
              <a:spcBef>
                <a:spcPts val="0"/>
              </a:spcBef>
              <a:spcAft>
                <a:spcPts val="0"/>
              </a:spcAft>
            </a:pPr>
            <a:r>
              <a:rPr sz="1350" b="1" i="0">
                <a:solidFill>
                  <a:srgbClr val="1F2937"/>
                </a:solidFill>
                <a:latin typeface="Calibri"/>
              </a:rPr>
              <a:t>M0</a:t>
            </a:r>
            <a:r>
              <a:rPr sz="1350" b="0" i="0">
                <a:solidFill>
                  <a:srgbClr val="3F4A5A"/>
                </a:solidFill>
                <a:latin typeface="Calibri"/>
              </a:rPr>
              <a:t> en el pre-proceso;</a:t>
            </a:r>
            <a:r>
              <a:rPr sz="1350" b="1" i="0">
                <a:solidFill>
                  <a:srgbClr val="1F2937"/>
                </a:solidFill>
                <a:latin typeface="Calibri"/>
              </a:rPr>
              <a:t> M1 a M7</a:t>
            </a:r>
            <a:r>
              <a:rPr sz="1350" b="0" i="0">
                <a:solidFill>
                  <a:srgbClr val="3F4A5A"/>
                </a:solidFill>
                <a:latin typeface="Calibri"/>
              </a:rPr>
              <a:t> en el proceso, cada uno sobre el elemento elegido y con sus números</a:t>
            </a:r>
          </a:p>
        </p:txBody>
      </p:sp>
      <p:sp>
        <p:nvSpPr>
          <p:cNvPr id="51" name="!!software:28888973e0"/>
          <p:cNvSpPr/>
          <p:nvPr/>
        </p:nvSpPr>
        <p:spPr>
          <a:xfrm>
            <a:off x="568325" y="2314575"/>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software:502362c89c" descr="software_m0.png"/>
          <p:cNvPicPr>
            <a:picLocks noChangeAspect="1"/>
          </p:cNvPicPr>
          <p:nvPr/>
        </p:nvPicPr>
        <p:blipFill>
          <a:blip r:embed="rId2"/>
          <a:srcRect/>
          <a:stretch>
            <a:fillRect/>
          </a:stretch>
        </p:blipFill>
        <p:spPr>
          <a:xfrm>
            <a:off x="571500" y="2317750"/>
            <a:ext cx="2647950" cy="1185291"/>
          </a:xfrm>
          <a:prstGeom prst="rect">
            <a:avLst/>
          </a:prstGeom>
        </p:spPr>
      </p:pic>
      <p:sp>
        <p:nvSpPr>
          <p:cNvPr id="53" name="!!software:f03615bdd3"/>
          <p:cNvSpPr txBox="1"/>
          <p:nvPr/>
        </p:nvSpPr>
        <p:spPr>
          <a:xfrm>
            <a:off x="565150" y="3562382"/>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M0</a:t>
            </a:r>
            <a:r>
              <a:rPr sz="1250" b="0" i="0">
                <a:solidFill>
                  <a:srgbClr val="1F2937"/>
                </a:solidFill>
                <a:latin typeface="Calibri"/>
              </a:rPr>
              <a:t>Calidad de malla</a:t>
            </a:r>
          </a:p>
        </p:txBody>
      </p:sp>
      <p:sp>
        <p:nvSpPr>
          <p:cNvPr id="54" name="!!software:878e496101"/>
          <p:cNvSpPr/>
          <p:nvPr/>
        </p:nvSpPr>
        <p:spPr>
          <a:xfrm>
            <a:off x="3368675" y="2314575"/>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software:54fad9a1b0" descr="software_m1.png"/>
          <p:cNvPicPr>
            <a:picLocks noChangeAspect="1"/>
          </p:cNvPicPr>
          <p:nvPr/>
        </p:nvPicPr>
        <p:blipFill>
          <a:blip r:embed="rId3"/>
          <a:srcRect/>
          <a:stretch>
            <a:fillRect/>
          </a:stretch>
        </p:blipFill>
        <p:spPr>
          <a:xfrm>
            <a:off x="3371850" y="2317750"/>
            <a:ext cx="2647950" cy="1185291"/>
          </a:xfrm>
          <a:prstGeom prst="rect">
            <a:avLst/>
          </a:prstGeom>
        </p:spPr>
      </p:pic>
      <p:sp>
        <p:nvSpPr>
          <p:cNvPr id="56" name="!!software:a4de158901"/>
          <p:cNvSpPr txBox="1"/>
          <p:nvPr/>
        </p:nvSpPr>
        <p:spPr>
          <a:xfrm>
            <a:off x="3365500" y="3562382"/>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M1</a:t>
            </a:r>
            <a:r>
              <a:rPr sz="1250" b="0" i="0">
                <a:solidFill>
                  <a:srgbClr val="1F2937"/>
                </a:solidFill>
                <a:latin typeface="Calibri"/>
              </a:rPr>
              <a:t>Mapeo isoparamétrico</a:t>
            </a:r>
          </a:p>
        </p:txBody>
      </p:sp>
      <p:sp>
        <p:nvSpPr>
          <p:cNvPr id="57" name="!!software:839db9d3b8"/>
          <p:cNvSpPr/>
          <p:nvPr/>
        </p:nvSpPr>
        <p:spPr>
          <a:xfrm>
            <a:off x="6169025" y="2314575"/>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software:0b818f6718" descr="software_m2.png"/>
          <p:cNvPicPr>
            <a:picLocks noChangeAspect="1"/>
          </p:cNvPicPr>
          <p:nvPr/>
        </p:nvPicPr>
        <p:blipFill>
          <a:blip r:embed="rId4"/>
          <a:srcRect/>
          <a:stretch>
            <a:fillRect/>
          </a:stretch>
        </p:blipFill>
        <p:spPr>
          <a:xfrm>
            <a:off x="6172200" y="2317750"/>
            <a:ext cx="2647950" cy="1185291"/>
          </a:xfrm>
          <a:prstGeom prst="rect">
            <a:avLst/>
          </a:prstGeom>
        </p:spPr>
      </p:pic>
      <p:sp>
        <p:nvSpPr>
          <p:cNvPr id="59" name="!!software:805a04befb"/>
          <p:cNvSpPr txBox="1"/>
          <p:nvPr/>
        </p:nvSpPr>
        <p:spPr>
          <a:xfrm>
            <a:off x="6165850" y="3562382"/>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M2</a:t>
            </a:r>
            <a:r>
              <a:rPr sz="1250" b="0" i="0">
                <a:solidFill>
                  <a:srgbClr val="1F2937"/>
                </a:solidFill>
                <a:latin typeface="Calibri"/>
              </a:rPr>
              <a:t>Jacobiano</a:t>
            </a:r>
          </a:p>
        </p:txBody>
      </p:sp>
      <p:sp>
        <p:nvSpPr>
          <p:cNvPr id="60" name="!!software:4ed1da8681"/>
          <p:cNvSpPr/>
          <p:nvPr/>
        </p:nvSpPr>
        <p:spPr>
          <a:xfrm>
            <a:off x="8969375" y="2314575"/>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software:3c40229ff6" descr="software_m3.png"/>
          <p:cNvPicPr>
            <a:picLocks noChangeAspect="1"/>
          </p:cNvPicPr>
          <p:nvPr/>
        </p:nvPicPr>
        <p:blipFill>
          <a:blip r:embed="rId5"/>
          <a:srcRect/>
          <a:stretch>
            <a:fillRect/>
          </a:stretch>
        </p:blipFill>
        <p:spPr>
          <a:xfrm>
            <a:off x="8972550" y="2317750"/>
            <a:ext cx="2647950" cy="1185291"/>
          </a:xfrm>
          <a:prstGeom prst="rect">
            <a:avLst/>
          </a:prstGeom>
        </p:spPr>
      </p:pic>
      <p:sp>
        <p:nvSpPr>
          <p:cNvPr id="62" name="!!software:b485f4b357"/>
          <p:cNvSpPr txBox="1"/>
          <p:nvPr/>
        </p:nvSpPr>
        <p:spPr>
          <a:xfrm>
            <a:off x="8966200" y="3562382"/>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M3</a:t>
            </a:r>
            <a:r>
              <a:rPr sz="1250" b="0" i="0">
                <a:solidFill>
                  <a:srgbClr val="1F2937"/>
                </a:solidFill>
                <a:latin typeface="Calibri"/>
              </a:rPr>
              <a:t>Matriz B</a:t>
            </a:r>
          </a:p>
        </p:txBody>
      </p:sp>
      <p:sp>
        <p:nvSpPr>
          <p:cNvPr id="63" name="!!software:aef12e64e8"/>
          <p:cNvSpPr/>
          <p:nvPr/>
        </p:nvSpPr>
        <p:spPr>
          <a:xfrm>
            <a:off x="568325" y="3936428"/>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software:34f4dfb183" descr="software_m4.png"/>
          <p:cNvPicPr>
            <a:picLocks noChangeAspect="1"/>
          </p:cNvPicPr>
          <p:nvPr/>
        </p:nvPicPr>
        <p:blipFill>
          <a:blip r:embed="rId6"/>
          <a:srcRect/>
          <a:stretch>
            <a:fillRect/>
          </a:stretch>
        </p:blipFill>
        <p:spPr>
          <a:xfrm>
            <a:off x="571500" y="3939604"/>
            <a:ext cx="2647950" cy="1185291"/>
          </a:xfrm>
          <a:prstGeom prst="rect">
            <a:avLst/>
          </a:prstGeom>
        </p:spPr>
      </p:pic>
      <p:sp>
        <p:nvSpPr>
          <p:cNvPr id="65" name="!!software:72a00f8673"/>
          <p:cNvSpPr txBox="1"/>
          <p:nvPr/>
        </p:nvSpPr>
        <p:spPr>
          <a:xfrm>
            <a:off x="565150" y="5184235"/>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M4</a:t>
            </a:r>
            <a:r>
              <a:rPr sz="1250" b="0" i="0">
                <a:solidFill>
                  <a:srgbClr val="1F2937"/>
                </a:solidFill>
                <a:latin typeface="Calibri"/>
              </a:rPr>
              <a:t>Matriz D</a:t>
            </a:r>
          </a:p>
        </p:txBody>
      </p:sp>
      <p:sp>
        <p:nvSpPr>
          <p:cNvPr id="66" name="!!software:09b33049b6"/>
          <p:cNvSpPr/>
          <p:nvPr/>
        </p:nvSpPr>
        <p:spPr>
          <a:xfrm>
            <a:off x="3368675" y="3936428"/>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software:6486329310" descr="software_m5.png"/>
          <p:cNvPicPr>
            <a:picLocks noChangeAspect="1"/>
          </p:cNvPicPr>
          <p:nvPr/>
        </p:nvPicPr>
        <p:blipFill>
          <a:blip r:embed="rId7"/>
          <a:srcRect/>
          <a:stretch>
            <a:fillRect/>
          </a:stretch>
        </p:blipFill>
        <p:spPr>
          <a:xfrm>
            <a:off x="3371850" y="3939604"/>
            <a:ext cx="2647950" cy="1185291"/>
          </a:xfrm>
          <a:prstGeom prst="rect">
            <a:avLst/>
          </a:prstGeom>
        </p:spPr>
      </p:pic>
      <p:sp>
        <p:nvSpPr>
          <p:cNvPr id="68" name="!!software:b19a214f10"/>
          <p:cNvSpPr txBox="1"/>
          <p:nvPr/>
        </p:nvSpPr>
        <p:spPr>
          <a:xfrm>
            <a:off x="3365500" y="5184235"/>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M5</a:t>
            </a:r>
            <a:r>
              <a:rPr sz="1250" b="0" i="0">
                <a:solidFill>
                  <a:srgbClr val="1F2937"/>
                </a:solidFill>
                <a:latin typeface="Calibri"/>
              </a:rPr>
              <a:t>Rigidez y puntos de Gauss</a:t>
            </a:r>
          </a:p>
        </p:txBody>
      </p:sp>
      <p:sp>
        <p:nvSpPr>
          <p:cNvPr id="69" name="!!software:65e79159fb"/>
          <p:cNvSpPr/>
          <p:nvPr/>
        </p:nvSpPr>
        <p:spPr>
          <a:xfrm>
            <a:off x="6169025" y="3936428"/>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software:108a51866e" descr="software_m6.png"/>
          <p:cNvPicPr>
            <a:picLocks noChangeAspect="1"/>
          </p:cNvPicPr>
          <p:nvPr/>
        </p:nvPicPr>
        <p:blipFill>
          <a:blip r:embed="rId8"/>
          <a:srcRect/>
          <a:stretch>
            <a:fillRect/>
          </a:stretch>
        </p:blipFill>
        <p:spPr>
          <a:xfrm>
            <a:off x="6172200" y="3939604"/>
            <a:ext cx="2647950" cy="1185291"/>
          </a:xfrm>
          <a:prstGeom prst="rect">
            <a:avLst/>
          </a:prstGeom>
        </p:spPr>
      </p:pic>
      <p:sp>
        <p:nvSpPr>
          <p:cNvPr id="71" name="!!software:399db604fa"/>
          <p:cNvSpPr txBox="1"/>
          <p:nvPr/>
        </p:nvSpPr>
        <p:spPr>
          <a:xfrm>
            <a:off x="6165850" y="5184235"/>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M6</a:t>
            </a:r>
            <a:r>
              <a:rPr sz="1250" b="0" i="0">
                <a:solidFill>
                  <a:srgbClr val="1F2937"/>
                </a:solidFill>
                <a:latin typeface="Calibri"/>
              </a:rPr>
              <a:t>Fuerzas equivalentes</a:t>
            </a:r>
          </a:p>
        </p:txBody>
      </p:sp>
      <p:sp>
        <p:nvSpPr>
          <p:cNvPr id="72" name="!!software:f7ef2899cf"/>
          <p:cNvSpPr/>
          <p:nvPr/>
        </p:nvSpPr>
        <p:spPr>
          <a:xfrm>
            <a:off x="8969375" y="3936428"/>
            <a:ext cx="2654300" cy="1191641"/>
          </a:xfrm>
          <a:prstGeom prst="roundRect">
            <a:avLst>
              <a:gd name="adj" fmla="val 5062"/>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software:00cfdc1efc" descr="software_m7.png"/>
          <p:cNvPicPr>
            <a:picLocks noChangeAspect="1"/>
          </p:cNvPicPr>
          <p:nvPr/>
        </p:nvPicPr>
        <p:blipFill>
          <a:blip r:embed="rId9"/>
          <a:srcRect/>
          <a:stretch>
            <a:fillRect/>
          </a:stretch>
        </p:blipFill>
        <p:spPr>
          <a:xfrm>
            <a:off x="8972550" y="3939604"/>
            <a:ext cx="2647950" cy="1185291"/>
          </a:xfrm>
          <a:prstGeom prst="rect">
            <a:avLst/>
          </a:prstGeom>
        </p:spPr>
      </p:pic>
      <p:sp>
        <p:nvSpPr>
          <p:cNvPr id="74" name="!!software:dd7e352e08"/>
          <p:cNvSpPr txBox="1"/>
          <p:nvPr/>
        </p:nvSpPr>
        <p:spPr>
          <a:xfrm>
            <a:off x="8966200" y="5184235"/>
            <a:ext cx="2713863"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D9650B"/>
                </a:solidFill>
                <a:latin typeface="Calibri"/>
              </a:rPr>
              <a:t>M7</a:t>
            </a:r>
            <a:r>
              <a:rPr sz="1250" b="0" i="0">
                <a:solidFill>
                  <a:srgbClr val="1F2937"/>
                </a:solidFill>
                <a:latin typeface="Calibri"/>
              </a:rPr>
              <a:t>Ensamblaje</a:t>
            </a:r>
          </a:p>
        </p:txBody>
      </p:sp>
      <p:sp>
        <p:nvSpPr>
          <p:cNvPr id="75" name="!!software:cec98df804"/>
          <p:cNvSpPr/>
          <p:nvPr/>
        </p:nvSpPr>
        <p:spPr>
          <a:xfrm>
            <a:off x="565150" y="5737225"/>
            <a:ext cx="11061700" cy="549275"/>
          </a:xfrm>
          <a:prstGeom prst="roundRect">
            <a:avLst>
              <a:gd name="adj" fmla="val 13872"/>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oftware:cec98df804·2"/>
          <p:cNvSpPr/>
          <p:nvPr/>
        </p:nvSpPr>
        <p:spPr>
          <a:xfrm>
            <a:off x="565150" y="5737225"/>
            <a:ext cx="50800" cy="549275"/>
          </a:xfrm>
          <a:prstGeom prst="rect">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software:0f78e872f0"/>
          <p:cNvSpPr txBox="1"/>
          <p:nvPr/>
        </p:nvSpPr>
        <p:spPr>
          <a:xfrm>
            <a:off x="768350" y="5816632"/>
            <a:ext cx="10920222" cy="396875"/>
          </a:xfrm>
          <a:prstGeom prst="rect">
            <a:avLst/>
          </a:prstGeom>
          <a:noFill/>
        </p:spPr>
        <p:txBody>
          <a:bodyPr wrap="square" lIns="0" rIns="0" tIns="0" bIns="0" anchor="t"/>
          <a:lstStyle/>
          <a:p>
            <a:pPr algn="l">
              <a:lnSpc>
                <a:spcPts val="1562"/>
              </a:lnSpc>
              <a:spcBef>
                <a:spcPts val="0"/>
              </a:spcBef>
              <a:spcAft>
                <a:spcPts val="0"/>
              </a:spcAft>
            </a:pPr>
            <a:r>
              <a:rPr sz="1250" b="0" i="0">
                <a:solidFill>
                  <a:srgbClr val="1F2937"/>
                </a:solidFill>
                <a:latin typeface="Calibri"/>
              </a:rPr>
              <a:t>Lo que muestran es lo que EduFEM calcula: una versión del cálculo escrita para leerse paso a paso, que una prueba automática mantiene coincidente con la que</a:t>
            </a:r>
            <a:br/>
            <a:r>
              <a:rPr sz="1250" b="0" i="0">
                <a:solidFill>
                  <a:srgbClr val="1F2937"/>
                </a:solidFill>
                <a:latin typeface="Calibri"/>
              </a:rPr>
              <a:t>resuelve.</a:t>
            </a:r>
          </a:p>
        </p:txBody>
      </p:sp>
      <p:sp>
        <p:nvSpPr>
          <p:cNvPr id="78" name="!!software:7bc4f3052e"/>
          <p:cNvSpPr txBox="1"/>
          <p:nvPr/>
        </p:nvSpPr>
        <p:spPr>
          <a:xfrm>
            <a:off x="895350" y="1817497"/>
            <a:ext cx="3320478" cy="203200"/>
          </a:xfrm>
          <a:prstGeom prst="rect">
            <a:avLst/>
          </a:prstGeom>
          <a:noFill/>
        </p:spPr>
        <p:txBody>
          <a:bodyPr wrap="square" lIns="0" rIns="0" tIns="0" bIns="0" anchor="t"/>
          <a:lstStyle/>
          <a:p>
            <a:pPr algn="l">
              <a:lnSpc>
                <a:spcPts val="1600"/>
              </a:lnSpc>
              <a:spcBef>
                <a:spcPts val="0"/>
              </a:spcBef>
              <a:spcAft>
                <a:spcPts val="0"/>
              </a:spcAft>
            </a:pPr>
            <a:r>
              <a:rPr sz="1600" b="1" i="0">
                <a:solidFill>
                  <a:srgbClr val="1B2A4A"/>
                </a:solidFill>
                <a:latin typeface="Calibri"/>
              </a:rPr>
              <a:t>Pre-proceso</a:t>
            </a:r>
          </a:p>
        </p:txBody>
      </p:sp>
      <p:sp>
        <p:nvSpPr>
          <p:cNvPr id="79" name="!!software:2822c49cd7"/>
          <p:cNvSpPr/>
          <p:nvPr/>
        </p:nvSpPr>
        <p:spPr>
          <a:xfrm>
            <a:off x="565150" y="1778000"/>
            <a:ext cx="254000" cy="254000"/>
          </a:xfrm>
          <a:prstGeom prst="roundRect">
            <a:avLst>
              <a:gd name="adj" fmla="val 25000"/>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oftware:c2bda4be03"/>
          <p:cNvSpPr txBox="1"/>
          <p:nvPr/>
        </p:nvSpPr>
        <p:spPr>
          <a:xfrm>
            <a:off x="539750" y="1838579"/>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1</a:t>
            </a:r>
          </a:p>
        </p:txBody>
      </p:sp>
      <p:sp>
        <p:nvSpPr>
          <p:cNvPr id="81" name="!!software:a1a22dfacb"/>
          <p:cNvSpPr txBox="1"/>
          <p:nvPr/>
        </p:nvSpPr>
        <p:spPr>
          <a:xfrm>
            <a:off x="565150" y="2085099"/>
            <a:ext cx="3657283"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el modelo se dibuja o se escribe en tablas</a:t>
            </a:r>
          </a:p>
        </p:txBody>
      </p:sp>
      <p:sp>
        <p:nvSpPr>
          <p:cNvPr id="82" name="!!software:22738fac94"/>
          <p:cNvSpPr/>
          <p:nvPr/>
        </p:nvSpPr>
        <p:spPr>
          <a:xfrm>
            <a:off x="568325" y="2352675"/>
            <a:ext cx="3579241" cy="2393569"/>
          </a:xfrm>
          <a:prstGeom prst="roundRect">
            <a:avLst>
              <a:gd name="adj" fmla="val 2520"/>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software:1d232ec274" descr="software_pre.png"/>
          <p:cNvPicPr>
            <a:picLocks noChangeAspect="1"/>
          </p:cNvPicPr>
          <p:nvPr/>
        </p:nvPicPr>
        <p:blipFill>
          <a:blip r:embed="rId10"/>
          <a:srcRect/>
          <a:stretch>
            <a:fillRect/>
          </a:stretch>
        </p:blipFill>
        <p:spPr>
          <a:xfrm>
            <a:off x="571500" y="2355850"/>
            <a:ext cx="3572891" cy="2387219"/>
          </a:xfrm>
          <a:prstGeom prst="rect">
            <a:avLst/>
          </a:prstGeom>
        </p:spPr>
      </p:pic>
      <p:sp>
        <p:nvSpPr>
          <p:cNvPr id="84" name="!!software:27385a357e"/>
          <p:cNvSpPr/>
          <p:nvPr/>
        </p:nvSpPr>
        <p:spPr>
          <a:xfrm>
            <a:off x="2910205" y="3716147"/>
            <a:ext cx="1003300" cy="1003300"/>
          </a:xfrm>
          <a:prstGeom prst="ellipse">
            <a:avLst/>
          </a:prstGeom>
          <a:solidFill>
            <a:srgbClr val="000000">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software:db62831fa5"/>
          <p:cNvSpPr/>
          <p:nvPr/>
        </p:nvSpPr>
        <p:spPr>
          <a:xfrm>
            <a:off x="2948305" y="3754247"/>
            <a:ext cx="927100" cy="927100"/>
          </a:xfrm>
          <a:prstGeom prst="ellipse">
            <a:avLst/>
          </a:prstGeom>
          <a:noFill/>
          <a:ln w="25400">
            <a:solidFill>
              <a:srgbClr val="E8A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oftware:a246281968"/>
          <p:cNvSpPr/>
          <p:nvPr/>
        </p:nvSpPr>
        <p:spPr>
          <a:xfrm>
            <a:off x="2903855" y="3709797"/>
            <a:ext cx="1016000" cy="1016000"/>
          </a:xfrm>
          <a:prstGeom prst="ellipse">
            <a:avLst/>
          </a:prstGeom>
          <a:noFill/>
          <a:ln w="12700">
            <a:solidFill>
              <a:srgbClr val="E8A60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software:0ec304e668"/>
          <p:cNvSpPr/>
          <p:nvPr/>
        </p:nvSpPr>
        <p:spPr>
          <a:xfrm>
            <a:off x="568325" y="4803775"/>
            <a:ext cx="1581150" cy="786638"/>
          </a:xfrm>
          <a:prstGeom prst="roundRect">
            <a:avLst>
              <a:gd name="adj" fmla="val 7668"/>
            </a:avLst>
          </a:prstGeom>
          <a:solidFill>
            <a:srgbClr val="1E2127"/>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8" name="!!software:61ce888690" descr="software_tabla.png"/>
          <p:cNvPicPr>
            <a:picLocks noChangeAspect="1"/>
          </p:cNvPicPr>
          <p:nvPr/>
        </p:nvPicPr>
        <p:blipFill>
          <a:blip r:embed="rId11"/>
          <a:srcRect/>
          <a:stretch>
            <a:fillRect/>
          </a:stretch>
        </p:blipFill>
        <p:spPr>
          <a:xfrm>
            <a:off x="571500" y="4806950"/>
            <a:ext cx="1574800" cy="780288"/>
          </a:xfrm>
          <a:prstGeom prst="rect">
            <a:avLst/>
          </a:prstGeom>
        </p:spPr>
      </p:pic>
      <p:sp>
        <p:nvSpPr>
          <p:cNvPr id="89" name="!!software:fc82da31b4"/>
          <p:cNvSpPr txBox="1"/>
          <p:nvPr/>
        </p:nvSpPr>
        <p:spPr>
          <a:xfrm>
            <a:off x="2228850" y="4801235"/>
            <a:ext cx="1972691" cy="571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1F2937"/>
                </a:solidFill>
                <a:latin typeface="Calibri"/>
              </a:rPr>
              <a:t>y un</a:t>
            </a:r>
            <a:r>
              <a:rPr sz="1200" b="1" i="0">
                <a:solidFill>
                  <a:srgbClr val="D9650B"/>
                </a:solidFill>
                <a:latin typeface="Calibri"/>
              </a:rPr>
              <a:t> comprobador de salud</a:t>
            </a:r>
            <a:br/>
            <a:r>
              <a:rPr sz="1200" b="0" i="0">
                <a:solidFill>
                  <a:srgbClr val="1F2937"/>
                </a:solidFill>
                <a:latin typeface="Calibri"/>
              </a:rPr>
              <a:t>revisa los datos antes de</a:t>
            </a:r>
            <a:br/>
            <a:r>
              <a:rPr sz="1200" b="0" i="0">
                <a:solidFill>
                  <a:srgbClr val="1F2937"/>
                </a:solidFill>
                <a:latin typeface="Calibri"/>
              </a:rPr>
              <a:t>resolver</a:t>
            </a:r>
          </a:p>
        </p:txBody>
      </p:sp>
      <p:sp>
        <p:nvSpPr>
          <p:cNvPr id="90" name="!!software:d5ac9ff36c"/>
          <p:cNvSpPr/>
          <p:nvPr/>
        </p:nvSpPr>
        <p:spPr>
          <a:xfrm>
            <a:off x="2232025" y="5375275"/>
            <a:ext cx="1159954" cy="273050"/>
          </a:xfrm>
          <a:prstGeom prst="roundRect">
            <a:avLst>
              <a:gd name="adj" fmla="val 17441"/>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software:5204d8fd05"/>
          <p:cNvSpPr txBox="1"/>
          <p:nvPr/>
        </p:nvSpPr>
        <p:spPr>
          <a:xfrm>
            <a:off x="2324100" y="5417185"/>
            <a:ext cx="1026604" cy="190500"/>
          </a:xfrm>
          <a:prstGeom prst="rect">
            <a:avLst/>
          </a:prstGeom>
          <a:noFill/>
        </p:spPr>
        <p:txBody>
          <a:bodyPr wrap="square" lIns="0" rIns="0" tIns="0" bIns="0" anchor="t"/>
          <a:lstStyle/>
          <a:p>
            <a:pPr algn="l">
              <a:lnSpc>
                <a:spcPts val="1500"/>
              </a:lnSpc>
              <a:spcBef>
                <a:spcPts val="0"/>
              </a:spcBef>
              <a:spcAft>
                <a:spcPts val="0"/>
              </a:spcAft>
            </a:pPr>
            <a:r>
              <a:rPr sz="1200" b="1" i="0">
                <a:solidFill>
                  <a:srgbClr val="46D38A"/>
                </a:solidFill>
                <a:latin typeface="Calibri"/>
              </a:rPr>
              <a:t>✓ Modelo sano</a:t>
            </a:r>
          </a:p>
        </p:txBody>
      </p:sp>
      <p:sp>
        <p:nvSpPr>
          <p:cNvPr id="92" name="!!software:7b774e246d"/>
          <p:cNvSpPr txBox="1"/>
          <p:nvPr/>
        </p:nvSpPr>
        <p:spPr>
          <a:xfrm>
            <a:off x="4633341" y="1817497"/>
            <a:ext cx="3320605" cy="203200"/>
          </a:xfrm>
          <a:prstGeom prst="rect">
            <a:avLst/>
          </a:prstGeom>
          <a:noFill/>
        </p:spPr>
        <p:txBody>
          <a:bodyPr wrap="square" lIns="0" rIns="0" tIns="0" bIns="0" anchor="t"/>
          <a:lstStyle/>
          <a:p>
            <a:pPr algn="l">
              <a:lnSpc>
                <a:spcPts val="1600"/>
              </a:lnSpc>
              <a:spcBef>
                <a:spcPts val="0"/>
              </a:spcBef>
              <a:spcAft>
                <a:spcPts val="0"/>
              </a:spcAft>
            </a:pPr>
            <a:r>
              <a:rPr sz="1600" b="1" i="0">
                <a:solidFill>
                  <a:srgbClr val="1B2A4A"/>
                </a:solidFill>
                <a:latin typeface="Calibri"/>
              </a:rPr>
              <a:t>Proceso</a:t>
            </a:r>
          </a:p>
        </p:txBody>
      </p:sp>
      <p:sp>
        <p:nvSpPr>
          <p:cNvPr id="93" name="!!software:1d42e5ba20"/>
          <p:cNvSpPr/>
          <p:nvPr/>
        </p:nvSpPr>
        <p:spPr>
          <a:xfrm>
            <a:off x="4303141" y="1778000"/>
            <a:ext cx="254000" cy="254000"/>
          </a:xfrm>
          <a:prstGeom prst="roundRect">
            <a:avLst>
              <a:gd name="adj" fmla="val 25000"/>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software:557f36a057"/>
          <p:cNvSpPr txBox="1"/>
          <p:nvPr/>
        </p:nvSpPr>
        <p:spPr>
          <a:xfrm>
            <a:off x="4277741" y="1838579"/>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2</a:t>
            </a:r>
          </a:p>
        </p:txBody>
      </p:sp>
      <p:sp>
        <p:nvSpPr>
          <p:cNvPr id="95" name="!!software:41104801e1"/>
          <p:cNvSpPr txBox="1"/>
          <p:nvPr/>
        </p:nvSpPr>
        <p:spPr>
          <a:xfrm>
            <a:off x="4303141" y="2085099"/>
            <a:ext cx="3657410"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los módulos, sobre el elemento elegido</a:t>
            </a:r>
          </a:p>
        </p:txBody>
      </p:sp>
      <p:sp>
        <p:nvSpPr>
          <p:cNvPr id="96" name="!!software:69952b1bbd"/>
          <p:cNvSpPr/>
          <p:nvPr/>
        </p:nvSpPr>
        <p:spPr>
          <a:xfrm>
            <a:off x="4306316" y="2352675"/>
            <a:ext cx="3579304" cy="2393632"/>
          </a:xfrm>
          <a:prstGeom prst="roundRect">
            <a:avLst>
              <a:gd name="adj" fmla="val 2520"/>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7" name="!!software:0c95753bb5" descr="software_proc.png"/>
          <p:cNvPicPr>
            <a:picLocks noChangeAspect="1"/>
          </p:cNvPicPr>
          <p:nvPr/>
        </p:nvPicPr>
        <p:blipFill>
          <a:blip r:embed="rId12"/>
          <a:srcRect/>
          <a:stretch>
            <a:fillRect/>
          </a:stretch>
        </p:blipFill>
        <p:spPr>
          <a:xfrm>
            <a:off x="4309491" y="2355850"/>
            <a:ext cx="3572954" cy="2387282"/>
          </a:xfrm>
          <a:prstGeom prst="rect">
            <a:avLst/>
          </a:prstGeom>
        </p:spPr>
      </p:pic>
      <p:sp>
        <p:nvSpPr>
          <p:cNvPr id="98" name="!!software:7f1791d74a"/>
          <p:cNvSpPr/>
          <p:nvPr/>
        </p:nvSpPr>
        <p:spPr>
          <a:xfrm>
            <a:off x="5111940" y="3632708"/>
            <a:ext cx="1003300" cy="1003300"/>
          </a:xfrm>
          <a:prstGeom prst="ellipse">
            <a:avLst/>
          </a:prstGeom>
          <a:solidFill>
            <a:srgbClr val="000000">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software:f3b5c28e78"/>
          <p:cNvSpPr/>
          <p:nvPr/>
        </p:nvSpPr>
        <p:spPr>
          <a:xfrm>
            <a:off x="5150040" y="3670808"/>
            <a:ext cx="927100" cy="927100"/>
          </a:xfrm>
          <a:prstGeom prst="ellipse">
            <a:avLst/>
          </a:prstGeom>
          <a:noFill/>
          <a:ln w="25400">
            <a:solidFill>
              <a:srgbClr val="E8A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oftware:beef0b3ccf"/>
          <p:cNvSpPr/>
          <p:nvPr/>
        </p:nvSpPr>
        <p:spPr>
          <a:xfrm>
            <a:off x="5105590" y="3626358"/>
            <a:ext cx="1016000" cy="1016000"/>
          </a:xfrm>
          <a:prstGeom prst="ellipse">
            <a:avLst/>
          </a:prstGeom>
          <a:noFill/>
          <a:ln w="12700">
            <a:solidFill>
              <a:srgbClr val="E8A60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software:fe9cc96b23"/>
          <p:cNvSpPr/>
          <p:nvPr/>
        </p:nvSpPr>
        <p:spPr>
          <a:xfrm>
            <a:off x="4306316" y="4803775"/>
            <a:ext cx="1238250" cy="1077404"/>
          </a:xfrm>
          <a:prstGeom prst="roundRect">
            <a:avLst>
              <a:gd name="adj" fmla="val 5599"/>
            </a:avLst>
          </a:prstGeom>
          <a:solidFill>
            <a:srgbClr val="1E2127"/>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2" name="!!software:3090264bcd" descr="software_panel_m3.png"/>
          <p:cNvPicPr>
            <a:picLocks noChangeAspect="1"/>
          </p:cNvPicPr>
          <p:nvPr/>
        </p:nvPicPr>
        <p:blipFill>
          <a:blip r:embed="rId13"/>
          <a:srcRect/>
          <a:stretch>
            <a:fillRect/>
          </a:stretch>
        </p:blipFill>
        <p:spPr>
          <a:xfrm>
            <a:off x="4309491" y="4806950"/>
            <a:ext cx="1231900" cy="1071054"/>
          </a:xfrm>
          <a:prstGeom prst="rect">
            <a:avLst/>
          </a:prstGeom>
        </p:spPr>
      </p:pic>
      <p:sp>
        <p:nvSpPr>
          <p:cNvPr id="103" name="!!software:5ef0b737d6"/>
          <p:cNvSpPr txBox="1"/>
          <p:nvPr/>
        </p:nvSpPr>
        <p:spPr>
          <a:xfrm>
            <a:off x="5623941" y="4801235"/>
            <a:ext cx="2315654" cy="571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1F2937"/>
                </a:solidFill>
                <a:latin typeface="Calibri"/>
              </a:rPr>
              <a:t>el panel del</a:t>
            </a:r>
            <a:r>
              <a:rPr sz="1200" b="1" i="0">
                <a:solidFill>
                  <a:srgbClr val="D9650B"/>
                </a:solidFill>
                <a:latin typeface="Calibri"/>
              </a:rPr>
              <a:t> módulo</a:t>
            </a:r>
            <a:r>
              <a:rPr sz="1200" b="0" i="0">
                <a:solidFill>
                  <a:srgbClr val="1F2937"/>
                </a:solidFill>
                <a:latin typeface="Calibri"/>
              </a:rPr>
              <a:t>, con sus</a:t>
            </a:r>
            <a:br/>
            <a:r>
              <a:rPr sz="1200" b="0" i="0">
                <a:solidFill>
                  <a:srgbClr val="1F2937"/>
                </a:solidFill>
                <a:latin typeface="Calibri"/>
              </a:rPr>
              <a:t>fórmulas y los valores de ese</a:t>
            </a:r>
            <a:br/>
            <a:r>
              <a:rPr sz="1200" b="0" i="0">
                <a:solidFill>
                  <a:srgbClr val="1F2937"/>
                </a:solidFill>
                <a:latin typeface="Calibri"/>
              </a:rPr>
              <a:t>elemento</a:t>
            </a:r>
          </a:p>
        </p:txBody>
      </p:sp>
      <p:sp>
        <p:nvSpPr>
          <p:cNvPr id="104" name="!!software:affd4f1c66"/>
          <p:cNvSpPr txBox="1"/>
          <p:nvPr/>
        </p:nvSpPr>
        <p:spPr>
          <a:xfrm>
            <a:off x="8371396" y="1817497"/>
            <a:ext cx="3320605" cy="203200"/>
          </a:xfrm>
          <a:prstGeom prst="rect">
            <a:avLst/>
          </a:prstGeom>
          <a:noFill/>
        </p:spPr>
        <p:txBody>
          <a:bodyPr wrap="square" lIns="0" rIns="0" tIns="0" bIns="0" anchor="t"/>
          <a:lstStyle/>
          <a:p>
            <a:pPr algn="l">
              <a:lnSpc>
                <a:spcPts val="1600"/>
              </a:lnSpc>
              <a:spcBef>
                <a:spcPts val="0"/>
              </a:spcBef>
              <a:spcAft>
                <a:spcPts val="0"/>
              </a:spcAft>
            </a:pPr>
            <a:r>
              <a:rPr sz="1600" b="1" i="0">
                <a:solidFill>
                  <a:srgbClr val="1B2A4A"/>
                </a:solidFill>
                <a:latin typeface="Calibri"/>
              </a:rPr>
              <a:t>Post-proceso</a:t>
            </a:r>
          </a:p>
        </p:txBody>
      </p:sp>
      <p:sp>
        <p:nvSpPr>
          <p:cNvPr id="105" name="!!software:5e2d1bc4a2"/>
          <p:cNvSpPr/>
          <p:nvPr/>
        </p:nvSpPr>
        <p:spPr>
          <a:xfrm>
            <a:off x="8041196" y="1778000"/>
            <a:ext cx="254000" cy="254000"/>
          </a:xfrm>
          <a:prstGeom prst="roundRect">
            <a:avLst>
              <a:gd name="adj" fmla="val 25000"/>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software:1c026c2494"/>
          <p:cNvSpPr txBox="1"/>
          <p:nvPr/>
        </p:nvSpPr>
        <p:spPr>
          <a:xfrm>
            <a:off x="8015796" y="1838579"/>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3</a:t>
            </a:r>
          </a:p>
        </p:txBody>
      </p:sp>
      <p:sp>
        <p:nvSpPr>
          <p:cNvPr id="107" name="!!software:f6894a2d21"/>
          <p:cNvSpPr txBox="1"/>
          <p:nvPr/>
        </p:nvSpPr>
        <p:spPr>
          <a:xfrm>
            <a:off x="8041196" y="2085099"/>
            <a:ext cx="3657410"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tensión en colores, deformada, reacciones</a:t>
            </a:r>
          </a:p>
        </p:txBody>
      </p:sp>
      <p:sp>
        <p:nvSpPr>
          <p:cNvPr id="108" name="!!software:bd67eabf8b"/>
          <p:cNvSpPr/>
          <p:nvPr/>
        </p:nvSpPr>
        <p:spPr>
          <a:xfrm>
            <a:off x="8044370" y="2352675"/>
            <a:ext cx="3579304" cy="2393632"/>
          </a:xfrm>
          <a:prstGeom prst="roundRect">
            <a:avLst>
              <a:gd name="adj" fmla="val 2520"/>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9" name="!!software:edbdcb1cc1" descr="software_post.png"/>
          <p:cNvPicPr>
            <a:picLocks noChangeAspect="1"/>
          </p:cNvPicPr>
          <p:nvPr/>
        </p:nvPicPr>
        <p:blipFill>
          <a:blip r:embed="rId14"/>
          <a:srcRect/>
          <a:stretch>
            <a:fillRect/>
          </a:stretch>
        </p:blipFill>
        <p:spPr>
          <a:xfrm>
            <a:off x="8047546" y="2355850"/>
            <a:ext cx="3572954" cy="2387282"/>
          </a:xfrm>
          <a:prstGeom prst="rect">
            <a:avLst/>
          </a:prstGeom>
        </p:spPr>
      </p:pic>
      <p:sp>
        <p:nvSpPr>
          <p:cNvPr id="110" name="!!software:671fc426bc"/>
          <p:cNvSpPr/>
          <p:nvPr/>
        </p:nvSpPr>
        <p:spPr>
          <a:xfrm>
            <a:off x="9340977" y="2671445"/>
            <a:ext cx="457200" cy="457200"/>
          </a:xfrm>
          <a:prstGeom prst="ellipse">
            <a:avLst/>
          </a:prstGeom>
          <a:solidFill>
            <a:srgbClr val="000000">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software:458c86eeb3"/>
          <p:cNvSpPr/>
          <p:nvPr/>
        </p:nvSpPr>
        <p:spPr>
          <a:xfrm>
            <a:off x="9379077" y="2709545"/>
            <a:ext cx="381000" cy="381000"/>
          </a:xfrm>
          <a:prstGeom prst="ellipse">
            <a:avLst/>
          </a:prstGeom>
          <a:noFill/>
          <a:ln w="25400">
            <a:solidFill>
              <a:srgbClr val="E8A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software:0b70567981"/>
          <p:cNvSpPr/>
          <p:nvPr/>
        </p:nvSpPr>
        <p:spPr>
          <a:xfrm>
            <a:off x="9334627" y="2665095"/>
            <a:ext cx="469900" cy="469900"/>
          </a:xfrm>
          <a:prstGeom prst="ellipse">
            <a:avLst/>
          </a:prstGeom>
          <a:noFill/>
          <a:ln w="12700">
            <a:solidFill>
              <a:srgbClr val="E8A60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software:309000a61f"/>
          <p:cNvSpPr/>
          <p:nvPr/>
        </p:nvSpPr>
        <p:spPr>
          <a:xfrm>
            <a:off x="8044370" y="4803775"/>
            <a:ext cx="1835150" cy="1195388"/>
          </a:xfrm>
          <a:prstGeom prst="roundRect">
            <a:avLst>
              <a:gd name="adj" fmla="val 5046"/>
            </a:avLst>
          </a:prstGeom>
          <a:solidFill>
            <a:srgbClr val="1E2127"/>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4" name="!!software:c71815ed97" descr="software_mohr.png"/>
          <p:cNvPicPr>
            <a:picLocks noChangeAspect="1"/>
          </p:cNvPicPr>
          <p:nvPr/>
        </p:nvPicPr>
        <p:blipFill>
          <a:blip r:embed="rId15"/>
          <a:srcRect/>
          <a:stretch>
            <a:fillRect/>
          </a:stretch>
        </p:blipFill>
        <p:spPr>
          <a:xfrm>
            <a:off x="8047546" y="4806950"/>
            <a:ext cx="1828800" cy="1189038"/>
          </a:xfrm>
          <a:prstGeom prst="rect">
            <a:avLst/>
          </a:prstGeom>
        </p:spPr>
      </p:pic>
      <p:sp>
        <p:nvSpPr>
          <p:cNvPr id="115" name="!!software:867fcb6275"/>
          <p:cNvSpPr txBox="1"/>
          <p:nvPr/>
        </p:nvSpPr>
        <p:spPr>
          <a:xfrm>
            <a:off x="9958896" y="4801235"/>
            <a:ext cx="1718754" cy="571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1F2937"/>
                </a:solidFill>
                <a:latin typeface="Calibri"/>
              </a:rPr>
              <a:t>la</a:t>
            </a:r>
            <a:r>
              <a:rPr sz="1200" b="1" i="0">
                <a:solidFill>
                  <a:srgbClr val="D9650B"/>
                </a:solidFill>
                <a:latin typeface="Calibri"/>
              </a:rPr>
              <a:t> sonda</a:t>
            </a:r>
            <a:r>
              <a:rPr sz="1200" b="0" i="0">
                <a:solidFill>
                  <a:srgbClr val="1F2937"/>
                </a:solidFill>
                <a:latin typeface="Calibri"/>
              </a:rPr>
              <a:t>: el estado de</a:t>
            </a:r>
            <a:br/>
            <a:r>
              <a:rPr sz="1200" b="0" i="0">
                <a:solidFill>
                  <a:srgbClr val="1F2937"/>
                </a:solidFill>
                <a:latin typeface="Calibri"/>
              </a:rPr>
              <a:t>tensión del nodo 7 y su</a:t>
            </a:r>
            <a:br/>
            <a:r>
              <a:rPr sz="1200" b="0" i="0">
                <a:solidFill>
                  <a:srgbClr val="1F2937"/>
                </a:solidFill>
                <a:latin typeface="Calibri"/>
              </a:rPr>
              <a:t>círculo de Mohr</a:t>
            </a:r>
          </a:p>
        </p:txBody>
      </p:sp>
      <p:pic>
        <p:nvPicPr>
          <p:cNvPr id="116" name="!!software:fe7f0cfd72" descr="faff31ec3216aaf9.png"/>
          <p:cNvPicPr>
            <a:picLocks noChangeAspect="1"/>
          </p:cNvPicPr>
          <p:nvPr/>
        </p:nvPicPr>
        <p:blipFill>
          <a:blip r:embed="rId16"/>
          <a:stretch>
            <a:fillRect/>
          </a:stretch>
        </p:blipFill>
        <p:spPr>
          <a:xfrm>
            <a:off x="565150" y="1778000"/>
            <a:ext cx="1905000" cy="952500"/>
          </a:xfrm>
          <a:prstGeom prst="rect">
            <a:avLst/>
          </a:prstGeom>
        </p:spPr>
      </p:pic>
      <p:sp>
        <p:nvSpPr>
          <p:cNvPr id="117"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ie-izq"/>
          <p:cNvSpPr txBox="1"/>
          <p:nvPr/>
        </p:nvSpPr>
        <p:spPr>
          <a:xfrm>
            <a:off x="565150" y="6535420"/>
            <a:ext cx="477354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20" name="!!pie-cen"/>
          <p:cNvSpPr txBox="1"/>
          <p:nvPr/>
        </p:nvSpPr>
        <p:spPr>
          <a:xfrm>
            <a:off x="5219700" y="6535420"/>
            <a:ext cx="175260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2.2 · Tabla 3.6 · Figura 3.5</a:t>
            </a:r>
          </a:p>
        </p:txBody>
      </p:sp>
      <p:sp>
        <p:nvSpPr>
          <p:cNvPr id="121" name="!!pie-der"/>
          <p:cNvSpPr txBox="1"/>
          <p:nvPr/>
        </p:nvSpPr>
        <p:spPr>
          <a:xfrm>
            <a:off x="6853301" y="6535420"/>
            <a:ext cx="4773549"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16</a:t>
            </a:r>
          </a:p>
        </p:txBody>
      </p:sp>
      <p:pic>
        <p:nvPicPr>
          <p:cNvPr id="122" name="!!software:ebd9c00203" descr="30748931686cc1fb.png"/>
          <p:cNvPicPr>
            <a:picLocks noChangeAspect="1"/>
          </p:cNvPicPr>
          <p:nvPr/>
        </p:nvPicPr>
        <p:blipFill>
          <a:blip r:embed="rId17"/>
          <a:stretch>
            <a:fillRect/>
          </a:stretch>
        </p:blipFill>
        <p:spPr>
          <a:xfrm>
            <a:off x="342900" y="2527300"/>
            <a:ext cx="3225800" cy="3625850"/>
          </a:xfrm>
          <a:prstGeom prst="rect">
            <a:avLst/>
          </a:prstGeom>
        </p:spPr>
      </p:pic>
      <p:pic>
        <p:nvPicPr>
          <p:cNvPr id="123" name="!!software:c9a9efae9e" descr="68504b775f25a4d7.png"/>
          <p:cNvPicPr>
            <a:picLocks noChangeAspect="1"/>
          </p:cNvPicPr>
          <p:nvPr/>
        </p:nvPicPr>
        <p:blipFill>
          <a:blip r:embed="rId18"/>
          <a:stretch>
            <a:fillRect/>
          </a:stretch>
        </p:blipFill>
        <p:spPr>
          <a:xfrm>
            <a:off x="838200" y="2419350"/>
            <a:ext cx="3028950" cy="3536950"/>
          </a:xfrm>
          <a:prstGeom prst="rect">
            <a:avLst/>
          </a:prstGeom>
        </p:spPr>
      </p:pic>
      <p:pic>
        <p:nvPicPr>
          <p:cNvPr id="124" name="!!software:5f1ca7e43c" descr="87127e91a27c4d81.png"/>
          <p:cNvPicPr>
            <a:picLocks noChangeAspect="1"/>
          </p:cNvPicPr>
          <p:nvPr/>
        </p:nvPicPr>
        <p:blipFill>
          <a:blip r:embed="rId19"/>
          <a:stretch>
            <a:fillRect/>
          </a:stretch>
        </p:blipFill>
        <p:spPr>
          <a:xfrm>
            <a:off x="1358900" y="2368550"/>
            <a:ext cx="2813050" cy="3416300"/>
          </a:xfrm>
          <a:prstGeom prst="rect">
            <a:avLst/>
          </a:prstGeom>
        </p:spPr>
      </p:pic>
      <p:pic>
        <p:nvPicPr>
          <p:cNvPr id="125" name="!!software:4b3e29dd45" descr="8938490d1eb9d821.png"/>
          <p:cNvPicPr>
            <a:picLocks noChangeAspect="1"/>
          </p:cNvPicPr>
          <p:nvPr/>
        </p:nvPicPr>
        <p:blipFill>
          <a:blip r:embed="rId20"/>
          <a:stretch>
            <a:fillRect/>
          </a:stretch>
        </p:blipFill>
        <p:spPr>
          <a:xfrm>
            <a:off x="1905000" y="2381250"/>
            <a:ext cx="2565400" cy="3263900"/>
          </a:xfrm>
          <a:prstGeom prst="rect">
            <a:avLst/>
          </a:prstGeom>
        </p:spPr>
      </p:pic>
      <p:sp>
        <p:nvSpPr>
          <p:cNvPr id="126" name="!!software:87d61277fe"/>
          <p:cNvSpPr/>
          <p:nvPr/>
        </p:nvSpPr>
        <p:spPr>
          <a:xfrm>
            <a:off x="2660650" y="2641600"/>
            <a:ext cx="1905000" cy="2692400"/>
          </a:xfrm>
          <a:prstGeom prst="roundRect">
            <a:avLst>
              <a:gd name="adj" fmla="val 1333"/>
            </a:avLst>
          </a:prstGeom>
          <a:solidFill>
            <a:srgbClr val="FFFFFF"/>
          </a:solidFill>
          <a:ln>
            <a:noFill/>
          </a:ln>
          <a:effectLst>
            <a:outerShdw blurRad="139700" dist="50800" dir="5400000" algn="ctr" rotWithShape="0">
              <a:srgbClr val="1B2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7" name="!!software:5ddddedddd" descr="anexoG4_p171.png"/>
          <p:cNvPicPr>
            <a:picLocks noChangeAspect="1"/>
          </p:cNvPicPr>
          <p:nvPr/>
        </p:nvPicPr>
        <p:blipFill>
          <a:blip r:embed="rId21"/>
          <a:srcRect/>
          <a:stretch>
            <a:fillRect/>
          </a:stretch>
        </p:blipFill>
        <p:spPr>
          <a:xfrm>
            <a:off x="2660650" y="2641600"/>
            <a:ext cx="1905000" cy="2692400"/>
          </a:xfrm>
          <a:prstGeom prst="rect">
            <a:avLst/>
          </a:prstGeom>
        </p:spPr>
      </p:pic>
      <p:pic>
        <p:nvPicPr>
          <p:cNvPr id="128" name="!!software:dfb9f466d2" descr="6a20f9f7de061271.png"/>
          <p:cNvPicPr>
            <a:picLocks noChangeAspect="1"/>
          </p:cNvPicPr>
          <p:nvPr/>
        </p:nvPicPr>
        <p:blipFill>
          <a:blip r:embed="rId22"/>
          <a:stretch>
            <a:fillRect/>
          </a:stretch>
        </p:blipFill>
        <p:spPr>
          <a:xfrm>
            <a:off x="2755900" y="2381250"/>
            <a:ext cx="2565400" cy="3263900"/>
          </a:xfrm>
          <a:prstGeom prst="rect">
            <a:avLst/>
          </a:prstGeom>
        </p:spPr>
      </p:pic>
      <p:pic>
        <p:nvPicPr>
          <p:cNvPr id="129" name="!!software:996790f06b" descr="c89290f8f117e1a5.png"/>
          <p:cNvPicPr>
            <a:picLocks noChangeAspect="1"/>
          </p:cNvPicPr>
          <p:nvPr/>
        </p:nvPicPr>
        <p:blipFill>
          <a:blip r:embed="rId23"/>
          <a:stretch>
            <a:fillRect/>
          </a:stretch>
        </p:blipFill>
        <p:spPr>
          <a:xfrm>
            <a:off x="3054350" y="2368550"/>
            <a:ext cx="2813050" cy="3416300"/>
          </a:xfrm>
          <a:prstGeom prst="rect">
            <a:avLst/>
          </a:prstGeom>
        </p:spPr>
      </p:pic>
      <p:pic>
        <p:nvPicPr>
          <p:cNvPr id="130" name="!!software:f6530294c7" descr="43aa4486d0a839e9.png"/>
          <p:cNvPicPr>
            <a:picLocks noChangeAspect="1"/>
          </p:cNvPicPr>
          <p:nvPr/>
        </p:nvPicPr>
        <p:blipFill>
          <a:blip r:embed="rId24"/>
          <a:stretch>
            <a:fillRect/>
          </a:stretch>
        </p:blipFill>
        <p:spPr>
          <a:xfrm>
            <a:off x="3359150" y="2419350"/>
            <a:ext cx="3028950" cy="3536950"/>
          </a:xfrm>
          <a:prstGeom prst="rect">
            <a:avLst/>
          </a:prstGeom>
        </p:spPr>
      </p:pic>
      <p:pic>
        <p:nvPicPr>
          <p:cNvPr id="131" name="!!software:85e4bdca16" descr="fbd892778fddea56.png"/>
          <p:cNvPicPr>
            <a:picLocks noChangeAspect="1"/>
          </p:cNvPicPr>
          <p:nvPr/>
        </p:nvPicPr>
        <p:blipFill>
          <a:blip r:embed="rId25"/>
          <a:stretch>
            <a:fillRect/>
          </a:stretch>
        </p:blipFill>
        <p:spPr>
          <a:xfrm>
            <a:off x="3657600" y="2527300"/>
            <a:ext cx="3225800" cy="3625850"/>
          </a:xfrm>
          <a:prstGeom prst="rect">
            <a:avLst/>
          </a:prstGeom>
        </p:spPr>
      </p:pic>
      <p:sp>
        <p:nvSpPr>
          <p:cNvPr id="132" name="!!software:31b8312914">
            <a:hlinkClick action="ppaction://hlinksldjump" r:id="rId26"/>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software:01b7d89d9e">
            <a:hlinkClick action="ppaction://hlinksldjump" r:id="rId27"/>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software:8a2d86cde7">
            <a:hlinkClick action="ppaction://hlinksldjump" r:id="rId28"/>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software:c07c48e2b6">
            <a:hlinkClick action="ppaction://hlinksldjump" r:id="rId29"/>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software:36e88799ae">
            <a:hlinkClick action="ppaction://hlinksldjump" r:id="rId30"/>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software:lupa 0·0"/>
          <p:cNvSpPr/>
          <p:nvPr/>
        </p:nvSpPr>
        <p:spPr>
          <a:xfrm>
            <a:off x="0" y="0"/>
            <a:ext cx="12192000" cy="6858000"/>
          </a:xfrm>
          <a:prstGeom prst="rect">
            <a:avLst/>
          </a:prstGeom>
          <a:solidFill>
            <a:srgbClr val="0B1222">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8" name="!!software:lupa 0·1" descr="software_m0.png"/>
          <p:cNvPicPr>
            <a:picLocks noChangeAspect="1"/>
          </p:cNvPicPr>
          <p:nvPr/>
        </p:nvPicPr>
        <p:blipFill>
          <a:blip r:embed="rId2"/>
          <a:srcRect/>
          <a:stretch>
            <a:fillRect/>
          </a:stretch>
        </p:blipFill>
        <p:spPr>
          <a:xfrm>
            <a:off x="635000" y="794015"/>
            <a:ext cx="10922000" cy="4888970"/>
          </a:xfrm>
          <a:prstGeom prst="rect">
            <a:avLst/>
          </a:prstGeom>
          <a:ln w="19050">
            <a:solidFill>
              <a:srgbClr val="FFFFFF"/>
            </a:solidFill>
          </a:ln>
        </p:spPr>
      </p:pic>
      <p:sp>
        <p:nvSpPr>
          <p:cNvPr id="139" name="!!software:lupa 0·2"/>
          <p:cNvSpPr txBox="1"/>
          <p:nvPr/>
        </p:nvSpPr>
        <p:spPr>
          <a:xfrm>
            <a:off x="635000" y="5797285"/>
            <a:ext cx="10922000" cy="381000"/>
          </a:xfrm>
          <a:prstGeom prst="rect">
            <a:avLst/>
          </a:prstGeom>
          <a:noFill/>
        </p:spPr>
        <p:txBody>
          <a:bodyPr wrap="square" lIns="0" rIns="0" tIns="0" bIns="0">
            <a:spAutoFit/>
          </a:bodyPr>
          <a:lstStyle/>
          <a:p>
            <a:pPr algn="ctr"/>
            <a:r>
              <a:rPr sz="1200">
                <a:solidFill>
                  <a:srgbClr val="DDE6F3"/>
                </a:solidFill>
                <a:latin typeface="Calibri"/>
              </a:rPr>
              <a:t>M0 · calidad de malla  ·  clic para cerrar</a:t>
            </a:r>
          </a:p>
        </p:txBody>
      </p:sp>
      <p:sp>
        <p:nvSpPr>
          <p:cNvPr id="140" name="!!software:lupa 1·0"/>
          <p:cNvSpPr/>
          <p:nvPr/>
        </p:nvSpPr>
        <p:spPr>
          <a:xfrm>
            <a:off x="0" y="0"/>
            <a:ext cx="12192000" cy="6858000"/>
          </a:xfrm>
          <a:prstGeom prst="rect">
            <a:avLst/>
          </a:prstGeom>
          <a:solidFill>
            <a:srgbClr val="0B1222">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1" name="!!software:lupa 1·1" descr="software_m1.png"/>
          <p:cNvPicPr>
            <a:picLocks noChangeAspect="1"/>
          </p:cNvPicPr>
          <p:nvPr/>
        </p:nvPicPr>
        <p:blipFill>
          <a:blip r:embed="rId3"/>
          <a:srcRect/>
          <a:stretch>
            <a:fillRect/>
          </a:stretch>
        </p:blipFill>
        <p:spPr>
          <a:xfrm>
            <a:off x="635000" y="794015"/>
            <a:ext cx="10922000" cy="4888970"/>
          </a:xfrm>
          <a:prstGeom prst="rect">
            <a:avLst/>
          </a:prstGeom>
          <a:ln w="19050">
            <a:solidFill>
              <a:srgbClr val="FFFFFF"/>
            </a:solidFill>
          </a:ln>
        </p:spPr>
      </p:pic>
      <p:sp>
        <p:nvSpPr>
          <p:cNvPr id="142" name="!!software:lupa 1·2"/>
          <p:cNvSpPr txBox="1"/>
          <p:nvPr/>
        </p:nvSpPr>
        <p:spPr>
          <a:xfrm>
            <a:off x="635000" y="5797285"/>
            <a:ext cx="10922000" cy="381000"/>
          </a:xfrm>
          <a:prstGeom prst="rect">
            <a:avLst/>
          </a:prstGeom>
          <a:noFill/>
        </p:spPr>
        <p:txBody>
          <a:bodyPr wrap="square" lIns="0" rIns="0" tIns="0" bIns="0">
            <a:spAutoFit/>
          </a:bodyPr>
          <a:lstStyle/>
          <a:p>
            <a:pPr algn="ctr"/>
            <a:r>
              <a:rPr sz="1200">
                <a:solidFill>
                  <a:srgbClr val="DDE6F3"/>
                </a:solidFill>
                <a:latin typeface="Calibri"/>
              </a:rPr>
              <a:t>M1 · mapeo isoparamétrico  ·  clic para cerrar</a:t>
            </a:r>
          </a:p>
        </p:txBody>
      </p:sp>
      <p:sp>
        <p:nvSpPr>
          <p:cNvPr id="143" name="!!software:lupa 2·0"/>
          <p:cNvSpPr/>
          <p:nvPr/>
        </p:nvSpPr>
        <p:spPr>
          <a:xfrm>
            <a:off x="0" y="0"/>
            <a:ext cx="12192000" cy="6858000"/>
          </a:xfrm>
          <a:prstGeom prst="rect">
            <a:avLst/>
          </a:prstGeom>
          <a:solidFill>
            <a:srgbClr val="0B1222">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4" name="!!software:lupa 2·1" descr="software_m2.png"/>
          <p:cNvPicPr>
            <a:picLocks noChangeAspect="1"/>
          </p:cNvPicPr>
          <p:nvPr/>
        </p:nvPicPr>
        <p:blipFill>
          <a:blip r:embed="rId4"/>
          <a:srcRect/>
          <a:stretch>
            <a:fillRect/>
          </a:stretch>
        </p:blipFill>
        <p:spPr>
          <a:xfrm>
            <a:off x="635000" y="794015"/>
            <a:ext cx="10922000" cy="4888970"/>
          </a:xfrm>
          <a:prstGeom prst="rect">
            <a:avLst/>
          </a:prstGeom>
          <a:ln w="19050">
            <a:solidFill>
              <a:srgbClr val="FFFFFF"/>
            </a:solidFill>
          </a:ln>
        </p:spPr>
      </p:pic>
      <p:sp>
        <p:nvSpPr>
          <p:cNvPr id="145" name="!!software:lupa 2·2"/>
          <p:cNvSpPr txBox="1"/>
          <p:nvPr/>
        </p:nvSpPr>
        <p:spPr>
          <a:xfrm>
            <a:off x="635000" y="5797285"/>
            <a:ext cx="10922000" cy="381000"/>
          </a:xfrm>
          <a:prstGeom prst="rect">
            <a:avLst/>
          </a:prstGeom>
          <a:noFill/>
        </p:spPr>
        <p:txBody>
          <a:bodyPr wrap="square" lIns="0" rIns="0" tIns="0" bIns="0">
            <a:spAutoFit/>
          </a:bodyPr>
          <a:lstStyle/>
          <a:p>
            <a:pPr algn="ctr"/>
            <a:r>
              <a:rPr sz="1200">
                <a:solidFill>
                  <a:srgbClr val="DDE6F3"/>
                </a:solidFill>
                <a:latin typeface="Calibri"/>
              </a:rPr>
              <a:t>M2 · Jacobiano  ·  clic para cerrar</a:t>
            </a:r>
          </a:p>
        </p:txBody>
      </p:sp>
      <p:sp>
        <p:nvSpPr>
          <p:cNvPr id="146" name="!!software:lupa 3·0"/>
          <p:cNvSpPr/>
          <p:nvPr/>
        </p:nvSpPr>
        <p:spPr>
          <a:xfrm>
            <a:off x="0" y="0"/>
            <a:ext cx="12192000" cy="6858000"/>
          </a:xfrm>
          <a:prstGeom prst="rect">
            <a:avLst/>
          </a:prstGeom>
          <a:solidFill>
            <a:srgbClr val="0B1222">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7" name="!!software:lupa 3·1" descr="software_m3.png"/>
          <p:cNvPicPr>
            <a:picLocks noChangeAspect="1"/>
          </p:cNvPicPr>
          <p:nvPr/>
        </p:nvPicPr>
        <p:blipFill>
          <a:blip r:embed="rId5"/>
          <a:srcRect/>
          <a:stretch>
            <a:fillRect/>
          </a:stretch>
        </p:blipFill>
        <p:spPr>
          <a:xfrm>
            <a:off x="635000" y="794015"/>
            <a:ext cx="10922000" cy="4888970"/>
          </a:xfrm>
          <a:prstGeom prst="rect">
            <a:avLst/>
          </a:prstGeom>
          <a:ln w="19050">
            <a:solidFill>
              <a:srgbClr val="FFFFFF"/>
            </a:solidFill>
          </a:ln>
        </p:spPr>
      </p:pic>
      <p:sp>
        <p:nvSpPr>
          <p:cNvPr id="148" name="!!software:lupa 3·2"/>
          <p:cNvSpPr txBox="1"/>
          <p:nvPr/>
        </p:nvSpPr>
        <p:spPr>
          <a:xfrm>
            <a:off x="635000" y="5797285"/>
            <a:ext cx="10922000" cy="381000"/>
          </a:xfrm>
          <a:prstGeom prst="rect">
            <a:avLst/>
          </a:prstGeom>
          <a:noFill/>
        </p:spPr>
        <p:txBody>
          <a:bodyPr wrap="square" lIns="0" rIns="0" tIns="0" bIns="0">
            <a:spAutoFit/>
          </a:bodyPr>
          <a:lstStyle/>
          <a:p>
            <a:pPr algn="ctr"/>
            <a:r>
              <a:rPr sz="1200">
                <a:solidFill>
                  <a:srgbClr val="DDE6F3"/>
                </a:solidFill>
                <a:latin typeface="Calibri"/>
              </a:rPr>
              <a:t>M3 · matriz B  ·  clic para cerrar</a:t>
            </a:r>
          </a:p>
        </p:txBody>
      </p:sp>
      <p:sp>
        <p:nvSpPr>
          <p:cNvPr id="149" name="!!software:lupa 4·0"/>
          <p:cNvSpPr/>
          <p:nvPr/>
        </p:nvSpPr>
        <p:spPr>
          <a:xfrm>
            <a:off x="0" y="0"/>
            <a:ext cx="12192000" cy="6858000"/>
          </a:xfrm>
          <a:prstGeom prst="rect">
            <a:avLst/>
          </a:prstGeom>
          <a:solidFill>
            <a:srgbClr val="0B1222">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0" name="!!software:lupa 4·1" descr="software_m4.png"/>
          <p:cNvPicPr>
            <a:picLocks noChangeAspect="1"/>
          </p:cNvPicPr>
          <p:nvPr/>
        </p:nvPicPr>
        <p:blipFill>
          <a:blip r:embed="rId6"/>
          <a:srcRect/>
          <a:stretch>
            <a:fillRect/>
          </a:stretch>
        </p:blipFill>
        <p:spPr>
          <a:xfrm>
            <a:off x="635000" y="794015"/>
            <a:ext cx="10922000" cy="4888970"/>
          </a:xfrm>
          <a:prstGeom prst="rect">
            <a:avLst/>
          </a:prstGeom>
          <a:ln w="19050">
            <a:solidFill>
              <a:srgbClr val="FFFFFF"/>
            </a:solidFill>
          </a:ln>
        </p:spPr>
      </p:pic>
      <p:sp>
        <p:nvSpPr>
          <p:cNvPr id="151" name="!!software:lupa 4·2"/>
          <p:cNvSpPr txBox="1"/>
          <p:nvPr/>
        </p:nvSpPr>
        <p:spPr>
          <a:xfrm>
            <a:off x="635000" y="5797285"/>
            <a:ext cx="10922000" cy="381000"/>
          </a:xfrm>
          <a:prstGeom prst="rect">
            <a:avLst/>
          </a:prstGeom>
          <a:noFill/>
        </p:spPr>
        <p:txBody>
          <a:bodyPr wrap="square" lIns="0" rIns="0" tIns="0" bIns="0">
            <a:spAutoFit/>
          </a:bodyPr>
          <a:lstStyle/>
          <a:p>
            <a:pPr algn="ctr"/>
            <a:r>
              <a:rPr sz="1200">
                <a:solidFill>
                  <a:srgbClr val="DDE6F3"/>
                </a:solidFill>
                <a:latin typeface="Calibri"/>
              </a:rPr>
              <a:t>M4 · matriz D  ·  clic para cerrar</a:t>
            </a:r>
          </a:p>
        </p:txBody>
      </p:sp>
      <p:sp>
        <p:nvSpPr>
          <p:cNvPr id="152" name="!!software:lupa 5·0"/>
          <p:cNvSpPr/>
          <p:nvPr/>
        </p:nvSpPr>
        <p:spPr>
          <a:xfrm>
            <a:off x="0" y="0"/>
            <a:ext cx="12192000" cy="6858000"/>
          </a:xfrm>
          <a:prstGeom prst="rect">
            <a:avLst/>
          </a:prstGeom>
          <a:solidFill>
            <a:srgbClr val="0B1222">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3" name="!!software:lupa 5·1" descr="software_m5.png"/>
          <p:cNvPicPr>
            <a:picLocks noChangeAspect="1"/>
          </p:cNvPicPr>
          <p:nvPr/>
        </p:nvPicPr>
        <p:blipFill>
          <a:blip r:embed="rId7"/>
          <a:srcRect/>
          <a:stretch>
            <a:fillRect/>
          </a:stretch>
        </p:blipFill>
        <p:spPr>
          <a:xfrm>
            <a:off x="635000" y="794015"/>
            <a:ext cx="10922000" cy="4888970"/>
          </a:xfrm>
          <a:prstGeom prst="rect">
            <a:avLst/>
          </a:prstGeom>
          <a:ln w="19050">
            <a:solidFill>
              <a:srgbClr val="FFFFFF"/>
            </a:solidFill>
          </a:ln>
        </p:spPr>
      </p:pic>
      <p:sp>
        <p:nvSpPr>
          <p:cNvPr id="154" name="!!software:lupa 5·2"/>
          <p:cNvSpPr txBox="1"/>
          <p:nvPr/>
        </p:nvSpPr>
        <p:spPr>
          <a:xfrm>
            <a:off x="635000" y="5797285"/>
            <a:ext cx="10922000" cy="381000"/>
          </a:xfrm>
          <a:prstGeom prst="rect">
            <a:avLst/>
          </a:prstGeom>
          <a:noFill/>
        </p:spPr>
        <p:txBody>
          <a:bodyPr wrap="square" lIns="0" rIns="0" tIns="0" bIns="0">
            <a:spAutoFit/>
          </a:bodyPr>
          <a:lstStyle/>
          <a:p>
            <a:pPr algn="ctr"/>
            <a:r>
              <a:rPr sz="1200">
                <a:solidFill>
                  <a:srgbClr val="DDE6F3"/>
                </a:solidFill>
                <a:latin typeface="Calibri"/>
              </a:rPr>
              <a:t>M5 · rigidez y puntos de Gauss  ·  clic para cerrar</a:t>
            </a:r>
          </a:p>
        </p:txBody>
      </p:sp>
      <p:sp>
        <p:nvSpPr>
          <p:cNvPr id="155" name="!!software:lupa 6·0"/>
          <p:cNvSpPr/>
          <p:nvPr/>
        </p:nvSpPr>
        <p:spPr>
          <a:xfrm>
            <a:off x="0" y="0"/>
            <a:ext cx="12192000" cy="6858000"/>
          </a:xfrm>
          <a:prstGeom prst="rect">
            <a:avLst/>
          </a:prstGeom>
          <a:solidFill>
            <a:srgbClr val="0B1222">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6" name="!!software:lupa 6·1" descr="software_m6.png"/>
          <p:cNvPicPr>
            <a:picLocks noChangeAspect="1"/>
          </p:cNvPicPr>
          <p:nvPr/>
        </p:nvPicPr>
        <p:blipFill>
          <a:blip r:embed="rId8"/>
          <a:srcRect/>
          <a:stretch>
            <a:fillRect/>
          </a:stretch>
        </p:blipFill>
        <p:spPr>
          <a:xfrm>
            <a:off x="635000" y="794015"/>
            <a:ext cx="10922000" cy="4888970"/>
          </a:xfrm>
          <a:prstGeom prst="rect">
            <a:avLst/>
          </a:prstGeom>
          <a:ln w="19050">
            <a:solidFill>
              <a:srgbClr val="FFFFFF"/>
            </a:solidFill>
          </a:ln>
        </p:spPr>
      </p:pic>
      <p:sp>
        <p:nvSpPr>
          <p:cNvPr id="157" name="!!software:lupa 6·2"/>
          <p:cNvSpPr txBox="1"/>
          <p:nvPr/>
        </p:nvSpPr>
        <p:spPr>
          <a:xfrm>
            <a:off x="635000" y="5797285"/>
            <a:ext cx="10922000" cy="381000"/>
          </a:xfrm>
          <a:prstGeom prst="rect">
            <a:avLst/>
          </a:prstGeom>
          <a:noFill/>
        </p:spPr>
        <p:txBody>
          <a:bodyPr wrap="square" lIns="0" rIns="0" tIns="0" bIns="0">
            <a:spAutoFit/>
          </a:bodyPr>
          <a:lstStyle/>
          <a:p>
            <a:pPr algn="ctr"/>
            <a:r>
              <a:rPr sz="1200">
                <a:solidFill>
                  <a:srgbClr val="DDE6F3"/>
                </a:solidFill>
                <a:latin typeface="Calibri"/>
              </a:rPr>
              <a:t>M6 · fuerzas equivalentes  ·  clic para cerrar</a:t>
            </a:r>
          </a:p>
        </p:txBody>
      </p:sp>
      <p:sp>
        <p:nvSpPr>
          <p:cNvPr id="158" name="!!software:lupa 7·0"/>
          <p:cNvSpPr/>
          <p:nvPr/>
        </p:nvSpPr>
        <p:spPr>
          <a:xfrm>
            <a:off x="0" y="0"/>
            <a:ext cx="12192000" cy="6858000"/>
          </a:xfrm>
          <a:prstGeom prst="rect">
            <a:avLst/>
          </a:prstGeom>
          <a:solidFill>
            <a:srgbClr val="0B1222">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software:lupa 7·1" descr="software_m7.png"/>
          <p:cNvPicPr>
            <a:picLocks noChangeAspect="1"/>
          </p:cNvPicPr>
          <p:nvPr/>
        </p:nvPicPr>
        <p:blipFill>
          <a:blip r:embed="rId9"/>
          <a:srcRect/>
          <a:stretch>
            <a:fillRect/>
          </a:stretch>
        </p:blipFill>
        <p:spPr>
          <a:xfrm>
            <a:off x="635000" y="794015"/>
            <a:ext cx="10922000" cy="4888970"/>
          </a:xfrm>
          <a:prstGeom prst="rect">
            <a:avLst/>
          </a:prstGeom>
          <a:ln w="19050">
            <a:solidFill>
              <a:srgbClr val="FFFFFF"/>
            </a:solidFill>
          </a:ln>
        </p:spPr>
      </p:pic>
      <p:sp>
        <p:nvSpPr>
          <p:cNvPr id="160" name="!!software:lupa 7·2"/>
          <p:cNvSpPr txBox="1"/>
          <p:nvPr/>
        </p:nvSpPr>
        <p:spPr>
          <a:xfrm>
            <a:off x="635000" y="5797285"/>
            <a:ext cx="10922000" cy="381000"/>
          </a:xfrm>
          <a:prstGeom prst="rect">
            <a:avLst/>
          </a:prstGeom>
          <a:noFill/>
        </p:spPr>
        <p:txBody>
          <a:bodyPr wrap="square" lIns="0" rIns="0" tIns="0" bIns="0">
            <a:spAutoFit/>
          </a:bodyPr>
          <a:lstStyle/>
          <a:p>
            <a:pPr algn="ctr"/>
            <a:r>
              <a:rPr sz="1200">
                <a:solidFill>
                  <a:srgbClr val="DDE6F3"/>
                </a:solidFill>
                <a:latin typeface="Calibri"/>
              </a:rPr>
              <a:t>M7 · ensamblaje  ·  clic para cerrar</a:t>
            </a:r>
          </a:p>
        </p:txBody>
      </p:sp>
      <p:sp>
        <p:nvSpPr>
          <p:cNvPr id="161" name="!!software:lupa 8·0"/>
          <p:cNvSpPr/>
          <p:nvPr/>
        </p:nvSpPr>
        <p:spPr>
          <a:xfrm>
            <a:off x="0" y="0"/>
            <a:ext cx="12192000" cy="6858000"/>
          </a:xfrm>
          <a:prstGeom prst="rect">
            <a:avLst/>
          </a:prstGeom>
          <a:solidFill>
            <a:srgbClr val="0B1222">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software:lupa 8·1" descr="software_pre.png"/>
          <p:cNvPicPr>
            <a:picLocks noChangeAspect="1"/>
          </p:cNvPicPr>
          <p:nvPr/>
        </p:nvPicPr>
        <p:blipFill>
          <a:blip r:embed="rId10"/>
          <a:srcRect/>
          <a:stretch>
            <a:fillRect/>
          </a:stretch>
        </p:blipFill>
        <p:spPr>
          <a:xfrm>
            <a:off x="2009329" y="508000"/>
            <a:ext cx="8173342" cy="5461000"/>
          </a:xfrm>
          <a:prstGeom prst="rect">
            <a:avLst/>
          </a:prstGeom>
          <a:ln w="19050">
            <a:solidFill>
              <a:srgbClr val="FFFFFF"/>
            </a:solidFill>
          </a:ln>
        </p:spPr>
      </p:pic>
      <p:sp>
        <p:nvSpPr>
          <p:cNvPr id="163" name="!!software:lupa 8·2"/>
          <p:cNvSpPr txBox="1"/>
          <p:nvPr/>
        </p:nvSpPr>
        <p:spPr>
          <a:xfrm>
            <a:off x="635000" y="6083300"/>
            <a:ext cx="10922000" cy="381000"/>
          </a:xfrm>
          <a:prstGeom prst="rect">
            <a:avLst/>
          </a:prstGeom>
          <a:noFill/>
        </p:spPr>
        <p:txBody>
          <a:bodyPr wrap="square" lIns="0" rIns="0" tIns="0" bIns="0">
            <a:spAutoFit/>
          </a:bodyPr>
          <a:lstStyle/>
          <a:p>
            <a:pPr algn="ctr"/>
            <a:r>
              <a:rPr sz="1200">
                <a:solidFill>
                  <a:srgbClr val="DDE6F3"/>
                </a:solidFill>
                <a:latin typeface="Calibri"/>
              </a:rPr>
              <a:t>Pre-proceso de EduFEM con el ejemplo guía: el lienzo en modo de dibujo (captura de la aplicación)  ·  clic para cerrar</a:t>
            </a:r>
          </a:p>
        </p:txBody>
      </p:sp>
      <p:sp>
        <p:nvSpPr>
          <p:cNvPr id="164" name="!!software:lupa 9·0"/>
          <p:cNvSpPr/>
          <p:nvPr/>
        </p:nvSpPr>
        <p:spPr>
          <a:xfrm>
            <a:off x="0" y="0"/>
            <a:ext cx="12192000" cy="6858000"/>
          </a:xfrm>
          <a:prstGeom prst="rect">
            <a:avLst/>
          </a:prstGeom>
          <a:solidFill>
            <a:srgbClr val="0B1222">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5" name="!!software:lupa 9·1" descr="software_proc.png"/>
          <p:cNvPicPr>
            <a:picLocks noChangeAspect="1"/>
          </p:cNvPicPr>
          <p:nvPr/>
        </p:nvPicPr>
        <p:blipFill>
          <a:blip r:embed="rId12"/>
          <a:srcRect/>
          <a:stretch>
            <a:fillRect/>
          </a:stretch>
        </p:blipFill>
        <p:spPr>
          <a:xfrm>
            <a:off x="2009365" y="508000"/>
            <a:ext cx="8173270" cy="5461000"/>
          </a:xfrm>
          <a:prstGeom prst="rect">
            <a:avLst/>
          </a:prstGeom>
          <a:ln w="19050">
            <a:solidFill>
              <a:srgbClr val="FFFFFF"/>
            </a:solidFill>
          </a:ln>
        </p:spPr>
      </p:pic>
      <p:sp>
        <p:nvSpPr>
          <p:cNvPr id="166" name="!!software:lupa 9·2"/>
          <p:cNvSpPr txBox="1"/>
          <p:nvPr/>
        </p:nvSpPr>
        <p:spPr>
          <a:xfrm>
            <a:off x="635000" y="6083300"/>
            <a:ext cx="10922000" cy="381000"/>
          </a:xfrm>
          <a:prstGeom prst="rect">
            <a:avLst/>
          </a:prstGeom>
          <a:noFill/>
        </p:spPr>
        <p:txBody>
          <a:bodyPr wrap="square" lIns="0" rIns="0" tIns="0" bIns="0">
            <a:spAutoFit/>
          </a:bodyPr>
          <a:lstStyle/>
          <a:p>
            <a:pPr algn="ctr"/>
            <a:r>
              <a:rPr sz="1200">
                <a:solidFill>
                  <a:srgbClr val="DDE6F3"/>
                </a:solidFill>
                <a:latin typeface="Calibri"/>
              </a:rPr>
              <a:t>Proceso: el módulo M3 desplegado sobre el elemento E1 (captura de la aplicación)  ·  clic para cerrar</a:t>
            </a:r>
          </a:p>
        </p:txBody>
      </p:sp>
      <p:sp>
        <p:nvSpPr>
          <p:cNvPr id="1270"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650"/>
                                        <p:tgtEl>
                                          <p:spTgt spid="78"/>
                                        </p:tgtEl>
                                      </p:cBhvr>
                                    </p:animEffect>
                                    <p:anim calcmode="lin" valueType="num">
                                      <p:cBhvr>
                                        <p:cTn id="8" dur="650" fill="hold"/>
                                        <p:tgtEl>
                                          <p:spTgt spid="78"/>
                                        </p:tgtEl>
                                        <p:attrNameLst>
                                          <p:attrName>ppt_x</p:attrName>
                                        </p:attrNameLst>
                                      </p:cBhvr>
                                      <p:tavLst>
                                        <p:tav tm="0">
                                          <p:val>
                                            <p:strVal val="#ppt_x"/>
                                          </p:val>
                                        </p:tav>
                                        <p:tav tm="100000">
                                          <p:val>
                                            <p:strVal val="#ppt_x"/>
                                          </p:val>
                                        </p:tav>
                                      </p:tavLst>
                                    </p:anim>
                                    <p:anim calcmode="lin" valueType="num">
                                      <p:cBhvr>
                                        <p:cTn id="9" dur="650" fill="hold"/>
                                        <p:tgtEl>
                                          <p:spTgt spid="7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79"/>
                                        </p:tgtEl>
                                        <p:attrNameLst>
                                          <p:attrName>style.visibility</p:attrName>
                                        </p:attrNameLst>
                                      </p:cBhvr>
                                      <p:to>
                                        <p:strVal val="visible"/>
                                      </p:to>
                                    </p:set>
                                    <p:animEffect transition="in" filter="fade">
                                      <p:cBhvr>
                                        <p:cTn id="12" dur="650"/>
                                        <p:tgtEl>
                                          <p:spTgt spid="79"/>
                                        </p:tgtEl>
                                      </p:cBhvr>
                                    </p:animEffect>
                                    <p:anim calcmode="lin" valueType="num">
                                      <p:cBhvr>
                                        <p:cTn id="13" dur="650" fill="hold"/>
                                        <p:tgtEl>
                                          <p:spTgt spid="79"/>
                                        </p:tgtEl>
                                        <p:attrNameLst>
                                          <p:attrName>ppt_x</p:attrName>
                                        </p:attrNameLst>
                                      </p:cBhvr>
                                      <p:tavLst>
                                        <p:tav tm="0">
                                          <p:val>
                                            <p:strVal val="#ppt_x"/>
                                          </p:val>
                                        </p:tav>
                                        <p:tav tm="100000">
                                          <p:val>
                                            <p:strVal val="#ppt_x"/>
                                          </p:val>
                                        </p:tav>
                                      </p:tavLst>
                                    </p:anim>
                                    <p:anim calcmode="lin" valueType="num">
                                      <p:cBhvr>
                                        <p:cTn id="14" dur="650" fill="hold"/>
                                        <p:tgtEl>
                                          <p:spTgt spid="7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80"/>
                                        </p:tgtEl>
                                        <p:attrNameLst>
                                          <p:attrName>style.visibility</p:attrName>
                                        </p:attrNameLst>
                                      </p:cBhvr>
                                      <p:to>
                                        <p:strVal val="visible"/>
                                      </p:to>
                                    </p:set>
                                    <p:animEffect transition="in" filter="fade">
                                      <p:cBhvr>
                                        <p:cTn id="17" dur="650"/>
                                        <p:tgtEl>
                                          <p:spTgt spid="80"/>
                                        </p:tgtEl>
                                      </p:cBhvr>
                                    </p:animEffect>
                                    <p:anim calcmode="lin" valueType="num">
                                      <p:cBhvr>
                                        <p:cTn id="18" dur="650" fill="hold"/>
                                        <p:tgtEl>
                                          <p:spTgt spid="80"/>
                                        </p:tgtEl>
                                        <p:attrNameLst>
                                          <p:attrName>ppt_x</p:attrName>
                                        </p:attrNameLst>
                                      </p:cBhvr>
                                      <p:tavLst>
                                        <p:tav tm="0">
                                          <p:val>
                                            <p:strVal val="#ppt_x"/>
                                          </p:val>
                                        </p:tav>
                                        <p:tav tm="100000">
                                          <p:val>
                                            <p:strVal val="#ppt_x"/>
                                          </p:val>
                                        </p:tav>
                                      </p:tavLst>
                                    </p:anim>
                                    <p:anim calcmode="lin" valueType="num">
                                      <p:cBhvr>
                                        <p:cTn id="19" dur="650" fill="hold"/>
                                        <p:tgtEl>
                                          <p:spTgt spid="8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150"/>
                                  </p:stCondLst>
                                  <p:childTnLst>
                                    <p:set>
                                      <p:cBhvr>
                                        <p:cTn id="21" dur="1" fill="hold">
                                          <p:stCondLst>
                                            <p:cond delay="0"/>
                                          </p:stCondLst>
                                        </p:cTn>
                                        <p:tgtEl>
                                          <p:spTgt spid="81"/>
                                        </p:tgtEl>
                                        <p:attrNameLst>
                                          <p:attrName>style.visibility</p:attrName>
                                        </p:attrNameLst>
                                      </p:cBhvr>
                                      <p:to>
                                        <p:strVal val="visible"/>
                                      </p:to>
                                    </p:set>
                                    <p:animEffect transition="in" filter="fade">
                                      <p:cBhvr>
                                        <p:cTn id="22" dur="650"/>
                                        <p:tgtEl>
                                          <p:spTgt spid="81"/>
                                        </p:tgtEl>
                                      </p:cBhvr>
                                    </p:animEffect>
                                    <p:anim calcmode="lin" valueType="num">
                                      <p:cBhvr>
                                        <p:cTn id="23" dur="650" fill="hold"/>
                                        <p:tgtEl>
                                          <p:spTgt spid="81"/>
                                        </p:tgtEl>
                                        <p:attrNameLst>
                                          <p:attrName>ppt_x</p:attrName>
                                        </p:attrNameLst>
                                      </p:cBhvr>
                                      <p:tavLst>
                                        <p:tav tm="0">
                                          <p:val>
                                            <p:strVal val="#ppt_x"/>
                                          </p:val>
                                        </p:tav>
                                        <p:tav tm="100000">
                                          <p:val>
                                            <p:strVal val="#ppt_x"/>
                                          </p:val>
                                        </p:tav>
                                      </p:tavLst>
                                    </p:anim>
                                    <p:anim calcmode="lin" valueType="num">
                                      <p:cBhvr>
                                        <p:cTn id="24" dur="650" fill="hold"/>
                                        <p:tgtEl>
                                          <p:spTgt spid="8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150"/>
                                  </p:stCondLst>
                                  <p:childTnLst>
                                    <p:set>
                                      <p:cBhvr>
                                        <p:cTn id="26" dur="1" fill="hold">
                                          <p:stCondLst>
                                            <p:cond delay="0"/>
                                          </p:stCondLst>
                                        </p:cTn>
                                        <p:tgtEl>
                                          <p:spTgt spid="82"/>
                                        </p:tgtEl>
                                        <p:attrNameLst>
                                          <p:attrName>style.visibility</p:attrName>
                                        </p:attrNameLst>
                                      </p:cBhvr>
                                      <p:to>
                                        <p:strVal val="visible"/>
                                      </p:to>
                                    </p:set>
                                    <p:animEffect transition="in" filter="fade">
                                      <p:cBhvr>
                                        <p:cTn id="27" dur="650"/>
                                        <p:tgtEl>
                                          <p:spTgt spid="82"/>
                                        </p:tgtEl>
                                      </p:cBhvr>
                                    </p:animEffect>
                                    <p:anim calcmode="lin" valueType="num">
                                      <p:cBhvr>
                                        <p:cTn id="28" dur="650" fill="hold"/>
                                        <p:tgtEl>
                                          <p:spTgt spid="82"/>
                                        </p:tgtEl>
                                        <p:attrNameLst>
                                          <p:attrName>ppt_x</p:attrName>
                                        </p:attrNameLst>
                                      </p:cBhvr>
                                      <p:tavLst>
                                        <p:tav tm="0">
                                          <p:val>
                                            <p:strVal val="#ppt_x"/>
                                          </p:val>
                                        </p:tav>
                                        <p:tav tm="100000">
                                          <p:val>
                                            <p:strVal val="#ppt_x"/>
                                          </p:val>
                                        </p:tav>
                                      </p:tavLst>
                                    </p:anim>
                                    <p:anim calcmode="lin" valueType="num">
                                      <p:cBhvr>
                                        <p:cTn id="29" dur="650" fill="hold"/>
                                        <p:tgtEl>
                                          <p:spTgt spid="82"/>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150"/>
                                  </p:stCondLst>
                                  <p:childTnLst>
                                    <p:set>
                                      <p:cBhvr>
                                        <p:cTn id="31" dur="1" fill="hold">
                                          <p:stCondLst>
                                            <p:cond delay="0"/>
                                          </p:stCondLst>
                                        </p:cTn>
                                        <p:tgtEl>
                                          <p:spTgt spid="83"/>
                                        </p:tgtEl>
                                        <p:attrNameLst>
                                          <p:attrName>style.visibility</p:attrName>
                                        </p:attrNameLst>
                                      </p:cBhvr>
                                      <p:to>
                                        <p:strVal val="visible"/>
                                      </p:to>
                                    </p:set>
                                    <p:animEffect transition="in" filter="fade">
                                      <p:cBhvr>
                                        <p:cTn id="32" dur="650"/>
                                        <p:tgtEl>
                                          <p:spTgt spid="83"/>
                                        </p:tgtEl>
                                      </p:cBhvr>
                                    </p:animEffect>
                                    <p:anim calcmode="lin" valueType="num">
                                      <p:cBhvr>
                                        <p:cTn id="33" dur="650" fill="hold"/>
                                        <p:tgtEl>
                                          <p:spTgt spid="83"/>
                                        </p:tgtEl>
                                        <p:attrNameLst>
                                          <p:attrName>ppt_x</p:attrName>
                                        </p:attrNameLst>
                                      </p:cBhvr>
                                      <p:tavLst>
                                        <p:tav tm="0">
                                          <p:val>
                                            <p:strVal val="#ppt_x"/>
                                          </p:val>
                                        </p:tav>
                                        <p:tav tm="100000">
                                          <p:val>
                                            <p:strVal val="#ppt_x"/>
                                          </p:val>
                                        </p:tav>
                                      </p:tavLst>
                                    </p:anim>
                                    <p:anim calcmode="lin" valueType="num">
                                      <p:cBhvr>
                                        <p:cTn id="34" dur="650" fill="hold"/>
                                        <p:tgtEl>
                                          <p:spTgt spid="8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150"/>
                                  </p:stCondLst>
                                  <p:childTnLst>
                                    <p:set>
                                      <p:cBhvr>
                                        <p:cTn id="36" dur="1" fill="hold">
                                          <p:stCondLst>
                                            <p:cond delay="0"/>
                                          </p:stCondLst>
                                        </p:cTn>
                                        <p:tgtEl>
                                          <p:spTgt spid="84"/>
                                        </p:tgtEl>
                                        <p:attrNameLst>
                                          <p:attrName>style.visibility</p:attrName>
                                        </p:attrNameLst>
                                      </p:cBhvr>
                                      <p:to>
                                        <p:strVal val="visible"/>
                                      </p:to>
                                    </p:set>
                                    <p:animEffect transition="in" filter="fade">
                                      <p:cBhvr>
                                        <p:cTn id="37" dur="650"/>
                                        <p:tgtEl>
                                          <p:spTgt spid="84"/>
                                        </p:tgtEl>
                                      </p:cBhvr>
                                    </p:animEffect>
                                    <p:anim calcmode="lin" valueType="num">
                                      <p:cBhvr>
                                        <p:cTn id="38" dur="650" fill="hold"/>
                                        <p:tgtEl>
                                          <p:spTgt spid="84"/>
                                        </p:tgtEl>
                                        <p:attrNameLst>
                                          <p:attrName>ppt_x</p:attrName>
                                        </p:attrNameLst>
                                      </p:cBhvr>
                                      <p:tavLst>
                                        <p:tav tm="0">
                                          <p:val>
                                            <p:strVal val="#ppt_x"/>
                                          </p:val>
                                        </p:tav>
                                        <p:tav tm="100000">
                                          <p:val>
                                            <p:strVal val="#ppt_x"/>
                                          </p:val>
                                        </p:tav>
                                      </p:tavLst>
                                    </p:anim>
                                    <p:anim calcmode="lin" valueType="num">
                                      <p:cBhvr>
                                        <p:cTn id="39" dur="650" fill="hold"/>
                                        <p:tgtEl>
                                          <p:spTgt spid="8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150"/>
                                  </p:stCondLst>
                                  <p:childTnLst>
                                    <p:set>
                                      <p:cBhvr>
                                        <p:cTn id="41" dur="1" fill="hold">
                                          <p:stCondLst>
                                            <p:cond delay="0"/>
                                          </p:stCondLst>
                                        </p:cTn>
                                        <p:tgtEl>
                                          <p:spTgt spid="85"/>
                                        </p:tgtEl>
                                        <p:attrNameLst>
                                          <p:attrName>style.visibility</p:attrName>
                                        </p:attrNameLst>
                                      </p:cBhvr>
                                      <p:to>
                                        <p:strVal val="visible"/>
                                      </p:to>
                                    </p:set>
                                    <p:animEffect transition="in" filter="fade">
                                      <p:cBhvr>
                                        <p:cTn id="42" dur="650"/>
                                        <p:tgtEl>
                                          <p:spTgt spid="85"/>
                                        </p:tgtEl>
                                      </p:cBhvr>
                                    </p:animEffect>
                                    <p:anim calcmode="lin" valueType="num">
                                      <p:cBhvr>
                                        <p:cTn id="43" dur="650" fill="hold"/>
                                        <p:tgtEl>
                                          <p:spTgt spid="85"/>
                                        </p:tgtEl>
                                        <p:attrNameLst>
                                          <p:attrName>ppt_x</p:attrName>
                                        </p:attrNameLst>
                                      </p:cBhvr>
                                      <p:tavLst>
                                        <p:tav tm="0">
                                          <p:val>
                                            <p:strVal val="#ppt_x"/>
                                          </p:val>
                                        </p:tav>
                                        <p:tav tm="100000">
                                          <p:val>
                                            <p:strVal val="#ppt_x"/>
                                          </p:val>
                                        </p:tav>
                                      </p:tavLst>
                                    </p:anim>
                                    <p:anim calcmode="lin" valueType="num">
                                      <p:cBhvr>
                                        <p:cTn id="44" dur="650" fill="hold"/>
                                        <p:tgtEl>
                                          <p:spTgt spid="85"/>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150"/>
                                  </p:stCondLst>
                                  <p:childTnLst>
                                    <p:set>
                                      <p:cBhvr>
                                        <p:cTn id="46" dur="1" fill="hold">
                                          <p:stCondLst>
                                            <p:cond delay="0"/>
                                          </p:stCondLst>
                                        </p:cTn>
                                        <p:tgtEl>
                                          <p:spTgt spid="86"/>
                                        </p:tgtEl>
                                        <p:attrNameLst>
                                          <p:attrName>style.visibility</p:attrName>
                                        </p:attrNameLst>
                                      </p:cBhvr>
                                      <p:to>
                                        <p:strVal val="visible"/>
                                      </p:to>
                                    </p:set>
                                    <p:animEffect transition="in" filter="fade">
                                      <p:cBhvr>
                                        <p:cTn id="47" dur="650"/>
                                        <p:tgtEl>
                                          <p:spTgt spid="86"/>
                                        </p:tgtEl>
                                      </p:cBhvr>
                                    </p:animEffect>
                                    <p:anim calcmode="lin" valueType="num">
                                      <p:cBhvr>
                                        <p:cTn id="48" dur="650" fill="hold"/>
                                        <p:tgtEl>
                                          <p:spTgt spid="86"/>
                                        </p:tgtEl>
                                        <p:attrNameLst>
                                          <p:attrName>ppt_x</p:attrName>
                                        </p:attrNameLst>
                                      </p:cBhvr>
                                      <p:tavLst>
                                        <p:tav tm="0">
                                          <p:val>
                                            <p:strVal val="#ppt_x"/>
                                          </p:val>
                                        </p:tav>
                                        <p:tav tm="100000">
                                          <p:val>
                                            <p:strVal val="#ppt_x"/>
                                          </p:val>
                                        </p:tav>
                                      </p:tavLst>
                                    </p:anim>
                                    <p:anim calcmode="lin" valueType="num">
                                      <p:cBhvr>
                                        <p:cTn id="49" dur="650" fill="hold"/>
                                        <p:tgtEl>
                                          <p:spTgt spid="8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370"/>
                                  </p:stCondLst>
                                  <p:childTnLst>
                                    <p:set>
                                      <p:cBhvr>
                                        <p:cTn id="51" dur="1" fill="hold">
                                          <p:stCondLst>
                                            <p:cond delay="0"/>
                                          </p:stCondLst>
                                        </p:cTn>
                                        <p:tgtEl>
                                          <p:spTgt spid="87"/>
                                        </p:tgtEl>
                                        <p:attrNameLst>
                                          <p:attrName>style.visibility</p:attrName>
                                        </p:attrNameLst>
                                      </p:cBhvr>
                                      <p:to>
                                        <p:strVal val="visible"/>
                                      </p:to>
                                    </p:set>
                                    <p:animEffect transition="in" filter="fade">
                                      <p:cBhvr>
                                        <p:cTn id="52" dur="650"/>
                                        <p:tgtEl>
                                          <p:spTgt spid="87"/>
                                        </p:tgtEl>
                                      </p:cBhvr>
                                    </p:animEffect>
                                    <p:anim calcmode="lin" valueType="num">
                                      <p:cBhvr>
                                        <p:cTn id="53" dur="650" fill="hold"/>
                                        <p:tgtEl>
                                          <p:spTgt spid="87"/>
                                        </p:tgtEl>
                                        <p:attrNameLst>
                                          <p:attrName>ppt_x</p:attrName>
                                        </p:attrNameLst>
                                      </p:cBhvr>
                                      <p:tavLst>
                                        <p:tav tm="0">
                                          <p:val>
                                            <p:strVal val="#ppt_x"/>
                                          </p:val>
                                        </p:tav>
                                        <p:tav tm="100000">
                                          <p:val>
                                            <p:strVal val="#ppt_x"/>
                                          </p:val>
                                        </p:tav>
                                      </p:tavLst>
                                    </p:anim>
                                    <p:anim calcmode="lin" valueType="num">
                                      <p:cBhvr>
                                        <p:cTn id="54" dur="650" fill="hold"/>
                                        <p:tgtEl>
                                          <p:spTgt spid="87"/>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370"/>
                                  </p:stCondLst>
                                  <p:childTnLst>
                                    <p:set>
                                      <p:cBhvr>
                                        <p:cTn id="56" dur="1" fill="hold">
                                          <p:stCondLst>
                                            <p:cond delay="0"/>
                                          </p:stCondLst>
                                        </p:cTn>
                                        <p:tgtEl>
                                          <p:spTgt spid="88"/>
                                        </p:tgtEl>
                                        <p:attrNameLst>
                                          <p:attrName>style.visibility</p:attrName>
                                        </p:attrNameLst>
                                      </p:cBhvr>
                                      <p:to>
                                        <p:strVal val="visible"/>
                                      </p:to>
                                    </p:set>
                                    <p:animEffect transition="in" filter="fade">
                                      <p:cBhvr>
                                        <p:cTn id="57" dur="650"/>
                                        <p:tgtEl>
                                          <p:spTgt spid="88"/>
                                        </p:tgtEl>
                                      </p:cBhvr>
                                    </p:animEffect>
                                    <p:anim calcmode="lin" valueType="num">
                                      <p:cBhvr>
                                        <p:cTn id="58" dur="650" fill="hold"/>
                                        <p:tgtEl>
                                          <p:spTgt spid="88"/>
                                        </p:tgtEl>
                                        <p:attrNameLst>
                                          <p:attrName>ppt_x</p:attrName>
                                        </p:attrNameLst>
                                      </p:cBhvr>
                                      <p:tavLst>
                                        <p:tav tm="0">
                                          <p:val>
                                            <p:strVal val="#ppt_x"/>
                                          </p:val>
                                        </p:tav>
                                        <p:tav tm="100000">
                                          <p:val>
                                            <p:strVal val="#ppt_x"/>
                                          </p:val>
                                        </p:tav>
                                      </p:tavLst>
                                    </p:anim>
                                    <p:anim calcmode="lin" valueType="num">
                                      <p:cBhvr>
                                        <p:cTn id="59" dur="650" fill="hold"/>
                                        <p:tgtEl>
                                          <p:spTgt spid="8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370"/>
                                  </p:stCondLst>
                                  <p:childTnLst>
                                    <p:set>
                                      <p:cBhvr>
                                        <p:cTn id="61" dur="1" fill="hold">
                                          <p:stCondLst>
                                            <p:cond delay="0"/>
                                          </p:stCondLst>
                                        </p:cTn>
                                        <p:tgtEl>
                                          <p:spTgt spid="89"/>
                                        </p:tgtEl>
                                        <p:attrNameLst>
                                          <p:attrName>style.visibility</p:attrName>
                                        </p:attrNameLst>
                                      </p:cBhvr>
                                      <p:to>
                                        <p:strVal val="visible"/>
                                      </p:to>
                                    </p:set>
                                    <p:animEffect transition="in" filter="fade">
                                      <p:cBhvr>
                                        <p:cTn id="62" dur="650"/>
                                        <p:tgtEl>
                                          <p:spTgt spid="89"/>
                                        </p:tgtEl>
                                      </p:cBhvr>
                                    </p:animEffect>
                                    <p:anim calcmode="lin" valueType="num">
                                      <p:cBhvr>
                                        <p:cTn id="63" dur="650" fill="hold"/>
                                        <p:tgtEl>
                                          <p:spTgt spid="89"/>
                                        </p:tgtEl>
                                        <p:attrNameLst>
                                          <p:attrName>ppt_x</p:attrName>
                                        </p:attrNameLst>
                                      </p:cBhvr>
                                      <p:tavLst>
                                        <p:tav tm="0">
                                          <p:val>
                                            <p:strVal val="#ppt_x"/>
                                          </p:val>
                                        </p:tav>
                                        <p:tav tm="100000">
                                          <p:val>
                                            <p:strVal val="#ppt_x"/>
                                          </p:val>
                                        </p:tav>
                                      </p:tavLst>
                                    </p:anim>
                                    <p:anim calcmode="lin" valueType="num">
                                      <p:cBhvr>
                                        <p:cTn id="64" dur="650" fill="hold"/>
                                        <p:tgtEl>
                                          <p:spTgt spid="89"/>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370"/>
                                  </p:stCondLst>
                                  <p:childTnLst>
                                    <p:set>
                                      <p:cBhvr>
                                        <p:cTn id="66" dur="1" fill="hold">
                                          <p:stCondLst>
                                            <p:cond delay="0"/>
                                          </p:stCondLst>
                                        </p:cTn>
                                        <p:tgtEl>
                                          <p:spTgt spid="90"/>
                                        </p:tgtEl>
                                        <p:attrNameLst>
                                          <p:attrName>style.visibility</p:attrName>
                                        </p:attrNameLst>
                                      </p:cBhvr>
                                      <p:to>
                                        <p:strVal val="visible"/>
                                      </p:to>
                                    </p:set>
                                    <p:animEffect transition="in" filter="fade">
                                      <p:cBhvr>
                                        <p:cTn id="67" dur="650"/>
                                        <p:tgtEl>
                                          <p:spTgt spid="90"/>
                                        </p:tgtEl>
                                      </p:cBhvr>
                                    </p:animEffect>
                                    <p:anim calcmode="lin" valueType="num">
                                      <p:cBhvr>
                                        <p:cTn id="68" dur="650" fill="hold"/>
                                        <p:tgtEl>
                                          <p:spTgt spid="90"/>
                                        </p:tgtEl>
                                        <p:attrNameLst>
                                          <p:attrName>ppt_x</p:attrName>
                                        </p:attrNameLst>
                                      </p:cBhvr>
                                      <p:tavLst>
                                        <p:tav tm="0">
                                          <p:val>
                                            <p:strVal val="#ppt_x"/>
                                          </p:val>
                                        </p:tav>
                                        <p:tav tm="100000">
                                          <p:val>
                                            <p:strVal val="#ppt_x"/>
                                          </p:val>
                                        </p:tav>
                                      </p:tavLst>
                                    </p:anim>
                                    <p:anim calcmode="lin" valueType="num">
                                      <p:cBhvr>
                                        <p:cTn id="69" dur="650" fill="hold"/>
                                        <p:tgtEl>
                                          <p:spTgt spid="9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370"/>
                                  </p:stCondLst>
                                  <p:childTnLst>
                                    <p:set>
                                      <p:cBhvr>
                                        <p:cTn id="71" dur="1" fill="hold">
                                          <p:stCondLst>
                                            <p:cond delay="0"/>
                                          </p:stCondLst>
                                        </p:cTn>
                                        <p:tgtEl>
                                          <p:spTgt spid="91"/>
                                        </p:tgtEl>
                                        <p:attrNameLst>
                                          <p:attrName>style.visibility</p:attrName>
                                        </p:attrNameLst>
                                      </p:cBhvr>
                                      <p:to>
                                        <p:strVal val="visible"/>
                                      </p:to>
                                    </p:set>
                                    <p:animEffect transition="in" filter="fade">
                                      <p:cBhvr>
                                        <p:cTn id="72" dur="650"/>
                                        <p:tgtEl>
                                          <p:spTgt spid="91"/>
                                        </p:tgtEl>
                                      </p:cBhvr>
                                    </p:animEffect>
                                    <p:anim calcmode="lin" valueType="num">
                                      <p:cBhvr>
                                        <p:cTn id="73" dur="650" fill="hold"/>
                                        <p:tgtEl>
                                          <p:spTgt spid="91"/>
                                        </p:tgtEl>
                                        <p:attrNameLst>
                                          <p:attrName>ppt_x</p:attrName>
                                        </p:attrNameLst>
                                      </p:cBhvr>
                                      <p:tavLst>
                                        <p:tav tm="0">
                                          <p:val>
                                            <p:strVal val="#ppt_x"/>
                                          </p:val>
                                        </p:tav>
                                        <p:tav tm="100000">
                                          <p:val>
                                            <p:strVal val="#ppt_x"/>
                                          </p:val>
                                        </p:tav>
                                      </p:tavLst>
                                    </p:anim>
                                    <p:anim calcmode="lin" valueType="num">
                                      <p:cBhvr>
                                        <p:cTn id="74" dur="650" fill="hold"/>
                                        <p:tgtEl>
                                          <p:spTgt spid="91"/>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590"/>
                                  </p:stCondLst>
                                  <p:childTnLst>
                                    <p:set>
                                      <p:cBhvr>
                                        <p:cTn id="76" dur="1" fill="hold">
                                          <p:stCondLst>
                                            <p:cond delay="0"/>
                                          </p:stCondLst>
                                        </p:cTn>
                                        <p:tgtEl>
                                          <p:spTgt spid="92"/>
                                        </p:tgtEl>
                                        <p:attrNameLst>
                                          <p:attrName>style.visibility</p:attrName>
                                        </p:attrNameLst>
                                      </p:cBhvr>
                                      <p:to>
                                        <p:strVal val="visible"/>
                                      </p:to>
                                    </p:set>
                                    <p:animEffect transition="in" filter="fade">
                                      <p:cBhvr>
                                        <p:cTn id="77" dur="650"/>
                                        <p:tgtEl>
                                          <p:spTgt spid="92"/>
                                        </p:tgtEl>
                                      </p:cBhvr>
                                    </p:animEffect>
                                    <p:anim calcmode="lin" valueType="num">
                                      <p:cBhvr>
                                        <p:cTn id="78" dur="650" fill="hold"/>
                                        <p:tgtEl>
                                          <p:spTgt spid="92"/>
                                        </p:tgtEl>
                                        <p:attrNameLst>
                                          <p:attrName>ppt_x</p:attrName>
                                        </p:attrNameLst>
                                      </p:cBhvr>
                                      <p:tavLst>
                                        <p:tav tm="0">
                                          <p:val>
                                            <p:strVal val="#ppt_x"/>
                                          </p:val>
                                        </p:tav>
                                        <p:tav tm="100000">
                                          <p:val>
                                            <p:strVal val="#ppt_x"/>
                                          </p:val>
                                        </p:tav>
                                      </p:tavLst>
                                    </p:anim>
                                    <p:anim calcmode="lin" valueType="num">
                                      <p:cBhvr>
                                        <p:cTn id="79" dur="650" fill="hold"/>
                                        <p:tgtEl>
                                          <p:spTgt spid="92"/>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590"/>
                                  </p:stCondLst>
                                  <p:childTnLst>
                                    <p:set>
                                      <p:cBhvr>
                                        <p:cTn id="81" dur="1" fill="hold">
                                          <p:stCondLst>
                                            <p:cond delay="0"/>
                                          </p:stCondLst>
                                        </p:cTn>
                                        <p:tgtEl>
                                          <p:spTgt spid="93"/>
                                        </p:tgtEl>
                                        <p:attrNameLst>
                                          <p:attrName>style.visibility</p:attrName>
                                        </p:attrNameLst>
                                      </p:cBhvr>
                                      <p:to>
                                        <p:strVal val="visible"/>
                                      </p:to>
                                    </p:set>
                                    <p:animEffect transition="in" filter="fade">
                                      <p:cBhvr>
                                        <p:cTn id="82" dur="650"/>
                                        <p:tgtEl>
                                          <p:spTgt spid="93"/>
                                        </p:tgtEl>
                                      </p:cBhvr>
                                    </p:animEffect>
                                    <p:anim calcmode="lin" valueType="num">
                                      <p:cBhvr>
                                        <p:cTn id="83" dur="650" fill="hold"/>
                                        <p:tgtEl>
                                          <p:spTgt spid="93"/>
                                        </p:tgtEl>
                                        <p:attrNameLst>
                                          <p:attrName>ppt_x</p:attrName>
                                        </p:attrNameLst>
                                      </p:cBhvr>
                                      <p:tavLst>
                                        <p:tav tm="0">
                                          <p:val>
                                            <p:strVal val="#ppt_x"/>
                                          </p:val>
                                        </p:tav>
                                        <p:tav tm="100000">
                                          <p:val>
                                            <p:strVal val="#ppt_x"/>
                                          </p:val>
                                        </p:tav>
                                      </p:tavLst>
                                    </p:anim>
                                    <p:anim calcmode="lin" valueType="num">
                                      <p:cBhvr>
                                        <p:cTn id="84" dur="650" fill="hold"/>
                                        <p:tgtEl>
                                          <p:spTgt spid="93"/>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590"/>
                                  </p:stCondLst>
                                  <p:childTnLst>
                                    <p:set>
                                      <p:cBhvr>
                                        <p:cTn id="86" dur="1" fill="hold">
                                          <p:stCondLst>
                                            <p:cond delay="0"/>
                                          </p:stCondLst>
                                        </p:cTn>
                                        <p:tgtEl>
                                          <p:spTgt spid="94"/>
                                        </p:tgtEl>
                                        <p:attrNameLst>
                                          <p:attrName>style.visibility</p:attrName>
                                        </p:attrNameLst>
                                      </p:cBhvr>
                                      <p:to>
                                        <p:strVal val="visible"/>
                                      </p:to>
                                    </p:set>
                                    <p:animEffect transition="in" filter="fade">
                                      <p:cBhvr>
                                        <p:cTn id="87" dur="650"/>
                                        <p:tgtEl>
                                          <p:spTgt spid="94"/>
                                        </p:tgtEl>
                                      </p:cBhvr>
                                    </p:animEffect>
                                    <p:anim calcmode="lin" valueType="num">
                                      <p:cBhvr>
                                        <p:cTn id="88" dur="650" fill="hold"/>
                                        <p:tgtEl>
                                          <p:spTgt spid="94"/>
                                        </p:tgtEl>
                                        <p:attrNameLst>
                                          <p:attrName>ppt_x</p:attrName>
                                        </p:attrNameLst>
                                      </p:cBhvr>
                                      <p:tavLst>
                                        <p:tav tm="0">
                                          <p:val>
                                            <p:strVal val="#ppt_x"/>
                                          </p:val>
                                        </p:tav>
                                        <p:tav tm="100000">
                                          <p:val>
                                            <p:strVal val="#ppt_x"/>
                                          </p:val>
                                        </p:tav>
                                      </p:tavLst>
                                    </p:anim>
                                    <p:anim calcmode="lin" valueType="num">
                                      <p:cBhvr>
                                        <p:cTn id="89" dur="650" fill="hold"/>
                                        <p:tgtEl>
                                          <p:spTgt spid="94"/>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590"/>
                                  </p:stCondLst>
                                  <p:childTnLst>
                                    <p:set>
                                      <p:cBhvr>
                                        <p:cTn id="91" dur="1" fill="hold">
                                          <p:stCondLst>
                                            <p:cond delay="0"/>
                                          </p:stCondLst>
                                        </p:cTn>
                                        <p:tgtEl>
                                          <p:spTgt spid="95"/>
                                        </p:tgtEl>
                                        <p:attrNameLst>
                                          <p:attrName>style.visibility</p:attrName>
                                        </p:attrNameLst>
                                      </p:cBhvr>
                                      <p:to>
                                        <p:strVal val="visible"/>
                                      </p:to>
                                    </p:set>
                                    <p:animEffect transition="in" filter="fade">
                                      <p:cBhvr>
                                        <p:cTn id="92" dur="650"/>
                                        <p:tgtEl>
                                          <p:spTgt spid="95"/>
                                        </p:tgtEl>
                                      </p:cBhvr>
                                    </p:animEffect>
                                    <p:anim calcmode="lin" valueType="num">
                                      <p:cBhvr>
                                        <p:cTn id="93" dur="650" fill="hold"/>
                                        <p:tgtEl>
                                          <p:spTgt spid="95"/>
                                        </p:tgtEl>
                                        <p:attrNameLst>
                                          <p:attrName>ppt_x</p:attrName>
                                        </p:attrNameLst>
                                      </p:cBhvr>
                                      <p:tavLst>
                                        <p:tav tm="0">
                                          <p:val>
                                            <p:strVal val="#ppt_x"/>
                                          </p:val>
                                        </p:tav>
                                        <p:tav tm="100000">
                                          <p:val>
                                            <p:strVal val="#ppt_x"/>
                                          </p:val>
                                        </p:tav>
                                      </p:tavLst>
                                    </p:anim>
                                    <p:anim calcmode="lin" valueType="num">
                                      <p:cBhvr>
                                        <p:cTn id="94" dur="650" fill="hold"/>
                                        <p:tgtEl>
                                          <p:spTgt spid="95"/>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590"/>
                                  </p:stCondLst>
                                  <p:childTnLst>
                                    <p:set>
                                      <p:cBhvr>
                                        <p:cTn id="96" dur="1" fill="hold">
                                          <p:stCondLst>
                                            <p:cond delay="0"/>
                                          </p:stCondLst>
                                        </p:cTn>
                                        <p:tgtEl>
                                          <p:spTgt spid="96"/>
                                        </p:tgtEl>
                                        <p:attrNameLst>
                                          <p:attrName>style.visibility</p:attrName>
                                        </p:attrNameLst>
                                      </p:cBhvr>
                                      <p:to>
                                        <p:strVal val="visible"/>
                                      </p:to>
                                    </p:set>
                                    <p:animEffect transition="in" filter="fade">
                                      <p:cBhvr>
                                        <p:cTn id="97" dur="650"/>
                                        <p:tgtEl>
                                          <p:spTgt spid="96"/>
                                        </p:tgtEl>
                                      </p:cBhvr>
                                    </p:animEffect>
                                    <p:anim calcmode="lin" valueType="num">
                                      <p:cBhvr>
                                        <p:cTn id="98" dur="650" fill="hold"/>
                                        <p:tgtEl>
                                          <p:spTgt spid="96"/>
                                        </p:tgtEl>
                                        <p:attrNameLst>
                                          <p:attrName>ppt_x</p:attrName>
                                        </p:attrNameLst>
                                      </p:cBhvr>
                                      <p:tavLst>
                                        <p:tav tm="0">
                                          <p:val>
                                            <p:strVal val="#ppt_x"/>
                                          </p:val>
                                        </p:tav>
                                        <p:tav tm="100000">
                                          <p:val>
                                            <p:strVal val="#ppt_x"/>
                                          </p:val>
                                        </p:tav>
                                      </p:tavLst>
                                    </p:anim>
                                    <p:anim calcmode="lin" valueType="num">
                                      <p:cBhvr>
                                        <p:cTn id="99" dur="650" fill="hold"/>
                                        <p:tgtEl>
                                          <p:spTgt spid="96"/>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590"/>
                                  </p:stCondLst>
                                  <p:childTnLst>
                                    <p:set>
                                      <p:cBhvr>
                                        <p:cTn id="101" dur="1" fill="hold">
                                          <p:stCondLst>
                                            <p:cond delay="0"/>
                                          </p:stCondLst>
                                        </p:cTn>
                                        <p:tgtEl>
                                          <p:spTgt spid="97"/>
                                        </p:tgtEl>
                                        <p:attrNameLst>
                                          <p:attrName>style.visibility</p:attrName>
                                        </p:attrNameLst>
                                      </p:cBhvr>
                                      <p:to>
                                        <p:strVal val="visible"/>
                                      </p:to>
                                    </p:set>
                                    <p:animEffect transition="in" filter="fade">
                                      <p:cBhvr>
                                        <p:cTn id="102" dur="650"/>
                                        <p:tgtEl>
                                          <p:spTgt spid="97"/>
                                        </p:tgtEl>
                                      </p:cBhvr>
                                    </p:animEffect>
                                    <p:anim calcmode="lin" valueType="num">
                                      <p:cBhvr>
                                        <p:cTn id="103" dur="650" fill="hold"/>
                                        <p:tgtEl>
                                          <p:spTgt spid="97"/>
                                        </p:tgtEl>
                                        <p:attrNameLst>
                                          <p:attrName>ppt_x</p:attrName>
                                        </p:attrNameLst>
                                      </p:cBhvr>
                                      <p:tavLst>
                                        <p:tav tm="0">
                                          <p:val>
                                            <p:strVal val="#ppt_x"/>
                                          </p:val>
                                        </p:tav>
                                        <p:tav tm="100000">
                                          <p:val>
                                            <p:strVal val="#ppt_x"/>
                                          </p:val>
                                        </p:tav>
                                      </p:tavLst>
                                    </p:anim>
                                    <p:anim calcmode="lin" valueType="num">
                                      <p:cBhvr>
                                        <p:cTn id="104" dur="650" fill="hold"/>
                                        <p:tgtEl>
                                          <p:spTgt spid="97"/>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590"/>
                                  </p:stCondLst>
                                  <p:childTnLst>
                                    <p:set>
                                      <p:cBhvr>
                                        <p:cTn id="106" dur="1" fill="hold">
                                          <p:stCondLst>
                                            <p:cond delay="0"/>
                                          </p:stCondLst>
                                        </p:cTn>
                                        <p:tgtEl>
                                          <p:spTgt spid="98"/>
                                        </p:tgtEl>
                                        <p:attrNameLst>
                                          <p:attrName>style.visibility</p:attrName>
                                        </p:attrNameLst>
                                      </p:cBhvr>
                                      <p:to>
                                        <p:strVal val="visible"/>
                                      </p:to>
                                    </p:set>
                                    <p:animEffect transition="in" filter="fade">
                                      <p:cBhvr>
                                        <p:cTn id="107" dur="650"/>
                                        <p:tgtEl>
                                          <p:spTgt spid="98"/>
                                        </p:tgtEl>
                                      </p:cBhvr>
                                    </p:animEffect>
                                    <p:anim calcmode="lin" valueType="num">
                                      <p:cBhvr>
                                        <p:cTn id="108" dur="650" fill="hold"/>
                                        <p:tgtEl>
                                          <p:spTgt spid="98"/>
                                        </p:tgtEl>
                                        <p:attrNameLst>
                                          <p:attrName>ppt_x</p:attrName>
                                        </p:attrNameLst>
                                      </p:cBhvr>
                                      <p:tavLst>
                                        <p:tav tm="0">
                                          <p:val>
                                            <p:strVal val="#ppt_x"/>
                                          </p:val>
                                        </p:tav>
                                        <p:tav tm="100000">
                                          <p:val>
                                            <p:strVal val="#ppt_x"/>
                                          </p:val>
                                        </p:tav>
                                      </p:tavLst>
                                    </p:anim>
                                    <p:anim calcmode="lin" valueType="num">
                                      <p:cBhvr>
                                        <p:cTn id="109" dur="650" fill="hold"/>
                                        <p:tgtEl>
                                          <p:spTgt spid="98"/>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590"/>
                                  </p:stCondLst>
                                  <p:childTnLst>
                                    <p:set>
                                      <p:cBhvr>
                                        <p:cTn id="111" dur="1" fill="hold">
                                          <p:stCondLst>
                                            <p:cond delay="0"/>
                                          </p:stCondLst>
                                        </p:cTn>
                                        <p:tgtEl>
                                          <p:spTgt spid="99"/>
                                        </p:tgtEl>
                                        <p:attrNameLst>
                                          <p:attrName>style.visibility</p:attrName>
                                        </p:attrNameLst>
                                      </p:cBhvr>
                                      <p:to>
                                        <p:strVal val="visible"/>
                                      </p:to>
                                    </p:set>
                                    <p:animEffect transition="in" filter="fade">
                                      <p:cBhvr>
                                        <p:cTn id="112" dur="650"/>
                                        <p:tgtEl>
                                          <p:spTgt spid="99"/>
                                        </p:tgtEl>
                                      </p:cBhvr>
                                    </p:animEffect>
                                    <p:anim calcmode="lin" valueType="num">
                                      <p:cBhvr>
                                        <p:cTn id="113" dur="650" fill="hold"/>
                                        <p:tgtEl>
                                          <p:spTgt spid="99"/>
                                        </p:tgtEl>
                                        <p:attrNameLst>
                                          <p:attrName>ppt_x</p:attrName>
                                        </p:attrNameLst>
                                      </p:cBhvr>
                                      <p:tavLst>
                                        <p:tav tm="0">
                                          <p:val>
                                            <p:strVal val="#ppt_x"/>
                                          </p:val>
                                        </p:tav>
                                        <p:tav tm="100000">
                                          <p:val>
                                            <p:strVal val="#ppt_x"/>
                                          </p:val>
                                        </p:tav>
                                      </p:tavLst>
                                    </p:anim>
                                    <p:anim calcmode="lin" valueType="num">
                                      <p:cBhvr>
                                        <p:cTn id="114" dur="650" fill="hold"/>
                                        <p:tgtEl>
                                          <p:spTgt spid="99"/>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590"/>
                                  </p:stCondLst>
                                  <p:childTnLst>
                                    <p:set>
                                      <p:cBhvr>
                                        <p:cTn id="116" dur="1" fill="hold">
                                          <p:stCondLst>
                                            <p:cond delay="0"/>
                                          </p:stCondLst>
                                        </p:cTn>
                                        <p:tgtEl>
                                          <p:spTgt spid="100"/>
                                        </p:tgtEl>
                                        <p:attrNameLst>
                                          <p:attrName>style.visibility</p:attrName>
                                        </p:attrNameLst>
                                      </p:cBhvr>
                                      <p:to>
                                        <p:strVal val="visible"/>
                                      </p:to>
                                    </p:set>
                                    <p:animEffect transition="in" filter="fade">
                                      <p:cBhvr>
                                        <p:cTn id="117" dur="650"/>
                                        <p:tgtEl>
                                          <p:spTgt spid="100"/>
                                        </p:tgtEl>
                                      </p:cBhvr>
                                    </p:animEffect>
                                    <p:anim calcmode="lin" valueType="num">
                                      <p:cBhvr>
                                        <p:cTn id="118" dur="650" fill="hold"/>
                                        <p:tgtEl>
                                          <p:spTgt spid="100"/>
                                        </p:tgtEl>
                                        <p:attrNameLst>
                                          <p:attrName>ppt_x</p:attrName>
                                        </p:attrNameLst>
                                      </p:cBhvr>
                                      <p:tavLst>
                                        <p:tav tm="0">
                                          <p:val>
                                            <p:strVal val="#ppt_x"/>
                                          </p:val>
                                        </p:tav>
                                        <p:tav tm="100000">
                                          <p:val>
                                            <p:strVal val="#ppt_x"/>
                                          </p:val>
                                        </p:tav>
                                      </p:tavLst>
                                    </p:anim>
                                    <p:anim calcmode="lin" valueType="num">
                                      <p:cBhvr>
                                        <p:cTn id="119" dur="650" fill="hold"/>
                                        <p:tgtEl>
                                          <p:spTgt spid="100"/>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810"/>
                                  </p:stCondLst>
                                  <p:childTnLst>
                                    <p:set>
                                      <p:cBhvr>
                                        <p:cTn id="121" dur="1" fill="hold">
                                          <p:stCondLst>
                                            <p:cond delay="0"/>
                                          </p:stCondLst>
                                        </p:cTn>
                                        <p:tgtEl>
                                          <p:spTgt spid="101"/>
                                        </p:tgtEl>
                                        <p:attrNameLst>
                                          <p:attrName>style.visibility</p:attrName>
                                        </p:attrNameLst>
                                      </p:cBhvr>
                                      <p:to>
                                        <p:strVal val="visible"/>
                                      </p:to>
                                    </p:set>
                                    <p:animEffect transition="in" filter="fade">
                                      <p:cBhvr>
                                        <p:cTn id="122" dur="650"/>
                                        <p:tgtEl>
                                          <p:spTgt spid="101"/>
                                        </p:tgtEl>
                                      </p:cBhvr>
                                    </p:animEffect>
                                    <p:anim calcmode="lin" valueType="num">
                                      <p:cBhvr>
                                        <p:cTn id="123" dur="650" fill="hold"/>
                                        <p:tgtEl>
                                          <p:spTgt spid="101"/>
                                        </p:tgtEl>
                                        <p:attrNameLst>
                                          <p:attrName>ppt_x</p:attrName>
                                        </p:attrNameLst>
                                      </p:cBhvr>
                                      <p:tavLst>
                                        <p:tav tm="0">
                                          <p:val>
                                            <p:strVal val="#ppt_x"/>
                                          </p:val>
                                        </p:tav>
                                        <p:tav tm="100000">
                                          <p:val>
                                            <p:strVal val="#ppt_x"/>
                                          </p:val>
                                        </p:tav>
                                      </p:tavLst>
                                    </p:anim>
                                    <p:anim calcmode="lin" valueType="num">
                                      <p:cBhvr>
                                        <p:cTn id="124" dur="650" fill="hold"/>
                                        <p:tgtEl>
                                          <p:spTgt spid="101"/>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810"/>
                                  </p:stCondLst>
                                  <p:childTnLst>
                                    <p:set>
                                      <p:cBhvr>
                                        <p:cTn id="126" dur="1" fill="hold">
                                          <p:stCondLst>
                                            <p:cond delay="0"/>
                                          </p:stCondLst>
                                        </p:cTn>
                                        <p:tgtEl>
                                          <p:spTgt spid="102"/>
                                        </p:tgtEl>
                                        <p:attrNameLst>
                                          <p:attrName>style.visibility</p:attrName>
                                        </p:attrNameLst>
                                      </p:cBhvr>
                                      <p:to>
                                        <p:strVal val="visible"/>
                                      </p:to>
                                    </p:set>
                                    <p:animEffect transition="in" filter="fade">
                                      <p:cBhvr>
                                        <p:cTn id="127" dur="650"/>
                                        <p:tgtEl>
                                          <p:spTgt spid="102"/>
                                        </p:tgtEl>
                                      </p:cBhvr>
                                    </p:animEffect>
                                    <p:anim calcmode="lin" valueType="num">
                                      <p:cBhvr>
                                        <p:cTn id="128" dur="650" fill="hold"/>
                                        <p:tgtEl>
                                          <p:spTgt spid="102"/>
                                        </p:tgtEl>
                                        <p:attrNameLst>
                                          <p:attrName>ppt_x</p:attrName>
                                        </p:attrNameLst>
                                      </p:cBhvr>
                                      <p:tavLst>
                                        <p:tav tm="0">
                                          <p:val>
                                            <p:strVal val="#ppt_x"/>
                                          </p:val>
                                        </p:tav>
                                        <p:tav tm="100000">
                                          <p:val>
                                            <p:strVal val="#ppt_x"/>
                                          </p:val>
                                        </p:tav>
                                      </p:tavLst>
                                    </p:anim>
                                    <p:anim calcmode="lin" valueType="num">
                                      <p:cBhvr>
                                        <p:cTn id="129" dur="650" fill="hold"/>
                                        <p:tgtEl>
                                          <p:spTgt spid="102"/>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810"/>
                                  </p:stCondLst>
                                  <p:childTnLst>
                                    <p:set>
                                      <p:cBhvr>
                                        <p:cTn id="131" dur="1" fill="hold">
                                          <p:stCondLst>
                                            <p:cond delay="0"/>
                                          </p:stCondLst>
                                        </p:cTn>
                                        <p:tgtEl>
                                          <p:spTgt spid="103"/>
                                        </p:tgtEl>
                                        <p:attrNameLst>
                                          <p:attrName>style.visibility</p:attrName>
                                        </p:attrNameLst>
                                      </p:cBhvr>
                                      <p:to>
                                        <p:strVal val="visible"/>
                                      </p:to>
                                    </p:set>
                                    <p:animEffect transition="in" filter="fade">
                                      <p:cBhvr>
                                        <p:cTn id="132" dur="650"/>
                                        <p:tgtEl>
                                          <p:spTgt spid="103"/>
                                        </p:tgtEl>
                                      </p:cBhvr>
                                    </p:animEffect>
                                    <p:anim calcmode="lin" valueType="num">
                                      <p:cBhvr>
                                        <p:cTn id="133" dur="650" fill="hold"/>
                                        <p:tgtEl>
                                          <p:spTgt spid="103"/>
                                        </p:tgtEl>
                                        <p:attrNameLst>
                                          <p:attrName>ppt_x</p:attrName>
                                        </p:attrNameLst>
                                      </p:cBhvr>
                                      <p:tavLst>
                                        <p:tav tm="0">
                                          <p:val>
                                            <p:strVal val="#ppt_x"/>
                                          </p:val>
                                        </p:tav>
                                        <p:tav tm="100000">
                                          <p:val>
                                            <p:strVal val="#ppt_x"/>
                                          </p:val>
                                        </p:tav>
                                      </p:tavLst>
                                    </p:anim>
                                    <p:anim calcmode="lin" valueType="num">
                                      <p:cBhvr>
                                        <p:cTn id="134" dur="650" fill="hold"/>
                                        <p:tgtEl>
                                          <p:spTgt spid="103"/>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1030"/>
                                  </p:stCondLst>
                                  <p:childTnLst>
                                    <p:set>
                                      <p:cBhvr>
                                        <p:cTn id="136" dur="1" fill="hold">
                                          <p:stCondLst>
                                            <p:cond delay="0"/>
                                          </p:stCondLst>
                                        </p:cTn>
                                        <p:tgtEl>
                                          <p:spTgt spid="104"/>
                                        </p:tgtEl>
                                        <p:attrNameLst>
                                          <p:attrName>style.visibility</p:attrName>
                                        </p:attrNameLst>
                                      </p:cBhvr>
                                      <p:to>
                                        <p:strVal val="visible"/>
                                      </p:to>
                                    </p:set>
                                    <p:animEffect transition="in" filter="fade">
                                      <p:cBhvr>
                                        <p:cTn id="137" dur="650"/>
                                        <p:tgtEl>
                                          <p:spTgt spid="104"/>
                                        </p:tgtEl>
                                      </p:cBhvr>
                                    </p:animEffect>
                                    <p:anim calcmode="lin" valueType="num">
                                      <p:cBhvr>
                                        <p:cTn id="138" dur="650" fill="hold"/>
                                        <p:tgtEl>
                                          <p:spTgt spid="104"/>
                                        </p:tgtEl>
                                        <p:attrNameLst>
                                          <p:attrName>ppt_x</p:attrName>
                                        </p:attrNameLst>
                                      </p:cBhvr>
                                      <p:tavLst>
                                        <p:tav tm="0">
                                          <p:val>
                                            <p:strVal val="#ppt_x"/>
                                          </p:val>
                                        </p:tav>
                                        <p:tav tm="100000">
                                          <p:val>
                                            <p:strVal val="#ppt_x"/>
                                          </p:val>
                                        </p:tav>
                                      </p:tavLst>
                                    </p:anim>
                                    <p:anim calcmode="lin" valueType="num">
                                      <p:cBhvr>
                                        <p:cTn id="139" dur="650" fill="hold"/>
                                        <p:tgtEl>
                                          <p:spTgt spid="104"/>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1030"/>
                                  </p:stCondLst>
                                  <p:childTnLst>
                                    <p:set>
                                      <p:cBhvr>
                                        <p:cTn id="141" dur="1" fill="hold">
                                          <p:stCondLst>
                                            <p:cond delay="0"/>
                                          </p:stCondLst>
                                        </p:cTn>
                                        <p:tgtEl>
                                          <p:spTgt spid="105"/>
                                        </p:tgtEl>
                                        <p:attrNameLst>
                                          <p:attrName>style.visibility</p:attrName>
                                        </p:attrNameLst>
                                      </p:cBhvr>
                                      <p:to>
                                        <p:strVal val="visible"/>
                                      </p:to>
                                    </p:set>
                                    <p:animEffect transition="in" filter="fade">
                                      <p:cBhvr>
                                        <p:cTn id="142" dur="650"/>
                                        <p:tgtEl>
                                          <p:spTgt spid="105"/>
                                        </p:tgtEl>
                                      </p:cBhvr>
                                    </p:animEffect>
                                    <p:anim calcmode="lin" valueType="num">
                                      <p:cBhvr>
                                        <p:cTn id="143" dur="650" fill="hold"/>
                                        <p:tgtEl>
                                          <p:spTgt spid="105"/>
                                        </p:tgtEl>
                                        <p:attrNameLst>
                                          <p:attrName>ppt_x</p:attrName>
                                        </p:attrNameLst>
                                      </p:cBhvr>
                                      <p:tavLst>
                                        <p:tav tm="0">
                                          <p:val>
                                            <p:strVal val="#ppt_x"/>
                                          </p:val>
                                        </p:tav>
                                        <p:tav tm="100000">
                                          <p:val>
                                            <p:strVal val="#ppt_x"/>
                                          </p:val>
                                        </p:tav>
                                      </p:tavLst>
                                    </p:anim>
                                    <p:anim calcmode="lin" valueType="num">
                                      <p:cBhvr>
                                        <p:cTn id="144" dur="650" fill="hold"/>
                                        <p:tgtEl>
                                          <p:spTgt spid="105"/>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1030"/>
                                  </p:stCondLst>
                                  <p:childTnLst>
                                    <p:set>
                                      <p:cBhvr>
                                        <p:cTn id="146" dur="1" fill="hold">
                                          <p:stCondLst>
                                            <p:cond delay="0"/>
                                          </p:stCondLst>
                                        </p:cTn>
                                        <p:tgtEl>
                                          <p:spTgt spid="106"/>
                                        </p:tgtEl>
                                        <p:attrNameLst>
                                          <p:attrName>style.visibility</p:attrName>
                                        </p:attrNameLst>
                                      </p:cBhvr>
                                      <p:to>
                                        <p:strVal val="visible"/>
                                      </p:to>
                                    </p:set>
                                    <p:animEffect transition="in" filter="fade">
                                      <p:cBhvr>
                                        <p:cTn id="147" dur="650"/>
                                        <p:tgtEl>
                                          <p:spTgt spid="106"/>
                                        </p:tgtEl>
                                      </p:cBhvr>
                                    </p:animEffect>
                                    <p:anim calcmode="lin" valueType="num">
                                      <p:cBhvr>
                                        <p:cTn id="148" dur="650" fill="hold"/>
                                        <p:tgtEl>
                                          <p:spTgt spid="106"/>
                                        </p:tgtEl>
                                        <p:attrNameLst>
                                          <p:attrName>ppt_x</p:attrName>
                                        </p:attrNameLst>
                                      </p:cBhvr>
                                      <p:tavLst>
                                        <p:tav tm="0">
                                          <p:val>
                                            <p:strVal val="#ppt_x"/>
                                          </p:val>
                                        </p:tav>
                                        <p:tav tm="100000">
                                          <p:val>
                                            <p:strVal val="#ppt_x"/>
                                          </p:val>
                                        </p:tav>
                                      </p:tavLst>
                                    </p:anim>
                                    <p:anim calcmode="lin" valueType="num">
                                      <p:cBhvr>
                                        <p:cTn id="149" dur="650" fill="hold"/>
                                        <p:tgtEl>
                                          <p:spTgt spid="106"/>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1030"/>
                                  </p:stCondLst>
                                  <p:childTnLst>
                                    <p:set>
                                      <p:cBhvr>
                                        <p:cTn id="151" dur="1" fill="hold">
                                          <p:stCondLst>
                                            <p:cond delay="0"/>
                                          </p:stCondLst>
                                        </p:cTn>
                                        <p:tgtEl>
                                          <p:spTgt spid="107"/>
                                        </p:tgtEl>
                                        <p:attrNameLst>
                                          <p:attrName>style.visibility</p:attrName>
                                        </p:attrNameLst>
                                      </p:cBhvr>
                                      <p:to>
                                        <p:strVal val="visible"/>
                                      </p:to>
                                    </p:set>
                                    <p:animEffect transition="in" filter="fade">
                                      <p:cBhvr>
                                        <p:cTn id="152" dur="650"/>
                                        <p:tgtEl>
                                          <p:spTgt spid="107"/>
                                        </p:tgtEl>
                                      </p:cBhvr>
                                    </p:animEffect>
                                    <p:anim calcmode="lin" valueType="num">
                                      <p:cBhvr>
                                        <p:cTn id="153" dur="650" fill="hold"/>
                                        <p:tgtEl>
                                          <p:spTgt spid="107"/>
                                        </p:tgtEl>
                                        <p:attrNameLst>
                                          <p:attrName>ppt_x</p:attrName>
                                        </p:attrNameLst>
                                      </p:cBhvr>
                                      <p:tavLst>
                                        <p:tav tm="0">
                                          <p:val>
                                            <p:strVal val="#ppt_x"/>
                                          </p:val>
                                        </p:tav>
                                        <p:tav tm="100000">
                                          <p:val>
                                            <p:strVal val="#ppt_x"/>
                                          </p:val>
                                        </p:tav>
                                      </p:tavLst>
                                    </p:anim>
                                    <p:anim calcmode="lin" valueType="num">
                                      <p:cBhvr>
                                        <p:cTn id="154" dur="650" fill="hold"/>
                                        <p:tgtEl>
                                          <p:spTgt spid="107"/>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1030"/>
                                  </p:stCondLst>
                                  <p:childTnLst>
                                    <p:set>
                                      <p:cBhvr>
                                        <p:cTn id="156" dur="1" fill="hold">
                                          <p:stCondLst>
                                            <p:cond delay="0"/>
                                          </p:stCondLst>
                                        </p:cTn>
                                        <p:tgtEl>
                                          <p:spTgt spid="108"/>
                                        </p:tgtEl>
                                        <p:attrNameLst>
                                          <p:attrName>style.visibility</p:attrName>
                                        </p:attrNameLst>
                                      </p:cBhvr>
                                      <p:to>
                                        <p:strVal val="visible"/>
                                      </p:to>
                                    </p:set>
                                    <p:animEffect transition="in" filter="fade">
                                      <p:cBhvr>
                                        <p:cTn id="157" dur="650"/>
                                        <p:tgtEl>
                                          <p:spTgt spid="108"/>
                                        </p:tgtEl>
                                      </p:cBhvr>
                                    </p:animEffect>
                                    <p:anim calcmode="lin" valueType="num">
                                      <p:cBhvr>
                                        <p:cTn id="158" dur="650" fill="hold"/>
                                        <p:tgtEl>
                                          <p:spTgt spid="108"/>
                                        </p:tgtEl>
                                        <p:attrNameLst>
                                          <p:attrName>ppt_x</p:attrName>
                                        </p:attrNameLst>
                                      </p:cBhvr>
                                      <p:tavLst>
                                        <p:tav tm="0">
                                          <p:val>
                                            <p:strVal val="#ppt_x"/>
                                          </p:val>
                                        </p:tav>
                                        <p:tav tm="100000">
                                          <p:val>
                                            <p:strVal val="#ppt_x"/>
                                          </p:val>
                                        </p:tav>
                                      </p:tavLst>
                                    </p:anim>
                                    <p:anim calcmode="lin" valueType="num">
                                      <p:cBhvr>
                                        <p:cTn id="159" dur="650" fill="hold"/>
                                        <p:tgtEl>
                                          <p:spTgt spid="108"/>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1030"/>
                                  </p:stCondLst>
                                  <p:childTnLst>
                                    <p:set>
                                      <p:cBhvr>
                                        <p:cTn id="161" dur="1" fill="hold">
                                          <p:stCondLst>
                                            <p:cond delay="0"/>
                                          </p:stCondLst>
                                        </p:cTn>
                                        <p:tgtEl>
                                          <p:spTgt spid="109"/>
                                        </p:tgtEl>
                                        <p:attrNameLst>
                                          <p:attrName>style.visibility</p:attrName>
                                        </p:attrNameLst>
                                      </p:cBhvr>
                                      <p:to>
                                        <p:strVal val="visible"/>
                                      </p:to>
                                    </p:set>
                                    <p:animEffect transition="in" filter="fade">
                                      <p:cBhvr>
                                        <p:cTn id="162" dur="650"/>
                                        <p:tgtEl>
                                          <p:spTgt spid="109"/>
                                        </p:tgtEl>
                                      </p:cBhvr>
                                    </p:animEffect>
                                    <p:anim calcmode="lin" valueType="num">
                                      <p:cBhvr>
                                        <p:cTn id="163" dur="650" fill="hold"/>
                                        <p:tgtEl>
                                          <p:spTgt spid="109"/>
                                        </p:tgtEl>
                                        <p:attrNameLst>
                                          <p:attrName>ppt_x</p:attrName>
                                        </p:attrNameLst>
                                      </p:cBhvr>
                                      <p:tavLst>
                                        <p:tav tm="0">
                                          <p:val>
                                            <p:strVal val="#ppt_x"/>
                                          </p:val>
                                        </p:tav>
                                        <p:tav tm="100000">
                                          <p:val>
                                            <p:strVal val="#ppt_x"/>
                                          </p:val>
                                        </p:tav>
                                      </p:tavLst>
                                    </p:anim>
                                    <p:anim calcmode="lin" valueType="num">
                                      <p:cBhvr>
                                        <p:cTn id="164" dur="650" fill="hold"/>
                                        <p:tgtEl>
                                          <p:spTgt spid="109"/>
                                        </p:tgtEl>
                                        <p:attrNameLst>
                                          <p:attrName>ppt_y</p:attrName>
                                        </p:attrNameLst>
                                      </p:cBhvr>
                                      <p:tavLst>
                                        <p:tav tm="0">
                                          <p:val>
                                            <p:strVal val="#ppt_y+.1"/>
                                          </p:val>
                                        </p:tav>
                                        <p:tav tm="100000">
                                          <p:val>
                                            <p:strVal val="#ppt_y"/>
                                          </p:val>
                                        </p:tav>
                                      </p:tavLst>
                                    </p:anim>
                                  </p:childTnLst>
                                </p:cTn>
                              </p:par>
                              <p:par>
                                <p:cTn id="165" presetID="42" presetClass="entr" presetSubtype="0" fill="hold" grpId="0" nodeType="withEffect">
                                  <p:stCondLst>
                                    <p:cond delay="1030"/>
                                  </p:stCondLst>
                                  <p:childTnLst>
                                    <p:set>
                                      <p:cBhvr>
                                        <p:cTn id="166" dur="1" fill="hold">
                                          <p:stCondLst>
                                            <p:cond delay="0"/>
                                          </p:stCondLst>
                                        </p:cTn>
                                        <p:tgtEl>
                                          <p:spTgt spid="110"/>
                                        </p:tgtEl>
                                        <p:attrNameLst>
                                          <p:attrName>style.visibility</p:attrName>
                                        </p:attrNameLst>
                                      </p:cBhvr>
                                      <p:to>
                                        <p:strVal val="visible"/>
                                      </p:to>
                                    </p:set>
                                    <p:animEffect transition="in" filter="fade">
                                      <p:cBhvr>
                                        <p:cTn id="167" dur="650"/>
                                        <p:tgtEl>
                                          <p:spTgt spid="110"/>
                                        </p:tgtEl>
                                      </p:cBhvr>
                                    </p:animEffect>
                                    <p:anim calcmode="lin" valueType="num">
                                      <p:cBhvr>
                                        <p:cTn id="168" dur="650" fill="hold"/>
                                        <p:tgtEl>
                                          <p:spTgt spid="110"/>
                                        </p:tgtEl>
                                        <p:attrNameLst>
                                          <p:attrName>ppt_x</p:attrName>
                                        </p:attrNameLst>
                                      </p:cBhvr>
                                      <p:tavLst>
                                        <p:tav tm="0">
                                          <p:val>
                                            <p:strVal val="#ppt_x"/>
                                          </p:val>
                                        </p:tav>
                                        <p:tav tm="100000">
                                          <p:val>
                                            <p:strVal val="#ppt_x"/>
                                          </p:val>
                                        </p:tav>
                                      </p:tavLst>
                                    </p:anim>
                                    <p:anim calcmode="lin" valueType="num">
                                      <p:cBhvr>
                                        <p:cTn id="169" dur="650" fill="hold"/>
                                        <p:tgtEl>
                                          <p:spTgt spid="110"/>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1030"/>
                                  </p:stCondLst>
                                  <p:childTnLst>
                                    <p:set>
                                      <p:cBhvr>
                                        <p:cTn id="171" dur="1" fill="hold">
                                          <p:stCondLst>
                                            <p:cond delay="0"/>
                                          </p:stCondLst>
                                        </p:cTn>
                                        <p:tgtEl>
                                          <p:spTgt spid="111"/>
                                        </p:tgtEl>
                                        <p:attrNameLst>
                                          <p:attrName>style.visibility</p:attrName>
                                        </p:attrNameLst>
                                      </p:cBhvr>
                                      <p:to>
                                        <p:strVal val="visible"/>
                                      </p:to>
                                    </p:set>
                                    <p:animEffect transition="in" filter="fade">
                                      <p:cBhvr>
                                        <p:cTn id="172" dur="650"/>
                                        <p:tgtEl>
                                          <p:spTgt spid="111"/>
                                        </p:tgtEl>
                                      </p:cBhvr>
                                    </p:animEffect>
                                    <p:anim calcmode="lin" valueType="num">
                                      <p:cBhvr>
                                        <p:cTn id="173" dur="650" fill="hold"/>
                                        <p:tgtEl>
                                          <p:spTgt spid="111"/>
                                        </p:tgtEl>
                                        <p:attrNameLst>
                                          <p:attrName>ppt_x</p:attrName>
                                        </p:attrNameLst>
                                      </p:cBhvr>
                                      <p:tavLst>
                                        <p:tav tm="0">
                                          <p:val>
                                            <p:strVal val="#ppt_x"/>
                                          </p:val>
                                        </p:tav>
                                        <p:tav tm="100000">
                                          <p:val>
                                            <p:strVal val="#ppt_x"/>
                                          </p:val>
                                        </p:tav>
                                      </p:tavLst>
                                    </p:anim>
                                    <p:anim calcmode="lin" valueType="num">
                                      <p:cBhvr>
                                        <p:cTn id="174" dur="650" fill="hold"/>
                                        <p:tgtEl>
                                          <p:spTgt spid="111"/>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1030"/>
                                  </p:stCondLst>
                                  <p:childTnLst>
                                    <p:set>
                                      <p:cBhvr>
                                        <p:cTn id="176" dur="1" fill="hold">
                                          <p:stCondLst>
                                            <p:cond delay="0"/>
                                          </p:stCondLst>
                                        </p:cTn>
                                        <p:tgtEl>
                                          <p:spTgt spid="112"/>
                                        </p:tgtEl>
                                        <p:attrNameLst>
                                          <p:attrName>style.visibility</p:attrName>
                                        </p:attrNameLst>
                                      </p:cBhvr>
                                      <p:to>
                                        <p:strVal val="visible"/>
                                      </p:to>
                                    </p:set>
                                    <p:animEffect transition="in" filter="fade">
                                      <p:cBhvr>
                                        <p:cTn id="177" dur="650"/>
                                        <p:tgtEl>
                                          <p:spTgt spid="112"/>
                                        </p:tgtEl>
                                      </p:cBhvr>
                                    </p:animEffect>
                                    <p:anim calcmode="lin" valueType="num">
                                      <p:cBhvr>
                                        <p:cTn id="178" dur="650" fill="hold"/>
                                        <p:tgtEl>
                                          <p:spTgt spid="112"/>
                                        </p:tgtEl>
                                        <p:attrNameLst>
                                          <p:attrName>ppt_x</p:attrName>
                                        </p:attrNameLst>
                                      </p:cBhvr>
                                      <p:tavLst>
                                        <p:tav tm="0">
                                          <p:val>
                                            <p:strVal val="#ppt_x"/>
                                          </p:val>
                                        </p:tav>
                                        <p:tav tm="100000">
                                          <p:val>
                                            <p:strVal val="#ppt_x"/>
                                          </p:val>
                                        </p:tav>
                                      </p:tavLst>
                                    </p:anim>
                                    <p:anim calcmode="lin" valueType="num">
                                      <p:cBhvr>
                                        <p:cTn id="179" dur="650" fill="hold"/>
                                        <p:tgtEl>
                                          <p:spTgt spid="112"/>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1250"/>
                                  </p:stCondLst>
                                  <p:childTnLst>
                                    <p:set>
                                      <p:cBhvr>
                                        <p:cTn id="181" dur="1" fill="hold">
                                          <p:stCondLst>
                                            <p:cond delay="0"/>
                                          </p:stCondLst>
                                        </p:cTn>
                                        <p:tgtEl>
                                          <p:spTgt spid="113"/>
                                        </p:tgtEl>
                                        <p:attrNameLst>
                                          <p:attrName>style.visibility</p:attrName>
                                        </p:attrNameLst>
                                      </p:cBhvr>
                                      <p:to>
                                        <p:strVal val="visible"/>
                                      </p:to>
                                    </p:set>
                                    <p:animEffect transition="in" filter="fade">
                                      <p:cBhvr>
                                        <p:cTn id="182" dur="650"/>
                                        <p:tgtEl>
                                          <p:spTgt spid="113"/>
                                        </p:tgtEl>
                                      </p:cBhvr>
                                    </p:animEffect>
                                    <p:anim calcmode="lin" valueType="num">
                                      <p:cBhvr>
                                        <p:cTn id="183" dur="650" fill="hold"/>
                                        <p:tgtEl>
                                          <p:spTgt spid="113"/>
                                        </p:tgtEl>
                                        <p:attrNameLst>
                                          <p:attrName>ppt_x</p:attrName>
                                        </p:attrNameLst>
                                      </p:cBhvr>
                                      <p:tavLst>
                                        <p:tav tm="0">
                                          <p:val>
                                            <p:strVal val="#ppt_x"/>
                                          </p:val>
                                        </p:tav>
                                        <p:tav tm="100000">
                                          <p:val>
                                            <p:strVal val="#ppt_x"/>
                                          </p:val>
                                        </p:tav>
                                      </p:tavLst>
                                    </p:anim>
                                    <p:anim calcmode="lin" valueType="num">
                                      <p:cBhvr>
                                        <p:cTn id="184" dur="650" fill="hold"/>
                                        <p:tgtEl>
                                          <p:spTgt spid="113"/>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1250"/>
                                  </p:stCondLst>
                                  <p:childTnLst>
                                    <p:set>
                                      <p:cBhvr>
                                        <p:cTn id="186" dur="1" fill="hold">
                                          <p:stCondLst>
                                            <p:cond delay="0"/>
                                          </p:stCondLst>
                                        </p:cTn>
                                        <p:tgtEl>
                                          <p:spTgt spid="114"/>
                                        </p:tgtEl>
                                        <p:attrNameLst>
                                          <p:attrName>style.visibility</p:attrName>
                                        </p:attrNameLst>
                                      </p:cBhvr>
                                      <p:to>
                                        <p:strVal val="visible"/>
                                      </p:to>
                                    </p:set>
                                    <p:animEffect transition="in" filter="fade">
                                      <p:cBhvr>
                                        <p:cTn id="187" dur="650"/>
                                        <p:tgtEl>
                                          <p:spTgt spid="114"/>
                                        </p:tgtEl>
                                      </p:cBhvr>
                                    </p:animEffect>
                                    <p:anim calcmode="lin" valueType="num">
                                      <p:cBhvr>
                                        <p:cTn id="188" dur="650" fill="hold"/>
                                        <p:tgtEl>
                                          <p:spTgt spid="114"/>
                                        </p:tgtEl>
                                        <p:attrNameLst>
                                          <p:attrName>ppt_x</p:attrName>
                                        </p:attrNameLst>
                                      </p:cBhvr>
                                      <p:tavLst>
                                        <p:tav tm="0">
                                          <p:val>
                                            <p:strVal val="#ppt_x"/>
                                          </p:val>
                                        </p:tav>
                                        <p:tav tm="100000">
                                          <p:val>
                                            <p:strVal val="#ppt_x"/>
                                          </p:val>
                                        </p:tav>
                                      </p:tavLst>
                                    </p:anim>
                                    <p:anim calcmode="lin" valueType="num">
                                      <p:cBhvr>
                                        <p:cTn id="189" dur="650" fill="hold"/>
                                        <p:tgtEl>
                                          <p:spTgt spid="114"/>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1250"/>
                                  </p:stCondLst>
                                  <p:childTnLst>
                                    <p:set>
                                      <p:cBhvr>
                                        <p:cTn id="191" dur="1" fill="hold">
                                          <p:stCondLst>
                                            <p:cond delay="0"/>
                                          </p:stCondLst>
                                        </p:cTn>
                                        <p:tgtEl>
                                          <p:spTgt spid="115"/>
                                        </p:tgtEl>
                                        <p:attrNameLst>
                                          <p:attrName>style.visibility</p:attrName>
                                        </p:attrNameLst>
                                      </p:cBhvr>
                                      <p:to>
                                        <p:strVal val="visible"/>
                                      </p:to>
                                    </p:set>
                                    <p:animEffect transition="in" filter="fade">
                                      <p:cBhvr>
                                        <p:cTn id="192" dur="650"/>
                                        <p:tgtEl>
                                          <p:spTgt spid="115"/>
                                        </p:tgtEl>
                                      </p:cBhvr>
                                    </p:animEffect>
                                    <p:anim calcmode="lin" valueType="num">
                                      <p:cBhvr>
                                        <p:cTn id="193" dur="650" fill="hold"/>
                                        <p:tgtEl>
                                          <p:spTgt spid="115"/>
                                        </p:tgtEl>
                                        <p:attrNameLst>
                                          <p:attrName>ppt_x</p:attrName>
                                        </p:attrNameLst>
                                      </p:cBhvr>
                                      <p:tavLst>
                                        <p:tav tm="0">
                                          <p:val>
                                            <p:strVal val="#ppt_x"/>
                                          </p:val>
                                        </p:tav>
                                        <p:tav tm="100000">
                                          <p:val>
                                            <p:strVal val="#ppt_x"/>
                                          </p:val>
                                        </p:tav>
                                      </p:tavLst>
                                    </p:anim>
                                    <p:anim calcmode="lin" valueType="num">
                                      <p:cBhvr>
                                        <p:cTn id="194" dur="650" fill="hold"/>
                                        <p:tgtEl>
                                          <p:spTgt spid="115"/>
                                        </p:tgtEl>
                                        <p:attrNameLst>
                                          <p:attrName>ppt_y</p:attrName>
                                        </p:attrNameLst>
                                      </p:cBhvr>
                                      <p:tavLst>
                                        <p:tav tm="0">
                                          <p:val>
                                            <p:strVal val="#ppt_y+.1"/>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10" presetClass="exit" presetSubtype="0" fill="hold" grpId="1" nodeType="clickEffect">
                                  <p:stCondLst>
                                    <p:cond delay="0"/>
                                  </p:stCondLst>
                                  <p:childTnLst>
                                    <p:animEffect transition="out" filter="fade">
                                      <p:cBhvr>
                                        <p:cTn id="198" dur="300"/>
                                        <p:tgtEl>
                                          <p:spTgt spid="78"/>
                                        </p:tgtEl>
                                      </p:cBhvr>
                                    </p:animEffect>
                                    <p:set>
                                      <p:cBhvr>
                                        <p:cTn id="199" dur="1" fill="hold">
                                          <p:stCondLst>
                                            <p:cond delay="299"/>
                                          </p:stCondLst>
                                        </p:cTn>
                                        <p:tgtEl>
                                          <p:spTgt spid="78"/>
                                        </p:tgtEl>
                                        <p:attrNameLst>
                                          <p:attrName>style.visibility</p:attrName>
                                        </p:attrNameLst>
                                      </p:cBhvr>
                                      <p:to>
                                        <p:strVal val="hidden"/>
                                      </p:to>
                                    </p:set>
                                  </p:childTnLst>
                                </p:cTn>
                              </p:par>
                              <p:par>
                                <p:cTn id="200" presetID="10" presetClass="exit" presetSubtype="0" fill="hold" grpId="1" nodeType="withEffect">
                                  <p:stCondLst>
                                    <p:cond delay="0"/>
                                  </p:stCondLst>
                                  <p:childTnLst>
                                    <p:animEffect transition="out" filter="fade">
                                      <p:cBhvr>
                                        <p:cTn id="201" dur="300"/>
                                        <p:tgtEl>
                                          <p:spTgt spid="79"/>
                                        </p:tgtEl>
                                      </p:cBhvr>
                                    </p:animEffect>
                                    <p:set>
                                      <p:cBhvr>
                                        <p:cTn id="202" dur="1" fill="hold">
                                          <p:stCondLst>
                                            <p:cond delay="299"/>
                                          </p:stCondLst>
                                        </p:cTn>
                                        <p:tgtEl>
                                          <p:spTgt spid="79"/>
                                        </p:tgtEl>
                                        <p:attrNameLst>
                                          <p:attrName>style.visibility</p:attrName>
                                        </p:attrNameLst>
                                      </p:cBhvr>
                                      <p:to>
                                        <p:strVal val="hidden"/>
                                      </p:to>
                                    </p:set>
                                  </p:childTnLst>
                                </p:cTn>
                              </p:par>
                              <p:par>
                                <p:cTn id="203" presetID="10" presetClass="exit" presetSubtype="0" fill="hold" grpId="1" nodeType="withEffect">
                                  <p:stCondLst>
                                    <p:cond delay="0"/>
                                  </p:stCondLst>
                                  <p:childTnLst>
                                    <p:animEffect transition="out" filter="fade">
                                      <p:cBhvr>
                                        <p:cTn id="204" dur="300"/>
                                        <p:tgtEl>
                                          <p:spTgt spid="80"/>
                                        </p:tgtEl>
                                      </p:cBhvr>
                                    </p:animEffect>
                                    <p:set>
                                      <p:cBhvr>
                                        <p:cTn id="205" dur="1" fill="hold">
                                          <p:stCondLst>
                                            <p:cond delay="299"/>
                                          </p:stCondLst>
                                        </p:cTn>
                                        <p:tgtEl>
                                          <p:spTgt spid="80"/>
                                        </p:tgtEl>
                                        <p:attrNameLst>
                                          <p:attrName>style.visibility</p:attrName>
                                        </p:attrNameLst>
                                      </p:cBhvr>
                                      <p:to>
                                        <p:strVal val="hidden"/>
                                      </p:to>
                                    </p:set>
                                  </p:childTnLst>
                                </p:cTn>
                              </p:par>
                              <p:par>
                                <p:cTn id="206" presetID="10" presetClass="exit" presetSubtype="0" fill="hold" grpId="1" nodeType="withEffect">
                                  <p:stCondLst>
                                    <p:cond delay="0"/>
                                  </p:stCondLst>
                                  <p:childTnLst>
                                    <p:animEffect transition="out" filter="fade">
                                      <p:cBhvr>
                                        <p:cTn id="207" dur="300"/>
                                        <p:tgtEl>
                                          <p:spTgt spid="81"/>
                                        </p:tgtEl>
                                      </p:cBhvr>
                                    </p:animEffect>
                                    <p:set>
                                      <p:cBhvr>
                                        <p:cTn id="208" dur="1" fill="hold">
                                          <p:stCondLst>
                                            <p:cond delay="299"/>
                                          </p:stCondLst>
                                        </p:cTn>
                                        <p:tgtEl>
                                          <p:spTgt spid="81"/>
                                        </p:tgtEl>
                                        <p:attrNameLst>
                                          <p:attrName>style.visibility</p:attrName>
                                        </p:attrNameLst>
                                      </p:cBhvr>
                                      <p:to>
                                        <p:strVal val="hidden"/>
                                      </p:to>
                                    </p:set>
                                  </p:childTnLst>
                                </p:cTn>
                              </p:par>
                              <p:par>
                                <p:cTn id="209" presetID="10" presetClass="exit" presetSubtype="0" fill="hold" grpId="1" nodeType="withEffect">
                                  <p:stCondLst>
                                    <p:cond delay="0"/>
                                  </p:stCondLst>
                                  <p:childTnLst>
                                    <p:animEffect transition="out" filter="fade">
                                      <p:cBhvr>
                                        <p:cTn id="210" dur="300"/>
                                        <p:tgtEl>
                                          <p:spTgt spid="82"/>
                                        </p:tgtEl>
                                      </p:cBhvr>
                                    </p:animEffect>
                                    <p:set>
                                      <p:cBhvr>
                                        <p:cTn id="211" dur="1" fill="hold">
                                          <p:stCondLst>
                                            <p:cond delay="299"/>
                                          </p:stCondLst>
                                        </p:cTn>
                                        <p:tgtEl>
                                          <p:spTgt spid="82"/>
                                        </p:tgtEl>
                                        <p:attrNameLst>
                                          <p:attrName>style.visibility</p:attrName>
                                        </p:attrNameLst>
                                      </p:cBhvr>
                                      <p:to>
                                        <p:strVal val="hidden"/>
                                      </p:to>
                                    </p:set>
                                  </p:childTnLst>
                                </p:cTn>
                              </p:par>
                              <p:par>
                                <p:cTn id="212" presetID="10" presetClass="exit" presetSubtype="0" fill="hold" nodeType="withEffect">
                                  <p:stCondLst>
                                    <p:cond delay="0"/>
                                  </p:stCondLst>
                                  <p:childTnLst>
                                    <p:animEffect transition="out" filter="fade">
                                      <p:cBhvr>
                                        <p:cTn id="213" dur="300"/>
                                        <p:tgtEl>
                                          <p:spTgt spid="83"/>
                                        </p:tgtEl>
                                      </p:cBhvr>
                                    </p:animEffect>
                                    <p:set>
                                      <p:cBhvr>
                                        <p:cTn id="214" dur="1" fill="hold">
                                          <p:stCondLst>
                                            <p:cond delay="299"/>
                                          </p:stCondLst>
                                        </p:cTn>
                                        <p:tgtEl>
                                          <p:spTgt spid="83"/>
                                        </p:tgtEl>
                                        <p:attrNameLst>
                                          <p:attrName>style.visibility</p:attrName>
                                        </p:attrNameLst>
                                      </p:cBhvr>
                                      <p:to>
                                        <p:strVal val="hidden"/>
                                      </p:to>
                                    </p:set>
                                  </p:childTnLst>
                                </p:cTn>
                              </p:par>
                              <p:par>
                                <p:cTn id="215" presetID="10" presetClass="exit" presetSubtype="0" fill="hold" grpId="1" nodeType="withEffect">
                                  <p:stCondLst>
                                    <p:cond delay="0"/>
                                  </p:stCondLst>
                                  <p:childTnLst>
                                    <p:animEffect transition="out" filter="fade">
                                      <p:cBhvr>
                                        <p:cTn id="216" dur="300"/>
                                        <p:tgtEl>
                                          <p:spTgt spid="84"/>
                                        </p:tgtEl>
                                      </p:cBhvr>
                                    </p:animEffect>
                                    <p:set>
                                      <p:cBhvr>
                                        <p:cTn id="217" dur="1" fill="hold">
                                          <p:stCondLst>
                                            <p:cond delay="299"/>
                                          </p:stCondLst>
                                        </p:cTn>
                                        <p:tgtEl>
                                          <p:spTgt spid="84"/>
                                        </p:tgtEl>
                                        <p:attrNameLst>
                                          <p:attrName>style.visibility</p:attrName>
                                        </p:attrNameLst>
                                      </p:cBhvr>
                                      <p:to>
                                        <p:strVal val="hidden"/>
                                      </p:to>
                                    </p:set>
                                  </p:childTnLst>
                                </p:cTn>
                              </p:par>
                              <p:par>
                                <p:cTn id="218" presetID="10" presetClass="exit" presetSubtype="0" fill="hold" grpId="1" nodeType="withEffect">
                                  <p:stCondLst>
                                    <p:cond delay="0"/>
                                  </p:stCondLst>
                                  <p:childTnLst>
                                    <p:animEffect transition="out" filter="fade">
                                      <p:cBhvr>
                                        <p:cTn id="219" dur="300"/>
                                        <p:tgtEl>
                                          <p:spTgt spid="85"/>
                                        </p:tgtEl>
                                      </p:cBhvr>
                                    </p:animEffect>
                                    <p:set>
                                      <p:cBhvr>
                                        <p:cTn id="220" dur="1" fill="hold">
                                          <p:stCondLst>
                                            <p:cond delay="299"/>
                                          </p:stCondLst>
                                        </p:cTn>
                                        <p:tgtEl>
                                          <p:spTgt spid="85"/>
                                        </p:tgtEl>
                                        <p:attrNameLst>
                                          <p:attrName>style.visibility</p:attrName>
                                        </p:attrNameLst>
                                      </p:cBhvr>
                                      <p:to>
                                        <p:strVal val="hidden"/>
                                      </p:to>
                                    </p:set>
                                  </p:childTnLst>
                                </p:cTn>
                              </p:par>
                              <p:par>
                                <p:cTn id="221" presetID="10" presetClass="exit" presetSubtype="0" fill="hold" grpId="1" nodeType="withEffect">
                                  <p:stCondLst>
                                    <p:cond delay="0"/>
                                  </p:stCondLst>
                                  <p:childTnLst>
                                    <p:animEffect transition="out" filter="fade">
                                      <p:cBhvr>
                                        <p:cTn id="222" dur="300"/>
                                        <p:tgtEl>
                                          <p:spTgt spid="86"/>
                                        </p:tgtEl>
                                      </p:cBhvr>
                                    </p:animEffect>
                                    <p:set>
                                      <p:cBhvr>
                                        <p:cTn id="223" dur="1" fill="hold">
                                          <p:stCondLst>
                                            <p:cond delay="299"/>
                                          </p:stCondLst>
                                        </p:cTn>
                                        <p:tgtEl>
                                          <p:spTgt spid="86"/>
                                        </p:tgtEl>
                                        <p:attrNameLst>
                                          <p:attrName>style.visibility</p:attrName>
                                        </p:attrNameLst>
                                      </p:cBhvr>
                                      <p:to>
                                        <p:strVal val="hidden"/>
                                      </p:to>
                                    </p:set>
                                  </p:childTnLst>
                                </p:cTn>
                              </p:par>
                              <p:par>
                                <p:cTn id="224" presetID="10" presetClass="exit" presetSubtype="0" fill="hold" grpId="1" nodeType="withEffect">
                                  <p:stCondLst>
                                    <p:cond delay="0"/>
                                  </p:stCondLst>
                                  <p:childTnLst>
                                    <p:animEffect transition="out" filter="fade">
                                      <p:cBhvr>
                                        <p:cTn id="225" dur="300"/>
                                        <p:tgtEl>
                                          <p:spTgt spid="87"/>
                                        </p:tgtEl>
                                      </p:cBhvr>
                                    </p:animEffect>
                                    <p:set>
                                      <p:cBhvr>
                                        <p:cTn id="226" dur="1" fill="hold">
                                          <p:stCondLst>
                                            <p:cond delay="299"/>
                                          </p:stCondLst>
                                        </p:cTn>
                                        <p:tgtEl>
                                          <p:spTgt spid="87"/>
                                        </p:tgtEl>
                                        <p:attrNameLst>
                                          <p:attrName>style.visibility</p:attrName>
                                        </p:attrNameLst>
                                      </p:cBhvr>
                                      <p:to>
                                        <p:strVal val="hidden"/>
                                      </p:to>
                                    </p:set>
                                  </p:childTnLst>
                                </p:cTn>
                              </p:par>
                              <p:par>
                                <p:cTn id="227" presetID="10" presetClass="exit" presetSubtype="0" fill="hold" nodeType="withEffect">
                                  <p:stCondLst>
                                    <p:cond delay="0"/>
                                  </p:stCondLst>
                                  <p:childTnLst>
                                    <p:animEffect transition="out" filter="fade">
                                      <p:cBhvr>
                                        <p:cTn id="228" dur="300"/>
                                        <p:tgtEl>
                                          <p:spTgt spid="88"/>
                                        </p:tgtEl>
                                      </p:cBhvr>
                                    </p:animEffect>
                                    <p:set>
                                      <p:cBhvr>
                                        <p:cTn id="229" dur="1" fill="hold">
                                          <p:stCondLst>
                                            <p:cond delay="299"/>
                                          </p:stCondLst>
                                        </p:cTn>
                                        <p:tgtEl>
                                          <p:spTgt spid="88"/>
                                        </p:tgtEl>
                                        <p:attrNameLst>
                                          <p:attrName>style.visibility</p:attrName>
                                        </p:attrNameLst>
                                      </p:cBhvr>
                                      <p:to>
                                        <p:strVal val="hidden"/>
                                      </p:to>
                                    </p:set>
                                  </p:childTnLst>
                                </p:cTn>
                              </p:par>
                              <p:par>
                                <p:cTn id="230" presetID="10" presetClass="exit" presetSubtype="0" fill="hold" grpId="1" nodeType="withEffect">
                                  <p:stCondLst>
                                    <p:cond delay="0"/>
                                  </p:stCondLst>
                                  <p:childTnLst>
                                    <p:animEffect transition="out" filter="fade">
                                      <p:cBhvr>
                                        <p:cTn id="231" dur="300"/>
                                        <p:tgtEl>
                                          <p:spTgt spid="89"/>
                                        </p:tgtEl>
                                      </p:cBhvr>
                                    </p:animEffect>
                                    <p:set>
                                      <p:cBhvr>
                                        <p:cTn id="232" dur="1" fill="hold">
                                          <p:stCondLst>
                                            <p:cond delay="299"/>
                                          </p:stCondLst>
                                        </p:cTn>
                                        <p:tgtEl>
                                          <p:spTgt spid="89"/>
                                        </p:tgtEl>
                                        <p:attrNameLst>
                                          <p:attrName>style.visibility</p:attrName>
                                        </p:attrNameLst>
                                      </p:cBhvr>
                                      <p:to>
                                        <p:strVal val="hidden"/>
                                      </p:to>
                                    </p:set>
                                  </p:childTnLst>
                                </p:cTn>
                              </p:par>
                              <p:par>
                                <p:cTn id="233" presetID="10" presetClass="exit" presetSubtype="0" fill="hold" grpId="1" nodeType="withEffect">
                                  <p:stCondLst>
                                    <p:cond delay="0"/>
                                  </p:stCondLst>
                                  <p:childTnLst>
                                    <p:animEffect transition="out" filter="fade">
                                      <p:cBhvr>
                                        <p:cTn id="234" dur="300"/>
                                        <p:tgtEl>
                                          <p:spTgt spid="90"/>
                                        </p:tgtEl>
                                      </p:cBhvr>
                                    </p:animEffect>
                                    <p:set>
                                      <p:cBhvr>
                                        <p:cTn id="235" dur="1" fill="hold">
                                          <p:stCondLst>
                                            <p:cond delay="299"/>
                                          </p:stCondLst>
                                        </p:cTn>
                                        <p:tgtEl>
                                          <p:spTgt spid="90"/>
                                        </p:tgtEl>
                                        <p:attrNameLst>
                                          <p:attrName>style.visibility</p:attrName>
                                        </p:attrNameLst>
                                      </p:cBhvr>
                                      <p:to>
                                        <p:strVal val="hidden"/>
                                      </p:to>
                                    </p:set>
                                  </p:childTnLst>
                                </p:cTn>
                              </p:par>
                              <p:par>
                                <p:cTn id="236" presetID="10" presetClass="exit" presetSubtype="0" fill="hold" grpId="1" nodeType="withEffect">
                                  <p:stCondLst>
                                    <p:cond delay="0"/>
                                  </p:stCondLst>
                                  <p:childTnLst>
                                    <p:animEffect transition="out" filter="fade">
                                      <p:cBhvr>
                                        <p:cTn id="237" dur="300"/>
                                        <p:tgtEl>
                                          <p:spTgt spid="91"/>
                                        </p:tgtEl>
                                      </p:cBhvr>
                                    </p:animEffect>
                                    <p:set>
                                      <p:cBhvr>
                                        <p:cTn id="238" dur="1" fill="hold">
                                          <p:stCondLst>
                                            <p:cond delay="299"/>
                                          </p:stCondLst>
                                        </p:cTn>
                                        <p:tgtEl>
                                          <p:spTgt spid="91"/>
                                        </p:tgtEl>
                                        <p:attrNameLst>
                                          <p:attrName>style.visibility</p:attrName>
                                        </p:attrNameLst>
                                      </p:cBhvr>
                                      <p:to>
                                        <p:strVal val="hidden"/>
                                      </p:to>
                                    </p:set>
                                  </p:childTnLst>
                                </p:cTn>
                              </p:par>
                              <p:par>
                                <p:cTn id="239" presetID="10" presetClass="exit" presetSubtype="0" fill="hold" grpId="1" nodeType="withEffect">
                                  <p:stCondLst>
                                    <p:cond delay="0"/>
                                  </p:stCondLst>
                                  <p:childTnLst>
                                    <p:animEffect transition="out" filter="fade">
                                      <p:cBhvr>
                                        <p:cTn id="240" dur="300"/>
                                        <p:tgtEl>
                                          <p:spTgt spid="92"/>
                                        </p:tgtEl>
                                      </p:cBhvr>
                                    </p:animEffect>
                                    <p:set>
                                      <p:cBhvr>
                                        <p:cTn id="241" dur="1" fill="hold">
                                          <p:stCondLst>
                                            <p:cond delay="299"/>
                                          </p:stCondLst>
                                        </p:cTn>
                                        <p:tgtEl>
                                          <p:spTgt spid="92"/>
                                        </p:tgtEl>
                                        <p:attrNameLst>
                                          <p:attrName>style.visibility</p:attrName>
                                        </p:attrNameLst>
                                      </p:cBhvr>
                                      <p:to>
                                        <p:strVal val="hidden"/>
                                      </p:to>
                                    </p:set>
                                  </p:childTnLst>
                                </p:cTn>
                              </p:par>
                              <p:par>
                                <p:cTn id="242" presetID="10" presetClass="exit" presetSubtype="0" fill="hold" grpId="1" nodeType="withEffect">
                                  <p:stCondLst>
                                    <p:cond delay="0"/>
                                  </p:stCondLst>
                                  <p:childTnLst>
                                    <p:animEffect transition="out" filter="fade">
                                      <p:cBhvr>
                                        <p:cTn id="243" dur="300"/>
                                        <p:tgtEl>
                                          <p:spTgt spid="93"/>
                                        </p:tgtEl>
                                      </p:cBhvr>
                                    </p:animEffect>
                                    <p:set>
                                      <p:cBhvr>
                                        <p:cTn id="244" dur="1" fill="hold">
                                          <p:stCondLst>
                                            <p:cond delay="299"/>
                                          </p:stCondLst>
                                        </p:cTn>
                                        <p:tgtEl>
                                          <p:spTgt spid="93"/>
                                        </p:tgtEl>
                                        <p:attrNameLst>
                                          <p:attrName>style.visibility</p:attrName>
                                        </p:attrNameLst>
                                      </p:cBhvr>
                                      <p:to>
                                        <p:strVal val="hidden"/>
                                      </p:to>
                                    </p:set>
                                  </p:childTnLst>
                                </p:cTn>
                              </p:par>
                              <p:par>
                                <p:cTn id="245" presetID="10" presetClass="exit" presetSubtype="0" fill="hold" grpId="1" nodeType="withEffect">
                                  <p:stCondLst>
                                    <p:cond delay="0"/>
                                  </p:stCondLst>
                                  <p:childTnLst>
                                    <p:animEffect transition="out" filter="fade">
                                      <p:cBhvr>
                                        <p:cTn id="246" dur="300"/>
                                        <p:tgtEl>
                                          <p:spTgt spid="94"/>
                                        </p:tgtEl>
                                      </p:cBhvr>
                                    </p:animEffect>
                                    <p:set>
                                      <p:cBhvr>
                                        <p:cTn id="247" dur="1" fill="hold">
                                          <p:stCondLst>
                                            <p:cond delay="299"/>
                                          </p:stCondLst>
                                        </p:cTn>
                                        <p:tgtEl>
                                          <p:spTgt spid="94"/>
                                        </p:tgtEl>
                                        <p:attrNameLst>
                                          <p:attrName>style.visibility</p:attrName>
                                        </p:attrNameLst>
                                      </p:cBhvr>
                                      <p:to>
                                        <p:strVal val="hidden"/>
                                      </p:to>
                                    </p:set>
                                  </p:childTnLst>
                                </p:cTn>
                              </p:par>
                              <p:par>
                                <p:cTn id="248" presetID="10" presetClass="exit" presetSubtype="0" fill="hold" grpId="1" nodeType="withEffect">
                                  <p:stCondLst>
                                    <p:cond delay="0"/>
                                  </p:stCondLst>
                                  <p:childTnLst>
                                    <p:animEffect transition="out" filter="fade">
                                      <p:cBhvr>
                                        <p:cTn id="249" dur="300"/>
                                        <p:tgtEl>
                                          <p:spTgt spid="95"/>
                                        </p:tgtEl>
                                      </p:cBhvr>
                                    </p:animEffect>
                                    <p:set>
                                      <p:cBhvr>
                                        <p:cTn id="250" dur="1" fill="hold">
                                          <p:stCondLst>
                                            <p:cond delay="299"/>
                                          </p:stCondLst>
                                        </p:cTn>
                                        <p:tgtEl>
                                          <p:spTgt spid="95"/>
                                        </p:tgtEl>
                                        <p:attrNameLst>
                                          <p:attrName>style.visibility</p:attrName>
                                        </p:attrNameLst>
                                      </p:cBhvr>
                                      <p:to>
                                        <p:strVal val="hidden"/>
                                      </p:to>
                                    </p:set>
                                  </p:childTnLst>
                                </p:cTn>
                              </p:par>
                              <p:par>
                                <p:cTn id="251" presetID="10" presetClass="exit" presetSubtype="0" fill="hold" grpId="1" nodeType="withEffect">
                                  <p:stCondLst>
                                    <p:cond delay="0"/>
                                  </p:stCondLst>
                                  <p:childTnLst>
                                    <p:animEffect transition="out" filter="fade">
                                      <p:cBhvr>
                                        <p:cTn id="252" dur="300"/>
                                        <p:tgtEl>
                                          <p:spTgt spid="96"/>
                                        </p:tgtEl>
                                      </p:cBhvr>
                                    </p:animEffect>
                                    <p:set>
                                      <p:cBhvr>
                                        <p:cTn id="253" dur="1" fill="hold">
                                          <p:stCondLst>
                                            <p:cond delay="299"/>
                                          </p:stCondLst>
                                        </p:cTn>
                                        <p:tgtEl>
                                          <p:spTgt spid="96"/>
                                        </p:tgtEl>
                                        <p:attrNameLst>
                                          <p:attrName>style.visibility</p:attrName>
                                        </p:attrNameLst>
                                      </p:cBhvr>
                                      <p:to>
                                        <p:strVal val="hidden"/>
                                      </p:to>
                                    </p:set>
                                  </p:childTnLst>
                                </p:cTn>
                              </p:par>
                              <p:par>
                                <p:cTn id="254" presetID="10" presetClass="exit" presetSubtype="0" fill="hold" nodeType="withEffect">
                                  <p:stCondLst>
                                    <p:cond delay="0"/>
                                  </p:stCondLst>
                                  <p:childTnLst>
                                    <p:animEffect transition="out" filter="fade">
                                      <p:cBhvr>
                                        <p:cTn id="255" dur="300"/>
                                        <p:tgtEl>
                                          <p:spTgt spid="97"/>
                                        </p:tgtEl>
                                      </p:cBhvr>
                                    </p:animEffect>
                                    <p:set>
                                      <p:cBhvr>
                                        <p:cTn id="256" dur="1" fill="hold">
                                          <p:stCondLst>
                                            <p:cond delay="299"/>
                                          </p:stCondLst>
                                        </p:cTn>
                                        <p:tgtEl>
                                          <p:spTgt spid="97"/>
                                        </p:tgtEl>
                                        <p:attrNameLst>
                                          <p:attrName>style.visibility</p:attrName>
                                        </p:attrNameLst>
                                      </p:cBhvr>
                                      <p:to>
                                        <p:strVal val="hidden"/>
                                      </p:to>
                                    </p:set>
                                  </p:childTnLst>
                                </p:cTn>
                              </p:par>
                              <p:par>
                                <p:cTn id="257" presetID="10" presetClass="exit" presetSubtype="0" fill="hold" grpId="1" nodeType="withEffect">
                                  <p:stCondLst>
                                    <p:cond delay="0"/>
                                  </p:stCondLst>
                                  <p:childTnLst>
                                    <p:animEffect transition="out" filter="fade">
                                      <p:cBhvr>
                                        <p:cTn id="258" dur="300"/>
                                        <p:tgtEl>
                                          <p:spTgt spid="98"/>
                                        </p:tgtEl>
                                      </p:cBhvr>
                                    </p:animEffect>
                                    <p:set>
                                      <p:cBhvr>
                                        <p:cTn id="259" dur="1" fill="hold">
                                          <p:stCondLst>
                                            <p:cond delay="299"/>
                                          </p:stCondLst>
                                        </p:cTn>
                                        <p:tgtEl>
                                          <p:spTgt spid="98"/>
                                        </p:tgtEl>
                                        <p:attrNameLst>
                                          <p:attrName>style.visibility</p:attrName>
                                        </p:attrNameLst>
                                      </p:cBhvr>
                                      <p:to>
                                        <p:strVal val="hidden"/>
                                      </p:to>
                                    </p:set>
                                  </p:childTnLst>
                                </p:cTn>
                              </p:par>
                              <p:par>
                                <p:cTn id="260" presetID="10" presetClass="exit" presetSubtype="0" fill="hold" grpId="1" nodeType="withEffect">
                                  <p:stCondLst>
                                    <p:cond delay="0"/>
                                  </p:stCondLst>
                                  <p:childTnLst>
                                    <p:animEffect transition="out" filter="fade">
                                      <p:cBhvr>
                                        <p:cTn id="261" dur="300"/>
                                        <p:tgtEl>
                                          <p:spTgt spid="99"/>
                                        </p:tgtEl>
                                      </p:cBhvr>
                                    </p:animEffect>
                                    <p:set>
                                      <p:cBhvr>
                                        <p:cTn id="262" dur="1" fill="hold">
                                          <p:stCondLst>
                                            <p:cond delay="299"/>
                                          </p:stCondLst>
                                        </p:cTn>
                                        <p:tgtEl>
                                          <p:spTgt spid="99"/>
                                        </p:tgtEl>
                                        <p:attrNameLst>
                                          <p:attrName>style.visibility</p:attrName>
                                        </p:attrNameLst>
                                      </p:cBhvr>
                                      <p:to>
                                        <p:strVal val="hidden"/>
                                      </p:to>
                                    </p:set>
                                  </p:childTnLst>
                                </p:cTn>
                              </p:par>
                              <p:par>
                                <p:cTn id="263" presetID="10" presetClass="exit" presetSubtype="0" fill="hold" grpId="1" nodeType="withEffect">
                                  <p:stCondLst>
                                    <p:cond delay="0"/>
                                  </p:stCondLst>
                                  <p:childTnLst>
                                    <p:animEffect transition="out" filter="fade">
                                      <p:cBhvr>
                                        <p:cTn id="264" dur="300"/>
                                        <p:tgtEl>
                                          <p:spTgt spid="100"/>
                                        </p:tgtEl>
                                      </p:cBhvr>
                                    </p:animEffect>
                                    <p:set>
                                      <p:cBhvr>
                                        <p:cTn id="265" dur="1" fill="hold">
                                          <p:stCondLst>
                                            <p:cond delay="299"/>
                                          </p:stCondLst>
                                        </p:cTn>
                                        <p:tgtEl>
                                          <p:spTgt spid="100"/>
                                        </p:tgtEl>
                                        <p:attrNameLst>
                                          <p:attrName>style.visibility</p:attrName>
                                        </p:attrNameLst>
                                      </p:cBhvr>
                                      <p:to>
                                        <p:strVal val="hidden"/>
                                      </p:to>
                                    </p:set>
                                  </p:childTnLst>
                                </p:cTn>
                              </p:par>
                              <p:par>
                                <p:cTn id="266" presetID="10" presetClass="exit" presetSubtype="0" fill="hold" grpId="1" nodeType="withEffect">
                                  <p:stCondLst>
                                    <p:cond delay="0"/>
                                  </p:stCondLst>
                                  <p:childTnLst>
                                    <p:animEffect transition="out" filter="fade">
                                      <p:cBhvr>
                                        <p:cTn id="267" dur="300"/>
                                        <p:tgtEl>
                                          <p:spTgt spid="101"/>
                                        </p:tgtEl>
                                      </p:cBhvr>
                                    </p:animEffect>
                                    <p:set>
                                      <p:cBhvr>
                                        <p:cTn id="268" dur="1" fill="hold">
                                          <p:stCondLst>
                                            <p:cond delay="299"/>
                                          </p:stCondLst>
                                        </p:cTn>
                                        <p:tgtEl>
                                          <p:spTgt spid="101"/>
                                        </p:tgtEl>
                                        <p:attrNameLst>
                                          <p:attrName>style.visibility</p:attrName>
                                        </p:attrNameLst>
                                      </p:cBhvr>
                                      <p:to>
                                        <p:strVal val="hidden"/>
                                      </p:to>
                                    </p:set>
                                  </p:childTnLst>
                                </p:cTn>
                              </p:par>
                              <p:par>
                                <p:cTn id="269" presetID="10" presetClass="exit" presetSubtype="0" fill="hold" nodeType="withEffect">
                                  <p:stCondLst>
                                    <p:cond delay="0"/>
                                  </p:stCondLst>
                                  <p:childTnLst>
                                    <p:animEffect transition="out" filter="fade">
                                      <p:cBhvr>
                                        <p:cTn id="270" dur="300"/>
                                        <p:tgtEl>
                                          <p:spTgt spid="102"/>
                                        </p:tgtEl>
                                      </p:cBhvr>
                                    </p:animEffect>
                                    <p:set>
                                      <p:cBhvr>
                                        <p:cTn id="271" dur="1" fill="hold">
                                          <p:stCondLst>
                                            <p:cond delay="299"/>
                                          </p:stCondLst>
                                        </p:cTn>
                                        <p:tgtEl>
                                          <p:spTgt spid="102"/>
                                        </p:tgtEl>
                                        <p:attrNameLst>
                                          <p:attrName>style.visibility</p:attrName>
                                        </p:attrNameLst>
                                      </p:cBhvr>
                                      <p:to>
                                        <p:strVal val="hidden"/>
                                      </p:to>
                                    </p:set>
                                  </p:childTnLst>
                                </p:cTn>
                              </p:par>
                              <p:par>
                                <p:cTn id="272" presetID="10" presetClass="exit" presetSubtype="0" fill="hold" grpId="1" nodeType="withEffect">
                                  <p:stCondLst>
                                    <p:cond delay="0"/>
                                  </p:stCondLst>
                                  <p:childTnLst>
                                    <p:animEffect transition="out" filter="fade">
                                      <p:cBhvr>
                                        <p:cTn id="273" dur="300"/>
                                        <p:tgtEl>
                                          <p:spTgt spid="103"/>
                                        </p:tgtEl>
                                      </p:cBhvr>
                                    </p:animEffect>
                                    <p:set>
                                      <p:cBhvr>
                                        <p:cTn id="274" dur="1" fill="hold">
                                          <p:stCondLst>
                                            <p:cond delay="299"/>
                                          </p:stCondLst>
                                        </p:cTn>
                                        <p:tgtEl>
                                          <p:spTgt spid="103"/>
                                        </p:tgtEl>
                                        <p:attrNameLst>
                                          <p:attrName>style.visibility</p:attrName>
                                        </p:attrNameLst>
                                      </p:cBhvr>
                                      <p:to>
                                        <p:strVal val="hidden"/>
                                      </p:to>
                                    </p:set>
                                  </p:childTnLst>
                                </p:cTn>
                              </p:par>
                              <p:par>
                                <p:cTn id="275" presetID="10" presetClass="exit" presetSubtype="0" fill="hold" grpId="1" nodeType="withEffect">
                                  <p:stCondLst>
                                    <p:cond delay="0"/>
                                  </p:stCondLst>
                                  <p:childTnLst>
                                    <p:animEffect transition="out" filter="fade">
                                      <p:cBhvr>
                                        <p:cTn id="276" dur="300"/>
                                        <p:tgtEl>
                                          <p:spTgt spid="104"/>
                                        </p:tgtEl>
                                      </p:cBhvr>
                                    </p:animEffect>
                                    <p:set>
                                      <p:cBhvr>
                                        <p:cTn id="277" dur="1" fill="hold">
                                          <p:stCondLst>
                                            <p:cond delay="299"/>
                                          </p:stCondLst>
                                        </p:cTn>
                                        <p:tgtEl>
                                          <p:spTgt spid="104"/>
                                        </p:tgtEl>
                                        <p:attrNameLst>
                                          <p:attrName>style.visibility</p:attrName>
                                        </p:attrNameLst>
                                      </p:cBhvr>
                                      <p:to>
                                        <p:strVal val="hidden"/>
                                      </p:to>
                                    </p:set>
                                  </p:childTnLst>
                                </p:cTn>
                              </p:par>
                              <p:par>
                                <p:cTn id="278" presetID="10" presetClass="exit" presetSubtype="0" fill="hold" grpId="1" nodeType="withEffect">
                                  <p:stCondLst>
                                    <p:cond delay="0"/>
                                  </p:stCondLst>
                                  <p:childTnLst>
                                    <p:animEffect transition="out" filter="fade">
                                      <p:cBhvr>
                                        <p:cTn id="279" dur="300"/>
                                        <p:tgtEl>
                                          <p:spTgt spid="105"/>
                                        </p:tgtEl>
                                      </p:cBhvr>
                                    </p:animEffect>
                                    <p:set>
                                      <p:cBhvr>
                                        <p:cTn id="280" dur="1" fill="hold">
                                          <p:stCondLst>
                                            <p:cond delay="299"/>
                                          </p:stCondLst>
                                        </p:cTn>
                                        <p:tgtEl>
                                          <p:spTgt spid="105"/>
                                        </p:tgtEl>
                                        <p:attrNameLst>
                                          <p:attrName>style.visibility</p:attrName>
                                        </p:attrNameLst>
                                      </p:cBhvr>
                                      <p:to>
                                        <p:strVal val="hidden"/>
                                      </p:to>
                                    </p:set>
                                  </p:childTnLst>
                                </p:cTn>
                              </p:par>
                              <p:par>
                                <p:cTn id="281" presetID="10" presetClass="exit" presetSubtype="0" fill="hold" grpId="1" nodeType="withEffect">
                                  <p:stCondLst>
                                    <p:cond delay="0"/>
                                  </p:stCondLst>
                                  <p:childTnLst>
                                    <p:animEffect transition="out" filter="fade">
                                      <p:cBhvr>
                                        <p:cTn id="282" dur="300"/>
                                        <p:tgtEl>
                                          <p:spTgt spid="106"/>
                                        </p:tgtEl>
                                      </p:cBhvr>
                                    </p:animEffect>
                                    <p:set>
                                      <p:cBhvr>
                                        <p:cTn id="283" dur="1" fill="hold">
                                          <p:stCondLst>
                                            <p:cond delay="299"/>
                                          </p:stCondLst>
                                        </p:cTn>
                                        <p:tgtEl>
                                          <p:spTgt spid="106"/>
                                        </p:tgtEl>
                                        <p:attrNameLst>
                                          <p:attrName>style.visibility</p:attrName>
                                        </p:attrNameLst>
                                      </p:cBhvr>
                                      <p:to>
                                        <p:strVal val="hidden"/>
                                      </p:to>
                                    </p:set>
                                  </p:childTnLst>
                                </p:cTn>
                              </p:par>
                              <p:par>
                                <p:cTn id="284" presetID="10" presetClass="exit" presetSubtype="0" fill="hold" grpId="1" nodeType="withEffect">
                                  <p:stCondLst>
                                    <p:cond delay="0"/>
                                  </p:stCondLst>
                                  <p:childTnLst>
                                    <p:animEffect transition="out" filter="fade">
                                      <p:cBhvr>
                                        <p:cTn id="285" dur="300"/>
                                        <p:tgtEl>
                                          <p:spTgt spid="107"/>
                                        </p:tgtEl>
                                      </p:cBhvr>
                                    </p:animEffect>
                                    <p:set>
                                      <p:cBhvr>
                                        <p:cTn id="286" dur="1" fill="hold">
                                          <p:stCondLst>
                                            <p:cond delay="299"/>
                                          </p:stCondLst>
                                        </p:cTn>
                                        <p:tgtEl>
                                          <p:spTgt spid="107"/>
                                        </p:tgtEl>
                                        <p:attrNameLst>
                                          <p:attrName>style.visibility</p:attrName>
                                        </p:attrNameLst>
                                      </p:cBhvr>
                                      <p:to>
                                        <p:strVal val="hidden"/>
                                      </p:to>
                                    </p:set>
                                  </p:childTnLst>
                                </p:cTn>
                              </p:par>
                              <p:par>
                                <p:cTn id="287" presetID="10" presetClass="exit" presetSubtype="0" fill="hold" grpId="1" nodeType="withEffect">
                                  <p:stCondLst>
                                    <p:cond delay="0"/>
                                  </p:stCondLst>
                                  <p:childTnLst>
                                    <p:animEffect transition="out" filter="fade">
                                      <p:cBhvr>
                                        <p:cTn id="288" dur="300"/>
                                        <p:tgtEl>
                                          <p:spTgt spid="108"/>
                                        </p:tgtEl>
                                      </p:cBhvr>
                                    </p:animEffect>
                                    <p:set>
                                      <p:cBhvr>
                                        <p:cTn id="289" dur="1" fill="hold">
                                          <p:stCondLst>
                                            <p:cond delay="299"/>
                                          </p:stCondLst>
                                        </p:cTn>
                                        <p:tgtEl>
                                          <p:spTgt spid="108"/>
                                        </p:tgtEl>
                                        <p:attrNameLst>
                                          <p:attrName>style.visibility</p:attrName>
                                        </p:attrNameLst>
                                      </p:cBhvr>
                                      <p:to>
                                        <p:strVal val="hidden"/>
                                      </p:to>
                                    </p:set>
                                  </p:childTnLst>
                                </p:cTn>
                              </p:par>
                              <p:par>
                                <p:cTn id="290" presetID="10" presetClass="exit" presetSubtype="0" fill="hold" nodeType="withEffect">
                                  <p:stCondLst>
                                    <p:cond delay="0"/>
                                  </p:stCondLst>
                                  <p:childTnLst>
                                    <p:animEffect transition="out" filter="fade">
                                      <p:cBhvr>
                                        <p:cTn id="291" dur="300"/>
                                        <p:tgtEl>
                                          <p:spTgt spid="109"/>
                                        </p:tgtEl>
                                      </p:cBhvr>
                                    </p:animEffect>
                                    <p:set>
                                      <p:cBhvr>
                                        <p:cTn id="292" dur="1" fill="hold">
                                          <p:stCondLst>
                                            <p:cond delay="299"/>
                                          </p:stCondLst>
                                        </p:cTn>
                                        <p:tgtEl>
                                          <p:spTgt spid="109"/>
                                        </p:tgtEl>
                                        <p:attrNameLst>
                                          <p:attrName>style.visibility</p:attrName>
                                        </p:attrNameLst>
                                      </p:cBhvr>
                                      <p:to>
                                        <p:strVal val="hidden"/>
                                      </p:to>
                                    </p:set>
                                  </p:childTnLst>
                                </p:cTn>
                              </p:par>
                              <p:par>
                                <p:cTn id="293" presetID="10" presetClass="exit" presetSubtype="0" fill="hold" grpId="1" nodeType="withEffect">
                                  <p:stCondLst>
                                    <p:cond delay="0"/>
                                  </p:stCondLst>
                                  <p:childTnLst>
                                    <p:animEffect transition="out" filter="fade">
                                      <p:cBhvr>
                                        <p:cTn id="294" dur="300"/>
                                        <p:tgtEl>
                                          <p:spTgt spid="110"/>
                                        </p:tgtEl>
                                      </p:cBhvr>
                                    </p:animEffect>
                                    <p:set>
                                      <p:cBhvr>
                                        <p:cTn id="295" dur="1" fill="hold">
                                          <p:stCondLst>
                                            <p:cond delay="299"/>
                                          </p:stCondLst>
                                        </p:cTn>
                                        <p:tgtEl>
                                          <p:spTgt spid="110"/>
                                        </p:tgtEl>
                                        <p:attrNameLst>
                                          <p:attrName>style.visibility</p:attrName>
                                        </p:attrNameLst>
                                      </p:cBhvr>
                                      <p:to>
                                        <p:strVal val="hidden"/>
                                      </p:to>
                                    </p:set>
                                  </p:childTnLst>
                                </p:cTn>
                              </p:par>
                              <p:par>
                                <p:cTn id="296" presetID="10" presetClass="exit" presetSubtype="0" fill="hold" grpId="1" nodeType="withEffect">
                                  <p:stCondLst>
                                    <p:cond delay="0"/>
                                  </p:stCondLst>
                                  <p:childTnLst>
                                    <p:animEffect transition="out" filter="fade">
                                      <p:cBhvr>
                                        <p:cTn id="297" dur="300"/>
                                        <p:tgtEl>
                                          <p:spTgt spid="111"/>
                                        </p:tgtEl>
                                      </p:cBhvr>
                                    </p:animEffect>
                                    <p:set>
                                      <p:cBhvr>
                                        <p:cTn id="298" dur="1" fill="hold">
                                          <p:stCondLst>
                                            <p:cond delay="299"/>
                                          </p:stCondLst>
                                        </p:cTn>
                                        <p:tgtEl>
                                          <p:spTgt spid="111"/>
                                        </p:tgtEl>
                                        <p:attrNameLst>
                                          <p:attrName>style.visibility</p:attrName>
                                        </p:attrNameLst>
                                      </p:cBhvr>
                                      <p:to>
                                        <p:strVal val="hidden"/>
                                      </p:to>
                                    </p:set>
                                  </p:childTnLst>
                                </p:cTn>
                              </p:par>
                              <p:par>
                                <p:cTn id="299" presetID="10" presetClass="exit" presetSubtype="0" fill="hold" grpId="1" nodeType="withEffect">
                                  <p:stCondLst>
                                    <p:cond delay="0"/>
                                  </p:stCondLst>
                                  <p:childTnLst>
                                    <p:animEffect transition="out" filter="fade">
                                      <p:cBhvr>
                                        <p:cTn id="300" dur="300"/>
                                        <p:tgtEl>
                                          <p:spTgt spid="112"/>
                                        </p:tgtEl>
                                      </p:cBhvr>
                                    </p:animEffect>
                                    <p:set>
                                      <p:cBhvr>
                                        <p:cTn id="301" dur="1" fill="hold">
                                          <p:stCondLst>
                                            <p:cond delay="299"/>
                                          </p:stCondLst>
                                        </p:cTn>
                                        <p:tgtEl>
                                          <p:spTgt spid="112"/>
                                        </p:tgtEl>
                                        <p:attrNameLst>
                                          <p:attrName>style.visibility</p:attrName>
                                        </p:attrNameLst>
                                      </p:cBhvr>
                                      <p:to>
                                        <p:strVal val="hidden"/>
                                      </p:to>
                                    </p:set>
                                  </p:childTnLst>
                                </p:cTn>
                              </p:par>
                              <p:par>
                                <p:cTn id="302" presetID="10" presetClass="exit" presetSubtype="0" fill="hold" grpId="1" nodeType="withEffect">
                                  <p:stCondLst>
                                    <p:cond delay="0"/>
                                  </p:stCondLst>
                                  <p:childTnLst>
                                    <p:animEffect transition="out" filter="fade">
                                      <p:cBhvr>
                                        <p:cTn id="303" dur="300"/>
                                        <p:tgtEl>
                                          <p:spTgt spid="113"/>
                                        </p:tgtEl>
                                      </p:cBhvr>
                                    </p:animEffect>
                                    <p:set>
                                      <p:cBhvr>
                                        <p:cTn id="304" dur="1" fill="hold">
                                          <p:stCondLst>
                                            <p:cond delay="299"/>
                                          </p:stCondLst>
                                        </p:cTn>
                                        <p:tgtEl>
                                          <p:spTgt spid="113"/>
                                        </p:tgtEl>
                                        <p:attrNameLst>
                                          <p:attrName>style.visibility</p:attrName>
                                        </p:attrNameLst>
                                      </p:cBhvr>
                                      <p:to>
                                        <p:strVal val="hidden"/>
                                      </p:to>
                                    </p:set>
                                  </p:childTnLst>
                                </p:cTn>
                              </p:par>
                              <p:par>
                                <p:cTn id="305" presetID="10" presetClass="exit" presetSubtype="0" fill="hold" nodeType="withEffect">
                                  <p:stCondLst>
                                    <p:cond delay="0"/>
                                  </p:stCondLst>
                                  <p:childTnLst>
                                    <p:animEffect transition="out" filter="fade">
                                      <p:cBhvr>
                                        <p:cTn id="306" dur="300"/>
                                        <p:tgtEl>
                                          <p:spTgt spid="114"/>
                                        </p:tgtEl>
                                      </p:cBhvr>
                                    </p:animEffect>
                                    <p:set>
                                      <p:cBhvr>
                                        <p:cTn id="307" dur="1" fill="hold">
                                          <p:stCondLst>
                                            <p:cond delay="299"/>
                                          </p:stCondLst>
                                        </p:cTn>
                                        <p:tgtEl>
                                          <p:spTgt spid="114"/>
                                        </p:tgtEl>
                                        <p:attrNameLst>
                                          <p:attrName>style.visibility</p:attrName>
                                        </p:attrNameLst>
                                      </p:cBhvr>
                                      <p:to>
                                        <p:strVal val="hidden"/>
                                      </p:to>
                                    </p:set>
                                  </p:childTnLst>
                                </p:cTn>
                              </p:par>
                              <p:par>
                                <p:cTn id="308" presetID="10" presetClass="exit" presetSubtype="0" fill="hold" grpId="1" nodeType="withEffect">
                                  <p:stCondLst>
                                    <p:cond delay="0"/>
                                  </p:stCondLst>
                                  <p:childTnLst>
                                    <p:animEffect transition="out" filter="fade">
                                      <p:cBhvr>
                                        <p:cTn id="309" dur="300"/>
                                        <p:tgtEl>
                                          <p:spTgt spid="115"/>
                                        </p:tgtEl>
                                      </p:cBhvr>
                                    </p:animEffect>
                                    <p:set>
                                      <p:cBhvr>
                                        <p:cTn id="310" dur="1" fill="hold">
                                          <p:stCondLst>
                                            <p:cond delay="299"/>
                                          </p:stCondLst>
                                        </p:cTn>
                                        <p:tgtEl>
                                          <p:spTgt spid="115"/>
                                        </p:tgtEl>
                                        <p:attrNameLst>
                                          <p:attrName>style.visibility</p:attrName>
                                        </p:attrNameLst>
                                      </p:cBhvr>
                                      <p:to>
                                        <p:strVal val="hidden"/>
                                      </p:to>
                                    </p:set>
                                  </p:childTnLst>
                                </p:cTn>
                              </p:par>
                              <p:par>
                                <p:cTn id="311" presetID="10" presetClass="exit" presetSubtype="0" fill="hold" nodeType="withEffect">
                                  <p:stCondLst>
                                    <p:cond delay="0"/>
                                  </p:stCondLst>
                                  <p:childTnLst>
                                    <p:animEffect transition="out" filter="fade">
                                      <p:cBhvr>
                                        <p:cTn id="312" dur="300"/>
                                        <p:tgtEl>
                                          <p:spTgt spid="116"/>
                                        </p:tgtEl>
                                      </p:cBhvr>
                                    </p:animEffect>
                                    <p:set>
                                      <p:cBhvr>
                                        <p:cTn id="313" dur="1" fill="hold">
                                          <p:stCondLst>
                                            <p:cond delay="299"/>
                                          </p:stCondLst>
                                        </p:cTn>
                                        <p:tgtEl>
                                          <p:spTgt spid="116"/>
                                        </p:tgtEl>
                                        <p:attrNameLst>
                                          <p:attrName>style.visibility</p:attrName>
                                        </p:attrNameLst>
                                      </p:cBhvr>
                                      <p:to>
                                        <p:strVal val="hidden"/>
                                      </p:to>
                                    </p:set>
                                  </p:childTnLst>
                                </p:cTn>
                              </p:par>
                              <p:par>
                                <p:cTn id="314" presetID="1" presetClass="entr" presetSubtype="0" fill="hold" grpId="0" nodeType="withEffect">
                                  <p:stCondLst>
                                    <p:cond delay="0"/>
                                  </p:stCondLst>
                                  <p:childTnLst>
                                    <p:set>
                                      <p:cBhvr>
                                        <p:cTn id="315" dur="1" fill="hold">
                                          <p:stCondLst>
                                            <p:cond delay="0"/>
                                          </p:stCondLst>
                                        </p:cTn>
                                        <p:tgtEl>
                                          <p:spTgt spid="13"/>
                                        </p:tgtEl>
                                        <p:attrNameLst>
                                          <p:attrName>style.visibility</p:attrName>
                                        </p:attrNameLst>
                                      </p:cBhvr>
                                      <p:to>
                                        <p:strVal val="visible"/>
                                      </p:to>
                                    </p:set>
                                  </p:childTnLst>
                                </p:cTn>
                              </p:par>
                              <p:par>
                                <p:cTn id="316" presetID="1" presetClass="entr" presetSubtype="0" fill="hold" grpId="0" nodeType="withEffect">
                                  <p:stCondLst>
                                    <p:cond delay="0"/>
                                  </p:stCondLst>
                                  <p:childTnLst>
                                    <p:set>
                                      <p:cBhvr>
                                        <p:cTn id="317" dur="1" fill="hold">
                                          <p:stCondLst>
                                            <p:cond delay="0"/>
                                          </p:stCondLst>
                                        </p:cTn>
                                        <p:tgtEl>
                                          <p:spTgt spid="14"/>
                                        </p:tgtEl>
                                        <p:attrNameLst>
                                          <p:attrName>style.visibility</p:attrName>
                                        </p:attrNameLst>
                                      </p:cBhvr>
                                      <p:to>
                                        <p:strVal val="visible"/>
                                      </p:to>
                                    </p:set>
                                  </p:childTnLst>
                                </p:cTn>
                              </p:par>
                              <p:par>
                                <p:cTn id="318" presetID="1" presetClass="entr" presetSubtype="0" fill="hold" grpId="0" nodeType="withEffect">
                                  <p:stCondLst>
                                    <p:cond delay="0"/>
                                  </p:stCondLst>
                                  <p:childTnLst>
                                    <p:set>
                                      <p:cBhvr>
                                        <p:cTn id="319" dur="1" fill="hold">
                                          <p:stCondLst>
                                            <p:cond delay="0"/>
                                          </p:stCondLst>
                                        </p:cTn>
                                        <p:tgtEl>
                                          <p:spTgt spid="19"/>
                                        </p:tgtEl>
                                        <p:attrNameLst>
                                          <p:attrName>style.visibility</p:attrName>
                                        </p:attrNameLst>
                                      </p:cBhvr>
                                      <p:to>
                                        <p:strVal val="visible"/>
                                      </p:to>
                                    </p:set>
                                  </p:childTnLst>
                                </p:cTn>
                              </p:par>
                              <p:par>
                                <p:cTn id="320" presetID="1" presetClass="entr" presetSubtype="0" fill="hold" grpId="0" nodeType="withEffect">
                                  <p:stCondLst>
                                    <p:cond delay="0"/>
                                  </p:stCondLst>
                                  <p:childTnLst>
                                    <p:set>
                                      <p:cBhvr>
                                        <p:cTn id="321" dur="1" fill="hold">
                                          <p:stCondLst>
                                            <p:cond delay="0"/>
                                          </p:stCondLst>
                                        </p:cTn>
                                        <p:tgtEl>
                                          <p:spTgt spid="22"/>
                                        </p:tgtEl>
                                        <p:attrNameLst>
                                          <p:attrName>style.visibility</p:attrName>
                                        </p:attrNameLst>
                                      </p:cBhvr>
                                      <p:to>
                                        <p:strVal val="visible"/>
                                      </p:to>
                                    </p:set>
                                  </p:childTnLst>
                                </p:cTn>
                              </p:par>
                              <p:par>
                                <p:cTn id="322" presetID="1" presetClass="entr" presetSubtype="0" fill="hold" grpId="0" nodeType="withEffect">
                                  <p:stCondLst>
                                    <p:cond delay="0"/>
                                  </p:stCondLst>
                                  <p:childTnLst>
                                    <p:set>
                                      <p:cBhvr>
                                        <p:cTn id="323" dur="1" fill="hold">
                                          <p:stCondLst>
                                            <p:cond delay="0"/>
                                          </p:stCondLst>
                                        </p:cTn>
                                        <p:tgtEl>
                                          <p:spTgt spid="23"/>
                                        </p:tgtEl>
                                        <p:attrNameLst>
                                          <p:attrName>style.visibility</p:attrName>
                                        </p:attrNameLst>
                                      </p:cBhvr>
                                      <p:to>
                                        <p:strVal val="visible"/>
                                      </p:to>
                                    </p:set>
                                  </p:childTnLst>
                                </p:cTn>
                              </p:par>
                              <p:par>
                                <p:cTn id="324" presetID="1" presetClass="entr" presetSubtype="0" fill="hold" grpId="0" nodeType="withEffect">
                                  <p:stCondLst>
                                    <p:cond delay="0"/>
                                  </p:stCondLst>
                                  <p:childTnLst>
                                    <p:set>
                                      <p:cBhvr>
                                        <p:cTn id="325" dur="1" fill="hold">
                                          <p:stCondLst>
                                            <p:cond delay="0"/>
                                          </p:stCondLst>
                                        </p:cTn>
                                        <p:tgtEl>
                                          <p:spTgt spid="24"/>
                                        </p:tgtEl>
                                        <p:attrNameLst>
                                          <p:attrName>style.visibility</p:attrName>
                                        </p:attrNameLst>
                                      </p:cBhvr>
                                      <p:to>
                                        <p:strVal val="visible"/>
                                      </p:to>
                                    </p:set>
                                  </p:childTnLst>
                                </p:cTn>
                              </p:par>
                              <p:par>
                                <p:cTn id="326" presetID="10" presetClass="exit" presetSubtype="0" fill="hold" grpId="0" nodeType="withEffect">
                                  <p:stCondLst>
                                    <p:cond delay="0"/>
                                  </p:stCondLst>
                                  <p:childTnLst>
                                    <p:animEffect transition="out" filter="fade">
                                      <p:cBhvr>
                                        <p:cTn id="327" dur="420"/>
                                        <p:tgtEl>
                                          <p:spTgt spid="15"/>
                                        </p:tgtEl>
                                      </p:cBhvr>
                                    </p:animEffect>
                                    <p:set>
                                      <p:cBhvr>
                                        <p:cTn id="328" dur="1" fill="hold">
                                          <p:stCondLst>
                                            <p:cond delay="419"/>
                                          </p:stCondLst>
                                        </p:cTn>
                                        <p:tgtEl>
                                          <p:spTgt spid="15"/>
                                        </p:tgtEl>
                                        <p:attrNameLst>
                                          <p:attrName>style.visibility</p:attrName>
                                        </p:attrNameLst>
                                      </p:cBhvr>
                                      <p:to>
                                        <p:strVal val="hidden"/>
                                      </p:to>
                                    </p:set>
                                  </p:childTnLst>
                                </p:cTn>
                              </p:par>
                              <p:par>
                                <p:cTn id="329" presetID="10" presetClass="exit" presetSubtype="0" fill="hold" grpId="0" nodeType="withEffect">
                                  <p:stCondLst>
                                    <p:cond delay="0"/>
                                  </p:stCondLst>
                                  <p:childTnLst>
                                    <p:animEffect transition="out" filter="fade">
                                      <p:cBhvr>
                                        <p:cTn id="330" dur="420"/>
                                        <p:tgtEl>
                                          <p:spTgt spid="16"/>
                                        </p:tgtEl>
                                      </p:cBhvr>
                                    </p:animEffect>
                                    <p:set>
                                      <p:cBhvr>
                                        <p:cTn id="331" dur="1" fill="hold">
                                          <p:stCondLst>
                                            <p:cond delay="419"/>
                                          </p:stCondLst>
                                        </p:cTn>
                                        <p:tgtEl>
                                          <p:spTgt spid="16"/>
                                        </p:tgtEl>
                                        <p:attrNameLst>
                                          <p:attrName>style.visibility</p:attrName>
                                        </p:attrNameLst>
                                      </p:cBhvr>
                                      <p:to>
                                        <p:strVal val="hidden"/>
                                      </p:to>
                                    </p:set>
                                  </p:childTnLst>
                                </p:cTn>
                              </p:par>
                              <p:par>
                                <p:cTn id="332" presetID="10" presetClass="exit" presetSubtype="0" fill="hold" grpId="0" nodeType="withEffect">
                                  <p:stCondLst>
                                    <p:cond delay="0"/>
                                  </p:stCondLst>
                                  <p:childTnLst>
                                    <p:animEffect transition="out" filter="fade">
                                      <p:cBhvr>
                                        <p:cTn id="333" dur="420"/>
                                        <p:tgtEl>
                                          <p:spTgt spid="25"/>
                                        </p:tgtEl>
                                      </p:cBhvr>
                                    </p:animEffect>
                                    <p:set>
                                      <p:cBhvr>
                                        <p:cTn id="334" dur="1" fill="hold">
                                          <p:stCondLst>
                                            <p:cond delay="419"/>
                                          </p:stCondLst>
                                        </p:cTn>
                                        <p:tgtEl>
                                          <p:spTgt spid="25"/>
                                        </p:tgtEl>
                                        <p:attrNameLst>
                                          <p:attrName>style.visibility</p:attrName>
                                        </p:attrNameLst>
                                      </p:cBhvr>
                                      <p:to>
                                        <p:strVal val="hidden"/>
                                      </p:to>
                                    </p:set>
                                  </p:childTnLst>
                                </p:cTn>
                              </p:par>
                              <p:par>
                                <p:cTn id="335" presetID="10" presetClass="exit" presetSubtype="0" fill="hold" grpId="0" nodeType="withEffect">
                                  <p:stCondLst>
                                    <p:cond delay="0"/>
                                  </p:stCondLst>
                                  <p:childTnLst>
                                    <p:animEffect transition="out" filter="fade">
                                      <p:cBhvr>
                                        <p:cTn id="336" dur="420"/>
                                        <p:tgtEl>
                                          <p:spTgt spid="26"/>
                                        </p:tgtEl>
                                      </p:cBhvr>
                                    </p:animEffect>
                                    <p:set>
                                      <p:cBhvr>
                                        <p:cTn id="337" dur="1" fill="hold">
                                          <p:stCondLst>
                                            <p:cond delay="419"/>
                                          </p:stCondLst>
                                        </p:cTn>
                                        <p:tgtEl>
                                          <p:spTgt spid="26"/>
                                        </p:tgtEl>
                                        <p:attrNameLst>
                                          <p:attrName>style.visibility</p:attrName>
                                        </p:attrNameLst>
                                      </p:cBhvr>
                                      <p:to>
                                        <p:strVal val="hidden"/>
                                      </p:to>
                                    </p:set>
                                  </p:childTnLst>
                                </p:cTn>
                              </p:par>
                              <p:par>
                                <p:cTn id="338" presetID="10" presetClass="exit" presetSubtype="0" fill="hold" grpId="0" nodeType="withEffect">
                                  <p:stCondLst>
                                    <p:cond delay="0"/>
                                  </p:stCondLst>
                                  <p:childTnLst>
                                    <p:animEffect transition="out" filter="fade">
                                      <p:cBhvr>
                                        <p:cTn id="339" dur="420"/>
                                        <p:tgtEl>
                                          <p:spTgt spid="27"/>
                                        </p:tgtEl>
                                      </p:cBhvr>
                                    </p:animEffect>
                                    <p:set>
                                      <p:cBhvr>
                                        <p:cTn id="340" dur="1" fill="hold">
                                          <p:stCondLst>
                                            <p:cond delay="419"/>
                                          </p:stCondLst>
                                        </p:cTn>
                                        <p:tgtEl>
                                          <p:spTgt spid="27"/>
                                        </p:tgtEl>
                                        <p:attrNameLst>
                                          <p:attrName>style.visibility</p:attrName>
                                        </p:attrNameLst>
                                      </p:cBhvr>
                                      <p:to>
                                        <p:strVal val="hidden"/>
                                      </p:to>
                                    </p:set>
                                  </p:childTnLst>
                                </p:cTn>
                              </p:par>
                              <p:par>
                                <p:cTn id="341" presetID="10" presetClass="exit" presetSubtype="0" fill="hold" grpId="0" nodeType="withEffect">
                                  <p:stCondLst>
                                    <p:cond delay="0"/>
                                  </p:stCondLst>
                                  <p:childTnLst>
                                    <p:animEffect transition="out" filter="fade">
                                      <p:cBhvr>
                                        <p:cTn id="342" dur="420"/>
                                        <p:tgtEl>
                                          <p:spTgt spid="28"/>
                                        </p:tgtEl>
                                      </p:cBhvr>
                                    </p:animEffect>
                                    <p:set>
                                      <p:cBhvr>
                                        <p:cTn id="343" dur="1" fill="hold">
                                          <p:stCondLst>
                                            <p:cond delay="419"/>
                                          </p:stCondLst>
                                        </p:cTn>
                                        <p:tgtEl>
                                          <p:spTgt spid="28"/>
                                        </p:tgtEl>
                                        <p:attrNameLst>
                                          <p:attrName>style.visibility</p:attrName>
                                        </p:attrNameLst>
                                      </p:cBhvr>
                                      <p:to>
                                        <p:strVal val="hidden"/>
                                      </p:to>
                                    </p:set>
                                  </p:childTnLst>
                                </p:cTn>
                              </p:par>
                              <p:par>
                                <p:cTn id="344" presetID="42" presetClass="entr" presetSubtype="0" fill="hold" grpId="0" nodeType="withEffect">
                                  <p:stCondLst>
                                    <p:cond delay="250"/>
                                  </p:stCondLst>
                                  <p:childTnLst>
                                    <p:set>
                                      <p:cBhvr>
                                        <p:cTn id="345" dur="1" fill="hold">
                                          <p:stCondLst>
                                            <p:cond delay="0"/>
                                          </p:stCondLst>
                                        </p:cTn>
                                        <p:tgtEl>
                                          <p:spTgt spid="50"/>
                                        </p:tgtEl>
                                        <p:attrNameLst>
                                          <p:attrName>style.visibility</p:attrName>
                                        </p:attrNameLst>
                                      </p:cBhvr>
                                      <p:to>
                                        <p:strVal val="visible"/>
                                      </p:to>
                                    </p:set>
                                    <p:animEffect transition="in" filter="fade">
                                      <p:cBhvr>
                                        <p:cTn id="346" dur="650"/>
                                        <p:tgtEl>
                                          <p:spTgt spid="50"/>
                                        </p:tgtEl>
                                      </p:cBhvr>
                                    </p:animEffect>
                                    <p:anim calcmode="lin" valueType="num">
                                      <p:cBhvr>
                                        <p:cTn id="347" dur="650" fill="hold"/>
                                        <p:tgtEl>
                                          <p:spTgt spid="50"/>
                                        </p:tgtEl>
                                        <p:attrNameLst>
                                          <p:attrName>ppt_x</p:attrName>
                                        </p:attrNameLst>
                                      </p:cBhvr>
                                      <p:tavLst>
                                        <p:tav tm="0">
                                          <p:val>
                                            <p:strVal val="#ppt_x"/>
                                          </p:val>
                                        </p:tav>
                                        <p:tav tm="100000">
                                          <p:val>
                                            <p:strVal val="#ppt_x"/>
                                          </p:val>
                                        </p:tav>
                                      </p:tavLst>
                                    </p:anim>
                                    <p:anim calcmode="lin" valueType="num">
                                      <p:cBhvr>
                                        <p:cTn id="348" dur="650" fill="hold"/>
                                        <p:tgtEl>
                                          <p:spTgt spid="50"/>
                                        </p:tgtEl>
                                        <p:attrNameLst>
                                          <p:attrName>ppt_y</p:attrName>
                                        </p:attrNameLst>
                                      </p:cBhvr>
                                      <p:tavLst>
                                        <p:tav tm="0">
                                          <p:val>
                                            <p:strVal val="#ppt_y+.1"/>
                                          </p:val>
                                        </p:tav>
                                        <p:tav tm="100000">
                                          <p:val>
                                            <p:strVal val="#ppt_y"/>
                                          </p:val>
                                        </p:tav>
                                      </p:tavLst>
                                    </p:anim>
                                  </p:childTnLst>
                                </p:cTn>
                              </p:par>
                              <p:par>
                                <p:cTn id="349" presetID="42" presetClass="entr" presetSubtype="0" fill="hold" grpId="0" nodeType="withEffect">
                                  <p:stCondLst>
                                    <p:cond delay="328"/>
                                  </p:stCondLst>
                                  <p:childTnLst>
                                    <p:set>
                                      <p:cBhvr>
                                        <p:cTn id="350" dur="1" fill="hold">
                                          <p:stCondLst>
                                            <p:cond delay="0"/>
                                          </p:stCondLst>
                                        </p:cTn>
                                        <p:tgtEl>
                                          <p:spTgt spid="51"/>
                                        </p:tgtEl>
                                        <p:attrNameLst>
                                          <p:attrName>style.visibility</p:attrName>
                                        </p:attrNameLst>
                                      </p:cBhvr>
                                      <p:to>
                                        <p:strVal val="visible"/>
                                      </p:to>
                                    </p:set>
                                    <p:animEffect transition="in" filter="fade">
                                      <p:cBhvr>
                                        <p:cTn id="351" dur="650"/>
                                        <p:tgtEl>
                                          <p:spTgt spid="51"/>
                                        </p:tgtEl>
                                      </p:cBhvr>
                                    </p:animEffect>
                                    <p:anim calcmode="lin" valueType="num">
                                      <p:cBhvr>
                                        <p:cTn id="352" dur="650" fill="hold"/>
                                        <p:tgtEl>
                                          <p:spTgt spid="51"/>
                                        </p:tgtEl>
                                        <p:attrNameLst>
                                          <p:attrName>ppt_x</p:attrName>
                                        </p:attrNameLst>
                                      </p:cBhvr>
                                      <p:tavLst>
                                        <p:tav tm="0">
                                          <p:val>
                                            <p:strVal val="#ppt_x"/>
                                          </p:val>
                                        </p:tav>
                                        <p:tav tm="100000">
                                          <p:val>
                                            <p:strVal val="#ppt_x"/>
                                          </p:val>
                                        </p:tav>
                                      </p:tavLst>
                                    </p:anim>
                                    <p:anim calcmode="lin" valueType="num">
                                      <p:cBhvr>
                                        <p:cTn id="353" dur="650" fill="hold"/>
                                        <p:tgtEl>
                                          <p:spTgt spid="51"/>
                                        </p:tgtEl>
                                        <p:attrNameLst>
                                          <p:attrName>ppt_y</p:attrName>
                                        </p:attrNameLst>
                                      </p:cBhvr>
                                      <p:tavLst>
                                        <p:tav tm="0">
                                          <p:val>
                                            <p:strVal val="#ppt_y+.1"/>
                                          </p:val>
                                        </p:tav>
                                        <p:tav tm="100000">
                                          <p:val>
                                            <p:strVal val="#ppt_y"/>
                                          </p:val>
                                        </p:tav>
                                      </p:tavLst>
                                    </p:anim>
                                  </p:childTnLst>
                                </p:cTn>
                              </p:par>
                              <p:par>
                                <p:cTn id="354" presetID="42" presetClass="entr" presetSubtype="0" fill="hold" nodeType="withEffect">
                                  <p:stCondLst>
                                    <p:cond delay="328"/>
                                  </p:stCondLst>
                                  <p:childTnLst>
                                    <p:set>
                                      <p:cBhvr>
                                        <p:cTn id="355" dur="1" fill="hold">
                                          <p:stCondLst>
                                            <p:cond delay="0"/>
                                          </p:stCondLst>
                                        </p:cTn>
                                        <p:tgtEl>
                                          <p:spTgt spid="52"/>
                                        </p:tgtEl>
                                        <p:attrNameLst>
                                          <p:attrName>style.visibility</p:attrName>
                                        </p:attrNameLst>
                                      </p:cBhvr>
                                      <p:to>
                                        <p:strVal val="visible"/>
                                      </p:to>
                                    </p:set>
                                    <p:animEffect transition="in" filter="fade">
                                      <p:cBhvr>
                                        <p:cTn id="356" dur="650"/>
                                        <p:tgtEl>
                                          <p:spTgt spid="52"/>
                                        </p:tgtEl>
                                      </p:cBhvr>
                                    </p:animEffect>
                                    <p:anim calcmode="lin" valueType="num">
                                      <p:cBhvr>
                                        <p:cTn id="357" dur="650" fill="hold"/>
                                        <p:tgtEl>
                                          <p:spTgt spid="52"/>
                                        </p:tgtEl>
                                        <p:attrNameLst>
                                          <p:attrName>ppt_x</p:attrName>
                                        </p:attrNameLst>
                                      </p:cBhvr>
                                      <p:tavLst>
                                        <p:tav tm="0">
                                          <p:val>
                                            <p:strVal val="#ppt_x"/>
                                          </p:val>
                                        </p:tav>
                                        <p:tav tm="100000">
                                          <p:val>
                                            <p:strVal val="#ppt_x"/>
                                          </p:val>
                                        </p:tav>
                                      </p:tavLst>
                                    </p:anim>
                                    <p:anim calcmode="lin" valueType="num">
                                      <p:cBhvr>
                                        <p:cTn id="358" dur="650" fill="hold"/>
                                        <p:tgtEl>
                                          <p:spTgt spid="52"/>
                                        </p:tgtEl>
                                        <p:attrNameLst>
                                          <p:attrName>ppt_y</p:attrName>
                                        </p:attrNameLst>
                                      </p:cBhvr>
                                      <p:tavLst>
                                        <p:tav tm="0">
                                          <p:val>
                                            <p:strVal val="#ppt_y+.1"/>
                                          </p:val>
                                        </p:tav>
                                        <p:tav tm="100000">
                                          <p:val>
                                            <p:strVal val="#ppt_y"/>
                                          </p:val>
                                        </p:tav>
                                      </p:tavLst>
                                    </p:anim>
                                  </p:childTnLst>
                                </p:cTn>
                              </p:par>
                              <p:par>
                                <p:cTn id="359" presetID="42" presetClass="entr" presetSubtype="0" fill="hold" grpId="0" nodeType="withEffect">
                                  <p:stCondLst>
                                    <p:cond delay="328"/>
                                  </p:stCondLst>
                                  <p:childTnLst>
                                    <p:set>
                                      <p:cBhvr>
                                        <p:cTn id="360" dur="1" fill="hold">
                                          <p:stCondLst>
                                            <p:cond delay="0"/>
                                          </p:stCondLst>
                                        </p:cTn>
                                        <p:tgtEl>
                                          <p:spTgt spid="53"/>
                                        </p:tgtEl>
                                        <p:attrNameLst>
                                          <p:attrName>style.visibility</p:attrName>
                                        </p:attrNameLst>
                                      </p:cBhvr>
                                      <p:to>
                                        <p:strVal val="visible"/>
                                      </p:to>
                                    </p:set>
                                    <p:animEffect transition="in" filter="fade">
                                      <p:cBhvr>
                                        <p:cTn id="361" dur="650"/>
                                        <p:tgtEl>
                                          <p:spTgt spid="53"/>
                                        </p:tgtEl>
                                      </p:cBhvr>
                                    </p:animEffect>
                                    <p:anim calcmode="lin" valueType="num">
                                      <p:cBhvr>
                                        <p:cTn id="362" dur="650" fill="hold"/>
                                        <p:tgtEl>
                                          <p:spTgt spid="53"/>
                                        </p:tgtEl>
                                        <p:attrNameLst>
                                          <p:attrName>ppt_x</p:attrName>
                                        </p:attrNameLst>
                                      </p:cBhvr>
                                      <p:tavLst>
                                        <p:tav tm="0">
                                          <p:val>
                                            <p:strVal val="#ppt_x"/>
                                          </p:val>
                                        </p:tav>
                                        <p:tav tm="100000">
                                          <p:val>
                                            <p:strVal val="#ppt_x"/>
                                          </p:val>
                                        </p:tav>
                                      </p:tavLst>
                                    </p:anim>
                                    <p:anim calcmode="lin" valueType="num">
                                      <p:cBhvr>
                                        <p:cTn id="363" dur="650" fill="hold"/>
                                        <p:tgtEl>
                                          <p:spTgt spid="53"/>
                                        </p:tgtEl>
                                        <p:attrNameLst>
                                          <p:attrName>ppt_y</p:attrName>
                                        </p:attrNameLst>
                                      </p:cBhvr>
                                      <p:tavLst>
                                        <p:tav tm="0">
                                          <p:val>
                                            <p:strVal val="#ppt_y+.1"/>
                                          </p:val>
                                        </p:tav>
                                        <p:tav tm="100000">
                                          <p:val>
                                            <p:strVal val="#ppt_y"/>
                                          </p:val>
                                        </p:tav>
                                      </p:tavLst>
                                    </p:anim>
                                  </p:childTnLst>
                                </p:cTn>
                              </p:par>
                              <p:par>
                                <p:cTn id="364" presetID="42" presetClass="entr" presetSubtype="0" fill="hold" grpId="0" nodeType="withEffect">
                                  <p:stCondLst>
                                    <p:cond delay="406"/>
                                  </p:stCondLst>
                                  <p:childTnLst>
                                    <p:set>
                                      <p:cBhvr>
                                        <p:cTn id="365" dur="1" fill="hold">
                                          <p:stCondLst>
                                            <p:cond delay="0"/>
                                          </p:stCondLst>
                                        </p:cTn>
                                        <p:tgtEl>
                                          <p:spTgt spid="54"/>
                                        </p:tgtEl>
                                        <p:attrNameLst>
                                          <p:attrName>style.visibility</p:attrName>
                                        </p:attrNameLst>
                                      </p:cBhvr>
                                      <p:to>
                                        <p:strVal val="visible"/>
                                      </p:to>
                                    </p:set>
                                    <p:animEffect transition="in" filter="fade">
                                      <p:cBhvr>
                                        <p:cTn id="366" dur="650"/>
                                        <p:tgtEl>
                                          <p:spTgt spid="54"/>
                                        </p:tgtEl>
                                      </p:cBhvr>
                                    </p:animEffect>
                                    <p:anim calcmode="lin" valueType="num">
                                      <p:cBhvr>
                                        <p:cTn id="367" dur="650" fill="hold"/>
                                        <p:tgtEl>
                                          <p:spTgt spid="54"/>
                                        </p:tgtEl>
                                        <p:attrNameLst>
                                          <p:attrName>ppt_x</p:attrName>
                                        </p:attrNameLst>
                                      </p:cBhvr>
                                      <p:tavLst>
                                        <p:tav tm="0">
                                          <p:val>
                                            <p:strVal val="#ppt_x"/>
                                          </p:val>
                                        </p:tav>
                                        <p:tav tm="100000">
                                          <p:val>
                                            <p:strVal val="#ppt_x"/>
                                          </p:val>
                                        </p:tav>
                                      </p:tavLst>
                                    </p:anim>
                                    <p:anim calcmode="lin" valueType="num">
                                      <p:cBhvr>
                                        <p:cTn id="368" dur="650" fill="hold"/>
                                        <p:tgtEl>
                                          <p:spTgt spid="54"/>
                                        </p:tgtEl>
                                        <p:attrNameLst>
                                          <p:attrName>ppt_y</p:attrName>
                                        </p:attrNameLst>
                                      </p:cBhvr>
                                      <p:tavLst>
                                        <p:tav tm="0">
                                          <p:val>
                                            <p:strVal val="#ppt_y+.1"/>
                                          </p:val>
                                        </p:tav>
                                        <p:tav tm="100000">
                                          <p:val>
                                            <p:strVal val="#ppt_y"/>
                                          </p:val>
                                        </p:tav>
                                      </p:tavLst>
                                    </p:anim>
                                  </p:childTnLst>
                                </p:cTn>
                              </p:par>
                              <p:par>
                                <p:cTn id="369" presetID="42" presetClass="entr" presetSubtype="0" fill="hold" nodeType="withEffect">
                                  <p:stCondLst>
                                    <p:cond delay="406"/>
                                  </p:stCondLst>
                                  <p:childTnLst>
                                    <p:set>
                                      <p:cBhvr>
                                        <p:cTn id="370" dur="1" fill="hold">
                                          <p:stCondLst>
                                            <p:cond delay="0"/>
                                          </p:stCondLst>
                                        </p:cTn>
                                        <p:tgtEl>
                                          <p:spTgt spid="55"/>
                                        </p:tgtEl>
                                        <p:attrNameLst>
                                          <p:attrName>style.visibility</p:attrName>
                                        </p:attrNameLst>
                                      </p:cBhvr>
                                      <p:to>
                                        <p:strVal val="visible"/>
                                      </p:to>
                                    </p:set>
                                    <p:animEffect transition="in" filter="fade">
                                      <p:cBhvr>
                                        <p:cTn id="371" dur="650"/>
                                        <p:tgtEl>
                                          <p:spTgt spid="55"/>
                                        </p:tgtEl>
                                      </p:cBhvr>
                                    </p:animEffect>
                                    <p:anim calcmode="lin" valueType="num">
                                      <p:cBhvr>
                                        <p:cTn id="372" dur="650" fill="hold"/>
                                        <p:tgtEl>
                                          <p:spTgt spid="55"/>
                                        </p:tgtEl>
                                        <p:attrNameLst>
                                          <p:attrName>ppt_x</p:attrName>
                                        </p:attrNameLst>
                                      </p:cBhvr>
                                      <p:tavLst>
                                        <p:tav tm="0">
                                          <p:val>
                                            <p:strVal val="#ppt_x"/>
                                          </p:val>
                                        </p:tav>
                                        <p:tav tm="100000">
                                          <p:val>
                                            <p:strVal val="#ppt_x"/>
                                          </p:val>
                                        </p:tav>
                                      </p:tavLst>
                                    </p:anim>
                                    <p:anim calcmode="lin" valueType="num">
                                      <p:cBhvr>
                                        <p:cTn id="373" dur="650" fill="hold"/>
                                        <p:tgtEl>
                                          <p:spTgt spid="55"/>
                                        </p:tgtEl>
                                        <p:attrNameLst>
                                          <p:attrName>ppt_y</p:attrName>
                                        </p:attrNameLst>
                                      </p:cBhvr>
                                      <p:tavLst>
                                        <p:tav tm="0">
                                          <p:val>
                                            <p:strVal val="#ppt_y+.1"/>
                                          </p:val>
                                        </p:tav>
                                        <p:tav tm="100000">
                                          <p:val>
                                            <p:strVal val="#ppt_y"/>
                                          </p:val>
                                        </p:tav>
                                      </p:tavLst>
                                    </p:anim>
                                  </p:childTnLst>
                                </p:cTn>
                              </p:par>
                              <p:par>
                                <p:cTn id="374" presetID="42" presetClass="entr" presetSubtype="0" fill="hold" grpId="0" nodeType="withEffect">
                                  <p:stCondLst>
                                    <p:cond delay="406"/>
                                  </p:stCondLst>
                                  <p:childTnLst>
                                    <p:set>
                                      <p:cBhvr>
                                        <p:cTn id="375" dur="1" fill="hold">
                                          <p:stCondLst>
                                            <p:cond delay="0"/>
                                          </p:stCondLst>
                                        </p:cTn>
                                        <p:tgtEl>
                                          <p:spTgt spid="56"/>
                                        </p:tgtEl>
                                        <p:attrNameLst>
                                          <p:attrName>style.visibility</p:attrName>
                                        </p:attrNameLst>
                                      </p:cBhvr>
                                      <p:to>
                                        <p:strVal val="visible"/>
                                      </p:to>
                                    </p:set>
                                    <p:animEffect transition="in" filter="fade">
                                      <p:cBhvr>
                                        <p:cTn id="376" dur="650"/>
                                        <p:tgtEl>
                                          <p:spTgt spid="56"/>
                                        </p:tgtEl>
                                      </p:cBhvr>
                                    </p:animEffect>
                                    <p:anim calcmode="lin" valueType="num">
                                      <p:cBhvr>
                                        <p:cTn id="377" dur="650" fill="hold"/>
                                        <p:tgtEl>
                                          <p:spTgt spid="56"/>
                                        </p:tgtEl>
                                        <p:attrNameLst>
                                          <p:attrName>ppt_x</p:attrName>
                                        </p:attrNameLst>
                                      </p:cBhvr>
                                      <p:tavLst>
                                        <p:tav tm="0">
                                          <p:val>
                                            <p:strVal val="#ppt_x"/>
                                          </p:val>
                                        </p:tav>
                                        <p:tav tm="100000">
                                          <p:val>
                                            <p:strVal val="#ppt_x"/>
                                          </p:val>
                                        </p:tav>
                                      </p:tavLst>
                                    </p:anim>
                                    <p:anim calcmode="lin" valueType="num">
                                      <p:cBhvr>
                                        <p:cTn id="378" dur="650" fill="hold"/>
                                        <p:tgtEl>
                                          <p:spTgt spid="56"/>
                                        </p:tgtEl>
                                        <p:attrNameLst>
                                          <p:attrName>ppt_y</p:attrName>
                                        </p:attrNameLst>
                                      </p:cBhvr>
                                      <p:tavLst>
                                        <p:tav tm="0">
                                          <p:val>
                                            <p:strVal val="#ppt_y+.1"/>
                                          </p:val>
                                        </p:tav>
                                        <p:tav tm="100000">
                                          <p:val>
                                            <p:strVal val="#ppt_y"/>
                                          </p:val>
                                        </p:tav>
                                      </p:tavLst>
                                    </p:anim>
                                  </p:childTnLst>
                                </p:cTn>
                              </p:par>
                              <p:par>
                                <p:cTn id="379" presetID="42" presetClass="entr" presetSubtype="0" fill="hold" grpId="0" nodeType="withEffect">
                                  <p:stCondLst>
                                    <p:cond delay="483"/>
                                  </p:stCondLst>
                                  <p:childTnLst>
                                    <p:set>
                                      <p:cBhvr>
                                        <p:cTn id="380" dur="1" fill="hold">
                                          <p:stCondLst>
                                            <p:cond delay="0"/>
                                          </p:stCondLst>
                                        </p:cTn>
                                        <p:tgtEl>
                                          <p:spTgt spid="57"/>
                                        </p:tgtEl>
                                        <p:attrNameLst>
                                          <p:attrName>style.visibility</p:attrName>
                                        </p:attrNameLst>
                                      </p:cBhvr>
                                      <p:to>
                                        <p:strVal val="visible"/>
                                      </p:to>
                                    </p:set>
                                    <p:animEffect transition="in" filter="fade">
                                      <p:cBhvr>
                                        <p:cTn id="381" dur="650"/>
                                        <p:tgtEl>
                                          <p:spTgt spid="57"/>
                                        </p:tgtEl>
                                      </p:cBhvr>
                                    </p:animEffect>
                                    <p:anim calcmode="lin" valueType="num">
                                      <p:cBhvr>
                                        <p:cTn id="382" dur="650" fill="hold"/>
                                        <p:tgtEl>
                                          <p:spTgt spid="57"/>
                                        </p:tgtEl>
                                        <p:attrNameLst>
                                          <p:attrName>ppt_x</p:attrName>
                                        </p:attrNameLst>
                                      </p:cBhvr>
                                      <p:tavLst>
                                        <p:tav tm="0">
                                          <p:val>
                                            <p:strVal val="#ppt_x"/>
                                          </p:val>
                                        </p:tav>
                                        <p:tav tm="100000">
                                          <p:val>
                                            <p:strVal val="#ppt_x"/>
                                          </p:val>
                                        </p:tav>
                                      </p:tavLst>
                                    </p:anim>
                                    <p:anim calcmode="lin" valueType="num">
                                      <p:cBhvr>
                                        <p:cTn id="383" dur="650" fill="hold"/>
                                        <p:tgtEl>
                                          <p:spTgt spid="57"/>
                                        </p:tgtEl>
                                        <p:attrNameLst>
                                          <p:attrName>ppt_y</p:attrName>
                                        </p:attrNameLst>
                                      </p:cBhvr>
                                      <p:tavLst>
                                        <p:tav tm="0">
                                          <p:val>
                                            <p:strVal val="#ppt_y+.1"/>
                                          </p:val>
                                        </p:tav>
                                        <p:tav tm="100000">
                                          <p:val>
                                            <p:strVal val="#ppt_y"/>
                                          </p:val>
                                        </p:tav>
                                      </p:tavLst>
                                    </p:anim>
                                  </p:childTnLst>
                                </p:cTn>
                              </p:par>
                              <p:par>
                                <p:cTn id="384" presetID="42" presetClass="entr" presetSubtype="0" fill="hold" nodeType="withEffect">
                                  <p:stCondLst>
                                    <p:cond delay="483"/>
                                  </p:stCondLst>
                                  <p:childTnLst>
                                    <p:set>
                                      <p:cBhvr>
                                        <p:cTn id="385" dur="1" fill="hold">
                                          <p:stCondLst>
                                            <p:cond delay="0"/>
                                          </p:stCondLst>
                                        </p:cTn>
                                        <p:tgtEl>
                                          <p:spTgt spid="58"/>
                                        </p:tgtEl>
                                        <p:attrNameLst>
                                          <p:attrName>style.visibility</p:attrName>
                                        </p:attrNameLst>
                                      </p:cBhvr>
                                      <p:to>
                                        <p:strVal val="visible"/>
                                      </p:to>
                                    </p:set>
                                    <p:animEffect transition="in" filter="fade">
                                      <p:cBhvr>
                                        <p:cTn id="386" dur="650"/>
                                        <p:tgtEl>
                                          <p:spTgt spid="58"/>
                                        </p:tgtEl>
                                      </p:cBhvr>
                                    </p:animEffect>
                                    <p:anim calcmode="lin" valueType="num">
                                      <p:cBhvr>
                                        <p:cTn id="387" dur="650" fill="hold"/>
                                        <p:tgtEl>
                                          <p:spTgt spid="58"/>
                                        </p:tgtEl>
                                        <p:attrNameLst>
                                          <p:attrName>ppt_x</p:attrName>
                                        </p:attrNameLst>
                                      </p:cBhvr>
                                      <p:tavLst>
                                        <p:tav tm="0">
                                          <p:val>
                                            <p:strVal val="#ppt_x"/>
                                          </p:val>
                                        </p:tav>
                                        <p:tav tm="100000">
                                          <p:val>
                                            <p:strVal val="#ppt_x"/>
                                          </p:val>
                                        </p:tav>
                                      </p:tavLst>
                                    </p:anim>
                                    <p:anim calcmode="lin" valueType="num">
                                      <p:cBhvr>
                                        <p:cTn id="388" dur="650" fill="hold"/>
                                        <p:tgtEl>
                                          <p:spTgt spid="58"/>
                                        </p:tgtEl>
                                        <p:attrNameLst>
                                          <p:attrName>ppt_y</p:attrName>
                                        </p:attrNameLst>
                                      </p:cBhvr>
                                      <p:tavLst>
                                        <p:tav tm="0">
                                          <p:val>
                                            <p:strVal val="#ppt_y+.1"/>
                                          </p:val>
                                        </p:tav>
                                        <p:tav tm="100000">
                                          <p:val>
                                            <p:strVal val="#ppt_y"/>
                                          </p:val>
                                        </p:tav>
                                      </p:tavLst>
                                    </p:anim>
                                  </p:childTnLst>
                                </p:cTn>
                              </p:par>
                              <p:par>
                                <p:cTn id="389" presetID="42" presetClass="entr" presetSubtype="0" fill="hold" grpId="0" nodeType="withEffect">
                                  <p:stCondLst>
                                    <p:cond delay="483"/>
                                  </p:stCondLst>
                                  <p:childTnLst>
                                    <p:set>
                                      <p:cBhvr>
                                        <p:cTn id="390" dur="1" fill="hold">
                                          <p:stCondLst>
                                            <p:cond delay="0"/>
                                          </p:stCondLst>
                                        </p:cTn>
                                        <p:tgtEl>
                                          <p:spTgt spid="59"/>
                                        </p:tgtEl>
                                        <p:attrNameLst>
                                          <p:attrName>style.visibility</p:attrName>
                                        </p:attrNameLst>
                                      </p:cBhvr>
                                      <p:to>
                                        <p:strVal val="visible"/>
                                      </p:to>
                                    </p:set>
                                    <p:animEffect transition="in" filter="fade">
                                      <p:cBhvr>
                                        <p:cTn id="391" dur="650"/>
                                        <p:tgtEl>
                                          <p:spTgt spid="59"/>
                                        </p:tgtEl>
                                      </p:cBhvr>
                                    </p:animEffect>
                                    <p:anim calcmode="lin" valueType="num">
                                      <p:cBhvr>
                                        <p:cTn id="392" dur="650" fill="hold"/>
                                        <p:tgtEl>
                                          <p:spTgt spid="59"/>
                                        </p:tgtEl>
                                        <p:attrNameLst>
                                          <p:attrName>ppt_x</p:attrName>
                                        </p:attrNameLst>
                                      </p:cBhvr>
                                      <p:tavLst>
                                        <p:tav tm="0">
                                          <p:val>
                                            <p:strVal val="#ppt_x"/>
                                          </p:val>
                                        </p:tav>
                                        <p:tav tm="100000">
                                          <p:val>
                                            <p:strVal val="#ppt_x"/>
                                          </p:val>
                                        </p:tav>
                                      </p:tavLst>
                                    </p:anim>
                                    <p:anim calcmode="lin" valueType="num">
                                      <p:cBhvr>
                                        <p:cTn id="393" dur="650" fill="hold"/>
                                        <p:tgtEl>
                                          <p:spTgt spid="59"/>
                                        </p:tgtEl>
                                        <p:attrNameLst>
                                          <p:attrName>ppt_y</p:attrName>
                                        </p:attrNameLst>
                                      </p:cBhvr>
                                      <p:tavLst>
                                        <p:tav tm="0">
                                          <p:val>
                                            <p:strVal val="#ppt_y+.1"/>
                                          </p:val>
                                        </p:tav>
                                        <p:tav tm="100000">
                                          <p:val>
                                            <p:strVal val="#ppt_y"/>
                                          </p:val>
                                        </p:tav>
                                      </p:tavLst>
                                    </p:anim>
                                  </p:childTnLst>
                                </p:cTn>
                              </p:par>
                              <p:par>
                                <p:cTn id="394" presetID="42" presetClass="entr" presetSubtype="0" fill="hold" grpId="0" nodeType="withEffect">
                                  <p:stCondLst>
                                    <p:cond delay="561"/>
                                  </p:stCondLst>
                                  <p:childTnLst>
                                    <p:set>
                                      <p:cBhvr>
                                        <p:cTn id="395" dur="1" fill="hold">
                                          <p:stCondLst>
                                            <p:cond delay="0"/>
                                          </p:stCondLst>
                                        </p:cTn>
                                        <p:tgtEl>
                                          <p:spTgt spid="60"/>
                                        </p:tgtEl>
                                        <p:attrNameLst>
                                          <p:attrName>style.visibility</p:attrName>
                                        </p:attrNameLst>
                                      </p:cBhvr>
                                      <p:to>
                                        <p:strVal val="visible"/>
                                      </p:to>
                                    </p:set>
                                    <p:animEffect transition="in" filter="fade">
                                      <p:cBhvr>
                                        <p:cTn id="396" dur="650"/>
                                        <p:tgtEl>
                                          <p:spTgt spid="60"/>
                                        </p:tgtEl>
                                      </p:cBhvr>
                                    </p:animEffect>
                                    <p:anim calcmode="lin" valueType="num">
                                      <p:cBhvr>
                                        <p:cTn id="397" dur="650" fill="hold"/>
                                        <p:tgtEl>
                                          <p:spTgt spid="60"/>
                                        </p:tgtEl>
                                        <p:attrNameLst>
                                          <p:attrName>ppt_x</p:attrName>
                                        </p:attrNameLst>
                                      </p:cBhvr>
                                      <p:tavLst>
                                        <p:tav tm="0">
                                          <p:val>
                                            <p:strVal val="#ppt_x"/>
                                          </p:val>
                                        </p:tav>
                                        <p:tav tm="100000">
                                          <p:val>
                                            <p:strVal val="#ppt_x"/>
                                          </p:val>
                                        </p:tav>
                                      </p:tavLst>
                                    </p:anim>
                                    <p:anim calcmode="lin" valueType="num">
                                      <p:cBhvr>
                                        <p:cTn id="398" dur="650" fill="hold"/>
                                        <p:tgtEl>
                                          <p:spTgt spid="60"/>
                                        </p:tgtEl>
                                        <p:attrNameLst>
                                          <p:attrName>ppt_y</p:attrName>
                                        </p:attrNameLst>
                                      </p:cBhvr>
                                      <p:tavLst>
                                        <p:tav tm="0">
                                          <p:val>
                                            <p:strVal val="#ppt_y+.1"/>
                                          </p:val>
                                        </p:tav>
                                        <p:tav tm="100000">
                                          <p:val>
                                            <p:strVal val="#ppt_y"/>
                                          </p:val>
                                        </p:tav>
                                      </p:tavLst>
                                    </p:anim>
                                  </p:childTnLst>
                                </p:cTn>
                              </p:par>
                              <p:par>
                                <p:cTn id="399" presetID="42" presetClass="entr" presetSubtype="0" fill="hold" nodeType="withEffect">
                                  <p:stCondLst>
                                    <p:cond delay="561"/>
                                  </p:stCondLst>
                                  <p:childTnLst>
                                    <p:set>
                                      <p:cBhvr>
                                        <p:cTn id="400" dur="1" fill="hold">
                                          <p:stCondLst>
                                            <p:cond delay="0"/>
                                          </p:stCondLst>
                                        </p:cTn>
                                        <p:tgtEl>
                                          <p:spTgt spid="61"/>
                                        </p:tgtEl>
                                        <p:attrNameLst>
                                          <p:attrName>style.visibility</p:attrName>
                                        </p:attrNameLst>
                                      </p:cBhvr>
                                      <p:to>
                                        <p:strVal val="visible"/>
                                      </p:to>
                                    </p:set>
                                    <p:animEffect transition="in" filter="fade">
                                      <p:cBhvr>
                                        <p:cTn id="401" dur="650"/>
                                        <p:tgtEl>
                                          <p:spTgt spid="61"/>
                                        </p:tgtEl>
                                      </p:cBhvr>
                                    </p:animEffect>
                                    <p:anim calcmode="lin" valueType="num">
                                      <p:cBhvr>
                                        <p:cTn id="402" dur="650" fill="hold"/>
                                        <p:tgtEl>
                                          <p:spTgt spid="61"/>
                                        </p:tgtEl>
                                        <p:attrNameLst>
                                          <p:attrName>ppt_x</p:attrName>
                                        </p:attrNameLst>
                                      </p:cBhvr>
                                      <p:tavLst>
                                        <p:tav tm="0">
                                          <p:val>
                                            <p:strVal val="#ppt_x"/>
                                          </p:val>
                                        </p:tav>
                                        <p:tav tm="100000">
                                          <p:val>
                                            <p:strVal val="#ppt_x"/>
                                          </p:val>
                                        </p:tav>
                                      </p:tavLst>
                                    </p:anim>
                                    <p:anim calcmode="lin" valueType="num">
                                      <p:cBhvr>
                                        <p:cTn id="403" dur="650" fill="hold"/>
                                        <p:tgtEl>
                                          <p:spTgt spid="61"/>
                                        </p:tgtEl>
                                        <p:attrNameLst>
                                          <p:attrName>ppt_y</p:attrName>
                                        </p:attrNameLst>
                                      </p:cBhvr>
                                      <p:tavLst>
                                        <p:tav tm="0">
                                          <p:val>
                                            <p:strVal val="#ppt_y+.1"/>
                                          </p:val>
                                        </p:tav>
                                        <p:tav tm="100000">
                                          <p:val>
                                            <p:strVal val="#ppt_y"/>
                                          </p:val>
                                        </p:tav>
                                      </p:tavLst>
                                    </p:anim>
                                  </p:childTnLst>
                                </p:cTn>
                              </p:par>
                              <p:par>
                                <p:cTn id="404" presetID="42" presetClass="entr" presetSubtype="0" fill="hold" grpId="0" nodeType="withEffect">
                                  <p:stCondLst>
                                    <p:cond delay="561"/>
                                  </p:stCondLst>
                                  <p:childTnLst>
                                    <p:set>
                                      <p:cBhvr>
                                        <p:cTn id="405" dur="1" fill="hold">
                                          <p:stCondLst>
                                            <p:cond delay="0"/>
                                          </p:stCondLst>
                                        </p:cTn>
                                        <p:tgtEl>
                                          <p:spTgt spid="62"/>
                                        </p:tgtEl>
                                        <p:attrNameLst>
                                          <p:attrName>style.visibility</p:attrName>
                                        </p:attrNameLst>
                                      </p:cBhvr>
                                      <p:to>
                                        <p:strVal val="visible"/>
                                      </p:to>
                                    </p:set>
                                    <p:animEffect transition="in" filter="fade">
                                      <p:cBhvr>
                                        <p:cTn id="406" dur="650"/>
                                        <p:tgtEl>
                                          <p:spTgt spid="62"/>
                                        </p:tgtEl>
                                      </p:cBhvr>
                                    </p:animEffect>
                                    <p:anim calcmode="lin" valueType="num">
                                      <p:cBhvr>
                                        <p:cTn id="407" dur="650" fill="hold"/>
                                        <p:tgtEl>
                                          <p:spTgt spid="62"/>
                                        </p:tgtEl>
                                        <p:attrNameLst>
                                          <p:attrName>ppt_x</p:attrName>
                                        </p:attrNameLst>
                                      </p:cBhvr>
                                      <p:tavLst>
                                        <p:tav tm="0">
                                          <p:val>
                                            <p:strVal val="#ppt_x"/>
                                          </p:val>
                                        </p:tav>
                                        <p:tav tm="100000">
                                          <p:val>
                                            <p:strVal val="#ppt_x"/>
                                          </p:val>
                                        </p:tav>
                                      </p:tavLst>
                                    </p:anim>
                                    <p:anim calcmode="lin" valueType="num">
                                      <p:cBhvr>
                                        <p:cTn id="408" dur="650" fill="hold"/>
                                        <p:tgtEl>
                                          <p:spTgt spid="62"/>
                                        </p:tgtEl>
                                        <p:attrNameLst>
                                          <p:attrName>ppt_y</p:attrName>
                                        </p:attrNameLst>
                                      </p:cBhvr>
                                      <p:tavLst>
                                        <p:tav tm="0">
                                          <p:val>
                                            <p:strVal val="#ppt_y+.1"/>
                                          </p:val>
                                        </p:tav>
                                        <p:tav tm="100000">
                                          <p:val>
                                            <p:strVal val="#ppt_y"/>
                                          </p:val>
                                        </p:tav>
                                      </p:tavLst>
                                    </p:anim>
                                  </p:childTnLst>
                                </p:cTn>
                              </p:par>
                              <p:par>
                                <p:cTn id="409" presetID="42" presetClass="entr" presetSubtype="0" fill="hold" grpId="0" nodeType="withEffect">
                                  <p:stCondLst>
                                    <p:cond delay="639"/>
                                  </p:stCondLst>
                                  <p:childTnLst>
                                    <p:set>
                                      <p:cBhvr>
                                        <p:cTn id="410" dur="1" fill="hold">
                                          <p:stCondLst>
                                            <p:cond delay="0"/>
                                          </p:stCondLst>
                                        </p:cTn>
                                        <p:tgtEl>
                                          <p:spTgt spid="63"/>
                                        </p:tgtEl>
                                        <p:attrNameLst>
                                          <p:attrName>style.visibility</p:attrName>
                                        </p:attrNameLst>
                                      </p:cBhvr>
                                      <p:to>
                                        <p:strVal val="visible"/>
                                      </p:to>
                                    </p:set>
                                    <p:animEffect transition="in" filter="fade">
                                      <p:cBhvr>
                                        <p:cTn id="411" dur="650"/>
                                        <p:tgtEl>
                                          <p:spTgt spid="63"/>
                                        </p:tgtEl>
                                      </p:cBhvr>
                                    </p:animEffect>
                                    <p:anim calcmode="lin" valueType="num">
                                      <p:cBhvr>
                                        <p:cTn id="412" dur="650" fill="hold"/>
                                        <p:tgtEl>
                                          <p:spTgt spid="63"/>
                                        </p:tgtEl>
                                        <p:attrNameLst>
                                          <p:attrName>ppt_x</p:attrName>
                                        </p:attrNameLst>
                                      </p:cBhvr>
                                      <p:tavLst>
                                        <p:tav tm="0">
                                          <p:val>
                                            <p:strVal val="#ppt_x"/>
                                          </p:val>
                                        </p:tav>
                                        <p:tav tm="100000">
                                          <p:val>
                                            <p:strVal val="#ppt_x"/>
                                          </p:val>
                                        </p:tav>
                                      </p:tavLst>
                                    </p:anim>
                                    <p:anim calcmode="lin" valueType="num">
                                      <p:cBhvr>
                                        <p:cTn id="413" dur="650" fill="hold"/>
                                        <p:tgtEl>
                                          <p:spTgt spid="63"/>
                                        </p:tgtEl>
                                        <p:attrNameLst>
                                          <p:attrName>ppt_y</p:attrName>
                                        </p:attrNameLst>
                                      </p:cBhvr>
                                      <p:tavLst>
                                        <p:tav tm="0">
                                          <p:val>
                                            <p:strVal val="#ppt_y+.1"/>
                                          </p:val>
                                        </p:tav>
                                        <p:tav tm="100000">
                                          <p:val>
                                            <p:strVal val="#ppt_y"/>
                                          </p:val>
                                        </p:tav>
                                      </p:tavLst>
                                    </p:anim>
                                  </p:childTnLst>
                                </p:cTn>
                              </p:par>
                              <p:par>
                                <p:cTn id="414" presetID="42" presetClass="entr" presetSubtype="0" fill="hold" nodeType="withEffect">
                                  <p:stCondLst>
                                    <p:cond delay="639"/>
                                  </p:stCondLst>
                                  <p:childTnLst>
                                    <p:set>
                                      <p:cBhvr>
                                        <p:cTn id="415" dur="1" fill="hold">
                                          <p:stCondLst>
                                            <p:cond delay="0"/>
                                          </p:stCondLst>
                                        </p:cTn>
                                        <p:tgtEl>
                                          <p:spTgt spid="64"/>
                                        </p:tgtEl>
                                        <p:attrNameLst>
                                          <p:attrName>style.visibility</p:attrName>
                                        </p:attrNameLst>
                                      </p:cBhvr>
                                      <p:to>
                                        <p:strVal val="visible"/>
                                      </p:to>
                                    </p:set>
                                    <p:animEffect transition="in" filter="fade">
                                      <p:cBhvr>
                                        <p:cTn id="416" dur="650"/>
                                        <p:tgtEl>
                                          <p:spTgt spid="64"/>
                                        </p:tgtEl>
                                      </p:cBhvr>
                                    </p:animEffect>
                                    <p:anim calcmode="lin" valueType="num">
                                      <p:cBhvr>
                                        <p:cTn id="417" dur="650" fill="hold"/>
                                        <p:tgtEl>
                                          <p:spTgt spid="64"/>
                                        </p:tgtEl>
                                        <p:attrNameLst>
                                          <p:attrName>ppt_x</p:attrName>
                                        </p:attrNameLst>
                                      </p:cBhvr>
                                      <p:tavLst>
                                        <p:tav tm="0">
                                          <p:val>
                                            <p:strVal val="#ppt_x"/>
                                          </p:val>
                                        </p:tav>
                                        <p:tav tm="100000">
                                          <p:val>
                                            <p:strVal val="#ppt_x"/>
                                          </p:val>
                                        </p:tav>
                                      </p:tavLst>
                                    </p:anim>
                                    <p:anim calcmode="lin" valueType="num">
                                      <p:cBhvr>
                                        <p:cTn id="418" dur="650" fill="hold"/>
                                        <p:tgtEl>
                                          <p:spTgt spid="64"/>
                                        </p:tgtEl>
                                        <p:attrNameLst>
                                          <p:attrName>ppt_y</p:attrName>
                                        </p:attrNameLst>
                                      </p:cBhvr>
                                      <p:tavLst>
                                        <p:tav tm="0">
                                          <p:val>
                                            <p:strVal val="#ppt_y+.1"/>
                                          </p:val>
                                        </p:tav>
                                        <p:tav tm="100000">
                                          <p:val>
                                            <p:strVal val="#ppt_y"/>
                                          </p:val>
                                        </p:tav>
                                      </p:tavLst>
                                    </p:anim>
                                  </p:childTnLst>
                                </p:cTn>
                              </p:par>
                              <p:par>
                                <p:cTn id="419" presetID="42" presetClass="entr" presetSubtype="0" fill="hold" grpId="0" nodeType="withEffect">
                                  <p:stCondLst>
                                    <p:cond delay="639"/>
                                  </p:stCondLst>
                                  <p:childTnLst>
                                    <p:set>
                                      <p:cBhvr>
                                        <p:cTn id="420" dur="1" fill="hold">
                                          <p:stCondLst>
                                            <p:cond delay="0"/>
                                          </p:stCondLst>
                                        </p:cTn>
                                        <p:tgtEl>
                                          <p:spTgt spid="65"/>
                                        </p:tgtEl>
                                        <p:attrNameLst>
                                          <p:attrName>style.visibility</p:attrName>
                                        </p:attrNameLst>
                                      </p:cBhvr>
                                      <p:to>
                                        <p:strVal val="visible"/>
                                      </p:to>
                                    </p:set>
                                    <p:animEffect transition="in" filter="fade">
                                      <p:cBhvr>
                                        <p:cTn id="421" dur="650"/>
                                        <p:tgtEl>
                                          <p:spTgt spid="65"/>
                                        </p:tgtEl>
                                      </p:cBhvr>
                                    </p:animEffect>
                                    <p:anim calcmode="lin" valueType="num">
                                      <p:cBhvr>
                                        <p:cTn id="422" dur="650" fill="hold"/>
                                        <p:tgtEl>
                                          <p:spTgt spid="65"/>
                                        </p:tgtEl>
                                        <p:attrNameLst>
                                          <p:attrName>ppt_x</p:attrName>
                                        </p:attrNameLst>
                                      </p:cBhvr>
                                      <p:tavLst>
                                        <p:tav tm="0">
                                          <p:val>
                                            <p:strVal val="#ppt_x"/>
                                          </p:val>
                                        </p:tav>
                                        <p:tav tm="100000">
                                          <p:val>
                                            <p:strVal val="#ppt_x"/>
                                          </p:val>
                                        </p:tav>
                                      </p:tavLst>
                                    </p:anim>
                                    <p:anim calcmode="lin" valueType="num">
                                      <p:cBhvr>
                                        <p:cTn id="423" dur="650" fill="hold"/>
                                        <p:tgtEl>
                                          <p:spTgt spid="65"/>
                                        </p:tgtEl>
                                        <p:attrNameLst>
                                          <p:attrName>ppt_y</p:attrName>
                                        </p:attrNameLst>
                                      </p:cBhvr>
                                      <p:tavLst>
                                        <p:tav tm="0">
                                          <p:val>
                                            <p:strVal val="#ppt_y+.1"/>
                                          </p:val>
                                        </p:tav>
                                        <p:tav tm="100000">
                                          <p:val>
                                            <p:strVal val="#ppt_y"/>
                                          </p:val>
                                        </p:tav>
                                      </p:tavLst>
                                    </p:anim>
                                  </p:childTnLst>
                                </p:cTn>
                              </p:par>
                              <p:par>
                                <p:cTn id="424" presetID="42" presetClass="entr" presetSubtype="0" fill="hold" grpId="0" nodeType="withEffect">
                                  <p:stCondLst>
                                    <p:cond delay="717"/>
                                  </p:stCondLst>
                                  <p:childTnLst>
                                    <p:set>
                                      <p:cBhvr>
                                        <p:cTn id="425" dur="1" fill="hold">
                                          <p:stCondLst>
                                            <p:cond delay="0"/>
                                          </p:stCondLst>
                                        </p:cTn>
                                        <p:tgtEl>
                                          <p:spTgt spid="66"/>
                                        </p:tgtEl>
                                        <p:attrNameLst>
                                          <p:attrName>style.visibility</p:attrName>
                                        </p:attrNameLst>
                                      </p:cBhvr>
                                      <p:to>
                                        <p:strVal val="visible"/>
                                      </p:to>
                                    </p:set>
                                    <p:animEffect transition="in" filter="fade">
                                      <p:cBhvr>
                                        <p:cTn id="426" dur="650"/>
                                        <p:tgtEl>
                                          <p:spTgt spid="66"/>
                                        </p:tgtEl>
                                      </p:cBhvr>
                                    </p:animEffect>
                                    <p:anim calcmode="lin" valueType="num">
                                      <p:cBhvr>
                                        <p:cTn id="427" dur="650" fill="hold"/>
                                        <p:tgtEl>
                                          <p:spTgt spid="66"/>
                                        </p:tgtEl>
                                        <p:attrNameLst>
                                          <p:attrName>ppt_x</p:attrName>
                                        </p:attrNameLst>
                                      </p:cBhvr>
                                      <p:tavLst>
                                        <p:tav tm="0">
                                          <p:val>
                                            <p:strVal val="#ppt_x"/>
                                          </p:val>
                                        </p:tav>
                                        <p:tav tm="100000">
                                          <p:val>
                                            <p:strVal val="#ppt_x"/>
                                          </p:val>
                                        </p:tav>
                                      </p:tavLst>
                                    </p:anim>
                                    <p:anim calcmode="lin" valueType="num">
                                      <p:cBhvr>
                                        <p:cTn id="428" dur="650" fill="hold"/>
                                        <p:tgtEl>
                                          <p:spTgt spid="66"/>
                                        </p:tgtEl>
                                        <p:attrNameLst>
                                          <p:attrName>ppt_y</p:attrName>
                                        </p:attrNameLst>
                                      </p:cBhvr>
                                      <p:tavLst>
                                        <p:tav tm="0">
                                          <p:val>
                                            <p:strVal val="#ppt_y+.1"/>
                                          </p:val>
                                        </p:tav>
                                        <p:tav tm="100000">
                                          <p:val>
                                            <p:strVal val="#ppt_y"/>
                                          </p:val>
                                        </p:tav>
                                      </p:tavLst>
                                    </p:anim>
                                  </p:childTnLst>
                                </p:cTn>
                              </p:par>
                              <p:par>
                                <p:cTn id="429" presetID="42" presetClass="entr" presetSubtype="0" fill="hold" nodeType="withEffect">
                                  <p:stCondLst>
                                    <p:cond delay="717"/>
                                  </p:stCondLst>
                                  <p:childTnLst>
                                    <p:set>
                                      <p:cBhvr>
                                        <p:cTn id="430" dur="1" fill="hold">
                                          <p:stCondLst>
                                            <p:cond delay="0"/>
                                          </p:stCondLst>
                                        </p:cTn>
                                        <p:tgtEl>
                                          <p:spTgt spid="67"/>
                                        </p:tgtEl>
                                        <p:attrNameLst>
                                          <p:attrName>style.visibility</p:attrName>
                                        </p:attrNameLst>
                                      </p:cBhvr>
                                      <p:to>
                                        <p:strVal val="visible"/>
                                      </p:to>
                                    </p:set>
                                    <p:animEffect transition="in" filter="fade">
                                      <p:cBhvr>
                                        <p:cTn id="431" dur="650"/>
                                        <p:tgtEl>
                                          <p:spTgt spid="67"/>
                                        </p:tgtEl>
                                      </p:cBhvr>
                                    </p:animEffect>
                                    <p:anim calcmode="lin" valueType="num">
                                      <p:cBhvr>
                                        <p:cTn id="432" dur="650" fill="hold"/>
                                        <p:tgtEl>
                                          <p:spTgt spid="67"/>
                                        </p:tgtEl>
                                        <p:attrNameLst>
                                          <p:attrName>ppt_x</p:attrName>
                                        </p:attrNameLst>
                                      </p:cBhvr>
                                      <p:tavLst>
                                        <p:tav tm="0">
                                          <p:val>
                                            <p:strVal val="#ppt_x"/>
                                          </p:val>
                                        </p:tav>
                                        <p:tav tm="100000">
                                          <p:val>
                                            <p:strVal val="#ppt_x"/>
                                          </p:val>
                                        </p:tav>
                                      </p:tavLst>
                                    </p:anim>
                                    <p:anim calcmode="lin" valueType="num">
                                      <p:cBhvr>
                                        <p:cTn id="433" dur="650" fill="hold"/>
                                        <p:tgtEl>
                                          <p:spTgt spid="67"/>
                                        </p:tgtEl>
                                        <p:attrNameLst>
                                          <p:attrName>ppt_y</p:attrName>
                                        </p:attrNameLst>
                                      </p:cBhvr>
                                      <p:tavLst>
                                        <p:tav tm="0">
                                          <p:val>
                                            <p:strVal val="#ppt_y+.1"/>
                                          </p:val>
                                        </p:tav>
                                        <p:tav tm="100000">
                                          <p:val>
                                            <p:strVal val="#ppt_y"/>
                                          </p:val>
                                        </p:tav>
                                      </p:tavLst>
                                    </p:anim>
                                  </p:childTnLst>
                                </p:cTn>
                              </p:par>
                              <p:par>
                                <p:cTn id="434" presetID="42" presetClass="entr" presetSubtype="0" fill="hold" grpId="0" nodeType="withEffect">
                                  <p:stCondLst>
                                    <p:cond delay="717"/>
                                  </p:stCondLst>
                                  <p:childTnLst>
                                    <p:set>
                                      <p:cBhvr>
                                        <p:cTn id="435" dur="1" fill="hold">
                                          <p:stCondLst>
                                            <p:cond delay="0"/>
                                          </p:stCondLst>
                                        </p:cTn>
                                        <p:tgtEl>
                                          <p:spTgt spid="68"/>
                                        </p:tgtEl>
                                        <p:attrNameLst>
                                          <p:attrName>style.visibility</p:attrName>
                                        </p:attrNameLst>
                                      </p:cBhvr>
                                      <p:to>
                                        <p:strVal val="visible"/>
                                      </p:to>
                                    </p:set>
                                    <p:animEffect transition="in" filter="fade">
                                      <p:cBhvr>
                                        <p:cTn id="436" dur="650"/>
                                        <p:tgtEl>
                                          <p:spTgt spid="68"/>
                                        </p:tgtEl>
                                      </p:cBhvr>
                                    </p:animEffect>
                                    <p:anim calcmode="lin" valueType="num">
                                      <p:cBhvr>
                                        <p:cTn id="437" dur="650" fill="hold"/>
                                        <p:tgtEl>
                                          <p:spTgt spid="68"/>
                                        </p:tgtEl>
                                        <p:attrNameLst>
                                          <p:attrName>ppt_x</p:attrName>
                                        </p:attrNameLst>
                                      </p:cBhvr>
                                      <p:tavLst>
                                        <p:tav tm="0">
                                          <p:val>
                                            <p:strVal val="#ppt_x"/>
                                          </p:val>
                                        </p:tav>
                                        <p:tav tm="100000">
                                          <p:val>
                                            <p:strVal val="#ppt_x"/>
                                          </p:val>
                                        </p:tav>
                                      </p:tavLst>
                                    </p:anim>
                                    <p:anim calcmode="lin" valueType="num">
                                      <p:cBhvr>
                                        <p:cTn id="438" dur="650" fill="hold"/>
                                        <p:tgtEl>
                                          <p:spTgt spid="68"/>
                                        </p:tgtEl>
                                        <p:attrNameLst>
                                          <p:attrName>ppt_y</p:attrName>
                                        </p:attrNameLst>
                                      </p:cBhvr>
                                      <p:tavLst>
                                        <p:tav tm="0">
                                          <p:val>
                                            <p:strVal val="#ppt_y+.1"/>
                                          </p:val>
                                        </p:tav>
                                        <p:tav tm="100000">
                                          <p:val>
                                            <p:strVal val="#ppt_y"/>
                                          </p:val>
                                        </p:tav>
                                      </p:tavLst>
                                    </p:anim>
                                  </p:childTnLst>
                                </p:cTn>
                              </p:par>
                              <p:par>
                                <p:cTn id="439" presetID="42" presetClass="entr" presetSubtype="0" fill="hold" grpId="0" nodeType="withEffect">
                                  <p:stCondLst>
                                    <p:cond delay="794"/>
                                  </p:stCondLst>
                                  <p:childTnLst>
                                    <p:set>
                                      <p:cBhvr>
                                        <p:cTn id="440" dur="1" fill="hold">
                                          <p:stCondLst>
                                            <p:cond delay="0"/>
                                          </p:stCondLst>
                                        </p:cTn>
                                        <p:tgtEl>
                                          <p:spTgt spid="69"/>
                                        </p:tgtEl>
                                        <p:attrNameLst>
                                          <p:attrName>style.visibility</p:attrName>
                                        </p:attrNameLst>
                                      </p:cBhvr>
                                      <p:to>
                                        <p:strVal val="visible"/>
                                      </p:to>
                                    </p:set>
                                    <p:animEffect transition="in" filter="fade">
                                      <p:cBhvr>
                                        <p:cTn id="441" dur="650"/>
                                        <p:tgtEl>
                                          <p:spTgt spid="69"/>
                                        </p:tgtEl>
                                      </p:cBhvr>
                                    </p:animEffect>
                                    <p:anim calcmode="lin" valueType="num">
                                      <p:cBhvr>
                                        <p:cTn id="442" dur="650" fill="hold"/>
                                        <p:tgtEl>
                                          <p:spTgt spid="69"/>
                                        </p:tgtEl>
                                        <p:attrNameLst>
                                          <p:attrName>ppt_x</p:attrName>
                                        </p:attrNameLst>
                                      </p:cBhvr>
                                      <p:tavLst>
                                        <p:tav tm="0">
                                          <p:val>
                                            <p:strVal val="#ppt_x"/>
                                          </p:val>
                                        </p:tav>
                                        <p:tav tm="100000">
                                          <p:val>
                                            <p:strVal val="#ppt_x"/>
                                          </p:val>
                                        </p:tav>
                                      </p:tavLst>
                                    </p:anim>
                                    <p:anim calcmode="lin" valueType="num">
                                      <p:cBhvr>
                                        <p:cTn id="443" dur="650" fill="hold"/>
                                        <p:tgtEl>
                                          <p:spTgt spid="69"/>
                                        </p:tgtEl>
                                        <p:attrNameLst>
                                          <p:attrName>ppt_y</p:attrName>
                                        </p:attrNameLst>
                                      </p:cBhvr>
                                      <p:tavLst>
                                        <p:tav tm="0">
                                          <p:val>
                                            <p:strVal val="#ppt_y+.1"/>
                                          </p:val>
                                        </p:tav>
                                        <p:tav tm="100000">
                                          <p:val>
                                            <p:strVal val="#ppt_y"/>
                                          </p:val>
                                        </p:tav>
                                      </p:tavLst>
                                    </p:anim>
                                  </p:childTnLst>
                                </p:cTn>
                              </p:par>
                              <p:par>
                                <p:cTn id="444" presetID="42" presetClass="entr" presetSubtype="0" fill="hold" nodeType="withEffect">
                                  <p:stCondLst>
                                    <p:cond delay="794"/>
                                  </p:stCondLst>
                                  <p:childTnLst>
                                    <p:set>
                                      <p:cBhvr>
                                        <p:cTn id="445" dur="1" fill="hold">
                                          <p:stCondLst>
                                            <p:cond delay="0"/>
                                          </p:stCondLst>
                                        </p:cTn>
                                        <p:tgtEl>
                                          <p:spTgt spid="70"/>
                                        </p:tgtEl>
                                        <p:attrNameLst>
                                          <p:attrName>style.visibility</p:attrName>
                                        </p:attrNameLst>
                                      </p:cBhvr>
                                      <p:to>
                                        <p:strVal val="visible"/>
                                      </p:to>
                                    </p:set>
                                    <p:animEffect transition="in" filter="fade">
                                      <p:cBhvr>
                                        <p:cTn id="446" dur="650"/>
                                        <p:tgtEl>
                                          <p:spTgt spid="70"/>
                                        </p:tgtEl>
                                      </p:cBhvr>
                                    </p:animEffect>
                                    <p:anim calcmode="lin" valueType="num">
                                      <p:cBhvr>
                                        <p:cTn id="447" dur="650" fill="hold"/>
                                        <p:tgtEl>
                                          <p:spTgt spid="70"/>
                                        </p:tgtEl>
                                        <p:attrNameLst>
                                          <p:attrName>ppt_x</p:attrName>
                                        </p:attrNameLst>
                                      </p:cBhvr>
                                      <p:tavLst>
                                        <p:tav tm="0">
                                          <p:val>
                                            <p:strVal val="#ppt_x"/>
                                          </p:val>
                                        </p:tav>
                                        <p:tav tm="100000">
                                          <p:val>
                                            <p:strVal val="#ppt_x"/>
                                          </p:val>
                                        </p:tav>
                                      </p:tavLst>
                                    </p:anim>
                                    <p:anim calcmode="lin" valueType="num">
                                      <p:cBhvr>
                                        <p:cTn id="448" dur="650" fill="hold"/>
                                        <p:tgtEl>
                                          <p:spTgt spid="70"/>
                                        </p:tgtEl>
                                        <p:attrNameLst>
                                          <p:attrName>ppt_y</p:attrName>
                                        </p:attrNameLst>
                                      </p:cBhvr>
                                      <p:tavLst>
                                        <p:tav tm="0">
                                          <p:val>
                                            <p:strVal val="#ppt_y+.1"/>
                                          </p:val>
                                        </p:tav>
                                        <p:tav tm="100000">
                                          <p:val>
                                            <p:strVal val="#ppt_y"/>
                                          </p:val>
                                        </p:tav>
                                      </p:tavLst>
                                    </p:anim>
                                  </p:childTnLst>
                                </p:cTn>
                              </p:par>
                              <p:par>
                                <p:cTn id="449" presetID="42" presetClass="entr" presetSubtype="0" fill="hold" grpId="0" nodeType="withEffect">
                                  <p:stCondLst>
                                    <p:cond delay="794"/>
                                  </p:stCondLst>
                                  <p:childTnLst>
                                    <p:set>
                                      <p:cBhvr>
                                        <p:cTn id="450" dur="1" fill="hold">
                                          <p:stCondLst>
                                            <p:cond delay="0"/>
                                          </p:stCondLst>
                                        </p:cTn>
                                        <p:tgtEl>
                                          <p:spTgt spid="71"/>
                                        </p:tgtEl>
                                        <p:attrNameLst>
                                          <p:attrName>style.visibility</p:attrName>
                                        </p:attrNameLst>
                                      </p:cBhvr>
                                      <p:to>
                                        <p:strVal val="visible"/>
                                      </p:to>
                                    </p:set>
                                    <p:animEffect transition="in" filter="fade">
                                      <p:cBhvr>
                                        <p:cTn id="451" dur="650"/>
                                        <p:tgtEl>
                                          <p:spTgt spid="71"/>
                                        </p:tgtEl>
                                      </p:cBhvr>
                                    </p:animEffect>
                                    <p:anim calcmode="lin" valueType="num">
                                      <p:cBhvr>
                                        <p:cTn id="452" dur="650" fill="hold"/>
                                        <p:tgtEl>
                                          <p:spTgt spid="71"/>
                                        </p:tgtEl>
                                        <p:attrNameLst>
                                          <p:attrName>ppt_x</p:attrName>
                                        </p:attrNameLst>
                                      </p:cBhvr>
                                      <p:tavLst>
                                        <p:tav tm="0">
                                          <p:val>
                                            <p:strVal val="#ppt_x"/>
                                          </p:val>
                                        </p:tav>
                                        <p:tav tm="100000">
                                          <p:val>
                                            <p:strVal val="#ppt_x"/>
                                          </p:val>
                                        </p:tav>
                                      </p:tavLst>
                                    </p:anim>
                                    <p:anim calcmode="lin" valueType="num">
                                      <p:cBhvr>
                                        <p:cTn id="453" dur="650" fill="hold"/>
                                        <p:tgtEl>
                                          <p:spTgt spid="71"/>
                                        </p:tgtEl>
                                        <p:attrNameLst>
                                          <p:attrName>ppt_y</p:attrName>
                                        </p:attrNameLst>
                                      </p:cBhvr>
                                      <p:tavLst>
                                        <p:tav tm="0">
                                          <p:val>
                                            <p:strVal val="#ppt_y+.1"/>
                                          </p:val>
                                        </p:tav>
                                        <p:tav tm="100000">
                                          <p:val>
                                            <p:strVal val="#ppt_y"/>
                                          </p:val>
                                        </p:tav>
                                      </p:tavLst>
                                    </p:anim>
                                  </p:childTnLst>
                                </p:cTn>
                              </p:par>
                              <p:par>
                                <p:cTn id="454" presetID="42" presetClass="entr" presetSubtype="0" fill="hold" grpId="0" nodeType="withEffect">
                                  <p:stCondLst>
                                    <p:cond delay="872"/>
                                  </p:stCondLst>
                                  <p:childTnLst>
                                    <p:set>
                                      <p:cBhvr>
                                        <p:cTn id="455" dur="1" fill="hold">
                                          <p:stCondLst>
                                            <p:cond delay="0"/>
                                          </p:stCondLst>
                                        </p:cTn>
                                        <p:tgtEl>
                                          <p:spTgt spid="72"/>
                                        </p:tgtEl>
                                        <p:attrNameLst>
                                          <p:attrName>style.visibility</p:attrName>
                                        </p:attrNameLst>
                                      </p:cBhvr>
                                      <p:to>
                                        <p:strVal val="visible"/>
                                      </p:to>
                                    </p:set>
                                    <p:animEffect transition="in" filter="fade">
                                      <p:cBhvr>
                                        <p:cTn id="456" dur="650"/>
                                        <p:tgtEl>
                                          <p:spTgt spid="72"/>
                                        </p:tgtEl>
                                      </p:cBhvr>
                                    </p:animEffect>
                                    <p:anim calcmode="lin" valueType="num">
                                      <p:cBhvr>
                                        <p:cTn id="457" dur="650" fill="hold"/>
                                        <p:tgtEl>
                                          <p:spTgt spid="72"/>
                                        </p:tgtEl>
                                        <p:attrNameLst>
                                          <p:attrName>ppt_x</p:attrName>
                                        </p:attrNameLst>
                                      </p:cBhvr>
                                      <p:tavLst>
                                        <p:tav tm="0">
                                          <p:val>
                                            <p:strVal val="#ppt_x"/>
                                          </p:val>
                                        </p:tav>
                                        <p:tav tm="100000">
                                          <p:val>
                                            <p:strVal val="#ppt_x"/>
                                          </p:val>
                                        </p:tav>
                                      </p:tavLst>
                                    </p:anim>
                                    <p:anim calcmode="lin" valueType="num">
                                      <p:cBhvr>
                                        <p:cTn id="458" dur="650" fill="hold"/>
                                        <p:tgtEl>
                                          <p:spTgt spid="72"/>
                                        </p:tgtEl>
                                        <p:attrNameLst>
                                          <p:attrName>ppt_y</p:attrName>
                                        </p:attrNameLst>
                                      </p:cBhvr>
                                      <p:tavLst>
                                        <p:tav tm="0">
                                          <p:val>
                                            <p:strVal val="#ppt_y+.1"/>
                                          </p:val>
                                        </p:tav>
                                        <p:tav tm="100000">
                                          <p:val>
                                            <p:strVal val="#ppt_y"/>
                                          </p:val>
                                        </p:tav>
                                      </p:tavLst>
                                    </p:anim>
                                  </p:childTnLst>
                                </p:cTn>
                              </p:par>
                              <p:par>
                                <p:cTn id="459" presetID="42" presetClass="entr" presetSubtype="0" fill="hold" nodeType="withEffect">
                                  <p:stCondLst>
                                    <p:cond delay="872"/>
                                  </p:stCondLst>
                                  <p:childTnLst>
                                    <p:set>
                                      <p:cBhvr>
                                        <p:cTn id="460" dur="1" fill="hold">
                                          <p:stCondLst>
                                            <p:cond delay="0"/>
                                          </p:stCondLst>
                                        </p:cTn>
                                        <p:tgtEl>
                                          <p:spTgt spid="73"/>
                                        </p:tgtEl>
                                        <p:attrNameLst>
                                          <p:attrName>style.visibility</p:attrName>
                                        </p:attrNameLst>
                                      </p:cBhvr>
                                      <p:to>
                                        <p:strVal val="visible"/>
                                      </p:to>
                                    </p:set>
                                    <p:animEffect transition="in" filter="fade">
                                      <p:cBhvr>
                                        <p:cTn id="461" dur="650"/>
                                        <p:tgtEl>
                                          <p:spTgt spid="73"/>
                                        </p:tgtEl>
                                      </p:cBhvr>
                                    </p:animEffect>
                                    <p:anim calcmode="lin" valueType="num">
                                      <p:cBhvr>
                                        <p:cTn id="462" dur="650" fill="hold"/>
                                        <p:tgtEl>
                                          <p:spTgt spid="73"/>
                                        </p:tgtEl>
                                        <p:attrNameLst>
                                          <p:attrName>ppt_x</p:attrName>
                                        </p:attrNameLst>
                                      </p:cBhvr>
                                      <p:tavLst>
                                        <p:tav tm="0">
                                          <p:val>
                                            <p:strVal val="#ppt_x"/>
                                          </p:val>
                                        </p:tav>
                                        <p:tav tm="100000">
                                          <p:val>
                                            <p:strVal val="#ppt_x"/>
                                          </p:val>
                                        </p:tav>
                                      </p:tavLst>
                                    </p:anim>
                                    <p:anim calcmode="lin" valueType="num">
                                      <p:cBhvr>
                                        <p:cTn id="463" dur="650" fill="hold"/>
                                        <p:tgtEl>
                                          <p:spTgt spid="73"/>
                                        </p:tgtEl>
                                        <p:attrNameLst>
                                          <p:attrName>ppt_y</p:attrName>
                                        </p:attrNameLst>
                                      </p:cBhvr>
                                      <p:tavLst>
                                        <p:tav tm="0">
                                          <p:val>
                                            <p:strVal val="#ppt_y+.1"/>
                                          </p:val>
                                        </p:tav>
                                        <p:tav tm="100000">
                                          <p:val>
                                            <p:strVal val="#ppt_y"/>
                                          </p:val>
                                        </p:tav>
                                      </p:tavLst>
                                    </p:anim>
                                  </p:childTnLst>
                                </p:cTn>
                              </p:par>
                              <p:par>
                                <p:cTn id="464" presetID="42" presetClass="entr" presetSubtype="0" fill="hold" grpId="0" nodeType="withEffect">
                                  <p:stCondLst>
                                    <p:cond delay="872"/>
                                  </p:stCondLst>
                                  <p:childTnLst>
                                    <p:set>
                                      <p:cBhvr>
                                        <p:cTn id="465" dur="1" fill="hold">
                                          <p:stCondLst>
                                            <p:cond delay="0"/>
                                          </p:stCondLst>
                                        </p:cTn>
                                        <p:tgtEl>
                                          <p:spTgt spid="74"/>
                                        </p:tgtEl>
                                        <p:attrNameLst>
                                          <p:attrName>style.visibility</p:attrName>
                                        </p:attrNameLst>
                                      </p:cBhvr>
                                      <p:to>
                                        <p:strVal val="visible"/>
                                      </p:to>
                                    </p:set>
                                    <p:animEffect transition="in" filter="fade">
                                      <p:cBhvr>
                                        <p:cTn id="466" dur="650"/>
                                        <p:tgtEl>
                                          <p:spTgt spid="74"/>
                                        </p:tgtEl>
                                      </p:cBhvr>
                                    </p:animEffect>
                                    <p:anim calcmode="lin" valueType="num">
                                      <p:cBhvr>
                                        <p:cTn id="467" dur="650" fill="hold"/>
                                        <p:tgtEl>
                                          <p:spTgt spid="74"/>
                                        </p:tgtEl>
                                        <p:attrNameLst>
                                          <p:attrName>ppt_x</p:attrName>
                                        </p:attrNameLst>
                                      </p:cBhvr>
                                      <p:tavLst>
                                        <p:tav tm="0">
                                          <p:val>
                                            <p:strVal val="#ppt_x"/>
                                          </p:val>
                                        </p:tav>
                                        <p:tav tm="100000">
                                          <p:val>
                                            <p:strVal val="#ppt_x"/>
                                          </p:val>
                                        </p:tav>
                                      </p:tavLst>
                                    </p:anim>
                                    <p:anim calcmode="lin" valueType="num">
                                      <p:cBhvr>
                                        <p:cTn id="468" dur="650" fill="hold"/>
                                        <p:tgtEl>
                                          <p:spTgt spid="74"/>
                                        </p:tgtEl>
                                        <p:attrNameLst>
                                          <p:attrName>ppt_y</p:attrName>
                                        </p:attrNameLst>
                                      </p:cBhvr>
                                      <p:tavLst>
                                        <p:tav tm="0">
                                          <p:val>
                                            <p:strVal val="#ppt_y+.1"/>
                                          </p:val>
                                        </p:tav>
                                        <p:tav tm="100000">
                                          <p:val>
                                            <p:strVal val="#ppt_y"/>
                                          </p:val>
                                        </p:tav>
                                      </p:tavLst>
                                    </p:anim>
                                  </p:childTnLst>
                                </p:cTn>
                              </p:par>
                              <p:par>
                                <p:cTn id="469" presetID="42" presetClass="entr" presetSubtype="0" fill="hold" grpId="0" nodeType="withEffect">
                                  <p:stCondLst>
                                    <p:cond delay="950"/>
                                  </p:stCondLst>
                                  <p:childTnLst>
                                    <p:set>
                                      <p:cBhvr>
                                        <p:cTn id="470" dur="1" fill="hold">
                                          <p:stCondLst>
                                            <p:cond delay="0"/>
                                          </p:stCondLst>
                                        </p:cTn>
                                        <p:tgtEl>
                                          <p:spTgt spid="75"/>
                                        </p:tgtEl>
                                        <p:attrNameLst>
                                          <p:attrName>style.visibility</p:attrName>
                                        </p:attrNameLst>
                                      </p:cBhvr>
                                      <p:to>
                                        <p:strVal val="visible"/>
                                      </p:to>
                                    </p:set>
                                    <p:animEffect transition="in" filter="fade">
                                      <p:cBhvr>
                                        <p:cTn id="471" dur="650"/>
                                        <p:tgtEl>
                                          <p:spTgt spid="75"/>
                                        </p:tgtEl>
                                      </p:cBhvr>
                                    </p:animEffect>
                                    <p:anim calcmode="lin" valueType="num">
                                      <p:cBhvr>
                                        <p:cTn id="472" dur="650" fill="hold"/>
                                        <p:tgtEl>
                                          <p:spTgt spid="75"/>
                                        </p:tgtEl>
                                        <p:attrNameLst>
                                          <p:attrName>ppt_x</p:attrName>
                                        </p:attrNameLst>
                                      </p:cBhvr>
                                      <p:tavLst>
                                        <p:tav tm="0">
                                          <p:val>
                                            <p:strVal val="#ppt_x"/>
                                          </p:val>
                                        </p:tav>
                                        <p:tav tm="100000">
                                          <p:val>
                                            <p:strVal val="#ppt_x"/>
                                          </p:val>
                                        </p:tav>
                                      </p:tavLst>
                                    </p:anim>
                                    <p:anim calcmode="lin" valueType="num">
                                      <p:cBhvr>
                                        <p:cTn id="473" dur="650" fill="hold"/>
                                        <p:tgtEl>
                                          <p:spTgt spid="75"/>
                                        </p:tgtEl>
                                        <p:attrNameLst>
                                          <p:attrName>ppt_y</p:attrName>
                                        </p:attrNameLst>
                                      </p:cBhvr>
                                      <p:tavLst>
                                        <p:tav tm="0">
                                          <p:val>
                                            <p:strVal val="#ppt_y+.1"/>
                                          </p:val>
                                        </p:tav>
                                        <p:tav tm="100000">
                                          <p:val>
                                            <p:strVal val="#ppt_y"/>
                                          </p:val>
                                        </p:tav>
                                      </p:tavLst>
                                    </p:anim>
                                  </p:childTnLst>
                                </p:cTn>
                              </p:par>
                              <p:par>
                                <p:cTn id="474" presetID="42" presetClass="entr" presetSubtype="0" fill="hold" grpId="0" nodeType="withEffect">
                                  <p:stCondLst>
                                    <p:cond delay="950"/>
                                  </p:stCondLst>
                                  <p:childTnLst>
                                    <p:set>
                                      <p:cBhvr>
                                        <p:cTn id="475" dur="1" fill="hold">
                                          <p:stCondLst>
                                            <p:cond delay="0"/>
                                          </p:stCondLst>
                                        </p:cTn>
                                        <p:tgtEl>
                                          <p:spTgt spid="76"/>
                                        </p:tgtEl>
                                        <p:attrNameLst>
                                          <p:attrName>style.visibility</p:attrName>
                                        </p:attrNameLst>
                                      </p:cBhvr>
                                      <p:to>
                                        <p:strVal val="visible"/>
                                      </p:to>
                                    </p:set>
                                    <p:animEffect transition="in" filter="fade">
                                      <p:cBhvr>
                                        <p:cTn id="476" dur="650"/>
                                        <p:tgtEl>
                                          <p:spTgt spid="76"/>
                                        </p:tgtEl>
                                      </p:cBhvr>
                                    </p:animEffect>
                                    <p:anim calcmode="lin" valueType="num">
                                      <p:cBhvr>
                                        <p:cTn id="477" dur="650" fill="hold"/>
                                        <p:tgtEl>
                                          <p:spTgt spid="76"/>
                                        </p:tgtEl>
                                        <p:attrNameLst>
                                          <p:attrName>ppt_x</p:attrName>
                                        </p:attrNameLst>
                                      </p:cBhvr>
                                      <p:tavLst>
                                        <p:tav tm="0">
                                          <p:val>
                                            <p:strVal val="#ppt_x"/>
                                          </p:val>
                                        </p:tav>
                                        <p:tav tm="100000">
                                          <p:val>
                                            <p:strVal val="#ppt_x"/>
                                          </p:val>
                                        </p:tav>
                                      </p:tavLst>
                                    </p:anim>
                                    <p:anim calcmode="lin" valueType="num">
                                      <p:cBhvr>
                                        <p:cTn id="478" dur="650" fill="hold"/>
                                        <p:tgtEl>
                                          <p:spTgt spid="76"/>
                                        </p:tgtEl>
                                        <p:attrNameLst>
                                          <p:attrName>ppt_y</p:attrName>
                                        </p:attrNameLst>
                                      </p:cBhvr>
                                      <p:tavLst>
                                        <p:tav tm="0">
                                          <p:val>
                                            <p:strVal val="#ppt_y+.1"/>
                                          </p:val>
                                        </p:tav>
                                        <p:tav tm="100000">
                                          <p:val>
                                            <p:strVal val="#ppt_y"/>
                                          </p:val>
                                        </p:tav>
                                      </p:tavLst>
                                    </p:anim>
                                  </p:childTnLst>
                                </p:cTn>
                              </p:par>
                              <p:par>
                                <p:cTn id="479" presetID="42" presetClass="entr" presetSubtype="0" fill="hold" grpId="0" nodeType="withEffect">
                                  <p:stCondLst>
                                    <p:cond delay="950"/>
                                  </p:stCondLst>
                                  <p:childTnLst>
                                    <p:set>
                                      <p:cBhvr>
                                        <p:cTn id="480" dur="1" fill="hold">
                                          <p:stCondLst>
                                            <p:cond delay="0"/>
                                          </p:stCondLst>
                                        </p:cTn>
                                        <p:tgtEl>
                                          <p:spTgt spid="77"/>
                                        </p:tgtEl>
                                        <p:attrNameLst>
                                          <p:attrName>style.visibility</p:attrName>
                                        </p:attrNameLst>
                                      </p:cBhvr>
                                      <p:to>
                                        <p:strVal val="visible"/>
                                      </p:to>
                                    </p:set>
                                    <p:animEffect transition="in" filter="fade">
                                      <p:cBhvr>
                                        <p:cTn id="481" dur="650"/>
                                        <p:tgtEl>
                                          <p:spTgt spid="77"/>
                                        </p:tgtEl>
                                      </p:cBhvr>
                                    </p:animEffect>
                                    <p:anim calcmode="lin" valueType="num">
                                      <p:cBhvr>
                                        <p:cTn id="482" dur="650" fill="hold"/>
                                        <p:tgtEl>
                                          <p:spTgt spid="77"/>
                                        </p:tgtEl>
                                        <p:attrNameLst>
                                          <p:attrName>ppt_x</p:attrName>
                                        </p:attrNameLst>
                                      </p:cBhvr>
                                      <p:tavLst>
                                        <p:tav tm="0">
                                          <p:val>
                                            <p:strVal val="#ppt_x"/>
                                          </p:val>
                                        </p:tav>
                                        <p:tav tm="100000">
                                          <p:val>
                                            <p:strVal val="#ppt_x"/>
                                          </p:val>
                                        </p:tav>
                                      </p:tavLst>
                                    </p:anim>
                                    <p:anim calcmode="lin" valueType="num">
                                      <p:cBhvr>
                                        <p:cTn id="483" dur="65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484" fill="hold">
                      <p:stCondLst>
                        <p:cond delay="indefinite"/>
                      </p:stCondLst>
                      <p:childTnLst>
                        <p:par>
                          <p:cTn id="485" fill="hold">
                            <p:stCondLst>
                              <p:cond delay="0"/>
                            </p:stCondLst>
                            <p:childTnLst>
                              <p:par>
                                <p:cTn id="486" presetID="10" presetClass="exit" presetSubtype="0" fill="hold" grpId="1" nodeType="clickEffect">
                                  <p:stCondLst>
                                    <p:cond delay="0"/>
                                  </p:stCondLst>
                                  <p:childTnLst>
                                    <p:animEffect transition="out" filter="fade">
                                      <p:cBhvr>
                                        <p:cTn id="487" dur="300"/>
                                        <p:tgtEl>
                                          <p:spTgt spid="50"/>
                                        </p:tgtEl>
                                      </p:cBhvr>
                                    </p:animEffect>
                                    <p:set>
                                      <p:cBhvr>
                                        <p:cTn id="488" dur="1" fill="hold">
                                          <p:stCondLst>
                                            <p:cond delay="299"/>
                                          </p:stCondLst>
                                        </p:cTn>
                                        <p:tgtEl>
                                          <p:spTgt spid="50"/>
                                        </p:tgtEl>
                                        <p:attrNameLst>
                                          <p:attrName>style.visibility</p:attrName>
                                        </p:attrNameLst>
                                      </p:cBhvr>
                                      <p:to>
                                        <p:strVal val="hidden"/>
                                      </p:to>
                                    </p:set>
                                  </p:childTnLst>
                                </p:cTn>
                              </p:par>
                              <p:par>
                                <p:cTn id="489" presetID="10" presetClass="exit" presetSubtype="0" fill="hold" grpId="1" nodeType="withEffect">
                                  <p:stCondLst>
                                    <p:cond delay="0"/>
                                  </p:stCondLst>
                                  <p:childTnLst>
                                    <p:animEffect transition="out" filter="fade">
                                      <p:cBhvr>
                                        <p:cTn id="490" dur="300"/>
                                        <p:tgtEl>
                                          <p:spTgt spid="51"/>
                                        </p:tgtEl>
                                      </p:cBhvr>
                                    </p:animEffect>
                                    <p:set>
                                      <p:cBhvr>
                                        <p:cTn id="491" dur="1" fill="hold">
                                          <p:stCondLst>
                                            <p:cond delay="299"/>
                                          </p:stCondLst>
                                        </p:cTn>
                                        <p:tgtEl>
                                          <p:spTgt spid="51"/>
                                        </p:tgtEl>
                                        <p:attrNameLst>
                                          <p:attrName>style.visibility</p:attrName>
                                        </p:attrNameLst>
                                      </p:cBhvr>
                                      <p:to>
                                        <p:strVal val="hidden"/>
                                      </p:to>
                                    </p:set>
                                  </p:childTnLst>
                                </p:cTn>
                              </p:par>
                              <p:par>
                                <p:cTn id="492" presetID="10" presetClass="exit" presetSubtype="0" fill="hold" nodeType="withEffect">
                                  <p:stCondLst>
                                    <p:cond delay="0"/>
                                  </p:stCondLst>
                                  <p:childTnLst>
                                    <p:animEffect transition="out" filter="fade">
                                      <p:cBhvr>
                                        <p:cTn id="493" dur="300"/>
                                        <p:tgtEl>
                                          <p:spTgt spid="52"/>
                                        </p:tgtEl>
                                      </p:cBhvr>
                                    </p:animEffect>
                                    <p:set>
                                      <p:cBhvr>
                                        <p:cTn id="494" dur="1" fill="hold">
                                          <p:stCondLst>
                                            <p:cond delay="299"/>
                                          </p:stCondLst>
                                        </p:cTn>
                                        <p:tgtEl>
                                          <p:spTgt spid="52"/>
                                        </p:tgtEl>
                                        <p:attrNameLst>
                                          <p:attrName>style.visibility</p:attrName>
                                        </p:attrNameLst>
                                      </p:cBhvr>
                                      <p:to>
                                        <p:strVal val="hidden"/>
                                      </p:to>
                                    </p:set>
                                  </p:childTnLst>
                                </p:cTn>
                              </p:par>
                              <p:par>
                                <p:cTn id="495" presetID="10" presetClass="exit" presetSubtype="0" fill="hold" grpId="1" nodeType="withEffect">
                                  <p:stCondLst>
                                    <p:cond delay="0"/>
                                  </p:stCondLst>
                                  <p:childTnLst>
                                    <p:animEffect transition="out" filter="fade">
                                      <p:cBhvr>
                                        <p:cTn id="496" dur="300"/>
                                        <p:tgtEl>
                                          <p:spTgt spid="53"/>
                                        </p:tgtEl>
                                      </p:cBhvr>
                                    </p:animEffect>
                                    <p:set>
                                      <p:cBhvr>
                                        <p:cTn id="497" dur="1" fill="hold">
                                          <p:stCondLst>
                                            <p:cond delay="299"/>
                                          </p:stCondLst>
                                        </p:cTn>
                                        <p:tgtEl>
                                          <p:spTgt spid="53"/>
                                        </p:tgtEl>
                                        <p:attrNameLst>
                                          <p:attrName>style.visibility</p:attrName>
                                        </p:attrNameLst>
                                      </p:cBhvr>
                                      <p:to>
                                        <p:strVal val="hidden"/>
                                      </p:to>
                                    </p:set>
                                  </p:childTnLst>
                                </p:cTn>
                              </p:par>
                              <p:par>
                                <p:cTn id="498" presetID="10" presetClass="exit" presetSubtype="0" fill="hold" grpId="1" nodeType="withEffect">
                                  <p:stCondLst>
                                    <p:cond delay="0"/>
                                  </p:stCondLst>
                                  <p:childTnLst>
                                    <p:animEffect transition="out" filter="fade">
                                      <p:cBhvr>
                                        <p:cTn id="499" dur="300"/>
                                        <p:tgtEl>
                                          <p:spTgt spid="54"/>
                                        </p:tgtEl>
                                      </p:cBhvr>
                                    </p:animEffect>
                                    <p:set>
                                      <p:cBhvr>
                                        <p:cTn id="500" dur="1" fill="hold">
                                          <p:stCondLst>
                                            <p:cond delay="299"/>
                                          </p:stCondLst>
                                        </p:cTn>
                                        <p:tgtEl>
                                          <p:spTgt spid="54"/>
                                        </p:tgtEl>
                                        <p:attrNameLst>
                                          <p:attrName>style.visibility</p:attrName>
                                        </p:attrNameLst>
                                      </p:cBhvr>
                                      <p:to>
                                        <p:strVal val="hidden"/>
                                      </p:to>
                                    </p:set>
                                  </p:childTnLst>
                                </p:cTn>
                              </p:par>
                              <p:par>
                                <p:cTn id="501" presetID="10" presetClass="exit" presetSubtype="0" fill="hold" nodeType="withEffect">
                                  <p:stCondLst>
                                    <p:cond delay="0"/>
                                  </p:stCondLst>
                                  <p:childTnLst>
                                    <p:animEffect transition="out" filter="fade">
                                      <p:cBhvr>
                                        <p:cTn id="502" dur="300"/>
                                        <p:tgtEl>
                                          <p:spTgt spid="55"/>
                                        </p:tgtEl>
                                      </p:cBhvr>
                                    </p:animEffect>
                                    <p:set>
                                      <p:cBhvr>
                                        <p:cTn id="503" dur="1" fill="hold">
                                          <p:stCondLst>
                                            <p:cond delay="299"/>
                                          </p:stCondLst>
                                        </p:cTn>
                                        <p:tgtEl>
                                          <p:spTgt spid="55"/>
                                        </p:tgtEl>
                                        <p:attrNameLst>
                                          <p:attrName>style.visibility</p:attrName>
                                        </p:attrNameLst>
                                      </p:cBhvr>
                                      <p:to>
                                        <p:strVal val="hidden"/>
                                      </p:to>
                                    </p:set>
                                  </p:childTnLst>
                                </p:cTn>
                              </p:par>
                              <p:par>
                                <p:cTn id="504" presetID="10" presetClass="exit" presetSubtype="0" fill="hold" grpId="1" nodeType="withEffect">
                                  <p:stCondLst>
                                    <p:cond delay="0"/>
                                  </p:stCondLst>
                                  <p:childTnLst>
                                    <p:animEffect transition="out" filter="fade">
                                      <p:cBhvr>
                                        <p:cTn id="505" dur="300"/>
                                        <p:tgtEl>
                                          <p:spTgt spid="56"/>
                                        </p:tgtEl>
                                      </p:cBhvr>
                                    </p:animEffect>
                                    <p:set>
                                      <p:cBhvr>
                                        <p:cTn id="506" dur="1" fill="hold">
                                          <p:stCondLst>
                                            <p:cond delay="299"/>
                                          </p:stCondLst>
                                        </p:cTn>
                                        <p:tgtEl>
                                          <p:spTgt spid="56"/>
                                        </p:tgtEl>
                                        <p:attrNameLst>
                                          <p:attrName>style.visibility</p:attrName>
                                        </p:attrNameLst>
                                      </p:cBhvr>
                                      <p:to>
                                        <p:strVal val="hidden"/>
                                      </p:to>
                                    </p:set>
                                  </p:childTnLst>
                                </p:cTn>
                              </p:par>
                              <p:par>
                                <p:cTn id="507" presetID="10" presetClass="exit" presetSubtype="0" fill="hold" grpId="1" nodeType="withEffect">
                                  <p:stCondLst>
                                    <p:cond delay="0"/>
                                  </p:stCondLst>
                                  <p:childTnLst>
                                    <p:animEffect transition="out" filter="fade">
                                      <p:cBhvr>
                                        <p:cTn id="508" dur="300"/>
                                        <p:tgtEl>
                                          <p:spTgt spid="57"/>
                                        </p:tgtEl>
                                      </p:cBhvr>
                                    </p:animEffect>
                                    <p:set>
                                      <p:cBhvr>
                                        <p:cTn id="509" dur="1" fill="hold">
                                          <p:stCondLst>
                                            <p:cond delay="299"/>
                                          </p:stCondLst>
                                        </p:cTn>
                                        <p:tgtEl>
                                          <p:spTgt spid="57"/>
                                        </p:tgtEl>
                                        <p:attrNameLst>
                                          <p:attrName>style.visibility</p:attrName>
                                        </p:attrNameLst>
                                      </p:cBhvr>
                                      <p:to>
                                        <p:strVal val="hidden"/>
                                      </p:to>
                                    </p:set>
                                  </p:childTnLst>
                                </p:cTn>
                              </p:par>
                              <p:par>
                                <p:cTn id="510" presetID="10" presetClass="exit" presetSubtype="0" fill="hold" nodeType="withEffect">
                                  <p:stCondLst>
                                    <p:cond delay="0"/>
                                  </p:stCondLst>
                                  <p:childTnLst>
                                    <p:animEffect transition="out" filter="fade">
                                      <p:cBhvr>
                                        <p:cTn id="511" dur="300"/>
                                        <p:tgtEl>
                                          <p:spTgt spid="58"/>
                                        </p:tgtEl>
                                      </p:cBhvr>
                                    </p:animEffect>
                                    <p:set>
                                      <p:cBhvr>
                                        <p:cTn id="512" dur="1" fill="hold">
                                          <p:stCondLst>
                                            <p:cond delay="299"/>
                                          </p:stCondLst>
                                        </p:cTn>
                                        <p:tgtEl>
                                          <p:spTgt spid="58"/>
                                        </p:tgtEl>
                                        <p:attrNameLst>
                                          <p:attrName>style.visibility</p:attrName>
                                        </p:attrNameLst>
                                      </p:cBhvr>
                                      <p:to>
                                        <p:strVal val="hidden"/>
                                      </p:to>
                                    </p:set>
                                  </p:childTnLst>
                                </p:cTn>
                              </p:par>
                              <p:par>
                                <p:cTn id="513" presetID="10" presetClass="exit" presetSubtype="0" fill="hold" grpId="1" nodeType="withEffect">
                                  <p:stCondLst>
                                    <p:cond delay="0"/>
                                  </p:stCondLst>
                                  <p:childTnLst>
                                    <p:animEffect transition="out" filter="fade">
                                      <p:cBhvr>
                                        <p:cTn id="514" dur="300"/>
                                        <p:tgtEl>
                                          <p:spTgt spid="59"/>
                                        </p:tgtEl>
                                      </p:cBhvr>
                                    </p:animEffect>
                                    <p:set>
                                      <p:cBhvr>
                                        <p:cTn id="515" dur="1" fill="hold">
                                          <p:stCondLst>
                                            <p:cond delay="299"/>
                                          </p:stCondLst>
                                        </p:cTn>
                                        <p:tgtEl>
                                          <p:spTgt spid="59"/>
                                        </p:tgtEl>
                                        <p:attrNameLst>
                                          <p:attrName>style.visibility</p:attrName>
                                        </p:attrNameLst>
                                      </p:cBhvr>
                                      <p:to>
                                        <p:strVal val="hidden"/>
                                      </p:to>
                                    </p:set>
                                  </p:childTnLst>
                                </p:cTn>
                              </p:par>
                              <p:par>
                                <p:cTn id="516" presetID="10" presetClass="exit" presetSubtype="0" fill="hold" grpId="1" nodeType="withEffect">
                                  <p:stCondLst>
                                    <p:cond delay="0"/>
                                  </p:stCondLst>
                                  <p:childTnLst>
                                    <p:animEffect transition="out" filter="fade">
                                      <p:cBhvr>
                                        <p:cTn id="517" dur="300"/>
                                        <p:tgtEl>
                                          <p:spTgt spid="60"/>
                                        </p:tgtEl>
                                      </p:cBhvr>
                                    </p:animEffect>
                                    <p:set>
                                      <p:cBhvr>
                                        <p:cTn id="518" dur="1" fill="hold">
                                          <p:stCondLst>
                                            <p:cond delay="299"/>
                                          </p:stCondLst>
                                        </p:cTn>
                                        <p:tgtEl>
                                          <p:spTgt spid="60"/>
                                        </p:tgtEl>
                                        <p:attrNameLst>
                                          <p:attrName>style.visibility</p:attrName>
                                        </p:attrNameLst>
                                      </p:cBhvr>
                                      <p:to>
                                        <p:strVal val="hidden"/>
                                      </p:to>
                                    </p:set>
                                  </p:childTnLst>
                                </p:cTn>
                              </p:par>
                              <p:par>
                                <p:cTn id="519" presetID="10" presetClass="exit" presetSubtype="0" fill="hold" nodeType="withEffect">
                                  <p:stCondLst>
                                    <p:cond delay="0"/>
                                  </p:stCondLst>
                                  <p:childTnLst>
                                    <p:animEffect transition="out" filter="fade">
                                      <p:cBhvr>
                                        <p:cTn id="520" dur="300"/>
                                        <p:tgtEl>
                                          <p:spTgt spid="61"/>
                                        </p:tgtEl>
                                      </p:cBhvr>
                                    </p:animEffect>
                                    <p:set>
                                      <p:cBhvr>
                                        <p:cTn id="521" dur="1" fill="hold">
                                          <p:stCondLst>
                                            <p:cond delay="299"/>
                                          </p:stCondLst>
                                        </p:cTn>
                                        <p:tgtEl>
                                          <p:spTgt spid="61"/>
                                        </p:tgtEl>
                                        <p:attrNameLst>
                                          <p:attrName>style.visibility</p:attrName>
                                        </p:attrNameLst>
                                      </p:cBhvr>
                                      <p:to>
                                        <p:strVal val="hidden"/>
                                      </p:to>
                                    </p:set>
                                  </p:childTnLst>
                                </p:cTn>
                              </p:par>
                              <p:par>
                                <p:cTn id="522" presetID="10" presetClass="exit" presetSubtype="0" fill="hold" grpId="1" nodeType="withEffect">
                                  <p:stCondLst>
                                    <p:cond delay="0"/>
                                  </p:stCondLst>
                                  <p:childTnLst>
                                    <p:animEffect transition="out" filter="fade">
                                      <p:cBhvr>
                                        <p:cTn id="523" dur="300"/>
                                        <p:tgtEl>
                                          <p:spTgt spid="62"/>
                                        </p:tgtEl>
                                      </p:cBhvr>
                                    </p:animEffect>
                                    <p:set>
                                      <p:cBhvr>
                                        <p:cTn id="524" dur="1" fill="hold">
                                          <p:stCondLst>
                                            <p:cond delay="299"/>
                                          </p:stCondLst>
                                        </p:cTn>
                                        <p:tgtEl>
                                          <p:spTgt spid="62"/>
                                        </p:tgtEl>
                                        <p:attrNameLst>
                                          <p:attrName>style.visibility</p:attrName>
                                        </p:attrNameLst>
                                      </p:cBhvr>
                                      <p:to>
                                        <p:strVal val="hidden"/>
                                      </p:to>
                                    </p:set>
                                  </p:childTnLst>
                                </p:cTn>
                              </p:par>
                              <p:par>
                                <p:cTn id="525" presetID="10" presetClass="exit" presetSubtype="0" fill="hold" grpId="1" nodeType="withEffect">
                                  <p:stCondLst>
                                    <p:cond delay="0"/>
                                  </p:stCondLst>
                                  <p:childTnLst>
                                    <p:animEffect transition="out" filter="fade">
                                      <p:cBhvr>
                                        <p:cTn id="526" dur="300"/>
                                        <p:tgtEl>
                                          <p:spTgt spid="63"/>
                                        </p:tgtEl>
                                      </p:cBhvr>
                                    </p:animEffect>
                                    <p:set>
                                      <p:cBhvr>
                                        <p:cTn id="527" dur="1" fill="hold">
                                          <p:stCondLst>
                                            <p:cond delay="299"/>
                                          </p:stCondLst>
                                        </p:cTn>
                                        <p:tgtEl>
                                          <p:spTgt spid="63"/>
                                        </p:tgtEl>
                                        <p:attrNameLst>
                                          <p:attrName>style.visibility</p:attrName>
                                        </p:attrNameLst>
                                      </p:cBhvr>
                                      <p:to>
                                        <p:strVal val="hidden"/>
                                      </p:to>
                                    </p:set>
                                  </p:childTnLst>
                                </p:cTn>
                              </p:par>
                              <p:par>
                                <p:cTn id="528" presetID="10" presetClass="exit" presetSubtype="0" fill="hold" nodeType="withEffect">
                                  <p:stCondLst>
                                    <p:cond delay="0"/>
                                  </p:stCondLst>
                                  <p:childTnLst>
                                    <p:animEffect transition="out" filter="fade">
                                      <p:cBhvr>
                                        <p:cTn id="529" dur="300"/>
                                        <p:tgtEl>
                                          <p:spTgt spid="64"/>
                                        </p:tgtEl>
                                      </p:cBhvr>
                                    </p:animEffect>
                                    <p:set>
                                      <p:cBhvr>
                                        <p:cTn id="530" dur="1" fill="hold">
                                          <p:stCondLst>
                                            <p:cond delay="299"/>
                                          </p:stCondLst>
                                        </p:cTn>
                                        <p:tgtEl>
                                          <p:spTgt spid="64"/>
                                        </p:tgtEl>
                                        <p:attrNameLst>
                                          <p:attrName>style.visibility</p:attrName>
                                        </p:attrNameLst>
                                      </p:cBhvr>
                                      <p:to>
                                        <p:strVal val="hidden"/>
                                      </p:to>
                                    </p:set>
                                  </p:childTnLst>
                                </p:cTn>
                              </p:par>
                              <p:par>
                                <p:cTn id="531" presetID="10" presetClass="exit" presetSubtype="0" fill="hold" grpId="1" nodeType="withEffect">
                                  <p:stCondLst>
                                    <p:cond delay="0"/>
                                  </p:stCondLst>
                                  <p:childTnLst>
                                    <p:animEffect transition="out" filter="fade">
                                      <p:cBhvr>
                                        <p:cTn id="532" dur="300"/>
                                        <p:tgtEl>
                                          <p:spTgt spid="65"/>
                                        </p:tgtEl>
                                      </p:cBhvr>
                                    </p:animEffect>
                                    <p:set>
                                      <p:cBhvr>
                                        <p:cTn id="533" dur="1" fill="hold">
                                          <p:stCondLst>
                                            <p:cond delay="299"/>
                                          </p:stCondLst>
                                        </p:cTn>
                                        <p:tgtEl>
                                          <p:spTgt spid="65"/>
                                        </p:tgtEl>
                                        <p:attrNameLst>
                                          <p:attrName>style.visibility</p:attrName>
                                        </p:attrNameLst>
                                      </p:cBhvr>
                                      <p:to>
                                        <p:strVal val="hidden"/>
                                      </p:to>
                                    </p:set>
                                  </p:childTnLst>
                                </p:cTn>
                              </p:par>
                              <p:par>
                                <p:cTn id="534" presetID="10" presetClass="exit" presetSubtype="0" fill="hold" grpId="1" nodeType="withEffect">
                                  <p:stCondLst>
                                    <p:cond delay="0"/>
                                  </p:stCondLst>
                                  <p:childTnLst>
                                    <p:animEffect transition="out" filter="fade">
                                      <p:cBhvr>
                                        <p:cTn id="535" dur="300"/>
                                        <p:tgtEl>
                                          <p:spTgt spid="66"/>
                                        </p:tgtEl>
                                      </p:cBhvr>
                                    </p:animEffect>
                                    <p:set>
                                      <p:cBhvr>
                                        <p:cTn id="536" dur="1" fill="hold">
                                          <p:stCondLst>
                                            <p:cond delay="299"/>
                                          </p:stCondLst>
                                        </p:cTn>
                                        <p:tgtEl>
                                          <p:spTgt spid="66"/>
                                        </p:tgtEl>
                                        <p:attrNameLst>
                                          <p:attrName>style.visibility</p:attrName>
                                        </p:attrNameLst>
                                      </p:cBhvr>
                                      <p:to>
                                        <p:strVal val="hidden"/>
                                      </p:to>
                                    </p:set>
                                  </p:childTnLst>
                                </p:cTn>
                              </p:par>
                              <p:par>
                                <p:cTn id="537" presetID="10" presetClass="exit" presetSubtype="0" fill="hold" nodeType="withEffect">
                                  <p:stCondLst>
                                    <p:cond delay="0"/>
                                  </p:stCondLst>
                                  <p:childTnLst>
                                    <p:animEffect transition="out" filter="fade">
                                      <p:cBhvr>
                                        <p:cTn id="538" dur="300"/>
                                        <p:tgtEl>
                                          <p:spTgt spid="67"/>
                                        </p:tgtEl>
                                      </p:cBhvr>
                                    </p:animEffect>
                                    <p:set>
                                      <p:cBhvr>
                                        <p:cTn id="539" dur="1" fill="hold">
                                          <p:stCondLst>
                                            <p:cond delay="299"/>
                                          </p:stCondLst>
                                        </p:cTn>
                                        <p:tgtEl>
                                          <p:spTgt spid="67"/>
                                        </p:tgtEl>
                                        <p:attrNameLst>
                                          <p:attrName>style.visibility</p:attrName>
                                        </p:attrNameLst>
                                      </p:cBhvr>
                                      <p:to>
                                        <p:strVal val="hidden"/>
                                      </p:to>
                                    </p:set>
                                  </p:childTnLst>
                                </p:cTn>
                              </p:par>
                              <p:par>
                                <p:cTn id="540" presetID="10" presetClass="exit" presetSubtype="0" fill="hold" grpId="1" nodeType="withEffect">
                                  <p:stCondLst>
                                    <p:cond delay="0"/>
                                  </p:stCondLst>
                                  <p:childTnLst>
                                    <p:animEffect transition="out" filter="fade">
                                      <p:cBhvr>
                                        <p:cTn id="541" dur="300"/>
                                        <p:tgtEl>
                                          <p:spTgt spid="68"/>
                                        </p:tgtEl>
                                      </p:cBhvr>
                                    </p:animEffect>
                                    <p:set>
                                      <p:cBhvr>
                                        <p:cTn id="542" dur="1" fill="hold">
                                          <p:stCondLst>
                                            <p:cond delay="299"/>
                                          </p:stCondLst>
                                        </p:cTn>
                                        <p:tgtEl>
                                          <p:spTgt spid="68"/>
                                        </p:tgtEl>
                                        <p:attrNameLst>
                                          <p:attrName>style.visibility</p:attrName>
                                        </p:attrNameLst>
                                      </p:cBhvr>
                                      <p:to>
                                        <p:strVal val="hidden"/>
                                      </p:to>
                                    </p:set>
                                  </p:childTnLst>
                                </p:cTn>
                              </p:par>
                              <p:par>
                                <p:cTn id="543" presetID="10" presetClass="exit" presetSubtype="0" fill="hold" grpId="1" nodeType="withEffect">
                                  <p:stCondLst>
                                    <p:cond delay="0"/>
                                  </p:stCondLst>
                                  <p:childTnLst>
                                    <p:animEffect transition="out" filter="fade">
                                      <p:cBhvr>
                                        <p:cTn id="544" dur="300"/>
                                        <p:tgtEl>
                                          <p:spTgt spid="69"/>
                                        </p:tgtEl>
                                      </p:cBhvr>
                                    </p:animEffect>
                                    <p:set>
                                      <p:cBhvr>
                                        <p:cTn id="545" dur="1" fill="hold">
                                          <p:stCondLst>
                                            <p:cond delay="299"/>
                                          </p:stCondLst>
                                        </p:cTn>
                                        <p:tgtEl>
                                          <p:spTgt spid="69"/>
                                        </p:tgtEl>
                                        <p:attrNameLst>
                                          <p:attrName>style.visibility</p:attrName>
                                        </p:attrNameLst>
                                      </p:cBhvr>
                                      <p:to>
                                        <p:strVal val="hidden"/>
                                      </p:to>
                                    </p:set>
                                  </p:childTnLst>
                                </p:cTn>
                              </p:par>
                              <p:par>
                                <p:cTn id="546" presetID="10" presetClass="exit" presetSubtype="0" fill="hold" nodeType="withEffect">
                                  <p:stCondLst>
                                    <p:cond delay="0"/>
                                  </p:stCondLst>
                                  <p:childTnLst>
                                    <p:animEffect transition="out" filter="fade">
                                      <p:cBhvr>
                                        <p:cTn id="547" dur="300"/>
                                        <p:tgtEl>
                                          <p:spTgt spid="70"/>
                                        </p:tgtEl>
                                      </p:cBhvr>
                                    </p:animEffect>
                                    <p:set>
                                      <p:cBhvr>
                                        <p:cTn id="548" dur="1" fill="hold">
                                          <p:stCondLst>
                                            <p:cond delay="299"/>
                                          </p:stCondLst>
                                        </p:cTn>
                                        <p:tgtEl>
                                          <p:spTgt spid="70"/>
                                        </p:tgtEl>
                                        <p:attrNameLst>
                                          <p:attrName>style.visibility</p:attrName>
                                        </p:attrNameLst>
                                      </p:cBhvr>
                                      <p:to>
                                        <p:strVal val="hidden"/>
                                      </p:to>
                                    </p:set>
                                  </p:childTnLst>
                                </p:cTn>
                              </p:par>
                              <p:par>
                                <p:cTn id="549" presetID="10" presetClass="exit" presetSubtype="0" fill="hold" grpId="1" nodeType="withEffect">
                                  <p:stCondLst>
                                    <p:cond delay="0"/>
                                  </p:stCondLst>
                                  <p:childTnLst>
                                    <p:animEffect transition="out" filter="fade">
                                      <p:cBhvr>
                                        <p:cTn id="550" dur="300"/>
                                        <p:tgtEl>
                                          <p:spTgt spid="71"/>
                                        </p:tgtEl>
                                      </p:cBhvr>
                                    </p:animEffect>
                                    <p:set>
                                      <p:cBhvr>
                                        <p:cTn id="551" dur="1" fill="hold">
                                          <p:stCondLst>
                                            <p:cond delay="299"/>
                                          </p:stCondLst>
                                        </p:cTn>
                                        <p:tgtEl>
                                          <p:spTgt spid="71"/>
                                        </p:tgtEl>
                                        <p:attrNameLst>
                                          <p:attrName>style.visibility</p:attrName>
                                        </p:attrNameLst>
                                      </p:cBhvr>
                                      <p:to>
                                        <p:strVal val="hidden"/>
                                      </p:to>
                                    </p:set>
                                  </p:childTnLst>
                                </p:cTn>
                              </p:par>
                              <p:par>
                                <p:cTn id="552" presetID="10" presetClass="exit" presetSubtype="0" fill="hold" grpId="1" nodeType="withEffect">
                                  <p:stCondLst>
                                    <p:cond delay="0"/>
                                  </p:stCondLst>
                                  <p:childTnLst>
                                    <p:animEffect transition="out" filter="fade">
                                      <p:cBhvr>
                                        <p:cTn id="553" dur="300"/>
                                        <p:tgtEl>
                                          <p:spTgt spid="72"/>
                                        </p:tgtEl>
                                      </p:cBhvr>
                                    </p:animEffect>
                                    <p:set>
                                      <p:cBhvr>
                                        <p:cTn id="554" dur="1" fill="hold">
                                          <p:stCondLst>
                                            <p:cond delay="299"/>
                                          </p:stCondLst>
                                        </p:cTn>
                                        <p:tgtEl>
                                          <p:spTgt spid="72"/>
                                        </p:tgtEl>
                                        <p:attrNameLst>
                                          <p:attrName>style.visibility</p:attrName>
                                        </p:attrNameLst>
                                      </p:cBhvr>
                                      <p:to>
                                        <p:strVal val="hidden"/>
                                      </p:to>
                                    </p:set>
                                  </p:childTnLst>
                                </p:cTn>
                              </p:par>
                              <p:par>
                                <p:cTn id="555" presetID="10" presetClass="exit" presetSubtype="0" fill="hold" nodeType="withEffect">
                                  <p:stCondLst>
                                    <p:cond delay="0"/>
                                  </p:stCondLst>
                                  <p:childTnLst>
                                    <p:animEffect transition="out" filter="fade">
                                      <p:cBhvr>
                                        <p:cTn id="556" dur="300"/>
                                        <p:tgtEl>
                                          <p:spTgt spid="73"/>
                                        </p:tgtEl>
                                      </p:cBhvr>
                                    </p:animEffect>
                                    <p:set>
                                      <p:cBhvr>
                                        <p:cTn id="557" dur="1" fill="hold">
                                          <p:stCondLst>
                                            <p:cond delay="299"/>
                                          </p:stCondLst>
                                        </p:cTn>
                                        <p:tgtEl>
                                          <p:spTgt spid="73"/>
                                        </p:tgtEl>
                                        <p:attrNameLst>
                                          <p:attrName>style.visibility</p:attrName>
                                        </p:attrNameLst>
                                      </p:cBhvr>
                                      <p:to>
                                        <p:strVal val="hidden"/>
                                      </p:to>
                                    </p:set>
                                  </p:childTnLst>
                                </p:cTn>
                              </p:par>
                              <p:par>
                                <p:cTn id="558" presetID="10" presetClass="exit" presetSubtype="0" fill="hold" grpId="1" nodeType="withEffect">
                                  <p:stCondLst>
                                    <p:cond delay="0"/>
                                  </p:stCondLst>
                                  <p:childTnLst>
                                    <p:animEffect transition="out" filter="fade">
                                      <p:cBhvr>
                                        <p:cTn id="559" dur="300"/>
                                        <p:tgtEl>
                                          <p:spTgt spid="74"/>
                                        </p:tgtEl>
                                      </p:cBhvr>
                                    </p:animEffect>
                                    <p:set>
                                      <p:cBhvr>
                                        <p:cTn id="560" dur="1" fill="hold">
                                          <p:stCondLst>
                                            <p:cond delay="299"/>
                                          </p:stCondLst>
                                        </p:cTn>
                                        <p:tgtEl>
                                          <p:spTgt spid="74"/>
                                        </p:tgtEl>
                                        <p:attrNameLst>
                                          <p:attrName>style.visibility</p:attrName>
                                        </p:attrNameLst>
                                      </p:cBhvr>
                                      <p:to>
                                        <p:strVal val="hidden"/>
                                      </p:to>
                                    </p:set>
                                  </p:childTnLst>
                                </p:cTn>
                              </p:par>
                              <p:par>
                                <p:cTn id="561" presetID="10" presetClass="exit" presetSubtype="0" fill="hold" grpId="1" nodeType="withEffect">
                                  <p:stCondLst>
                                    <p:cond delay="0"/>
                                  </p:stCondLst>
                                  <p:childTnLst>
                                    <p:animEffect transition="out" filter="fade">
                                      <p:cBhvr>
                                        <p:cTn id="562" dur="300"/>
                                        <p:tgtEl>
                                          <p:spTgt spid="75"/>
                                        </p:tgtEl>
                                      </p:cBhvr>
                                    </p:animEffect>
                                    <p:set>
                                      <p:cBhvr>
                                        <p:cTn id="563" dur="1" fill="hold">
                                          <p:stCondLst>
                                            <p:cond delay="299"/>
                                          </p:stCondLst>
                                        </p:cTn>
                                        <p:tgtEl>
                                          <p:spTgt spid="75"/>
                                        </p:tgtEl>
                                        <p:attrNameLst>
                                          <p:attrName>style.visibility</p:attrName>
                                        </p:attrNameLst>
                                      </p:cBhvr>
                                      <p:to>
                                        <p:strVal val="hidden"/>
                                      </p:to>
                                    </p:set>
                                  </p:childTnLst>
                                </p:cTn>
                              </p:par>
                              <p:par>
                                <p:cTn id="564" presetID="10" presetClass="exit" presetSubtype="0" fill="hold" grpId="1" nodeType="withEffect">
                                  <p:stCondLst>
                                    <p:cond delay="0"/>
                                  </p:stCondLst>
                                  <p:childTnLst>
                                    <p:animEffect transition="out" filter="fade">
                                      <p:cBhvr>
                                        <p:cTn id="565" dur="300"/>
                                        <p:tgtEl>
                                          <p:spTgt spid="76"/>
                                        </p:tgtEl>
                                      </p:cBhvr>
                                    </p:animEffect>
                                    <p:set>
                                      <p:cBhvr>
                                        <p:cTn id="566" dur="1" fill="hold">
                                          <p:stCondLst>
                                            <p:cond delay="299"/>
                                          </p:stCondLst>
                                        </p:cTn>
                                        <p:tgtEl>
                                          <p:spTgt spid="76"/>
                                        </p:tgtEl>
                                        <p:attrNameLst>
                                          <p:attrName>style.visibility</p:attrName>
                                        </p:attrNameLst>
                                      </p:cBhvr>
                                      <p:to>
                                        <p:strVal val="hidden"/>
                                      </p:to>
                                    </p:set>
                                  </p:childTnLst>
                                </p:cTn>
                              </p:par>
                              <p:par>
                                <p:cTn id="567" presetID="10" presetClass="exit" presetSubtype="0" fill="hold" grpId="1" nodeType="withEffect">
                                  <p:stCondLst>
                                    <p:cond delay="0"/>
                                  </p:stCondLst>
                                  <p:childTnLst>
                                    <p:animEffect transition="out" filter="fade">
                                      <p:cBhvr>
                                        <p:cTn id="568" dur="300"/>
                                        <p:tgtEl>
                                          <p:spTgt spid="77"/>
                                        </p:tgtEl>
                                      </p:cBhvr>
                                    </p:animEffect>
                                    <p:set>
                                      <p:cBhvr>
                                        <p:cTn id="569" dur="1" fill="hold">
                                          <p:stCondLst>
                                            <p:cond delay="299"/>
                                          </p:stCondLst>
                                        </p:cTn>
                                        <p:tgtEl>
                                          <p:spTgt spid="77"/>
                                        </p:tgtEl>
                                        <p:attrNameLst>
                                          <p:attrName>style.visibility</p:attrName>
                                        </p:attrNameLst>
                                      </p:cBhvr>
                                      <p:to>
                                        <p:strVal val="hidden"/>
                                      </p:to>
                                    </p:set>
                                  </p:childTnLst>
                                </p:cTn>
                              </p:par>
                              <p:par>
                                <p:cTn id="570" presetID="1" presetClass="entr" presetSubtype="0" fill="hold" grpId="0" nodeType="withEffect">
                                  <p:stCondLst>
                                    <p:cond delay="0"/>
                                  </p:stCondLst>
                                  <p:childTnLst>
                                    <p:set>
                                      <p:cBhvr>
                                        <p:cTn id="571" dur="1" fill="hold">
                                          <p:stCondLst>
                                            <p:cond delay="0"/>
                                          </p:stCondLst>
                                        </p:cTn>
                                        <p:tgtEl>
                                          <p:spTgt spid="20"/>
                                        </p:tgtEl>
                                        <p:attrNameLst>
                                          <p:attrName>style.visibility</p:attrName>
                                        </p:attrNameLst>
                                      </p:cBhvr>
                                      <p:to>
                                        <p:strVal val="visible"/>
                                      </p:to>
                                    </p:set>
                                  </p:childTnLst>
                                </p:cTn>
                              </p:par>
                              <p:par>
                                <p:cTn id="572" presetID="1" presetClass="entr" presetSubtype="0" fill="hold" grpId="0" nodeType="withEffect">
                                  <p:stCondLst>
                                    <p:cond delay="0"/>
                                  </p:stCondLst>
                                  <p:childTnLst>
                                    <p:set>
                                      <p:cBhvr>
                                        <p:cTn id="573" dur="1" fill="hold">
                                          <p:stCondLst>
                                            <p:cond delay="0"/>
                                          </p:stCondLst>
                                        </p:cTn>
                                        <p:tgtEl>
                                          <p:spTgt spid="21"/>
                                        </p:tgtEl>
                                        <p:attrNameLst>
                                          <p:attrName>style.visibility</p:attrName>
                                        </p:attrNameLst>
                                      </p:cBhvr>
                                      <p:to>
                                        <p:strVal val="visible"/>
                                      </p:to>
                                    </p:set>
                                  </p:childTnLst>
                                </p:cTn>
                              </p:par>
                              <p:par>
                                <p:cTn id="574" presetID="1" presetClass="entr" presetSubtype="0" fill="hold" grpId="0" nodeType="withEffect">
                                  <p:stCondLst>
                                    <p:cond delay="0"/>
                                  </p:stCondLst>
                                  <p:childTnLst>
                                    <p:set>
                                      <p:cBhvr>
                                        <p:cTn id="575" dur="1" fill="hold">
                                          <p:stCondLst>
                                            <p:cond delay="0"/>
                                          </p:stCondLst>
                                        </p:cTn>
                                        <p:tgtEl>
                                          <p:spTgt spid="30"/>
                                        </p:tgtEl>
                                        <p:attrNameLst>
                                          <p:attrName>style.visibility</p:attrName>
                                        </p:attrNameLst>
                                      </p:cBhvr>
                                      <p:to>
                                        <p:strVal val="visible"/>
                                      </p:to>
                                    </p:set>
                                  </p:childTnLst>
                                </p:cTn>
                              </p:par>
                              <p:par>
                                <p:cTn id="576" presetID="1" presetClass="entr" presetSubtype="0" fill="hold" grpId="0" nodeType="withEffect">
                                  <p:stCondLst>
                                    <p:cond delay="0"/>
                                  </p:stCondLst>
                                  <p:childTnLst>
                                    <p:set>
                                      <p:cBhvr>
                                        <p:cTn id="577" dur="1" fill="hold">
                                          <p:stCondLst>
                                            <p:cond delay="0"/>
                                          </p:stCondLst>
                                        </p:cTn>
                                        <p:tgtEl>
                                          <p:spTgt spid="31"/>
                                        </p:tgtEl>
                                        <p:attrNameLst>
                                          <p:attrName>style.visibility</p:attrName>
                                        </p:attrNameLst>
                                      </p:cBhvr>
                                      <p:to>
                                        <p:strVal val="visible"/>
                                      </p:to>
                                    </p:set>
                                  </p:childTnLst>
                                </p:cTn>
                              </p:par>
                              <p:par>
                                <p:cTn id="578" presetID="1" presetClass="entr" presetSubtype="0" fill="hold" grpId="0" nodeType="withEffect">
                                  <p:stCondLst>
                                    <p:cond delay="0"/>
                                  </p:stCondLst>
                                  <p:childTnLst>
                                    <p:set>
                                      <p:cBhvr>
                                        <p:cTn id="579" dur="1" fill="hold">
                                          <p:stCondLst>
                                            <p:cond delay="0"/>
                                          </p:stCondLst>
                                        </p:cTn>
                                        <p:tgtEl>
                                          <p:spTgt spid="32"/>
                                        </p:tgtEl>
                                        <p:attrNameLst>
                                          <p:attrName>style.visibility</p:attrName>
                                        </p:attrNameLst>
                                      </p:cBhvr>
                                      <p:to>
                                        <p:strVal val="visible"/>
                                      </p:to>
                                    </p:set>
                                  </p:childTnLst>
                                </p:cTn>
                              </p:par>
                              <p:par>
                                <p:cTn id="580" presetID="1" presetClass="entr" presetSubtype="0" fill="hold" grpId="0" nodeType="withEffect">
                                  <p:stCondLst>
                                    <p:cond delay="0"/>
                                  </p:stCondLst>
                                  <p:childTnLst>
                                    <p:set>
                                      <p:cBhvr>
                                        <p:cTn id="581" dur="1" fill="hold">
                                          <p:stCondLst>
                                            <p:cond delay="0"/>
                                          </p:stCondLst>
                                        </p:cTn>
                                        <p:tgtEl>
                                          <p:spTgt spid="33"/>
                                        </p:tgtEl>
                                        <p:attrNameLst>
                                          <p:attrName>style.visibility</p:attrName>
                                        </p:attrNameLst>
                                      </p:cBhvr>
                                      <p:to>
                                        <p:strVal val="visible"/>
                                      </p:to>
                                    </p:set>
                                  </p:childTnLst>
                                </p:cTn>
                              </p:par>
                              <p:par>
                                <p:cTn id="582" presetID="10" presetClass="exit" presetSubtype="0" fill="hold" grpId="1" nodeType="withEffect">
                                  <p:stCondLst>
                                    <p:cond delay="0"/>
                                  </p:stCondLst>
                                  <p:childTnLst>
                                    <p:animEffect transition="out" filter="fade">
                                      <p:cBhvr>
                                        <p:cTn id="583" dur="420"/>
                                        <p:tgtEl>
                                          <p:spTgt spid="22"/>
                                        </p:tgtEl>
                                      </p:cBhvr>
                                    </p:animEffect>
                                    <p:set>
                                      <p:cBhvr>
                                        <p:cTn id="584" dur="1" fill="hold">
                                          <p:stCondLst>
                                            <p:cond delay="419"/>
                                          </p:stCondLst>
                                        </p:cTn>
                                        <p:tgtEl>
                                          <p:spTgt spid="22"/>
                                        </p:tgtEl>
                                        <p:attrNameLst>
                                          <p:attrName>style.visibility</p:attrName>
                                        </p:attrNameLst>
                                      </p:cBhvr>
                                      <p:to>
                                        <p:strVal val="hidden"/>
                                      </p:to>
                                    </p:set>
                                  </p:childTnLst>
                                </p:cTn>
                              </p:par>
                              <p:par>
                                <p:cTn id="585" presetID="10" presetClass="exit" presetSubtype="0" fill="hold" grpId="1" nodeType="withEffect">
                                  <p:stCondLst>
                                    <p:cond delay="0"/>
                                  </p:stCondLst>
                                  <p:childTnLst>
                                    <p:animEffect transition="out" filter="fade">
                                      <p:cBhvr>
                                        <p:cTn id="586" dur="420"/>
                                        <p:tgtEl>
                                          <p:spTgt spid="23"/>
                                        </p:tgtEl>
                                      </p:cBhvr>
                                    </p:animEffect>
                                    <p:set>
                                      <p:cBhvr>
                                        <p:cTn id="587" dur="1" fill="hold">
                                          <p:stCondLst>
                                            <p:cond delay="419"/>
                                          </p:stCondLst>
                                        </p:cTn>
                                        <p:tgtEl>
                                          <p:spTgt spid="23"/>
                                        </p:tgtEl>
                                        <p:attrNameLst>
                                          <p:attrName>style.visibility</p:attrName>
                                        </p:attrNameLst>
                                      </p:cBhvr>
                                      <p:to>
                                        <p:strVal val="hidden"/>
                                      </p:to>
                                    </p:set>
                                  </p:childTnLst>
                                </p:cTn>
                              </p:par>
                              <p:par>
                                <p:cTn id="588" presetID="10" presetClass="exit" presetSubtype="0" fill="hold" grpId="0" nodeType="withEffect">
                                  <p:stCondLst>
                                    <p:cond delay="0"/>
                                  </p:stCondLst>
                                  <p:childTnLst>
                                    <p:animEffect transition="out" filter="fade">
                                      <p:cBhvr>
                                        <p:cTn id="589" dur="420"/>
                                        <p:tgtEl>
                                          <p:spTgt spid="46"/>
                                        </p:tgtEl>
                                      </p:cBhvr>
                                    </p:animEffect>
                                    <p:set>
                                      <p:cBhvr>
                                        <p:cTn id="590" dur="1" fill="hold">
                                          <p:stCondLst>
                                            <p:cond delay="419"/>
                                          </p:stCondLst>
                                        </p:cTn>
                                        <p:tgtEl>
                                          <p:spTgt spid="46"/>
                                        </p:tgtEl>
                                        <p:attrNameLst>
                                          <p:attrName>style.visibility</p:attrName>
                                        </p:attrNameLst>
                                      </p:cBhvr>
                                      <p:to>
                                        <p:strVal val="hidden"/>
                                      </p:to>
                                    </p:set>
                                  </p:childTnLst>
                                </p:cTn>
                              </p:par>
                              <p:par>
                                <p:cTn id="591" presetID="10" presetClass="exit" presetSubtype="0" fill="hold" grpId="0" nodeType="withEffect">
                                  <p:stCondLst>
                                    <p:cond delay="0"/>
                                  </p:stCondLst>
                                  <p:childTnLst>
                                    <p:animEffect transition="out" filter="fade">
                                      <p:cBhvr>
                                        <p:cTn id="592" dur="420"/>
                                        <p:tgtEl>
                                          <p:spTgt spid="47"/>
                                        </p:tgtEl>
                                      </p:cBhvr>
                                    </p:animEffect>
                                    <p:set>
                                      <p:cBhvr>
                                        <p:cTn id="593" dur="1" fill="hold">
                                          <p:stCondLst>
                                            <p:cond delay="419"/>
                                          </p:stCondLst>
                                        </p:cTn>
                                        <p:tgtEl>
                                          <p:spTgt spid="47"/>
                                        </p:tgtEl>
                                        <p:attrNameLst>
                                          <p:attrName>style.visibility</p:attrName>
                                        </p:attrNameLst>
                                      </p:cBhvr>
                                      <p:to>
                                        <p:strVal val="hidden"/>
                                      </p:to>
                                    </p:set>
                                  </p:childTnLst>
                                </p:cTn>
                              </p:par>
                              <p:par>
                                <p:cTn id="594" presetID="10" presetClass="exit" presetSubtype="0" fill="hold" grpId="0" nodeType="withEffect">
                                  <p:stCondLst>
                                    <p:cond delay="0"/>
                                  </p:stCondLst>
                                  <p:childTnLst>
                                    <p:animEffect transition="out" filter="fade">
                                      <p:cBhvr>
                                        <p:cTn id="595" dur="420"/>
                                        <p:tgtEl>
                                          <p:spTgt spid="48"/>
                                        </p:tgtEl>
                                      </p:cBhvr>
                                    </p:animEffect>
                                    <p:set>
                                      <p:cBhvr>
                                        <p:cTn id="596" dur="1" fill="hold">
                                          <p:stCondLst>
                                            <p:cond delay="419"/>
                                          </p:stCondLst>
                                        </p:cTn>
                                        <p:tgtEl>
                                          <p:spTgt spid="48"/>
                                        </p:tgtEl>
                                        <p:attrNameLst>
                                          <p:attrName>style.visibility</p:attrName>
                                        </p:attrNameLst>
                                      </p:cBhvr>
                                      <p:to>
                                        <p:strVal val="hidden"/>
                                      </p:to>
                                    </p:set>
                                  </p:childTnLst>
                                </p:cTn>
                              </p:par>
                              <p:par>
                                <p:cTn id="597" presetID="10" presetClass="exit" presetSubtype="0" fill="hold" grpId="0" nodeType="withEffect">
                                  <p:stCondLst>
                                    <p:cond delay="0"/>
                                  </p:stCondLst>
                                  <p:childTnLst>
                                    <p:animEffect transition="out" filter="fade">
                                      <p:cBhvr>
                                        <p:cTn id="598" dur="420"/>
                                        <p:tgtEl>
                                          <p:spTgt spid="49"/>
                                        </p:tgtEl>
                                      </p:cBhvr>
                                    </p:animEffect>
                                    <p:set>
                                      <p:cBhvr>
                                        <p:cTn id="599" dur="1" fill="hold">
                                          <p:stCondLst>
                                            <p:cond delay="419"/>
                                          </p:stCondLst>
                                        </p:cTn>
                                        <p:tgtEl>
                                          <p:spTgt spid="49"/>
                                        </p:tgtEl>
                                        <p:attrNameLst>
                                          <p:attrName>style.visibility</p:attrName>
                                        </p:attrNameLst>
                                      </p:cBhvr>
                                      <p:to>
                                        <p:strVal val="hidden"/>
                                      </p:to>
                                    </p:set>
                                  </p:childTnLst>
                                </p:cTn>
                              </p:par>
                              <p:par>
                                <p:cTn id="600" presetID="42" presetClass="entr" presetSubtype="0" fill="hold" nodeType="withEffect">
                                  <p:stCondLst>
                                    <p:cond delay="250"/>
                                  </p:stCondLst>
                                  <p:childTnLst>
                                    <p:set>
                                      <p:cBhvr>
                                        <p:cTn id="601" dur="1" fill="hold">
                                          <p:stCondLst>
                                            <p:cond delay="0"/>
                                          </p:stCondLst>
                                        </p:cTn>
                                        <p:tgtEl>
                                          <p:spTgt spid="122"/>
                                        </p:tgtEl>
                                        <p:attrNameLst>
                                          <p:attrName>style.visibility</p:attrName>
                                        </p:attrNameLst>
                                      </p:cBhvr>
                                      <p:to>
                                        <p:strVal val="visible"/>
                                      </p:to>
                                    </p:set>
                                    <p:animEffect transition="in" filter="fade">
                                      <p:cBhvr>
                                        <p:cTn id="602" dur="650"/>
                                        <p:tgtEl>
                                          <p:spTgt spid="122"/>
                                        </p:tgtEl>
                                      </p:cBhvr>
                                    </p:animEffect>
                                    <p:anim calcmode="lin" valueType="num">
                                      <p:cBhvr>
                                        <p:cTn id="603" dur="650" fill="hold"/>
                                        <p:tgtEl>
                                          <p:spTgt spid="122"/>
                                        </p:tgtEl>
                                        <p:attrNameLst>
                                          <p:attrName>ppt_x</p:attrName>
                                        </p:attrNameLst>
                                      </p:cBhvr>
                                      <p:tavLst>
                                        <p:tav tm="0">
                                          <p:val>
                                            <p:strVal val="#ppt_x"/>
                                          </p:val>
                                        </p:tav>
                                        <p:tav tm="100000">
                                          <p:val>
                                            <p:strVal val="#ppt_x"/>
                                          </p:val>
                                        </p:tav>
                                      </p:tavLst>
                                    </p:anim>
                                    <p:anim calcmode="lin" valueType="num">
                                      <p:cBhvr>
                                        <p:cTn id="604" dur="650" fill="hold"/>
                                        <p:tgtEl>
                                          <p:spTgt spid="122"/>
                                        </p:tgtEl>
                                        <p:attrNameLst>
                                          <p:attrName>ppt_y</p:attrName>
                                        </p:attrNameLst>
                                      </p:cBhvr>
                                      <p:tavLst>
                                        <p:tav tm="0">
                                          <p:val>
                                            <p:strVal val="#ppt_y+.1"/>
                                          </p:val>
                                        </p:tav>
                                        <p:tav tm="100000">
                                          <p:val>
                                            <p:strVal val="#ppt_y"/>
                                          </p:val>
                                        </p:tav>
                                      </p:tavLst>
                                    </p:anim>
                                  </p:childTnLst>
                                </p:cTn>
                              </p:par>
                              <p:par>
                                <p:cTn id="605" presetID="42" presetClass="entr" presetSubtype="0" fill="hold" nodeType="withEffect">
                                  <p:stCondLst>
                                    <p:cond delay="250"/>
                                  </p:stCondLst>
                                  <p:childTnLst>
                                    <p:set>
                                      <p:cBhvr>
                                        <p:cTn id="606" dur="1" fill="hold">
                                          <p:stCondLst>
                                            <p:cond delay="0"/>
                                          </p:stCondLst>
                                        </p:cTn>
                                        <p:tgtEl>
                                          <p:spTgt spid="123"/>
                                        </p:tgtEl>
                                        <p:attrNameLst>
                                          <p:attrName>style.visibility</p:attrName>
                                        </p:attrNameLst>
                                      </p:cBhvr>
                                      <p:to>
                                        <p:strVal val="visible"/>
                                      </p:to>
                                    </p:set>
                                    <p:animEffect transition="in" filter="fade">
                                      <p:cBhvr>
                                        <p:cTn id="607" dur="650"/>
                                        <p:tgtEl>
                                          <p:spTgt spid="123"/>
                                        </p:tgtEl>
                                      </p:cBhvr>
                                    </p:animEffect>
                                    <p:anim calcmode="lin" valueType="num">
                                      <p:cBhvr>
                                        <p:cTn id="608" dur="650" fill="hold"/>
                                        <p:tgtEl>
                                          <p:spTgt spid="123"/>
                                        </p:tgtEl>
                                        <p:attrNameLst>
                                          <p:attrName>ppt_x</p:attrName>
                                        </p:attrNameLst>
                                      </p:cBhvr>
                                      <p:tavLst>
                                        <p:tav tm="0">
                                          <p:val>
                                            <p:strVal val="#ppt_x"/>
                                          </p:val>
                                        </p:tav>
                                        <p:tav tm="100000">
                                          <p:val>
                                            <p:strVal val="#ppt_x"/>
                                          </p:val>
                                        </p:tav>
                                      </p:tavLst>
                                    </p:anim>
                                    <p:anim calcmode="lin" valueType="num">
                                      <p:cBhvr>
                                        <p:cTn id="609" dur="650" fill="hold"/>
                                        <p:tgtEl>
                                          <p:spTgt spid="123"/>
                                        </p:tgtEl>
                                        <p:attrNameLst>
                                          <p:attrName>ppt_y</p:attrName>
                                        </p:attrNameLst>
                                      </p:cBhvr>
                                      <p:tavLst>
                                        <p:tav tm="0">
                                          <p:val>
                                            <p:strVal val="#ppt_y+.1"/>
                                          </p:val>
                                        </p:tav>
                                        <p:tav tm="100000">
                                          <p:val>
                                            <p:strVal val="#ppt_y"/>
                                          </p:val>
                                        </p:tav>
                                      </p:tavLst>
                                    </p:anim>
                                  </p:childTnLst>
                                </p:cTn>
                              </p:par>
                              <p:par>
                                <p:cTn id="610" presetID="42" presetClass="entr" presetSubtype="0" fill="hold" nodeType="withEffect">
                                  <p:stCondLst>
                                    <p:cond delay="250"/>
                                  </p:stCondLst>
                                  <p:childTnLst>
                                    <p:set>
                                      <p:cBhvr>
                                        <p:cTn id="611" dur="1" fill="hold">
                                          <p:stCondLst>
                                            <p:cond delay="0"/>
                                          </p:stCondLst>
                                        </p:cTn>
                                        <p:tgtEl>
                                          <p:spTgt spid="124"/>
                                        </p:tgtEl>
                                        <p:attrNameLst>
                                          <p:attrName>style.visibility</p:attrName>
                                        </p:attrNameLst>
                                      </p:cBhvr>
                                      <p:to>
                                        <p:strVal val="visible"/>
                                      </p:to>
                                    </p:set>
                                    <p:animEffect transition="in" filter="fade">
                                      <p:cBhvr>
                                        <p:cTn id="612" dur="650"/>
                                        <p:tgtEl>
                                          <p:spTgt spid="124"/>
                                        </p:tgtEl>
                                      </p:cBhvr>
                                    </p:animEffect>
                                    <p:anim calcmode="lin" valueType="num">
                                      <p:cBhvr>
                                        <p:cTn id="613" dur="650" fill="hold"/>
                                        <p:tgtEl>
                                          <p:spTgt spid="124"/>
                                        </p:tgtEl>
                                        <p:attrNameLst>
                                          <p:attrName>ppt_x</p:attrName>
                                        </p:attrNameLst>
                                      </p:cBhvr>
                                      <p:tavLst>
                                        <p:tav tm="0">
                                          <p:val>
                                            <p:strVal val="#ppt_x"/>
                                          </p:val>
                                        </p:tav>
                                        <p:tav tm="100000">
                                          <p:val>
                                            <p:strVal val="#ppt_x"/>
                                          </p:val>
                                        </p:tav>
                                      </p:tavLst>
                                    </p:anim>
                                    <p:anim calcmode="lin" valueType="num">
                                      <p:cBhvr>
                                        <p:cTn id="614" dur="650" fill="hold"/>
                                        <p:tgtEl>
                                          <p:spTgt spid="124"/>
                                        </p:tgtEl>
                                        <p:attrNameLst>
                                          <p:attrName>ppt_y</p:attrName>
                                        </p:attrNameLst>
                                      </p:cBhvr>
                                      <p:tavLst>
                                        <p:tav tm="0">
                                          <p:val>
                                            <p:strVal val="#ppt_y+.1"/>
                                          </p:val>
                                        </p:tav>
                                        <p:tav tm="100000">
                                          <p:val>
                                            <p:strVal val="#ppt_y"/>
                                          </p:val>
                                        </p:tav>
                                      </p:tavLst>
                                    </p:anim>
                                  </p:childTnLst>
                                </p:cTn>
                              </p:par>
                              <p:par>
                                <p:cTn id="615" presetID="42" presetClass="entr" presetSubtype="0" fill="hold" nodeType="withEffect">
                                  <p:stCondLst>
                                    <p:cond delay="250"/>
                                  </p:stCondLst>
                                  <p:childTnLst>
                                    <p:set>
                                      <p:cBhvr>
                                        <p:cTn id="616" dur="1" fill="hold">
                                          <p:stCondLst>
                                            <p:cond delay="0"/>
                                          </p:stCondLst>
                                        </p:cTn>
                                        <p:tgtEl>
                                          <p:spTgt spid="125"/>
                                        </p:tgtEl>
                                        <p:attrNameLst>
                                          <p:attrName>style.visibility</p:attrName>
                                        </p:attrNameLst>
                                      </p:cBhvr>
                                      <p:to>
                                        <p:strVal val="visible"/>
                                      </p:to>
                                    </p:set>
                                    <p:animEffect transition="in" filter="fade">
                                      <p:cBhvr>
                                        <p:cTn id="617" dur="650"/>
                                        <p:tgtEl>
                                          <p:spTgt spid="125"/>
                                        </p:tgtEl>
                                      </p:cBhvr>
                                    </p:animEffect>
                                    <p:anim calcmode="lin" valueType="num">
                                      <p:cBhvr>
                                        <p:cTn id="618" dur="650" fill="hold"/>
                                        <p:tgtEl>
                                          <p:spTgt spid="125"/>
                                        </p:tgtEl>
                                        <p:attrNameLst>
                                          <p:attrName>ppt_x</p:attrName>
                                        </p:attrNameLst>
                                      </p:cBhvr>
                                      <p:tavLst>
                                        <p:tav tm="0">
                                          <p:val>
                                            <p:strVal val="#ppt_x"/>
                                          </p:val>
                                        </p:tav>
                                        <p:tav tm="100000">
                                          <p:val>
                                            <p:strVal val="#ppt_x"/>
                                          </p:val>
                                        </p:tav>
                                      </p:tavLst>
                                    </p:anim>
                                    <p:anim calcmode="lin" valueType="num">
                                      <p:cBhvr>
                                        <p:cTn id="619" dur="650" fill="hold"/>
                                        <p:tgtEl>
                                          <p:spTgt spid="125"/>
                                        </p:tgtEl>
                                        <p:attrNameLst>
                                          <p:attrName>ppt_y</p:attrName>
                                        </p:attrNameLst>
                                      </p:cBhvr>
                                      <p:tavLst>
                                        <p:tav tm="0">
                                          <p:val>
                                            <p:strVal val="#ppt_y+.1"/>
                                          </p:val>
                                        </p:tav>
                                        <p:tav tm="100000">
                                          <p:val>
                                            <p:strVal val="#ppt_y"/>
                                          </p:val>
                                        </p:tav>
                                      </p:tavLst>
                                    </p:anim>
                                  </p:childTnLst>
                                </p:cTn>
                              </p:par>
                              <p:par>
                                <p:cTn id="620" presetID="42" presetClass="entr" presetSubtype="0" fill="hold" grpId="0" nodeType="withEffect">
                                  <p:stCondLst>
                                    <p:cond delay="250"/>
                                  </p:stCondLst>
                                  <p:childTnLst>
                                    <p:set>
                                      <p:cBhvr>
                                        <p:cTn id="621" dur="1" fill="hold">
                                          <p:stCondLst>
                                            <p:cond delay="0"/>
                                          </p:stCondLst>
                                        </p:cTn>
                                        <p:tgtEl>
                                          <p:spTgt spid="126"/>
                                        </p:tgtEl>
                                        <p:attrNameLst>
                                          <p:attrName>style.visibility</p:attrName>
                                        </p:attrNameLst>
                                      </p:cBhvr>
                                      <p:to>
                                        <p:strVal val="visible"/>
                                      </p:to>
                                    </p:set>
                                    <p:animEffect transition="in" filter="fade">
                                      <p:cBhvr>
                                        <p:cTn id="622" dur="650"/>
                                        <p:tgtEl>
                                          <p:spTgt spid="126"/>
                                        </p:tgtEl>
                                      </p:cBhvr>
                                    </p:animEffect>
                                    <p:anim calcmode="lin" valueType="num">
                                      <p:cBhvr>
                                        <p:cTn id="623" dur="650" fill="hold"/>
                                        <p:tgtEl>
                                          <p:spTgt spid="126"/>
                                        </p:tgtEl>
                                        <p:attrNameLst>
                                          <p:attrName>ppt_x</p:attrName>
                                        </p:attrNameLst>
                                      </p:cBhvr>
                                      <p:tavLst>
                                        <p:tav tm="0">
                                          <p:val>
                                            <p:strVal val="#ppt_x"/>
                                          </p:val>
                                        </p:tav>
                                        <p:tav tm="100000">
                                          <p:val>
                                            <p:strVal val="#ppt_x"/>
                                          </p:val>
                                        </p:tav>
                                      </p:tavLst>
                                    </p:anim>
                                    <p:anim calcmode="lin" valueType="num">
                                      <p:cBhvr>
                                        <p:cTn id="624" dur="650" fill="hold"/>
                                        <p:tgtEl>
                                          <p:spTgt spid="126"/>
                                        </p:tgtEl>
                                        <p:attrNameLst>
                                          <p:attrName>ppt_y</p:attrName>
                                        </p:attrNameLst>
                                      </p:cBhvr>
                                      <p:tavLst>
                                        <p:tav tm="0">
                                          <p:val>
                                            <p:strVal val="#ppt_y+.1"/>
                                          </p:val>
                                        </p:tav>
                                        <p:tav tm="100000">
                                          <p:val>
                                            <p:strVal val="#ppt_y"/>
                                          </p:val>
                                        </p:tav>
                                      </p:tavLst>
                                    </p:anim>
                                  </p:childTnLst>
                                </p:cTn>
                              </p:par>
                              <p:par>
                                <p:cTn id="625" presetID="42" presetClass="entr" presetSubtype="0" fill="hold" nodeType="withEffect">
                                  <p:stCondLst>
                                    <p:cond delay="250"/>
                                  </p:stCondLst>
                                  <p:childTnLst>
                                    <p:set>
                                      <p:cBhvr>
                                        <p:cTn id="626" dur="1" fill="hold">
                                          <p:stCondLst>
                                            <p:cond delay="0"/>
                                          </p:stCondLst>
                                        </p:cTn>
                                        <p:tgtEl>
                                          <p:spTgt spid="127"/>
                                        </p:tgtEl>
                                        <p:attrNameLst>
                                          <p:attrName>style.visibility</p:attrName>
                                        </p:attrNameLst>
                                      </p:cBhvr>
                                      <p:to>
                                        <p:strVal val="visible"/>
                                      </p:to>
                                    </p:set>
                                    <p:animEffect transition="in" filter="fade">
                                      <p:cBhvr>
                                        <p:cTn id="627" dur="650"/>
                                        <p:tgtEl>
                                          <p:spTgt spid="127"/>
                                        </p:tgtEl>
                                      </p:cBhvr>
                                    </p:animEffect>
                                    <p:anim calcmode="lin" valueType="num">
                                      <p:cBhvr>
                                        <p:cTn id="628" dur="650" fill="hold"/>
                                        <p:tgtEl>
                                          <p:spTgt spid="127"/>
                                        </p:tgtEl>
                                        <p:attrNameLst>
                                          <p:attrName>ppt_x</p:attrName>
                                        </p:attrNameLst>
                                      </p:cBhvr>
                                      <p:tavLst>
                                        <p:tav tm="0">
                                          <p:val>
                                            <p:strVal val="#ppt_x"/>
                                          </p:val>
                                        </p:tav>
                                        <p:tav tm="100000">
                                          <p:val>
                                            <p:strVal val="#ppt_x"/>
                                          </p:val>
                                        </p:tav>
                                      </p:tavLst>
                                    </p:anim>
                                    <p:anim calcmode="lin" valueType="num">
                                      <p:cBhvr>
                                        <p:cTn id="629" dur="650" fill="hold"/>
                                        <p:tgtEl>
                                          <p:spTgt spid="127"/>
                                        </p:tgtEl>
                                        <p:attrNameLst>
                                          <p:attrName>ppt_y</p:attrName>
                                        </p:attrNameLst>
                                      </p:cBhvr>
                                      <p:tavLst>
                                        <p:tav tm="0">
                                          <p:val>
                                            <p:strVal val="#ppt_y+.1"/>
                                          </p:val>
                                        </p:tav>
                                        <p:tav tm="100000">
                                          <p:val>
                                            <p:strVal val="#ppt_y"/>
                                          </p:val>
                                        </p:tav>
                                      </p:tavLst>
                                    </p:anim>
                                  </p:childTnLst>
                                </p:cTn>
                              </p:par>
                              <p:par>
                                <p:cTn id="630" presetID="42" presetClass="entr" presetSubtype="0" fill="hold" nodeType="withEffect">
                                  <p:stCondLst>
                                    <p:cond delay="250"/>
                                  </p:stCondLst>
                                  <p:childTnLst>
                                    <p:set>
                                      <p:cBhvr>
                                        <p:cTn id="631" dur="1" fill="hold">
                                          <p:stCondLst>
                                            <p:cond delay="0"/>
                                          </p:stCondLst>
                                        </p:cTn>
                                        <p:tgtEl>
                                          <p:spTgt spid="128"/>
                                        </p:tgtEl>
                                        <p:attrNameLst>
                                          <p:attrName>style.visibility</p:attrName>
                                        </p:attrNameLst>
                                      </p:cBhvr>
                                      <p:to>
                                        <p:strVal val="visible"/>
                                      </p:to>
                                    </p:set>
                                    <p:animEffect transition="in" filter="fade">
                                      <p:cBhvr>
                                        <p:cTn id="632" dur="650"/>
                                        <p:tgtEl>
                                          <p:spTgt spid="128"/>
                                        </p:tgtEl>
                                      </p:cBhvr>
                                    </p:animEffect>
                                    <p:anim calcmode="lin" valueType="num">
                                      <p:cBhvr>
                                        <p:cTn id="633" dur="650" fill="hold"/>
                                        <p:tgtEl>
                                          <p:spTgt spid="128"/>
                                        </p:tgtEl>
                                        <p:attrNameLst>
                                          <p:attrName>ppt_x</p:attrName>
                                        </p:attrNameLst>
                                      </p:cBhvr>
                                      <p:tavLst>
                                        <p:tav tm="0">
                                          <p:val>
                                            <p:strVal val="#ppt_x"/>
                                          </p:val>
                                        </p:tav>
                                        <p:tav tm="100000">
                                          <p:val>
                                            <p:strVal val="#ppt_x"/>
                                          </p:val>
                                        </p:tav>
                                      </p:tavLst>
                                    </p:anim>
                                    <p:anim calcmode="lin" valueType="num">
                                      <p:cBhvr>
                                        <p:cTn id="634" dur="650" fill="hold"/>
                                        <p:tgtEl>
                                          <p:spTgt spid="128"/>
                                        </p:tgtEl>
                                        <p:attrNameLst>
                                          <p:attrName>ppt_y</p:attrName>
                                        </p:attrNameLst>
                                      </p:cBhvr>
                                      <p:tavLst>
                                        <p:tav tm="0">
                                          <p:val>
                                            <p:strVal val="#ppt_y+.1"/>
                                          </p:val>
                                        </p:tav>
                                        <p:tav tm="100000">
                                          <p:val>
                                            <p:strVal val="#ppt_y"/>
                                          </p:val>
                                        </p:tav>
                                      </p:tavLst>
                                    </p:anim>
                                  </p:childTnLst>
                                </p:cTn>
                              </p:par>
                              <p:par>
                                <p:cTn id="635" presetID="42" presetClass="entr" presetSubtype="0" fill="hold" nodeType="withEffect">
                                  <p:stCondLst>
                                    <p:cond delay="250"/>
                                  </p:stCondLst>
                                  <p:childTnLst>
                                    <p:set>
                                      <p:cBhvr>
                                        <p:cTn id="636" dur="1" fill="hold">
                                          <p:stCondLst>
                                            <p:cond delay="0"/>
                                          </p:stCondLst>
                                        </p:cTn>
                                        <p:tgtEl>
                                          <p:spTgt spid="129"/>
                                        </p:tgtEl>
                                        <p:attrNameLst>
                                          <p:attrName>style.visibility</p:attrName>
                                        </p:attrNameLst>
                                      </p:cBhvr>
                                      <p:to>
                                        <p:strVal val="visible"/>
                                      </p:to>
                                    </p:set>
                                    <p:animEffect transition="in" filter="fade">
                                      <p:cBhvr>
                                        <p:cTn id="637" dur="650"/>
                                        <p:tgtEl>
                                          <p:spTgt spid="129"/>
                                        </p:tgtEl>
                                      </p:cBhvr>
                                    </p:animEffect>
                                    <p:anim calcmode="lin" valueType="num">
                                      <p:cBhvr>
                                        <p:cTn id="638" dur="650" fill="hold"/>
                                        <p:tgtEl>
                                          <p:spTgt spid="129"/>
                                        </p:tgtEl>
                                        <p:attrNameLst>
                                          <p:attrName>ppt_x</p:attrName>
                                        </p:attrNameLst>
                                      </p:cBhvr>
                                      <p:tavLst>
                                        <p:tav tm="0">
                                          <p:val>
                                            <p:strVal val="#ppt_x"/>
                                          </p:val>
                                        </p:tav>
                                        <p:tav tm="100000">
                                          <p:val>
                                            <p:strVal val="#ppt_x"/>
                                          </p:val>
                                        </p:tav>
                                      </p:tavLst>
                                    </p:anim>
                                    <p:anim calcmode="lin" valueType="num">
                                      <p:cBhvr>
                                        <p:cTn id="639" dur="650" fill="hold"/>
                                        <p:tgtEl>
                                          <p:spTgt spid="129"/>
                                        </p:tgtEl>
                                        <p:attrNameLst>
                                          <p:attrName>ppt_y</p:attrName>
                                        </p:attrNameLst>
                                      </p:cBhvr>
                                      <p:tavLst>
                                        <p:tav tm="0">
                                          <p:val>
                                            <p:strVal val="#ppt_y+.1"/>
                                          </p:val>
                                        </p:tav>
                                        <p:tav tm="100000">
                                          <p:val>
                                            <p:strVal val="#ppt_y"/>
                                          </p:val>
                                        </p:tav>
                                      </p:tavLst>
                                    </p:anim>
                                  </p:childTnLst>
                                </p:cTn>
                              </p:par>
                              <p:par>
                                <p:cTn id="640" presetID="42" presetClass="entr" presetSubtype="0" fill="hold" nodeType="withEffect">
                                  <p:stCondLst>
                                    <p:cond delay="250"/>
                                  </p:stCondLst>
                                  <p:childTnLst>
                                    <p:set>
                                      <p:cBhvr>
                                        <p:cTn id="641" dur="1" fill="hold">
                                          <p:stCondLst>
                                            <p:cond delay="0"/>
                                          </p:stCondLst>
                                        </p:cTn>
                                        <p:tgtEl>
                                          <p:spTgt spid="130"/>
                                        </p:tgtEl>
                                        <p:attrNameLst>
                                          <p:attrName>style.visibility</p:attrName>
                                        </p:attrNameLst>
                                      </p:cBhvr>
                                      <p:to>
                                        <p:strVal val="visible"/>
                                      </p:to>
                                    </p:set>
                                    <p:animEffect transition="in" filter="fade">
                                      <p:cBhvr>
                                        <p:cTn id="642" dur="650"/>
                                        <p:tgtEl>
                                          <p:spTgt spid="130"/>
                                        </p:tgtEl>
                                      </p:cBhvr>
                                    </p:animEffect>
                                    <p:anim calcmode="lin" valueType="num">
                                      <p:cBhvr>
                                        <p:cTn id="643" dur="650" fill="hold"/>
                                        <p:tgtEl>
                                          <p:spTgt spid="130"/>
                                        </p:tgtEl>
                                        <p:attrNameLst>
                                          <p:attrName>ppt_x</p:attrName>
                                        </p:attrNameLst>
                                      </p:cBhvr>
                                      <p:tavLst>
                                        <p:tav tm="0">
                                          <p:val>
                                            <p:strVal val="#ppt_x"/>
                                          </p:val>
                                        </p:tav>
                                        <p:tav tm="100000">
                                          <p:val>
                                            <p:strVal val="#ppt_x"/>
                                          </p:val>
                                        </p:tav>
                                      </p:tavLst>
                                    </p:anim>
                                    <p:anim calcmode="lin" valueType="num">
                                      <p:cBhvr>
                                        <p:cTn id="644" dur="650" fill="hold"/>
                                        <p:tgtEl>
                                          <p:spTgt spid="130"/>
                                        </p:tgtEl>
                                        <p:attrNameLst>
                                          <p:attrName>ppt_y</p:attrName>
                                        </p:attrNameLst>
                                      </p:cBhvr>
                                      <p:tavLst>
                                        <p:tav tm="0">
                                          <p:val>
                                            <p:strVal val="#ppt_y+.1"/>
                                          </p:val>
                                        </p:tav>
                                        <p:tav tm="100000">
                                          <p:val>
                                            <p:strVal val="#ppt_y"/>
                                          </p:val>
                                        </p:tav>
                                      </p:tavLst>
                                    </p:anim>
                                  </p:childTnLst>
                                </p:cTn>
                              </p:par>
                              <p:par>
                                <p:cTn id="645" presetID="42" presetClass="entr" presetSubtype="0" fill="hold" nodeType="withEffect">
                                  <p:stCondLst>
                                    <p:cond delay="250"/>
                                  </p:stCondLst>
                                  <p:childTnLst>
                                    <p:set>
                                      <p:cBhvr>
                                        <p:cTn id="646" dur="1" fill="hold">
                                          <p:stCondLst>
                                            <p:cond delay="0"/>
                                          </p:stCondLst>
                                        </p:cTn>
                                        <p:tgtEl>
                                          <p:spTgt spid="131"/>
                                        </p:tgtEl>
                                        <p:attrNameLst>
                                          <p:attrName>style.visibility</p:attrName>
                                        </p:attrNameLst>
                                      </p:cBhvr>
                                      <p:to>
                                        <p:strVal val="visible"/>
                                      </p:to>
                                    </p:set>
                                    <p:animEffect transition="in" filter="fade">
                                      <p:cBhvr>
                                        <p:cTn id="647" dur="650"/>
                                        <p:tgtEl>
                                          <p:spTgt spid="131"/>
                                        </p:tgtEl>
                                      </p:cBhvr>
                                    </p:animEffect>
                                    <p:anim calcmode="lin" valueType="num">
                                      <p:cBhvr>
                                        <p:cTn id="648" dur="650" fill="hold"/>
                                        <p:tgtEl>
                                          <p:spTgt spid="131"/>
                                        </p:tgtEl>
                                        <p:attrNameLst>
                                          <p:attrName>ppt_x</p:attrName>
                                        </p:attrNameLst>
                                      </p:cBhvr>
                                      <p:tavLst>
                                        <p:tav tm="0">
                                          <p:val>
                                            <p:strVal val="#ppt_x"/>
                                          </p:val>
                                        </p:tav>
                                        <p:tav tm="100000">
                                          <p:val>
                                            <p:strVal val="#ppt_x"/>
                                          </p:val>
                                        </p:tav>
                                      </p:tavLst>
                                    </p:anim>
                                    <p:anim calcmode="lin" valueType="num">
                                      <p:cBhvr>
                                        <p:cTn id="649" dur="650" fill="hold"/>
                                        <p:tgtEl>
                                          <p:spTgt spid="131"/>
                                        </p:tgtEl>
                                        <p:attrNameLst>
                                          <p:attrName>ppt_y</p:attrName>
                                        </p:attrNameLst>
                                      </p:cBhvr>
                                      <p:tavLst>
                                        <p:tav tm="0">
                                          <p:val>
                                            <p:strVal val="#ppt_y+.1"/>
                                          </p:val>
                                        </p:tav>
                                        <p:tav tm="100000">
                                          <p:val>
                                            <p:strVal val="#ppt_y"/>
                                          </p:val>
                                        </p:tav>
                                      </p:tavLst>
                                    </p:anim>
                                  </p:childTnLst>
                                </p:cTn>
                              </p:par>
                              <p:par>
                                <p:cTn id="650" presetID="42" presetClass="entr" presetSubtype="0" fill="hold" grpId="0" nodeType="withEffect">
                                  <p:stCondLst>
                                    <p:cond delay="367"/>
                                  </p:stCondLst>
                                  <p:childTnLst>
                                    <p:set>
                                      <p:cBhvr>
                                        <p:cTn id="651" dur="1" fill="hold">
                                          <p:stCondLst>
                                            <p:cond delay="0"/>
                                          </p:stCondLst>
                                        </p:cTn>
                                        <p:tgtEl>
                                          <p:spTgt spid="34"/>
                                        </p:tgtEl>
                                        <p:attrNameLst>
                                          <p:attrName>style.visibility</p:attrName>
                                        </p:attrNameLst>
                                      </p:cBhvr>
                                      <p:to>
                                        <p:strVal val="visible"/>
                                      </p:to>
                                    </p:set>
                                    <p:animEffect transition="in" filter="fade">
                                      <p:cBhvr>
                                        <p:cTn id="652" dur="650"/>
                                        <p:tgtEl>
                                          <p:spTgt spid="34"/>
                                        </p:tgtEl>
                                      </p:cBhvr>
                                    </p:animEffect>
                                    <p:anim calcmode="lin" valueType="num">
                                      <p:cBhvr>
                                        <p:cTn id="653" dur="650" fill="hold"/>
                                        <p:tgtEl>
                                          <p:spTgt spid="34"/>
                                        </p:tgtEl>
                                        <p:attrNameLst>
                                          <p:attrName>ppt_x</p:attrName>
                                        </p:attrNameLst>
                                      </p:cBhvr>
                                      <p:tavLst>
                                        <p:tav tm="0">
                                          <p:val>
                                            <p:strVal val="#ppt_x"/>
                                          </p:val>
                                        </p:tav>
                                        <p:tav tm="100000">
                                          <p:val>
                                            <p:strVal val="#ppt_x"/>
                                          </p:val>
                                        </p:tav>
                                      </p:tavLst>
                                    </p:anim>
                                    <p:anim calcmode="lin" valueType="num">
                                      <p:cBhvr>
                                        <p:cTn id="654" dur="650" fill="hold"/>
                                        <p:tgtEl>
                                          <p:spTgt spid="34"/>
                                        </p:tgtEl>
                                        <p:attrNameLst>
                                          <p:attrName>ppt_y</p:attrName>
                                        </p:attrNameLst>
                                      </p:cBhvr>
                                      <p:tavLst>
                                        <p:tav tm="0">
                                          <p:val>
                                            <p:strVal val="#ppt_y+.1"/>
                                          </p:val>
                                        </p:tav>
                                        <p:tav tm="100000">
                                          <p:val>
                                            <p:strVal val="#ppt_y"/>
                                          </p:val>
                                        </p:tav>
                                      </p:tavLst>
                                    </p:anim>
                                  </p:childTnLst>
                                </p:cTn>
                              </p:par>
                              <p:par>
                                <p:cTn id="655" presetID="42" presetClass="entr" presetSubtype="0" fill="hold" grpId="0" nodeType="withEffect">
                                  <p:stCondLst>
                                    <p:cond delay="483"/>
                                  </p:stCondLst>
                                  <p:childTnLst>
                                    <p:set>
                                      <p:cBhvr>
                                        <p:cTn id="656" dur="1" fill="hold">
                                          <p:stCondLst>
                                            <p:cond delay="0"/>
                                          </p:stCondLst>
                                        </p:cTn>
                                        <p:tgtEl>
                                          <p:spTgt spid="35"/>
                                        </p:tgtEl>
                                        <p:attrNameLst>
                                          <p:attrName>style.visibility</p:attrName>
                                        </p:attrNameLst>
                                      </p:cBhvr>
                                      <p:to>
                                        <p:strVal val="visible"/>
                                      </p:to>
                                    </p:set>
                                    <p:animEffect transition="in" filter="fade">
                                      <p:cBhvr>
                                        <p:cTn id="657" dur="650"/>
                                        <p:tgtEl>
                                          <p:spTgt spid="35"/>
                                        </p:tgtEl>
                                      </p:cBhvr>
                                    </p:animEffect>
                                    <p:anim calcmode="lin" valueType="num">
                                      <p:cBhvr>
                                        <p:cTn id="658" dur="650" fill="hold"/>
                                        <p:tgtEl>
                                          <p:spTgt spid="35"/>
                                        </p:tgtEl>
                                        <p:attrNameLst>
                                          <p:attrName>ppt_x</p:attrName>
                                        </p:attrNameLst>
                                      </p:cBhvr>
                                      <p:tavLst>
                                        <p:tav tm="0">
                                          <p:val>
                                            <p:strVal val="#ppt_x"/>
                                          </p:val>
                                        </p:tav>
                                        <p:tav tm="100000">
                                          <p:val>
                                            <p:strVal val="#ppt_x"/>
                                          </p:val>
                                        </p:tav>
                                      </p:tavLst>
                                    </p:anim>
                                    <p:anim calcmode="lin" valueType="num">
                                      <p:cBhvr>
                                        <p:cTn id="659" dur="650" fill="hold"/>
                                        <p:tgtEl>
                                          <p:spTgt spid="35"/>
                                        </p:tgtEl>
                                        <p:attrNameLst>
                                          <p:attrName>ppt_y</p:attrName>
                                        </p:attrNameLst>
                                      </p:cBhvr>
                                      <p:tavLst>
                                        <p:tav tm="0">
                                          <p:val>
                                            <p:strVal val="#ppt_y+.1"/>
                                          </p:val>
                                        </p:tav>
                                        <p:tav tm="100000">
                                          <p:val>
                                            <p:strVal val="#ppt_y"/>
                                          </p:val>
                                        </p:tav>
                                      </p:tavLst>
                                    </p:anim>
                                  </p:childTnLst>
                                </p:cTn>
                              </p:par>
                              <p:par>
                                <p:cTn id="660" presetID="42" presetClass="entr" presetSubtype="0" fill="hold" grpId="0" nodeType="withEffect">
                                  <p:stCondLst>
                                    <p:cond delay="600"/>
                                  </p:stCondLst>
                                  <p:childTnLst>
                                    <p:set>
                                      <p:cBhvr>
                                        <p:cTn id="661" dur="1" fill="hold">
                                          <p:stCondLst>
                                            <p:cond delay="0"/>
                                          </p:stCondLst>
                                        </p:cTn>
                                        <p:tgtEl>
                                          <p:spTgt spid="36"/>
                                        </p:tgtEl>
                                        <p:attrNameLst>
                                          <p:attrName>style.visibility</p:attrName>
                                        </p:attrNameLst>
                                      </p:cBhvr>
                                      <p:to>
                                        <p:strVal val="visible"/>
                                      </p:to>
                                    </p:set>
                                    <p:animEffect transition="in" filter="fade">
                                      <p:cBhvr>
                                        <p:cTn id="662" dur="650"/>
                                        <p:tgtEl>
                                          <p:spTgt spid="36"/>
                                        </p:tgtEl>
                                      </p:cBhvr>
                                    </p:animEffect>
                                    <p:anim calcmode="lin" valueType="num">
                                      <p:cBhvr>
                                        <p:cTn id="663" dur="650" fill="hold"/>
                                        <p:tgtEl>
                                          <p:spTgt spid="36"/>
                                        </p:tgtEl>
                                        <p:attrNameLst>
                                          <p:attrName>ppt_x</p:attrName>
                                        </p:attrNameLst>
                                      </p:cBhvr>
                                      <p:tavLst>
                                        <p:tav tm="0">
                                          <p:val>
                                            <p:strVal val="#ppt_x"/>
                                          </p:val>
                                        </p:tav>
                                        <p:tav tm="100000">
                                          <p:val>
                                            <p:strVal val="#ppt_x"/>
                                          </p:val>
                                        </p:tav>
                                      </p:tavLst>
                                    </p:anim>
                                    <p:anim calcmode="lin" valueType="num">
                                      <p:cBhvr>
                                        <p:cTn id="664" dur="650" fill="hold"/>
                                        <p:tgtEl>
                                          <p:spTgt spid="36"/>
                                        </p:tgtEl>
                                        <p:attrNameLst>
                                          <p:attrName>ppt_y</p:attrName>
                                        </p:attrNameLst>
                                      </p:cBhvr>
                                      <p:tavLst>
                                        <p:tav tm="0">
                                          <p:val>
                                            <p:strVal val="#ppt_y+.1"/>
                                          </p:val>
                                        </p:tav>
                                        <p:tav tm="100000">
                                          <p:val>
                                            <p:strVal val="#ppt_y"/>
                                          </p:val>
                                        </p:tav>
                                      </p:tavLst>
                                    </p:anim>
                                  </p:childTnLst>
                                </p:cTn>
                              </p:par>
                              <p:par>
                                <p:cTn id="665" presetID="42" presetClass="entr" presetSubtype="0" fill="hold" grpId="0" nodeType="withEffect">
                                  <p:stCondLst>
                                    <p:cond delay="717"/>
                                  </p:stCondLst>
                                  <p:childTnLst>
                                    <p:set>
                                      <p:cBhvr>
                                        <p:cTn id="666" dur="1" fill="hold">
                                          <p:stCondLst>
                                            <p:cond delay="0"/>
                                          </p:stCondLst>
                                        </p:cTn>
                                        <p:tgtEl>
                                          <p:spTgt spid="37"/>
                                        </p:tgtEl>
                                        <p:attrNameLst>
                                          <p:attrName>style.visibility</p:attrName>
                                        </p:attrNameLst>
                                      </p:cBhvr>
                                      <p:to>
                                        <p:strVal val="visible"/>
                                      </p:to>
                                    </p:set>
                                    <p:animEffect transition="in" filter="fade">
                                      <p:cBhvr>
                                        <p:cTn id="667" dur="650"/>
                                        <p:tgtEl>
                                          <p:spTgt spid="37"/>
                                        </p:tgtEl>
                                      </p:cBhvr>
                                    </p:animEffect>
                                    <p:anim calcmode="lin" valueType="num">
                                      <p:cBhvr>
                                        <p:cTn id="668" dur="650" fill="hold"/>
                                        <p:tgtEl>
                                          <p:spTgt spid="37"/>
                                        </p:tgtEl>
                                        <p:attrNameLst>
                                          <p:attrName>ppt_x</p:attrName>
                                        </p:attrNameLst>
                                      </p:cBhvr>
                                      <p:tavLst>
                                        <p:tav tm="0">
                                          <p:val>
                                            <p:strVal val="#ppt_x"/>
                                          </p:val>
                                        </p:tav>
                                        <p:tav tm="100000">
                                          <p:val>
                                            <p:strVal val="#ppt_x"/>
                                          </p:val>
                                        </p:tav>
                                      </p:tavLst>
                                    </p:anim>
                                    <p:anim calcmode="lin" valueType="num">
                                      <p:cBhvr>
                                        <p:cTn id="669" dur="650" fill="hold"/>
                                        <p:tgtEl>
                                          <p:spTgt spid="37"/>
                                        </p:tgtEl>
                                        <p:attrNameLst>
                                          <p:attrName>ppt_y</p:attrName>
                                        </p:attrNameLst>
                                      </p:cBhvr>
                                      <p:tavLst>
                                        <p:tav tm="0">
                                          <p:val>
                                            <p:strVal val="#ppt_y+.1"/>
                                          </p:val>
                                        </p:tav>
                                        <p:tav tm="100000">
                                          <p:val>
                                            <p:strVal val="#ppt_y"/>
                                          </p:val>
                                        </p:tav>
                                      </p:tavLst>
                                    </p:anim>
                                  </p:childTnLst>
                                </p:cTn>
                              </p:par>
                              <p:par>
                                <p:cTn id="670" presetID="42" presetClass="entr" presetSubtype="0" fill="hold" grpId="0" nodeType="withEffect">
                                  <p:stCondLst>
                                    <p:cond delay="717"/>
                                  </p:stCondLst>
                                  <p:childTnLst>
                                    <p:set>
                                      <p:cBhvr>
                                        <p:cTn id="671" dur="1" fill="hold">
                                          <p:stCondLst>
                                            <p:cond delay="0"/>
                                          </p:stCondLst>
                                        </p:cTn>
                                        <p:tgtEl>
                                          <p:spTgt spid="38"/>
                                        </p:tgtEl>
                                        <p:attrNameLst>
                                          <p:attrName>style.visibility</p:attrName>
                                        </p:attrNameLst>
                                      </p:cBhvr>
                                      <p:to>
                                        <p:strVal val="visible"/>
                                      </p:to>
                                    </p:set>
                                    <p:animEffect transition="in" filter="fade">
                                      <p:cBhvr>
                                        <p:cTn id="672" dur="650"/>
                                        <p:tgtEl>
                                          <p:spTgt spid="38"/>
                                        </p:tgtEl>
                                      </p:cBhvr>
                                    </p:animEffect>
                                    <p:anim calcmode="lin" valueType="num">
                                      <p:cBhvr>
                                        <p:cTn id="673" dur="650" fill="hold"/>
                                        <p:tgtEl>
                                          <p:spTgt spid="38"/>
                                        </p:tgtEl>
                                        <p:attrNameLst>
                                          <p:attrName>ppt_x</p:attrName>
                                        </p:attrNameLst>
                                      </p:cBhvr>
                                      <p:tavLst>
                                        <p:tav tm="0">
                                          <p:val>
                                            <p:strVal val="#ppt_x"/>
                                          </p:val>
                                        </p:tav>
                                        <p:tav tm="100000">
                                          <p:val>
                                            <p:strVal val="#ppt_x"/>
                                          </p:val>
                                        </p:tav>
                                      </p:tavLst>
                                    </p:anim>
                                    <p:anim calcmode="lin" valueType="num">
                                      <p:cBhvr>
                                        <p:cTn id="674" dur="650" fill="hold"/>
                                        <p:tgtEl>
                                          <p:spTgt spid="38"/>
                                        </p:tgtEl>
                                        <p:attrNameLst>
                                          <p:attrName>ppt_y</p:attrName>
                                        </p:attrNameLst>
                                      </p:cBhvr>
                                      <p:tavLst>
                                        <p:tav tm="0">
                                          <p:val>
                                            <p:strVal val="#ppt_y+.1"/>
                                          </p:val>
                                        </p:tav>
                                        <p:tav tm="100000">
                                          <p:val>
                                            <p:strVal val="#ppt_y"/>
                                          </p:val>
                                        </p:tav>
                                      </p:tavLst>
                                    </p:anim>
                                  </p:childTnLst>
                                </p:cTn>
                              </p:par>
                              <p:par>
                                <p:cTn id="675" presetID="42" presetClass="entr" presetSubtype="0" fill="hold" grpId="0" nodeType="withEffect">
                                  <p:stCondLst>
                                    <p:cond delay="717"/>
                                  </p:stCondLst>
                                  <p:childTnLst>
                                    <p:set>
                                      <p:cBhvr>
                                        <p:cTn id="676" dur="1" fill="hold">
                                          <p:stCondLst>
                                            <p:cond delay="0"/>
                                          </p:stCondLst>
                                        </p:cTn>
                                        <p:tgtEl>
                                          <p:spTgt spid="39"/>
                                        </p:tgtEl>
                                        <p:attrNameLst>
                                          <p:attrName>style.visibility</p:attrName>
                                        </p:attrNameLst>
                                      </p:cBhvr>
                                      <p:to>
                                        <p:strVal val="visible"/>
                                      </p:to>
                                    </p:set>
                                    <p:animEffect transition="in" filter="fade">
                                      <p:cBhvr>
                                        <p:cTn id="677" dur="650"/>
                                        <p:tgtEl>
                                          <p:spTgt spid="39"/>
                                        </p:tgtEl>
                                      </p:cBhvr>
                                    </p:animEffect>
                                    <p:anim calcmode="lin" valueType="num">
                                      <p:cBhvr>
                                        <p:cTn id="678" dur="650" fill="hold"/>
                                        <p:tgtEl>
                                          <p:spTgt spid="39"/>
                                        </p:tgtEl>
                                        <p:attrNameLst>
                                          <p:attrName>ppt_x</p:attrName>
                                        </p:attrNameLst>
                                      </p:cBhvr>
                                      <p:tavLst>
                                        <p:tav tm="0">
                                          <p:val>
                                            <p:strVal val="#ppt_x"/>
                                          </p:val>
                                        </p:tav>
                                        <p:tav tm="100000">
                                          <p:val>
                                            <p:strVal val="#ppt_x"/>
                                          </p:val>
                                        </p:tav>
                                      </p:tavLst>
                                    </p:anim>
                                    <p:anim calcmode="lin" valueType="num">
                                      <p:cBhvr>
                                        <p:cTn id="679" dur="650" fill="hold"/>
                                        <p:tgtEl>
                                          <p:spTgt spid="39"/>
                                        </p:tgtEl>
                                        <p:attrNameLst>
                                          <p:attrName>ppt_y</p:attrName>
                                        </p:attrNameLst>
                                      </p:cBhvr>
                                      <p:tavLst>
                                        <p:tav tm="0">
                                          <p:val>
                                            <p:strVal val="#ppt_y+.1"/>
                                          </p:val>
                                        </p:tav>
                                        <p:tav tm="100000">
                                          <p:val>
                                            <p:strVal val="#ppt_y"/>
                                          </p:val>
                                        </p:tav>
                                      </p:tavLst>
                                    </p:anim>
                                  </p:childTnLst>
                                </p:cTn>
                              </p:par>
                              <p:par>
                                <p:cTn id="680" presetID="42" presetClass="entr" presetSubtype="0" fill="hold" grpId="0" nodeType="withEffect">
                                  <p:stCondLst>
                                    <p:cond delay="833"/>
                                  </p:stCondLst>
                                  <p:childTnLst>
                                    <p:set>
                                      <p:cBhvr>
                                        <p:cTn id="681" dur="1" fill="hold">
                                          <p:stCondLst>
                                            <p:cond delay="0"/>
                                          </p:stCondLst>
                                        </p:cTn>
                                        <p:tgtEl>
                                          <p:spTgt spid="40"/>
                                        </p:tgtEl>
                                        <p:attrNameLst>
                                          <p:attrName>style.visibility</p:attrName>
                                        </p:attrNameLst>
                                      </p:cBhvr>
                                      <p:to>
                                        <p:strVal val="visible"/>
                                      </p:to>
                                    </p:set>
                                    <p:animEffect transition="in" filter="fade">
                                      <p:cBhvr>
                                        <p:cTn id="682" dur="650"/>
                                        <p:tgtEl>
                                          <p:spTgt spid="40"/>
                                        </p:tgtEl>
                                      </p:cBhvr>
                                    </p:animEffect>
                                    <p:anim calcmode="lin" valueType="num">
                                      <p:cBhvr>
                                        <p:cTn id="683" dur="650" fill="hold"/>
                                        <p:tgtEl>
                                          <p:spTgt spid="40"/>
                                        </p:tgtEl>
                                        <p:attrNameLst>
                                          <p:attrName>ppt_x</p:attrName>
                                        </p:attrNameLst>
                                      </p:cBhvr>
                                      <p:tavLst>
                                        <p:tav tm="0">
                                          <p:val>
                                            <p:strVal val="#ppt_x"/>
                                          </p:val>
                                        </p:tav>
                                        <p:tav tm="100000">
                                          <p:val>
                                            <p:strVal val="#ppt_x"/>
                                          </p:val>
                                        </p:tav>
                                      </p:tavLst>
                                    </p:anim>
                                    <p:anim calcmode="lin" valueType="num">
                                      <p:cBhvr>
                                        <p:cTn id="684" dur="650" fill="hold"/>
                                        <p:tgtEl>
                                          <p:spTgt spid="40"/>
                                        </p:tgtEl>
                                        <p:attrNameLst>
                                          <p:attrName>ppt_y</p:attrName>
                                        </p:attrNameLst>
                                      </p:cBhvr>
                                      <p:tavLst>
                                        <p:tav tm="0">
                                          <p:val>
                                            <p:strVal val="#ppt_y+.1"/>
                                          </p:val>
                                        </p:tav>
                                        <p:tav tm="100000">
                                          <p:val>
                                            <p:strVal val="#ppt_y"/>
                                          </p:val>
                                        </p:tav>
                                      </p:tavLst>
                                    </p:anim>
                                  </p:childTnLst>
                                </p:cTn>
                              </p:par>
                              <p:par>
                                <p:cTn id="685" presetID="42" presetClass="entr" presetSubtype="0" fill="hold" grpId="0" nodeType="withEffect">
                                  <p:stCondLst>
                                    <p:cond delay="833"/>
                                  </p:stCondLst>
                                  <p:childTnLst>
                                    <p:set>
                                      <p:cBhvr>
                                        <p:cTn id="686" dur="1" fill="hold">
                                          <p:stCondLst>
                                            <p:cond delay="0"/>
                                          </p:stCondLst>
                                        </p:cTn>
                                        <p:tgtEl>
                                          <p:spTgt spid="41"/>
                                        </p:tgtEl>
                                        <p:attrNameLst>
                                          <p:attrName>style.visibility</p:attrName>
                                        </p:attrNameLst>
                                      </p:cBhvr>
                                      <p:to>
                                        <p:strVal val="visible"/>
                                      </p:to>
                                    </p:set>
                                    <p:animEffect transition="in" filter="fade">
                                      <p:cBhvr>
                                        <p:cTn id="687" dur="650"/>
                                        <p:tgtEl>
                                          <p:spTgt spid="41"/>
                                        </p:tgtEl>
                                      </p:cBhvr>
                                    </p:animEffect>
                                    <p:anim calcmode="lin" valueType="num">
                                      <p:cBhvr>
                                        <p:cTn id="688" dur="650" fill="hold"/>
                                        <p:tgtEl>
                                          <p:spTgt spid="41"/>
                                        </p:tgtEl>
                                        <p:attrNameLst>
                                          <p:attrName>ppt_x</p:attrName>
                                        </p:attrNameLst>
                                      </p:cBhvr>
                                      <p:tavLst>
                                        <p:tav tm="0">
                                          <p:val>
                                            <p:strVal val="#ppt_x"/>
                                          </p:val>
                                        </p:tav>
                                        <p:tav tm="100000">
                                          <p:val>
                                            <p:strVal val="#ppt_x"/>
                                          </p:val>
                                        </p:tav>
                                      </p:tavLst>
                                    </p:anim>
                                    <p:anim calcmode="lin" valueType="num">
                                      <p:cBhvr>
                                        <p:cTn id="689" dur="650" fill="hold"/>
                                        <p:tgtEl>
                                          <p:spTgt spid="41"/>
                                        </p:tgtEl>
                                        <p:attrNameLst>
                                          <p:attrName>ppt_y</p:attrName>
                                        </p:attrNameLst>
                                      </p:cBhvr>
                                      <p:tavLst>
                                        <p:tav tm="0">
                                          <p:val>
                                            <p:strVal val="#ppt_y+.1"/>
                                          </p:val>
                                        </p:tav>
                                        <p:tav tm="100000">
                                          <p:val>
                                            <p:strVal val="#ppt_y"/>
                                          </p:val>
                                        </p:tav>
                                      </p:tavLst>
                                    </p:anim>
                                  </p:childTnLst>
                                </p:cTn>
                              </p:par>
                              <p:par>
                                <p:cTn id="690" presetID="42" presetClass="entr" presetSubtype="0" fill="hold" grpId="0" nodeType="withEffect">
                                  <p:stCondLst>
                                    <p:cond delay="833"/>
                                  </p:stCondLst>
                                  <p:childTnLst>
                                    <p:set>
                                      <p:cBhvr>
                                        <p:cTn id="691" dur="1" fill="hold">
                                          <p:stCondLst>
                                            <p:cond delay="0"/>
                                          </p:stCondLst>
                                        </p:cTn>
                                        <p:tgtEl>
                                          <p:spTgt spid="42"/>
                                        </p:tgtEl>
                                        <p:attrNameLst>
                                          <p:attrName>style.visibility</p:attrName>
                                        </p:attrNameLst>
                                      </p:cBhvr>
                                      <p:to>
                                        <p:strVal val="visible"/>
                                      </p:to>
                                    </p:set>
                                    <p:animEffect transition="in" filter="fade">
                                      <p:cBhvr>
                                        <p:cTn id="692" dur="650"/>
                                        <p:tgtEl>
                                          <p:spTgt spid="42"/>
                                        </p:tgtEl>
                                      </p:cBhvr>
                                    </p:animEffect>
                                    <p:anim calcmode="lin" valueType="num">
                                      <p:cBhvr>
                                        <p:cTn id="693" dur="650" fill="hold"/>
                                        <p:tgtEl>
                                          <p:spTgt spid="42"/>
                                        </p:tgtEl>
                                        <p:attrNameLst>
                                          <p:attrName>ppt_x</p:attrName>
                                        </p:attrNameLst>
                                      </p:cBhvr>
                                      <p:tavLst>
                                        <p:tav tm="0">
                                          <p:val>
                                            <p:strVal val="#ppt_x"/>
                                          </p:val>
                                        </p:tav>
                                        <p:tav tm="100000">
                                          <p:val>
                                            <p:strVal val="#ppt_x"/>
                                          </p:val>
                                        </p:tav>
                                      </p:tavLst>
                                    </p:anim>
                                    <p:anim calcmode="lin" valueType="num">
                                      <p:cBhvr>
                                        <p:cTn id="694" dur="650" fill="hold"/>
                                        <p:tgtEl>
                                          <p:spTgt spid="42"/>
                                        </p:tgtEl>
                                        <p:attrNameLst>
                                          <p:attrName>ppt_y</p:attrName>
                                        </p:attrNameLst>
                                      </p:cBhvr>
                                      <p:tavLst>
                                        <p:tav tm="0">
                                          <p:val>
                                            <p:strVal val="#ppt_y+.1"/>
                                          </p:val>
                                        </p:tav>
                                        <p:tav tm="100000">
                                          <p:val>
                                            <p:strVal val="#ppt_y"/>
                                          </p:val>
                                        </p:tav>
                                      </p:tavLst>
                                    </p:anim>
                                  </p:childTnLst>
                                </p:cTn>
                              </p:par>
                              <p:par>
                                <p:cTn id="695" presetID="42" presetClass="entr" presetSubtype="0" fill="hold" grpId="0" nodeType="withEffect">
                                  <p:stCondLst>
                                    <p:cond delay="950"/>
                                  </p:stCondLst>
                                  <p:childTnLst>
                                    <p:set>
                                      <p:cBhvr>
                                        <p:cTn id="696" dur="1" fill="hold">
                                          <p:stCondLst>
                                            <p:cond delay="0"/>
                                          </p:stCondLst>
                                        </p:cTn>
                                        <p:tgtEl>
                                          <p:spTgt spid="43"/>
                                        </p:tgtEl>
                                        <p:attrNameLst>
                                          <p:attrName>style.visibility</p:attrName>
                                        </p:attrNameLst>
                                      </p:cBhvr>
                                      <p:to>
                                        <p:strVal val="visible"/>
                                      </p:to>
                                    </p:set>
                                    <p:animEffect transition="in" filter="fade">
                                      <p:cBhvr>
                                        <p:cTn id="697" dur="650"/>
                                        <p:tgtEl>
                                          <p:spTgt spid="43"/>
                                        </p:tgtEl>
                                      </p:cBhvr>
                                    </p:animEffect>
                                    <p:anim calcmode="lin" valueType="num">
                                      <p:cBhvr>
                                        <p:cTn id="698" dur="650" fill="hold"/>
                                        <p:tgtEl>
                                          <p:spTgt spid="43"/>
                                        </p:tgtEl>
                                        <p:attrNameLst>
                                          <p:attrName>ppt_x</p:attrName>
                                        </p:attrNameLst>
                                      </p:cBhvr>
                                      <p:tavLst>
                                        <p:tav tm="0">
                                          <p:val>
                                            <p:strVal val="#ppt_x"/>
                                          </p:val>
                                        </p:tav>
                                        <p:tav tm="100000">
                                          <p:val>
                                            <p:strVal val="#ppt_x"/>
                                          </p:val>
                                        </p:tav>
                                      </p:tavLst>
                                    </p:anim>
                                    <p:anim calcmode="lin" valueType="num">
                                      <p:cBhvr>
                                        <p:cTn id="699" dur="650" fill="hold"/>
                                        <p:tgtEl>
                                          <p:spTgt spid="43"/>
                                        </p:tgtEl>
                                        <p:attrNameLst>
                                          <p:attrName>ppt_y</p:attrName>
                                        </p:attrNameLst>
                                      </p:cBhvr>
                                      <p:tavLst>
                                        <p:tav tm="0">
                                          <p:val>
                                            <p:strVal val="#ppt_y+.1"/>
                                          </p:val>
                                        </p:tav>
                                        <p:tav tm="100000">
                                          <p:val>
                                            <p:strVal val="#ppt_y"/>
                                          </p:val>
                                        </p:tav>
                                      </p:tavLst>
                                    </p:anim>
                                  </p:childTnLst>
                                </p:cTn>
                              </p:par>
                              <p:par>
                                <p:cTn id="700" presetID="42" presetClass="entr" presetSubtype="0" fill="hold" grpId="0" nodeType="withEffect">
                                  <p:stCondLst>
                                    <p:cond delay="950"/>
                                  </p:stCondLst>
                                  <p:childTnLst>
                                    <p:set>
                                      <p:cBhvr>
                                        <p:cTn id="701" dur="1" fill="hold">
                                          <p:stCondLst>
                                            <p:cond delay="0"/>
                                          </p:stCondLst>
                                        </p:cTn>
                                        <p:tgtEl>
                                          <p:spTgt spid="44"/>
                                        </p:tgtEl>
                                        <p:attrNameLst>
                                          <p:attrName>style.visibility</p:attrName>
                                        </p:attrNameLst>
                                      </p:cBhvr>
                                      <p:to>
                                        <p:strVal val="visible"/>
                                      </p:to>
                                    </p:set>
                                    <p:animEffect transition="in" filter="fade">
                                      <p:cBhvr>
                                        <p:cTn id="702" dur="650"/>
                                        <p:tgtEl>
                                          <p:spTgt spid="44"/>
                                        </p:tgtEl>
                                      </p:cBhvr>
                                    </p:animEffect>
                                    <p:anim calcmode="lin" valueType="num">
                                      <p:cBhvr>
                                        <p:cTn id="703" dur="650" fill="hold"/>
                                        <p:tgtEl>
                                          <p:spTgt spid="44"/>
                                        </p:tgtEl>
                                        <p:attrNameLst>
                                          <p:attrName>ppt_x</p:attrName>
                                        </p:attrNameLst>
                                      </p:cBhvr>
                                      <p:tavLst>
                                        <p:tav tm="0">
                                          <p:val>
                                            <p:strVal val="#ppt_x"/>
                                          </p:val>
                                        </p:tav>
                                        <p:tav tm="100000">
                                          <p:val>
                                            <p:strVal val="#ppt_x"/>
                                          </p:val>
                                        </p:tav>
                                      </p:tavLst>
                                    </p:anim>
                                    <p:anim calcmode="lin" valueType="num">
                                      <p:cBhvr>
                                        <p:cTn id="704" dur="650" fill="hold"/>
                                        <p:tgtEl>
                                          <p:spTgt spid="44"/>
                                        </p:tgtEl>
                                        <p:attrNameLst>
                                          <p:attrName>ppt_y</p:attrName>
                                        </p:attrNameLst>
                                      </p:cBhvr>
                                      <p:tavLst>
                                        <p:tav tm="0">
                                          <p:val>
                                            <p:strVal val="#ppt_y+.1"/>
                                          </p:val>
                                        </p:tav>
                                        <p:tav tm="100000">
                                          <p:val>
                                            <p:strVal val="#ppt_y"/>
                                          </p:val>
                                        </p:tav>
                                      </p:tavLst>
                                    </p:anim>
                                  </p:childTnLst>
                                </p:cTn>
                              </p:par>
                              <p:par>
                                <p:cTn id="705" presetID="42" presetClass="entr" presetSubtype="0" fill="hold" grpId="0" nodeType="withEffect">
                                  <p:stCondLst>
                                    <p:cond delay="950"/>
                                  </p:stCondLst>
                                  <p:childTnLst>
                                    <p:set>
                                      <p:cBhvr>
                                        <p:cTn id="706" dur="1" fill="hold">
                                          <p:stCondLst>
                                            <p:cond delay="0"/>
                                          </p:stCondLst>
                                        </p:cTn>
                                        <p:tgtEl>
                                          <p:spTgt spid="45"/>
                                        </p:tgtEl>
                                        <p:attrNameLst>
                                          <p:attrName>style.visibility</p:attrName>
                                        </p:attrNameLst>
                                      </p:cBhvr>
                                      <p:to>
                                        <p:strVal val="visible"/>
                                      </p:to>
                                    </p:set>
                                    <p:animEffect transition="in" filter="fade">
                                      <p:cBhvr>
                                        <p:cTn id="707" dur="650"/>
                                        <p:tgtEl>
                                          <p:spTgt spid="45"/>
                                        </p:tgtEl>
                                      </p:cBhvr>
                                    </p:animEffect>
                                    <p:anim calcmode="lin" valueType="num">
                                      <p:cBhvr>
                                        <p:cTn id="708" dur="650" fill="hold"/>
                                        <p:tgtEl>
                                          <p:spTgt spid="45"/>
                                        </p:tgtEl>
                                        <p:attrNameLst>
                                          <p:attrName>ppt_x</p:attrName>
                                        </p:attrNameLst>
                                      </p:cBhvr>
                                      <p:tavLst>
                                        <p:tav tm="0">
                                          <p:val>
                                            <p:strVal val="#ppt_x"/>
                                          </p:val>
                                        </p:tav>
                                        <p:tav tm="100000">
                                          <p:val>
                                            <p:strVal val="#ppt_x"/>
                                          </p:val>
                                        </p:tav>
                                      </p:tavLst>
                                    </p:anim>
                                    <p:anim calcmode="lin" valueType="num">
                                      <p:cBhvr>
                                        <p:cTn id="709" dur="65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710" restart="whenNotActive" fill="hold" evtFilter="cancelBubble" nodeType="interactiveSeq">
                <p:stCondLst>
                  <p:cond evt="onClick" delay="0">
                    <p:tgtEl>
                      <p:spTgt spid="52"/>
                    </p:tgtEl>
                  </p:cond>
                </p:stCondLst>
                <p:endSync evt="end" delay="0">
                  <p:rtn val="all"/>
                </p:endSync>
                <p:childTnLst>
                  <p:par>
                    <p:cTn id="711" fill="hold">
                      <p:stCondLst>
                        <p:cond delay="0"/>
                      </p:stCondLst>
                      <p:childTnLst>
                        <p:par>
                          <p:cTn id="712" fill="hold">
                            <p:stCondLst>
                              <p:cond delay="0"/>
                            </p:stCondLst>
                            <p:childTnLst>
                              <p:par>
                                <p:cTn id="713" presetID="10" presetClass="entr" presetSubtype="0" fill="hold" grpId="0" nodeType="clickEffect">
                                  <p:stCondLst>
                                    <p:cond delay="0"/>
                                  </p:stCondLst>
                                  <p:childTnLst>
                                    <p:set>
                                      <p:cBhvr>
                                        <p:cTn id="714" dur="1" fill="hold">
                                          <p:stCondLst>
                                            <p:cond delay="0"/>
                                          </p:stCondLst>
                                        </p:cTn>
                                        <p:tgtEl>
                                          <p:spTgt spid="137"/>
                                        </p:tgtEl>
                                        <p:attrNameLst>
                                          <p:attrName>style.visibility</p:attrName>
                                        </p:attrNameLst>
                                      </p:cBhvr>
                                      <p:to>
                                        <p:strVal val="visible"/>
                                      </p:to>
                                    </p:set>
                                    <p:animEffect transition="in" filter="fade">
                                      <p:cBhvr>
                                        <p:cTn id="715" dur="300"/>
                                        <p:tgtEl>
                                          <p:spTgt spid="137"/>
                                        </p:tgtEl>
                                      </p:cBhvr>
                                    </p:animEffect>
                                  </p:childTnLst>
                                </p:cTn>
                              </p:par>
                              <p:par>
                                <p:cTn id="716" presetID="53" presetClass="entr" presetSubtype="16" fill="hold" nodeType="withEffect">
                                  <p:stCondLst>
                                    <p:cond delay="60"/>
                                  </p:stCondLst>
                                  <p:childTnLst>
                                    <p:set>
                                      <p:cBhvr>
                                        <p:cTn id="717" dur="1" fill="hold">
                                          <p:stCondLst>
                                            <p:cond delay="0"/>
                                          </p:stCondLst>
                                        </p:cTn>
                                        <p:tgtEl>
                                          <p:spTgt spid="138"/>
                                        </p:tgtEl>
                                        <p:attrNameLst>
                                          <p:attrName>style.visibility</p:attrName>
                                        </p:attrNameLst>
                                      </p:cBhvr>
                                      <p:to>
                                        <p:strVal val="visible"/>
                                      </p:to>
                                    </p:set>
                                    <p:anim calcmode="lin" valueType="num">
                                      <p:cBhvr>
                                        <p:cTn id="718" dur="450" fill="hold"/>
                                        <p:tgtEl>
                                          <p:spTgt spid="138"/>
                                        </p:tgtEl>
                                        <p:attrNameLst>
                                          <p:attrName>ppt_w</p:attrName>
                                        </p:attrNameLst>
                                      </p:cBhvr>
                                      <p:tavLst>
                                        <p:tav tm="0">
                                          <p:val>
                                            <p:fltVal val="0"/>
                                          </p:val>
                                        </p:tav>
                                        <p:tav tm="100000">
                                          <p:val>
                                            <p:strVal val="#ppt_w"/>
                                          </p:val>
                                        </p:tav>
                                      </p:tavLst>
                                    </p:anim>
                                    <p:anim calcmode="lin" valueType="num">
                                      <p:cBhvr>
                                        <p:cTn id="719" dur="450" fill="hold"/>
                                        <p:tgtEl>
                                          <p:spTgt spid="138"/>
                                        </p:tgtEl>
                                        <p:attrNameLst>
                                          <p:attrName>ppt_h</p:attrName>
                                        </p:attrNameLst>
                                      </p:cBhvr>
                                      <p:tavLst>
                                        <p:tav tm="0">
                                          <p:val>
                                            <p:fltVal val="0"/>
                                          </p:val>
                                        </p:tav>
                                        <p:tav tm="100000">
                                          <p:val>
                                            <p:strVal val="#ppt_h"/>
                                          </p:val>
                                        </p:tav>
                                      </p:tavLst>
                                    </p:anim>
                                    <p:animEffect transition="in" filter="fade">
                                      <p:cBhvr>
                                        <p:cTn id="720" dur="450"/>
                                        <p:tgtEl>
                                          <p:spTgt spid="138"/>
                                        </p:tgtEl>
                                      </p:cBhvr>
                                    </p:animEffect>
                                  </p:childTnLst>
                                </p:cTn>
                              </p:par>
                              <p:par>
                                <p:cTn id="721" presetID="10" presetClass="entr" presetSubtype="0" fill="hold" grpId="0" nodeType="withEffect">
                                  <p:stCondLst>
                                    <p:cond delay="250"/>
                                  </p:stCondLst>
                                  <p:childTnLst>
                                    <p:set>
                                      <p:cBhvr>
                                        <p:cTn id="722" dur="1" fill="hold">
                                          <p:stCondLst>
                                            <p:cond delay="0"/>
                                          </p:stCondLst>
                                        </p:cTn>
                                        <p:tgtEl>
                                          <p:spTgt spid="139"/>
                                        </p:tgtEl>
                                        <p:attrNameLst>
                                          <p:attrName>style.visibility</p:attrName>
                                        </p:attrNameLst>
                                      </p:cBhvr>
                                      <p:to>
                                        <p:strVal val="visible"/>
                                      </p:to>
                                    </p:set>
                                    <p:animEffect transition="in" filter="fade">
                                      <p:cBhvr>
                                        <p:cTn id="723" dur="300"/>
                                        <p:tgtEl>
                                          <p:spTgt spid="139"/>
                                        </p:tgtEl>
                                      </p:cBhvr>
                                    </p:animEffect>
                                  </p:childTnLst>
                                </p:cTn>
                              </p:par>
                            </p:childTnLst>
                          </p:cTn>
                        </p:par>
                      </p:childTnLst>
                    </p:cTn>
                  </p:par>
                </p:childTnLst>
              </p:cTn>
              <p:nextCondLst>
                <p:cond evt="onClick" delay="0">
                  <p:tgtEl>
                    <p:spTgt spid="52"/>
                  </p:tgtEl>
                </p:cond>
              </p:nextCondLst>
            </p:seq>
            <p:seq concurrent="1" nextAc="seek">
              <p:cTn id="724" restart="whenNotActive" fill="hold" evtFilter="cancelBubble" nodeType="interactiveSeq">
                <p:stCondLst>
                  <p:cond evt="onClick" delay="0">
                    <p:tgtEl>
                      <p:spTgt spid="55"/>
                    </p:tgtEl>
                  </p:cond>
                </p:stCondLst>
                <p:endSync evt="end" delay="0">
                  <p:rtn val="all"/>
                </p:endSync>
                <p:childTnLst>
                  <p:par>
                    <p:cTn id="725" fill="hold">
                      <p:stCondLst>
                        <p:cond delay="0"/>
                      </p:stCondLst>
                      <p:childTnLst>
                        <p:par>
                          <p:cTn id="726" fill="hold">
                            <p:stCondLst>
                              <p:cond delay="0"/>
                            </p:stCondLst>
                            <p:childTnLst>
                              <p:par>
                                <p:cTn id="727" presetID="10" presetClass="entr" presetSubtype="0" fill="hold" grpId="0" nodeType="clickEffect">
                                  <p:stCondLst>
                                    <p:cond delay="0"/>
                                  </p:stCondLst>
                                  <p:childTnLst>
                                    <p:set>
                                      <p:cBhvr>
                                        <p:cTn id="728" dur="1" fill="hold">
                                          <p:stCondLst>
                                            <p:cond delay="0"/>
                                          </p:stCondLst>
                                        </p:cTn>
                                        <p:tgtEl>
                                          <p:spTgt spid="140"/>
                                        </p:tgtEl>
                                        <p:attrNameLst>
                                          <p:attrName>style.visibility</p:attrName>
                                        </p:attrNameLst>
                                      </p:cBhvr>
                                      <p:to>
                                        <p:strVal val="visible"/>
                                      </p:to>
                                    </p:set>
                                    <p:animEffect transition="in" filter="fade">
                                      <p:cBhvr>
                                        <p:cTn id="729" dur="300"/>
                                        <p:tgtEl>
                                          <p:spTgt spid="140"/>
                                        </p:tgtEl>
                                      </p:cBhvr>
                                    </p:animEffect>
                                  </p:childTnLst>
                                </p:cTn>
                              </p:par>
                              <p:par>
                                <p:cTn id="730" presetID="53" presetClass="entr" presetSubtype="16" fill="hold" nodeType="withEffect">
                                  <p:stCondLst>
                                    <p:cond delay="60"/>
                                  </p:stCondLst>
                                  <p:childTnLst>
                                    <p:set>
                                      <p:cBhvr>
                                        <p:cTn id="731" dur="1" fill="hold">
                                          <p:stCondLst>
                                            <p:cond delay="0"/>
                                          </p:stCondLst>
                                        </p:cTn>
                                        <p:tgtEl>
                                          <p:spTgt spid="141"/>
                                        </p:tgtEl>
                                        <p:attrNameLst>
                                          <p:attrName>style.visibility</p:attrName>
                                        </p:attrNameLst>
                                      </p:cBhvr>
                                      <p:to>
                                        <p:strVal val="visible"/>
                                      </p:to>
                                    </p:set>
                                    <p:anim calcmode="lin" valueType="num">
                                      <p:cBhvr>
                                        <p:cTn id="732" dur="450" fill="hold"/>
                                        <p:tgtEl>
                                          <p:spTgt spid="141"/>
                                        </p:tgtEl>
                                        <p:attrNameLst>
                                          <p:attrName>ppt_w</p:attrName>
                                        </p:attrNameLst>
                                      </p:cBhvr>
                                      <p:tavLst>
                                        <p:tav tm="0">
                                          <p:val>
                                            <p:fltVal val="0"/>
                                          </p:val>
                                        </p:tav>
                                        <p:tav tm="100000">
                                          <p:val>
                                            <p:strVal val="#ppt_w"/>
                                          </p:val>
                                        </p:tav>
                                      </p:tavLst>
                                    </p:anim>
                                    <p:anim calcmode="lin" valueType="num">
                                      <p:cBhvr>
                                        <p:cTn id="733" dur="450" fill="hold"/>
                                        <p:tgtEl>
                                          <p:spTgt spid="141"/>
                                        </p:tgtEl>
                                        <p:attrNameLst>
                                          <p:attrName>ppt_h</p:attrName>
                                        </p:attrNameLst>
                                      </p:cBhvr>
                                      <p:tavLst>
                                        <p:tav tm="0">
                                          <p:val>
                                            <p:fltVal val="0"/>
                                          </p:val>
                                        </p:tav>
                                        <p:tav tm="100000">
                                          <p:val>
                                            <p:strVal val="#ppt_h"/>
                                          </p:val>
                                        </p:tav>
                                      </p:tavLst>
                                    </p:anim>
                                    <p:animEffect transition="in" filter="fade">
                                      <p:cBhvr>
                                        <p:cTn id="734" dur="450"/>
                                        <p:tgtEl>
                                          <p:spTgt spid="141"/>
                                        </p:tgtEl>
                                      </p:cBhvr>
                                    </p:animEffect>
                                  </p:childTnLst>
                                </p:cTn>
                              </p:par>
                              <p:par>
                                <p:cTn id="735" presetID="10" presetClass="entr" presetSubtype="0" fill="hold" grpId="0" nodeType="withEffect">
                                  <p:stCondLst>
                                    <p:cond delay="250"/>
                                  </p:stCondLst>
                                  <p:childTnLst>
                                    <p:set>
                                      <p:cBhvr>
                                        <p:cTn id="736" dur="1" fill="hold">
                                          <p:stCondLst>
                                            <p:cond delay="0"/>
                                          </p:stCondLst>
                                        </p:cTn>
                                        <p:tgtEl>
                                          <p:spTgt spid="142"/>
                                        </p:tgtEl>
                                        <p:attrNameLst>
                                          <p:attrName>style.visibility</p:attrName>
                                        </p:attrNameLst>
                                      </p:cBhvr>
                                      <p:to>
                                        <p:strVal val="visible"/>
                                      </p:to>
                                    </p:set>
                                    <p:animEffect transition="in" filter="fade">
                                      <p:cBhvr>
                                        <p:cTn id="737" dur="300"/>
                                        <p:tgtEl>
                                          <p:spTgt spid="142"/>
                                        </p:tgtEl>
                                      </p:cBhvr>
                                    </p:animEffect>
                                  </p:childTnLst>
                                </p:cTn>
                              </p:par>
                            </p:childTnLst>
                          </p:cTn>
                        </p:par>
                      </p:childTnLst>
                    </p:cTn>
                  </p:par>
                </p:childTnLst>
              </p:cTn>
              <p:nextCondLst>
                <p:cond evt="onClick" delay="0">
                  <p:tgtEl>
                    <p:spTgt spid="55"/>
                  </p:tgtEl>
                </p:cond>
              </p:nextCondLst>
            </p:seq>
            <p:seq concurrent="1" nextAc="seek">
              <p:cTn id="738" restart="whenNotActive" fill="hold" evtFilter="cancelBubble" nodeType="interactiveSeq">
                <p:stCondLst>
                  <p:cond evt="onClick" delay="0">
                    <p:tgtEl>
                      <p:spTgt spid="58"/>
                    </p:tgtEl>
                  </p:cond>
                </p:stCondLst>
                <p:endSync evt="end" delay="0">
                  <p:rtn val="all"/>
                </p:endSync>
                <p:childTnLst>
                  <p:par>
                    <p:cTn id="739" fill="hold">
                      <p:stCondLst>
                        <p:cond delay="0"/>
                      </p:stCondLst>
                      <p:childTnLst>
                        <p:par>
                          <p:cTn id="740" fill="hold">
                            <p:stCondLst>
                              <p:cond delay="0"/>
                            </p:stCondLst>
                            <p:childTnLst>
                              <p:par>
                                <p:cTn id="741" presetID="10" presetClass="entr" presetSubtype="0" fill="hold" grpId="0" nodeType="clickEffect">
                                  <p:stCondLst>
                                    <p:cond delay="0"/>
                                  </p:stCondLst>
                                  <p:childTnLst>
                                    <p:set>
                                      <p:cBhvr>
                                        <p:cTn id="742" dur="1" fill="hold">
                                          <p:stCondLst>
                                            <p:cond delay="0"/>
                                          </p:stCondLst>
                                        </p:cTn>
                                        <p:tgtEl>
                                          <p:spTgt spid="143"/>
                                        </p:tgtEl>
                                        <p:attrNameLst>
                                          <p:attrName>style.visibility</p:attrName>
                                        </p:attrNameLst>
                                      </p:cBhvr>
                                      <p:to>
                                        <p:strVal val="visible"/>
                                      </p:to>
                                    </p:set>
                                    <p:animEffect transition="in" filter="fade">
                                      <p:cBhvr>
                                        <p:cTn id="743" dur="300"/>
                                        <p:tgtEl>
                                          <p:spTgt spid="143"/>
                                        </p:tgtEl>
                                      </p:cBhvr>
                                    </p:animEffect>
                                  </p:childTnLst>
                                </p:cTn>
                              </p:par>
                              <p:par>
                                <p:cTn id="744" presetID="53" presetClass="entr" presetSubtype="16" fill="hold" nodeType="withEffect">
                                  <p:stCondLst>
                                    <p:cond delay="60"/>
                                  </p:stCondLst>
                                  <p:childTnLst>
                                    <p:set>
                                      <p:cBhvr>
                                        <p:cTn id="745" dur="1" fill="hold">
                                          <p:stCondLst>
                                            <p:cond delay="0"/>
                                          </p:stCondLst>
                                        </p:cTn>
                                        <p:tgtEl>
                                          <p:spTgt spid="144"/>
                                        </p:tgtEl>
                                        <p:attrNameLst>
                                          <p:attrName>style.visibility</p:attrName>
                                        </p:attrNameLst>
                                      </p:cBhvr>
                                      <p:to>
                                        <p:strVal val="visible"/>
                                      </p:to>
                                    </p:set>
                                    <p:anim calcmode="lin" valueType="num">
                                      <p:cBhvr>
                                        <p:cTn id="746" dur="450" fill="hold"/>
                                        <p:tgtEl>
                                          <p:spTgt spid="144"/>
                                        </p:tgtEl>
                                        <p:attrNameLst>
                                          <p:attrName>ppt_w</p:attrName>
                                        </p:attrNameLst>
                                      </p:cBhvr>
                                      <p:tavLst>
                                        <p:tav tm="0">
                                          <p:val>
                                            <p:fltVal val="0"/>
                                          </p:val>
                                        </p:tav>
                                        <p:tav tm="100000">
                                          <p:val>
                                            <p:strVal val="#ppt_w"/>
                                          </p:val>
                                        </p:tav>
                                      </p:tavLst>
                                    </p:anim>
                                    <p:anim calcmode="lin" valueType="num">
                                      <p:cBhvr>
                                        <p:cTn id="747" dur="450" fill="hold"/>
                                        <p:tgtEl>
                                          <p:spTgt spid="144"/>
                                        </p:tgtEl>
                                        <p:attrNameLst>
                                          <p:attrName>ppt_h</p:attrName>
                                        </p:attrNameLst>
                                      </p:cBhvr>
                                      <p:tavLst>
                                        <p:tav tm="0">
                                          <p:val>
                                            <p:fltVal val="0"/>
                                          </p:val>
                                        </p:tav>
                                        <p:tav tm="100000">
                                          <p:val>
                                            <p:strVal val="#ppt_h"/>
                                          </p:val>
                                        </p:tav>
                                      </p:tavLst>
                                    </p:anim>
                                    <p:animEffect transition="in" filter="fade">
                                      <p:cBhvr>
                                        <p:cTn id="748" dur="450"/>
                                        <p:tgtEl>
                                          <p:spTgt spid="144"/>
                                        </p:tgtEl>
                                      </p:cBhvr>
                                    </p:animEffect>
                                  </p:childTnLst>
                                </p:cTn>
                              </p:par>
                              <p:par>
                                <p:cTn id="749" presetID="10" presetClass="entr" presetSubtype="0" fill="hold" grpId="0" nodeType="withEffect">
                                  <p:stCondLst>
                                    <p:cond delay="250"/>
                                  </p:stCondLst>
                                  <p:childTnLst>
                                    <p:set>
                                      <p:cBhvr>
                                        <p:cTn id="750" dur="1" fill="hold">
                                          <p:stCondLst>
                                            <p:cond delay="0"/>
                                          </p:stCondLst>
                                        </p:cTn>
                                        <p:tgtEl>
                                          <p:spTgt spid="145"/>
                                        </p:tgtEl>
                                        <p:attrNameLst>
                                          <p:attrName>style.visibility</p:attrName>
                                        </p:attrNameLst>
                                      </p:cBhvr>
                                      <p:to>
                                        <p:strVal val="visible"/>
                                      </p:to>
                                    </p:set>
                                    <p:animEffect transition="in" filter="fade">
                                      <p:cBhvr>
                                        <p:cTn id="751" dur="300"/>
                                        <p:tgtEl>
                                          <p:spTgt spid="145"/>
                                        </p:tgtEl>
                                      </p:cBhvr>
                                    </p:animEffect>
                                  </p:childTnLst>
                                </p:cTn>
                              </p:par>
                            </p:childTnLst>
                          </p:cTn>
                        </p:par>
                      </p:childTnLst>
                    </p:cTn>
                  </p:par>
                </p:childTnLst>
              </p:cTn>
              <p:nextCondLst>
                <p:cond evt="onClick" delay="0">
                  <p:tgtEl>
                    <p:spTgt spid="58"/>
                  </p:tgtEl>
                </p:cond>
              </p:nextCondLst>
            </p:seq>
            <p:seq concurrent="1" nextAc="seek">
              <p:cTn id="752" restart="whenNotActive" fill="hold" evtFilter="cancelBubble" nodeType="interactiveSeq">
                <p:stCondLst>
                  <p:cond evt="onClick" delay="0">
                    <p:tgtEl>
                      <p:spTgt spid="61"/>
                    </p:tgtEl>
                  </p:cond>
                </p:stCondLst>
                <p:endSync evt="end" delay="0">
                  <p:rtn val="all"/>
                </p:endSync>
                <p:childTnLst>
                  <p:par>
                    <p:cTn id="753" fill="hold">
                      <p:stCondLst>
                        <p:cond delay="0"/>
                      </p:stCondLst>
                      <p:childTnLst>
                        <p:par>
                          <p:cTn id="754" fill="hold">
                            <p:stCondLst>
                              <p:cond delay="0"/>
                            </p:stCondLst>
                            <p:childTnLst>
                              <p:par>
                                <p:cTn id="755" presetID="10" presetClass="entr" presetSubtype="0" fill="hold" grpId="0" nodeType="clickEffect">
                                  <p:stCondLst>
                                    <p:cond delay="0"/>
                                  </p:stCondLst>
                                  <p:childTnLst>
                                    <p:set>
                                      <p:cBhvr>
                                        <p:cTn id="756" dur="1" fill="hold">
                                          <p:stCondLst>
                                            <p:cond delay="0"/>
                                          </p:stCondLst>
                                        </p:cTn>
                                        <p:tgtEl>
                                          <p:spTgt spid="146"/>
                                        </p:tgtEl>
                                        <p:attrNameLst>
                                          <p:attrName>style.visibility</p:attrName>
                                        </p:attrNameLst>
                                      </p:cBhvr>
                                      <p:to>
                                        <p:strVal val="visible"/>
                                      </p:to>
                                    </p:set>
                                    <p:animEffect transition="in" filter="fade">
                                      <p:cBhvr>
                                        <p:cTn id="757" dur="300"/>
                                        <p:tgtEl>
                                          <p:spTgt spid="146"/>
                                        </p:tgtEl>
                                      </p:cBhvr>
                                    </p:animEffect>
                                  </p:childTnLst>
                                </p:cTn>
                              </p:par>
                              <p:par>
                                <p:cTn id="758" presetID="53" presetClass="entr" presetSubtype="16" fill="hold" nodeType="withEffect">
                                  <p:stCondLst>
                                    <p:cond delay="60"/>
                                  </p:stCondLst>
                                  <p:childTnLst>
                                    <p:set>
                                      <p:cBhvr>
                                        <p:cTn id="759" dur="1" fill="hold">
                                          <p:stCondLst>
                                            <p:cond delay="0"/>
                                          </p:stCondLst>
                                        </p:cTn>
                                        <p:tgtEl>
                                          <p:spTgt spid="147"/>
                                        </p:tgtEl>
                                        <p:attrNameLst>
                                          <p:attrName>style.visibility</p:attrName>
                                        </p:attrNameLst>
                                      </p:cBhvr>
                                      <p:to>
                                        <p:strVal val="visible"/>
                                      </p:to>
                                    </p:set>
                                    <p:anim calcmode="lin" valueType="num">
                                      <p:cBhvr>
                                        <p:cTn id="760" dur="450" fill="hold"/>
                                        <p:tgtEl>
                                          <p:spTgt spid="147"/>
                                        </p:tgtEl>
                                        <p:attrNameLst>
                                          <p:attrName>ppt_w</p:attrName>
                                        </p:attrNameLst>
                                      </p:cBhvr>
                                      <p:tavLst>
                                        <p:tav tm="0">
                                          <p:val>
                                            <p:fltVal val="0"/>
                                          </p:val>
                                        </p:tav>
                                        <p:tav tm="100000">
                                          <p:val>
                                            <p:strVal val="#ppt_w"/>
                                          </p:val>
                                        </p:tav>
                                      </p:tavLst>
                                    </p:anim>
                                    <p:anim calcmode="lin" valueType="num">
                                      <p:cBhvr>
                                        <p:cTn id="761" dur="450" fill="hold"/>
                                        <p:tgtEl>
                                          <p:spTgt spid="147"/>
                                        </p:tgtEl>
                                        <p:attrNameLst>
                                          <p:attrName>ppt_h</p:attrName>
                                        </p:attrNameLst>
                                      </p:cBhvr>
                                      <p:tavLst>
                                        <p:tav tm="0">
                                          <p:val>
                                            <p:fltVal val="0"/>
                                          </p:val>
                                        </p:tav>
                                        <p:tav tm="100000">
                                          <p:val>
                                            <p:strVal val="#ppt_h"/>
                                          </p:val>
                                        </p:tav>
                                      </p:tavLst>
                                    </p:anim>
                                    <p:animEffect transition="in" filter="fade">
                                      <p:cBhvr>
                                        <p:cTn id="762" dur="450"/>
                                        <p:tgtEl>
                                          <p:spTgt spid="147"/>
                                        </p:tgtEl>
                                      </p:cBhvr>
                                    </p:animEffect>
                                  </p:childTnLst>
                                </p:cTn>
                              </p:par>
                              <p:par>
                                <p:cTn id="763" presetID="10" presetClass="entr" presetSubtype="0" fill="hold" grpId="0" nodeType="withEffect">
                                  <p:stCondLst>
                                    <p:cond delay="250"/>
                                  </p:stCondLst>
                                  <p:childTnLst>
                                    <p:set>
                                      <p:cBhvr>
                                        <p:cTn id="764" dur="1" fill="hold">
                                          <p:stCondLst>
                                            <p:cond delay="0"/>
                                          </p:stCondLst>
                                        </p:cTn>
                                        <p:tgtEl>
                                          <p:spTgt spid="148"/>
                                        </p:tgtEl>
                                        <p:attrNameLst>
                                          <p:attrName>style.visibility</p:attrName>
                                        </p:attrNameLst>
                                      </p:cBhvr>
                                      <p:to>
                                        <p:strVal val="visible"/>
                                      </p:to>
                                    </p:set>
                                    <p:animEffect transition="in" filter="fade">
                                      <p:cBhvr>
                                        <p:cTn id="765" dur="300"/>
                                        <p:tgtEl>
                                          <p:spTgt spid="148"/>
                                        </p:tgtEl>
                                      </p:cBhvr>
                                    </p:animEffect>
                                  </p:childTnLst>
                                </p:cTn>
                              </p:par>
                            </p:childTnLst>
                          </p:cTn>
                        </p:par>
                      </p:childTnLst>
                    </p:cTn>
                  </p:par>
                </p:childTnLst>
              </p:cTn>
              <p:nextCondLst>
                <p:cond evt="onClick" delay="0">
                  <p:tgtEl>
                    <p:spTgt spid="61"/>
                  </p:tgtEl>
                </p:cond>
              </p:nextCondLst>
            </p:seq>
            <p:seq concurrent="1" nextAc="seek">
              <p:cTn id="766" restart="whenNotActive" fill="hold" evtFilter="cancelBubble" nodeType="interactiveSeq">
                <p:stCondLst>
                  <p:cond evt="onClick" delay="0">
                    <p:tgtEl>
                      <p:spTgt spid="64"/>
                    </p:tgtEl>
                  </p:cond>
                </p:stCondLst>
                <p:endSync evt="end" delay="0">
                  <p:rtn val="all"/>
                </p:endSync>
                <p:childTnLst>
                  <p:par>
                    <p:cTn id="767" fill="hold">
                      <p:stCondLst>
                        <p:cond delay="0"/>
                      </p:stCondLst>
                      <p:childTnLst>
                        <p:par>
                          <p:cTn id="768" fill="hold">
                            <p:stCondLst>
                              <p:cond delay="0"/>
                            </p:stCondLst>
                            <p:childTnLst>
                              <p:par>
                                <p:cTn id="769" presetID="10" presetClass="entr" presetSubtype="0" fill="hold" grpId="0" nodeType="clickEffect">
                                  <p:stCondLst>
                                    <p:cond delay="0"/>
                                  </p:stCondLst>
                                  <p:childTnLst>
                                    <p:set>
                                      <p:cBhvr>
                                        <p:cTn id="770" dur="1" fill="hold">
                                          <p:stCondLst>
                                            <p:cond delay="0"/>
                                          </p:stCondLst>
                                        </p:cTn>
                                        <p:tgtEl>
                                          <p:spTgt spid="149"/>
                                        </p:tgtEl>
                                        <p:attrNameLst>
                                          <p:attrName>style.visibility</p:attrName>
                                        </p:attrNameLst>
                                      </p:cBhvr>
                                      <p:to>
                                        <p:strVal val="visible"/>
                                      </p:to>
                                    </p:set>
                                    <p:animEffect transition="in" filter="fade">
                                      <p:cBhvr>
                                        <p:cTn id="771" dur="300"/>
                                        <p:tgtEl>
                                          <p:spTgt spid="149"/>
                                        </p:tgtEl>
                                      </p:cBhvr>
                                    </p:animEffect>
                                  </p:childTnLst>
                                </p:cTn>
                              </p:par>
                              <p:par>
                                <p:cTn id="772" presetID="53" presetClass="entr" presetSubtype="16" fill="hold" nodeType="withEffect">
                                  <p:stCondLst>
                                    <p:cond delay="60"/>
                                  </p:stCondLst>
                                  <p:childTnLst>
                                    <p:set>
                                      <p:cBhvr>
                                        <p:cTn id="773" dur="1" fill="hold">
                                          <p:stCondLst>
                                            <p:cond delay="0"/>
                                          </p:stCondLst>
                                        </p:cTn>
                                        <p:tgtEl>
                                          <p:spTgt spid="150"/>
                                        </p:tgtEl>
                                        <p:attrNameLst>
                                          <p:attrName>style.visibility</p:attrName>
                                        </p:attrNameLst>
                                      </p:cBhvr>
                                      <p:to>
                                        <p:strVal val="visible"/>
                                      </p:to>
                                    </p:set>
                                    <p:anim calcmode="lin" valueType="num">
                                      <p:cBhvr>
                                        <p:cTn id="774" dur="450" fill="hold"/>
                                        <p:tgtEl>
                                          <p:spTgt spid="150"/>
                                        </p:tgtEl>
                                        <p:attrNameLst>
                                          <p:attrName>ppt_w</p:attrName>
                                        </p:attrNameLst>
                                      </p:cBhvr>
                                      <p:tavLst>
                                        <p:tav tm="0">
                                          <p:val>
                                            <p:fltVal val="0"/>
                                          </p:val>
                                        </p:tav>
                                        <p:tav tm="100000">
                                          <p:val>
                                            <p:strVal val="#ppt_w"/>
                                          </p:val>
                                        </p:tav>
                                      </p:tavLst>
                                    </p:anim>
                                    <p:anim calcmode="lin" valueType="num">
                                      <p:cBhvr>
                                        <p:cTn id="775" dur="450" fill="hold"/>
                                        <p:tgtEl>
                                          <p:spTgt spid="150"/>
                                        </p:tgtEl>
                                        <p:attrNameLst>
                                          <p:attrName>ppt_h</p:attrName>
                                        </p:attrNameLst>
                                      </p:cBhvr>
                                      <p:tavLst>
                                        <p:tav tm="0">
                                          <p:val>
                                            <p:fltVal val="0"/>
                                          </p:val>
                                        </p:tav>
                                        <p:tav tm="100000">
                                          <p:val>
                                            <p:strVal val="#ppt_h"/>
                                          </p:val>
                                        </p:tav>
                                      </p:tavLst>
                                    </p:anim>
                                    <p:animEffect transition="in" filter="fade">
                                      <p:cBhvr>
                                        <p:cTn id="776" dur="450"/>
                                        <p:tgtEl>
                                          <p:spTgt spid="150"/>
                                        </p:tgtEl>
                                      </p:cBhvr>
                                    </p:animEffect>
                                  </p:childTnLst>
                                </p:cTn>
                              </p:par>
                              <p:par>
                                <p:cTn id="777" presetID="10" presetClass="entr" presetSubtype="0" fill="hold" grpId="0" nodeType="withEffect">
                                  <p:stCondLst>
                                    <p:cond delay="250"/>
                                  </p:stCondLst>
                                  <p:childTnLst>
                                    <p:set>
                                      <p:cBhvr>
                                        <p:cTn id="778" dur="1" fill="hold">
                                          <p:stCondLst>
                                            <p:cond delay="0"/>
                                          </p:stCondLst>
                                        </p:cTn>
                                        <p:tgtEl>
                                          <p:spTgt spid="151"/>
                                        </p:tgtEl>
                                        <p:attrNameLst>
                                          <p:attrName>style.visibility</p:attrName>
                                        </p:attrNameLst>
                                      </p:cBhvr>
                                      <p:to>
                                        <p:strVal val="visible"/>
                                      </p:to>
                                    </p:set>
                                    <p:animEffect transition="in" filter="fade">
                                      <p:cBhvr>
                                        <p:cTn id="779" dur="300"/>
                                        <p:tgtEl>
                                          <p:spTgt spid="151"/>
                                        </p:tgtEl>
                                      </p:cBhvr>
                                    </p:animEffect>
                                  </p:childTnLst>
                                </p:cTn>
                              </p:par>
                            </p:childTnLst>
                          </p:cTn>
                        </p:par>
                      </p:childTnLst>
                    </p:cTn>
                  </p:par>
                </p:childTnLst>
              </p:cTn>
              <p:nextCondLst>
                <p:cond evt="onClick" delay="0">
                  <p:tgtEl>
                    <p:spTgt spid="64"/>
                  </p:tgtEl>
                </p:cond>
              </p:nextCondLst>
            </p:seq>
            <p:seq concurrent="1" nextAc="seek">
              <p:cTn id="780" restart="whenNotActive" fill="hold" evtFilter="cancelBubble" nodeType="interactiveSeq">
                <p:stCondLst>
                  <p:cond evt="onClick" delay="0">
                    <p:tgtEl>
                      <p:spTgt spid="67"/>
                    </p:tgtEl>
                  </p:cond>
                </p:stCondLst>
                <p:endSync evt="end" delay="0">
                  <p:rtn val="all"/>
                </p:endSync>
                <p:childTnLst>
                  <p:par>
                    <p:cTn id="781" fill="hold">
                      <p:stCondLst>
                        <p:cond delay="0"/>
                      </p:stCondLst>
                      <p:childTnLst>
                        <p:par>
                          <p:cTn id="782" fill="hold">
                            <p:stCondLst>
                              <p:cond delay="0"/>
                            </p:stCondLst>
                            <p:childTnLst>
                              <p:par>
                                <p:cTn id="783" presetID="10" presetClass="entr" presetSubtype="0" fill="hold" grpId="0" nodeType="clickEffect">
                                  <p:stCondLst>
                                    <p:cond delay="0"/>
                                  </p:stCondLst>
                                  <p:childTnLst>
                                    <p:set>
                                      <p:cBhvr>
                                        <p:cTn id="784" dur="1" fill="hold">
                                          <p:stCondLst>
                                            <p:cond delay="0"/>
                                          </p:stCondLst>
                                        </p:cTn>
                                        <p:tgtEl>
                                          <p:spTgt spid="152"/>
                                        </p:tgtEl>
                                        <p:attrNameLst>
                                          <p:attrName>style.visibility</p:attrName>
                                        </p:attrNameLst>
                                      </p:cBhvr>
                                      <p:to>
                                        <p:strVal val="visible"/>
                                      </p:to>
                                    </p:set>
                                    <p:animEffect transition="in" filter="fade">
                                      <p:cBhvr>
                                        <p:cTn id="785" dur="300"/>
                                        <p:tgtEl>
                                          <p:spTgt spid="152"/>
                                        </p:tgtEl>
                                      </p:cBhvr>
                                    </p:animEffect>
                                  </p:childTnLst>
                                </p:cTn>
                              </p:par>
                              <p:par>
                                <p:cTn id="786" presetID="53" presetClass="entr" presetSubtype="16" fill="hold" nodeType="withEffect">
                                  <p:stCondLst>
                                    <p:cond delay="60"/>
                                  </p:stCondLst>
                                  <p:childTnLst>
                                    <p:set>
                                      <p:cBhvr>
                                        <p:cTn id="787" dur="1" fill="hold">
                                          <p:stCondLst>
                                            <p:cond delay="0"/>
                                          </p:stCondLst>
                                        </p:cTn>
                                        <p:tgtEl>
                                          <p:spTgt spid="153"/>
                                        </p:tgtEl>
                                        <p:attrNameLst>
                                          <p:attrName>style.visibility</p:attrName>
                                        </p:attrNameLst>
                                      </p:cBhvr>
                                      <p:to>
                                        <p:strVal val="visible"/>
                                      </p:to>
                                    </p:set>
                                    <p:anim calcmode="lin" valueType="num">
                                      <p:cBhvr>
                                        <p:cTn id="788" dur="450" fill="hold"/>
                                        <p:tgtEl>
                                          <p:spTgt spid="153"/>
                                        </p:tgtEl>
                                        <p:attrNameLst>
                                          <p:attrName>ppt_w</p:attrName>
                                        </p:attrNameLst>
                                      </p:cBhvr>
                                      <p:tavLst>
                                        <p:tav tm="0">
                                          <p:val>
                                            <p:fltVal val="0"/>
                                          </p:val>
                                        </p:tav>
                                        <p:tav tm="100000">
                                          <p:val>
                                            <p:strVal val="#ppt_w"/>
                                          </p:val>
                                        </p:tav>
                                      </p:tavLst>
                                    </p:anim>
                                    <p:anim calcmode="lin" valueType="num">
                                      <p:cBhvr>
                                        <p:cTn id="789" dur="450" fill="hold"/>
                                        <p:tgtEl>
                                          <p:spTgt spid="153"/>
                                        </p:tgtEl>
                                        <p:attrNameLst>
                                          <p:attrName>ppt_h</p:attrName>
                                        </p:attrNameLst>
                                      </p:cBhvr>
                                      <p:tavLst>
                                        <p:tav tm="0">
                                          <p:val>
                                            <p:fltVal val="0"/>
                                          </p:val>
                                        </p:tav>
                                        <p:tav tm="100000">
                                          <p:val>
                                            <p:strVal val="#ppt_h"/>
                                          </p:val>
                                        </p:tav>
                                      </p:tavLst>
                                    </p:anim>
                                    <p:animEffect transition="in" filter="fade">
                                      <p:cBhvr>
                                        <p:cTn id="790" dur="450"/>
                                        <p:tgtEl>
                                          <p:spTgt spid="153"/>
                                        </p:tgtEl>
                                      </p:cBhvr>
                                    </p:animEffect>
                                  </p:childTnLst>
                                </p:cTn>
                              </p:par>
                              <p:par>
                                <p:cTn id="791" presetID="10" presetClass="entr" presetSubtype="0" fill="hold" grpId="0" nodeType="withEffect">
                                  <p:stCondLst>
                                    <p:cond delay="250"/>
                                  </p:stCondLst>
                                  <p:childTnLst>
                                    <p:set>
                                      <p:cBhvr>
                                        <p:cTn id="792" dur="1" fill="hold">
                                          <p:stCondLst>
                                            <p:cond delay="0"/>
                                          </p:stCondLst>
                                        </p:cTn>
                                        <p:tgtEl>
                                          <p:spTgt spid="154"/>
                                        </p:tgtEl>
                                        <p:attrNameLst>
                                          <p:attrName>style.visibility</p:attrName>
                                        </p:attrNameLst>
                                      </p:cBhvr>
                                      <p:to>
                                        <p:strVal val="visible"/>
                                      </p:to>
                                    </p:set>
                                    <p:animEffect transition="in" filter="fade">
                                      <p:cBhvr>
                                        <p:cTn id="793" dur="300"/>
                                        <p:tgtEl>
                                          <p:spTgt spid="154"/>
                                        </p:tgtEl>
                                      </p:cBhvr>
                                    </p:animEffect>
                                  </p:childTnLst>
                                </p:cTn>
                              </p:par>
                            </p:childTnLst>
                          </p:cTn>
                        </p:par>
                      </p:childTnLst>
                    </p:cTn>
                  </p:par>
                </p:childTnLst>
              </p:cTn>
              <p:nextCondLst>
                <p:cond evt="onClick" delay="0">
                  <p:tgtEl>
                    <p:spTgt spid="67"/>
                  </p:tgtEl>
                </p:cond>
              </p:nextCondLst>
            </p:seq>
            <p:seq concurrent="1" nextAc="seek">
              <p:cTn id="794" restart="whenNotActive" fill="hold" evtFilter="cancelBubble" nodeType="interactiveSeq">
                <p:stCondLst>
                  <p:cond evt="onClick" delay="0">
                    <p:tgtEl>
                      <p:spTgt spid="70"/>
                    </p:tgtEl>
                  </p:cond>
                </p:stCondLst>
                <p:endSync evt="end" delay="0">
                  <p:rtn val="all"/>
                </p:endSync>
                <p:childTnLst>
                  <p:par>
                    <p:cTn id="795" fill="hold">
                      <p:stCondLst>
                        <p:cond delay="0"/>
                      </p:stCondLst>
                      <p:childTnLst>
                        <p:par>
                          <p:cTn id="796" fill="hold">
                            <p:stCondLst>
                              <p:cond delay="0"/>
                            </p:stCondLst>
                            <p:childTnLst>
                              <p:par>
                                <p:cTn id="797" presetID="10" presetClass="entr" presetSubtype="0" fill="hold" grpId="0" nodeType="clickEffect">
                                  <p:stCondLst>
                                    <p:cond delay="0"/>
                                  </p:stCondLst>
                                  <p:childTnLst>
                                    <p:set>
                                      <p:cBhvr>
                                        <p:cTn id="798" dur="1" fill="hold">
                                          <p:stCondLst>
                                            <p:cond delay="0"/>
                                          </p:stCondLst>
                                        </p:cTn>
                                        <p:tgtEl>
                                          <p:spTgt spid="155"/>
                                        </p:tgtEl>
                                        <p:attrNameLst>
                                          <p:attrName>style.visibility</p:attrName>
                                        </p:attrNameLst>
                                      </p:cBhvr>
                                      <p:to>
                                        <p:strVal val="visible"/>
                                      </p:to>
                                    </p:set>
                                    <p:animEffect transition="in" filter="fade">
                                      <p:cBhvr>
                                        <p:cTn id="799" dur="300"/>
                                        <p:tgtEl>
                                          <p:spTgt spid="155"/>
                                        </p:tgtEl>
                                      </p:cBhvr>
                                    </p:animEffect>
                                  </p:childTnLst>
                                </p:cTn>
                              </p:par>
                              <p:par>
                                <p:cTn id="800" presetID="53" presetClass="entr" presetSubtype="16" fill="hold" nodeType="withEffect">
                                  <p:stCondLst>
                                    <p:cond delay="60"/>
                                  </p:stCondLst>
                                  <p:childTnLst>
                                    <p:set>
                                      <p:cBhvr>
                                        <p:cTn id="801" dur="1" fill="hold">
                                          <p:stCondLst>
                                            <p:cond delay="0"/>
                                          </p:stCondLst>
                                        </p:cTn>
                                        <p:tgtEl>
                                          <p:spTgt spid="156"/>
                                        </p:tgtEl>
                                        <p:attrNameLst>
                                          <p:attrName>style.visibility</p:attrName>
                                        </p:attrNameLst>
                                      </p:cBhvr>
                                      <p:to>
                                        <p:strVal val="visible"/>
                                      </p:to>
                                    </p:set>
                                    <p:anim calcmode="lin" valueType="num">
                                      <p:cBhvr>
                                        <p:cTn id="802" dur="450" fill="hold"/>
                                        <p:tgtEl>
                                          <p:spTgt spid="156"/>
                                        </p:tgtEl>
                                        <p:attrNameLst>
                                          <p:attrName>ppt_w</p:attrName>
                                        </p:attrNameLst>
                                      </p:cBhvr>
                                      <p:tavLst>
                                        <p:tav tm="0">
                                          <p:val>
                                            <p:fltVal val="0"/>
                                          </p:val>
                                        </p:tav>
                                        <p:tav tm="100000">
                                          <p:val>
                                            <p:strVal val="#ppt_w"/>
                                          </p:val>
                                        </p:tav>
                                      </p:tavLst>
                                    </p:anim>
                                    <p:anim calcmode="lin" valueType="num">
                                      <p:cBhvr>
                                        <p:cTn id="803" dur="450" fill="hold"/>
                                        <p:tgtEl>
                                          <p:spTgt spid="156"/>
                                        </p:tgtEl>
                                        <p:attrNameLst>
                                          <p:attrName>ppt_h</p:attrName>
                                        </p:attrNameLst>
                                      </p:cBhvr>
                                      <p:tavLst>
                                        <p:tav tm="0">
                                          <p:val>
                                            <p:fltVal val="0"/>
                                          </p:val>
                                        </p:tav>
                                        <p:tav tm="100000">
                                          <p:val>
                                            <p:strVal val="#ppt_h"/>
                                          </p:val>
                                        </p:tav>
                                      </p:tavLst>
                                    </p:anim>
                                    <p:animEffect transition="in" filter="fade">
                                      <p:cBhvr>
                                        <p:cTn id="804" dur="450"/>
                                        <p:tgtEl>
                                          <p:spTgt spid="156"/>
                                        </p:tgtEl>
                                      </p:cBhvr>
                                    </p:animEffect>
                                  </p:childTnLst>
                                </p:cTn>
                              </p:par>
                              <p:par>
                                <p:cTn id="805" presetID="10" presetClass="entr" presetSubtype="0" fill="hold" grpId="0" nodeType="withEffect">
                                  <p:stCondLst>
                                    <p:cond delay="250"/>
                                  </p:stCondLst>
                                  <p:childTnLst>
                                    <p:set>
                                      <p:cBhvr>
                                        <p:cTn id="806" dur="1" fill="hold">
                                          <p:stCondLst>
                                            <p:cond delay="0"/>
                                          </p:stCondLst>
                                        </p:cTn>
                                        <p:tgtEl>
                                          <p:spTgt spid="157"/>
                                        </p:tgtEl>
                                        <p:attrNameLst>
                                          <p:attrName>style.visibility</p:attrName>
                                        </p:attrNameLst>
                                      </p:cBhvr>
                                      <p:to>
                                        <p:strVal val="visible"/>
                                      </p:to>
                                    </p:set>
                                    <p:animEffect transition="in" filter="fade">
                                      <p:cBhvr>
                                        <p:cTn id="807" dur="300"/>
                                        <p:tgtEl>
                                          <p:spTgt spid="157"/>
                                        </p:tgtEl>
                                      </p:cBhvr>
                                    </p:animEffect>
                                  </p:childTnLst>
                                </p:cTn>
                              </p:par>
                            </p:childTnLst>
                          </p:cTn>
                        </p:par>
                      </p:childTnLst>
                    </p:cTn>
                  </p:par>
                </p:childTnLst>
              </p:cTn>
              <p:nextCondLst>
                <p:cond evt="onClick" delay="0">
                  <p:tgtEl>
                    <p:spTgt spid="70"/>
                  </p:tgtEl>
                </p:cond>
              </p:nextCondLst>
            </p:seq>
            <p:seq concurrent="1" nextAc="seek">
              <p:cTn id="808" restart="whenNotActive" fill="hold" evtFilter="cancelBubble" nodeType="interactiveSeq">
                <p:stCondLst>
                  <p:cond evt="onClick" delay="0">
                    <p:tgtEl>
                      <p:spTgt spid="73"/>
                    </p:tgtEl>
                  </p:cond>
                </p:stCondLst>
                <p:endSync evt="end" delay="0">
                  <p:rtn val="all"/>
                </p:endSync>
                <p:childTnLst>
                  <p:par>
                    <p:cTn id="809" fill="hold">
                      <p:stCondLst>
                        <p:cond delay="0"/>
                      </p:stCondLst>
                      <p:childTnLst>
                        <p:par>
                          <p:cTn id="810" fill="hold">
                            <p:stCondLst>
                              <p:cond delay="0"/>
                            </p:stCondLst>
                            <p:childTnLst>
                              <p:par>
                                <p:cTn id="811" presetID="10" presetClass="entr" presetSubtype="0" fill="hold" grpId="0" nodeType="clickEffect">
                                  <p:stCondLst>
                                    <p:cond delay="0"/>
                                  </p:stCondLst>
                                  <p:childTnLst>
                                    <p:set>
                                      <p:cBhvr>
                                        <p:cTn id="812" dur="1" fill="hold">
                                          <p:stCondLst>
                                            <p:cond delay="0"/>
                                          </p:stCondLst>
                                        </p:cTn>
                                        <p:tgtEl>
                                          <p:spTgt spid="158"/>
                                        </p:tgtEl>
                                        <p:attrNameLst>
                                          <p:attrName>style.visibility</p:attrName>
                                        </p:attrNameLst>
                                      </p:cBhvr>
                                      <p:to>
                                        <p:strVal val="visible"/>
                                      </p:to>
                                    </p:set>
                                    <p:animEffect transition="in" filter="fade">
                                      <p:cBhvr>
                                        <p:cTn id="813" dur="300"/>
                                        <p:tgtEl>
                                          <p:spTgt spid="158"/>
                                        </p:tgtEl>
                                      </p:cBhvr>
                                    </p:animEffect>
                                  </p:childTnLst>
                                </p:cTn>
                              </p:par>
                              <p:par>
                                <p:cTn id="814" presetID="53" presetClass="entr" presetSubtype="16" fill="hold" nodeType="withEffect">
                                  <p:stCondLst>
                                    <p:cond delay="60"/>
                                  </p:stCondLst>
                                  <p:childTnLst>
                                    <p:set>
                                      <p:cBhvr>
                                        <p:cTn id="815" dur="1" fill="hold">
                                          <p:stCondLst>
                                            <p:cond delay="0"/>
                                          </p:stCondLst>
                                        </p:cTn>
                                        <p:tgtEl>
                                          <p:spTgt spid="159"/>
                                        </p:tgtEl>
                                        <p:attrNameLst>
                                          <p:attrName>style.visibility</p:attrName>
                                        </p:attrNameLst>
                                      </p:cBhvr>
                                      <p:to>
                                        <p:strVal val="visible"/>
                                      </p:to>
                                    </p:set>
                                    <p:anim calcmode="lin" valueType="num">
                                      <p:cBhvr>
                                        <p:cTn id="816" dur="450" fill="hold"/>
                                        <p:tgtEl>
                                          <p:spTgt spid="159"/>
                                        </p:tgtEl>
                                        <p:attrNameLst>
                                          <p:attrName>ppt_w</p:attrName>
                                        </p:attrNameLst>
                                      </p:cBhvr>
                                      <p:tavLst>
                                        <p:tav tm="0">
                                          <p:val>
                                            <p:fltVal val="0"/>
                                          </p:val>
                                        </p:tav>
                                        <p:tav tm="100000">
                                          <p:val>
                                            <p:strVal val="#ppt_w"/>
                                          </p:val>
                                        </p:tav>
                                      </p:tavLst>
                                    </p:anim>
                                    <p:anim calcmode="lin" valueType="num">
                                      <p:cBhvr>
                                        <p:cTn id="817" dur="450" fill="hold"/>
                                        <p:tgtEl>
                                          <p:spTgt spid="159"/>
                                        </p:tgtEl>
                                        <p:attrNameLst>
                                          <p:attrName>ppt_h</p:attrName>
                                        </p:attrNameLst>
                                      </p:cBhvr>
                                      <p:tavLst>
                                        <p:tav tm="0">
                                          <p:val>
                                            <p:fltVal val="0"/>
                                          </p:val>
                                        </p:tav>
                                        <p:tav tm="100000">
                                          <p:val>
                                            <p:strVal val="#ppt_h"/>
                                          </p:val>
                                        </p:tav>
                                      </p:tavLst>
                                    </p:anim>
                                    <p:animEffect transition="in" filter="fade">
                                      <p:cBhvr>
                                        <p:cTn id="818" dur="450"/>
                                        <p:tgtEl>
                                          <p:spTgt spid="159"/>
                                        </p:tgtEl>
                                      </p:cBhvr>
                                    </p:animEffect>
                                  </p:childTnLst>
                                </p:cTn>
                              </p:par>
                              <p:par>
                                <p:cTn id="819" presetID="10" presetClass="entr" presetSubtype="0" fill="hold" grpId="0" nodeType="withEffect">
                                  <p:stCondLst>
                                    <p:cond delay="250"/>
                                  </p:stCondLst>
                                  <p:childTnLst>
                                    <p:set>
                                      <p:cBhvr>
                                        <p:cTn id="820" dur="1" fill="hold">
                                          <p:stCondLst>
                                            <p:cond delay="0"/>
                                          </p:stCondLst>
                                        </p:cTn>
                                        <p:tgtEl>
                                          <p:spTgt spid="160"/>
                                        </p:tgtEl>
                                        <p:attrNameLst>
                                          <p:attrName>style.visibility</p:attrName>
                                        </p:attrNameLst>
                                      </p:cBhvr>
                                      <p:to>
                                        <p:strVal val="visible"/>
                                      </p:to>
                                    </p:set>
                                    <p:animEffect transition="in" filter="fade">
                                      <p:cBhvr>
                                        <p:cTn id="821" dur="300"/>
                                        <p:tgtEl>
                                          <p:spTgt spid="160"/>
                                        </p:tgtEl>
                                      </p:cBhvr>
                                    </p:animEffect>
                                  </p:childTnLst>
                                </p:cTn>
                              </p:par>
                            </p:childTnLst>
                          </p:cTn>
                        </p:par>
                      </p:childTnLst>
                    </p:cTn>
                  </p:par>
                </p:childTnLst>
              </p:cTn>
              <p:nextCondLst>
                <p:cond evt="onClick" delay="0">
                  <p:tgtEl>
                    <p:spTgt spid="73"/>
                  </p:tgtEl>
                </p:cond>
              </p:nextCondLst>
            </p:seq>
            <p:seq concurrent="1" nextAc="seek">
              <p:cTn id="822" restart="whenNotActive" fill="hold" evtFilter="cancelBubble" nodeType="interactiveSeq">
                <p:stCondLst>
                  <p:cond evt="onClick" delay="0">
                    <p:tgtEl>
                      <p:spTgt spid="83"/>
                    </p:tgtEl>
                  </p:cond>
                </p:stCondLst>
                <p:endSync evt="end" delay="0">
                  <p:rtn val="all"/>
                </p:endSync>
                <p:childTnLst>
                  <p:par>
                    <p:cTn id="823" fill="hold">
                      <p:stCondLst>
                        <p:cond delay="0"/>
                      </p:stCondLst>
                      <p:childTnLst>
                        <p:par>
                          <p:cTn id="824" fill="hold">
                            <p:stCondLst>
                              <p:cond delay="0"/>
                            </p:stCondLst>
                            <p:childTnLst>
                              <p:par>
                                <p:cTn id="825" presetID="10" presetClass="entr" presetSubtype="0" fill="hold" grpId="0" nodeType="clickEffect">
                                  <p:stCondLst>
                                    <p:cond delay="0"/>
                                  </p:stCondLst>
                                  <p:childTnLst>
                                    <p:set>
                                      <p:cBhvr>
                                        <p:cTn id="826" dur="1" fill="hold">
                                          <p:stCondLst>
                                            <p:cond delay="0"/>
                                          </p:stCondLst>
                                        </p:cTn>
                                        <p:tgtEl>
                                          <p:spTgt spid="161"/>
                                        </p:tgtEl>
                                        <p:attrNameLst>
                                          <p:attrName>style.visibility</p:attrName>
                                        </p:attrNameLst>
                                      </p:cBhvr>
                                      <p:to>
                                        <p:strVal val="visible"/>
                                      </p:to>
                                    </p:set>
                                    <p:animEffect transition="in" filter="fade">
                                      <p:cBhvr>
                                        <p:cTn id="827" dur="300"/>
                                        <p:tgtEl>
                                          <p:spTgt spid="161"/>
                                        </p:tgtEl>
                                      </p:cBhvr>
                                    </p:animEffect>
                                  </p:childTnLst>
                                </p:cTn>
                              </p:par>
                              <p:par>
                                <p:cTn id="828" presetID="53" presetClass="entr" presetSubtype="16" fill="hold" nodeType="withEffect">
                                  <p:stCondLst>
                                    <p:cond delay="60"/>
                                  </p:stCondLst>
                                  <p:childTnLst>
                                    <p:set>
                                      <p:cBhvr>
                                        <p:cTn id="829" dur="1" fill="hold">
                                          <p:stCondLst>
                                            <p:cond delay="0"/>
                                          </p:stCondLst>
                                        </p:cTn>
                                        <p:tgtEl>
                                          <p:spTgt spid="162"/>
                                        </p:tgtEl>
                                        <p:attrNameLst>
                                          <p:attrName>style.visibility</p:attrName>
                                        </p:attrNameLst>
                                      </p:cBhvr>
                                      <p:to>
                                        <p:strVal val="visible"/>
                                      </p:to>
                                    </p:set>
                                    <p:anim calcmode="lin" valueType="num">
                                      <p:cBhvr>
                                        <p:cTn id="830" dur="450" fill="hold"/>
                                        <p:tgtEl>
                                          <p:spTgt spid="162"/>
                                        </p:tgtEl>
                                        <p:attrNameLst>
                                          <p:attrName>ppt_w</p:attrName>
                                        </p:attrNameLst>
                                      </p:cBhvr>
                                      <p:tavLst>
                                        <p:tav tm="0">
                                          <p:val>
                                            <p:fltVal val="0"/>
                                          </p:val>
                                        </p:tav>
                                        <p:tav tm="100000">
                                          <p:val>
                                            <p:strVal val="#ppt_w"/>
                                          </p:val>
                                        </p:tav>
                                      </p:tavLst>
                                    </p:anim>
                                    <p:anim calcmode="lin" valueType="num">
                                      <p:cBhvr>
                                        <p:cTn id="831" dur="450" fill="hold"/>
                                        <p:tgtEl>
                                          <p:spTgt spid="162"/>
                                        </p:tgtEl>
                                        <p:attrNameLst>
                                          <p:attrName>ppt_h</p:attrName>
                                        </p:attrNameLst>
                                      </p:cBhvr>
                                      <p:tavLst>
                                        <p:tav tm="0">
                                          <p:val>
                                            <p:fltVal val="0"/>
                                          </p:val>
                                        </p:tav>
                                        <p:tav tm="100000">
                                          <p:val>
                                            <p:strVal val="#ppt_h"/>
                                          </p:val>
                                        </p:tav>
                                      </p:tavLst>
                                    </p:anim>
                                    <p:animEffect transition="in" filter="fade">
                                      <p:cBhvr>
                                        <p:cTn id="832" dur="450"/>
                                        <p:tgtEl>
                                          <p:spTgt spid="162"/>
                                        </p:tgtEl>
                                      </p:cBhvr>
                                    </p:animEffect>
                                  </p:childTnLst>
                                </p:cTn>
                              </p:par>
                              <p:par>
                                <p:cTn id="833" presetID="10" presetClass="entr" presetSubtype="0" fill="hold" grpId="0" nodeType="withEffect">
                                  <p:stCondLst>
                                    <p:cond delay="250"/>
                                  </p:stCondLst>
                                  <p:childTnLst>
                                    <p:set>
                                      <p:cBhvr>
                                        <p:cTn id="834" dur="1" fill="hold">
                                          <p:stCondLst>
                                            <p:cond delay="0"/>
                                          </p:stCondLst>
                                        </p:cTn>
                                        <p:tgtEl>
                                          <p:spTgt spid="163"/>
                                        </p:tgtEl>
                                        <p:attrNameLst>
                                          <p:attrName>style.visibility</p:attrName>
                                        </p:attrNameLst>
                                      </p:cBhvr>
                                      <p:to>
                                        <p:strVal val="visible"/>
                                      </p:to>
                                    </p:set>
                                    <p:animEffect transition="in" filter="fade">
                                      <p:cBhvr>
                                        <p:cTn id="835" dur="300"/>
                                        <p:tgtEl>
                                          <p:spTgt spid="163"/>
                                        </p:tgtEl>
                                      </p:cBhvr>
                                    </p:animEffect>
                                  </p:childTnLst>
                                </p:cTn>
                              </p:par>
                            </p:childTnLst>
                          </p:cTn>
                        </p:par>
                      </p:childTnLst>
                    </p:cTn>
                  </p:par>
                </p:childTnLst>
              </p:cTn>
              <p:nextCondLst>
                <p:cond evt="onClick" delay="0">
                  <p:tgtEl>
                    <p:spTgt spid="83"/>
                  </p:tgtEl>
                </p:cond>
              </p:nextCondLst>
            </p:seq>
            <p:seq concurrent="1" nextAc="seek">
              <p:cTn id="836" restart="whenNotActive" fill="hold" evtFilter="cancelBubble" nodeType="interactiveSeq">
                <p:stCondLst>
                  <p:cond evt="onClick" delay="0">
                    <p:tgtEl>
                      <p:spTgt spid="97"/>
                    </p:tgtEl>
                  </p:cond>
                </p:stCondLst>
                <p:endSync evt="end" delay="0">
                  <p:rtn val="all"/>
                </p:endSync>
                <p:childTnLst>
                  <p:par>
                    <p:cTn id="837" fill="hold">
                      <p:stCondLst>
                        <p:cond delay="0"/>
                      </p:stCondLst>
                      <p:childTnLst>
                        <p:par>
                          <p:cTn id="838" fill="hold">
                            <p:stCondLst>
                              <p:cond delay="0"/>
                            </p:stCondLst>
                            <p:childTnLst>
                              <p:par>
                                <p:cTn id="839" presetID="10" presetClass="entr" presetSubtype="0" fill="hold" grpId="0" nodeType="clickEffect">
                                  <p:stCondLst>
                                    <p:cond delay="0"/>
                                  </p:stCondLst>
                                  <p:childTnLst>
                                    <p:set>
                                      <p:cBhvr>
                                        <p:cTn id="840" dur="1" fill="hold">
                                          <p:stCondLst>
                                            <p:cond delay="0"/>
                                          </p:stCondLst>
                                        </p:cTn>
                                        <p:tgtEl>
                                          <p:spTgt spid="164"/>
                                        </p:tgtEl>
                                        <p:attrNameLst>
                                          <p:attrName>style.visibility</p:attrName>
                                        </p:attrNameLst>
                                      </p:cBhvr>
                                      <p:to>
                                        <p:strVal val="visible"/>
                                      </p:to>
                                    </p:set>
                                    <p:animEffect transition="in" filter="fade">
                                      <p:cBhvr>
                                        <p:cTn id="841" dur="300"/>
                                        <p:tgtEl>
                                          <p:spTgt spid="164"/>
                                        </p:tgtEl>
                                      </p:cBhvr>
                                    </p:animEffect>
                                  </p:childTnLst>
                                </p:cTn>
                              </p:par>
                              <p:par>
                                <p:cTn id="842" presetID="53" presetClass="entr" presetSubtype="16" fill="hold" nodeType="withEffect">
                                  <p:stCondLst>
                                    <p:cond delay="60"/>
                                  </p:stCondLst>
                                  <p:childTnLst>
                                    <p:set>
                                      <p:cBhvr>
                                        <p:cTn id="843" dur="1" fill="hold">
                                          <p:stCondLst>
                                            <p:cond delay="0"/>
                                          </p:stCondLst>
                                        </p:cTn>
                                        <p:tgtEl>
                                          <p:spTgt spid="165"/>
                                        </p:tgtEl>
                                        <p:attrNameLst>
                                          <p:attrName>style.visibility</p:attrName>
                                        </p:attrNameLst>
                                      </p:cBhvr>
                                      <p:to>
                                        <p:strVal val="visible"/>
                                      </p:to>
                                    </p:set>
                                    <p:anim calcmode="lin" valueType="num">
                                      <p:cBhvr>
                                        <p:cTn id="844" dur="450" fill="hold"/>
                                        <p:tgtEl>
                                          <p:spTgt spid="165"/>
                                        </p:tgtEl>
                                        <p:attrNameLst>
                                          <p:attrName>ppt_w</p:attrName>
                                        </p:attrNameLst>
                                      </p:cBhvr>
                                      <p:tavLst>
                                        <p:tav tm="0">
                                          <p:val>
                                            <p:fltVal val="0"/>
                                          </p:val>
                                        </p:tav>
                                        <p:tav tm="100000">
                                          <p:val>
                                            <p:strVal val="#ppt_w"/>
                                          </p:val>
                                        </p:tav>
                                      </p:tavLst>
                                    </p:anim>
                                    <p:anim calcmode="lin" valueType="num">
                                      <p:cBhvr>
                                        <p:cTn id="845" dur="450" fill="hold"/>
                                        <p:tgtEl>
                                          <p:spTgt spid="165"/>
                                        </p:tgtEl>
                                        <p:attrNameLst>
                                          <p:attrName>ppt_h</p:attrName>
                                        </p:attrNameLst>
                                      </p:cBhvr>
                                      <p:tavLst>
                                        <p:tav tm="0">
                                          <p:val>
                                            <p:fltVal val="0"/>
                                          </p:val>
                                        </p:tav>
                                        <p:tav tm="100000">
                                          <p:val>
                                            <p:strVal val="#ppt_h"/>
                                          </p:val>
                                        </p:tav>
                                      </p:tavLst>
                                    </p:anim>
                                    <p:animEffect transition="in" filter="fade">
                                      <p:cBhvr>
                                        <p:cTn id="846" dur="450"/>
                                        <p:tgtEl>
                                          <p:spTgt spid="165"/>
                                        </p:tgtEl>
                                      </p:cBhvr>
                                    </p:animEffect>
                                  </p:childTnLst>
                                </p:cTn>
                              </p:par>
                              <p:par>
                                <p:cTn id="847" presetID="10" presetClass="entr" presetSubtype="0" fill="hold" grpId="0" nodeType="withEffect">
                                  <p:stCondLst>
                                    <p:cond delay="250"/>
                                  </p:stCondLst>
                                  <p:childTnLst>
                                    <p:set>
                                      <p:cBhvr>
                                        <p:cTn id="848" dur="1" fill="hold">
                                          <p:stCondLst>
                                            <p:cond delay="0"/>
                                          </p:stCondLst>
                                        </p:cTn>
                                        <p:tgtEl>
                                          <p:spTgt spid="166"/>
                                        </p:tgtEl>
                                        <p:attrNameLst>
                                          <p:attrName>style.visibility</p:attrName>
                                        </p:attrNameLst>
                                      </p:cBhvr>
                                      <p:to>
                                        <p:strVal val="visible"/>
                                      </p:to>
                                    </p:set>
                                    <p:animEffect transition="in" filter="fade">
                                      <p:cBhvr>
                                        <p:cTn id="849" dur="300"/>
                                        <p:tgtEl>
                                          <p:spTgt spid="166"/>
                                        </p:tgtEl>
                                      </p:cBhvr>
                                    </p:animEffect>
                                  </p:childTnLst>
                                </p:cTn>
                              </p:par>
                            </p:childTnLst>
                          </p:cTn>
                        </p:par>
                      </p:childTnLst>
                    </p:cTn>
                  </p:par>
                </p:childTnLst>
              </p:cTn>
              <p:nextCondLst>
                <p:cond evt="onClick" delay="0">
                  <p:tgtEl>
                    <p:spTgt spid="97"/>
                  </p:tgtEl>
                </p:cond>
              </p:nextCondLst>
            </p:seq>
            <p:seq concurrent="1" nextAc="seek">
              <p:cTn id="850" restart="whenNotActive" fill="hold" evtFilter="cancelBubble" nodeType="interactiveSeq">
                <p:stCondLst>
                  <p:cond evt="onClick" delay="0">
                    <p:tgtEl>
                      <p:spTgt spid="137"/>
                    </p:tgtEl>
                  </p:cond>
                </p:stCondLst>
                <p:endSync evt="end" delay="0">
                  <p:rtn val="all"/>
                </p:endSync>
                <p:childTnLst>
                  <p:par>
                    <p:cTn id="851" fill="hold">
                      <p:stCondLst>
                        <p:cond delay="0"/>
                      </p:stCondLst>
                      <p:childTnLst>
                        <p:par>
                          <p:cTn id="852" fill="hold">
                            <p:stCondLst>
                              <p:cond delay="0"/>
                            </p:stCondLst>
                            <p:childTnLst>
                              <p:par>
                                <p:cTn id="853" presetID="53" presetClass="exit" presetSubtype="32" fill="hold" nodeType="clickEffect">
                                  <p:stCondLst>
                                    <p:cond delay="0"/>
                                  </p:stCondLst>
                                  <p:childTnLst>
                                    <p:anim calcmode="lin" valueType="num">
                                      <p:cBhvr>
                                        <p:cTn id="854" dur="300"/>
                                        <p:tgtEl>
                                          <p:spTgt spid="138"/>
                                        </p:tgtEl>
                                        <p:attrNameLst>
                                          <p:attrName>ppt_w</p:attrName>
                                        </p:attrNameLst>
                                      </p:cBhvr>
                                      <p:tavLst>
                                        <p:tav tm="0">
                                          <p:val>
                                            <p:strVal val="ppt_w"/>
                                          </p:val>
                                        </p:tav>
                                        <p:tav tm="100000">
                                          <p:val>
                                            <p:fltVal val="0"/>
                                          </p:val>
                                        </p:tav>
                                      </p:tavLst>
                                    </p:anim>
                                    <p:anim calcmode="lin" valueType="num">
                                      <p:cBhvr>
                                        <p:cTn id="855" dur="300"/>
                                        <p:tgtEl>
                                          <p:spTgt spid="138"/>
                                        </p:tgtEl>
                                        <p:attrNameLst>
                                          <p:attrName>ppt_h</p:attrName>
                                        </p:attrNameLst>
                                      </p:cBhvr>
                                      <p:tavLst>
                                        <p:tav tm="0">
                                          <p:val>
                                            <p:strVal val="ppt_h"/>
                                          </p:val>
                                        </p:tav>
                                        <p:tav tm="100000">
                                          <p:val>
                                            <p:fltVal val="0"/>
                                          </p:val>
                                        </p:tav>
                                      </p:tavLst>
                                    </p:anim>
                                    <p:animEffect transition="out" filter="fade">
                                      <p:cBhvr>
                                        <p:cTn id="856" dur="300"/>
                                        <p:tgtEl>
                                          <p:spTgt spid="138"/>
                                        </p:tgtEl>
                                      </p:cBhvr>
                                    </p:animEffect>
                                    <p:set>
                                      <p:cBhvr>
                                        <p:cTn id="857" dur="1" fill="hold">
                                          <p:stCondLst>
                                            <p:cond delay="299"/>
                                          </p:stCondLst>
                                        </p:cTn>
                                        <p:tgtEl>
                                          <p:spTgt spid="138"/>
                                        </p:tgtEl>
                                        <p:attrNameLst>
                                          <p:attrName>style.visibility</p:attrName>
                                        </p:attrNameLst>
                                      </p:cBhvr>
                                      <p:to>
                                        <p:strVal val="hidden"/>
                                      </p:to>
                                    </p:set>
                                  </p:childTnLst>
                                </p:cTn>
                              </p:par>
                              <p:par>
                                <p:cTn id="858" presetID="10" presetClass="exit" presetSubtype="0" fill="hold" grpId="1" nodeType="withEffect">
                                  <p:stCondLst>
                                    <p:cond delay="0"/>
                                  </p:stCondLst>
                                  <p:childTnLst>
                                    <p:animEffect transition="out" filter="fade">
                                      <p:cBhvr>
                                        <p:cTn id="859" dur="200"/>
                                        <p:tgtEl>
                                          <p:spTgt spid="139"/>
                                        </p:tgtEl>
                                      </p:cBhvr>
                                    </p:animEffect>
                                    <p:set>
                                      <p:cBhvr>
                                        <p:cTn id="860" dur="1" fill="hold">
                                          <p:stCondLst>
                                            <p:cond delay="199"/>
                                          </p:stCondLst>
                                        </p:cTn>
                                        <p:tgtEl>
                                          <p:spTgt spid="139"/>
                                        </p:tgtEl>
                                        <p:attrNameLst>
                                          <p:attrName>style.visibility</p:attrName>
                                        </p:attrNameLst>
                                      </p:cBhvr>
                                      <p:to>
                                        <p:strVal val="hidden"/>
                                      </p:to>
                                    </p:set>
                                  </p:childTnLst>
                                </p:cTn>
                              </p:par>
                              <p:par>
                                <p:cTn id="861" presetID="10" presetClass="exit" presetSubtype="0" fill="hold" grpId="1" nodeType="withEffect">
                                  <p:stCondLst>
                                    <p:cond delay="80"/>
                                  </p:stCondLst>
                                  <p:childTnLst>
                                    <p:animEffect transition="out" filter="fade">
                                      <p:cBhvr>
                                        <p:cTn id="862" dur="300"/>
                                        <p:tgtEl>
                                          <p:spTgt spid="137"/>
                                        </p:tgtEl>
                                      </p:cBhvr>
                                    </p:animEffect>
                                    <p:set>
                                      <p:cBhvr>
                                        <p:cTn id="863" dur="1" fill="hold">
                                          <p:stCondLst>
                                            <p:cond delay="299"/>
                                          </p:stCondLst>
                                        </p:cTn>
                                        <p:tgtEl>
                                          <p:spTgt spid="137"/>
                                        </p:tgtEl>
                                        <p:attrNameLst>
                                          <p:attrName>style.visibility</p:attrName>
                                        </p:attrNameLst>
                                      </p:cBhvr>
                                      <p:to>
                                        <p:strVal val="hidden"/>
                                      </p:to>
                                    </p:set>
                                  </p:childTnLst>
                                </p:cTn>
                              </p:par>
                            </p:childTnLst>
                          </p:cTn>
                        </p:par>
                      </p:childTnLst>
                    </p:cTn>
                  </p:par>
                </p:childTnLst>
              </p:cTn>
              <p:nextCondLst>
                <p:cond evt="onClick" delay="0">
                  <p:tgtEl>
                    <p:spTgt spid="137"/>
                  </p:tgtEl>
                </p:cond>
              </p:nextCondLst>
            </p:seq>
            <p:seq concurrent="1" nextAc="seek">
              <p:cTn id="864" restart="whenNotActive" fill="hold" evtFilter="cancelBubble" nodeType="interactiveSeq">
                <p:stCondLst>
                  <p:cond evt="onClick" delay="0">
                    <p:tgtEl>
                      <p:spTgt spid="138"/>
                    </p:tgtEl>
                  </p:cond>
                </p:stCondLst>
                <p:endSync evt="end" delay="0">
                  <p:rtn val="all"/>
                </p:endSync>
                <p:childTnLst>
                  <p:par>
                    <p:cTn id="865" fill="hold">
                      <p:stCondLst>
                        <p:cond delay="0"/>
                      </p:stCondLst>
                      <p:childTnLst>
                        <p:par>
                          <p:cTn id="866" fill="hold">
                            <p:stCondLst>
                              <p:cond delay="0"/>
                            </p:stCondLst>
                            <p:childTnLst>
                              <p:par>
                                <p:cTn id="867" presetID="53" presetClass="exit" presetSubtype="32" fill="hold" nodeType="clickEffect">
                                  <p:stCondLst>
                                    <p:cond delay="0"/>
                                  </p:stCondLst>
                                  <p:childTnLst>
                                    <p:anim calcmode="lin" valueType="num">
                                      <p:cBhvr>
                                        <p:cTn id="868" dur="300"/>
                                        <p:tgtEl>
                                          <p:spTgt spid="138"/>
                                        </p:tgtEl>
                                        <p:attrNameLst>
                                          <p:attrName>ppt_w</p:attrName>
                                        </p:attrNameLst>
                                      </p:cBhvr>
                                      <p:tavLst>
                                        <p:tav tm="0">
                                          <p:val>
                                            <p:strVal val="ppt_w"/>
                                          </p:val>
                                        </p:tav>
                                        <p:tav tm="100000">
                                          <p:val>
                                            <p:fltVal val="0"/>
                                          </p:val>
                                        </p:tav>
                                      </p:tavLst>
                                    </p:anim>
                                    <p:anim calcmode="lin" valueType="num">
                                      <p:cBhvr>
                                        <p:cTn id="869" dur="300"/>
                                        <p:tgtEl>
                                          <p:spTgt spid="138"/>
                                        </p:tgtEl>
                                        <p:attrNameLst>
                                          <p:attrName>ppt_h</p:attrName>
                                        </p:attrNameLst>
                                      </p:cBhvr>
                                      <p:tavLst>
                                        <p:tav tm="0">
                                          <p:val>
                                            <p:strVal val="ppt_h"/>
                                          </p:val>
                                        </p:tav>
                                        <p:tav tm="100000">
                                          <p:val>
                                            <p:fltVal val="0"/>
                                          </p:val>
                                        </p:tav>
                                      </p:tavLst>
                                    </p:anim>
                                    <p:animEffect transition="out" filter="fade">
                                      <p:cBhvr>
                                        <p:cTn id="870" dur="300"/>
                                        <p:tgtEl>
                                          <p:spTgt spid="138"/>
                                        </p:tgtEl>
                                      </p:cBhvr>
                                    </p:animEffect>
                                    <p:set>
                                      <p:cBhvr>
                                        <p:cTn id="871" dur="1" fill="hold">
                                          <p:stCondLst>
                                            <p:cond delay="299"/>
                                          </p:stCondLst>
                                        </p:cTn>
                                        <p:tgtEl>
                                          <p:spTgt spid="138"/>
                                        </p:tgtEl>
                                        <p:attrNameLst>
                                          <p:attrName>style.visibility</p:attrName>
                                        </p:attrNameLst>
                                      </p:cBhvr>
                                      <p:to>
                                        <p:strVal val="hidden"/>
                                      </p:to>
                                    </p:set>
                                  </p:childTnLst>
                                </p:cTn>
                              </p:par>
                              <p:par>
                                <p:cTn id="872" presetID="10" presetClass="exit" presetSubtype="0" fill="hold" grpId="2" nodeType="withEffect">
                                  <p:stCondLst>
                                    <p:cond delay="0"/>
                                  </p:stCondLst>
                                  <p:childTnLst>
                                    <p:animEffect transition="out" filter="fade">
                                      <p:cBhvr>
                                        <p:cTn id="873" dur="200"/>
                                        <p:tgtEl>
                                          <p:spTgt spid="139"/>
                                        </p:tgtEl>
                                      </p:cBhvr>
                                    </p:animEffect>
                                    <p:set>
                                      <p:cBhvr>
                                        <p:cTn id="874" dur="1" fill="hold">
                                          <p:stCondLst>
                                            <p:cond delay="199"/>
                                          </p:stCondLst>
                                        </p:cTn>
                                        <p:tgtEl>
                                          <p:spTgt spid="139"/>
                                        </p:tgtEl>
                                        <p:attrNameLst>
                                          <p:attrName>style.visibility</p:attrName>
                                        </p:attrNameLst>
                                      </p:cBhvr>
                                      <p:to>
                                        <p:strVal val="hidden"/>
                                      </p:to>
                                    </p:set>
                                  </p:childTnLst>
                                </p:cTn>
                              </p:par>
                              <p:par>
                                <p:cTn id="875" presetID="10" presetClass="exit" presetSubtype="0" fill="hold" grpId="2" nodeType="withEffect">
                                  <p:stCondLst>
                                    <p:cond delay="80"/>
                                  </p:stCondLst>
                                  <p:childTnLst>
                                    <p:animEffect transition="out" filter="fade">
                                      <p:cBhvr>
                                        <p:cTn id="876" dur="300"/>
                                        <p:tgtEl>
                                          <p:spTgt spid="137"/>
                                        </p:tgtEl>
                                      </p:cBhvr>
                                    </p:animEffect>
                                    <p:set>
                                      <p:cBhvr>
                                        <p:cTn id="877" dur="1" fill="hold">
                                          <p:stCondLst>
                                            <p:cond delay="299"/>
                                          </p:stCondLst>
                                        </p:cTn>
                                        <p:tgtEl>
                                          <p:spTgt spid="137"/>
                                        </p:tgtEl>
                                        <p:attrNameLst>
                                          <p:attrName>style.visibility</p:attrName>
                                        </p:attrNameLst>
                                      </p:cBhvr>
                                      <p:to>
                                        <p:strVal val="hidden"/>
                                      </p:to>
                                    </p:set>
                                  </p:childTnLst>
                                </p:cTn>
                              </p:par>
                            </p:childTnLst>
                          </p:cTn>
                        </p:par>
                      </p:childTnLst>
                    </p:cTn>
                  </p:par>
                </p:childTnLst>
              </p:cTn>
              <p:nextCondLst>
                <p:cond evt="onClick" delay="0">
                  <p:tgtEl>
                    <p:spTgt spid="138"/>
                  </p:tgtEl>
                </p:cond>
              </p:nextCondLst>
            </p:seq>
            <p:seq concurrent="1" nextAc="seek">
              <p:cTn id="878" restart="whenNotActive" fill="hold" evtFilter="cancelBubble" nodeType="interactiveSeq">
                <p:stCondLst>
                  <p:cond evt="onClick" delay="0">
                    <p:tgtEl>
                      <p:spTgt spid="139"/>
                    </p:tgtEl>
                  </p:cond>
                </p:stCondLst>
                <p:endSync evt="end" delay="0">
                  <p:rtn val="all"/>
                </p:endSync>
                <p:childTnLst>
                  <p:par>
                    <p:cTn id="879" fill="hold">
                      <p:stCondLst>
                        <p:cond delay="0"/>
                      </p:stCondLst>
                      <p:childTnLst>
                        <p:par>
                          <p:cTn id="880" fill="hold">
                            <p:stCondLst>
                              <p:cond delay="0"/>
                            </p:stCondLst>
                            <p:childTnLst>
                              <p:par>
                                <p:cTn id="881" presetID="53" presetClass="exit" presetSubtype="32" fill="hold" nodeType="clickEffect">
                                  <p:stCondLst>
                                    <p:cond delay="0"/>
                                  </p:stCondLst>
                                  <p:childTnLst>
                                    <p:anim calcmode="lin" valueType="num">
                                      <p:cBhvr>
                                        <p:cTn id="882" dur="300"/>
                                        <p:tgtEl>
                                          <p:spTgt spid="138"/>
                                        </p:tgtEl>
                                        <p:attrNameLst>
                                          <p:attrName>ppt_w</p:attrName>
                                        </p:attrNameLst>
                                      </p:cBhvr>
                                      <p:tavLst>
                                        <p:tav tm="0">
                                          <p:val>
                                            <p:strVal val="ppt_w"/>
                                          </p:val>
                                        </p:tav>
                                        <p:tav tm="100000">
                                          <p:val>
                                            <p:fltVal val="0"/>
                                          </p:val>
                                        </p:tav>
                                      </p:tavLst>
                                    </p:anim>
                                    <p:anim calcmode="lin" valueType="num">
                                      <p:cBhvr>
                                        <p:cTn id="883" dur="300"/>
                                        <p:tgtEl>
                                          <p:spTgt spid="138"/>
                                        </p:tgtEl>
                                        <p:attrNameLst>
                                          <p:attrName>ppt_h</p:attrName>
                                        </p:attrNameLst>
                                      </p:cBhvr>
                                      <p:tavLst>
                                        <p:tav tm="0">
                                          <p:val>
                                            <p:strVal val="ppt_h"/>
                                          </p:val>
                                        </p:tav>
                                        <p:tav tm="100000">
                                          <p:val>
                                            <p:fltVal val="0"/>
                                          </p:val>
                                        </p:tav>
                                      </p:tavLst>
                                    </p:anim>
                                    <p:animEffect transition="out" filter="fade">
                                      <p:cBhvr>
                                        <p:cTn id="884" dur="300"/>
                                        <p:tgtEl>
                                          <p:spTgt spid="138"/>
                                        </p:tgtEl>
                                      </p:cBhvr>
                                    </p:animEffect>
                                    <p:set>
                                      <p:cBhvr>
                                        <p:cTn id="885" dur="1" fill="hold">
                                          <p:stCondLst>
                                            <p:cond delay="299"/>
                                          </p:stCondLst>
                                        </p:cTn>
                                        <p:tgtEl>
                                          <p:spTgt spid="138"/>
                                        </p:tgtEl>
                                        <p:attrNameLst>
                                          <p:attrName>style.visibility</p:attrName>
                                        </p:attrNameLst>
                                      </p:cBhvr>
                                      <p:to>
                                        <p:strVal val="hidden"/>
                                      </p:to>
                                    </p:set>
                                  </p:childTnLst>
                                </p:cTn>
                              </p:par>
                              <p:par>
                                <p:cTn id="886" presetID="10" presetClass="exit" presetSubtype="0" fill="hold" grpId="3" nodeType="withEffect">
                                  <p:stCondLst>
                                    <p:cond delay="0"/>
                                  </p:stCondLst>
                                  <p:childTnLst>
                                    <p:animEffect transition="out" filter="fade">
                                      <p:cBhvr>
                                        <p:cTn id="887" dur="200"/>
                                        <p:tgtEl>
                                          <p:spTgt spid="139"/>
                                        </p:tgtEl>
                                      </p:cBhvr>
                                    </p:animEffect>
                                    <p:set>
                                      <p:cBhvr>
                                        <p:cTn id="888" dur="1" fill="hold">
                                          <p:stCondLst>
                                            <p:cond delay="199"/>
                                          </p:stCondLst>
                                        </p:cTn>
                                        <p:tgtEl>
                                          <p:spTgt spid="139"/>
                                        </p:tgtEl>
                                        <p:attrNameLst>
                                          <p:attrName>style.visibility</p:attrName>
                                        </p:attrNameLst>
                                      </p:cBhvr>
                                      <p:to>
                                        <p:strVal val="hidden"/>
                                      </p:to>
                                    </p:set>
                                  </p:childTnLst>
                                </p:cTn>
                              </p:par>
                              <p:par>
                                <p:cTn id="889" presetID="10" presetClass="exit" presetSubtype="0" fill="hold" grpId="3" nodeType="withEffect">
                                  <p:stCondLst>
                                    <p:cond delay="80"/>
                                  </p:stCondLst>
                                  <p:childTnLst>
                                    <p:animEffect transition="out" filter="fade">
                                      <p:cBhvr>
                                        <p:cTn id="890" dur="300"/>
                                        <p:tgtEl>
                                          <p:spTgt spid="137"/>
                                        </p:tgtEl>
                                      </p:cBhvr>
                                    </p:animEffect>
                                    <p:set>
                                      <p:cBhvr>
                                        <p:cTn id="891" dur="1" fill="hold">
                                          <p:stCondLst>
                                            <p:cond delay="299"/>
                                          </p:stCondLst>
                                        </p:cTn>
                                        <p:tgtEl>
                                          <p:spTgt spid="137"/>
                                        </p:tgtEl>
                                        <p:attrNameLst>
                                          <p:attrName>style.visibility</p:attrName>
                                        </p:attrNameLst>
                                      </p:cBhvr>
                                      <p:to>
                                        <p:strVal val="hidden"/>
                                      </p:to>
                                    </p:set>
                                  </p:childTnLst>
                                </p:cTn>
                              </p:par>
                            </p:childTnLst>
                          </p:cTn>
                        </p:par>
                      </p:childTnLst>
                    </p:cTn>
                  </p:par>
                </p:childTnLst>
              </p:cTn>
              <p:nextCondLst>
                <p:cond evt="onClick" delay="0">
                  <p:tgtEl>
                    <p:spTgt spid="139"/>
                  </p:tgtEl>
                </p:cond>
              </p:nextCondLst>
            </p:seq>
            <p:seq concurrent="1" nextAc="seek">
              <p:cTn id="892" restart="whenNotActive" fill="hold" evtFilter="cancelBubble" nodeType="interactiveSeq">
                <p:stCondLst>
                  <p:cond evt="onClick" delay="0">
                    <p:tgtEl>
                      <p:spTgt spid="140"/>
                    </p:tgtEl>
                  </p:cond>
                </p:stCondLst>
                <p:endSync evt="end" delay="0">
                  <p:rtn val="all"/>
                </p:endSync>
                <p:childTnLst>
                  <p:par>
                    <p:cTn id="893" fill="hold">
                      <p:stCondLst>
                        <p:cond delay="0"/>
                      </p:stCondLst>
                      <p:childTnLst>
                        <p:par>
                          <p:cTn id="894" fill="hold">
                            <p:stCondLst>
                              <p:cond delay="0"/>
                            </p:stCondLst>
                            <p:childTnLst>
                              <p:par>
                                <p:cTn id="895" presetID="53" presetClass="exit" presetSubtype="32" fill="hold" nodeType="clickEffect">
                                  <p:stCondLst>
                                    <p:cond delay="0"/>
                                  </p:stCondLst>
                                  <p:childTnLst>
                                    <p:anim calcmode="lin" valueType="num">
                                      <p:cBhvr>
                                        <p:cTn id="896" dur="300"/>
                                        <p:tgtEl>
                                          <p:spTgt spid="141"/>
                                        </p:tgtEl>
                                        <p:attrNameLst>
                                          <p:attrName>ppt_w</p:attrName>
                                        </p:attrNameLst>
                                      </p:cBhvr>
                                      <p:tavLst>
                                        <p:tav tm="0">
                                          <p:val>
                                            <p:strVal val="ppt_w"/>
                                          </p:val>
                                        </p:tav>
                                        <p:tav tm="100000">
                                          <p:val>
                                            <p:fltVal val="0"/>
                                          </p:val>
                                        </p:tav>
                                      </p:tavLst>
                                    </p:anim>
                                    <p:anim calcmode="lin" valueType="num">
                                      <p:cBhvr>
                                        <p:cTn id="897" dur="300"/>
                                        <p:tgtEl>
                                          <p:spTgt spid="141"/>
                                        </p:tgtEl>
                                        <p:attrNameLst>
                                          <p:attrName>ppt_h</p:attrName>
                                        </p:attrNameLst>
                                      </p:cBhvr>
                                      <p:tavLst>
                                        <p:tav tm="0">
                                          <p:val>
                                            <p:strVal val="ppt_h"/>
                                          </p:val>
                                        </p:tav>
                                        <p:tav tm="100000">
                                          <p:val>
                                            <p:fltVal val="0"/>
                                          </p:val>
                                        </p:tav>
                                      </p:tavLst>
                                    </p:anim>
                                    <p:animEffect transition="out" filter="fade">
                                      <p:cBhvr>
                                        <p:cTn id="898" dur="300"/>
                                        <p:tgtEl>
                                          <p:spTgt spid="141"/>
                                        </p:tgtEl>
                                      </p:cBhvr>
                                    </p:animEffect>
                                    <p:set>
                                      <p:cBhvr>
                                        <p:cTn id="899" dur="1" fill="hold">
                                          <p:stCondLst>
                                            <p:cond delay="299"/>
                                          </p:stCondLst>
                                        </p:cTn>
                                        <p:tgtEl>
                                          <p:spTgt spid="141"/>
                                        </p:tgtEl>
                                        <p:attrNameLst>
                                          <p:attrName>style.visibility</p:attrName>
                                        </p:attrNameLst>
                                      </p:cBhvr>
                                      <p:to>
                                        <p:strVal val="hidden"/>
                                      </p:to>
                                    </p:set>
                                  </p:childTnLst>
                                </p:cTn>
                              </p:par>
                              <p:par>
                                <p:cTn id="900" presetID="10" presetClass="exit" presetSubtype="0" fill="hold" grpId="1" nodeType="withEffect">
                                  <p:stCondLst>
                                    <p:cond delay="0"/>
                                  </p:stCondLst>
                                  <p:childTnLst>
                                    <p:animEffect transition="out" filter="fade">
                                      <p:cBhvr>
                                        <p:cTn id="901" dur="200"/>
                                        <p:tgtEl>
                                          <p:spTgt spid="142"/>
                                        </p:tgtEl>
                                      </p:cBhvr>
                                    </p:animEffect>
                                    <p:set>
                                      <p:cBhvr>
                                        <p:cTn id="902" dur="1" fill="hold">
                                          <p:stCondLst>
                                            <p:cond delay="199"/>
                                          </p:stCondLst>
                                        </p:cTn>
                                        <p:tgtEl>
                                          <p:spTgt spid="142"/>
                                        </p:tgtEl>
                                        <p:attrNameLst>
                                          <p:attrName>style.visibility</p:attrName>
                                        </p:attrNameLst>
                                      </p:cBhvr>
                                      <p:to>
                                        <p:strVal val="hidden"/>
                                      </p:to>
                                    </p:set>
                                  </p:childTnLst>
                                </p:cTn>
                              </p:par>
                              <p:par>
                                <p:cTn id="903" presetID="10" presetClass="exit" presetSubtype="0" fill="hold" grpId="1" nodeType="withEffect">
                                  <p:stCondLst>
                                    <p:cond delay="80"/>
                                  </p:stCondLst>
                                  <p:childTnLst>
                                    <p:animEffect transition="out" filter="fade">
                                      <p:cBhvr>
                                        <p:cTn id="904" dur="300"/>
                                        <p:tgtEl>
                                          <p:spTgt spid="140"/>
                                        </p:tgtEl>
                                      </p:cBhvr>
                                    </p:animEffect>
                                    <p:set>
                                      <p:cBhvr>
                                        <p:cTn id="905" dur="1" fill="hold">
                                          <p:stCondLst>
                                            <p:cond delay="299"/>
                                          </p:stCondLst>
                                        </p:cTn>
                                        <p:tgtEl>
                                          <p:spTgt spid="140"/>
                                        </p:tgtEl>
                                        <p:attrNameLst>
                                          <p:attrName>style.visibility</p:attrName>
                                        </p:attrNameLst>
                                      </p:cBhvr>
                                      <p:to>
                                        <p:strVal val="hidden"/>
                                      </p:to>
                                    </p:set>
                                  </p:childTnLst>
                                </p:cTn>
                              </p:par>
                            </p:childTnLst>
                          </p:cTn>
                        </p:par>
                      </p:childTnLst>
                    </p:cTn>
                  </p:par>
                </p:childTnLst>
              </p:cTn>
              <p:nextCondLst>
                <p:cond evt="onClick" delay="0">
                  <p:tgtEl>
                    <p:spTgt spid="140"/>
                  </p:tgtEl>
                </p:cond>
              </p:nextCondLst>
            </p:seq>
            <p:seq concurrent="1" nextAc="seek">
              <p:cTn id="906" restart="whenNotActive" fill="hold" evtFilter="cancelBubble" nodeType="interactiveSeq">
                <p:stCondLst>
                  <p:cond evt="onClick" delay="0">
                    <p:tgtEl>
                      <p:spTgt spid="141"/>
                    </p:tgtEl>
                  </p:cond>
                </p:stCondLst>
                <p:endSync evt="end" delay="0">
                  <p:rtn val="all"/>
                </p:endSync>
                <p:childTnLst>
                  <p:par>
                    <p:cTn id="907" fill="hold">
                      <p:stCondLst>
                        <p:cond delay="0"/>
                      </p:stCondLst>
                      <p:childTnLst>
                        <p:par>
                          <p:cTn id="908" fill="hold">
                            <p:stCondLst>
                              <p:cond delay="0"/>
                            </p:stCondLst>
                            <p:childTnLst>
                              <p:par>
                                <p:cTn id="909" presetID="53" presetClass="exit" presetSubtype="32" fill="hold" nodeType="clickEffect">
                                  <p:stCondLst>
                                    <p:cond delay="0"/>
                                  </p:stCondLst>
                                  <p:childTnLst>
                                    <p:anim calcmode="lin" valueType="num">
                                      <p:cBhvr>
                                        <p:cTn id="910" dur="300"/>
                                        <p:tgtEl>
                                          <p:spTgt spid="141"/>
                                        </p:tgtEl>
                                        <p:attrNameLst>
                                          <p:attrName>ppt_w</p:attrName>
                                        </p:attrNameLst>
                                      </p:cBhvr>
                                      <p:tavLst>
                                        <p:tav tm="0">
                                          <p:val>
                                            <p:strVal val="ppt_w"/>
                                          </p:val>
                                        </p:tav>
                                        <p:tav tm="100000">
                                          <p:val>
                                            <p:fltVal val="0"/>
                                          </p:val>
                                        </p:tav>
                                      </p:tavLst>
                                    </p:anim>
                                    <p:anim calcmode="lin" valueType="num">
                                      <p:cBhvr>
                                        <p:cTn id="911" dur="300"/>
                                        <p:tgtEl>
                                          <p:spTgt spid="141"/>
                                        </p:tgtEl>
                                        <p:attrNameLst>
                                          <p:attrName>ppt_h</p:attrName>
                                        </p:attrNameLst>
                                      </p:cBhvr>
                                      <p:tavLst>
                                        <p:tav tm="0">
                                          <p:val>
                                            <p:strVal val="ppt_h"/>
                                          </p:val>
                                        </p:tav>
                                        <p:tav tm="100000">
                                          <p:val>
                                            <p:fltVal val="0"/>
                                          </p:val>
                                        </p:tav>
                                      </p:tavLst>
                                    </p:anim>
                                    <p:animEffect transition="out" filter="fade">
                                      <p:cBhvr>
                                        <p:cTn id="912" dur="300"/>
                                        <p:tgtEl>
                                          <p:spTgt spid="141"/>
                                        </p:tgtEl>
                                      </p:cBhvr>
                                    </p:animEffect>
                                    <p:set>
                                      <p:cBhvr>
                                        <p:cTn id="913" dur="1" fill="hold">
                                          <p:stCondLst>
                                            <p:cond delay="299"/>
                                          </p:stCondLst>
                                        </p:cTn>
                                        <p:tgtEl>
                                          <p:spTgt spid="141"/>
                                        </p:tgtEl>
                                        <p:attrNameLst>
                                          <p:attrName>style.visibility</p:attrName>
                                        </p:attrNameLst>
                                      </p:cBhvr>
                                      <p:to>
                                        <p:strVal val="hidden"/>
                                      </p:to>
                                    </p:set>
                                  </p:childTnLst>
                                </p:cTn>
                              </p:par>
                              <p:par>
                                <p:cTn id="914" presetID="10" presetClass="exit" presetSubtype="0" fill="hold" grpId="2" nodeType="withEffect">
                                  <p:stCondLst>
                                    <p:cond delay="0"/>
                                  </p:stCondLst>
                                  <p:childTnLst>
                                    <p:animEffect transition="out" filter="fade">
                                      <p:cBhvr>
                                        <p:cTn id="915" dur="200"/>
                                        <p:tgtEl>
                                          <p:spTgt spid="142"/>
                                        </p:tgtEl>
                                      </p:cBhvr>
                                    </p:animEffect>
                                    <p:set>
                                      <p:cBhvr>
                                        <p:cTn id="916" dur="1" fill="hold">
                                          <p:stCondLst>
                                            <p:cond delay="199"/>
                                          </p:stCondLst>
                                        </p:cTn>
                                        <p:tgtEl>
                                          <p:spTgt spid="142"/>
                                        </p:tgtEl>
                                        <p:attrNameLst>
                                          <p:attrName>style.visibility</p:attrName>
                                        </p:attrNameLst>
                                      </p:cBhvr>
                                      <p:to>
                                        <p:strVal val="hidden"/>
                                      </p:to>
                                    </p:set>
                                  </p:childTnLst>
                                </p:cTn>
                              </p:par>
                              <p:par>
                                <p:cTn id="917" presetID="10" presetClass="exit" presetSubtype="0" fill="hold" grpId="2" nodeType="withEffect">
                                  <p:stCondLst>
                                    <p:cond delay="80"/>
                                  </p:stCondLst>
                                  <p:childTnLst>
                                    <p:animEffect transition="out" filter="fade">
                                      <p:cBhvr>
                                        <p:cTn id="918" dur="300"/>
                                        <p:tgtEl>
                                          <p:spTgt spid="140"/>
                                        </p:tgtEl>
                                      </p:cBhvr>
                                    </p:animEffect>
                                    <p:set>
                                      <p:cBhvr>
                                        <p:cTn id="919" dur="1" fill="hold">
                                          <p:stCondLst>
                                            <p:cond delay="299"/>
                                          </p:stCondLst>
                                        </p:cTn>
                                        <p:tgtEl>
                                          <p:spTgt spid="140"/>
                                        </p:tgtEl>
                                        <p:attrNameLst>
                                          <p:attrName>style.visibility</p:attrName>
                                        </p:attrNameLst>
                                      </p:cBhvr>
                                      <p:to>
                                        <p:strVal val="hidden"/>
                                      </p:to>
                                    </p:set>
                                  </p:childTnLst>
                                </p:cTn>
                              </p:par>
                            </p:childTnLst>
                          </p:cTn>
                        </p:par>
                      </p:childTnLst>
                    </p:cTn>
                  </p:par>
                </p:childTnLst>
              </p:cTn>
              <p:nextCondLst>
                <p:cond evt="onClick" delay="0">
                  <p:tgtEl>
                    <p:spTgt spid="141"/>
                  </p:tgtEl>
                </p:cond>
              </p:nextCondLst>
            </p:seq>
            <p:seq concurrent="1" nextAc="seek">
              <p:cTn id="920" restart="whenNotActive" fill="hold" evtFilter="cancelBubble" nodeType="interactiveSeq">
                <p:stCondLst>
                  <p:cond evt="onClick" delay="0">
                    <p:tgtEl>
                      <p:spTgt spid="142"/>
                    </p:tgtEl>
                  </p:cond>
                </p:stCondLst>
                <p:endSync evt="end" delay="0">
                  <p:rtn val="all"/>
                </p:endSync>
                <p:childTnLst>
                  <p:par>
                    <p:cTn id="921" fill="hold">
                      <p:stCondLst>
                        <p:cond delay="0"/>
                      </p:stCondLst>
                      <p:childTnLst>
                        <p:par>
                          <p:cTn id="922" fill="hold">
                            <p:stCondLst>
                              <p:cond delay="0"/>
                            </p:stCondLst>
                            <p:childTnLst>
                              <p:par>
                                <p:cTn id="923" presetID="53" presetClass="exit" presetSubtype="32" fill="hold" nodeType="clickEffect">
                                  <p:stCondLst>
                                    <p:cond delay="0"/>
                                  </p:stCondLst>
                                  <p:childTnLst>
                                    <p:anim calcmode="lin" valueType="num">
                                      <p:cBhvr>
                                        <p:cTn id="924" dur="300"/>
                                        <p:tgtEl>
                                          <p:spTgt spid="141"/>
                                        </p:tgtEl>
                                        <p:attrNameLst>
                                          <p:attrName>ppt_w</p:attrName>
                                        </p:attrNameLst>
                                      </p:cBhvr>
                                      <p:tavLst>
                                        <p:tav tm="0">
                                          <p:val>
                                            <p:strVal val="ppt_w"/>
                                          </p:val>
                                        </p:tav>
                                        <p:tav tm="100000">
                                          <p:val>
                                            <p:fltVal val="0"/>
                                          </p:val>
                                        </p:tav>
                                      </p:tavLst>
                                    </p:anim>
                                    <p:anim calcmode="lin" valueType="num">
                                      <p:cBhvr>
                                        <p:cTn id="925" dur="300"/>
                                        <p:tgtEl>
                                          <p:spTgt spid="141"/>
                                        </p:tgtEl>
                                        <p:attrNameLst>
                                          <p:attrName>ppt_h</p:attrName>
                                        </p:attrNameLst>
                                      </p:cBhvr>
                                      <p:tavLst>
                                        <p:tav tm="0">
                                          <p:val>
                                            <p:strVal val="ppt_h"/>
                                          </p:val>
                                        </p:tav>
                                        <p:tav tm="100000">
                                          <p:val>
                                            <p:fltVal val="0"/>
                                          </p:val>
                                        </p:tav>
                                      </p:tavLst>
                                    </p:anim>
                                    <p:animEffect transition="out" filter="fade">
                                      <p:cBhvr>
                                        <p:cTn id="926" dur="300"/>
                                        <p:tgtEl>
                                          <p:spTgt spid="141"/>
                                        </p:tgtEl>
                                      </p:cBhvr>
                                    </p:animEffect>
                                    <p:set>
                                      <p:cBhvr>
                                        <p:cTn id="927" dur="1" fill="hold">
                                          <p:stCondLst>
                                            <p:cond delay="299"/>
                                          </p:stCondLst>
                                        </p:cTn>
                                        <p:tgtEl>
                                          <p:spTgt spid="141"/>
                                        </p:tgtEl>
                                        <p:attrNameLst>
                                          <p:attrName>style.visibility</p:attrName>
                                        </p:attrNameLst>
                                      </p:cBhvr>
                                      <p:to>
                                        <p:strVal val="hidden"/>
                                      </p:to>
                                    </p:set>
                                  </p:childTnLst>
                                </p:cTn>
                              </p:par>
                              <p:par>
                                <p:cTn id="928" presetID="10" presetClass="exit" presetSubtype="0" fill="hold" grpId="3" nodeType="withEffect">
                                  <p:stCondLst>
                                    <p:cond delay="0"/>
                                  </p:stCondLst>
                                  <p:childTnLst>
                                    <p:animEffect transition="out" filter="fade">
                                      <p:cBhvr>
                                        <p:cTn id="929" dur="200"/>
                                        <p:tgtEl>
                                          <p:spTgt spid="142"/>
                                        </p:tgtEl>
                                      </p:cBhvr>
                                    </p:animEffect>
                                    <p:set>
                                      <p:cBhvr>
                                        <p:cTn id="930" dur="1" fill="hold">
                                          <p:stCondLst>
                                            <p:cond delay="199"/>
                                          </p:stCondLst>
                                        </p:cTn>
                                        <p:tgtEl>
                                          <p:spTgt spid="142"/>
                                        </p:tgtEl>
                                        <p:attrNameLst>
                                          <p:attrName>style.visibility</p:attrName>
                                        </p:attrNameLst>
                                      </p:cBhvr>
                                      <p:to>
                                        <p:strVal val="hidden"/>
                                      </p:to>
                                    </p:set>
                                  </p:childTnLst>
                                </p:cTn>
                              </p:par>
                              <p:par>
                                <p:cTn id="931" presetID="10" presetClass="exit" presetSubtype="0" fill="hold" grpId="3" nodeType="withEffect">
                                  <p:stCondLst>
                                    <p:cond delay="80"/>
                                  </p:stCondLst>
                                  <p:childTnLst>
                                    <p:animEffect transition="out" filter="fade">
                                      <p:cBhvr>
                                        <p:cTn id="932" dur="300"/>
                                        <p:tgtEl>
                                          <p:spTgt spid="140"/>
                                        </p:tgtEl>
                                      </p:cBhvr>
                                    </p:animEffect>
                                    <p:set>
                                      <p:cBhvr>
                                        <p:cTn id="933" dur="1" fill="hold">
                                          <p:stCondLst>
                                            <p:cond delay="299"/>
                                          </p:stCondLst>
                                        </p:cTn>
                                        <p:tgtEl>
                                          <p:spTgt spid="140"/>
                                        </p:tgtEl>
                                        <p:attrNameLst>
                                          <p:attrName>style.visibility</p:attrName>
                                        </p:attrNameLst>
                                      </p:cBhvr>
                                      <p:to>
                                        <p:strVal val="hidden"/>
                                      </p:to>
                                    </p:set>
                                  </p:childTnLst>
                                </p:cTn>
                              </p:par>
                            </p:childTnLst>
                          </p:cTn>
                        </p:par>
                      </p:childTnLst>
                    </p:cTn>
                  </p:par>
                </p:childTnLst>
              </p:cTn>
              <p:nextCondLst>
                <p:cond evt="onClick" delay="0">
                  <p:tgtEl>
                    <p:spTgt spid="142"/>
                  </p:tgtEl>
                </p:cond>
              </p:nextCondLst>
            </p:seq>
            <p:seq concurrent="1" nextAc="seek">
              <p:cTn id="934" restart="whenNotActive" fill="hold" evtFilter="cancelBubble" nodeType="interactiveSeq">
                <p:stCondLst>
                  <p:cond evt="onClick" delay="0">
                    <p:tgtEl>
                      <p:spTgt spid="143"/>
                    </p:tgtEl>
                  </p:cond>
                </p:stCondLst>
                <p:endSync evt="end" delay="0">
                  <p:rtn val="all"/>
                </p:endSync>
                <p:childTnLst>
                  <p:par>
                    <p:cTn id="935" fill="hold">
                      <p:stCondLst>
                        <p:cond delay="0"/>
                      </p:stCondLst>
                      <p:childTnLst>
                        <p:par>
                          <p:cTn id="936" fill="hold">
                            <p:stCondLst>
                              <p:cond delay="0"/>
                            </p:stCondLst>
                            <p:childTnLst>
                              <p:par>
                                <p:cTn id="937" presetID="53" presetClass="exit" presetSubtype="32" fill="hold" nodeType="clickEffect">
                                  <p:stCondLst>
                                    <p:cond delay="0"/>
                                  </p:stCondLst>
                                  <p:childTnLst>
                                    <p:anim calcmode="lin" valueType="num">
                                      <p:cBhvr>
                                        <p:cTn id="938" dur="300"/>
                                        <p:tgtEl>
                                          <p:spTgt spid="144"/>
                                        </p:tgtEl>
                                        <p:attrNameLst>
                                          <p:attrName>ppt_w</p:attrName>
                                        </p:attrNameLst>
                                      </p:cBhvr>
                                      <p:tavLst>
                                        <p:tav tm="0">
                                          <p:val>
                                            <p:strVal val="ppt_w"/>
                                          </p:val>
                                        </p:tav>
                                        <p:tav tm="100000">
                                          <p:val>
                                            <p:fltVal val="0"/>
                                          </p:val>
                                        </p:tav>
                                      </p:tavLst>
                                    </p:anim>
                                    <p:anim calcmode="lin" valueType="num">
                                      <p:cBhvr>
                                        <p:cTn id="939" dur="300"/>
                                        <p:tgtEl>
                                          <p:spTgt spid="144"/>
                                        </p:tgtEl>
                                        <p:attrNameLst>
                                          <p:attrName>ppt_h</p:attrName>
                                        </p:attrNameLst>
                                      </p:cBhvr>
                                      <p:tavLst>
                                        <p:tav tm="0">
                                          <p:val>
                                            <p:strVal val="ppt_h"/>
                                          </p:val>
                                        </p:tav>
                                        <p:tav tm="100000">
                                          <p:val>
                                            <p:fltVal val="0"/>
                                          </p:val>
                                        </p:tav>
                                      </p:tavLst>
                                    </p:anim>
                                    <p:animEffect transition="out" filter="fade">
                                      <p:cBhvr>
                                        <p:cTn id="940" dur="300"/>
                                        <p:tgtEl>
                                          <p:spTgt spid="144"/>
                                        </p:tgtEl>
                                      </p:cBhvr>
                                    </p:animEffect>
                                    <p:set>
                                      <p:cBhvr>
                                        <p:cTn id="941" dur="1" fill="hold">
                                          <p:stCondLst>
                                            <p:cond delay="299"/>
                                          </p:stCondLst>
                                        </p:cTn>
                                        <p:tgtEl>
                                          <p:spTgt spid="144"/>
                                        </p:tgtEl>
                                        <p:attrNameLst>
                                          <p:attrName>style.visibility</p:attrName>
                                        </p:attrNameLst>
                                      </p:cBhvr>
                                      <p:to>
                                        <p:strVal val="hidden"/>
                                      </p:to>
                                    </p:set>
                                  </p:childTnLst>
                                </p:cTn>
                              </p:par>
                              <p:par>
                                <p:cTn id="942" presetID="10" presetClass="exit" presetSubtype="0" fill="hold" grpId="1" nodeType="withEffect">
                                  <p:stCondLst>
                                    <p:cond delay="0"/>
                                  </p:stCondLst>
                                  <p:childTnLst>
                                    <p:animEffect transition="out" filter="fade">
                                      <p:cBhvr>
                                        <p:cTn id="943" dur="200"/>
                                        <p:tgtEl>
                                          <p:spTgt spid="145"/>
                                        </p:tgtEl>
                                      </p:cBhvr>
                                    </p:animEffect>
                                    <p:set>
                                      <p:cBhvr>
                                        <p:cTn id="944" dur="1" fill="hold">
                                          <p:stCondLst>
                                            <p:cond delay="199"/>
                                          </p:stCondLst>
                                        </p:cTn>
                                        <p:tgtEl>
                                          <p:spTgt spid="145"/>
                                        </p:tgtEl>
                                        <p:attrNameLst>
                                          <p:attrName>style.visibility</p:attrName>
                                        </p:attrNameLst>
                                      </p:cBhvr>
                                      <p:to>
                                        <p:strVal val="hidden"/>
                                      </p:to>
                                    </p:set>
                                  </p:childTnLst>
                                </p:cTn>
                              </p:par>
                              <p:par>
                                <p:cTn id="945" presetID="10" presetClass="exit" presetSubtype="0" fill="hold" grpId="1" nodeType="withEffect">
                                  <p:stCondLst>
                                    <p:cond delay="80"/>
                                  </p:stCondLst>
                                  <p:childTnLst>
                                    <p:animEffect transition="out" filter="fade">
                                      <p:cBhvr>
                                        <p:cTn id="946" dur="300"/>
                                        <p:tgtEl>
                                          <p:spTgt spid="143"/>
                                        </p:tgtEl>
                                      </p:cBhvr>
                                    </p:animEffect>
                                    <p:set>
                                      <p:cBhvr>
                                        <p:cTn id="947" dur="1" fill="hold">
                                          <p:stCondLst>
                                            <p:cond delay="299"/>
                                          </p:stCondLst>
                                        </p:cTn>
                                        <p:tgtEl>
                                          <p:spTgt spid="143"/>
                                        </p:tgtEl>
                                        <p:attrNameLst>
                                          <p:attrName>style.visibility</p:attrName>
                                        </p:attrNameLst>
                                      </p:cBhvr>
                                      <p:to>
                                        <p:strVal val="hidden"/>
                                      </p:to>
                                    </p:set>
                                  </p:childTnLst>
                                </p:cTn>
                              </p:par>
                            </p:childTnLst>
                          </p:cTn>
                        </p:par>
                      </p:childTnLst>
                    </p:cTn>
                  </p:par>
                </p:childTnLst>
              </p:cTn>
              <p:nextCondLst>
                <p:cond evt="onClick" delay="0">
                  <p:tgtEl>
                    <p:spTgt spid="143"/>
                  </p:tgtEl>
                </p:cond>
              </p:nextCondLst>
            </p:seq>
            <p:seq concurrent="1" nextAc="seek">
              <p:cTn id="948" restart="whenNotActive" fill="hold" evtFilter="cancelBubble" nodeType="interactiveSeq">
                <p:stCondLst>
                  <p:cond evt="onClick" delay="0">
                    <p:tgtEl>
                      <p:spTgt spid="144"/>
                    </p:tgtEl>
                  </p:cond>
                </p:stCondLst>
                <p:endSync evt="end" delay="0">
                  <p:rtn val="all"/>
                </p:endSync>
                <p:childTnLst>
                  <p:par>
                    <p:cTn id="949" fill="hold">
                      <p:stCondLst>
                        <p:cond delay="0"/>
                      </p:stCondLst>
                      <p:childTnLst>
                        <p:par>
                          <p:cTn id="950" fill="hold">
                            <p:stCondLst>
                              <p:cond delay="0"/>
                            </p:stCondLst>
                            <p:childTnLst>
                              <p:par>
                                <p:cTn id="951" presetID="53" presetClass="exit" presetSubtype="32" fill="hold" nodeType="clickEffect">
                                  <p:stCondLst>
                                    <p:cond delay="0"/>
                                  </p:stCondLst>
                                  <p:childTnLst>
                                    <p:anim calcmode="lin" valueType="num">
                                      <p:cBhvr>
                                        <p:cTn id="952" dur="300"/>
                                        <p:tgtEl>
                                          <p:spTgt spid="144"/>
                                        </p:tgtEl>
                                        <p:attrNameLst>
                                          <p:attrName>ppt_w</p:attrName>
                                        </p:attrNameLst>
                                      </p:cBhvr>
                                      <p:tavLst>
                                        <p:tav tm="0">
                                          <p:val>
                                            <p:strVal val="ppt_w"/>
                                          </p:val>
                                        </p:tav>
                                        <p:tav tm="100000">
                                          <p:val>
                                            <p:fltVal val="0"/>
                                          </p:val>
                                        </p:tav>
                                      </p:tavLst>
                                    </p:anim>
                                    <p:anim calcmode="lin" valueType="num">
                                      <p:cBhvr>
                                        <p:cTn id="953" dur="300"/>
                                        <p:tgtEl>
                                          <p:spTgt spid="144"/>
                                        </p:tgtEl>
                                        <p:attrNameLst>
                                          <p:attrName>ppt_h</p:attrName>
                                        </p:attrNameLst>
                                      </p:cBhvr>
                                      <p:tavLst>
                                        <p:tav tm="0">
                                          <p:val>
                                            <p:strVal val="ppt_h"/>
                                          </p:val>
                                        </p:tav>
                                        <p:tav tm="100000">
                                          <p:val>
                                            <p:fltVal val="0"/>
                                          </p:val>
                                        </p:tav>
                                      </p:tavLst>
                                    </p:anim>
                                    <p:animEffect transition="out" filter="fade">
                                      <p:cBhvr>
                                        <p:cTn id="954" dur="300"/>
                                        <p:tgtEl>
                                          <p:spTgt spid="144"/>
                                        </p:tgtEl>
                                      </p:cBhvr>
                                    </p:animEffect>
                                    <p:set>
                                      <p:cBhvr>
                                        <p:cTn id="955" dur="1" fill="hold">
                                          <p:stCondLst>
                                            <p:cond delay="299"/>
                                          </p:stCondLst>
                                        </p:cTn>
                                        <p:tgtEl>
                                          <p:spTgt spid="144"/>
                                        </p:tgtEl>
                                        <p:attrNameLst>
                                          <p:attrName>style.visibility</p:attrName>
                                        </p:attrNameLst>
                                      </p:cBhvr>
                                      <p:to>
                                        <p:strVal val="hidden"/>
                                      </p:to>
                                    </p:set>
                                  </p:childTnLst>
                                </p:cTn>
                              </p:par>
                              <p:par>
                                <p:cTn id="956" presetID="10" presetClass="exit" presetSubtype="0" fill="hold" grpId="2" nodeType="withEffect">
                                  <p:stCondLst>
                                    <p:cond delay="0"/>
                                  </p:stCondLst>
                                  <p:childTnLst>
                                    <p:animEffect transition="out" filter="fade">
                                      <p:cBhvr>
                                        <p:cTn id="957" dur="200"/>
                                        <p:tgtEl>
                                          <p:spTgt spid="145"/>
                                        </p:tgtEl>
                                      </p:cBhvr>
                                    </p:animEffect>
                                    <p:set>
                                      <p:cBhvr>
                                        <p:cTn id="958" dur="1" fill="hold">
                                          <p:stCondLst>
                                            <p:cond delay="199"/>
                                          </p:stCondLst>
                                        </p:cTn>
                                        <p:tgtEl>
                                          <p:spTgt spid="145"/>
                                        </p:tgtEl>
                                        <p:attrNameLst>
                                          <p:attrName>style.visibility</p:attrName>
                                        </p:attrNameLst>
                                      </p:cBhvr>
                                      <p:to>
                                        <p:strVal val="hidden"/>
                                      </p:to>
                                    </p:set>
                                  </p:childTnLst>
                                </p:cTn>
                              </p:par>
                              <p:par>
                                <p:cTn id="959" presetID="10" presetClass="exit" presetSubtype="0" fill="hold" grpId="2" nodeType="withEffect">
                                  <p:stCondLst>
                                    <p:cond delay="80"/>
                                  </p:stCondLst>
                                  <p:childTnLst>
                                    <p:animEffect transition="out" filter="fade">
                                      <p:cBhvr>
                                        <p:cTn id="960" dur="300"/>
                                        <p:tgtEl>
                                          <p:spTgt spid="143"/>
                                        </p:tgtEl>
                                      </p:cBhvr>
                                    </p:animEffect>
                                    <p:set>
                                      <p:cBhvr>
                                        <p:cTn id="961" dur="1" fill="hold">
                                          <p:stCondLst>
                                            <p:cond delay="299"/>
                                          </p:stCondLst>
                                        </p:cTn>
                                        <p:tgtEl>
                                          <p:spTgt spid="143"/>
                                        </p:tgtEl>
                                        <p:attrNameLst>
                                          <p:attrName>style.visibility</p:attrName>
                                        </p:attrNameLst>
                                      </p:cBhvr>
                                      <p:to>
                                        <p:strVal val="hidden"/>
                                      </p:to>
                                    </p:set>
                                  </p:childTnLst>
                                </p:cTn>
                              </p:par>
                            </p:childTnLst>
                          </p:cTn>
                        </p:par>
                      </p:childTnLst>
                    </p:cTn>
                  </p:par>
                </p:childTnLst>
              </p:cTn>
              <p:nextCondLst>
                <p:cond evt="onClick" delay="0">
                  <p:tgtEl>
                    <p:spTgt spid="144"/>
                  </p:tgtEl>
                </p:cond>
              </p:nextCondLst>
            </p:seq>
            <p:seq concurrent="1" nextAc="seek">
              <p:cTn id="962" restart="whenNotActive" fill="hold" evtFilter="cancelBubble" nodeType="interactiveSeq">
                <p:stCondLst>
                  <p:cond evt="onClick" delay="0">
                    <p:tgtEl>
                      <p:spTgt spid="145"/>
                    </p:tgtEl>
                  </p:cond>
                </p:stCondLst>
                <p:endSync evt="end" delay="0">
                  <p:rtn val="all"/>
                </p:endSync>
                <p:childTnLst>
                  <p:par>
                    <p:cTn id="963" fill="hold">
                      <p:stCondLst>
                        <p:cond delay="0"/>
                      </p:stCondLst>
                      <p:childTnLst>
                        <p:par>
                          <p:cTn id="964" fill="hold">
                            <p:stCondLst>
                              <p:cond delay="0"/>
                            </p:stCondLst>
                            <p:childTnLst>
                              <p:par>
                                <p:cTn id="965" presetID="53" presetClass="exit" presetSubtype="32" fill="hold" nodeType="clickEffect">
                                  <p:stCondLst>
                                    <p:cond delay="0"/>
                                  </p:stCondLst>
                                  <p:childTnLst>
                                    <p:anim calcmode="lin" valueType="num">
                                      <p:cBhvr>
                                        <p:cTn id="966" dur="300"/>
                                        <p:tgtEl>
                                          <p:spTgt spid="144"/>
                                        </p:tgtEl>
                                        <p:attrNameLst>
                                          <p:attrName>ppt_w</p:attrName>
                                        </p:attrNameLst>
                                      </p:cBhvr>
                                      <p:tavLst>
                                        <p:tav tm="0">
                                          <p:val>
                                            <p:strVal val="ppt_w"/>
                                          </p:val>
                                        </p:tav>
                                        <p:tav tm="100000">
                                          <p:val>
                                            <p:fltVal val="0"/>
                                          </p:val>
                                        </p:tav>
                                      </p:tavLst>
                                    </p:anim>
                                    <p:anim calcmode="lin" valueType="num">
                                      <p:cBhvr>
                                        <p:cTn id="967" dur="300"/>
                                        <p:tgtEl>
                                          <p:spTgt spid="144"/>
                                        </p:tgtEl>
                                        <p:attrNameLst>
                                          <p:attrName>ppt_h</p:attrName>
                                        </p:attrNameLst>
                                      </p:cBhvr>
                                      <p:tavLst>
                                        <p:tav tm="0">
                                          <p:val>
                                            <p:strVal val="ppt_h"/>
                                          </p:val>
                                        </p:tav>
                                        <p:tav tm="100000">
                                          <p:val>
                                            <p:fltVal val="0"/>
                                          </p:val>
                                        </p:tav>
                                      </p:tavLst>
                                    </p:anim>
                                    <p:animEffect transition="out" filter="fade">
                                      <p:cBhvr>
                                        <p:cTn id="968" dur="300"/>
                                        <p:tgtEl>
                                          <p:spTgt spid="144"/>
                                        </p:tgtEl>
                                      </p:cBhvr>
                                    </p:animEffect>
                                    <p:set>
                                      <p:cBhvr>
                                        <p:cTn id="969" dur="1" fill="hold">
                                          <p:stCondLst>
                                            <p:cond delay="299"/>
                                          </p:stCondLst>
                                        </p:cTn>
                                        <p:tgtEl>
                                          <p:spTgt spid="144"/>
                                        </p:tgtEl>
                                        <p:attrNameLst>
                                          <p:attrName>style.visibility</p:attrName>
                                        </p:attrNameLst>
                                      </p:cBhvr>
                                      <p:to>
                                        <p:strVal val="hidden"/>
                                      </p:to>
                                    </p:set>
                                  </p:childTnLst>
                                </p:cTn>
                              </p:par>
                              <p:par>
                                <p:cTn id="970" presetID="10" presetClass="exit" presetSubtype="0" fill="hold" grpId="3" nodeType="withEffect">
                                  <p:stCondLst>
                                    <p:cond delay="0"/>
                                  </p:stCondLst>
                                  <p:childTnLst>
                                    <p:animEffect transition="out" filter="fade">
                                      <p:cBhvr>
                                        <p:cTn id="971" dur="200"/>
                                        <p:tgtEl>
                                          <p:spTgt spid="145"/>
                                        </p:tgtEl>
                                      </p:cBhvr>
                                    </p:animEffect>
                                    <p:set>
                                      <p:cBhvr>
                                        <p:cTn id="972" dur="1" fill="hold">
                                          <p:stCondLst>
                                            <p:cond delay="199"/>
                                          </p:stCondLst>
                                        </p:cTn>
                                        <p:tgtEl>
                                          <p:spTgt spid="145"/>
                                        </p:tgtEl>
                                        <p:attrNameLst>
                                          <p:attrName>style.visibility</p:attrName>
                                        </p:attrNameLst>
                                      </p:cBhvr>
                                      <p:to>
                                        <p:strVal val="hidden"/>
                                      </p:to>
                                    </p:set>
                                  </p:childTnLst>
                                </p:cTn>
                              </p:par>
                              <p:par>
                                <p:cTn id="973" presetID="10" presetClass="exit" presetSubtype="0" fill="hold" grpId="3" nodeType="withEffect">
                                  <p:stCondLst>
                                    <p:cond delay="80"/>
                                  </p:stCondLst>
                                  <p:childTnLst>
                                    <p:animEffect transition="out" filter="fade">
                                      <p:cBhvr>
                                        <p:cTn id="974" dur="300"/>
                                        <p:tgtEl>
                                          <p:spTgt spid="143"/>
                                        </p:tgtEl>
                                      </p:cBhvr>
                                    </p:animEffect>
                                    <p:set>
                                      <p:cBhvr>
                                        <p:cTn id="975" dur="1" fill="hold">
                                          <p:stCondLst>
                                            <p:cond delay="299"/>
                                          </p:stCondLst>
                                        </p:cTn>
                                        <p:tgtEl>
                                          <p:spTgt spid="143"/>
                                        </p:tgtEl>
                                        <p:attrNameLst>
                                          <p:attrName>style.visibility</p:attrName>
                                        </p:attrNameLst>
                                      </p:cBhvr>
                                      <p:to>
                                        <p:strVal val="hidden"/>
                                      </p:to>
                                    </p:set>
                                  </p:childTnLst>
                                </p:cTn>
                              </p:par>
                            </p:childTnLst>
                          </p:cTn>
                        </p:par>
                      </p:childTnLst>
                    </p:cTn>
                  </p:par>
                </p:childTnLst>
              </p:cTn>
              <p:nextCondLst>
                <p:cond evt="onClick" delay="0">
                  <p:tgtEl>
                    <p:spTgt spid="145"/>
                  </p:tgtEl>
                </p:cond>
              </p:nextCondLst>
            </p:seq>
            <p:seq concurrent="1" nextAc="seek">
              <p:cTn id="976" restart="whenNotActive" fill="hold" evtFilter="cancelBubble" nodeType="interactiveSeq">
                <p:stCondLst>
                  <p:cond evt="onClick" delay="0">
                    <p:tgtEl>
                      <p:spTgt spid="146"/>
                    </p:tgtEl>
                  </p:cond>
                </p:stCondLst>
                <p:endSync evt="end" delay="0">
                  <p:rtn val="all"/>
                </p:endSync>
                <p:childTnLst>
                  <p:par>
                    <p:cTn id="977" fill="hold">
                      <p:stCondLst>
                        <p:cond delay="0"/>
                      </p:stCondLst>
                      <p:childTnLst>
                        <p:par>
                          <p:cTn id="978" fill="hold">
                            <p:stCondLst>
                              <p:cond delay="0"/>
                            </p:stCondLst>
                            <p:childTnLst>
                              <p:par>
                                <p:cTn id="979" presetID="53" presetClass="exit" presetSubtype="32" fill="hold" nodeType="clickEffect">
                                  <p:stCondLst>
                                    <p:cond delay="0"/>
                                  </p:stCondLst>
                                  <p:childTnLst>
                                    <p:anim calcmode="lin" valueType="num">
                                      <p:cBhvr>
                                        <p:cTn id="980" dur="300"/>
                                        <p:tgtEl>
                                          <p:spTgt spid="147"/>
                                        </p:tgtEl>
                                        <p:attrNameLst>
                                          <p:attrName>ppt_w</p:attrName>
                                        </p:attrNameLst>
                                      </p:cBhvr>
                                      <p:tavLst>
                                        <p:tav tm="0">
                                          <p:val>
                                            <p:strVal val="ppt_w"/>
                                          </p:val>
                                        </p:tav>
                                        <p:tav tm="100000">
                                          <p:val>
                                            <p:fltVal val="0"/>
                                          </p:val>
                                        </p:tav>
                                      </p:tavLst>
                                    </p:anim>
                                    <p:anim calcmode="lin" valueType="num">
                                      <p:cBhvr>
                                        <p:cTn id="981" dur="300"/>
                                        <p:tgtEl>
                                          <p:spTgt spid="147"/>
                                        </p:tgtEl>
                                        <p:attrNameLst>
                                          <p:attrName>ppt_h</p:attrName>
                                        </p:attrNameLst>
                                      </p:cBhvr>
                                      <p:tavLst>
                                        <p:tav tm="0">
                                          <p:val>
                                            <p:strVal val="ppt_h"/>
                                          </p:val>
                                        </p:tav>
                                        <p:tav tm="100000">
                                          <p:val>
                                            <p:fltVal val="0"/>
                                          </p:val>
                                        </p:tav>
                                      </p:tavLst>
                                    </p:anim>
                                    <p:animEffect transition="out" filter="fade">
                                      <p:cBhvr>
                                        <p:cTn id="982" dur="300"/>
                                        <p:tgtEl>
                                          <p:spTgt spid="147"/>
                                        </p:tgtEl>
                                      </p:cBhvr>
                                    </p:animEffect>
                                    <p:set>
                                      <p:cBhvr>
                                        <p:cTn id="983" dur="1" fill="hold">
                                          <p:stCondLst>
                                            <p:cond delay="299"/>
                                          </p:stCondLst>
                                        </p:cTn>
                                        <p:tgtEl>
                                          <p:spTgt spid="147"/>
                                        </p:tgtEl>
                                        <p:attrNameLst>
                                          <p:attrName>style.visibility</p:attrName>
                                        </p:attrNameLst>
                                      </p:cBhvr>
                                      <p:to>
                                        <p:strVal val="hidden"/>
                                      </p:to>
                                    </p:set>
                                  </p:childTnLst>
                                </p:cTn>
                              </p:par>
                              <p:par>
                                <p:cTn id="984" presetID="10" presetClass="exit" presetSubtype="0" fill="hold" grpId="1" nodeType="withEffect">
                                  <p:stCondLst>
                                    <p:cond delay="0"/>
                                  </p:stCondLst>
                                  <p:childTnLst>
                                    <p:animEffect transition="out" filter="fade">
                                      <p:cBhvr>
                                        <p:cTn id="985" dur="200"/>
                                        <p:tgtEl>
                                          <p:spTgt spid="148"/>
                                        </p:tgtEl>
                                      </p:cBhvr>
                                    </p:animEffect>
                                    <p:set>
                                      <p:cBhvr>
                                        <p:cTn id="986" dur="1" fill="hold">
                                          <p:stCondLst>
                                            <p:cond delay="199"/>
                                          </p:stCondLst>
                                        </p:cTn>
                                        <p:tgtEl>
                                          <p:spTgt spid="148"/>
                                        </p:tgtEl>
                                        <p:attrNameLst>
                                          <p:attrName>style.visibility</p:attrName>
                                        </p:attrNameLst>
                                      </p:cBhvr>
                                      <p:to>
                                        <p:strVal val="hidden"/>
                                      </p:to>
                                    </p:set>
                                  </p:childTnLst>
                                </p:cTn>
                              </p:par>
                              <p:par>
                                <p:cTn id="987" presetID="10" presetClass="exit" presetSubtype="0" fill="hold" grpId="1" nodeType="withEffect">
                                  <p:stCondLst>
                                    <p:cond delay="80"/>
                                  </p:stCondLst>
                                  <p:childTnLst>
                                    <p:animEffect transition="out" filter="fade">
                                      <p:cBhvr>
                                        <p:cTn id="988" dur="300"/>
                                        <p:tgtEl>
                                          <p:spTgt spid="146"/>
                                        </p:tgtEl>
                                      </p:cBhvr>
                                    </p:animEffect>
                                    <p:set>
                                      <p:cBhvr>
                                        <p:cTn id="989" dur="1" fill="hold">
                                          <p:stCondLst>
                                            <p:cond delay="299"/>
                                          </p:stCondLst>
                                        </p:cTn>
                                        <p:tgtEl>
                                          <p:spTgt spid="146"/>
                                        </p:tgtEl>
                                        <p:attrNameLst>
                                          <p:attrName>style.visibility</p:attrName>
                                        </p:attrNameLst>
                                      </p:cBhvr>
                                      <p:to>
                                        <p:strVal val="hidden"/>
                                      </p:to>
                                    </p:set>
                                  </p:childTnLst>
                                </p:cTn>
                              </p:par>
                            </p:childTnLst>
                          </p:cTn>
                        </p:par>
                      </p:childTnLst>
                    </p:cTn>
                  </p:par>
                </p:childTnLst>
              </p:cTn>
              <p:nextCondLst>
                <p:cond evt="onClick" delay="0">
                  <p:tgtEl>
                    <p:spTgt spid="146"/>
                  </p:tgtEl>
                </p:cond>
              </p:nextCondLst>
            </p:seq>
            <p:seq concurrent="1" nextAc="seek">
              <p:cTn id="990" restart="whenNotActive" fill="hold" evtFilter="cancelBubble" nodeType="interactiveSeq">
                <p:stCondLst>
                  <p:cond evt="onClick" delay="0">
                    <p:tgtEl>
                      <p:spTgt spid="147"/>
                    </p:tgtEl>
                  </p:cond>
                </p:stCondLst>
                <p:endSync evt="end" delay="0">
                  <p:rtn val="all"/>
                </p:endSync>
                <p:childTnLst>
                  <p:par>
                    <p:cTn id="991" fill="hold">
                      <p:stCondLst>
                        <p:cond delay="0"/>
                      </p:stCondLst>
                      <p:childTnLst>
                        <p:par>
                          <p:cTn id="992" fill="hold">
                            <p:stCondLst>
                              <p:cond delay="0"/>
                            </p:stCondLst>
                            <p:childTnLst>
                              <p:par>
                                <p:cTn id="993" presetID="53" presetClass="exit" presetSubtype="32" fill="hold" nodeType="clickEffect">
                                  <p:stCondLst>
                                    <p:cond delay="0"/>
                                  </p:stCondLst>
                                  <p:childTnLst>
                                    <p:anim calcmode="lin" valueType="num">
                                      <p:cBhvr>
                                        <p:cTn id="994" dur="300"/>
                                        <p:tgtEl>
                                          <p:spTgt spid="147"/>
                                        </p:tgtEl>
                                        <p:attrNameLst>
                                          <p:attrName>ppt_w</p:attrName>
                                        </p:attrNameLst>
                                      </p:cBhvr>
                                      <p:tavLst>
                                        <p:tav tm="0">
                                          <p:val>
                                            <p:strVal val="ppt_w"/>
                                          </p:val>
                                        </p:tav>
                                        <p:tav tm="100000">
                                          <p:val>
                                            <p:fltVal val="0"/>
                                          </p:val>
                                        </p:tav>
                                      </p:tavLst>
                                    </p:anim>
                                    <p:anim calcmode="lin" valueType="num">
                                      <p:cBhvr>
                                        <p:cTn id="995" dur="300"/>
                                        <p:tgtEl>
                                          <p:spTgt spid="147"/>
                                        </p:tgtEl>
                                        <p:attrNameLst>
                                          <p:attrName>ppt_h</p:attrName>
                                        </p:attrNameLst>
                                      </p:cBhvr>
                                      <p:tavLst>
                                        <p:tav tm="0">
                                          <p:val>
                                            <p:strVal val="ppt_h"/>
                                          </p:val>
                                        </p:tav>
                                        <p:tav tm="100000">
                                          <p:val>
                                            <p:fltVal val="0"/>
                                          </p:val>
                                        </p:tav>
                                      </p:tavLst>
                                    </p:anim>
                                    <p:animEffect transition="out" filter="fade">
                                      <p:cBhvr>
                                        <p:cTn id="996" dur="300"/>
                                        <p:tgtEl>
                                          <p:spTgt spid="147"/>
                                        </p:tgtEl>
                                      </p:cBhvr>
                                    </p:animEffect>
                                    <p:set>
                                      <p:cBhvr>
                                        <p:cTn id="997" dur="1" fill="hold">
                                          <p:stCondLst>
                                            <p:cond delay="299"/>
                                          </p:stCondLst>
                                        </p:cTn>
                                        <p:tgtEl>
                                          <p:spTgt spid="147"/>
                                        </p:tgtEl>
                                        <p:attrNameLst>
                                          <p:attrName>style.visibility</p:attrName>
                                        </p:attrNameLst>
                                      </p:cBhvr>
                                      <p:to>
                                        <p:strVal val="hidden"/>
                                      </p:to>
                                    </p:set>
                                  </p:childTnLst>
                                </p:cTn>
                              </p:par>
                              <p:par>
                                <p:cTn id="998" presetID="10" presetClass="exit" presetSubtype="0" fill="hold" grpId="2" nodeType="withEffect">
                                  <p:stCondLst>
                                    <p:cond delay="0"/>
                                  </p:stCondLst>
                                  <p:childTnLst>
                                    <p:animEffect transition="out" filter="fade">
                                      <p:cBhvr>
                                        <p:cTn id="999" dur="200"/>
                                        <p:tgtEl>
                                          <p:spTgt spid="148"/>
                                        </p:tgtEl>
                                      </p:cBhvr>
                                    </p:animEffect>
                                    <p:set>
                                      <p:cBhvr>
                                        <p:cTn id="1000" dur="1" fill="hold">
                                          <p:stCondLst>
                                            <p:cond delay="199"/>
                                          </p:stCondLst>
                                        </p:cTn>
                                        <p:tgtEl>
                                          <p:spTgt spid="148"/>
                                        </p:tgtEl>
                                        <p:attrNameLst>
                                          <p:attrName>style.visibility</p:attrName>
                                        </p:attrNameLst>
                                      </p:cBhvr>
                                      <p:to>
                                        <p:strVal val="hidden"/>
                                      </p:to>
                                    </p:set>
                                  </p:childTnLst>
                                </p:cTn>
                              </p:par>
                              <p:par>
                                <p:cTn id="1001" presetID="10" presetClass="exit" presetSubtype="0" fill="hold" grpId="2" nodeType="withEffect">
                                  <p:stCondLst>
                                    <p:cond delay="80"/>
                                  </p:stCondLst>
                                  <p:childTnLst>
                                    <p:animEffect transition="out" filter="fade">
                                      <p:cBhvr>
                                        <p:cTn id="1002" dur="300"/>
                                        <p:tgtEl>
                                          <p:spTgt spid="146"/>
                                        </p:tgtEl>
                                      </p:cBhvr>
                                    </p:animEffect>
                                    <p:set>
                                      <p:cBhvr>
                                        <p:cTn id="1003" dur="1" fill="hold">
                                          <p:stCondLst>
                                            <p:cond delay="299"/>
                                          </p:stCondLst>
                                        </p:cTn>
                                        <p:tgtEl>
                                          <p:spTgt spid="146"/>
                                        </p:tgtEl>
                                        <p:attrNameLst>
                                          <p:attrName>style.visibility</p:attrName>
                                        </p:attrNameLst>
                                      </p:cBhvr>
                                      <p:to>
                                        <p:strVal val="hidden"/>
                                      </p:to>
                                    </p:set>
                                  </p:childTnLst>
                                </p:cTn>
                              </p:par>
                            </p:childTnLst>
                          </p:cTn>
                        </p:par>
                      </p:childTnLst>
                    </p:cTn>
                  </p:par>
                </p:childTnLst>
              </p:cTn>
              <p:nextCondLst>
                <p:cond evt="onClick" delay="0">
                  <p:tgtEl>
                    <p:spTgt spid="147"/>
                  </p:tgtEl>
                </p:cond>
              </p:nextCondLst>
            </p:seq>
            <p:seq concurrent="1" nextAc="seek">
              <p:cTn id="1004" restart="whenNotActive" fill="hold" evtFilter="cancelBubble" nodeType="interactiveSeq">
                <p:stCondLst>
                  <p:cond evt="onClick" delay="0">
                    <p:tgtEl>
                      <p:spTgt spid="148"/>
                    </p:tgtEl>
                  </p:cond>
                </p:stCondLst>
                <p:endSync evt="end" delay="0">
                  <p:rtn val="all"/>
                </p:endSync>
                <p:childTnLst>
                  <p:par>
                    <p:cTn id="1005" fill="hold">
                      <p:stCondLst>
                        <p:cond delay="0"/>
                      </p:stCondLst>
                      <p:childTnLst>
                        <p:par>
                          <p:cTn id="1006" fill="hold">
                            <p:stCondLst>
                              <p:cond delay="0"/>
                            </p:stCondLst>
                            <p:childTnLst>
                              <p:par>
                                <p:cTn id="1007" presetID="53" presetClass="exit" presetSubtype="32" fill="hold" nodeType="clickEffect">
                                  <p:stCondLst>
                                    <p:cond delay="0"/>
                                  </p:stCondLst>
                                  <p:childTnLst>
                                    <p:anim calcmode="lin" valueType="num">
                                      <p:cBhvr>
                                        <p:cTn id="1008" dur="300"/>
                                        <p:tgtEl>
                                          <p:spTgt spid="147"/>
                                        </p:tgtEl>
                                        <p:attrNameLst>
                                          <p:attrName>ppt_w</p:attrName>
                                        </p:attrNameLst>
                                      </p:cBhvr>
                                      <p:tavLst>
                                        <p:tav tm="0">
                                          <p:val>
                                            <p:strVal val="ppt_w"/>
                                          </p:val>
                                        </p:tav>
                                        <p:tav tm="100000">
                                          <p:val>
                                            <p:fltVal val="0"/>
                                          </p:val>
                                        </p:tav>
                                      </p:tavLst>
                                    </p:anim>
                                    <p:anim calcmode="lin" valueType="num">
                                      <p:cBhvr>
                                        <p:cTn id="1009" dur="300"/>
                                        <p:tgtEl>
                                          <p:spTgt spid="147"/>
                                        </p:tgtEl>
                                        <p:attrNameLst>
                                          <p:attrName>ppt_h</p:attrName>
                                        </p:attrNameLst>
                                      </p:cBhvr>
                                      <p:tavLst>
                                        <p:tav tm="0">
                                          <p:val>
                                            <p:strVal val="ppt_h"/>
                                          </p:val>
                                        </p:tav>
                                        <p:tav tm="100000">
                                          <p:val>
                                            <p:fltVal val="0"/>
                                          </p:val>
                                        </p:tav>
                                      </p:tavLst>
                                    </p:anim>
                                    <p:animEffect transition="out" filter="fade">
                                      <p:cBhvr>
                                        <p:cTn id="1010" dur="300"/>
                                        <p:tgtEl>
                                          <p:spTgt spid="147"/>
                                        </p:tgtEl>
                                      </p:cBhvr>
                                    </p:animEffect>
                                    <p:set>
                                      <p:cBhvr>
                                        <p:cTn id="1011" dur="1" fill="hold">
                                          <p:stCondLst>
                                            <p:cond delay="299"/>
                                          </p:stCondLst>
                                        </p:cTn>
                                        <p:tgtEl>
                                          <p:spTgt spid="147"/>
                                        </p:tgtEl>
                                        <p:attrNameLst>
                                          <p:attrName>style.visibility</p:attrName>
                                        </p:attrNameLst>
                                      </p:cBhvr>
                                      <p:to>
                                        <p:strVal val="hidden"/>
                                      </p:to>
                                    </p:set>
                                  </p:childTnLst>
                                </p:cTn>
                              </p:par>
                              <p:par>
                                <p:cTn id="1012" presetID="10" presetClass="exit" presetSubtype="0" fill="hold" grpId="3" nodeType="withEffect">
                                  <p:stCondLst>
                                    <p:cond delay="0"/>
                                  </p:stCondLst>
                                  <p:childTnLst>
                                    <p:animEffect transition="out" filter="fade">
                                      <p:cBhvr>
                                        <p:cTn id="1013" dur="200"/>
                                        <p:tgtEl>
                                          <p:spTgt spid="148"/>
                                        </p:tgtEl>
                                      </p:cBhvr>
                                    </p:animEffect>
                                    <p:set>
                                      <p:cBhvr>
                                        <p:cTn id="1014" dur="1" fill="hold">
                                          <p:stCondLst>
                                            <p:cond delay="199"/>
                                          </p:stCondLst>
                                        </p:cTn>
                                        <p:tgtEl>
                                          <p:spTgt spid="148"/>
                                        </p:tgtEl>
                                        <p:attrNameLst>
                                          <p:attrName>style.visibility</p:attrName>
                                        </p:attrNameLst>
                                      </p:cBhvr>
                                      <p:to>
                                        <p:strVal val="hidden"/>
                                      </p:to>
                                    </p:set>
                                  </p:childTnLst>
                                </p:cTn>
                              </p:par>
                              <p:par>
                                <p:cTn id="1015" presetID="10" presetClass="exit" presetSubtype="0" fill="hold" grpId="3" nodeType="withEffect">
                                  <p:stCondLst>
                                    <p:cond delay="80"/>
                                  </p:stCondLst>
                                  <p:childTnLst>
                                    <p:animEffect transition="out" filter="fade">
                                      <p:cBhvr>
                                        <p:cTn id="1016" dur="300"/>
                                        <p:tgtEl>
                                          <p:spTgt spid="146"/>
                                        </p:tgtEl>
                                      </p:cBhvr>
                                    </p:animEffect>
                                    <p:set>
                                      <p:cBhvr>
                                        <p:cTn id="1017" dur="1" fill="hold">
                                          <p:stCondLst>
                                            <p:cond delay="299"/>
                                          </p:stCondLst>
                                        </p:cTn>
                                        <p:tgtEl>
                                          <p:spTgt spid="146"/>
                                        </p:tgtEl>
                                        <p:attrNameLst>
                                          <p:attrName>style.visibility</p:attrName>
                                        </p:attrNameLst>
                                      </p:cBhvr>
                                      <p:to>
                                        <p:strVal val="hidden"/>
                                      </p:to>
                                    </p:set>
                                  </p:childTnLst>
                                </p:cTn>
                              </p:par>
                            </p:childTnLst>
                          </p:cTn>
                        </p:par>
                      </p:childTnLst>
                    </p:cTn>
                  </p:par>
                </p:childTnLst>
              </p:cTn>
              <p:nextCondLst>
                <p:cond evt="onClick" delay="0">
                  <p:tgtEl>
                    <p:spTgt spid="148"/>
                  </p:tgtEl>
                </p:cond>
              </p:nextCondLst>
            </p:seq>
            <p:seq concurrent="1" nextAc="seek">
              <p:cTn id="1018" restart="whenNotActive" fill="hold" evtFilter="cancelBubble" nodeType="interactiveSeq">
                <p:stCondLst>
                  <p:cond evt="onClick" delay="0">
                    <p:tgtEl>
                      <p:spTgt spid="149"/>
                    </p:tgtEl>
                  </p:cond>
                </p:stCondLst>
                <p:endSync evt="end" delay="0">
                  <p:rtn val="all"/>
                </p:endSync>
                <p:childTnLst>
                  <p:par>
                    <p:cTn id="1019" fill="hold">
                      <p:stCondLst>
                        <p:cond delay="0"/>
                      </p:stCondLst>
                      <p:childTnLst>
                        <p:par>
                          <p:cTn id="1020" fill="hold">
                            <p:stCondLst>
                              <p:cond delay="0"/>
                            </p:stCondLst>
                            <p:childTnLst>
                              <p:par>
                                <p:cTn id="1021" presetID="53" presetClass="exit" presetSubtype="32" fill="hold" nodeType="clickEffect">
                                  <p:stCondLst>
                                    <p:cond delay="0"/>
                                  </p:stCondLst>
                                  <p:childTnLst>
                                    <p:anim calcmode="lin" valueType="num">
                                      <p:cBhvr>
                                        <p:cTn id="1022" dur="300"/>
                                        <p:tgtEl>
                                          <p:spTgt spid="150"/>
                                        </p:tgtEl>
                                        <p:attrNameLst>
                                          <p:attrName>ppt_w</p:attrName>
                                        </p:attrNameLst>
                                      </p:cBhvr>
                                      <p:tavLst>
                                        <p:tav tm="0">
                                          <p:val>
                                            <p:strVal val="ppt_w"/>
                                          </p:val>
                                        </p:tav>
                                        <p:tav tm="100000">
                                          <p:val>
                                            <p:fltVal val="0"/>
                                          </p:val>
                                        </p:tav>
                                      </p:tavLst>
                                    </p:anim>
                                    <p:anim calcmode="lin" valueType="num">
                                      <p:cBhvr>
                                        <p:cTn id="1023" dur="300"/>
                                        <p:tgtEl>
                                          <p:spTgt spid="150"/>
                                        </p:tgtEl>
                                        <p:attrNameLst>
                                          <p:attrName>ppt_h</p:attrName>
                                        </p:attrNameLst>
                                      </p:cBhvr>
                                      <p:tavLst>
                                        <p:tav tm="0">
                                          <p:val>
                                            <p:strVal val="ppt_h"/>
                                          </p:val>
                                        </p:tav>
                                        <p:tav tm="100000">
                                          <p:val>
                                            <p:fltVal val="0"/>
                                          </p:val>
                                        </p:tav>
                                      </p:tavLst>
                                    </p:anim>
                                    <p:animEffect transition="out" filter="fade">
                                      <p:cBhvr>
                                        <p:cTn id="1024" dur="300"/>
                                        <p:tgtEl>
                                          <p:spTgt spid="150"/>
                                        </p:tgtEl>
                                      </p:cBhvr>
                                    </p:animEffect>
                                    <p:set>
                                      <p:cBhvr>
                                        <p:cTn id="1025" dur="1" fill="hold">
                                          <p:stCondLst>
                                            <p:cond delay="299"/>
                                          </p:stCondLst>
                                        </p:cTn>
                                        <p:tgtEl>
                                          <p:spTgt spid="150"/>
                                        </p:tgtEl>
                                        <p:attrNameLst>
                                          <p:attrName>style.visibility</p:attrName>
                                        </p:attrNameLst>
                                      </p:cBhvr>
                                      <p:to>
                                        <p:strVal val="hidden"/>
                                      </p:to>
                                    </p:set>
                                  </p:childTnLst>
                                </p:cTn>
                              </p:par>
                              <p:par>
                                <p:cTn id="1026" presetID="10" presetClass="exit" presetSubtype="0" fill="hold" grpId="1" nodeType="withEffect">
                                  <p:stCondLst>
                                    <p:cond delay="0"/>
                                  </p:stCondLst>
                                  <p:childTnLst>
                                    <p:animEffect transition="out" filter="fade">
                                      <p:cBhvr>
                                        <p:cTn id="1027" dur="200"/>
                                        <p:tgtEl>
                                          <p:spTgt spid="151"/>
                                        </p:tgtEl>
                                      </p:cBhvr>
                                    </p:animEffect>
                                    <p:set>
                                      <p:cBhvr>
                                        <p:cTn id="1028" dur="1" fill="hold">
                                          <p:stCondLst>
                                            <p:cond delay="199"/>
                                          </p:stCondLst>
                                        </p:cTn>
                                        <p:tgtEl>
                                          <p:spTgt spid="151"/>
                                        </p:tgtEl>
                                        <p:attrNameLst>
                                          <p:attrName>style.visibility</p:attrName>
                                        </p:attrNameLst>
                                      </p:cBhvr>
                                      <p:to>
                                        <p:strVal val="hidden"/>
                                      </p:to>
                                    </p:set>
                                  </p:childTnLst>
                                </p:cTn>
                              </p:par>
                              <p:par>
                                <p:cTn id="1029" presetID="10" presetClass="exit" presetSubtype="0" fill="hold" grpId="1" nodeType="withEffect">
                                  <p:stCondLst>
                                    <p:cond delay="80"/>
                                  </p:stCondLst>
                                  <p:childTnLst>
                                    <p:animEffect transition="out" filter="fade">
                                      <p:cBhvr>
                                        <p:cTn id="1030" dur="300"/>
                                        <p:tgtEl>
                                          <p:spTgt spid="149"/>
                                        </p:tgtEl>
                                      </p:cBhvr>
                                    </p:animEffect>
                                    <p:set>
                                      <p:cBhvr>
                                        <p:cTn id="1031" dur="1" fill="hold">
                                          <p:stCondLst>
                                            <p:cond delay="299"/>
                                          </p:stCondLst>
                                        </p:cTn>
                                        <p:tgtEl>
                                          <p:spTgt spid="149"/>
                                        </p:tgtEl>
                                        <p:attrNameLst>
                                          <p:attrName>style.visibility</p:attrName>
                                        </p:attrNameLst>
                                      </p:cBhvr>
                                      <p:to>
                                        <p:strVal val="hidden"/>
                                      </p:to>
                                    </p:set>
                                  </p:childTnLst>
                                </p:cTn>
                              </p:par>
                            </p:childTnLst>
                          </p:cTn>
                        </p:par>
                      </p:childTnLst>
                    </p:cTn>
                  </p:par>
                </p:childTnLst>
              </p:cTn>
              <p:nextCondLst>
                <p:cond evt="onClick" delay="0">
                  <p:tgtEl>
                    <p:spTgt spid="149"/>
                  </p:tgtEl>
                </p:cond>
              </p:nextCondLst>
            </p:seq>
            <p:seq concurrent="1" nextAc="seek">
              <p:cTn id="1032" restart="whenNotActive" fill="hold" evtFilter="cancelBubble" nodeType="interactiveSeq">
                <p:stCondLst>
                  <p:cond evt="onClick" delay="0">
                    <p:tgtEl>
                      <p:spTgt spid="150"/>
                    </p:tgtEl>
                  </p:cond>
                </p:stCondLst>
                <p:endSync evt="end" delay="0">
                  <p:rtn val="all"/>
                </p:endSync>
                <p:childTnLst>
                  <p:par>
                    <p:cTn id="1033" fill="hold">
                      <p:stCondLst>
                        <p:cond delay="0"/>
                      </p:stCondLst>
                      <p:childTnLst>
                        <p:par>
                          <p:cTn id="1034" fill="hold">
                            <p:stCondLst>
                              <p:cond delay="0"/>
                            </p:stCondLst>
                            <p:childTnLst>
                              <p:par>
                                <p:cTn id="1035" presetID="53" presetClass="exit" presetSubtype="32" fill="hold" nodeType="clickEffect">
                                  <p:stCondLst>
                                    <p:cond delay="0"/>
                                  </p:stCondLst>
                                  <p:childTnLst>
                                    <p:anim calcmode="lin" valueType="num">
                                      <p:cBhvr>
                                        <p:cTn id="1036" dur="300"/>
                                        <p:tgtEl>
                                          <p:spTgt spid="150"/>
                                        </p:tgtEl>
                                        <p:attrNameLst>
                                          <p:attrName>ppt_w</p:attrName>
                                        </p:attrNameLst>
                                      </p:cBhvr>
                                      <p:tavLst>
                                        <p:tav tm="0">
                                          <p:val>
                                            <p:strVal val="ppt_w"/>
                                          </p:val>
                                        </p:tav>
                                        <p:tav tm="100000">
                                          <p:val>
                                            <p:fltVal val="0"/>
                                          </p:val>
                                        </p:tav>
                                      </p:tavLst>
                                    </p:anim>
                                    <p:anim calcmode="lin" valueType="num">
                                      <p:cBhvr>
                                        <p:cTn id="1037" dur="300"/>
                                        <p:tgtEl>
                                          <p:spTgt spid="150"/>
                                        </p:tgtEl>
                                        <p:attrNameLst>
                                          <p:attrName>ppt_h</p:attrName>
                                        </p:attrNameLst>
                                      </p:cBhvr>
                                      <p:tavLst>
                                        <p:tav tm="0">
                                          <p:val>
                                            <p:strVal val="ppt_h"/>
                                          </p:val>
                                        </p:tav>
                                        <p:tav tm="100000">
                                          <p:val>
                                            <p:fltVal val="0"/>
                                          </p:val>
                                        </p:tav>
                                      </p:tavLst>
                                    </p:anim>
                                    <p:animEffect transition="out" filter="fade">
                                      <p:cBhvr>
                                        <p:cTn id="1038" dur="300"/>
                                        <p:tgtEl>
                                          <p:spTgt spid="150"/>
                                        </p:tgtEl>
                                      </p:cBhvr>
                                    </p:animEffect>
                                    <p:set>
                                      <p:cBhvr>
                                        <p:cTn id="1039" dur="1" fill="hold">
                                          <p:stCondLst>
                                            <p:cond delay="299"/>
                                          </p:stCondLst>
                                        </p:cTn>
                                        <p:tgtEl>
                                          <p:spTgt spid="150"/>
                                        </p:tgtEl>
                                        <p:attrNameLst>
                                          <p:attrName>style.visibility</p:attrName>
                                        </p:attrNameLst>
                                      </p:cBhvr>
                                      <p:to>
                                        <p:strVal val="hidden"/>
                                      </p:to>
                                    </p:set>
                                  </p:childTnLst>
                                </p:cTn>
                              </p:par>
                              <p:par>
                                <p:cTn id="1040" presetID="10" presetClass="exit" presetSubtype="0" fill="hold" grpId="2" nodeType="withEffect">
                                  <p:stCondLst>
                                    <p:cond delay="0"/>
                                  </p:stCondLst>
                                  <p:childTnLst>
                                    <p:animEffect transition="out" filter="fade">
                                      <p:cBhvr>
                                        <p:cTn id="1041" dur="200"/>
                                        <p:tgtEl>
                                          <p:spTgt spid="151"/>
                                        </p:tgtEl>
                                      </p:cBhvr>
                                    </p:animEffect>
                                    <p:set>
                                      <p:cBhvr>
                                        <p:cTn id="1042" dur="1" fill="hold">
                                          <p:stCondLst>
                                            <p:cond delay="199"/>
                                          </p:stCondLst>
                                        </p:cTn>
                                        <p:tgtEl>
                                          <p:spTgt spid="151"/>
                                        </p:tgtEl>
                                        <p:attrNameLst>
                                          <p:attrName>style.visibility</p:attrName>
                                        </p:attrNameLst>
                                      </p:cBhvr>
                                      <p:to>
                                        <p:strVal val="hidden"/>
                                      </p:to>
                                    </p:set>
                                  </p:childTnLst>
                                </p:cTn>
                              </p:par>
                              <p:par>
                                <p:cTn id="1043" presetID="10" presetClass="exit" presetSubtype="0" fill="hold" grpId="2" nodeType="withEffect">
                                  <p:stCondLst>
                                    <p:cond delay="80"/>
                                  </p:stCondLst>
                                  <p:childTnLst>
                                    <p:animEffect transition="out" filter="fade">
                                      <p:cBhvr>
                                        <p:cTn id="1044" dur="300"/>
                                        <p:tgtEl>
                                          <p:spTgt spid="149"/>
                                        </p:tgtEl>
                                      </p:cBhvr>
                                    </p:animEffect>
                                    <p:set>
                                      <p:cBhvr>
                                        <p:cTn id="1045" dur="1" fill="hold">
                                          <p:stCondLst>
                                            <p:cond delay="299"/>
                                          </p:stCondLst>
                                        </p:cTn>
                                        <p:tgtEl>
                                          <p:spTgt spid="149"/>
                                        </p:tgtEl>
                                        <p:attrNameLst>
                                          <p:attrName>style.visibility</p:attrName>
                                        </p:attrNameLst>
                                      </p:cBhvr>
                                      <p:to>
                                        <p:strVal val="hidden"/>
                                      </p:to>
                                    </p:set>
                                  </p:childTnLst>
                                </p:cTn>
                              </p:par>
                            </p:childTnLst>
                          </p:cTn>
                        </p:par>
                      </p:childTnLst>
                    </p:cTn>
                  </p:par>
                </p:childTnLst>
              </p:cTn>
              <p:nextCondLst>
                <p:cond evt="onClick" delay="0">
                  <p:tgtEl>
                    <p:spTgt spid="150"/>
                  </p:tgtEl>
                </p:cond>
              </p:nextCondLst>
            </p:seq>
            <p:seq concurrent="1" nextAc="seek">
              <p:cTn id="1046" restart="whenNotActive" fill="hold" evtFilter="cancelBubble" nodeType="interactiveSeq">
                <p:stCondLst>
                  <p:cond evt="onClick" delay="0">
                    <p:tgtEl>
                      <p:spTgt spid="151"/>
                    </p:tgtEl>
                  </p:cond>
                </p:stCondLst>
                <p:endSync evt="end" delay="0">
                  <p:rtn val="all"/>
                </p:endSync>
                <p:childTnLst>
                  <p:par>
                    <p:cTn id="1047" fill="hold">
                      <p:stCondLst>
                        <p:cond delay="0"/>
                      </p:stCondLst>
                      <p:childTnLst>
                        <p:par>
                          <p:cTn id="1048" fill="hold">
                            <p:stCondLst>
                              <p:cond delay="0"/>
                            </p:stCondLst>
                            <p:childTnLst>
                              <p:par>
                                <p:cTn id="1049" presetID="53" presetClass="exit" presetSubtype="32" fill="hold" nodeType="clickEffect">
                                  <p:stCondLst>
                                    <p:cond delay="0"/>
                                  </p:stCondLst>
                                  <p:childTnLst>
                                    <p:anim calcmode="lin" valueType="num">
                                      <p:cBhvr>
                                        <p:cTn id="1050" dur="300"/>
                                        <p:tgtEl>
                                          <p:spTgt spid="150"/>
                                        </p:tgtEl>
                                        <p:attrNameLst>
                                          <p:attrName>ppt_w</p:attrName>
                                        </p:attrNameLst>
                                      </p:cBhvr>
                                      <p:tavLst>
                                        <p:tav tm="0">
                                          <p:val>
                                            <p:strVal val="ppt_w"/>
                                          </p:val>
                                        </p:tav>
                                        <p:tav tm="100000">
                                          <p:val>
                                            <p:fltVal val="0"/>
                                          </p:val>
                                        </p:tav>
                                      </p:tavLst>
                                    </p:anim>
                                    <p:anim calcmode="lin" valueType="num">
                                      <p:cBhvr>
                                        <p:cTn id="1051" dur="300"/>
                                        <p:tgtEl>
                                          <p:spTgt spid="150"/>
                                        </p:tgtEl>
                                        <p:attrNameLst>
                                          <p:attrName>ppt_h</p:attrName>
                                        </p:attrNameLst>
                                      </p:cBhvr>
                                      <p:tavLst>
                                        <p:tav tm="0">
                                          <p:val>
                                            <p:strVal val="ppt_h"/>
                                          </p:val>
                                        </p:tav>
                                        <p:tav tm="100000">
                                          <p:val>
                                            <p:fltVal val="0"/>
                                          </p:val>
                                        </p:tav>
                                      </p:tavLst>
                                    </p:anim>
                                    <p:animEffect transition="out" filter="fade">
                                      <p:cBhvr>
                                        <p:cTn id="1052" dur="300"/>
                                        <p:tgtEl>
                                          <p:spTgt spid="150"/>
                                        </p:tgtEl>
                                      </p:cBhvr>
                                    </p:animEffect>
                                    <p:set>
                                      <p:cBhvr>
                                        <p:cTn id="1053" dur="1" fill="hold">
                                          <p:stCondLst>
                                            <p:cond delay="299"/>
                                          </p:stCondLst>
                                        </p:cTn>
                                        <p:tgtEl>
                                          <p:spTgt spid="150"/>
                                        </p:tgtEl>
                                        <p:attrNameLst>
                                          <p:attrName>style.visibility</p:attrName>
                                        </p:attrNameLst>
                                      </p:cBhvr>
                                      <p:to>
                                        <p:strVal val="hidden"/>
                                      </p:to>
                                    </p:set>
                                  </p:childTnLst>
                                </p:cTn>
                              </p:par>
                              <p:par>
                                <p:cTn id="1054" presetID="10" presetClass="exit" presetSubtype="0" fill="hold" grpId="3" nodeType="withEffect">
                                  <p:stCondLst>
                                    <p:cond delay="0"/>
                                  </p:stCondLst>
                                  <p:childTnLst>
                                    <p:animEffect transition="out" filter="fade">
                                      <p:cBhvr>
                                        <p:cTn id="1055" dur="200"/>
                                        <p:tgtEl>
                                          <p:spTgt spid="151"/>
                                        </p:tgtEl>
                                      </p:cBhvr>
                                    </p:animEffect>
                                    <p:set>
                                      <p:cBhvr>
                                        <p:cTn id="1056" dur="1" fill="hold">
                                          <p:stCondLst>
                                            <p:cond delay="199"/>
                                          </p:stCondLst>
                                        </p:cTn>
                                        <p:tgtEl>
                                          <p:spTgt spid="151"/>
                                        </p:tgtEl>
                                        <p:attrNameLst>
                                          <p:attrName>style.visibility</p:attrName>
                                        </p:attrNameLst>
                                      </p:cBhvr>
                                      <p:to>
                                        <p:strVal val="hidden"/>
                                      </p:to>
                                    </p:set>
                                  </p:childTnLst>
                                </p:cTn>
                              </p:par>
                              <p:par>
                                <p:cTn id="1057" presetID="10" presetClass="exit" presetSubtype="0" fill="hold" grpId="3" nodeType="withEffect">
                                  <p:stCondLst>
                                    <p:cond delay="80"/>
                                  </p:stCondLst>
                                  <p:childTnLst>
                                    <p:animEffect transition="out" filter="fade">
                                      <p:cBhvr>
                                        <p:cTn id="1058" dur="300"/>
                                        <p:tgtEl>
                                          <p:spTgt spid="149"/>
                                        </p:tgtEl>
                                      </p:cBhvr>
                                    </p:animEffect>
                                    <p:set>
                                      <p:cBhvr>
                                        <p:cTn id="1059" dur="1" fill="hold">
                                          <p:stCondLst>
                                            <p:cond delay="299"/>
                                          </p:stCondLst>
                                        </p:cTn>
                                        <p:tgtEl>
                                          <p:spTgt spid="149"/>
                                        </p:tgtEl>
                                        <p:attrNameLst>
                                          <p:attrName>style.visibility</p:attrName>
                                        </p:attrNameLst>
                                      </p:cBhvr>
                                      <p:to>
                                        <p:strVal val="hidden"/>
                                      </p:to>
                                    </p:set>
                                  </p:childTnLst>
                                </p:cTn>
                              </p:par>
                            </p:childTnLst>
                          </p:cTn>
                        </p:par>
                      </p:childTnLst>
                    </p:cTn>
                  </p:par>
                </p:childTnLst>
              </p:cTn>
              <p:nextCondLst>
                <p:cond evt="onClick" delay="0">
                  <p:tgtEl>
                    <p:spTgt spid="151"/>
                  </p:tgtEl>
                </p:cond>
              </p:nextCondLst>
            </p:seq>
            <p:seq concurrent="1" nextAc="seek">
              <p:cTn id="1060" restart="whenNotActive" fill="hold" evtFilter="cancelBubble" nodeType="interactiveSeq">
                <p:stCondLst>
                  <p:cond evt="onClick" delay="0">
                    <p:tgtEl>
                      <p:spTgt spid="152"/>
                    </p:tgtEl>
                  </p:cond>
                </p:stCondLst>
                <p:endSync evt="end" delay="0">
                  <p:rtn val="all"/>
                </p:endSync>
                <p:childTnLst>
                  <p:par>
                    <p:cTn id="1061" fill="hold">
                      <p:stCondLst>
                        <p:cond delay="0"/>
                      </p:stCondLst>
                      <p:childTnLst>
                        <p:par>
                          <p:cTn id="1062" fill="hold">
                            <p:stCondLst>
                              <p:cond delay="0"/>
                            </p:stCondLst>
                            <p:childTnLst>
                              <p:par>
                                <p:cTn id="1063" presetID="53" presetClass="exit" presetSubtype="32" fill="hold" nodeType="clickEffect">
                                  <p:stCondLst>
                                    <p:cond delay="0"/>
                                  </p:stCondLst>
                                  <p:childTnLst>
                                    <p:anim calcmode="lin" valueType="num">
                                      <p:cBhvr>
                                        <p:cTn id="1064" dur="300"/>
                                        <p:tgtEl>
                                          <p:spTgt spid="153"/>
                                        </p:tgtEl>
                                        <p:attrNameLst>
                                          <p:attrName>ppt_w</p:attrName>
                                        </p:attrNameLst>
                                      </p:cBhvr>
                                      <p:tavLst>
                                        <p:tav tm="0">
                                          <p:val>
                                            <p:strVal val="ppt_w"/>
                                          </p:val>
                                        </p:tav>
                                        <p:tav tm="100000">
                                          <p:val>
                                            <p:fltVal val="0"/>
                                          </p:val>
                                        </p:tav>
                                      </p:tavLst>
                                    </p:anim>
                                    <p:anim calcmode="lin" valueType="num">
                                      <p:cBhvr>
                                        <p:cTn id="1065" dur="300"/>
                                        <p:tgtEl>
                                          <p:spTgt spid="153"/>
                                        </p:tgtEl>
                                        <p:attrNameLst>
                                          <p:attrName>ppt_h</p:attrName>
                                        </p:attrNameLst>
                                      </p:cBhvr>
                                      <p:tavLst>
                                        <p:tav tm="0">
                                          <p:val>
                                            <p:strVal val="ppt_h"/>
                                          </p:val>
                                        </p:tav>
                                        <p:tav tm="100000">
                                          <p:val>
                                            <p:fltVal val="0"/>
                                          </p:val>
                                        </p:tav>
                                      </p:tavLst>
                                    </p:anim>
                                    <p:animEffect transition="out" filter="fade">
                                      <p:cBhvr>
                                        <p:cTn id="1066" dur="300"/>
                                        <p:tgtEl>
                                          <p:spTgt spid="153"/>
                                        </p:tgtEl>
                                      </p:cBhvr>
                                    </p:animEffect>
                                    <p:set>
                                      <p:cBhvr>
                                        <p:cTn id="1067" dur="1" fill="hold">
                                          <p:stCondLst>
                                            <p:cond delay="299"/>
                                          </p:stCondLst>
                                        </p:cTn>
                                        <p:tgtEl>
                                          <p:spTgt spid="153"/>
                                        </p:tgtEl>
                                        <p:attrNameLst>
                                          <p:attrName>style.visibility</p:attrName>
                                        </p:attrNameLst>
                                      </p:cBhvr>
                                      <p:to>
                                        <p:strVal val="hidden"/>
                                      </p:to>
                                    </p:set>
                                  </p:childTnLst>
                                </p:cTn>
                              </p:par>
                              <p:par>
                                <p:cTn id="1068" presetID="10" presetClass="exit" presetSubtype="0" fill="hold" grpId="1" nodeType="withEffect">
                                  <p:stCondLst>
                                    <p:cond delay="0"/>
                                  </p:stCondLst>
                                  <p:childTnLst>
                                    <p:animEffect transition="out" filter="fade">
                                      <p:cBhvr>
                                        <p:cTn id="1069" dur="200"/>
                                        <p:tgtEl>
                                          <p:spTgt spid="154"/>
                                        </p:tgtEl>
                                      </p:cBhvr>
                                    </p:animEffect>
                                    <p:set>
                                      <p:cBhvr>
                                        <p:cTn id="1070" dur="1" fill="hold">
                                          <p:stCondLst>
                                            <p:cond delay="199"/>
                                          </p:stCondLst>
                                        </p:cTn>
                                        <p:tgtEl>
                                          <p:spTgt spid="154"/>
                                        </p:tgtEl>
                                        <p:attrNameLst>
                                          <p:attrName>style.visibility</p:attrName>
                                        </p:attrNameLst>
                                      </p:cBhvr>
                                      <p:to>
                                        <p:strVal val="hidden"/>
                                      </p:to>
                                    </p:set>
                                  </p:childTnLst>
                                </p:cTn>
                              </p:par>
                              <p:par>
                                <p:cTn id="1071" presetID="10" presetClass="exit" presetSubtype="0" fill="hold" grpId="1" nodeType="withEffect">
                                  <p:stCondLst>
                                    <p:cond delay="80"/>
                                  </p:stCondLst>
                                  <p:childTnLst>
                                    <p:animEffect transition="out" filter="fade">
                                      <p:cBhvr>
                                        <p:cTn id="1072" dur="300"/>
                                        <p:tgtEl>
                                          <p:spTgt spid="152"/>
                                        </p:tgtEl>
                                      </p:cBhvr>
                                    </p:animEffect>
                                    <p:set>
                                      <p:cBhvr>
                                        <p:cTn id="1073" dur="1" fill="hold">
                                          <p:stCondLst>
                                            <p:cond delay="299"/>
                                          </p:stCondLst>
                                        </p:cTn>
                                        <p:tgtEl>
                                          <p:spTgt spid="152"/>
                                        </p:tgtEl>
                                        <p:attrNameLst>
                                          <p:attrName>style.visibility</p:attrName>
                                        </p:attrNameLst>
                                      </p:cBhvr>
                                      <p:to>
                                        <p:strVal val="hidden"/>
                                      </p:to>
                                    </p:set>
                                  </p:childTnLst>
                                </p:cTn>
                              </p:par>
                            </p:childTnLst>
                          </p:cTn>
                        </p:par>
                      </p:childTnLst>
                    </p:cTn>
                  </p:par>
                </p:childTnLst>
              </p:cTn>
              <p:nextCondLst>
                <p:cond evt="onClick" delay="0">
                  <p:tgtEl>
                    <p:spTgt spid="152"/>
                  </p:tgtEl>
                </p:cond>
              </p:nextCondLst>
            </p:seq>
            <p:seq concurrent="1" nextAc="seek">
              <p:cTn id="1074" restart="whenNotActive" fill="hold" evtFilter="cancelBubble" nodeType="interactiveSeq">
                <p:stCondLst>
                  <p:cond evt="onClick" delay="0">
                    <p:tgtEl>
                      <p:spTgt spid="153"/>
                    </p:tgtEl>
                  </p:cond>
                </p:stCondLst>
                <p:endSync evt="end" delay="0">
                  <p:rtn val="all"/>
                </p:endSync>
                <p:childTnLst>
                  <p:par>
                    <p:cTn id="1075" fill="hold">
                      <p:stCondLst>
                        <p:cond delay="0"/>
                      </p:stCondLst>
                      <p:childTnLst>
                        <p:par>
                          <p:cTn id="1076" fill="hold">
                            <p:stCondLst>
                              <p:cond delay="0"/>
                            </p:stCondLst>
                            <p:childTnLst>
                              <p:par>
                                <p:cTn id="1077" presetID="53" presetClass="exit" presetSubtype="32" fill="hold" nodeType="clickEffect">
                                  <p:stCondLst>
                                    <p:cond delay="0"/>
                                  </p:stCondLst>
                                  <p:childTnLst>
                                    <p:anim calcmode="lin" valueType="num">
                                      <p:cBhvr>
                                        <p:cTn id="1078" dur="300"/>
                                        <p:tgtEl>
                                          <p:spTgt spid="153"/>
                                        </p:tgtEl>
                                        <p:attrNameLst>
                                          <p:attrName>ppt_w</p:attrName>
                                        </p:attrNameLst>
                                      </p:cBhvr>
                                      <p:tavLst>
                                        <p:tav tm="0">
                                          <p:val>
                                            <p:strVal val="ppt_w"/>
                                          </p:val>
                                        </p:tav>
                                        <p:tav tm="100000">
                                          <p:val>
                                            <p:fltVal val="0"/>
                                          </p:val>
                                        </p:tav>
                                      </p:tavLst>
                                    </p:anim>
                                    <p:anim calcmode="lin" valueType="num">
                                      <p:cBhvr>
                                        <p:cTn id="1079" dur="300"/>
                                        <p:tgtEl>
                                          <p:spTgt spid="153"/>
                                        </p:tgtEl>
                                        <p:attrNameLst>
                                          <p:attrName>ppt_h</p:attrName>
                                        </p:attrNameLst>
                                      </p:cBhvr>
                                      <p:tavLst>
                                        <p:tav tm="0">
                                          <p:val>
                                            <p:strVal val="ppt_h"/>
                                          </p:val>
                                        </p:tav>
                                        <p:tav tm="100000">
                                          <p:val>
                                            <p:fltVal val="0"/>
                                          </p:val>
                                        </p:tav>
                                      </p:tavLst>
                                    </p:anim>
                                    <p:animEffect transition="out" filter="fade">
                                      <p:cBhvr>
                                        <p:cTn id="1080" dur="300"/>
                                        <p:tgtEl>
                                          <p:spTgt spid="153"/>
                                        </p:tgtEl>
                                      </p:cBhvr>
                                    </p:animEffect>
                                    <p:set>
                                      <p:cBhvr>
                                        <p:cTn id="1081" dur="1" fill="hold">
                                          <p:stCondLst>
                                            <p:cond delay="299"/>
                                          </p:stCondLst>
                                        </p:cTn>
                                        <p:tgtEl>
                                          <p:spTgt spid="153"/>
                                        </p:tgtEl>
                                        <p:attrNameLst>
                                          <p:attrName>style.visibility</p:attrName>
                                        </p:attrNameLst>
                                      </p:cBhvr>
                                      <p:to>
                                        <p:strVal val="hidden"/>
                                      </p:to>
                                    </p:set>
                                  </p:childTnLst>
                                </p:cTn>
                              </p:par>
                              <p:par>
                                <p:cTn id="1082" presetID="10" presetClass="exit" presetSubtype="0" fill="hold" grpId="2" nodeType="withEffect">
                                  <p:stCondLst>
                                    <p:cond delay="0"/>
                                  </p:stCondLst>
                                  <p:childTnLst>
                                    <p:animEffect transition="out" filter="fade">
                                      <p:cBhvr>
                                        <p:cTn id="1083" dur="200"/>
                                        <p:tgtEl>
                                          <p:spTgt spid="154"/>
                                        </p:tgtEl>
                                      </p:cBhvr>
                                    </p:animEffect>
                                    <p:set>
                                      <p:cBhvr>
                                        <p:cTn id="1084" dur="1" fill="hold">
                                          <p:stCondLst>
                                            <p:cond delay="199"/>
                                          </p:stCondLst>
                                        </p:cTn>
                                        <p:tgtEl>
                                          <p:spTgt spid="154"/>
                                        </p:tgtEl>
                                        <p:attrNameLst>
                                          <p:attrName>style.visibility</p:attrName>
                                        </p:attrNameLst>
                                      </p:cBhvr>
                                      <p:to>
                                        <p:strVal val="hidden"/>
                                      </p:to>
                                    </p:set>
                                  </p:childTnLst>
                                </p:cTn>
                              </p:par>
                              <p:par>
                                <p:cTn id="1085" presetID="10" presetClass="exit" presetSubtype="0" fill="hold" grpId="2" nodeType="withEffect">
                                  <p:stCondLst>
                                    <p:cond delay="80"/>
                                  </p:stCondLst>
                                  <p:childTnLst>
                                    <p:animEffect transition="out" filter="fade">
                                      <p:cBhvr>
                                        <p:cTn id="1086" dur="300"/>
                                        <p:tgtEl>
                                          <p:spTgt spid="152"/>
                                        </p:tgtEl>
                                      </p:cBhvr>
                                    </p:animEffect>
                                    <p:set>
                                      <p:cBhvr>
                                        <p:cTn id="1087" dur="1" fill="hold">
                                          <p:stCondLst>
                                            <p:cond delay="299"/>
                                          </p:stCondLst>
                                        </p:cTn>
                                        <p:tgtEl>
                                          <p:spTgt spid="152"/>
                                        </p:tgtEl>
                                        <p:attrNameLst>
                                          <p:attrName>style.visibility</p:attrName>
                                        </p:attrNameLst>
                                      </p:cBhvr>
                                      <p:to>
                                        <p:strVal val="hidden"/>
                                      </p:to>
                                    </p:set>
                                  </p:childTnLst>
                                </p:cTn>
                              </p:par>
                            </p:childTnLst>
                          </p:cTn>
                        </p:par>
                      </p:childTnLst>
                    </p:cTn>
                  </p:par>
                </p:childTnLst>
              </p:cTn>
              <p:nextCondLst>
                <p:cond evt="onClick" delay="0">
                  <p:tgtEl>
                    <p:spTgt spid="153"/>
                  </p:tgtEl>
                </p:cond>
              </p:nextCondLst>
            </p:seq>
            <p:seq concurrent="1" nextAc="seek">
              <p:cTn id="1088" restart="whenNotActive" fill="hold" evtFilter="cancelBubble" nodeType="interactiveSeq">
                <p:stCondLst>
                  <p:cond evt="onClick" delay="0">
                    <p:tgtEl>
                      <p:spTgt spid="154"/>
                    </p:tgtEl>
                  </p:cond>
                </p:stCondLst>
                <p:endSync evt="end" delay="0">
                  <p:rtn val="all"/>
                </p:endSync>
                <p:childTnLst>
                  <p:par>
                    <p:cTn id="1089" fill="hold">
                      <p:stCondLst>
                        <p:cond delay="0"/>
                      </p:stCondLst>
                      <p:childTnLst>
                        <p:par>
                          <p:cTn id="1090" fill="hold">
                            <p:stCondLst>
                              <p:cond delay="0"/>
                            </p:stCondLst>
                            <p:childTnLst>
                              <p:par>
                                <p:cTn id="1091" presetID="53" presetClass="exit" presetSubtype="32" fill="hold" nodeType="clickEffect">
                                  <p:stCondLst>
                                    <p:cond delay="0"/>
                                  </p:stCondLst>
                                  <p:childTnLst>
                                    <p:anim calcmode="lin" valueType="num">
                                      <p:cBhvr>
                                        <p:cTn id="1092" dur="300"/>
                                        <p:tgtEl>
                                          <p:spTgt spid="153"/>
                                        </p:tgtEl>
                                        <p:attrNameLst>
                                          <p:attrName>ppt_w</p:attrName>
                                        </p:attrNameLst>
                                      </p:cBhvr>
                                      <p:tavLst>
                                        <p:tav tm="0">
                                          <p:val>
                                            <p:strVal val="ppt_w"/>
                                          </p:val>
                                        </p:tav>
                                        <p:tav tm="100000">
                                          <p:val>
                                            <p:fltVal val="0"/>
                                          </p:val>
                                        </p:tav>
                                      </p:tavLst>
                                    </p:anim>
                                    <p:anim calcmode="lin" valueType="num">
                                      <p:cBhvr>
                                        <p:cTn id="1093" dur="300"/>
                                        <p:tgtEl>
                                          <p:spTgt spid="153"/>
                                        </p:tgtEl>
                                        <p:attrNameLst>
                                          <p:attrName>ppt_h</p:attrName>
                                        </p:attrNameLst>
                                      </p:cBhvr>
                                      <p:tavLst>
                                        <p:tav tm="0">
                                          <p:val>
                                            <p:strVal val="ppt_h"/>
                                          </p:val>
                                        </p:tav>
                                        <p:tav tm="100000">
                                          <p:val>
                                            <p:fltVal val="0"/>
                                          </p:val>
                                        </p:tav>
                                      </p:tavLst>
                                    </p:anim>
                                    <p:animEffect transition="out" filter="fade">
                                      <p:cBhvr>
                                        <p:cTn id="1094" dur="300"/>
                                        <p:tgtEl>
                                          <p:spTgt spid="153"/>
                                        </p:tgtEl>
                                      </p:cBhvr>
                                    </p:animEffect>
                                    <p:set>
                                      <p:cBhvr>
                                        <p:cTn id="1095" dur="1" fill="hold">
                                          <p:stCondLst>
                                            <p:cond delay="299"/>
                                          </p:stCondLst>
                                        </p:cTn>
                                        <p:tgtEl>
                                          <p:spTgt spid="153"/>
                                        </p:tgtEl>
                                        <p:attrNameLst>
                                          <p:attrName>style.visibility</p:attrName>
                                        </p:attrNameLst>
                                      </p:cBhvr>
                                      <p:to>
                                        <p:strVal val="hidden"/>
                                      </p:to>
                                    </p:set>
                                  </p:childTnLst>
                                </p:cTn>
                              </p:par>
                              <p:par>
                                <p:cTn id="1096" presetID="10" presetClass="exit" presetSubtype="0" fill="hold" grpId="3" nodeType="withEffect">
                                  <p:stCondLst>
                                    <p:cond delay="0"/>
                                  </p:stCondLst>
                                  <p:childTnLst>
                                    <p:animEffect transition="out" filter="fade">
                                      <p:cBhvr>
                                        <p:cTn id="1097" dur="200"/>
                                        <p:tgtEl>
                                          <p:spTgt spid="154"/>
                                        </p:tgtEl>
                                      </p:cBhvr>
                                    </p:animEffect>
                                    <p:set>
                                      <p:cBhvr>
                                        <p:cTn id="1098" dur="1" fill="hold">
                                          <p:stCondLst>
                                            <p:cond delay="199"/>
                                          </p:stCondLst>
                                        </p:cTn>
                                        <p:tgtEl>
                                          <p:spTgt spid="154"/>
                                        </p:tgtEl>
                                        <p:attrNameLst>
                                          <p:attrName>style.visibility</p:attrName>
                                        </p:attrNameLst>
                                      </p:cBhvr>
                                      <p:to>
                                        <p:strVal val="hidden"/>
                                      </p:to>
                                    </p:set>
                                  </p:childTnLst>
                                </p:cTn>
                              </p:par>
                              <p:par>
                                <p:cTn id="1099" presetID="10" presetClass="exit" presetSubtype="0" fill="hold" grpId="3" nodeType="withEffect">
                                  <p:stCondLst>
                                    <p:cond delay="80"/>
                                  </p:stCondLst>
                                  <p:childTnLst>
                                    <p:animEffect transition="out" filter="fade">
                                      <p:cBhvr>
                                        <p:cTn id="1100" dur="300"/>
                                        <p:tgtEl>
                                          <p:spTgt spid="152"/>
                                        </p:tgtEl>
                                      </p:cBhvr>
                                    </p:animEffect>
                                    <p:set>
                                      <p:cBhvr>
                                        <p:cTn id="1101" dur="1" fill="hold">
                                          <p:stCondLst>
                                            <p:cond delay="299"/>
                                          </p:stCondLst>
                                        </p:cTn>
                                        <p:tgtEl>
                                          <p:spTgt spid="152"/>
                                        </p:tgtEl>
                                        <p:attrNameLst>
                                          <p:attrName>style.visibility</p:attrName>
                                        </p:attrNameLst>
                                      </p:cBhvr>
                                      <p:to>
                                        <p:strVal val="hidden"/>
                                      </p:to>
                                    </p:set>
                                  </p:childTnLst>
                                </p:cTn>
                              </p:par>
                            </p:childTnLst>
                          </p:cTn>
                        </p:par>
                      </p:childTnLst>
                    </p:cTn>
                  </p:par>
                </p:childTnLst>
              </p:cTn>
              <p:nextCondLst>
                <p:cond evt="onClick" delay="0">
                  <p:tgtEl>
                    <p:spTgt spid="154"/>
                  </p:tgtEl>
                </p:cond>
              </p:nextCondLst>
            </p:seq>
            <p:seq concurrent="1" nextAc="seek">
              <p:cTn id="1102" restart="whenNotActive" fill="hold" evtFilter="cancelBubble" nodeType="interactiveSeq">
                <p:stCondLst>
                  <p:cond evt="onClick" delay="0">
                    <p:tgtEl>
                      <p:spTgt spid="155"/>
                    </p:tgtEl>
                  </p:cond>
                </p:stCondLst>
                <p:endSync evt="end" delay="0">
                  <p:rtn val="all"/>
                </p:endSync>
                <p:childTnLst>
                  <p:par>
                    <p:cTn id="1103" fill="hold">
                      <p:stCondLst>
                        <p:cond delay="0"/>
                      </p:stCondLst>
                      <p:childTnLst>
                        <p:par>
                          <p:cTn id="1104" fill="hold">
                            <p:stCondLst>
                              <p:cond delay="0"/>
                            </p:stCondLst>
                            <p:childTnLst>
                              <p:par>
                                <p:cTn id="1105" presetID="53" presetClass="exit" presetSubtype="32" fill="hold" nodeType="clickEffect">
                                  <p:stCondLst>
                                    <p:cond delay="0"/>
                                  </p:stCondLst>
                                  <p:childTnLst>
                                    <p:anim calcmode="lin" valueType="num">
                                      <p:cBhvr>
                                        <p:cTn id="1106" dur="300"/>
                                        <p:tgtEl>
                                          <p:spTgt spid="156"/>
                                        </p:tgtEl>
                                        <p:attrNameLst>
                                          <p:attrName>ppt_w</p:attrName>
                                        </p:attrNameLst>
                                      </p:cBhvr>
                                      <p:tavLst>
                                        <p:tav tm="0">
                                          <p:val>
                                            <p:strVal val="ppt_w"/>
                                          </p:val>
                                        </p:tav>
                                        <p:tav tm="100000">
                                          <p:val>
                                            <p:fltVal val="0"/>
                                          </p:val>
                                        </p:tav>
                                      </p:tavLst>
                                    </p:anim>
                                    <p:anim calcmode="lin" valueType="num">
                                      <p:cBhvr>
                                        <p:cTn id="1107" dur="300"/>
                                        <p:tgtEl>
                                          <p:spTgt spid="156"/>
                                        </p:tgtEl>
                                        <p:attrNameLst>
                                          <p:attrName>ppt_h</p:attrName>
                                        </p:attrNameLst>
                                      </p:cBhvr>
                                      <p:tavLst>
                                        <p:tav tm="0">
                                          <p:val>
                                            <p:strVal val="ppt_h"/>
                                          </p:val>
                                        </p:tav>
                                        <p:tav tm="100000">
                                          <p:val>
                                            <p:fltVal val="0"/>
                                          </p:val>
                                        </p:tav>
                                      </p:tavLst>
                                    </p:anim>
                                    <p:animEffect transition="out" filter="fade">
                                      <p:cBhvr>
                                        <p:cTn id="1108" dur="300"/>
                                        <p:tgtEl>
                                          <p:spTgt spid="156"/>
                                        </p:tgtEl>
                                      </p:cBhvr>
                                    </p:animEffect>
                                    <p:set>
                                      <p:cBhvr>
                                        <p:cTn id="1109" dur="1" fill="hold">
                                          <p:stCondLst>
                                            <p:cond delay="299"/>
                                          </p:stCondLst>
                                        </p:cTn>
                                        <p:tgtEl>
                                          <p:spTgt spid="156"/>
                                        </p:tgtEl>
                                        <p:attrNameLst>
                                          <p:attrName>style.visibility</p:attrName>
                                        </p:attrNameLst>
                                      </p:cBhvr>
                                      <p:to>
                                        <p:strVal val="hidden"/>
                                      </p:to>
                                    </p:set>
                                  </p:childTnLst>
                                </p:cTn>
                              </p:par>
                              <p:par>
                                <p:cTn id="1110" presetID="10" presetClass="exit" presetSubtype="0" fill="hold" grpId="1" nodeType="withEffect">
                                  <p:stCondLst>
                                    <p:cond delay="0"/>
                                  </p:stCondLst>
                                  <p:childTnLst>
                                    <p:animEffect transition="out" filter="fade">
                                      <p:cBhvr>
                                        <p:cTn id="1111" dur="200"/>
                                        <p:tgtEl>
                                          <p:spTgt spid="157"/>
                                        </p:tgtEl>
                                      </p:cBhvr>
                                    </p:animEffect>
                                    <p:set>
                                      <p:cBhvr>
                                        <p:cTn id="1112" dur="1" fill="hold">
                                          <p:stCondLst>
                                            <p:cond delay="199"/>
                                          </p:stCondLst>
                                        </p:cTn>
                                        <p:tgtEl>
                                          <p:spTgt spid="157"/>
                                        </p:tgtEl>
                                        <p:attrNameLst>
                                          <p:attrName>style.visibility</p:attrName>
                                        </p:attrNameLst>
                                      </p:cBhvr>
                                      <p:to>
                                        <p:strVal val="hidden"/>
                                      </p:to>
                                    </p:set>
                                  </p:childTnLst>
                                </p:cTn>
                              </p:par>
                              <p:par>
                                <p:cTn id="1113" presetID="10" presetClass="exit" presetSubtype="0" fill="hold" grpId="1" nodeType="withEffect">
                                  <p:stCondLst>
                                    <p:cond delay="80"/>
                                  </p:stCondLst>
                                  <p:childTnLst>
                                    <p:animEffect transition="out" filter="fade">
                                      <p:cBhvr>
                                        <p:cTn id="1114" dur="300"/>
                                        <p:tgtEl>
                                          <p:spTgt spid="155"/>
                                        </p:tgtEl>
                                      </p:cBhvr>
                                    </p:animEffect>
                                    <p:set>
                                      <p:cBhvr>
                                        <p:cTn id="1115" dur="1" fill="hold">
                                          <p:stCondLst>
                                            <p:cond delay="299"/>
                                          </p:stCondLst>
                                        </p:cTn>
                                        <p:tgtEl>
                                          <p:spTgt spid="155"/>
                                        </p:tgtEl>
                                        <p:attrNameLst>
                                          <p:attrName>style.visibility</p:attrName>
                                        </p:attrNameLst>
                                      </p:cBhvr>
                                      <p:to>
                                        <p:strVal val="hidden"/>
                                      </p:to>
                                    </p:set>
                                  </p:childTnLst>
                                </p:cTn>
                              </p:par>
                            </p:childTnLst>
                          </p:cTn>
                        </p:par>
                      </p:childTnLst>
                    </p:cTn>
                  </p:par>
                </p:childTnLst>
              </p:cTn>
              <p:nextCondLst>
                <p:cond evt="onClick" delay="0">
                  <p:tgtEl>
                    <p:spTgt spid="155"/>
                  </p:tgtEl>
                </p:cond>
              </p:nextCondLst>
            </p:seq>
            <p:seq concurrent="1" nextAc="seek">
              <p:cTn id="1116" restart="whenNotActive" fill="hold" evtFilter="cancelBubble" nodeType="interactiveSeq">
                <p:stCondLst>
                  <p:cond evt="onClick" delay="0">
                    <p:tgtEl>
                      <p:spTgt spid="156"/>
                    </p:tgtEl>
                  </p:cond>
                </p:stCondLst>
                <p:endSync evt="end" delay="0">
                  <p:rtn val="all"/>
                </p:endSync>
                <p:childTnLst>
                  <p:par>
                    <p:cTn id="1117" fill="hold">
                      <p:stCondLst>
                        <p:cond delay="0"/>
                      </p:stCondLst>
                      <p:childTnLst>
                        <p:par>
                          <p:cTn id="1118" fill="hold">
                            <p:stCondLst>
                              <p:cond delay="0"/>
                            </p:stCondLst>
                            <p:childTnLst>
                              <p:par>
                                <p:cTn id="1119" presetID="53" presetClass="exit" presetSubtype="32" fill="hold" nodeType="clickEffect">
                                  <p:stCondLst>
                                    <p:cond delay="0"/>
                                  </p:stCondLst>
                                  <p:childTnLst>
                                    <p:anim calcmode="lin" valueType="num">
                                      <p:cBhvr>
                                        <p:cTn id="1120" dur="300"/>
                                        <p:tgtEl>
                                          <p:spTgt spid="156"/>
                                        </p:tgtEl>
                                        <p:attrNameLst>
                                          <p:attrName>ppt_w</p:attrName>
                                        </p:attrNameLst>
                                      </p:cBhvr>
                                      <p:tavLst>
                                        <p:tav tm="0">
                                          <p:val>
                                            <p:strVal val="ppt_w"/>
                                          </p:val>
                                        </p:tav>
                                        <p:tav tm="100000">
                                          <p:val>
                                            <p:fltVal val="0"/>
                                          </p:val>
                                        </p:tav>
                                      </p:tavLst>
                                    </p:anim>
                                    <p:anim calcmode="lin" valueType="num">
                                      <p:cBhvr>
                                        <p:cTn id="1121" dur="300"/>
                                        <p:tgtEl>
                                          <p:spTgt spid="156"/>
                                        </p:tgtEl>
                                        <p:attrNameLst>
                                          <p:attrName>ppt_h</p:attrName>
                                        </p:attrNameLst>
                                      </p:cBhvr>
                                      <p:tavLst>
                                        <p:tav tm="0">
                                          <p:val>
                                            <p:strVal val="ppt_h"/>
                                          </p:val>
                                        </p:tav>
                                        <p:tav tm="100000">
                                          <p:val>
                                            <p:fltVal val="0"/>
                                          </p:val>
                                        </p:tav>
                                      </p:tavLst>
                                    </p:anim>
                                    <p:animEffect transition="out" filter="fade">
                                      <p:cBhvr>
                                        <p:cTn id="1122" dur="300"/>
                                        <p:tgtEl>
                                          <p:spTgt spid="156"/>
                                        </p:tgtEl>
                                      </p:cBhvr>
                                    </p:animEffect>
                                    <p:set>
                                      <p:cBhvr>
                                        <p:cTn id="1123" dur="1" fill="hold">
                                          <p:stCondLst>
                                            <p:cond delay="299"/>
                                          </p:stCondLst>
                                        </p:cTn>
                                        <p:tgtEl>
                                          <p:spTgt spid="156"/>
                                        </p:tgtEl>
                                        <p:attrNameLst>
                                          <p:attrName>style.visibility</p:attrName>
                                        </p:attrNameLst>
                                      </p:cBhvr>
                                      <p:to>
                                        <p:strVal val="hidden"/>
                                      </p:to>
                                    </p:set>
                                  </p:childTnLst>
                                </p:cTn>
                              </p:par>
                              <p:par>
                                <p:cTn id="1124" presetID="10" presetClass="exit" presetSubtype="0" fill="hold" grpId="2" nodeType="withEffect">
                                  <p:stCondLst>
                                    <p:cond delay="0"/>
                                  </p:stCondLst>
                                  <p:childTnLst>
                                    <p:animEffect transition="out" filter="fade">
                                      <p:cBhvr>
                                        <p:cTn id="1125" dur="200"/>
                                        <p:tgtEl>
                                          <p:spTgt spid="157"/>
                                        </p:tgtEl>
                                      </p:cBhvr>
                                    </p:animEffect>
                                    <p:set>
                                      <p:cBhvr>
                                        <p:cTn id="1126" dur="1" fill="hold">
                                          <p:stCondLst>
                                            <p:cond delay="199"/>
                                          </p:stCondLst>
                                        </p:cTn>
                                        <p:tgtEl>
                                          <p:spTgt spid="157"/>
                                        </p:tgtEl>
                                        <p:attrNameLst>
                                          <p:attrName>style.visibility</p:attrName>
                                        </p:attrNameLst>
                                      </p:cBhvr>
                                      <p:to>
                                        <p:strVal val="hidden"/>
                                      </p:to>
                                    </p:set>
                                  </p:childTnLst>
                                </p:cTn>
                              </p:par>
                              <p:par>
                                <p:cTn id="1127" presetID="10" presetClass="exit" presetSubtype="0" fill="hold" grpId="2" nodeType="withEffect">
                                  <p:stCondLst>
                                    <p:cond delay="80"/>
                                  </p:stCondLst>
                                  <p:childTnLst>
                                    <p:animEffect transition="out" filter="fade">
                                      <p:cBhvr>
                                        <p:cTn id="1128" dur="300"/>
                                        <p:tgtEl>
                                          <p:spTgt spid="155"/>
                                        </p:tgtEl>
                                      </p:cBhvr>
                                    </p:animEffect>
                                    <p:set>
                                      <p:cBhvr>
                                        <p:cTn id="1129" dur="1" fill="hold">
                                          <p:stCondLst>
                                            <p:cond delay="299"/>
                                          </p:stCondLst>
                                        </p:cTn>
                                        <p:tgtEl>
                                          <p:spTgt spid="155"/>
                                        </p:tgtEl>
                                        <p:attrNameLst>
                                          <p:attrName>style.visibility</p:attrName>
                                        </p:attrNameLst>
                                      </p:cBhvr>
                                      <p:to>
                                        <p:strVal val="hidden"/>
                                      </p:to>
                                    </p:set>
                                  </p:childTnLst>
                                </p:cTn>
                              </p:par>
                            </p:childTnLst>
                          </p:cTn>
                        </p:par>
                      </p:childTnLst>
                    </p:cTn>
                  </p:par>
                </p:childTnLst>
              </p:cTn>
              <p:nextCondLst>
                <p:cond evt="onClick" delay="0">
                  <p:tgtEl>
                    <p:spTgt spid="156"/>
                  </p:tgtEl>
                </p:cond>
              </p:nextCondLst>
            </p:seq>
            <p:seq concurrent="1" nextAc="seek">
              <p:cTn id="1130" restart="whenNotActive" fill="hold" evtFilter="cancelBubble" nodeType="interactiveSeq">
                <p:stCondLst>
                  <p:cond evt="onClick" delay="0">
                    <p:tgtEl>
                      <p:spTgt spid="157"/>
                    </p:tgtEl>
                  </p:cond>
                </p:stCondLst>
                <p:endSync evt="end" delay="0">
                  <p:rtn val="all"/>
                </p:endSync>
                <p:childTnLst>
                  <p:par>
                    <p:cTn id="1131" fill="hold">
                      <p:stCondLst>
                        <p:cond delay="0"/>
                      </p:stCondLst>
                      <p:childTnLst>
                        <p:par>
                          <p:cTn id="1132" fill="hold">
                            <p:stCondLst>
                              <p:cond delay="0"/>
                            </p:stCondLst>
                            <p:childTnLst>
                              <p:par>
                                <p:cTn id="1133" presetID="53" presetClass="exit" presetSubtype="32" fill="hold" nodeType="clickEffect">
                                  <p:stCondLst>
                                    <p:cond delay="0"/>
                                  </p:stCondLst>
                                  <p:childTnLst>
                                    <p:anim calcmode="lin" valueType="num">
                                      <p:cBhvr>
                                        <p:cTn id="1134" dur="300"/>
                                        <p:tgtEl>
                                          <p:spTgt spid="156"/>
                                        </p:tgtEl>
                                        <p:attrNameLst>
                                          <p:attrName>ppt_w</p:attrName>
                                        </p:attrNameLst>
                                      </p:cBhvr>
                                      <p:tavLst>
                                        <p:tav tm="0">
                                          <p:val>
                                            <p:strVal val="ppt_w"/>
                                          </p:val>
                                        </p:tav>
                                        <p:tav tm="100000">
                                          <p:val>
                                            <p:fltVal val="0"/>
                                          </p:val>
                                        </p:tav>
                                      </p:tavLst>
                                    </p:anim>
                                    <p:anim calcmode="lin" valueType="num">
                                      <p:cBhvr>
                                        <p:cTn id="1135" dur="300"/>
                                        <p:tgtEl>
                                          <p:spTgt spid="156"/>
                                        </p:tgtEl>
                                        <p:attrNameLst>
                                          <p:attrName>ppt_h</p:attrName>
                                        </p:attrNameLst>
                                      </p:cBhvr>
                                      <p:tavLst>
                                        <p:tav tm="0">
                                          <p:val>
                                            <p:strVal val="ppt_h"/>
                                          </p:val>
                                        </p:tav>
                                        <p:tav tm="100000">
                                          <p:val>
                                            <p:fltVal val="0"/>
                                          </p:val>
                                        </p:tav>
                                      </p:tavLst>
                                    </p:anim>
                                    <p:animEffect transition="out" filter="fade">
                                      <p:cBhvr>
                                        <p:cTn id="1136" dur="300"/>
                                        <p:tgtEl>
                                          <p:spTgt spid="156"/>
                                        </p:tgtEl>
                                      </p:cBhvr>
                                    </p:animEffect>
                                    <p:set>
                                      <p:cBhvr>
                                        <p:cTn id="1137" dur="1" fill="hold">
                                          <p:stCondLst>
                                            <p:cond delay="299"/>
                                          </p:stCondLst>
                                        </p:cTn>
                                        <p:tgtEl>
                                          <p:spTgt spid="156"/>
                                        </p:tgtEl>
                                        <p:attrNameLst>
                                          <p:attrName>style.visibility</p:attrName>
                                        </p:attrNameLst>
                                      </p:cBhvr>
                                      <p:to>
                                        <p:strVal val="hidden"/>
                                      </p:to>
                                    </p:set>
                                  </p:childTnLst>
                                </p:cTn>
                              </p:par>
                              <p:par>
                                <p:cTn id="1138" presetID="10" presetClass="exit" presetSubtype="0" fill="hold" grpId="3" nodeType="withEffect">
                                  <p:stCondLst>
                                    <p:cond delay="0"/>
                                  </p:stCondLst>
                                  <p:childTnLst>
                                    <p:animEffect transition="out" filter="fade">
                                      <p:cBhvr>
                                        <p:cTn id="1139" dur="200"/>
                                        <p:tgtEl>
                                          <p:spTgt spid="157"/>
                                        </p:tgtEl>
                                      </p:cBhvr>
                                    </p:animEffect>
                                    <p:set>
                                      <p:cBhvr>
                                        <p:cTn id="1140" dur="1" fill="hold">
                                          <p:stCondLst>
                                            <p:cond delay="199"/>
                                          </p:stCondLst>
                                        </p:cTn>
                                        <p:tgtEl>
                                          <p:spTgt spid="157"/>
                                        </p:tgtEl>
                                        <p:attrNameLst>
                                          <p:attrName>style.visibility</p:attrName>
                                        </p:attrNameLst>
                                      </p:cBhvr>
                                      <p:to>
                                        <p:strVal val="hidden"/>
                                      </p:to>
                                    </p:set>
                                  </p:childTnLst>
                                </p:cTn>
                              </p:par>
                              <p:par>
                                <p:cTn id="1141" presetID="10" presetClass="exit" presetSubtype="0" fill="hold" grpId="3" nodeType="withEffect">
                                  <p:stCondLst>
                                    <p:cond delay="80"/>
                                  </p:stCondLst>
                                  <p:childTnLst>
                                    <p:animEffect transition="out" filter="fade">
                                      <p:cBhvr>
                                        <p:cTn id="1142" dur="300"/>
                                        <p:tgtEl>
                                          <p:spTgt spid="155"/>
                                        </p:tgtEl>
                                      </p:cBhvr>
                                    </p:animEffect>
                                    <p:set>
                                      <p:cBhvr>
                                        <p:cTn id="1143" dur="1" fill="hold">
                                          <p:stCondLst>
                                            <p:cond delay="299"/>
                                          </p:stCondLst>
                                        </p:cTn>
                                        <p:tgtEl>
                                          <p:spTgt spid="155"/>
                                        </p:tgtEl>
                                        <p:attrNameLst>
                                          <p:attrName>style.visibility</p:attrName>
                                        </p:attrNameLst>
                                      </p:cBhvr>
                                      <p:to>
                                        <p:strVal val="hidden"/>
                                      </p:to>
                                    </p:set>
                                  </p:childTnLst>
                                </p:cTn>
                              </p:par>
                            </p:childTnLst>
                          </p:cTn>
                        </p:par>
                      </p:childTnLst>
                    </p:cTn>
                  </p:par>
                </p:childTnLst>
              </p:cTn>
              <p:nextCondLst>
                <p:cond evt="onClick" delay="0">
                  <p:tgtEl>
                    <p:spTgt spid="157"/>
                  </p:tgtEl>
                </p:cond>
              </p:nextCondLst>
            </p:seq>
            <p:seq concurrent="1" nextAc="seek">
              <p:cTn id="1144" restart="whenNotActive" fill="hold" evtFilter="cancelBubble" nodeType="interactiveSeq">
                <p:stCondLst>
                  <p:cond evt="onClick" delay="0">
                    <p:tgtEl>
                      <p:spTgt spid="158"/>
                    </p:tgtEl>
                  </p:cond>
                </p:stCondLst>
                <p:endSync evt="end" delay="0">
                  <p:rtn val="all"/>
                </p:endSync>
                <p:childTnLst>
                  <p:par>
                    <p:cTn id="1145" fill="hold">
                      <p:stCondLst>
                        <p:cond delay="0"/>
                      </p:stCondLst>
                      <p:childTnLst>
                        <p:par>
                          <p:cTn id="1146" fill="hold">
                            <p:stCondLst>
                              <p:cond delay="0"/>
                            </p:stCondLst>
                            <p:childTnLst>
                              <p:par>
                                <p:cTn id="1147" presetID="53" presetClass="exit" presetSubtype="32" fill="hold" nodeType="clickEffect">
                                  <p:stCondLst>
                                    <p:cond delay="0"/>
                                  </p:stCondLst>
                                  <p:childTnLst>
                                    <p:anim calcmode="lin" valueType="num">
                                      <p:cBhvr>
                                        <p:cTn id="1148" dur="300"/>
                                        <p:tgtEl>
                                          <p:spTgt spid="159"/>
                                        </p:tgtEl>
                                        <p:attrNameLst>
                                          <p:attrName>ppt_w</p:attrName>
                                        </p:attrNameLst>
                                      </p:cBhvr>
                                      <p:tavLst>
                                        <p:tav tm="0">
                                          <p:val>
                                            <p:strVal val="ppt_w"/>
                                          </p:val>
                                        </p:tav>
                                        <p:tav tm="100000">
                                          <p:val>
                                            <p:fltVal val="0"/>
                                          </p:val>
                                        </p:tav>
                                      </p:tavLst>
                                    </p:anim>
                                    <p:anim calcmode="lin" valueType="num">
                                      <p:cBhvr>
                                        <p:cTn id="1149" dur="300"/>
                                        <p:tgtEl>
                                          <p:spTgt spid="159"/>
                                        </p:tgtEl>
                                        <p:attrNameLst>
                                          <p:attrName>ppt_h</p:attrName>
                                        </p:attrNameLst>
                                      </p:cBhvr>
                                      <p:tavLst>
                                        <p:tav tm="0">
                                          <p:val>
                                            <p:strVal val="ppt_h"/>
                                          </p:val>
                                        </p:tav>
                                        <p:tav tm="100000">
                                          <p:val>
                                            <p:fltVal val="0"/>
                                          </p:val>
                                        </p:tav>
                                      </p:tavLst>
                                    </p:anim>
                                    <p:animEffect transition="out" filter="fade">
                                      <p:cBhvr>
                                        <p:cTn id="1150" dur="300"/>
                                        <p:tgtEl>
                                          <p:spTgt spid="159"/>
                                        </p:tgtEl>
                                      </p:cBhvr>
                                    </p:animEffect>
                                    <p:set>
                                      <p:cBhvr>
                                        <p:cTn id="1151" dur="1" fill="hold">
                                          <p:stCondLst>
                                            <p:cond delay="299"/>
                                          </p:stCondLst>
                                        </p:cTn>
                                        <p:tgtEl>
                                          <p:spTgt spid="159"/>
                                        </p:tgtEl>
                                        <p:attrNameLst>
                                          <p:attrName>style.visibility</p:attrName>
                                        </p:attrNameLst>
                                      </p:cBhvr>
                                      <p:to>
                                        <p:strVal val="hidden"/>
                                      </p:to>
                                    </p:set>
                                  </p:childTnLst>
                                </p:cTn>
                              </p:par>
                              <p:par>
                                <p:cTn id="1152" presetID="10" presetClass="exit" presetSubtype="0" fill="hold" grpId="1" nodeType="withEffect">
                                  <p:stCondLst>
                                    <p:cond delay="0"/>
                                  </p:stCondLst>
                                  <p:childTnLst>
                                    <p:animEffect transition="out" filter="fade">
                                      <p:cBhvr>
                                        <p:cTn id="1153" dur="200"/>
                                        <p:tgtEl>
                                          <p:spTgt spid="160"/>
                                        </p:tgtEl>
                                      </p:cBhvr>
                                    </p:animEffect>
                                    <p:set>
                                      <p:cBhvr>
                                        <p:cTn id="1154" dur="1" fill="hold">
                                          <p:stCondLst>
                                            <p:cond delay="199"/>
                                          </p:stCondLst>
                                        </p:cTn>
                                        <p:tgtEl>
                                          <p:spTgt spid="160"/>
                                        </p:tgtEl>
                                        <p:attrNameLst>
                                          <p:attrName>style.visibility</p:attrName>
                                        </p:attrNameLst>
                                      </p:cBhvr>
                                      <p:to>
                                        <p:strVal val="hidden"/>
                                      </p:to>
                                    </p:set>
                                  </p:childTnLst>
                                </p:cTn>
                              </p:par>
                              <p:par>
                                <p:cTn id="1155" presetID="10" presetClass="exit" presetSubtype="0" fill="hold" grpId="1" nodeType="withEffect">
                                  <p:stCondLst>
                                    <p:cond delay="80"/>
                                  </p:stCondLst>
                                  <p:childTnLst>
                                    <p:animEffect transition="out" filter="fade">
                                      <p:cBhvr>
                                        <p:cTn id="1156" dur="300"/>
                                        <p:tgtEl>
                                          <p:spTgt spid="158"/>
                                        </p:tgtEl>
                                      </p:cBhvr>
                                    </p:animEffect>
                                    <p:set>
                                      <p:cBhvr>
                                        <p:cTn id="1157" dur="1" fill="hold">
                                          <p:stCondLst>
                                            <p:cond delay="299"/>
                                          </p:stCondLst>
                                        </p:cTn>
                                        <p:tgtEl>
                                          <p:spTgt spid="158"/>
                                        </p:tgtEl>
                                        <p:attrNameLst>
                                          <p:attrName>style.visibility</p:attrName>
                                        </p:attrNameLst>
                                      </p:cBhvr>
                                      <p:to>
                                        <p:strVal val="hidden"/>
                                      </p:to>
                                    </p:set>
                                  </p:childTnLst>
                                </p:cTn>
                              </p:par>
                            </p:childTnLst>
                          </p:cTn>
                        </p:par>
                      </p:childTnLst>
                    </p:cTn>
                  </p:par>
                </p:childTnLst>
              </p:cTn>
              <p:nextCondLst>
                <p:cond evt="onClick" delay="0">
                  <p:tgtEl>
                    <p:spTgt spid="158"/>
                  </p:tgtEl>
                </p:cond>
              </p:nextCondLst>
            </p:seq>
            <p:seq concurrent="1" nextAc="seek">
              <p:cTn id="1158" restart="whenNotActive" fill="hold" evtFilter="cancelBubble" nodeType="interactiveSeq">
                <p:stCondLst>
                  <p:cond evt="onClick" delay="0">
                    <p:tgtEl>
                      <p:spTgt spid="159"/>
                    </p:tgtEl>
                  </p:cond>
                </p:stCondLst>
                <p:endSync evt="end" delay="0">
                  <p:rtn val="all"/>
                </p:endSync>
                <p:childTnLst>
                  <p:par>
                    <p:cTn id="1159" fill="hold">
                      <p:stCondLst>
                        <p:cond delay="0"/>
                      </p:stCondLst>
                      <p:childTnLst>
                        <p:par>
                          <p:cTn id="1160" fill="hold">
                            <p:stCondLst>
                              <p:cond delay="0"/>
                            </p:stCondLst>
                            <p:childTnLst>
                              <p:par>
                                <p:cTn id="1161" presetID="53" presetClass="exit" presetSubtype="32" fill="hold" nodeType="clickEffect">
                                  <p:stCondLst>
                                    <p:cond delay="0"/>
                                  </p:stCondLst>
                                  <p:childTnLst>
                                    <p:anim calcmode="lin" valueType="num">
                                      <p:cBhvr>
                                        <p:cTn id="1162" dur="300"/>
                                        <p:tgtEl>
                                          <p:spTgt spid="159"/>
                                        </p:tgtEl>
                                        <p:attrNameLst>
                                          <p:attrName>ppt_w</p:attrName>
                                        </p:attrNameLst>
                                      </p:cBhvr>
                                      <p:tavLst>
                                        <p:tav tm="0">
                                          <p:val>
                                            <p:strVal val="ppt_w"/>
                                          </p:val>
                                        </p:tav>
                                        <p:tav tm="100000">
                                          <p:val>
                                            <p:fltVal val="0"/>
                                          </p:val>
                                        </p:tav>
                                      </p:tavLst>
                                    </p:anim>
                                    <p:anim calcmode="lin" valueType="num">
                                      <p:cBhvr>
                                        <p:cTn id="1163" dur="300"/>
                                        <p:tgtEl>
                                          <p:spTgt spid="159"/>
                                        </p:tgtEl>
                                        <p:attrNameLst>
                                          <p:attrName>ppt_h</p:attrName>
                                        </p:attrNameLst>
                                      </p:cBhvr>
                                      <p:tavLst>
                                        <p:tav tm="0">
                                          <p:val>
                                            <p:strVal val="ppt_h"/>
                                          </p:val>
                                        </p:tav>
                                        <p:tav tm="100000">
                                          <p:val>
                                            <p:fltVal val="0"/>
                                          </p:val>
                                        </p:tav>
                                      </p:tavLst>
                                    </p:anim>
                                    <p:animEffect transition="out" filter="fade">
                                      <p:cBhvr>
                                        <p:cTn id="1164" dur="300"/>
                                        <p:tgtEl>
                                          <p:spTgt spid="159"/>
                                        </p:tgtEl>
                                      </p:cBhvr>
                                    </p:animEffect>
                                    <p:set>
                                      <p:cBhvr>
                                        <p:cTn id="1165" dur="1" fill="hold">
                                          <p:stCondLst>
                                            <p:cond delay="299"/>
                                          </p:stCondLst>
                                        </p:cTn>
                                        <p:tgtEl>
                                          <p:spTgt spid="159"/>
                                        </p:tgtEl>
                                        <p:attrNameLst>
                                          <p:attrName>style.visibility</p:attrName>
                                        </p:attrNameLst>
                                      </p:cBhvr>
                                      <p:to>
                                        <p:strVal val="hidden"/>
                                      </p:to>
                                    </p:set>
                                  </p:childTnLst>
                                </p:cTn>
                              </p:par>
                              <p:par>
                                <p:cTn id="1166" presetID="10" presetClass="exit" presetSubtype="0" fill="hold" grpId="2" nodeType="withEffect">
                                  <p:stCondLst>
                                    <p:cond delay="0"/>
                                  </p:stCondLst>
                                  <p:childTnLst>
                                    <p:animEffect transition="out" filter="fade">
                                      <p:cBhvr>
                                        <p:cTn id="1167" dur="200"/>
                                        <p:tgtEl>
                                          <p:spTgt spid="160"/>
                                        </p:tgtEl>
                                      </p:cBhvr>
                                    </p:animEffect>
                                    <p:set>
                                      <p:cBhvr>
                                        <p:cTn id="1168" dur="1" fill="hold">
                                          <p:stCondLst>
                                            <p:cond delay="199"/>
                                          </p:stCondLst>
                                        </p:cTn>
                                        <p:tgtEl>
                                          <p:spTgt spid="160"/>
                                        </p:tgtEl>
                                        <p:attrNameLst>
                                          <p:attrName>style.visibility</p:attrName>
                                        </p:attrNameLst>
                                      </p:cBhvr>
                                      <p:to>
                                        <p:strVal val="hidden"/>
                                      </p:to>
                                    </p:set>
                                  </p:childTnLst>
                                </p:cTn>
                              </p:par>
                              <p:par>
                                <p:cTn id="1169" presetID="10" presetClass="exit" presetSubtype="0" fill="hold" grpId="2" nodeType="withEffect">
                                  <p:stCondLst>
                                    <p:cond delay="80"/>
                                  </p:stCondLst>
                                  <p:childTnLst>
                                    <p:animEffect transition="out" filter="fade">
                                      <p:cBhvr>
                                        <p:cTn id="1170" dur="300"/>
                                        <p:tgtEl>
                                          <p:spTgt spid="158"/>
                                        </p:tgtEl>
                                      </p:cBhvr>
                                    </p:animEffect>
                                    <p:set>
                                      <p:cBhvr>
                                        <p:cTn id="1171" dur="1" fill="hold">
                                          <p:stCondLst>
                                            <p:cond delay="299"/>
                                          </p:stCondLst>
                                        </p:cTn>
                                        <p:tgtEl>
                                          <p:spTgt spid="158"/>
                                        </p:tgtEl>
                                        <p:attrNameLst>
                                          <p:attrName>style.visibility</p:attrName>
                                        </p:attrNameLst>
                                      </p:cBhvr>
                                      <p:to>
                                        <p:strVal val="hidden"/>
                                      </p:to>
                                    </p:set>
                                  </p:childTnLst>
                                </p:cTn>
                              </p:par>
                            </p:childTnLst>
                          </p:cTn>
                        </p:par>
                      </p:childTnLst>
                    </p:cTn>
                  </p:par>
                </p:childTnLst>
              </p:cTn>
              <p:nextCondLst>
                <p:cond evt="onClick" delay="0">
                  <p:tgtEl>
                    <p:spTgt spid="159"/>
                  </p:tgtEl>
                </p:cond>
              </p:nextCondLst>
            </p:seq>
            <p:seq concurrent="1" nextAc="seek">
              <p:cTn id="1172" restart="whenNotActive" fill="hold" evtFilter="cancelBubble" nodeType="interactiveSeq">
                <p:stCondLst>
                  <p:cond evt="onClick" delay="0">
                    <p:tgtEl>
                      <p:spTgt spid="160"/>
                    </p:tgtEl>
                  </p:cond>
                </p:stCondLst>
                <p:endSync evt="end" delay="0">
                  <p:rtn val="all"/>
                </p:endSync>
                <p:childTnLst>
                  <p:par>
                    <p:cTn id="1173" fill="hold">
                      <p:stCondLst>
                        <p:cond delay="0"/>
                      </p:stCondLst>
                      <p:childTnLst>
                        <p:par>
                          <p:cTn id="1174" fill="hold">
                            <p:stCondLst>
                              <p:cond delay="0"/>
                            </p:stCondLst>
                            <p:childTnLst>
                              <p:par>
                                <p:cTn id="1175" presetID="53" presetClass="exit" presetSubtype="32" fill="hold" nodeType="clickEffect">
                                  <p:stCondLst>
                                    <p:cond delay="0"/>
                                  </p:stCondLst>
                                  <p:childTnLst>
                                    <p:anim calcmode="lin" valueType="num">
                                      <p:cBhvr>
                                        <p:cTn id="1176" dur="300"/>
                                        <p:tgtEl>
                                          <p:spTgt spid="159"/>
                                        </p:tgtEl>
                                        <p:attrNameLst>
                                          <p:attrName>ppt_w</p:attrName>
                                        </p:attrNameLst>
                                      </p:cBhvr>
                                      <p:tavLst>
                                        <p:tav tm="0">
                                          <p:val>
                                            <p:strVal val="ppt_w"/>
                                          </p:val>
                                        </p:tav>
                                        <p:tav tm="100000">
                                          <p:val>
                                            <p:fltVal val="0"/>
                                          </p:val>
                                        </p:tav>
                                      </p:tavLst>
                                    </p:anim>
                                    <p:anim calcmode="lin" valueType="num">
                                      <p:cBhvr>
                                        <p:cTn id="1177" dur="300"/>
                                        <p:tgtEl>
                                          <p:spTgt spid="159"/>
                                        </p:tgtEl>
                                        <p:attrNameLst>
                                          <p:attrName>ppt_h</p:attrName>
                                        </p:attrNameLst>
                                      </p:cBhvr>
                                      <p:tavLst>
                                        <p:tav tm="0">
                                          <p:val>
                                            <p:strVal val="ppt_h"/>
                                          </p:val>
                                        </p:tav>
                                        <p:tav tm="100000">
                                          <p:val>
                                            <p:fltVal val="0"/>
                                          </p:val>
                                        </p:tav>
                                      </p:tavLst>
                                    </p:anim>
                                    <p:animEffect transition="out" filter="fade">
                                      <p:cBhvr>
                                        <p:cTn id="1178" dur="300"/>
                                        <p:tgtEl>
                                          <p:spTgt spid="159"/>
                                        </p:tgtEl>
                                      </p:cBhvr>
                                    </p:animEffect>
                                    <p:set>
                                      <p:cBhvr>
                                        <p:cTn id="1179" dur="1" fill="hold">
                                          <p:stCondLst>
                                            <p:cond delay="299"/>
                                          </p:stCondLst>
                                        </p:cTn>
                                        <p:tgtEl>
                                          <p:spTgt spid="159"/>
                                        </p:tgtEl>
                                        <p:attrNameLst>
                                          <p:attrName>style.visibility</p:attrName>
                                        </p:attrNameLst>
                                      </p:cBhvr>
                                      <p:to>
                                        <p:strVal val="hidden"/>
                                      </p:to>
                                    </p:set>
                                  </p:childTnLst>
                                </p:cTn>
                              </p:par>
                              <p:par>
                                <p:cTn id="1180" presetID="10" presetClass="exit" presetSubtype="0" fill="hold" grpId="3" nodeType="withEffect">
                                  <p:stCondLst>
                                    <p:cond delay="0"/>
                                  </p:stCondLst>
                                  <p:childTnLst>
                                    <p:animEffect transition="out" filter="fade">
                                      <p:cBhvr>
                                        <p:cTn id="1181" dur="200"/>
                                        <p:tgtEl>
                                          <p:spTgt spid="160"/>
                                        </p:tgtEl>
                                      </p:cBhvr>
                                    </p:animEffect>
                                    <p:set>
                                      <p:cBhvr>
                                        <p:cTn id="1182" dur="1" fill="hold">
                                          <p:stCondLst>
                                            <p:cond delay="199"/>
                                          </p:stCondLst>
                                        </p:cTn>
                                        <p:tgtEl>
                                          <p:spTgt spid="160"/>
                                        </p:tgtEl>
                                        <p:attrNameLst>
                                          <p:attrName>style.visibility</p:attrName>
                                        </p:attrNameLst>
                                      </p:cBhvr>
                                      <p:to>
                                        <p:strVal val="hidden"/>
                                      </p:to>
                                    </p:set>
                                  </p:childTnLst>
                                </p:cTn>
                              </p:par>
                              <p:par>
                                <p:cTn id="1183" presetID="10" presetClass="exit" presetSubtype="0" fill="hold" grpId="3" nodeType="withEffect">
                                  <p:stCondLst>
                                    <p:cond delay="80"/>
                                  </p:stCondLst>
                                  <p:childTnLst>
                                    <p:animEffect transition="out" filter="fade">
                                      <p:cBhvr>
                                        <p:cTn id="1184" dur="300"/>
                                        <p:tgtEl>
                                          <p:spTgt spid="158"/>
                                        </p:tgtEl>
                                      </p:cBhvr>
                                    </p:animEffect>
                                    <p:set>
                                      <p:cBhvr>
                                        <p:cTn id="1185" dur="1" fill="hold">
                                          <p:stCondLst>
                                            <p:cond delay="299"/>
                                          </p:stCondLst>
                                        </p:cTn>
                                        <p:tgtEl>
                                          <p:spTgt spid="158"/>
                                        </p:tgtEl>
                                        <p:attrNameLst>
                                          <p:attrName>style.visibility</p:attrName>
                                        </p:attrNameLst>
                                      </p:cBhvr>
                                      <p:to>
                                        <p:strVal val="hidden"/>
                                      </p:to>
                                    </p:set>
                                  </p:childTnLst>
                                </p:cTn>
                              </p:par>
                            </p:childTnLst>
                          </p:cTn>
                        </p:par>
                      </p:childTnLst>
                    </p:cTn>
                  </p:par>
                </p:childTnLst>
              </p:cTn>
              <p:nextCondLst>
                <p:cond evt="onClick" delay="0">
                  <p:tgtEl>
                    <p:spTgt spid="160"/>
                  </p:tgtEl>
                </p:cond>
              </p:nextCondLst>
            </p:seq>
            <p:seq concurrent="1" nextAc="seek">
              <p:cTn id="1186" restart="whenNotActive" fill="hold" evtFilter="cancelBubble" nodeType="interactiveSeq">
                <p:stCondLst>
                  <p:cond evt="onClick" delay="0">
                    <p:tgtEl>
                      <p:spTgt spid="161"/>
                    </p:tgtEl>
                  </p:cond>
                </p:stCondLst>
                <p:endSync evt="end" delay="0">
                  <p:rtn val="all"/>
                </p:endSync>
                <p:childTnLst>
                  <p:par>
                    <p:cTn id="1187" fill="hold">
                      <p:stCondLst>
                        <p:cond delay="0"/>
                      </p:stCondLst>
                      <p:childTnLst>
                        <p:par>
                          <p:cTn id="1188" fill="hold">
                            <p:stCondLst>
                              <p:cond delay="0"/>
                            </p:stCondLst>
                            <p:childTnLst>
                              <p:par>
                                <p:cTn id="1189" presetID="53" presetClass="exit" presetSubtype="32" fill="hold" nodeType="clickEffect">
                                  <p:stCondLst>
                                    <p:cond delay="0"/>
                                  </p:stCondLst>
                                  <p:childTnLst>
                                    <p:anim calcmode="lin" valueType="num">
                                      <p:cBhvr>
                                        <p:cTn id="1190" dur="300"/>
                                        <p:tgtEl>
                                          <p:spTgt spid="162"/>
                                        </p:tgtEl>
                                        <p:attrNameLst>
                                          <p:attrName>ppt_w</p:attrName>
                                        </p:attrNameLst>
                                      </p:cBhvr>
                                      <p:tavLst>
                                        <p:tav tm="0">
                                          <p:val>
                                            <p:strVal val="ppt_w"/>
                                          </p:val>
                                        </p:tav>
                                        <p:tav tm="100000">
                                          <p:val>
                                            <p:fltVal val="0"/>
                                          </p:val>
                                        </p:tav>
                                      </p:tavLst>
                                    </p:anim>
                                    <p:anim calcmode="lin" valueType="num">
                                      <p:cBhvr>
                                        <p:cTn id="1191" dur="300"/>
                                        <p:tgtEl>
                                          <p:spTgt spid="162"/>
                                        </p:tgtEl>
                                        <p:attrNameLst>
                                          <p:attrName>ppt_h</p:attrName>
                                        </p:attrNameLst>
                                      </p:cBhvr>
                                      <p:tavLst>
                                        <p:tav tm="0">
                                          <p:val>
                                            <p:strVal val="ppt_h"/>
                                          </p:val>
                                        </p:tav>
                                        <p:tav tm="100000">
                                          <p:val>
                                            <p:fltVal val="0"/>
                                          </p:val>
                                        </p:tav>
                                      </p:tavLst>
                                    </p:anim>
                                    <p:animEffect transition="out" filter="fade">
                                      <p:cBhvr>
                                        <p:cTn id="1192" dur="300"/>
                                        <p:tgtEl>
                                          <p:spTgt spid="162"/>
                                        </p:tgtEl>
                                      </p:cBhvr>
                                    </p:animEffect>
                                    <p:set>
                                      <p:cBhvr>
                                        <p:cTn id="1193" dur="1" fill="hold">
                                          <p:stCondLst>
                                            <p:cond delay="299"/>
                                          </p:stCondLst>
                                        </p:cTn>
                                        <p:tgtEl>
                                          <p:spTgt spid="162"/>
                                        </p:tgtEl>
                                        <p:attrNameLst>
                                          <p:attrName>style.visibility</p:attrName>
                                        </p:attrNameLst>
                                      </p:cBhvr>
                                      <p:to>
                                        <p:strVal val="hidden"/>
                                      </p:to>
                                    </p:set>
                                  </p:childTnLst>
                                </p:cTn>
                              </p:par>
                              <p:par>
                                <p:cTn id="1194" presetID="10" presetClass="exit" presetSubtype="0" fill="hold" grpId="1" nodeType="withEffect">
                                  <p:stCondLst>
                                    <p:cond delay="0"/>
                                  </p:stCondLst>
                                  <p:childTnLst>
                                    <p:animEffect transition="out" filter="fade">
                                      <p:cBhvr>
                                        <p:cTn id="1195" dur="200"/>
                                        <p:tgtEl>
                                          <p:spTgt spid="163"/>
                                        </p:tgtEl>
                                      </p:cBhvr>
                                    </p:animEffect>
                                    <p:set>
                                      <p:cBhvr>
                                        <p:cTn id="1196" dur="1" fill="hold">
                                          <p:stCondLst>
                                            <p:cond delay="199"/>
                                          </p:stCondLst>
                                        </p:cTn>
                                        <p:tgtEl>
                                          <p:spTgt spid="163"/>
                                        </p:tgtEl>
                                        <p:attrNameLst>
                                          <p:attrName>style.visibility</p:attrName>
                                        </p:attrNameLst>
                                      </p:cBhvr>
                                      <p:to>
                                        <p:strVal val="hidden"/>
                                      </p:to>
                                    </p:set>
                                  </p:childTnLst>
                                </p:cTn>
                              </p:par>
                              <p:par>
                                <p:cTn id="1197" presetID="10" presetClass="exit" presetSubtype="0" fill="hold" grpId="1" nodeType="withEffect">
                                  <p:stCondLst>
                                    <p:cond delay="80"/>
                                  </p:stCondLst>
                                  <p:childTnLst>
                                    <p:animEffect transition="out" filter="fade">
                                      <p:cBhvr>
                                        <p:cTn id="1198" dur="300"/>
                                        <p:tgtEl>
                                          <p:spTgt spid="161"/>
                                        </p:tgtEl>
                                      </p:cBhvr>
                                    </p:animEffect>
                                    <p:set>
                                      <p:cBhvr>
                                        <p:cTn id="1199" dur="1" fill="hold">
                                          <p:stCondLst>
                                            <p:cond delay="299"/>
                                          </p:stCondLst>
                                        </p:cTn>
                                        <p:tgtEl>
                                          <p:spTgt spid="161"/>
                                        </p:tgtEl>
                                        <p:attrNameLst>
                                          <p:attrName>style.visibility</p:attrName>
                                        </p:attrNameLst>
                                      </p:cBhvr>
                                      <p:to>
                                        <p:strVal val="hidden"/>
                                      </p:to>
                                    </p:set>
                                  </p:childTnLst>
                                </p:cTn>
                              </p:par>
                            </p:childTnLst>
                          </p:cTn>
                        </p:par>
                      </p:childTnLst>
                    </p:cTn>
                  </p:par>
                </p:childTnLst>
              </p:cTn>
              <p:nextCondLst>
                <p:cond evt="onClick" delay="0">
                  <p:tgtEl>
                    <p:spTgt spid="161"/>
                  </p:tgtEl>
                </p:cond>
              </p:nextCondLst>
            </p:seq>
            <p:seq concurrent="1" nextAc="seek">
              <p:cTn id="1200" restart="whenNotActive" fill="hold" evtFilter="cancelBubble" nodeType="interactiveSeq">
                <p:stCondLst>
                  <p:cond evt="onClick" delay="0">
                    <p:tgtEl>
                      <p:spTgt spid="162"/>
                    </p:tgtEl>
                  </p:cond>
                </p:stCondLst>
                <p:endSync evt="end" delay="0">
                  <p:rtn val="all"/>
                </p:endSync>
                <p:childTnLst>
                  <p:par>
                    <p:cTn id="1201" fill="hold">
                      <p:stCondLst>
                        <p:cond delay="0"/>
                      </p:stCondLst>
                      <p:childTnLst>
                        <p:par>
                          <p:cTn id="1202" fill="hold">
                            <p:stCondLst>
                              <p:cond delay="0"/>
                            </p:stCondLst>
                            <p:childTnLst>
                              <p:par>
                                <p:cTn id="1203" presetID="53" presetClass="exit" presetSubtype="32" fill="hold" nodeType="clickEffect">
                                  <p:stCondLst>
                                    <p:cond delay="0"/>
                                  </p:stCondLst>
                                  <p:childTnLst>
                                    <p:anim calcmode="lin" valueType="num">
                                      <p:cBhvr>
                                        <p:cTn id="1204" dur="300"/>
                                        <p:tgtEl>
                                          <p:spTgt spid="162"/>
                                        </p:tgtEl>
                                        <p:attrNameLst>
                                          <p:attrName>ppt_w</p:attrName>
                                        </p:attrNameLst>
                                      </p:cBhvr>
                                      <p:tavLst>
                                        <p:tav tm="0">
                                          <p:val>
                                            <p:strVal val="ppt_w"/>
                                          </p:val>
                                        </p:tav>
                                        <p:tav tm="100000">
                                          <p:val>
                                            <p:fltVal val="0"/>
                                          </p:val>
                                        </p:tav>
                                      </p:tavLst>
                                    </p:anim>
                                    <p:anim calcmode="lin" valueType="num">
                                      <p:cBhvr>
                                        <p:cTn id="1205" dur="300"/>
                                        <p:tgtEl>
                                          <p:spTgt spid="162"/>
                                        </p:tgtEl>
                                        <p:attrNameLst>
                                          <p:attrName>ppt_h</p:attrName>
                                        </p:attrNameLst>
                                      </p:cBhvr>
                                      <p:tavLst>
                                        <p:tav tm="0">
                                          <p:val>
                                            <p:strVal val="ppt_h"/>
                                          </p:val>
                                        </p:tav>
                                        <p:tav tm="100000">
                                          <p:val>
                                            <p:fltVal val="0"/>
                                          </p:val>
                                        </p:tav>
                                      </p:tavLst>
                                    </p:anim>
                                    <p:animEffect transition="out" filter="fade">
                                      <p:cBhvr>
                                        <p:cTn id="1206" dur="300"/>
                                        <p:tgtEl>
                                          <p:spTgt spid="162"/>
                                        </p:tgtEl>
                                      </p:cBhvr>
                                    </p:animEffect>
                                    <p:set>
                                      <p:cBhvr>
                                        <p:cTn id="1207" dur="1" fill="hold">
                                          <p:stCondLst>
                                            <p:cond delay="299"/>
                                          </p:stCondLst>
                                        </p:cTn>
                                        <p:tgtEl>
                                          <p:spTgt spid="162"/>
                                        </p:tgtEl>
                                        <p:attrNameLst>
                                          <p:attrName>style.visibility</p:attrName>
                                        </p:attrNameLst>
                                      </p:cBhvr>
                                      <p:to>
                                        <p:strVal val="hidden"/>
                                      </p:to>
                                    </p:set>
                                  </p:childTnLst>
                                </p:cTn>
                              </p:par>
                              <p:par>
                                <p:cTn id="1208" presetID="10" presetClass="exit" presetSubtype="0" fill="hold" grpId="2" nodeType="withEffect">
                                  <p:stCondLst>
                                    <p:cond delay="0"/>
                                  </p:stCondLst>
                                  <p:childTnLst>
                                    <p:animEffect transition="out" filter="fade">
                                      <p:cBhvr>
                                        <p:cTn id="1209" dur="200"/>
                                        <p:tgtEl>
                                          <p:spTgt spid="163"/>
                                        </p:tgtEl>
                                      </p:cBhvr>
                                    </p:animEffect>
                                    <p:set>
                                      <p:cBhvr>
                                        <p:cTn id="1210" dur="1" fill="hold">
                                          <p:stCondLst>
                                            <p:cond delay="199"/>
                                          </p:stCondLst>
                                        </p:cTn>
                                        <p:tgtEl>
                                          <p:spTgt spid="163"/>
                                        </p:tgtEl>
                                        <p:attrNameLst>
                                          <p:attrName>style.visibility</p:attrName>
                                        </p:attrNameLst>
                                      </p:cBhvr>
                                      <p:to>
                                        <p:strVal val="hidden"/>
                                      </p:to>
                                    </p:set>
                                  </p:childTnLst>
                                </p:cTn>
                              </p:par>
                              <p:par>
                                <p:cTn id="1211" presetID="10" presetClass="exit" presetSubtype="0" fill="hold" grpId="2" nodeType="withEffect">
                                  <p:stCondLst>
                                    <p:cond delay="80"/>
                                  </p:stCondLst>
                                  <p:childTnLst>
                                    <p:animEffect transition="out" filter="fade">
                                      <p:cBhvr>
                                        <p:cTn id="1212" dur="300"/>
                                        <p:tgtEl>
                                          <p:spTgt spid="161"/>
                                        </p:tgtEl>
                                      </p:cBhvr>
                                    </p:animEffect>
                                    <p:set>
                                      <p:cBhvr>
                                        <p:cTn id="1213" dur="1" fill="hold">
                                          <p:stCondLst>
                                            <p:cond delay="299"/>
                                          </p:stCondLst>
                                        </p:cTn>
                                        <p:tgtEl>
                                          <p:spTgt spid="161"/>
                                        </p:tgtEl>
                                        <p:attrNameLst>
                                          <p:attrName>style.visibility</p:attrName>
                                        </p:attrNameLst>
                                      </p:cBhvr>
                                      <p:to>
                                        <p:strVal val="hidden"/>
                                      </p:to>
                                    </p:set>
                                  </p:childTnLst>
                                </p:cTn>
                              </p:par>
                            </p:childTnLst>
                          </p:cTn>
                        </p:par>
                      </p:childTnLst>
                    </p:cTn>
                  </p:par>
                </p:childTnLst>
              </p:cTn>
              <p:nextCondLst>
                <p:cond evt="onClick" delay="0">
                  <p:tgtEl>
                    <p:spTgt spid="162"/>
                  </p:tgtEl>
                </p:cond>
              </p:nextCondLst>
            </p:seq>
            <p:seq concurrent="1" nextAc="seek">
              <p:cTn id="1214" restart="whenNotActive" fill="hold" evtFilter="cancelBubble" nodeType="interactiveSeq">
                <p:stCondLst>
                  <p:cond evt="onClick" delay="0">
                    <p:tgtEl>
                      <p:spTgt spid="163"/>
                    </p:tgtEl>
                  </p:cond>
                </p:stCondLst>
                <p:endSync evt="end" delay="0">
                  <p:rtn val="all"/>
                </p:endSync>
                <p:childTnLst>
                  <p:par>
                    <p:cTn id="1215" fill="hold">
                      <p:stCondLst>
                        <p:cond delay="0"/>
                      </p:stCondLst>
                      <p:childTnLst>
                        <p:par>
                          <p:cTn id="1216" fill="hold">
                            <p:stCondLst>
                              <p:cond delay="0"/>
                            </p:stCondLst>
                            <p:childTnLst>
                              <p:par>
                                <p:cTn id="1217" presetID="53" presetClass="exit" presetSubtype="32" fill="hold" nodeType="clickEffect">
                                  <p:stCondLst>
                                    <p:cond delay="0"/>
                                  </p:stCondLst>
                                  <p:childTnLst>
                                    <p:anim calcmode="lin" valueType="num">
                                      <p:cBhvr>
                                        <p:cTn id="1218" dur="300"/>
                                        <p:tgtEl>
                                          <p:spTgt spid="162"/>
                                        </p:tgtEl>
                                        <p:attrNameLst>
                                          <p:attrName>ppt_w</p:attrName>
                                        </p:attrNameLst>
                                      </p:cBhvr>
                                      <p:tavLst>
                                        <p:tav tm="0">
                                          <p:val>
                                            <p:strVal val="ppt_w"/>
                                          </p:val>
                                        </p:tav>
                                        <p:tav tm="100000">
                                          <p:val>
                                            <p:fltVal val="0"/>
                                          </p:val>
                                        </p:tav>
                                      </p:tavLst>
                                    </p:anim>
                                    <p:anim calcmode="lin" valueType="num">
                                      <p:cBhvr>
                                        <p:cTn id="1219" dur="300"/>
                                        <p:tgtEl>
                                          <p:spTgt spid="162"/>
                                        </p:tgtEl>
                                        <p:attrNameLst>
                                          <p:attrName>ppt_h</p:attrName>
                                        </p:attrNameLst>
                                      </p:cBhvr>
                                      <p:tavLst>
                                        <p:tav tm="0">
                                          <p:val>
                                            <p:strVal val="ppt_h"/>
                                          </p:val>
                                        </p:tav>
                                        <p:tav tm="100000">
                                          <p:val>
                                            <p:fltVal val="0"/>
                                          </p:val>
                                        </p:tav>
                                      </p:tavLst>
                                    </p:anim>
                                    <p:animEffect transition="out" filter="fade">
                                      <p:cBhvr>
                                        <p:cTn id="1220" dur="300"/>
                                        <p:tgtEl>
                                          <p:spTgt spid="162"/>
                                        </p:tgtEl>
                                      </p:cBhvr>
                                    </p:animEffect>
                                    <p:set>
                                      <p:cBhvr>
                                        <p:cTn id="1221" dur="1" fill="hold">
                                          <p:stCondLst>
                                            <p:cond delay="299"/>
                                          </p:stCondLst>
                                        </p:cTn>
                                        <p:tgtEl>
                                          <p:spTgt spid="162"/>
                                        </p:tgtEl>
                                        <p:attrNameLst>
                                          <p:attrName>style.visibility</p:attrName>
                                        </p:attrNameLst>
                                      </p:cBhvr>
                                      <p:to>
                                        <p:strVal val="hidden"/>
                                      </p:to>
                                    </p:set>
                                  </p:childTnLst>
                                </p:cTn>
                              </p:par>
                              <p:par>
                                <p:cTn id="1222" presetID="10" presetClass="exit" presetSubtype="0" fill="hold" grpId="3" nodeType="withEffect">
                                  <p:stCondLst>
                                    <p:cond delay="0"/>
                                  </p:stCondLst>
                                  <p:childTnLst>
                                    <p:animEffect transition="out" filter="fade">
                                      <p:cBhvr>
                                        <p:cTn id="1223" dur="200"/>
                                        <p:tgtEl>
                                          <p:spTgt spid="163"/>
                                        </p:tgtEl>
                                      </p:cBhvr>
                                    </p:animEffect>
                                    <p:set>
                                      <p:cBhvr>
                                        <p:cTn id="1224" dur="1" fill="hold">
                                          <p:stCondLst>
                                            <p:cond delay="199"/>
                                          </p:stCondLst>
                                        </p:cTn>
                                        <p:tgtEl>
                                          <p:spTgt spid="163"/>
                                        </p:tgtEl>
                                        <p:attrNameLst>
                                          <p:attrName>style.visibility</p:attrName>
                                        </p:attrNameLst>
                                      </p:cBhvr>
                                      <p:to>
                                        <p:strVal val="hidden"/>
                                      </p:to>
                                    </p:set>
                                  </p:childTnLst>
                                </p:cTn>
                              </p:par>
                              <p:par>
                                <p:cTn id="1225" presetID="10" presetClass="exit" presetSubtype="0" fill="hold" grpId="3" nodeType="withEffect">
                                  <p:stCondLst>
                                    <p:cond delay="80"/>
                                  </p:stCondLst>
                                  <p:childTnLst>
                                    <p:animEffect transition="out" filter="fade">
                                      <p:cBhvr>
                                        <p:cTn id="1226" dur="300"/>
                                        <p:tgtEl>
                                          <p:spTgt spid="161"/>
                                        </p:tgtEl>
                                      </p:cBhvr>
                                    </p:animEffect>
                                    <p:set>
                                      <p:cBhvr>
                                        <p:cTn id="1227" dur="1" fill="hold">
                                          <p:stCondLst>
                                            <p:cond delay="299"/>
                                          </p:stCondLst>
                                        </p:cTn>
                                        <p:tgtEl>
                                          <p:spTgt spid="161"/>
                                        </p:tgtEl>
                                        <p:attrNameLst>
                                          <p:attrName>style.visibility</p:attrName>
                                        </p:attrNameLst>
                                      </p:cBhvr>
                                      <p:to>
                                        <p:strVal val="hidden"/>
                                      </p:to>
                                    </p:set>
                                  </p:childTnLst>
                                </p:cTn>
                              </p:par>
                            </p:childTnLst>
                          </p:cTn>
                        </p:par>
                      </p:childTnLst>
                    </p:cTn>
                  </p:par>
                </p:childTnLst>
              </p:cTn>
              <p:nextCondLst>
                <p:cond evt="onClick" delay="0">
                  <p:tgtEl>
                    <p:spTgt spid="163"/>
                  </p:tgtEl>
                </p:cond>
              </p:nextCondLst>
            </p:seq>
            <p:seq concurrent="1" nextAc="seek">
              <p:cTn id="1228" restart="whenNotActive" fill="hold" evtFilter="cancelBubble" nodeType="interactiveSeq">
                <p:stCondLst>
                  <p:cond evt="onClick" delay="0">
                    <p:tgtEl>
                      <p:spTgt spid="164"/>
                    </p:tgtEl>
                  </p:cond>
                </p:stCondLst>
                <p:endSync evt="end" delay="0">
                  <p:rtn val="all"/>
                </p:endSync>
                <p:childTnLst>
                  <p:par>
                    <p:cTn id="1229" fill="hold">
                      <p:stCondLst>
                        <p:cond delay="0"/>
                      </p:stCondLst>
                      <p:childTnLst>
                        <p:par>
                          <p:cTn id="1230" fill="hold">
                            <p:stCondLst>
                              <p:cond delay="0"/>
                            </p:stCondLst>
                            <p:childTnLst>
                              <p:par>
                                <p:cTn id="1231" presetID="53" presetClass="exit" presetSubtype="32" fill="hold" nodeType="clickEffect">
                                  <p:stCondLst>
                                    <p:cond delay="0"/>
                                  </p:stCondLst>
                                  <p:childTnLst>
                                    <p:anim calcmode="lin" valueType="num">
                                      <p:cBhvr>
                                        <p:cTn id="1232" dur="300"/>
                                        <p:tgtEl>
                                          <p:spTgt spid="165"/>
                                        </p:tgtEl>
                                        <p:attrNameLst>
                                          <p:attrName>ppt_w</p:attrName>
                                        </p:attrNameLst>
                                      </p:cBhvr>
                                      <p:tavLst>
                                        <p:tav tm="0">
                                          <p:val>
                                            <p:strVal val="ppt_w"/>
                                          </p:val>
                                        </p:tav>
                                        <p:tav tm="100000">
                                          <p:val>
                                            <p:fltVal val="0"/>
                                          </p:val>
                                        </p:tav>
                                      </p:tavLst>
                                    </p:anim>
                                    <p:anim calcmode="lin" valueType="num">
                                      <p:cBhvr>
                                        <p:cTn id="1233" dur="300"/>
                                        <p:tgtEl>
                                          <p:spTgt spid="165"/>
                                        </p:tgtEl>
                                        <p:attrNameLst>
                                          <p:attrName>ppt_h</p:attrName>
                                        </p:attrNameLst>
                                      </p:cBhvr>
                                      <p:tavLst>
                                        <p:tav tm="0">
                                          <p:val>
                                            <p:strVal val="ppt_h"/>
                                          </p:val>
                                        </p:tav>
                                        <p:tav tm="100000">
                                          <p:val>
                                            <p:fltVal val="0"/>
                                          </p:val>
                                        </p:tav>
                                      </p:tavLst>
                                    </p:anim>
                                    <p:animEffect transition="out" filter="fade">
                                      <p:cBhvr>
                                        <p:cTn id="1234" dur="300"/>
                                        <p:tgtEl>
                                          <p:spTgt spid="165"/>
                                        </p:tgtEl>
                                      </p:cBhvr>
                                    </p:animEffect>
                                    <p:set>
                                      <p:cBhvr>
                                        <p:cTn id="1235" dur="1" fill="hold">
                                          <p:stCondLst>
                                            <p:cond delay="299"/>
                                          </p:stCondLst>
                                        </p:cTn>
                                        <p:tgtEl>
                                          <p:spTgt spid="165"/>
                                        </p:tgtEl>
                                        <p:attrNameLst>
                                          <p:attrName>style.visibility</p:attrName>
                                        </p:attrNameLst>
                                      </p:cBhvr>
                                      <p:to>
                                        <p:strVal val="hidden"/>
                                      </p:to>
                                    </p:set>
                                  </p:childTnLst>
                                </p:cTn>
                              </p:par>
                              <p:par>
                                <p:cTn id="1236" presetID="10" presetClass="exit" presetSubtype="0" fill="hold" grpId="1" nodeType="withEffect">
                                  <p:stCondLst>
                                    <p:cond delay="0"/>
                                  </p:stCondLst>
                                  <p:childTnLst>
                                    <p:animEffect transition="out" filter="fade">
                                      <p:cBhvr>
                                        <p:cTn id="1237" dur="200"/>
                                        <p:tgtEl>
                                          <p:spTgt spid="166"/>
                                        </p:tgtEl>
                                      </p:cBhvr>
                                    </p:animEffect>
                                    <p:set>
                                      <p:cBhvr>
                                        <p:cTn id="1238" dur="1" fill="hold">
                                          <p:stCondLst>
                                            <p:cond delay="199"/>
                                          </p:stCondLst>
                                        </p:cTn>
                                        <p:tgtEl>
                                          <p:spTgt spid="166"/>
                                        </p:tgtEl>
                                        <p:attrNameLst>
                                          <p:attrName>style.visibility</p:attrName>
                                        </p:attrNameLst>
                                      </p:cBhvr>
                                      <p:to>
                                        <p:strVal val="hidden"/>
                                      </p:to>
                                    </p:set>
                                  </p:childTnLst>
                                </p:cTn>
                              </p:par>
                              <p:par>
                                <p:cTn id="1239" presetID="10" presetClass="exit" presetSubtype="0" fill="hold" grpId="1" nodeType="withEffect">
                                  <p:stCondLst>
                                    <p:cond delay="80"/>
                                  </p:stCondLst>
                                  <p:childTnLst>
                                    <p:animEffect transition="out" filter="fade">
                                      <p:cBhvr>
                                        <p:cTn id="1240" dur="300"/>
                                        <p:tgtEl>
                                          <p:spTgt spid="164"/>
                                        </p:tgtEl>
                                      </p:cBhvr>
                                    </p:animEffect>
                                    <p:set>
                                      <p:cBhvr>
                                        <p:cTn id="1241" dur="1" fill="hold">
                                          <p:stCondLst>
                                            <p:cond delay="299"/>
                                          </p:stCondLst>
                                        </p:cTn>
                                        <p:tgtEl>
                                          <p:spTgt spid="164"/>
                                        </p:tgtEl>
                                        <p:attrNameLst>
                                          <p:attrName>style.visibility</p:attrName>
                                        </p:attrNameLst>
                                      </p:cBhvr>
                                      <p:to>
                                        <p:strVal val="hidden"/>
                                      </p:to>
                                    </p:set>
                                  </p:childTnLst>
                                </p:cTn>
                              </p:par>
                            </p:childTnLst>
                          </p:cTn>
                        </p:par>
                      </p:childTnLst>
                    </p:cTn>
                  </p:par>
                </p:childTnLst>
              </p:cTn>
              <p:nextCondLst>
                <p:cond evt="onClick" delay="0">
                  <p:tgtEl>
                    <p:spTgt spid="164"/>
                  </p:tgtEl>
                </p:cond>
              </p:nextCondLst>
            </p:seq>
            <p:seq concurrent="1" nextAc="seek">
              <p:cTn id="1242" restart="whenNotActive" fill="hold" evtFilter="cancelBubble" nodeType="interactiveSeq">
                <p:stCondLst>
                  <p:cond evt="onClick" delay="0">
                    <p:tgtEl>
                      <p:spTgt spid="165"/>
                    </p:tgtEl>
                  </p:cond>
                </p:stCondLst>
                <p:endSync evt="end" delay="0">
                  <p:rtn val="all"/>
                </p:endSync>
                <p:childTnLst>
                  <p:par>
                    <p:cTn id="1243" fill="hold">
                      <p:stCondLst>
                        <p:cond delay="0"/>
                      </p:stCondLst>
                      <p:childTnLst>
                        <p:par>
                          <p:cTn id="1244" fill="hold">
                            <p:stCondLst>
                              <p:cond delay="0"/>
                            </p:stCondLst>
                            <p:childTnLst>
                              <p:par>
                                <p:cTn id="1245" presetID="53" presetClass="exit" presetSubtype="32" fill="hold" nodeType="clickEffect">
                                  <p:stCondLst>
                                    <p:cond delay="0"/>
                                  </p:stCondLst>
                                  <p:childTnLst>
                                    <p:anim calcmode="lin" valueType="num">
                                      <p:cBhvr>
                                        <p:cTn id="1246" dur="300"/>
                                        <p:tgtEl>
                                          <p:spTgt spid="165"/>
                                        </p:tgtEl>
                                        <p:attrNameLst>
                                          <p:attrName>ppt_w</p:attrName>
                                        </p:attrNameLst>
                                      </p:cBhvr>
                                      <p:tavLst>
                                        <p:tav tm="0">
                                          <p:val>
                                            <p:strVal val="ppt_w"/>
                                          </p:val>
                                        </p:tav>
                                        <p:tav tm="100000">
                                          <p:val>
                                            <p:fltVal val="0"/>
                                          </p:val>
                                        </p:tav>
                                      </p:tavLst>
                                    </p:anim>
                                    <p:anim calcmode="lin" valueType="num">
                                      <p:cBhvr>
                                        <p:cTn id="1247" dur="300"/>
                                        <p:tgtEl>
                                          <p:spTgt spid="165"/>
                                        </p:tgtEl>
                                        <p:attrNameLst>
                                          <p:attrName>ppt_h</p:attrName>
                                        </p:attrNameLst>
                                      </p:cBhvr>
                                      <p:tavLst>
                                        <p:tav tm="0">
                                          <p:val>
                                            <p:strVal val="ppt_h"/>
                                          </p:val>
                                        </p:tav>
                                        <p:tav tm="100000">
                                          <p:val>
                                            <p:fltVal val="0"/>
                                          </p:val>
                                        </p:tav>
                                      </p:tavLst>
                                    </p:anim>
                                    <p:animEffect transition="out" filter="fade">
                                      <p:cBhvr>
                                        <p:cTn id="1248" dur="300"/>
                                        <p:tgtEl>
                                          <p:spTgt spid="165"/>
                                        </p:tgtEl>
                                      </p:cBhvr>
                                    </p:animEffect>
                                    <p:set>
                                      <p:cBhvr>
                                        <p:cTn id="1249" dur="1" fill="hold">
                                          <p:stCondLst>
                                            <p:cond delay="299"/>
                                          </p:stCondLst>
                                        </p:cTn>
                                        <p:tgtEl>
                                          <p:spTgt spid="165"/>
                                        </p:tgtEl>
                                        <p:attrNameLst>
                                          <p:attrName>style.visibility</p:attrName>
                                        </p:attrNameLst>
                                      </p:cBhvr>
                                      <p:to>
                                        <p:strVal val="hidden"/>
                                      </p:to>
                                    </p:set>
                                  </p:childTnLst>
                                </p:cTn>
                              </p:par>
                              <p:par>
                                <p:cTn id="1250" presetID="10" presetClass="exit" presetSubtype="0" fill="hold" grpId="2" nodeType="withEffect">
                                  <p:stCondLst>
                                    <p:cond delay="0"/>
                                  </p:stCondLst>
                                  <p:childTnLst>
                                    <p:animEffect transition="out" filter="fade">
                                      <p:cBhvr>
                                        <p:cTn id="1251" dur="200"/>
                                        <p:tgtEl>
                                          <p:spTgt spid="166"/>
                                        </p:tgtEl>
                                      </p:cBhvr>
                                    </p:animEffect>
                                    <p:set>
                                      <p:cBhvr>
                                        <p:cTn id="1252" dur="1" fill="hold">
                                          <p:stCondLst>
                                            <p:cond delay="199"/>
                                          </p:stCondLst>
                                        </p:cTn>
                                        <p:tgtEl>
                                          <p:spTgt spid="166"/>
                                        </p:tgtEl>
                                        <p:attrNameLst>
                                          <p:attrName>style.visibility</p:attrName>
                                        </p:attrNameLst>
                                      </p:cBhvr>
                                      <p:to>
                                        <p:strVal val="hidden"/>
                                      </p:to>
                                    </p:set>
                                  </p:childTnLst>
                                </p:cTn>
                              </p:par>
                              <p:par>
                                <p:cTn id="1253" presetID="10" presetClass="exit" presetSubtype="0" fill="hold" grpId="2" nodeType="withEffect">
                                  <p:stCondLst>
                                    <p:cond delay="80"/>
                                  </p:stCondLst>
                                  <p:childTnLst>
                                    <p:animEffect transition="out" filter="fade">
                                      <p:cBhvr>
                                        <p:cTn id="1254" dur="300"/>
                                        <p:tgtEl>
                                          <p:spTgt spid="164"/>
                                        </p:tgtEl>
                                      </p:cBhvr>
                                    </p:animEffect>
                                    <p:set>
                                      <p:cBhvr>
                                        <p:cTn id="1255" dur="1" fill="hold">
                                          <p:stCondLst>
                                            <p:cond delay="299"/>
                                          </p:stCondLst>
                                        </p:cTn>
                                        <p:tgtEl>
                                          <p:spTgt spid="164"/>
                                        </p:tgtEl>
                                        <p:attrNameLst>
                                          <p:attrName>style.visibility</p:attrName>
                                        </p:attrNameLst>
                                      </p:cBhvr>
                                      <p:to>
                                        <p:strVal val="hidden"/>
                                      </p:to>
                                    </p:set>
                                  </p:childTnLst>
                                </p:cTn>
                              </p:par>
                            </p:childTnLst>
                          </p:cTn>
                        </p:par>
                      </p:childTnLst>
                    </p:cTn>
                  </p:par>
                </p:childTnLst>
              </p:cTn>
              <p:nextCondLst>
                <p:cond evt="onClick" delay="0">
                  <p:tgtEl>
                    <p:spTgt spid="165"/>
                  </p:tgtEl>
                </p:cond>
              </p:nextCondLst>
            </p:seq>
            <p:seq concurrent="1" nextAc="seek">
              <p:cTn id="1256" restart="whenNotActive" fill="hold" evtFilter="cancelBubble" nodeType="interactiveSeq">
                <p:stCondLst>
                  <p:cond evt="onClick" delay="0">
                    <p:tgtEl>
                      <p:spTgt spid="166"/>
                    </p:tgtEl>
                  </p:cond>
                </p:stCondLst>
                <p:endSync evt="end" delay="0">
                  <p:rtn val="all"/>
                </p:endSync>
                <p:childTnLst>
                  <p:par>
                    <p:cTn id="1257" fill="hold">
                      <p:stCondLst>
                        <p:cond delay="0"/>
                      </p:stCondLst>
                      <p:childTnLst>
                        <p:par>
                          <p:cTn id="1258" fill="hold">
                            <p:stCondLst>
                              <p:cond delay="0"/>
                            </p:stCondLst>
                            <p:childTnLst>
                              <p:par>
                                <p:cTn id="1259" presetID="53" presetClass="exit" presetSubtype="32" fill="hold" nodeType="clickEffect">
                                  <p:stCondLst>
                                    <p:cond delay="0"/>
                                  </p:stCondLst>
                                  <p:childTnLst>
                                    <p:anim calcmode="lin" valueType="num">
                                      <p:cBhvr>
                                        <p:cTn id="1260" dur="300"/>
                                        <p:tgtEl>
                                          <p:spTgt spid="165"/>
                                        </p:tgtEl>
                                        <p:attrNameLst>
                                          <p:attrName>ppt_w</p:attrName>
                                        </p:attrNameLst>
                                      </p:cBhvr>
                                      <p:tavLst>
                                        <p:tav tm="0">
                                          <p:val>
                                            <p:strVal val="ppt_w"/>
                                          </p:val>
                                        </p:tav>
                                        <p:tav tm="100000">
                                          <p:val>
                                            <p:fltVal val="0"/>
                                          </p:val>
                                        </p:tav>
                                      </p:tavLst>
                                    </p:anim>
                                    <p:anim calcmode="lin" valueType="num">
                                      <p:cBhvr>
                                        <p:cTn id="1261" dur="300"/>
                                        <p:tgtEl>
                                          <p:spTgt spid="165"/>
                                        </p:tgtEl>
                                        <p:attrNameLst>
                                          <p:attrName>ppt_h</p:attrName>
                                        </p:attrNameLst>
                                      </p:cBhvr>
                                      <p:tavLst>
                                        <p:tav tm="0">
                                          <p:val>
                                            <p:strVal val="ppt_h"/>
                                          </p:val>
                                        </p:tav>
                                        <p:tav tm="100000">
                                          <p:val>
                                            <p:fltVal val="0"/>
                                          </p:val>
                                        </p:tav>
                                      </p:tavLst>
                                    </p:anim>
                                    <p:animEffect transition="out" filter="fade">
                                      <p:cBhvr>
                                        <p:cTn id="1262" dur="300"/>
                                        <p:tgtEl>
                                          <p:spTgt spid="165"/>
                                        </p:tgtEl>
                                      </p:cBhvr>
                                    </p:animEffect>
                                    <p:set>
                                      <p:cBhvr>
                                        <p:cTn id="1263" dur="1" fill="hold">
                                          <p:stCondLst>
                                            <p:cond delay="299"/>
                                          </p:stCondLst>
                                        </p:cTn>
                                        <p:tgtEl>
                                          <p:spTgt spid="165"/>
                                        </p:tgtEl>
                                        <p:attrNameLst>
                                          <p:attrName>style.visibility</p:attrName>
                                        </p:attrNameLst>
                                      </p:cBhvr>
                                      <p:to>
                                        <p:strVal val="hidden"/>
                                      </p:to>
                                    </p:set>
                                  </p:childTnLst>
                                </p:cTn>
                              </p:par>
                              <p:par>
                                <p:cTn id="1264" presetID="10" presetClass="exit" presetSubtype="0" fill="hold" grpId="3" nodeType="withEffect">
                                  <p:stCondLst>
                                    <p:cond delay="0"/>
                                  </p:stCondLst>
                                  <p:childTnLst>
                                    <p:animEffect transition="out" filter="fade">
                                      <p:cBhvr>
                                        <p:cTn id="1265" dur="200"/>
                                        <p:tgtEl>
                                          <p:spTgt spid="166"/>
                                        </p:tgtEl>
                                      </p:cBhvr>
                                    </p:animEffect>
                                    <p:set>
                                      <p:cBhvr>
                                        <p:cTn id="1266" dur="1" fill="hold">
                                          <p:stCondLst>
                                            <p:cond delay="199"/>
                                          </p:stCondLst>
                                        </p:cTn>
                                        <p:tgtEl>
                                          <p:spTgt spid="166"/>
                                        </p:tgtEl>
                                        <p:attrNameLst>
                                          <p:attrName>style.visibility</p:attrName>
                                        </p:attrNameLst>
                                      </p:cBhvr>
                                      <p:to>
                                        <p:strVal val="hidden"/>
                                      </p:to>
                                    </p:set>
                                  </p:childTnLst>
                                </p:cTn>
                              </p:par>
                              <p:par>
                                <p:cTn id="1267" presetID="10" presetClass="exit" presetSubtype="0" fill="hold" grpId="3" nodeType="withEffect">
                                  <p:stCondLst>
                                    <p:cond delay="80"/>
                                  </p:stCondLst>
                                  <p:childTnLst>
                                    <p:animEffect transition="out" filter="fade">
                                      <p:cBhvr>
                                        <p:cTn id="1268" dur="300"/>
                                        <p:tgtEl>
                                          <p:spTgt spid="164"/>
                                        </p:tgtEl>
                                      </p:cBhvr>
                                    </p:animEffect>
                                    <p:set>
                                      <p:cBhvr>
                                        <p:cTn id="1269" dur="1" fill="hold">
                                          <p:stCondLst>
                                            <p:cond delay="299"/>
                                          </p:stCondLst>
                                        </p:cTn>
                                        <p:tgtEl>
                                          <p:spTgt spid="164"/>
                                        </p:tgtEl>
                                        <p:attrNameLst>
                                          <p:attrName>style.visibility</p:attrName>
                                        </p:attrNameLst>
                                      </p:cBhvr>
                                      <p:to>
                                        <p:strVal val="hidden"/>
                                      </p:to>
                                    </p:set>
                                  </p:childTnLst>
                                </p:cTn>
                              </p:par>
                            </p:childTnLst>
                          </p:cTn>
                        </p:par>
                      </p:childTnLst>
                    </p:cTn>
                  </p:par>
                </p:childTnLst>
              </p:cTn>
              <p:nextCondLst>
                <p:cond evt="onClick" delay="0">
                  <p:tgtEl>
                    <p:spTgt spid="166"/>
                  </p:tgtEl>
                </p:cond>
              </p:nextCondLst>
            </p:seq>
          </p:childTnLst>
        </p:cTn>
      </p:par>
    </p:tnLst>
    <p:bldLst>
      <p:bldP spid="13" grpId="0"/>
      <p:bldP spid="14" grpId="0" animBg="1"/>
      <p:bldP spid="15" grpId="0"/>
      <p:bldP spid="16" grpId="0" animBg="1"/>
      <p:bldP spid="19" grpId="0" animBg="1"/>
      <p:bldP spid="20" grpId="0"/>
      <p:bldP spid="21" grpId="0" animBg="1"/>
      <p:bldP spid="22" grpId="0"/>
      <p:bldP spid="22" grpId="1"/>
      <p:bldP spid="23" grpId="0" animBg="1"/>
      <p:bldP spid="23" grpId="1" animBg="1"/>
      <p:bldP spid="24" grpId="0"/>
      <p:bldP spid="25" grpId="0" animBg="1"/>
      <p:bldP spid="26" grpId="0"/>
      <p:bldP spid="27" grpId="0" animBg="1"/>
      <p:bldP spid="28" grpId="0"/>
      <p:bldP spid="30" grpId="0" animBg="1"/>
      <p:bldP spid="31" grpId="0"/>
      <p:bldP spid="32" grpId="0" animBg="1"/>
      <p:bldP spid="33" grpId="0"/>
      <p:bldP spid="34" grpId="0"/>
      <p:bldP spid="35" grpId="0"/>
      <p:bldP spid="36" grpId="0"/>
      <p:bldP spid="37" grpId="0" animBg="1"/>
      <p:bldP spid="38" grpId="0"/>
      <p:bldP spid="39" grpId="0"/>
      <p:bldP spid="40" grpId="0" animBg="1"/>
      <p:bldP spid="41" grpId="0"/>
      <p:bldP spid="42" grpId="0"/>
      <p:bldP spid="43" grpId="0" animBg="1"/>
      <p:bldP spid="44" grpId="0"/>
      <p:bldP spid="45" grpId="0"/>
      <p:bldP spid="46" grpId="0" animBg="1"/>
      <p:bldP spid="47" grpId="0"/>
      <p:bldP spid="48" grpId="0" animBg="1"/>
      <p:bldP spid="49" grpId="0"/>
      <p:bldP spid="50" grpId="0"/>
      <p:bldP spid="50" grpId="1"/>
      <p:bldP spid="51" grpId="0" animBg="1"/>
      <p:bldP spid="51" grpId="1" animBg="1"/>
      <p:bldP spid="53" grpId="0"/>
      <p:bldP spid="53" grpId="1"/>
      <p:bldP spid="54" grpId="0" animBg="1"/>
      <p:bldP spid="54" grpId="1" animBg="1"/>
      <p:bldP spid="56" grpId="0"/>
      <p:bldP spid="56" grpId="1"/>
      <p:bldP spid="57" grpId="0" animBg="1"/>
      <p:bldP spid="57" grpId="1" animBg="1"/>
      <p:bldP spid="59" grpId="0"/>
      <p:bldP spid="59" grpId="1"/>
      <p:bldP spid="60" grpId="0" animBg="1"/>
      <p:bldP spid="60" grpId="1" animBg="1"/>
      <p:bldP spid="62" grpId="0"/>
      <p:bldP spid="62" grpId="1"/>
      <p:bldP spid="63" grpId="0" animBg="1"/>
      <p:bldP spid="63" grpId="1" animBg="1"/>
      <p:bldP spid="65" grpId="0"/>
      <p:bldP spid="65" grpId="1"/>
      <p:bldP spid="66" grpId="0" animBg="1"/>
      <p:bldP spid="66" grpId="1" animBg="1"/>
      <p:bldP spid="68" grpId="0"/>
      <p:bldP spid="68" grpId="1"/>
      <p:bldP spid="69" grpId="0" animBg="1"/>
      <p:bldP spid="69" grpId="1" animBg="1"/>
      <p:bldP spid="71" grpId="0"/>
      <p:bldP spid="71" grpId="1"/>
      <p:bldP spid="72" grpId="0" animBg="1"/>
      <p:bldP spid="72" grpId="1" animBg="1"/>
      <p:bldP spid="74" grpId="0"/>
      <p:bldP spid="74" grpId="1"/>
      <p:bldP spid="75" grpId="0" animBg="1"/>
      <p:bldP spid="75" grpId="1" animBg="1"/>
      <p:bldP spid="76" grpId="0" animBg="1"/>
      <p:bldP spid="76" grpId="1" animBg="1"/>
      <p:bldP spid="77" grpId="0"/>
      <p:bldP spid="77" grpId="1"/>
      <p:bldP spid="78" grpId="0"/>
      <p:bldP spid="78" grpId="1"/>
      <p:bldP spid="79" grpId="0" animBg="1"/>
      <p:bldP spid="79" grpId="1" animBg="1"/>
      <p:bldP spid="80" grpId="0"/>
      <p:bldP spid="80" grpId="1"/>
      <p:bldP spid="81" grpId="0"/>
      <p:bldP spid="81" grpId="1"/>
      <p:bldP spid="82" grpId="0" animBg="1"/>
      <p:bldP spid="82" grpId="1" animBg="1"/>
      <p:bldP spid="84" grpId="0" animBg="1"/>
      <p:bldP spid="84" grpId="1" animBg="1"/>
      <p:bldP spid="85" grpId="0" animBg="1"/>
      <p:bldP spid="85" grpId="1" animBg="1"/>
      <p:bldP spid="86" grpId="0" animBg="1"/>
      <p:bldP spid="86" grpId="1" animBg="1"/>
      <p:bldP spid="87" grpId="0" animBg="1"/>
      <p:bldP spid="87" grpId="1" animBg="1"/>
      <p:bldP spid="89" grpId="0"/>
      <p:bldP spid="89" grpId="1"/>
      <p:bldP spid="90" grpId="0" animBg="1"/>
      <p:bldP spid="90" grpId="1" animBg="1"/>
      <p:bldP spid="91" grpId="0"/>
      <p:bldP spid="91" grpId="1"/>
      <p:bldP spid="92" grpId="0"/>
      <p:bldP spid="92" grpId="1"/>
      <p:bldP spid="93" grpId="0" animBg="1"/>
      <p:bldP spid="93" grpId="1" animBg="1"/>
      <p:bldP spid="94" grpId="0"/>
      <p:bldP spid="94" grpId="1"/>
      <p:bldP spid="95" grpId="0"/>
      <p:bldP spid="95" grpId="1"/>
      <p:bldP spid="96" grpId="0" animBg="1"/>
      <p:bldP spid="96" grpId="1" animBg="1"/>
      <p:bldP spid="98" grpId="0" animBg="1"/>
      <p:bldP spid="98" grpId="1" animBg="1"/>
      <p:bldP spid="99" grpId="0" animBg="1"/>
      <p:bldP spid="99" grpId="1" animBg="1"/>
      <p:bldP spid="100" grpId="0" animBg="1"/>
      <p:bldP spid="100" grpId="1" animBg="1"/>
      <p:bldP spid="101" grpId="0" animBg="1"/>
      <p:bldP spid="101" grpId="1" animBg="1"/>
      <p:bldP spid="103" grpId="0"/>
      <p:bldP spid="103" grpId="1"/>
      <p:bldP spid="104" grpId="0"/>
      <p:bldP spid="104" grpId="1"/>
      <p:bldP spid="105" grpId="0" animBg="1"/>
      <p:bldP spid="105" grpId="1" animBg="1"/>
      <p:bldP spid="106" grpId="0"/>
      <p:bldP spid="106" grpId="1"/>
      <p:bldP spid="107" grpId="0"/>
      <p:bldP spid="107" grpId="1"/>
      <p:bldP spid="108" grpId="0" animBg="1"/>
      <p:bldP spid="108" grpId="1" animBg="1"/>
      <p:bldP spid="110" grpId="0" animBg="1"/>
      <p:bldP spid="110" grpId="1" animBg="1"/>
      <p:bldP spid="111" grpId="0" animBg="1"/>
      <p:bldP spid="111" grpId="1" animBg="1"/>
      <p:bldP spid="112" grpId="0" animBg="1"/>
      <p:bldP spid="112" grpId="1" animBg="1"/>
      <p:bldP spid="113" grpId="0" animBg="1"/>
      <p:bldP spid="113" grpId="1" animBg="1"/>
      <p:bldP spid="115" grpId="0"/>
      <p:bldP spid="115" grpId="1"/>
      <p:bldP spid="126" grpId="0" animBg="1"/>
      <p:bldP spid="137" grpId="0" animBg="1"/>
      <p:bldP spid="137" grpId="1" animBg="1"/>
      <p:bldP spid="137" grpId="2" animBg="1"/>
      <p:bldP spid="137" grpId="3" animBg="1"/>
      <p:bldP spid="139" grpId="0"/>
      <p:bldP spid="139" grpId="1"/>
      <p:bldP spid="139" grpId="2"/>
      <p:bldP spid="139" grpId="3"/>
      <p:bldP spid="140" grpId="0" animBg="1"/>
      <p:bldP spid="140" grpId="1" animBg="1"/>
      <p:bldP spid="140" grpId="2" animBg="1"/>
      <p:bldP spid="140" grpId="3" animBg="1"/>
      <p:bldP spid="142" grpId="0"/>
      <p:bldP spid="142" grpId="1"/>
      <p:bldP spid="142" grpId="2"/>
      <p:bldP spid="142" grpId="3"/>
      <p:bldP spid="143" grpId="0" animBg="1"/>
      <p:bldP spid="143" grpId="1" animBg="1"/>
      <p:bldP spid="143" grpId="2" animBg="1"/>
      <p:bldP spid="143" grpId="3" animBg="1"/>
      <p:bldP spid="145" grpId="0"/>
      <p:bldP spid="145" grpId="1"/>
      <p:bldP spid="145" grpId="2"/>
      <p:bldP spid="145" grpId="3"/>
      <p:bldP spid="146" grpId="0" animBg="1"/>
      <p:bldP spid="146" grpId="1" animBg="1"/>
      <p:bldP spid="146" grpId="2" animBg="1"/>
      <p:bldP spid="146" grpId="3" animBg="1"/>
      <p:bldP spid="148" grpId="0"/>
      <p:bldP spid="148" grpId="1"/>
      <p:bldP spid="148" grpId="2"/>
      <p:bldP spid="148" grpId="3"/>
      <p:bldP spid="149" grpId="0" animBg="1"/>
      <p:bldP spid="149" grpId="1" animBg="1"/>
      <p:bldP spid="149" grpId="2" animBg="1"/>
      <p:bldP spid="149" grpId="3" animBg="1"/>
      <p:bldP spid="151" grpId="0"/>
      <p:bldP spid="151" grpId="1"/>
      <p:bldP spid="151" grpId="2"/>
      <p:bldP spid="151" grpId="3"/>
      <p:bldP spid="152" grpId="0" animBg="1"/>
      <p:bldP spid="152" grpId="1" animBg="1"/>
      <p:bldP spid="152" grpId="2" animBg="1"/>
      <p:bldP spid="152" grpId="3" animBg="1"/>
      <p:bldP spid="154" grpId="0"/>
      <p:bldP spid="154" grpId="1"/>
      <p:bldP spid="154" grpId="2"/>
      <p:bldP spid="154" grpId="3"/>
      <p:bldP spid="155" grpId="0" animBg="1"/>
      <p:bldP spid="155" grpId="1" animBg="1"/>
      <p:bldP spid="155" grpId="2" animBg="1"/>
      <p:bldP spid="155" grpId="3" animBg="1"/>
      <p:bldP spid="157" grpId="0"/>
      <p:bldP spid="157" grpId="1"/>
      <p:bldP spid="157" grpId="2"/>
      <p:bldP spid="157" grpId="3"/>
      <p:bldP spid="158" grpId="0" animBg="1"/>
      <p:bldP spid="158" grpId="1" animBg="1"/>
      <p:bldP spid="158" grpId="2" animBg="1"/>
      <p:bldP spid="158" grpId="3" animBg="1"/>
      <p:bldP spid="160" grpId="0"/>
      <p:bldP spid="160" grpId="1"/>
      <p:bldP spid="160" grpId="2"/>
      <p:bldP spid="160" grpId="3"/>
      <p:bldP spid="161" grpId="0" animBg="1"/>
      <p:bldP spid="161" grpId="1" animBg="1"/>
      <p:bldP spid="161" grpId="2" animBg="1"/>
      <p:bldP spid="161" grpId="3" animBg="1"/>
      <p:bldP spid="163" grpId="0"/>
      <p:bldP spid="163" grpId="1"/>
      <p:bldP spid="163" grpId="2"/>
      <p:bldP spid="163" grpId="3"/>
      <p:bldP spid="164" grpId="0" animBg="1"/>
      <p:bldP spid="164" grpId="1" animBg="1"/>
      <p:bldP spid="164" grpId="2" animBg="1"/>
      <p:bldP spid="164" grpId="3" animBg="1"/>
      <p:bldP spid="166" grpId="0"/>
      <p:bldP spid="166" grpId="1"/>
      <p:bldP spid="166" grpId="2"/>
      <p:bldP spid="166" grpId="3"/>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2</a:t>
            </a:r>
          </a:p>
        </p:txBody>
      </p:sp>
      <p:sp>
        <p:nvSpPr>
          <p:cNvPr id="4" name="!!rotulo"/>
          <p:cNvSpPr txBox="1"/>
          <p:nvPr/>
        </p:nvSpPr>
        <p:spPr>
          <a:xfrm>
            <a:off x="1149032" y="282141"/>
            <a:ext cx="171240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Desarrollo de EduFEM</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Trazabilidad en acción: de una tensión a sus datos</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razabilidad:e1dcc347e5"/>
          <p:cNvSpPr/>
          <p:nvPr/>
        </p:nvSpPr>
        <p:spPr>
          <a:xfrm>
            <a:off x="568325" y="1273175"/>
            <a:ext cx="4057650" cy="3740150"/>
          </a:xfrm>
          <a:prstGeom prst="roundRect">
            <a:avLst>
              <a:gd name="adj" fmla="val 2292"/>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trazabilidad:7dcea45428" descr="e194eec267f022b1.png"/>
          <p:cNvPicPr>
            <a:picLocks noChangeAspect="1"/>
          </p:cNvPicPr>
          <p:nvPr/>
        </p:nvPicPr>
        <p:blipFill>
          <a:blip r:embed="rId2"/>
          <a:stretch>
            <a:fillRect/>
          </a:stretch>
        </p:blipFill>
        <p:spPr>
          <a:xfrm>
            <a:off x="571500" y="1276350"/>
            <a:ext cx="4064000" cy="3746500"/>
          </a:xfrm>
          <a:prstGeom prst="rect">
            <a:avLst/>
          </a:prstGeom>
        </p:spPr>
      </p:pic>
      <p:sp>
        <p:nvSpPr>
          <p:cNvPr id="14" name="!!trazabilidad:4a0b32b58c"/>
          <p:cNvSpPr txBox="1"/>
          <p:nvPr/>
        </p:nvSpPr>
        <p:spPr>
          <a:xfrm>
            <a:off x="565150" y="5102701"/>
            <a:ext cx="4145280" cy="412750"/>
          </a:xfrm>
          <a:prstGeom prst="rect">
            <a:avLst/>
          </a:prstGeom>
          <a:noFill/>
        </p:spPr>
        <p:txBody>
          <a:bodyPr wrap="square" lIns="0" rIns="0" tIns="0" bIns="0" anchor="t"/>
          <a:lstStyle/>
          <a:p>
            <a:pPr algn="l">
              <a:lnSpc>
                <a:spcPts val="1625"/>
              </a:lnSpc>
              <a:spcBef>
                <a:spcPts val="0"/>
              </a:spcBef>
              <a:spcAft>
                <a:spcPts val="0"/>
              </a:spcAft>
            </a:pPr>
            <a:r>
              <a:rPr sz="1250" b="1" i="0">
                <a:solidFill>
                  <a:srgbClr val="1F2937"/>
                </a:solidFill>
                <a:latin typeface="Calibri"/>
              </a:rPr>
              <a:t>Ninguna etapa queda escondida:</a:t>
            </a:r>
            <a:r>
              <a:rPr sz="1250" b="0" i="0">
                <a:solidFill>
                  <a:srgbClr val="3F4A5A"/>
                </a:solidFill>
                <a:latin typeface="Calibri"/>
              </a:rPr>
              <a:t> del resultado se llega a los</a:t>
            </a:r>
            <a:br/>
            <a:r>
              <a:rPr sz="1250" b="0" i="0">
                <a:solidFill>
                  <a:srgbClr val="3F4A5A"/>
                </a:solidFill>
                <a:latin typeface="Calibri"/>
              </a:rPr>
              <a:t>datos</a:t>
            </a:r>
          </a:p>
        </p:txBody>
      </p:sp>
      <p:pic>
        <p:nvPicPr>
          <p:cNvPr id="15" name="!!trazabilidad:229ba58739" descr="d80194754026f151.png"/>
          <p:cNvPicPr>
            <a:picLocks noChangeAspect="1"/>
          </p:cNvPicPr>
          <p:nvPr/>
        </p:nvPicPr>
        <p:blipFill>
          <a:blip r:embed="rId3"/>
          <a:stretch>
            <a:fillRect/>
          </a:stretch>
        </p:blipFill>
        <p:spPr>
          <a:xfrm>
            <a:off x="571500" y="1276350"/>
            <a:ext cx="4064000" cy="3746500"/>
          </a:xfrm>
          <a:prstGeom prst="rect">
            <a:avLst/>
          </a:prstGeom>
        </p:spPr>
      </p:pic>
      <p:sp>
        <p:nvSpPr>
          <p:cNvPr id="16" name="!!trazabilidad:86de66dc29"/>
          <p:cNvSpPr txBox="1"/>
          <p:nvPr/>
        </p:nvSpPr>
        <p:spPr>
          <a:xfrm>
            <a:off x="565150" y="5102701"/>
            <a:ext cx="4145280"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El nodo 7 solo pertenece a</a:t>
            </a:r>
            <a:r>
              <a:rPr sz="1250" b="1" i="0">
                <a:solidFill>
                  <a:srgbClr val="1F2937"/>
                </a:solidFill>
                <a:latin typeface="Calibri"/>
              </a:rPr>
              <a:t> E3</a:t>
            </a:r>
            <a:r>
              <a:rPr sz="1250" b="0" i="0">
                <a:solidFill>
                  <a:srgbClr val="3F4A5A"/>
                </a:solidFill>
                <a:latin typeface="Calibri"/>
              </a:rPr>
              <a:t>: su tensión sale de los cuatro</a:t>
            </a:r>
            <a:br/>
            <a:r>
              <a:rPr sz="1250" b="0" i="0">
                <a:solidFill>
                  <a:srgbClr val="3F4A5A"/>
                </a:solidFill>
                <a:latin typeface="Calibri"/>
              </a:rPr>
              <a:t>puntos de Gauss de ese elemento</a:t>
            </a:r>
          </a:p>
        </p:txBody>
      </p:sp>
      <p:pic>
        <p:nvPicPr>
          <p:cNvPr id="17" name="!!trazabilidad:d21c82041b" descr="1a4025f2722b8f10.png"/>
          <p:cNvPicPr>
            <a:picLocks noChangeAspect="1"/>
          </p:cNvPicPr>
          <p:nvPr/>
        </p:nvPicPr>
        <p:blipFill>
          <a:blip r:embed="rId4"/>
          <a:stretch>
            <a:fillRect/>
          </a:stretch>
        </p:blipFill>
        <p:spPr>
          <a:xfrm>
            <a:off x="571500" y="1276350"/>
            <a:ext cx="4064000" cy="3746500"/>
          </a:xfrm>
          <a:prstGeom prst="rect">
            <a:avLst/>
          </a:prstGeom>
        </p:spPr>
      </p:pic>
      <p:sp>
        <p:nvSpPr>
          <p:cNvPr id="18" name="!!trazabilidad:626d46105f"/>
          <p:cNvSpPr txBox="1"/>
          <p:nvPr/>
        </p:nvSpPr>
        <p:spPr>
          <a:xfrm>
            <a:off x="565150" y="5102701"/>
            <a:ext cx="4145280"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Contorno de von Mises sobre la deformada del ejemplo guía,</a:t>
            </a:r>
            <a:br/>
            <a:r>
              <a:rPr sz="1250" b="0" i="0">
                <a:solidFill>
                  <a:srgbClr val="3F4A5A"/>
                </a:solidFill>
                <a:latin typeface="Calibri"/>
              </a:rPr>
              <a:t>de 42,47 (azul) a 864,70 (rojo), como en la Figura G.4</a:t>
            </a:r>
          </a:p>
        </p:txBody>
      </p:sp>
      <p:sp>
        <p:nvSpPr>
          <p:cNvPr id="19" name="!!trazabilidad:cb45011675"/>
          <p:cNvSpPr/>
          <p:nvPr/>
        </p:nvSpPr>
        <p:spPr>
          <a:xfrm>
            <a:off x="4857750" y="1244600"/>
            <a:ext cx="6794500" cy="635000"/>
          </a:xfrm>
          <a:prstGeom prst="roundRect">
            <a:avLst>
              <a:gd name="adj" fmla="val 16000"/>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zabilidad:79250cbeb9"/>
          <p:cNvSpPr/>
          <p:nvPr/>
        </p:nvSpPr>
        <p:spPr>
          <a:xfrm>
            <a:off x="4889500" y="1276350"/>
            <a:ext cx="6731000" cy="571500"/>
          </a:xfrm>
          <a:prstGeom prst="roundRect">
            <a:avLst>
              <a:gd name="adj" fmla="val 12222"/>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razabilidad:fbb7a07939"/>
          <p:cNvSpPr/>
          <p:nvPr/>
        </p:nvSpPr>
        <p:spPr>
          <a:xfrm>
            <a:off x="4946650" y="1428750"/>
            <a:ext cx="584200" cy="266700"/>
          </a:xfrm>
          <a:prstGeom prst="roundRect">
            <a:avLst>
              <a:gd name="adj" fmla="val 23809"/>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razabilidad:8770449a1f"/>
          <p:cNvSpPr txBox="1"/>
          <p:nvPr/>
        </p:nvSpPr>
        <p:spPr>
          <a:xfrm>
            <a:off x="4921250" y="1458074"/>
            <a:ext cx="6350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σ</a:t>
            </a:r>
          </a:p>
        </p:txBody>
      </p:sp>
      <p:sp>
        <p:nvSpPr>
          <p:cNvPr id="23" name="!!trazabilidad:c762e19853"/>
          <p:cNvSpPr txBox="1"/>
          <p:nvPr/>
        </p:nvSpPr>
        <p:spPr>
          <a:xfrm>
            <a:off x="5619750" y="1482884"/>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Resultado</a:t>
            </a:r>
          </a:p>
        </p:txBody>
      </p:sp>
      <p:sp>
        <p:nvSpPr>
          <p:cNvPr id="24" name="!!trazabilidad:d8af9f1a67"/>
          <p:cNvSpPr txBox="1"/>
          <p:nvPr/>
        </p:nvSpPr>
        <p:spPr>
          <a:xfrm>
            <a:off x="6953250" y="1453198"/>
            <a:ext cx="4040950" cy="219075"/>
          </a:xfrm>
          <a:prstGeom prst="rect">
            <a:avLst/>
          </a:prstGeom>
          <a:noFill/>
        </p:spPr>
        <p:txBody>
          <a:bodyPr wrap="square" lIns="0" rIns="0" tIns="0" bIns="0" anchor="t"/>
          <a:lstStyle/>
          <a:p>
            <a:pPr algn="l">
              <a:lnSpc>
                <a:spcPts val="1725"/>
              </a:lnSpc>
              <a:spcBef>
                <a:spcPts val="0"/>
              </a:spcBef>
              <a:spcAft>
                <a:spcPts val="0"/>
              </a:spcAft>
            </a:pPr>
            <a:r>
              <a:rPr sz="1500" b="0" i="0">
                <a:solidFill>
                  <a:srgbClr val="1F2937"/>
                </a:solidFill>
                <a:latin typeface="Calibri"/>
              </a:rPr>
              <a:t>σ</a:t>
            </a:r>
            <a:r>
              <a:rPr sz="1500" b="0" i="0" baseline="-25000">
                <a:solidFill>
                  <a:srgbClr val="1F2937"/>
                </a:solidFill>
                <a:latin typeface="Calibri"/>
              </a:rPr>
              <a:t>VM</a:t>
            </a:r>
            <a:r>
              <a:rPr sz="1500" b="0" i="0">
                <a:solidFill>
                  <a:srgbClr val="1F2937"/>
                </a:solidFill>
                <a:latin typeface="Calibri"/>
              </a:rPr>
              <a:t> en el nodo 7 =</a:t>
            </a:r>
            <a:r>
              <a:rPr sz="2500" b="1" i="0" spc="-25">
                <a:solidFill>
                  <a:srgbClr val="D9650B"/>
                </a:solidFill>
                <a:latin typeface="Calibri"/>
              </a:rPr>
              <a:t>864,70</a:t>
            </a:r>
          </a:p>
        </p:txBody>
      </p:sp>
      <p:sp>
        <p:nvSpPr>
          <p:cNvPr id="25" name="!!trazabilidad:026ec47d59"/>
          <p:cNvSpPr/>
          <p:nvPr/>
        </p:nvSpPr>
        <p:spPr>
          <a:xfrm>
            <a:off x="11007026" y="1447800"/>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razabilidad:98dc8d8ab2"/>
          <p:cNvSpPr txBox="1"/>
          <p:nvPr/>
        </p:nvSpPr>
        <p:spPr>
          <a:xfrm>
            <a:off x="11086402" y="1481287"/>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174</a:t>
            </a:r>
          </a:p>
        </p:txBody>
      </p:sp>
      <p:sp>
        <p:nvSpPr>
          <p:cNvPr id="27" name="!!trazabilidad:03ce105800"/>
          <p:cNvSpPr/>
          <p:nvPr/>
        </p:nvSpPr>
        <p:spPr>
          <a:xfrm>
            <a:off x="4886325" y="18891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razabilidad:e51481f7a2"/>
          <p:cNvSpPr/>
          <p:nvPr/>
        </p:nvSpPr>
        <p:spPr>
          <a:xfrm>
            <a:off x="4940300" y="19335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razabilidad:8156f06768"/>
          <p:cNvSpPr txBox="1"/>
          <p:nvPr/>
        </p:nvSpPr>
        <p:spPr>
          <a:xfrm>
            <a:off x="5109464" y="1962899"/>
            <a:ext cx="465836"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9</a:t>
            </a:r>
          </a:p>
        </p:txBody>
      </p:sp>
      <p:sp>
        <p:nvSpPr>
          <p:cNvPr id="30" name="!!trazabilidad:e4c7a1d73b"/>
          <p:cNvSpPr txBox="1"/>
          <p:nvPr/>
        </p:nvSpPr>
        <p:spPr>
          <a:xfrm>
            <a:off x="5237544" y="1961417"/>
            <a:ext cx="16846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σ</a:t>
            </a:r>
          </a:p>
        </p:txBody>
      </p:sp>
      <p:sp>
        <p:nvSpPr>
          <p:cNvPr id="31" name="!!trazabilidad:d6433ee7ec"/>
          <p:cNvSpPr txBox="1"/>
          <p:nvPr/>
        </p:nvSpPr>
        <p:spPr>
          <a:xfrm>
            <a:off x="5613400" y="19877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Tensiones</a:t>
            </a:r>
          </a:p>
        </p:txBody>
      </p:sp>
      <p:sp>
        <p:nvSpPr>
          <p:cNvPr id="32" name="!!trazabilidad:b1c35cef3a"/>
          <p:cNvSpPr txBox="1"/>
          <p:nvPr/>
        </p:nvSpPr>
        <p:spPr>
          <a:xfrm>
            <a:off x="6946900" y="1961420"/>
            <a:ext cx="3689795"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σ</a:t>
            </a:r>
            <a:r>
              <a:rPr sz="1250" b="0" i="0" baseline="-25000">
                <a:solidFill>
                  <a:srgbClr val="1F2937"/>
                </a:solidFill>
                <a:latin typeface="Calibri"/>
              </a:rPr>
              <a:t>7</a:t>
            </a:r>
            <a:r>
              <a:rPr sz="1250" b="0" i="0">
                <a:solidFill>
                  <a:srgbClr val="1F2937"/>
                </a:solidFill>
                <a:latin typeface="Calibri"/>
              </a:rPr>
              <a:t> = (−25,26; −845,06; 134,51)</a:t>
            </a:r>
          </a:p>
        </p:txBody>
      </p:sp>
      <p:sp>
        <p:nvSpPr>
          <p:cNvPr id="33" name="!!trazabilidad:e4cd1a5bad"/>
          <p:cNvSpPr/>
          <p:nvPr/>
        </p:nvSpPr>
        <p:spPr>
          <a:xfrm>
            <a:off x="10656380" y="1952625"/>
            <a:ext cx="872046"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razabilidad:3b2b09fb46"/>
          <p:cNvSpPr txBox="1"/>
          <p:nvPr/>
        </p:nvSpPr>
        <p:spPr>
          <a:xfrm>
            <a:off x="10735754" y="1986112"/>
            <a:ext cx="76409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pp. 173–174</a:t>
            </a:r>
          </a:p>
        </p:txBody>
      </p:sp>
      <p:sp>
        <p:nvSpPr>
          <p:cNvPr id="35" name="!!trazabilidad:6a531c0256"/>
          <p:cNvSpPr txBox="1"/>
          <p:nvPr/>
        </p:nvSpPr>
        <p:spPr>
          <a:xfrm>
            <a:off x="6946900" y="1961420"/>
            <a:ext cx="3689795"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σ</a:t>
            </a:r>
            <a:r>
              <a:rPr sz="1250" b="0" i="0" baseline="-25000">
                <a:solidFill>
                  <a:srgbClr val="1F2937"/>
                </a:solidFill>
                <a:latin typeface="Calibri"/>
              </a:rPr>
              <a:t>7</a:t>
            </a:r>
            <a:r>
              <a:rPr sz="1250" b="0" i="0">
                <a:solidFill>
                  <a:srgbClr val="1F2937"/>
                </a:solidFill>
                <a:latin typeface="Calibri"/>
              </a:rPr>
              <a:t> = (−25,26; −845,06; 134,51)</a:t>
            </a:r>
            <a:r>
              <a:rPr sz="1150" b="0" i="0">
                <a:solidFill>
                  <a:srgbClr val="5B6575"/>
                </a:solidFill>
                <a:latin typeface="Calibri"/>
              </a:rPr>
              <a:t>← 4 puntos de Gauss</a:t>
            </a:r>
          </a:p>
        </p:txBody>
      </p:sp>
      <p:sp>
        <p:nvSpPr>
          <p:cNvPr id="36" name="!!trazabilidad:27b6028205"/>
          <p:cNvSpPr/>
          <p:nvPr/>
        </p:nvSpPr>
        <p:spPr>
          <a:xfrm>
            <a:off x="4886325" y="22828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razabilidad:7c5e0ec4fd"/>
          <p:cNvSpPr/>
          <p:nvPr/>
        </p:nvSpPr>
        <p:spPr>
          <a:xfrm>
            <a:off x="4940300" y="23272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razabilidad:bf6a356dc4"/>
          <p:cNvSpPr txBox="1"/>
          <p:nvPr/>
        </p:nvSpPr>
        <p:spPr>
          <a:xfrm>
            <a:off x="5109972" y="2356599"/>
            <a:ext cx="465328"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8</a:t>
            </a:r>
          </a:p>
        </p:txBody>
      </p:sp>
      <p:sp>
        <p:nvSpPr>
          <p:cNvPr id="39" name="!!trazabilidad:c0749ecf85"/>
          <p:cNvSpPr txBox="1"/>
          <p:nvPr/>
        </p:nvSpPr>
        <p:spPr>
          <a:xfrm>
            <a:off x="5238052" y="2355117"/>
            <a:ext cx="16757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u</a:t>
            </a:r>
          </a:p>
        </p:txBody>
      </p:sp>
      <p:sp>
        <p:nvSpPr>
          <p:cNvPr id="40" name="!!trazabilidad:bd13a7cb7c"/>
          <p:cNvSpPr txBox="1"/>
          <p:nvPr/>
        </p:nvSpPr>
        <p:spPr>
          <a:xfrm>
            <a:off x="5613400" y="23814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Solución</a:t>
            </a:r>
          </a:p>
        </p:txBody>
      </p:sp>
      <p:sp>
        <p:nvSpPr>
          <p:cNvPr id="41" name="!!trazabilidad:8b6e49e8f8"/>
          <p:cNvSpPr txBox="1"/>
          <p:nvPr/>
        </p:nvSpPr>
        <p:spPr>
          <a:xfrm>
            <a:off x="6946900" y="2371947"/>
            <a:ext cx="3689795"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u</a:t>
            </a:r>
            <a:r>
              <a:rPr sz="1250" b="0" i="0" baseline="-25000">
                <a:solidFill>
                  <a:srgbClr val="1F2937"/>
                </a:solidFill>
                <a:latin typeface="Calibri"/>
              </a:rPr>
              <a:t>7y</a:t>
            </a:r>
            <a:r>
              <a:rPr sz="1250" b="0" i="0">
                <a:solidFill>
                  <a:srgbClr val="1F2937"/>
                </a:solidFill>
                <a:latin typeface="Calibri"/>
              </a:rPr>
              <a:t> = −1,308 × 10</a:t>
            </a:r>
            <a:r>
              <a:rPr sz="1250" b="0" i="0" baseline="30000">
                <a:solidFill>
                  <a:srgbClr val="1F2937"/>
                </a:solidFill>
                <a:latin typeface="Calibri"/>
              </a:rPr>
              <a:t>−2</a:t>
            </a:r>
          </a:p>
        </p:txBody>
      </p:sp>
      <p:sp>
        <p:nvSpPr>
          <p:cNvPr id="42" name="!!trazabilidad:18e9f0c18a"/>
          <p:cNvSpPr/>
          <p:nvPr/>
        </p:nvSpPr>
        <p:spPr>
          <a:xfrm>
            <a:off x="10656380" y="2346325"/>
            <a:ext cx="872046"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razabilidad:9f053ef703"/>
          <p:cNvSpPr txBox="1"/>
          <p:nvPr/>
        </p:nvSpPr>
        <p:spPr>
          <a:xfrm>
            <a:off x="10735754" y="2379812"/>
            <a:ext cx="76409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pp. 171–172</a:t>
            </a:r>
          </a:p>
        </p:txBody>
      </p:sp>
      <p:sp>
        <p:nvSpPr>
          <p:cNvPr id="44" name="!!trazabilidad:cd5c61c477"/>
          <p:cNvSpPr txBox="1"/>
          <p:nvPr/>
        </p:nvSpPr>
        <p:spPr>
          <a:xfrm>
            <a:off x="6946900" y="2371947"/>
            <a:ext cx="3689795"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u</a:t>
            </a:r>
            <a:r>
              <a:rPr sz="1250" b="0" i="0" baseline="-25000">
                <a:solidFill>
                  <a:srgbClr val="1F2937"/>
                </a:solidFill>
                <a:latin typeface="Calibri"/>
              </a:rPr>
              <a:t>7y</a:t>
            </a:r>
            <a:r>
              <a:rPr sz="1250" b="0" i="0">
                <a:solidFill>
                  <a:srgbClr val="1F2937"/>
                </a:solidFill>
                <a:latin typeface="Calibri"/>
              </a:rPr>
              <a:t> = −1,308 × 10</a:t>
            </a:r>
            <a:r>
              <a:rPr sz="1250" b="0" i="0" baseline="30000">
                <a:solidFill>
                  <a:srgbClr val="1F2937"/>
                </a:solidFill>
                <a:latin typeface="Calibri"/>
              </a:rPr>
              <a:t>−2</a:t>
            </a:r>
            <a:r>
              <a:rPr sz="1150" b="0" i="0">
                <a:solidFill>
                  <a:srgbClr val="5B6575"/>
                </a:solidFill>
                <a:latin typeface="Calibri"/>
              </a:rPr>
              <a:t>← K u = F, 12 GDL libres</a:t>
            </a:r>
          </a:p>
        </p:txBody>
      </p:sp>
      <p:sp>
        <p:nvSpPr>
          <p:cNvPr id="45" name="!!trazabilidad:e87d5b63f5"/>
          <p:cNvSpPr/>
          <p:nvPr/>
        </p:nvSpPr>
        <p:spPr>
          <a:xfrm>
            <a:off x="4886325" y="26765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razabilidad:080ee9ca15"/>
          <p:cNvSpPr/>
          <p:nvPr/>
        </p:nvSpPr>
        <p:spPr>
          <a:xfrm>
            <a:off x="4940300" y="27209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razabilidad:a31a528a5f"/>
          <p:cNvSpPr txBox="1"/>
          <p:nvPr/>
        </p:nvSpPr>
        <p:spPr>
          <a:xfrm>
            <a:off x="5085080" y="2750299"/>
            <a:ext cx="49022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7</a:t>
            </a:r>
          </a:p>
        </p:txBody>
      </p:sp>
      <p:sp>
        <p:nvSpPr>
          <p:cNvPr id="48" name="!!trazabilidad:4d93249d46"/>
          <p:cNvSpPr txBox="1"/>
          <p:nvPr/>
        </p:nvSpPr>
        <p:spPr>
          <a:xfrm>
            <a:off x="5213160" y="2748817"/>
            <a:ext cx="217297"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K</a:t>
            </a:r>
          </a:p>
        </p:txBody>
      </p:sp>
      <p:sp>
        <p:nvSpPr>
          <p:cNvPr id="49" name="!!trazabilidad:e8a45fd562"/>
          <p:cNvSpPr txBox="1"/>
          <p:nvPr/>
        </p:nvSpPr>
        <p:spPr>
          <a:xfrm>
            <a:off x="5613400" y="27751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Ensamblaje</a:t>
            </a:r>
          </a:p>
        </p:txBody>
      </p:sp>
      <p:sp>
        <p:nvSpPr>
          <p:cNvPr id="50" name="!!trazabilidad:9c9605395e"/>
          <p:cNvSpPr txBox="1"/>
          <p:nvPr/>
        </p:nvSpPr>
        <p:spPr>
          <a:xfrm>
            <a:off x="6946900" y="27652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K de 18 × 18</a:t>
            </a:r>
          </a:p>
        </p:txBody>
      </p:sp>
      <p:sp>
        <p:nvSpPr>
          <p:cNvPr id="51" name="!!trazabilidad:0eaf270c9b"/>
          <p:cNvSpPr/>
          <p:nvPr/>
        </p:nvSpPr>
        <p:spPr>
          <a:xfrm>
            <a:off x="11013376" y="27400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razabilidad:21e3c363d8"/>
          <p:cNvSpPr txBox="1"/>
          <p:nvPr/>
        </p:nvSpPr>
        <p:spPr>
          <a:xfrm>
            <a:off x="11092752" y="27735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171</a:t>
            </a:r>
          </a:p>
        </p:txBody>
      </p:sp>
      <p:sp>
        <p:nvSpPr>
          <p:cNvPr id="53" name="!!trazabilidad:9e757b248f"/>
          <p:cNvSpPr txBox="1"/>
          <p:nvPr/>
        </p:nvSpPr>
        <p:spPr>
          <a:xfrm>
            <a:off x="6946900" y="2752884"/>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K de 18 × 18</a:t>
            </a:r>
            <a:r>
              <a:rPr sz="1150" b="0" i="0">
                <a:solidFill>
                  <a:srgbClr val="5B6575"/>
                </a:solidFill>
                <a:latin typeface="Calibri"/>
              </a:rPr>
              <a:t>← las cuatro k</a:t>
            </a:r>
            <a:r>
              <a:rPr sz="1150" b="0" i="0" baseline="-25000">
                <a:solidFill>
                  <a:srgbClr val="5B6575"/>
                </a:solidFill>
                <a:latin typeface="Calibri"/>
              </a:rPr>
              <a:t>e</a:t>
            </a:r>
          </a:p>
        </p:txBody>
      </p:sp>
      <p:sp>
        <p:nvSpPr>
          <p:cNvPr id="54" name="!!trazabilidad:c9a2bdf6e4"/>
          <p:cNvSpPr/>
          <p:nvPr/>
        </p:nvSpPr>
        <p:spPr>
          <a:xfrm>
            <a:off x="4886325" y="30702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razabilidad:75922559be"/>
          <p:cNvSpPr/>
          <p:nvPr/>
        </p:nvSpPr>
        <p:spPr>
          <a:xfrm>
            <a:off x="4940300" y="31146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razabilidad:5569a72fa8"/>
          <p:cNvSpPr txBox="1"/>
          <p:nvPr/>
        </p:nvSpPr>
        <p:spPr>
          <a:xfrm>
            <a:off x="5119560" y="3143999"/>
            <a:ext cx="45574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6</a:t>
            </a:r>
          </a:p>
        </p:txBody>
      </p:sp>
      <p:sp>
        <p:nvSpPr>
          <p:cNvPr id="57" name="!!trazabilidad:f2e6f4f784"/>
          <p:cNvSpPr txBox="1"/>
          <p:nvPr/>
        </p:nvSpPr>
        <p:spPr>
          <a:xfrm>
            <a:off x="5247704" y="3142517"/>
            <a:ext cx="148209"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f</a:t>
            </a:r>
          </a:p>
        </p:txBody>
      </p:sp>
      <p:sp>
        <p:nvSpPr>
          <p:cNvPr id="58" name="!!trazabilidad:d2710b0a8f"/>
          <p:cNvSpPr txBox="1"/>
          <p:nvPr/>
        </p:nvSpPr>
        <p:spPr>
          <a:xfrm>
            <a:off x="5613400" y="31688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Fuerzas</a:t>
            </a:r>
          </a:p>
        </p:txBody>
      </p:sp>
      <p:sp>
        <p:nvSpPr>
          <p:cNvPr id="59" name="!!trazabilidad:efcf12a098"/>
          <p:cNvSpPr txBox="1"/>
          <p:nvPr/>
        </p:nvSpPr>
        <p:spPr>
          <a:xfrm>
            <a:off x="6946900" y="3142520"/>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F</a:t>
            </a:r>
            <a:r>
              <a:rPr sz="1250" b="0" i="0" baseline="-25000">
                <a:solidFill>
                  <a:srgbClr val="1F2937"/>
                </a:solidFill>
                <a:latin typeface="Calibri"/>
              </a:rPr>
              <a:t>7y</a:t>
            </a:r>
            <a:r>
              <a:rPr sz="1250" b="0" i="0">
                <a:solidFill>
                  <a:srgbClr val="1F2937"/>
                </a:solidFill>
                <a:latin typeface="Calibri"/>
              </a:rPr>
              <a:t> = −1000</a:t>
            </a:r>
          </a:p>
        </p:txBody>
      </p:sp>
      <p:sp>
        <p:nvSpPr>
          <p:cNvPr id="60" name="!!trazabilidad:197a31e478"/>
          <p:cNvSpPr/>
          <p:nvPr/>
        </p:nvSpPr>
        <p:spPr>
          <a:xfrm>
            <a:off x="11013376" y="31337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razabilidad:723df5e84c"/>
          <p:cNvSpPr txBox="1"/>
          <p:nvPr/>
        </p:nvSpPr>
        <p:spPr>
          <a:xfrm>
            <a:off x="11092752" y="31672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171</a:t>
            </a:r>
          </a:p>
        </p:txBody>
      </p:sp>
      <p:sp>
        <p:nvSpPr>
          <p:cNvPr id="62" name="!!trazabilidad:d08459af23"/>
          <p:cNvSpPr txBox="1"/>
          <p:nvPr/>
        </p:nvSpPr>
        <p:spPr>
          <a:xfrm>
            <a:off x="6946900" y="3142520"/>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F</a:t>
            </a:r>
            <a:r>
              <a:rPr sz="1250" b="0" i="0" baseline="-25000">
                <a:solidFill>
                  <a:srgbClr val="1F2937"/>
                </a:solidFill>
                <a:latin typeface="Calibri"/>
              </a:rPr>
              <a:t>7y</a:t>
            </a:r>
            <a:r>
              <a:rPr sz="1250" b="0" i="0">
                <a:solidFill>
                  <a:srgbClr val="1F2937"/>
                </a:solidFill>
                <a:latin typeface="Calibri"/>
              </a:rPr>
              <a:t> = −1000</a:t>
            </a:r>
            <a:r>
              <a:rPr sz="1150" b="0" i="0">
                <a:solidFill>
                  <a:srgbClr val="5B6575"/>
                </a:solidFill>
                <a:latin typeface="Calibri"/>
              </a:rPr>
              <a:t>← la carga del nodo 7</a:t>
            </a:r>
          </a:p>
        </p:txBody>
      </p:sp>
      <p:sp>
        <p:nvSpPr>
          <p:cNvPr id="63" name="!!trazabilidad:9068609cdd"/>
          <p:cNvSpPr/>
          <p:nvPr/>
        </p:nvSpPr>
        <p:spPr>
          <a:xfrm>
            <a:off x="4886325" y="34639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razabilidad:a392affe1b"/>
          <p:cNvSpPr/>
          <p:nvPr/>
        </p:nvSpPr>
        <p:spPr>
          <a:xfrm>
            <a:off x="4940300" y="35083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razabilidad:a68da680a0"/>
          <p:cNvSpPr txBox="1"/>
          <p:nvPr/>
        </p:nvSpPr>
        <p:spPr>
          <a:xfrm>
            <a:off x="5076952" y="3537699"/>
            <a:ext cx="498348"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5</a:t>
            </a:r>
          </a:p>
        </p:txBody>
      </p:sp>
      <p:sp>
        <p:nvSpPr>
          <p:cNvPr id="66" name="!!trazabilidad:577e5df0c5"/>
          <p:cNvSpPr txBox="1"/>
          <p:nvPr/>
        </p:nvSpPr>
        <p:spPr>
          <a:xfrm>
            <a:off x="5205032" y="3536217"/>
            <a:ext cx="233553"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k</a:t>
            </a:r>
            <a:r>
              <a:rPr sz="1350" b="1" i="1" baseline="-25000">
                <a:solidFill>
                  <a:srgbClr val="FFFFFF"/>
                </a:solidFill>
                <a:latin typeface="Calibri"/>
              </a:rPr>
              <a:t>e</a:t>
            </a:r>
          </a:p>
        </p:txBody>
      </p:sp>
      <p:sp>
        <p:nvSpPr>
          <p:cNvPr id="67" name="!!trazabilidad:23ee597faf"/>
          <p:cNvSpPr txBox="1"/>
          <p:nvPr/>
        </p:nvSpPr>
        <p:spPr>
          <a:xfrm>
            <a:off x="5613400" y="35625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Rigidez de E3</a:t>
            </a:r>
          </a:p>
        </p:txBody>
      </p:sp>
      <p:sp>
        <p:nvSpPr>
          <p:cNvPr id="68" name="!!trazabilidad:2a4ac2eb39"/>
          <p:cNvSpPr txBox="1"/>
          <p:nvPr/>
        </p:nvSpPr>
        <p:spPr>
          <a:xfrm>
            <a:off x="6946900" y="3536220"/>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k</a:t>
            </a:r>
            <a:r>
              <a:rPr sz="1250" b="0" i="0" baseline="-25000">
                <a:solidFill>
                  <a:srgbClr val="1F2937"/>
                </a:solidFill>
                <a:latin typeface="Calibri"/>
              </a:rPr>
              <a:t>e</a:t>
            </a:r>
            <a:r>
              <a:rPr sz="1250" b="0" i="0">
                <a:solidFill>
                  <a:srgbClr val="1F2937"/>
                </a:solidFill>
                <a:latin typeface="Calibri"/>
              </a:rPr>
              <a:t> de 8 × 8</a:t>
            </a:r>
          </a:p>
        </p:txBody>
      </p:sp>
      <p:sp>
        <p:nvSpPr>
          <p:cNvPr id="69" name="!!trazabilidad:61356a5b56"/>
          <p:cNvSpPr/>
          <p:nvPr/>
        </p:nvSpPr>
        <p:spPr>
          <a:xfrm>
            <a:off x="11013376" y="35274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razabilidad:5204e19f21"/>
          <p:cNvSpPr txBox="1"/>
          <p:nvPr/>
        </p:nvSpPr>
        <p:spPr>
          <a:xfrm>
            <a:off x="11092752" y="35609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170</a:t>
            </a:r>
          </a:p>
        </p:txBody>
      </p:sp>
      <p:sp>
        <p:nvSpPr>
          <p:cNvPr id="71" name="!!trazabilidad:46e6d54c2b"/>
          <p:cNvSpPr txBox="1"/>
          <p:nvPr/>
        </p:nvSpPr>
        <p:spPr>
          <a:xfrm>
            <a:off x="6946900" y="3536220"/>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k</a:t>
            </a:r>
            <a:r>
              <a:rPr sz="1250" b="0" i="0" baseline="-25000">
                <a:solidFill>
                  <a:srgbClr val="1F2937"/>
                </a:solidFill>
                <a:latin typeface="Calibri"/>
              </a:rPr>
              <a:t>e</a:t>
            </a:r>
            <a:r>
              <a:rPr sz="1250" b="0" i="0">
                <a:solidFill>
                  <a:srgbClr val="1F2937"/>
                </a:solidFill>
                <a:latin typeface="Calibri"/>
              </a:rPr>
              <a:t> de 8 × 8</a:t>
            </a:r>
            <a:r>
              <a:rPr sz="1150" b="0" i="0">
                <a:solidFill>
                  <a:srgbClr val="5B6575"/>
                </a:solidFill>
                <a:latin typeface="Calibri"/>
              </a:rPr>
              <a:t>← suma en 4 puntos de Gauss</a:t>
            </a:r>
          </a:p>
        </p:txBody>
      </p:sp>
      <p:sp>
        <p:nvSpPr>
          <p:cNvPr id="72" name="!!trazabilidad:830bbb94f9"/>
          <p:cNvSpPr/>
          <p:nvPr/>
        </p:nvSpPr>
        <p:spPr>
          <a:xfrm>
            <a:off x="4886325" y="38576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razabilidad:95d3b2ccd4"/>
          <p:cNvSpPr/>
          <p:nvPr/>
        </p:nvSpPr>
        <p:spPr>
          <a:xfrm>
            <a:off x="4940300" y="39020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razabilidad:ef3ae17173"/>
          <p:cNvSpPr txBox="1"/>
          <p:nvPr/>
        </p:nvSpPr>
        <p:spPr>
          <a:xfrm>
            <a:off x="5087938" y="3931399"/>
            <a:ext cx="487362"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4</a:t>
            </a:r>
          </a:p>
        </p:txBody>
      </p:sp>
      <p:sp>
        <p:nvSpPr>
          <p:cNvPr id="75" name="!!trazabilidad:12ad246c5f"/>
          <p:cNvSpPr txBox="1"/>
          <p:nvPr/>
        </p:nvSpPr>
        <p:spPr>
          <a:xfrm>
            <a:off x="5216017" y="3929917"/>
            <a:ext cx="21164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D</a:t>
            </a:r>
          </a:p>
        </p:txBody>
      </p:sp>
      <p:sp>
        <p:nvSpPr>
          <p:cNvPr id="76" name="!!trazabilidad:8e33ac0b4a"/>
          <p:cNvSpPr txBox="1"/>
          <p:nvPr/>
        </p:nvSpPr>
        <p:spPr>
          <a:xfrm>
            <a:off x="5613400" y="39562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Matriz D</a:t>
            </a:r>
          </a:p>
        </p:txBody>
      </p:sp>
      <p:sp>
        <p:nvSpPr>
          <p:cNvPr id="77" name="!!trazabilidad:23504fdb06"/>
          <p:cNvSpPr txBox="1"/>
          <p:nvPr/>
        </p:nvSpPr>
        <p:spPr>
          <a:xfrm>
            <a:off x="6946900" y="39463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E / (1 − ν²) = 234 375</a:t>
            </a:r>
          </a:p>
        </p:txBody>
      </p:sp>
      <p:sp>
        <p:nvSpPr>
          <p:cNvPr id="78" name="!!trazabilidad:e8e41fd7f4"/>
          <p:cNvSpPr/>
          <p:nvPr/>
        </p:nvSpPr>
        <p:spPr>
          <a:xfrm>
            <a:off x="11013376" y="39211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razabilidad:49045cd016"/>
          <p:cNvSpPr txBox="1"/>
          <p:nvPr/>
        </p:nvSpPr>
        <p:spPr>
          <a:xfrm>
            <a:off x="11092752" y="39546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169</a:t>
            </a:r>
          </a:p>
        </p:txBody>
      </p:sp>
      <p:sp>
        <p:nvSpPr>
          <p:cNvPr id="80" name="!!trazabilidad:6d1cba161e"/>
          <p:cNvSpPr txBox="1"/>
          <p:nvPr/>
        </p:nvSpPr>
        <p:spPr>
          <a:xfrm>
            <a:off x="6946900" y="39463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E / (1 − ν²) = 234 375</a:t>
            </a:r>
            <a:r>
              <a:rPr sz="1150" b="0" i="0">
                <a:solidFill>
                  <a:srgbClr val="5B6575"/>
                </a:solidFill>
                <a:latin typeface="Calibri"/>
              </a:rPr>
              <a:t>← el material</a:t>
            </a:r>
          </a:p>
        </p:txBody>
      </p:sp>
      <p:sp>
        <p:nvSpPr>
          <p:cNvPr id="81" name="!!trazabilidad:87ab53ed1f"/>
          <p:cNvSpPr/>
          <p:nvPr/>
        </p:nvSpPr>
        <p:spPr>
          <a:xfrm>
            <a:off x="4886325" y="42513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razabilidad:d44e786546"/>
          <p:cNvSpPr/>
          <p:nvPr/>
        </p:nvSpPr>
        <p:spPr>
          <a:xfrm>
            <a:off x="4940300" y="42957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razabilidad:0cad146084"/>
          <p:cNvSpPr txBox="1"/>
          <p:nvPr/>
        </p:nvSpPr>
        <p:spPr>
          <a:xfrm>
            <a:off x="5094097" y="4325099"/>
            <a:ext cx="481203"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3</a:t>
            </a:r>
          </a:p>
        </p:txBody>
      </p:sp>
      <p:sp>
        <p:nvSpPr>
          <p:cNvPr id="84" name="!!trazabilidad:b1a38d1c99"/>
          <p:cNvSpPr txBox="1"/>
          <p:nvPr/>
        </p:nvSpPr>
        <p:spPr>
          <a:xfrm>
            <a:off x="5222176" y="4323617"/>
            <a:ext cx="19932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B</a:t>
            </a:r>
          </a:p>
        </p:txBody>
      </p:sp>
      <p:sp>
        <p:nvSpPr>
          <p:cNvPr id="85" name="!!trazabilidad:46a69ef08a"/>
          <p:cNvSpPr txBox="1"/>
          <p:nvPr/>
        </p:nvSpPr>
        <p:spPr>
          <a:xfrm>
            <a:off x="5613400" y="43499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Matriz B</a:t>
            </a:r>
          </a:p>
        </p:txBody>
      </p:sp>
      <p:sp>
        <p:nvSpPr>
          <p:cNvPr id="86" name="!!trazabilidad:373454ea1a"/>
          <p:cNvSpPr txBox="1"/>
          <p:nvPr/>
        </p:nvSpPr>
        <p:spPr>
          <a:xfrm>
            <a:off x="6946900" y="43400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B de 3 × 8</a:t>
            </a:r>
          </a:p>
        </p:txBody>
      </p:sp>
      <p:sp>
        <p:nvSpPr>
          <p:cNvPr id="87" name="!!trazabilidad:8d24f5dd7d"/>
          <p:cNvSpPr/>
          <p:nvPr/>
        </p:nvSpPr>
        <p:spPr>
          <a:xfrm>
            <a:off x="11013376" y="43148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razabilidad:06530e904a"/>
          <p:cNvSpPr txBox="1"/>
          <p:nvPr/>
        </p:nvSpPr>
        <p:spPr>
          <a:xfrm>
            <a:off x="11092752" y="43483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170</a:t>
            </a:r>
          </a:p>
        </p:txBody>
      </p:sp>
      <p:sp>
        <p:nvSpPr>
          <p:cNvPr id="89" name="!!trazabilidad:d047e9e032"/>
          <p:cNvSpPr txBox="1"/>
          <p:nvPr/>
        </p:nvSpPr>
        <p:spPr>
          <a:xfrm>
            <a:off x="6946900" y="43400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B de 3 × 8</a:t>
            </a:r>
            <a:r>
              <a:rPr sz="1150" b="0" i="0">
                <a:solidFill>
                  <a:srgbClr val="5B6575"/>
                </a:solidFill>
                <a:latin typeface="Calibri"/>
              </a:rPr>
              <a:t>← en cada punto de Gauss</a:t>
            </a:r>
          </a:p>
        </p:txBody>
      </p:sp>
      <p:sp>
        <p:nvSpPr>
          <p:cNvPr id="90" name="!!trazabilidad:46f1659d63"/>
          <p:cNvSpPr/>
          <p:nvPr/>
        </p:nvSpPr>
        <p:spPr>
          <a:xfrm>
            <a:off x="4886325" y="46450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razabilidad:2329d29ba2"/>
          <p:cNvSpPr/>
          <p:nvPr/>
        </p:nvSpPr>
        <p:spPr>
          <a:xfrm>
            <a:off x="4940300" y="46894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razabilidad:7534bfdc6e"/>
          <p:cNvSpPr txBox="1"/>
          <p:nvPr/>
        </p:nvSpPr>
        <p:spPr>
          <a:xfrm>
            <a:off x="5114226" y="4718799"/>
            <a:ext cx="461074"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2</a:t>
            </a:r>
          </a:p>
        </p:txBody>
      </p:sp>
      <p:sp>
        <p:nvSpPr>
          <p:cNvPr id="93" name="!!trazabilidad:0dd8ce8a18"/>
          <p:cNvSpPr txBox="1"/>
          <p:nvPr/>
        </p:nvSpPr>
        <p:spPr>
          <a:xfrm>
            <a:off x="5242306" y="4717317"/>
            <a:ext cx="159068"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J</a:t>
            </a:r>
          </a:p>
        </p:txBody>
      </p:sp>
      <p:sp>
        <p:nvSpPr>
          <p:cNvPr id="94" name="!!trazabilidad:0e2ff04d33"/>
          <p:cNvSpPr txBox="1"/>
          <p:nvPr/>
        </p:nvSpPr>
        <p:spPr>
          <a:xfrm>
            <a:off x="5613400" y="47436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Jacobiano</a:t>
            </a:r>
          </a:p>
        </p:txBody>
      </p:sp>
      <p:sp>
        <p:nvSpPr>
          <p:cNvPr id="95" name="!!trazabilidad:d3733a7649"/>
          <p:cNvSpPr txBox="1"/>
          <p:nvPr/>
        </p:nvSpPr>
        <p:spPr>
          <a:xfrm>
            <a:off x="6946900" y="47337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det J = 4,7604</a:t>
            </a:r>
          </a:p>
        </p:txBody>
      </p:sp>
      <p:sp>
        <p:nvSpPr>
          <p:cNvPr id="96" name="!!trazabilidad:d04c16d426"/>
          <p:cNvSpPr/>
          <p:nvPr/>
        </p:nvSpPr>
        <p:spPr>
          <a:xfrm>
            <a:off x="11013376" y="47085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razabilidad:d1548c6ead"/>
          <p:cNvSpPr txBox="1"/>
          <p:nvPr/>
        </p:nvSpPr>
        <p:spPr>
          <a:xfrm>
            <a:off x="11092752" y="47420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170</a:t>
            </a:r>
          </a:p>
        </p:txBody>
      </p:sp>
      <p:sp>
        <p:nvSpPr>
          <p:cNvPr id="98" name="!!trazabilidad:d0a903e320"/>
          <p:cNvSpPr txBox="1"/>
          <p:nvPr/>
        </p:nvSpPr>
        <p:spPr>
          <a:xfrm>
            <a:off x="6946900" y="47337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det J = 4,7604</a:t>
            </a:r>
            <a:r>
              <a:rPr sz="1150" b="0" i="0">
                <a:solidFill>
                  <a:srgbClr val="5B6575"/>
                </a:solidFill>
                <a:latin typeface="Calibri"/>
              </a:rPr>
              <a:t>← en el primer punto de Gauss</a:t>
            </a:r>
          </a:p>
        </p:txBody>
      </p:sp>
      <p:sp>
        <p:nvSpPr>
          <p:cNvPr id="99" name="!!trazabilidad:2bad9baa33"/>
          <p:cNvSpPr/>
          <p:nvPr/>
        </p:nvSpPr>
        <p:spPr>
          <a:xfrm>
            <a:off x="4857750" y="5010150"/>
            <a:ext cx="6794500" cy="412750"/>
          </a:xfrm>
          <a:prstGeom prst="roundRect">
            <a:avLst>
              <a:gd name="adj" fmla="val 24615"/>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razabilidad:94063a6dd1"/>
          <p:cNvSpPr/>
          <p:nvPr/>
        </p:nvSpPr>
        <p:spPr>
          <a:xfrm>
            <a:off x="4886325" y="5038725"/>
            <a:ext cx="6737350" cy="355600"/>
          </a:xfrm>
          <a:prstGeom prst="roundRect">
            <a:avLst>
              <a:gd name="adj" fmla="val 20535"/>
            </a:avLst>
          </a:prstGeom>
          <a:solidFill>
            <a:srgbClr val="FFFFFF"/>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razabilidad:f5efb18f47"/>
          <p:cNvSpPr/>
          <p:nvPr/>
        </p:nvSpPr>
        <p:spPr>
          <a:xfrm>
            <a:off x="4940300" y="5083175"/>
            <a:ext cx="584200" cy="266700"/>
          </a:xfrm>
          <a:prstGeom prst="roundRect">
            <a:avLst>
              <a:gd name="adj" fmla="val 23809"/>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razabilidad:b49c17a5cc"/>
          <p:cNvSpPr txBox="1"/>
          <p:nvPr/>
        </p:nvSpPr>
        <p:spPr>
          <a:xfrm>
            <a:off x="5086858" y="5112499"/>
            <a:ext cx="488442"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FFFFFF"/>
                </a:solidFill>
                <a:latin typeface="Calibri"/>
              </a:rPr>
              <a:t>1</a:t>
            </a:r>
          </a:p>
        </p:txBody>
      </p:sp>
      <p:sp>
        <p:nvSpPr>
          <p:cNvPr id="103" name="!!trazabilidad:17eb349ca4"/>
          <p:cNvSpPr txBox="1"/>
          <p:nvPr/>
        </p:nvSpPr>
        <p:spPr>
          <a:xfrm>
            <a:off x="5214938" y="5111017"/>
            <a:ext cx="213741"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FFFFFF"/>
                </a:solidFill>
                <a:latin typeface="Calibri"/>
              </a:rPr>
              <a:t>N</a:t>
            </a:r>
          </a:p>
        </p:txBody>
      </p:sp>
      <p:sp>
        <p:nvSpPr>
          <p:cNvPr id="104" name="!!trazabilidad:2d607f3ad4"/>
          <p:cNvSpPr txBox="1"/>
          <p:nvPr/>
        </p:nvSpPr>
        <p:spPr>
          <a:xfrm>
            <a:off x="5613400" y="51373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Mapeo</a:t>
            </a:r>
          </a:p>
        </p:txBody>
      </p:sp>
      <p:sp>
        <p:nvSpPr>
          <p:cNvPr id="105" name="!!trazabilidad:6fc3ceddf7"/>
          <p:cNvSpPr txBox="1"/>
          <p:nvPr/>
        </p:nvSpPr>
        <p:spPr>
          <a:xfrm>
            <a:off x="6946900" y="51274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E3: nodos 4, 5, 8 y 7</a:t>
            </a:r>
          </a:p>
        </p:txBody>
      </p:sp>
      <p:sp>
        <p:nvSpPr>
          <p:cNvPr id="106" name="!!trazabilidad:5c20642209"/>
          <p:cNvSpPr/>
          <p:nvPr/>
        </p:nvSpPr>
        <p:spPr>
          <a:xfrm>
            <a:off x="11013376" y="5102225"/>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razabilidad:194981f525"/>
          <p:cNvSpPr txBox="1"/>
          <p:nvPr/>
        </p:nvSpPr>
        <p:spPr>
          <a:xfrm>
            <a:off x="11092752" y="5135712"/>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169</a:t>
            </a:r>
          </a:p>
        </p:txBody>
      </p:sp>
      <p:sp>
        <p:nvSpPr>
          <p:cNvPr id="108" name="!!trazabilidad:c78dfc24f5"/>
          <p:cNvSpPr txBox="1"/>
          <p:nvPr/>
        </p:nvSpPr>
        <p:spPr>
          <a:xfrm>
            <a:off x="6946900" y="5127466"/>
            <a:ext cx="4053904" cy="182562"/>
          </a:xfrm>
          <a:prstGeom prst="rect">
            <a:avLst/>
          </a:prstGeom>
          <a:noFill/>
        </p:spPr>
        <p:txBody>
          <a:bodyPr wrap="square" lIns="0" rIns="0" tIns="0" bIns="0" anchor="t"/>
          <a:lstStyle/>
          <a:p>
            <a:pPr algn="l">
              <a:lnSpc>
                <a:spcPts val="1438"/>
              </a:lnSpc>
              <a:spcBef>
                <a:spcPts val="0"/>
              </a:spcBef>
              <a:spcAft>
                <a:spcPts val="0"/>
              </a:spcAft>
            </a:pPr>
            <a:r>
              <a:rPr sz="1250" b="0" i="0">
                <a:solidFill>
                  <a:srgbClr val="1F2937"/>
                </a:solidFill>
                <a:latin typeface="Calibri"/>
              </a:rPr>
              <a:t>E3: nodos 4, 5, 8 y 7</a:t>
            </a:r>
            <a:r>
              <a:rPr sz="1150" b="0" i="0">
                <a:solidFill>
                  <a:srgbClr val="5B6575"/>
                </a:solidFill>
                <a:latin typeface="Calibri"/>
              </a:rPr>
              <a:t>← sus coordenadas</a:t>
            </a:r>
          </a:p>
        </p:txBody>
      </p:sp>
      <p:sp>
        <p:nvSpPr>
          <p:cNvPr id="109" name="!!trazabilidad:bf9d2ba5a6"/>
          <p:cNvSpPr/>
          <p:nvPr/>
        </p:nvSpPr>
        <p:spPr>
          <a:xfrm>
            <a:off x="4857750" y="5403850"/>
            <a:ext cx="6794500" cy="520700"/>
          </a:xfrm>
          <a:prstGeom prst="roundRect">
            <a:avLst>
              <a:gd name="adj" fmla="val 19512"/>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razabilidad:f96ff28b20"/>
          <p:cNvSpPr/>
          <p:nvPr/>
        </p:nvSpPr>
        <p:spPr>
          <a:xfrm>
            <a:off x="4889500" y="5435600"/>
            <a:ext cx="6731000" cy="457200"/>
          </a:xfrm>
          <a:prstGeom prst="roundRect">
            <a:avLst>
              <a:gd name="adj" fmla="val 15277"/>
            </a:avLst>
          </a:prstGeom>
          <a:solidFill>
            <a:srgbClr val="EAF2FF"/>
          </a:solidFill>
          <a:ln w="12700">
            <a:solidFill>
              <a:srgbClr val="0D6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razabilidad:af1d857351"/>
          <p:cNvSpPr/>
          <p:nvPr/>
        </p:nvSpPr>
        <p:spPr>
          <a:xfrm>
            <a:off x="4946650" y="5530850"/>
            <a:ext cx="584200" cy="266700"/>
          </a:xfrm>
          <a:prstGeom prst="roundRect">
            <a:avLst>
              <a:gd name="adj" fmla="val 23809"/>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razabilidad:7bd99a1b95"/>
          <p:cNvSpPr txBox="1"/>
          <p:nvPr/>
        </p:nvSpPr>
        <p:spPr>
          <a:xfrm>
            <a:off x="4921250" y="5560174"/>
            <a:ext cx="6350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FFFFFF"/>
                </a:solidFill>
                <a:latin typeface="Calibri"/>
              </a:rPr>
              <a:t>◉</a:t>
            </a:r>
          </a:p>
        </p:txBody>
      </p:sp>
      <p:sp>
        <p:nvSpPr>
          <p:cNvPr id="113" name="!!trazabilidad:87301eee59"/>
          <p:cNvSpPr txBox="1"/>
          <p:nvPr/>
        </p:nvSpPr>
        <p:spPr>
          <a:xfrm>
            <a:off x="5619750" y="5584984"/>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F2937"/>
                </a:solidFill>
                <a:latin typeface="Calibri"/>
              </a:rPr>
              <a:t>Datos</a:t>
            </a:r>
          </a:p>
        </p:txBody>
      </p:sp>
      <p:sp>
        <p:nvSpPr>
          <p:cNvPr id="114" name="!!trazabilidad:4015e0020f"/>
          <p:cNvSpPr txBox="1"/>
          <p:nvPr/>
        </p:nvSpPr>
        <p:spPr>
          <a:xfrm>
            <a:off x="6953250" y="5481244"/>
            <a:ext cx="4040950"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solidFill>
                <a:latin typeface="Calibri"/>
              </a:rPr>
              <a:t>E = 225 000 · ν = 0,2 · t = 0,8 · tensión plana; P = 1000 en el</a:t>
            </a:r>
            <a:br/>
            <a:r>
              <a:rPr sz="1200" b="0" i="0">
                <a:solidFill>
                  <a:srgbClr val="1F2937"/>
                </a:solidFill>
                <a:latin typeface="Calibri"/>
              </a:rPr>
              <a:t>nodo 7; apoyos en los nodos 1, 3 y 6</a:t>
            </a:r>
          </a:p>
        </p:txBody>
      </p:sp>
      <p:sp>
        <p:nvSpPr>
          <p:cNvPr id="115" name="!!trazabilidad:d6c3f42e70"/>
          <p:cNvSpPr/>
          <p:nvPr/>
        </p:nvSpPr>
        <p:spPr>
          <a:xfrm>
            <a:off x="11007026" y="5549900"/>
            <a:ext cx="515048" cy="228600"/>
          </a:xfrm>
          <a:prstGeom prst="roundRect">
            <a:avLst>
              <a:gd name="adj" fmla="val 20833"/>
            </a:avLst>
          </a:prstGeom>
          <a:solidFill>
            <a:srgbClr val="F3EEFB"/>
          </a:solidFill>
          <a:ln w="635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razabilidad:861efe4d82"/>
          <p:cNvSpPr txBox="1"/>
          <p:nvPr/>
        </p:nvSpPr>
        <p:spPr>
          <a:xfrm>
            <a:off x="11086402" y="5583387"/>
            <a:ext cx="40709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6F42C1"/>
                </a:solidFill>
                <a:latin typeface="Calibri"/>
              </a:rPr>
              <a:t>p. 168</a:t>
            </a:r>
          </a:p>
        </p:txBody>
      </p:sp>
      <p:pic>
        <p:nvPicPr>
          <p:cNvPr id="117" name="!!trazabilidad:a01176ab0a" descr="2b1594adaacc1627.png"/>
          <p:cNvPicPr>
            <a:picLocks noChangeAspect="1"/>
          </p:cNvPicPr>
          <p:nvPr/>
        </p:nvPicPr>
        <p:blipFill>
          <a:blip r:embed="rId5"/>
          <a:stretch>
            <a:fillRect/>
          </a:stretch>
        </p:blipFill>
        <p:spPr>
          <a:xfrm>
            <a:off x="4667250" y="1270000"/>
            <a:ext cx="177800" cy="5016500"/>
          </a:xfrm>
          <a:prstGeom prst="rect">
            <a:avLst/>
          </a:prstGeom>
        </p:spPr>
      </p:pic>
      <p:sp>
        <p:nvSpPr>
          <p:cNvPr id="118" name="!!trazabilidad:8c9c197d2e"/>
          <p:cNvSpPr/>
          <p:nvPr/>
        </p:nvSpPr>
        <p:spPr>
          <a:xfrm>
            <a:off x="4886325" y="18891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razabilidad:f3a96af2b7"/>
          <p:cNvSpPr/>
          <p:nvPr/>
        </p:nvSpPr>
        <p:spPr>
          <a:xfrm>
            <a:off x="4940300" y="19335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razabilidad:d4236fa04d"/>
          <p:cNvSpPr txBox="1"/>
          <p:nvPr/>
        </p:nvSpPr>
        <p:spPr>
          <a:xfrm>
            <a:off x="5109464" y="1962899"/>
            <a:ext cx="465836"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9</a:t>
            </a:r>
          </a:p>
        </p:txBody>
      </p:sp>
      <p:sp>
        <p:nvSpPr>
          <p:cNvPr id="121" name="!!trazabilidad:096240ee49"/>
          <p:cNvSpPr txBox="1"/>
          <p:nvPr/>
        </p:nvSpPr>
        <p:spPr>
          <a:xfrm>
            <a:off x="5237544" y="1961417"/>
            <a:ext cx="16846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σ</a:t>
            </a:r>
          </a:p>
        </p:txBody>
      </p:sp>
      <p:sp>
        <p:nvSpPr>
          <p:cNvPr id="122" name="!!trazabilidad:45a3f534dc"/>
          <p:cNvSpPr txBox="1"/>
          <p:nvPr/>
        </p:nvSpPr>
        <p:spPr>
          <a:xfrm>
            <a:off x="5613400" y="19877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Tensiones</a:t>
            </a:r>
          </a:p>
        </p:txBody>
      </p:sp>
      <p:sp>
        <p:nvSpPr>
          <p:cNvPr id="123" name="!!trazabilidad:ec6574eccc"/>
          <p:cNvSpPr/>
          <p:nvPr/>
        </p:nvSpPr>
        <p:spPr>
          <a:xfrm>
            <a:off x="4886325" y="22828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razabilidad:fc4a1be71c"/>
          <p:cNvSpPr/>
          <p:nvPr/>
        </p:nvSpPr>
        <p:spPr>
          <a:xfrm>
            <a:off x="4940300" y="23272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razabilidad:fc7056f192"/>
          <p:cNvSpPr txBox="1"/>
          <p:nvPr/>
        </p:nvSpPr>
        <p:spPr>
          <a:xfrm>
            <a:off x="5109972" y="2356599"/>
            <a:ext cx="465328"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8</a:t>
            </a:r>
          </a:p>
        </p:txBody>
      </p:sp>
      <p:sp>
        <p:nvSpPr>
          <p:cNvPr id="126" name="!!trazabilidad:feaab7e69a"/>
          <p:cNvSpPr txBox="1"/>
          <p:nvPr/>
        </p:nvSpPr>
        <p:spPr>
          <a:xfrm>
            <a:off x="5238052" y="2355117"/>
            <a:ext cx="16757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u</a:t>
            </a:r>
          </a:p>
        </p:txBody>
      </p:sp>
      <p:sp>
        <p:nvSpPr>
          <p:cNvPr id="127" name="!!trazabilidad:607b1994b5"/>
          <p:cNvSpPr txBox="1"/>
          <p:nvPr/>
        </p:nvSpPr>
        <p:spPr>
          <a:xfrm>
            <a:off x="5613400" y="23814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Solución</a:t>
            </a:r>
          </a:p>
        </p:txBody>
      </p:sp>
      <p:sp>
        <p:nvSpPr>
          <p:cNvPr id="128" name="!!trazabilidad:8af1c78dcb"/>
          <p:cNvSpPr/>
          <p:nvPr/>
        </p:nvSpPr>
        <p:spPr>
          <a:xfrm>
            <a:off x="4886325" y="26765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razabilidad:48fecb5fe6"/>
          <p:cNvSpPr/>
          <p:nvPr/>
        </p:nvSpPr>
        <p:spPr>
          <a:xfrm>
            <a:off x="4940300" y="27209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razabilidad:6dff4fbafa"/>
          <p:cNvSpPr txBox="1"/>
          <p:nvPr/>
        </p:nvSpPr>
        <p:spPr>
          <a:xfrm>
            <a:off x="5085080" y="2750299"/>
            <a:ext cx="49022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7</a:t>
            </a:r>
          </a:p>
        </p:txBody>
      </p:sp>
      <p:sp>
        <p:nvSpPr>
          <p:cNvPr id="131" name="!!trazabilidad:9e2997c6d4"/>
          <p:cNvSpPr txBox="1"/>
          <p:nvPr/>
        </p:nvSpPr>
        <p:spPr>
          <a:xfrm>
            <a:off x="5213160" y="2748817"/>
            <a:ext cx="217297"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K</a:t>
            </a:r>
          </a:p>
        </p:txBody>
      </p:sp>
      <p:sp>
        <p:nvSpPr>
          <p:cNvPr id="132" name="!!trazabilidad:d857164969"/>
          <p:cNvSpPr txBox="1"/>
          <p:nvPr/>
        </p:nvSpPr>
        <p:spPr>
          <a:xfrm>
            <a:off x="5613400" y="27751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Ensamblaje</a:t>
            </a:r>
          </a:p>
        </p:txBody>
      </p:sp>
      <p:sp>
        <p:nvSpPr>
          <p:cNvPr id="133" name="!!trazabilidad:459ee96c16"/>
          <p:cNvSpPr/>
          <p:nvPr/>
        </p:nvSpPr>
        <p:spPr>
          <a:xfrm>
            <a:off x="4886325" y="30702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razabilidad:88ea64149d"/>
          <p:cNvSpPr/>
          <p:nvPr/>
        </p:nvSpPr>
        <p:spPr>
          <a:xfrm>
            <a:off x="4940300" y="31146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razabilidad:f5ec345d2f"/>
          <p:cNvSpPr txBox="1"/>
          <p:nvPr/>
        </p:nvSpPr>
        <p:spPr>
          <a:xfrm>
            <a:off x="5119560" y="3143999"/>
            <a:ext cx="455740"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6</a:t>
            </a:r>
          </a:p>
        </p:txBody>
      </p:sp>
      <p:sp>
        <p:nvSpPr>
          <p:cNvPr id="136" name="!!trazabilidad:8f6b55721a"/>
          <p:cNvSpPr txBox="1"/>
          <p:nvPr/>
        </p:nvSpPr>
        <p:spPr>
          <a:xfrm>
            <a:off x="5247704" y="3142517"/>
            <a:ext cx="148209"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f</a:t>
            </a:r>
          </a:p>
        </p:txBody>
      </p:sp>
      <p:sp>
        <p:nvSpPr>
          <p:cNvPr id="137" name="!!trazabilidad:89a92f32e4"/>
          <p:cNvSpPr txBox="1"/>
          <p:nvPr/>
        </p:nvSpPr>
        <p:spPr>
          <a:xfrm>
            <a:off x="5613400" y="31688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Fuerzas</a:t>
            </a:r>
          </a:p>
        </p:txBody>
      </p:sp>
      <p:sp>
        <p:nvSpPr>
          <p:cNvPr id="138" name="!!trazabilidad:ae49bc78e8"/>
          <p:cNvSpPr/>
          <p:nvPr/>
        </p:nvSpPr>
        <p:spPr>
          <a:xfrm>
            <a:off x="4886325" y="34639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razabilidad:2926671b84"/>
          <p:cNvSpPr/>
          <p:nvPr/>
        </p:nvSpPr>
        <p:spPr>
          <a:xfrm>
            <a:off x="4940300" y="35083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razabilidad:e588ded650"/>
          <p:cNvSpPr txBox="1"/>
          <p:nvPr/>
        </p:nvSpPr>
        <p:spPr>
          <a:xfrm>
            <a:off x="5076952" y="3537699"/>
            <a:ext cx="498348"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5</a:t>
            </a:r>
          </a:p>
        </p:txBody>
      </p:sp>
      <p:sp>
        <p:nvSpPr>
          <p:cNvPr id="141" name="!!trazabilidad:e154877ab3"/>
          <p:cNvSpPr txBox="1"/>
          <p:nvPr/>
        </p:nvSpPr>
        <p:spPr>
          <a:xfrm>
            <a:off x="5205032" y="3536217"/>
            <a:ext cx="233553"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k</a:t>
            </a:r>
            <a:r>
              <a:rPr sz="1350" b="1" i="1" baseline="-25000">
                <a:solidFill>
                  <a:srgbClr val="5B6575"/>
                </a:solidFill>
                <a:latin typeface="Calibri"/>
              </a:rPr>
              <a:t>e</a:t>
            </a:r>
          </a:p>
        </p:txBody>
      </p:sp>
      <p:sp>
        <p:nvSpPr>
          <p:cNvPr id="142" name="!!trazabilidad:9aca8267f0"/>
          <p:cNvSpPr txBox="1"/>
          <p:nvPr/>
        </p:nvSpPr>
        <p:spPr>
          <a:xfrm>
            <a:off x="5613400" y="35625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Rigidez de E3</a:t>
            </a:r>
          </a:p>
        </p:txBody>
      </p:sp>
      <p:sp>
        <p:nvSpPr>
          <p:cNvPr id="143" name="!!trazabilidad:416d6c7c39"/>
          <p:cNvSpPr/>
          <p:nvPr/>
        </p:nvSpPr>
        <p:spPr>
          <a:xfrm>
            <a:off x="4886325" y="38576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razabilidad:c15660d748"/>
          <p:cNvSpPr/>
          <p:nvPr/>
        </p:nvSpPr>
        <p:spPr>
          <a:xfrm>
            <a:off x="4940300" y="39020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razabilidad:98b1deed60"/>
          <p:cNvSpPr txBox="1"/>
          <p:nvPr/>
        </p:nvSpPr>
        <p:spPr>
          <a:xfrm>
            <a:off x="5087938" y="3931399"/>
            <a:ext cx="487362"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4</a:t>
            </a:r>
          </a:p>
        </p:txBody>
      </p:sp>
      <p:sp>
        <p:nvSpPr>
          <p:cNvPr id="146" name="!!trazabilidad:5a328d7c9f"/>
          <p:cNvSpPr txBox="1"/>
          <p:nvPr/>
        </p:nvSpPr>
        <p:spPr>
          <a:xfrm>
            <a:off x="5216017" y="3929917"/>
            <a:ext cx="21164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D</a:t>
            </a:r>
          </a:p>
        </p:txBody>
      </p:sp>
      <p:sp>
        <p:nvSpPr>
          <p:cNvPr id="147" name="!!trazabilidad:22bf1eb68b"/>
          <p:cNvSpPr txBox="1"/>
          <p:nvPr/>
        </p:nvSpPr>
        <p:spPr>
          <a:xfrm>
            <a:off x="5613400" y="39562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Matriz D</a:t>
            </a:r>
          </a:p>
        </p:txBody>
      </p:sp>
      <p:sp>
        <p:nvSpPr>
          <p:cNvPr id="148" name="!!trazabilidad:445341aac4"/>
          <p:cNvSpPr/>
          <p:nvPr/>
        </p:nvSpPr>
        <p:spPr>
          <a:xfrm>
            <a:off x="4886325" y="42513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razabilidad:aab3791095"/>
          <p:cNvSpPr/>
          <p:nvPr/>
        </p:nvSpPr>
        <p:spPr>
          <a:xfrm>
            <a:off x="4940300" y="42957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razabilidad:96560b298a"/>
          <p:cNvSpPr txBox="1"/>
          <p:nvPr/>
        </p:nvSpPr>
        <p:spPr>
          <a:xfrm>
            <a:off x="5094097" y="4325099"/>
            <a:ext cx="481203"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3</a:t>
            </a:r>
          </a:p>
        </p:txBody>
      </p:sp>
      <p:sp>
        <p:nvSpPr>
          <p:cNvPr id="151" name="!!trazabilidad:9a71d1b239"/>
          <p:cNvSpPr txBox="1"/>
          <p:nvPr/>
        </p:nvSpPr>
        <p:spPr>
          <a:xfrm>
            <a:off x="5222176" y="4323617"/>
            <a:ext cx="199326"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B</a:t>
            </a:r>
          </a:p>
        </p:txBody>
      </p:sp>
      <p:sp>
        <p:nvSpPr>
          <p:cNvPr id="152" name="!!trazabilidad:e1e2068648"/>
          <p:cNvSpPr txBox="1"/>
          <p:nvPr/>
        </p:nvSpPr>
        <p:spPr>
          <a:xfrm>
            <a:off x="5613400" y="43499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Matriz B</a:t>
            </a:r>
          </a:p>
        </p:txBody>
      </p:sp>
      <p:sp>
        <p:nvSpPr>
          <p:cNvPr id="153" name="!!trazabilidad:5e5daab563"/>
          <p:cNvSpPr/>
          <p:nvPr/>
        </p:nvSpPr>
        <p:spPr>
          <a:xfrm>
            <a:off x="4886325" y="46450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razabilidad:723cc5d97f"/>
          <p:cNvSpPr/>
          <p:nvPr/>
        </p:nvSpPr>
        <p:spPr>
          <a:xfrm>
            <a:off x="4940300" y="46894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razabilidad:f73867ee6b"/>
          <p:cNvSpPr txBox="1"/>
          <p:nvPr/>
        </p:nvSpPr>
        <p:spPr>
          <a:xfrm>
            <a:off x="5114226" y="4718799"/>
            <a:ext cx="461074"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2</a:t>
            </a:r>
          </a:p>
        </p:txBody>
      </p:sp>
      <p:sp>
        <p:nvSpPr>
          <p:cNvPr id="156" name="!!trazabilidad:c8ef9adb1f"/>
          <p:cNvSpPr txBox="1"/>
          <p:nvPr/>
        </p:nvSpPr>
        <p:spPr>
          <a:xfrm>
            <a:off x="5242306" y="4717317"/>
            <a:ext cx="159068"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J</a:t>
            </a:r>
          </a:p>
        </p:txBody>
      </p:sp>
      <p:sp>
        <p:nvSpPr>
          <p:cNvPr id="157" name="!!trazabilidad:bd0c7696eb"/>
          <p:cNvSpPr txBox="1"/>
          <p:nvPr/>
        </p:nvSpPr>
        <p:spPr>
          <a:xfrm>
            <a:off x="5613400" y="47436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Jacobiano</a:t>
            </a:r>
          </a:p>
        </p:txBody>
      </p:sp>
      <p:sp>
        <p:nvSpPr>
          <p:cNvPr id="158" name="!!trazabilidad:f0592dd7c3"/>
          <p:cNvSpPr/>
          <p:nvPr/>
        </p:nvSpPr>
        <p:spPr>
          <a:xfrm>
            <a:off x="4886325" y="5038725"/>
            <a:ext cx="6737350" cy="355600"/>
          </a:xfrm>
          <a:prstGeom prst="roundRect">
            <a:avLst>
              <a:gd name="adj" fmla="val 2053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razabilidad:4a4a319d46"/>
          <p:cNvSpPr/>
          <p:nvPr/>
        </p:nvSpPr>
        <p:spPr>
          <a:xfrm>
            <a:off x="4940300" y="5083175"/>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razabilidad:ed35a6fbac"/>
          <p:cNvSpPr txBox="1"/>
          <p:nvPr/>
        </p:nvSpPr>
        <p:spPr>
          <a:xfrm>
            <a:off x="5086858" y="5112499"/>
            <a:ext cx="488442" cy="186055"/>
          </a:xfrm>
          <a:prstGeom prst="rect">
            <a:avLst/>
          </a:prstGeom>
          <a:noFill/>
        </p:spPr>
        <p:txBody>
          <a:bodyPr wrap="square" lIns="0" rIns="0" tIns="0" bIns="0" anchor="t"/>
          <a:lstStyle/>
          <a:p>
            <a:pPr algn="l">
              <a:lnSpc>
                <a:spcPts val="1465"/>
              </a:lnSpc>
              <a:spcBef>
                <a:spcPts val="0"/>
              </a:spcBef>
              <a:spcAft>
                <a:spcPts val="0"/>
              </a:spcAft>
            </a:pPr>
            <a:r>
              <a:rPr sz="1200" b="1" i="0">
                <a:solidFill>
                  <a:srgbClr val="5B6575"/>
                </a:solidFill>
                <a:latin typeface="Calibri"/>
              </a:rPr>
              <a:t>1</a:t>
            </a:r>
          </a:p>
        </p:txBody>
      </p:sp>
      <p:sp>
        <p:nvSpPr>
          <p:cNvPr id="161" name="!!trazabilidad:c16dc0bdd4"/>
          <p:cNvSpPr txBox="1"/>
          <p:nvPr/>
        </p:nvSpPr>
        <p:spPr>
          <a:xfrm>
            <a:off x="5214938" y="5111017"/>
            <a:ext cx="213741" cy="209296"/>
          </a:xfrm>
          <a:prstGeom prst="rect">
            <a:avLst/>
          </a:prstGeom>
          <a:noFill/>
        </p:spPr>
        <p:txBody>
          <a:bodyPr wrap="square" lIns="0" rIns="0" tIns="0" bIns="0" anchor="t"/>
          <a:lstStyle/>
          <a:p>
            <a:pPr algn="l">
              <a:lnSpc>
                <a:spcPts val="1648"/>
              </a:lnSpc>
              <a:spcBef>
                <a:spcPts val="0"/>
              </a:spcBef>
              <a:spcAft>
                <a:spcPts val="0"/>
              </a:spcAft>
            </a:pPr>
            <a:r>
              <a:rPr sz="1350" b="1" i="1">
                <a:solidFill>
                  <a:srgbClr val="5B6575"/>
                </a:solidFill>
                <a:latin typeface="Calibri"/>
              </a:rPr>
              <a:t>N</a:t>
            </a:r>
          </a:p>
        </p:txBody>
      </p:sp>
      <p:sp>
        <p:nvSpPr>
          <p:cNvPr id="162" name="!!trazabilidad:217ca689a5"/>
          <p:cNvSpPr txBox="1"/>
          <p:nvPr/>
        </p:nvSpPr>
        <p:spPr>
          <a:xfrm>
            <a:off x="5613400" y="5137309"/>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Mapeo</a:t>
            </a:r>
          </a:p>
        </p:txBody>
      </p:sp>
      <p:sp>
        <p:nvSpPr>
          <p:cNvPr id="163" name="!!trazabilidad:b75c95172c"/>
          <p:cNvSpPr/>
          <p:nvPr/>
        </p:nvSpPr>
        <p:spPr>
          <a:xfrm>
            <a:off x="4886325" y="5432425"/>
            <a:ext cx="6737350" cy="463550"/>
          </a:xfrm>
          <a:prstGeom prst="roundRect">
            <a:avLst>
              <a:gd name="adj" fmla="val 1575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razabilidad:1046eb8c72"/>
          <p:cNvSpPr/>
          <p:nvPr/>
        </p:nvSpPr>
        <p:spPr>
          <a:xfrm>
            <a:off x="4940300" y="5530850"/>
            <a:ext cx="584200" cy="266700"/>
          </a:xfrm>
          <a:prstGeom prst="roundRect">
            <a:avLst>
              <a:gd name="adj" fmla="val 23809"/>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razabilidad:149779f263"/>
          <p:cNvSpPr txBox="1"/>
          <p:nvPr/>
        </p:nvSpPr>
        <p:spPr>
          <a:xfrm>
            <a:off x="4914900" y="5560174"/>
            <a:ext cx="635000" cy="186055"/>
          </a:xfrm>
          <a:prstGeom prst="rect">
            <a:avLst/>
          </a:prstGeom>
          <a:noFill/>
        </p:spPr>
        <p:txBody>
          <a:bodyPr wrap="square" lIns="0" rIns="0" tIns="0" bIns="0" anchor="t"/>
          <a:lstStyle/>
          <a:p>
            <a:pPr algn="ctr">
              <a:lnSpc>
                <a:spcPts val="1465"/>
              </a:lnSpc>
              <a:spcBef>
                <a:spcPts val="0"/>
              </a:spcBef>
              <a:spcAft>
                <a:spcPts val="0"/>
              </a:spcAft>
            </a:pPr>
            <a:r>
              <a:rPr sz="1200" b="1" i="0">
                <a:solidFill>
                  <a:srgbClr val="5B6575"/>
                </a:solidFill>
                <a:latin typeface="Calibri"/>
              </a:rPr>
              <a:t>◉</a:t>
            </a:r>
          </a:p>
        </p:txBody>
      </p:sp>
      <p:sp>
        <p:nvSpPr>
          <p:cNvPr id="166" name="!!trazabilidad:18e9b1f248"/>
          <p:cNvSpPr txBox="1"/>
          <p:nvPr/>
        </p:nvSpPr>
        <p:spPr>
          <a:xfrm>
            <a:off x="5613400" y="5584984"/>
            <a:ext cx="1295400"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5B6575"/>
                </a:solidFill>
                <a:latin typeface="Calibri"/>
              </a:rPr>
              <a:t>Datos</a:t>
            </a:r>
          </a:p>
        </p:txBody>
      </p:sp>
      <p:pic>
        <p:nvPicPr>
          <p:cNvPr id="167" name="!!trazabilidad:745e80fd1f" descr="cd33b8bf881978f1.png"/>
          <p:cNvPicPr>
            <a:picLocks noChangeAspect="1"/>
          </p:cNvPicPr>
          <p:nvPr/>
        </p:nvPicPr>
        <p:blipFill>
          <a:blip r:embed="rId6"/>
          <a:stretch>
            <a:fillRect/>
          </a:stretch>
        </p:blipFill>
        <p:spPr>
          <a:xfrm>
            <a:off x="4667250" y="1270000"/>
            <a:ext cx="177800" cy="5016500"/>
          </a:xfrm>
          <a:prstGeom prst="rect">
            <a:avLst/>
          </a:prstGeom>
        </p:spPr>
      </p:pic>
      <p:pic>
        <p:nvPicPr>
          <p:cNvPr id="168" name="!!trazabilidad:0224973273" descr="1d447354f2fa60ad.png"/>
          <p:cNvPicPr>
            <a:picLocks noChangeAspect="1"/>
          </p:cNvPicPr>
          <p:nvPr/>
        </p:nvPicPr>
        <p:blipFill>
          <a:blip r:embed="rId7"/>
          <a:stretch>
            <a:fillRect/>
          </a:stretch>
        </p:blipFill>
        <p:spPr>
          <a:xfrm>
            <a:off x="4667250" y="1270000"/>
            <a:ext cx="177800" cy="5016500"/>
          </a:xfrm>
          <a:prstGeom prst="rect">
            <a:avLst/>
          </a:prstGeom>
        </p:spPr>
      </p:pic>
      <p:sp>
        <p:nvSpPr>
          <p:cNvPr id="169"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ie-izq"/>
          <p:cNvSpPr txBox="1"/>
          <p:nvPr/>
        </p:nvSpPr>
        <p:spPr>
          <a:xfrm>
            <a:off x="565150" y="6535420"/>
            <a:ext cx="504348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72" name="!!pie-cen"/>
          <p:cNvSpPr txBox="1"/>
          <p:nvPr/>
        </p:nvSpPr>
        <p:spPr>
          <a:xfrm>
            <a:off x="5484304" y="6535420"/>
            <a:ext cx="1223391"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2.1.2 · Anexo G</a:t>
            </a:r>
          </a:p>
        </p:txBody>
      </p:sp>
      <p:sp>
        <p:nvSpPr>
          <p:cNvPr id="173" name="!!pie-der"/>
          <p:cNvSpPr txBox="1"/>
          <p:nvPr/>
        </p:nvSpPr>
        <p:spPr>
          <a:xfrm>
            <a:off x="6583362" y="6535420"/>
            <a:ext cx="504348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17</a:t>
            </a:r>
          </a:p>
        </p:txBody>
      </p:sp>
      <p:pic>
        <p:nvPicPr>
          <p:cNvPr id="174" name="!!trazabilidad:facfb77a4d" descr="147fe5546951d3dc.png"/>
          <p:cNvPicPr>
            <a:picLocks noChangeAspect="1"/>
          </p:cNvPicPr>
          <p:nvPr/>
        </p:nvPicPr>
        <p:blipFill>
          <a:blip r:embed="rId8"/>
          <a:stretch>
            <a:fillRect/>
          </a:stretch>
        </p:blipFill>
        <p:spPr>
          <a:xfrm>
            <a:off x="552450" y="1365250"/>
            <a:ext cx="3340100" cy="4349750"/>
          </a:xfrm>
          <a:prstGeom prst="rect">
            <a:avLst/>
          </a:prstGeom>
        </p:spPr>
      </p:pic>
      <p:pic>
        <p:nvPicPr>
          <p:cNvPr id="175" name="!!trazabilidad:81042ca329" descr="a99b6f411176095b.png"/>
          <p:cNvPicPr>
            <a:picLocks noChangeAspect="1"/>
          </p:cNvPicPr>
          <p:nvPr/>
        </p:nvPicPr>
        <p:blipFill>
          <a:blip r:embed="rId9"/>
          <a:stretch>
            <a:fillRect/>
          </a:stretch>
        </p:blipFill>
        <p:spPr>
          <a:xfrm>
            <a:off x="666750" y="1339850"/>
            <a:ext cx="3302000" cy="4324350"/>
          </a:xfrm>
          <a:prstGeom prst="rect">
            <a:avLst/>
          </a:prstGeom>
        </p:spPr>
      </p:pic>
      <p:pic>
        <p:nvPicPr>
          <p:cNvPr id="176" name="!!trazabilidad:970fb6c74e" descr="d93788b6963d40c5.png"/>
          <p:cNvPicPr>
            <a:picLocks noChangeAspect="1"/>
          </p:cNvPicPr>
          <p:nvPr/>
        </p:nvPicPr>
        <p:blipFill>
          <a:blip r:embed="rId10"/>
          <a:stretch>
            <a:fillRect/>
          </a:stretch>
        </p:blipFill>
        <p:spPr>
          <a:xfrm>
            <a:off x="781050" y="1320800"/>
            <a:ext cx="3263900" cy="4286250"/>
          </a:xfrm>
          <a:prstGeom prst="rect">
            <a:avLst/>
          </a:prstGeom>
        </p:spPr>
      </p:pic>
      <p:pic>
        <p:nvPicPr>
          <p:cNvPr id="177" name="!!trazabilidad:70144c37d1" descr="248bfcc0a0253148.png"/>
          <p:cNvPicPr>
            <a:picLocks noChangeAspect="1"/>
          </p:cNvPicPr>
          <p:nvPr/>
        </p:nvPicPr>
        <p:blipFill>
          <a:blip r:embed="rId11"/>
          <a:stretch>
            <a:fillRect/>
          </a:stretch>
        </p:blipFill>
        <p:spPr>
          <a:xfrm>
            <a:off x="901700" y="1295400"/>
            <a:ext cx="3213100" cy="4260850"/>
          </a:xfrm>
          <a:prstGeom prst="rect">
            <a:avLst/>
          </a:prstGeom>
        </p:spPr>
      </p:pic>
      <p:pic>
        <p:nvPicPr>
          <p:cNvPr id="178" name="!!trazabilidad:bb5980a493" descr="b1d0ebcdf6a18e44.png"/>
          <p:cNvPicPr>
            <a:picLocks noChangeAspect="1"/>
          </p:cNvPicPr>
          <p:nvPr/>
        </p:nvPicPr>
        <p:blipFill>
          <a:blip r:embed="rId12"/>
          <a:stretch>
            <a:fillRect/>
          </a:stretch>
        </p:blipFill>
        <p:spPr>
          <a:xfrm>
            <a:off x="1016000" y="1270000"/>
            <a:ext cx="3175000" cy="4235450"/>
          </a:xfrm>
          <a:prstGeom prst="rect">
            <a:avLst/>
          </a:prstGeom>
        </p:spPr>
      </p:pic>
      <p:pic>
        <p:nvPicPr>
          <p:cNvPr id="179" name="!!trazabilidad:b5f0fa391e" descr="4bc00f9fec2c45fd.png"/>
          <p:cNvPicPr>
            <a:picLocks noChangeAspect="1"/>
          </p:cNvPicPr>
          <p:nvPr/>
        </p:nvPicPr>
        <p:blipFill>
          <a:blip r:embed="rId13"/>
          <a:stretch>
            <a:fillRect/>
          </a:stretch>
        </p:blipFill>
        <p:spPr>
          <a:xfrm>
            <a:off x="1136650" y="1250950"/>
            <a:ext cx="3124200" cy="4197350"/>
          </a:xfrm>
          <a:prstGeom prst="rect">
            <a:avLst/>
          </a:prstGeom>
        </p:spPr>
      </p:pic>
      <p:pic>
        <p:nvPicPr>
          <p:cNvPr id="180" name="!!trazabilidad:f843910739" descr="c64a5e281de7b335.png"/>
          <p:cNvPicPr>
            <a:picLocks noChangeAspect="1"/>
          </p:cNvPicPr>
          <p:nvPr/>
        </p:nvPicPr>
        <p:blipFill>
          <a:blip r:embed="rId14"/>
          <a:stretch>
            <a:fillRect/>
          </a:stretch>
        </p:blipFill>
        <p:spPr>
          <a:xfrm>
            <a:off x="1250950" y="1225550"/>
            <a:ext cx="3086100" cy="4171950"/>
          </a:xfrm>
          <a:prstGeom prst="rect">
            <a:avLst/>
          </a:prstGeom>
        </p:spPr>
      </p:pic>
      <p:pic>
        <p:nvPicPr>
          <p:cNvPr id="181" name="!!trazabilidad:d2bf7027e5" descr="39e4f44b9da7bd09.png"/>
          <p:cNvPicPr>
            <a:picLocks noChangeAspect="1"/>
          </p:cNvPicPr>
          <p:nvPr/>
        </p:nvPicPr>
        <p:blipFill>
          <a:blip r:embed="rId15"/>
          <a:stretch>
            <a:fillRect/>
          </a:stretch>
        </p:blipFill>
        <p:spPr>
          <a:xfrm>
            <a:off x="1365250" y="1200150"/>
            <a:ext cx="3048000" cy="4146550"/>
          </a:xfrm>
          <a:prstGeom prst="rect">
            <a:avLst/>
          </a:prstGeom>
        </p:spPr>
      </p:pic>
      <p:pic>
        <p:nvPicPr>
          <p:cNvPr id="182" name="!!trazabilidad:cb47e1bb1e" descr="85598897ba72ba09.png"/>
          <p:cNvPicPr>
            <a:picLocks noChangeAspect="1"/>
          </p:cNvPicPr>
          <p:nvPr/>
        </p:nvPicPr>
        <p:blipFill>
          <a:blip r:embed="rId16"/>
          <a:stretch>
            <a:fillRect/>
          </a:stretch>
        </p:blipFill>
        <p:spPr>
          <a:xfrm>
            <a:off x="1435100" y="1149350"/>
            <a:ext cx="3098800" cy="4171950"/>
          </a:xfrm>
          <a:prstGeom prst="rect">
            <a:avLst/>
          </a:prstGeom>
        </p:spPr>
      </p:pic>
      <p:sp>
        <p:nvSpPr>
          <p:cNvPr id="183" name="!!trazabilidad:900bae9526"/>
          <p:cNvSpPr txBox="1"/>
          <p:nvPr/>
        </p:nvSpPr>
        <p:spPr>
          <a:xfrm>
            <a:off x="565150" y="5648801"/>
            <a:ext cx="4145280" cy="412750"/>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La memoria lo deja por escrito:</a:t>
            </a:r>
            <a:r>
              <a:rPr sz="1250" b="1" i="0">
                <a:solidFill>
                  <a:srgbClr val="6F42C1"/>
                </a:solidFill>
                <a:latin typeface="Calibri"/>
              </a:rPr>
              <a:t> Anexo G</a:t>
            </a:r>
            <a:r>
              <a:rPr sz="1250" b="0" i="0">
                <a:solidFill>
                  <a:srgbClr val="3F4A5A"/>
                </a:solidFill>
                <a:latin typeface="Calibri"/>
              </a:rPr>
              <a:t>, pp. 167–175, con los</a:t>
            </a:r>
            <a:br/>
            <a:r>
              <a:rPr sz="1250" b="0" i="0">
                <a:solidFill>
                  <a:srgbClr val="3F4A5A"/>
                </a:solidFill>
                <a:latin typeface="Calibri"/>
              </a:rPr>
              <a:t>números sustituidos</a:t>
            </a:r>
          </a:p>
        </p:txBody>
      </p:sp>
      <p:sp>
        <p:nvSpPr>
          <p:cNvPr id="184" name="!!trazabilidad:31b8312914">
            <a:hlinkClick action="ppaction://hlinksldjump" r:id="rId17"/>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razabilidad:01b7d89d9e">
            <a:hlinkClick action="ppaction://hlinksldjump" r:id="rId18"/>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razabilidad:8a2d86cde7">
            <a:hlinkClick action="ppaction://hlinksldjump" r:id="rId19"/>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razabilidad:c07c48e2b6">
            <a:hlinkClick action="ppaction://hlinksldjump" r:id="rId20"/>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razabilidad:36e88799ae">
            <a:hlinkClick action="ppaction://hlinksldjump" r:id="rId21"/>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300"/>
                                        <p:tgtEl>
                                          <p:spTgt spid="18"/>
                                        </p:tgtEl>
                                      </p:cBhvr>
                                    </p:animEffect>
                                    <p:set>
                                      <p:cBhvr>
                                        <p:cTn id="7" dur="1" fill="hold">
                                          <p:stCondLst>
                                            <p:cond delay="299"/>
                                          </p:stCondLst>
                                        </p:cTn>
                                        <p:tgtEl>
                                          <p:spTgt spid="18"/>
                                        </p:tgtEl>
                                        <p:attrNameLst>
                                          <p:attrName>style.visibility</p:attrName>
                                        </p:attrNameLst>
                                      </p:cBhvr>
                                      <p:to>
                                        <p:strVal val="hidden"/>
                                      </p:to>
                                    </p:set>
                                  </p:childTnLst>
                                </p:cTn>
                              </p:par>
                              <p:par>
                                <p:cTn id="8" presetID="1"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2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4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9"/>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5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5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5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58"/>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63"/>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64"/>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65"/>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66"/>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67"/>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72"/>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73"/>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74"/>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75"/>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76"/>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81"/>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82"/>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83"/>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84"/>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85"/>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90"/>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91"/>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92"/>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93"/>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94"/>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99"/>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100"/>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101"/>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102"/>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103"/>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104"/>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167"/>
                                        </p:tgtEl>
                                        <p:attrNameLst>
                                          <p:attrName>style.visibility</p:attrName>
                                        </p:attrNameLst>
                                      </p:cBhvr>
                                      <p:to>
                                        <p:strVal val="visible"/>
                                      </p:to>
                                    </p:set>
                                  </p:childTnLst>
                                </p:cTn>
                              </p:par>
                              <p:par>
                                <p:cTn id="104" presetID="10" presetClass="exit" presetSubtype="0" fill="hold" nodeType="withEffect">
                                  <p:stCondLst>
                                    <p:cond delay="0"/>
                                  </p:stCondLst>
                                  <p:childTnLst>
                                    <p:animEffect transition="out" filter="fade">
                                      <p:cBhvr>
                                        <p:cTn id="105" dur="420"/>
                                        <p:tgtEl>
                                          <p:spTgt spid="17"/>
                                        </p:tgtEl>
                                      </p:cBhvr>
                                    </p:animEffect>
                                    <p:set>
                                      <p:cBhvr>
                                        <p:cTn id="106" dur="1" fill="hold">
                                          <p:stCondLst>
                                            <p:cond delay="419"/>
                                          </p:stCondLst>
                                        </p:cTn>
                                        <p:tgtEl>
                                          <p:spTgt spid="17"/>
                                        </p:tgtEl>
                                        <p:attrNameLst>
                                          <p:attrName>style.visibility</p:attrName>
                                        </p:attrNameLst>
                                      </p:cBhvr>
                                      <p:to>
                                        <p:strVal val="hidden"/>
                                      </p:to>
                                    </p:set>
                                  </p:childTnLst>
                                </p:cTn>
                              </p:par>
                              <p:par>
                                <p:cTn id="107" presetID="10" presetClass="exit" presetSubtype="0" fill="hold" grpId="0" nodeType="withEffect">
                                  <p:stCondLst>
                                    <p:cond delay="0"/>
                                  </p:stCondLst>
                                  <p:childTnLst>
                                    <p:animEffect transition="out" filter="fade">
                                      <p:cBhvr>
                                        <p:cTn id="108" dur="420"/>
                                        <p:tgtEl>
                                          <p:spTgt spid="19"/>
                                        </p:tgtEl>
                                      </p:cBhvr>
                                    </p:animEffect>
                                    <p:set>
                                      <p:cBhvr>
                                        <p:cTn id="109" dur="1" fill="hold">
                                          <p:stCondLst>
                                            <p:cond delay="419"/>
                                          </p:stCondLst>
                                        </p:cTn>
                                        <p:tgtEl>
                                          <p:spTgt spid="19"/>
                                        </p:tgtEl>
                                        <p:attrNameLst>
                                          <p:attrName>style.visibility</p:attrName>
                                        </p:attrNameLst>
                                      </p:cBhvr>
                                      <p:to>
                                        <p:strVal val="hidden"/>
                                      </p:to>
                                    </p:set>
                                  </p:childTnLst>
                                </p:cTn>
                              </p:par>
                              <p:par>
                                <p:cTn id="110" presetID="10" presetClass="exit" presetSubtype="0" fill="hold" grpId="0" nodeType="withEffect">
                                  <p:stCondLst>
                                    <p:cond delay="0"/>
                                  </p:stCondLst>
                                  <p:childTnLst>
                                    <p:animEffect transition="out" filter="fade">
                                      <p:cBhvr>
                                        <p:cTn id="111" dur="420"/>
                                        <p:tgtEl>
                                          <p:spTgt spid="118"/>
                                        </p:tgtEl>
                                      </p:cBhvr>
                                    </p:animEffect>
                                    <p:set>
                                      <p:cBhvr>
                                        <p:cTn id="112" dur="1" fill="hold">
                                          <p:stCondLst>
                                            <p:cond delay="419"/>
                                          </p:stCondLst>
                                        </p:cTn>
                                        <p:tgtEl>
                                          <p:spTgt spid="118"/>
                                        </p:tgtEl>
                                        <p:attrNameLst>
                                          <p:attrName>style.visibility</p:attrName>
                                        </p:attrNameLst>
                                      </p:cBhvr>
                                      <p:to>
                                        <p:strVal val="hidden"/>
                                      </p:to>
                                    </p:set>
                                  </p:childTnLst>
                                </p:cTn>
                              </p:par>
                              <p:par>
                                <p:cTn id="113" presetID="10" presetClass="exit" presetSubtype="0" fill="hold" grpId="0" nodeType="withEffect">
                                  <p:stCondLst>
                                    <p:cond delay="0"/>
                                  </p:stCondLst>
                                  <p:childTnLst>
                                    <p:animEffect transition="out" filter="fade">
                                      <p:cBhvr>
                                        <p:cTn id="114" dur="420"/>
                                        <p:tgtEl>
                                          <p:spTgt spid="119"/>
                                        </p:tgtEl>
                                      </p:cBhvr>
                                    </p:animEffect>
                                    <p:set>
                                      <p:cBhvr>
                                        <p:cTn id="115" dur="1" fill="hold">
                                          <p:stCondLst>
                                            <p:cond delay="419"/>
                                          </p:stCondLst>
                                        </p:cTn>
                                        <p:tgtEl>
                                          <p:spTgt spid="119"/>
                                        </p:tgtEl>
                                        <p:attrNameLst>
                                          <p:attrName>style.visibility</p:attrName>
                                        </p:attrNameLst>
                                      </p:cBhvr>
                                      <p:to>
                                        <p:strVal val="hidden"/>
                                      </p:to>
                                    </p:set>
                                  </p:childTnLst>
                                </p:cTn>
                              </p:par>
                              <p:par>
                                <p:cTn id="116" presetID="10" presetClass="exit" presetSubtype="0" fill="hold" grpId="0" nodeType="withEffect">
                                  <p:stCondLst>
                                    <p:cond delay="0"/>
                                  </p:stCondLst>
                                  <p:childTnLst>
                                    <p:animEffect transition="out" filter="fade">
                                      <p:cBhvr>
                                        <p:cTn id="117" dur="420"/>
                                        <p:tgtEl>
                                          <p:spTgt spid="120"/>
                                        </p:tgtEl>
                                      </p:cBhvr>
                                    </p:animEffect>
                                    <p:set>
                                      <p:cBhvr>
                                        <p:cTn id="118" dur="1" fill="hold">
                                          <p:stCondLst>
                                            <p:cond delay="419"/>
                                          </p:stCondLst>
                                        </p:cTn>
                                        <p:tgtEl>
                                          <p:spTgt spid="120"/>
                                        </p:tgtEl>
                                        <p:attrNameLst>
                                          <p:attrName>style.visibility</p:attrName>
                                        </p:attrNameLst>
                                      </p:cBhvr>
                                      <p:to>
                                        <p:strVal val="hidden"/>
                                      </p:to>
                                    </p:set>
                                  </p:childTnLst>
                                </p:cTn>
                              </p:par>
                              <p:par>
                                <p:cTn id="119" presetID="10" presetClass="exit" presetSubtype="0" fill="hold" grpId="0" nodeType="withEffect">
                                  <p:stCondLst>
                                    <p:cond delay="0"/>
                                  </p:stCondLst>
                                  <p:childTnLst>
                                    <p:animEffect transition="out" filter="fade">
                                      <p:cBhvr>
                                        <p:cTn id="120" dur="420"/>
                                        <p:tgtEl>
                                          <p:spTgt spid="121"/>
                                        </p:tgtEl>
                                      </p:cBhvr>
                                    </p:animEffect>
                                    <p:set>
                                      <p:cBhvr>
                                        <p:cTn id="121" dur="1" fill="hold">
                                          <p:stCondLst>
                                            <p:cond delay="419"/>
                                          </p:stCondLst>
                                        </p:cTn>
                                        <p:tgtEl>
                                          <p:spTgt spid="121"/>
                                        </p:tgtEl>
                                        <p:attrNameLst>
                                          <p:attrName>style.visibility</p:attrName>
                                        </p:attrNameLst>
                                      </p:cBhvr>
                                      <p:to>
                                        <p:strVal val="hidden"/>
                                      </p:to>
                                    </p:set>
                                  </p:childTnLst>
                                </p:cTn>
                              </p:par>
                              <p:par>
                                <p:cTn id="122" presetID="10" presetClass="exit" presetSubtype="0" fill="hold" grpId="0" nodeType="withEffect">
                                  <p:stCondLst>
                                    <p:cond delay="0"/>
                                  </p:stCondLst>
                                  <p:childTnLst>
                                    <p:animEffect transition="out" filter="fade">
                                      <p:cBhvr>
                                        <p:cTn id="123" dur="420"/>
                                        <p:tgtEl>
                                          <p:spTgt spid="122"/>
                                        </p:tgtEl>
                                      </p:cBhvr>
                                    </p:animEffect>
                                    <p:set>
                                      <p:cBhvr>
                                        <p:cTn id="124" dur="1" fill="hold">
                                          <p:stCondLst>
                                            <p:cond delay="419"/>
                                          </p:stCondLst>
                                        </p:cTn>
                                        <p:tgtEl>
                                          <p:spTgt spid="122"/>
                                        </p:tgtEl>
                                        <p:attrNameLst>
                                          <p:attrName>style.visibility</p:attrName>
                                        </p:attrNameLst>
                                      </p:cBhvr>
                                      <p:to>
                                        <p:strVal val="hidden"/>
                                      </p:to>
                                    </p:set>
                                  </p:childTnLst>
                                </p:cTn>
                              </p:par>
                              <p:par>
                                <p:cTn id="125" presetID="10" presetClass="exit" presetSubtype="0" fill="hold" grpId="0" nodeType="withEffect">
                                  <p:stCondLst>
                                    <p:cond delay="0"/>
                                  </p:stCondLst>
                                  <p:childTnLst>
                                    <p:animEffect transition="out" filter="fade">
                                      <p:cBhvr>
                                        <p:cTn id="126" dur="420"/>
                                        <p:tgtEl>
                                          <p:spTgt spid="123"/>
                                        </p:tgtEl>
                                      </p:cBhvr>
                                    </p:animEffect>
                                    <p:set>
                                      <p:cBhvr>
                                        <p:cTn id="127" dur="1" fill="hold">
                                          <p:stCondLst>
                                            <p:cond delay="419"/>
                                          </p:stCondLst>
                                        </p:cTn>
                                        <p:tgtEl>
                                          <p:spTgt spid="123"/>
                                        </p:tgtEl>
                                        <p:attrNameLst>
                                          <p:attrName>style.visibility</p:attrName>
                                        </p:attrNameLst>
                                      </p:cBhvr>
                                      <p:to>
                                        <p:strVal val="hidden"/>
                                      </p:to>
                                    </p:set>
                                  </p:childTnLst>
                                </p:cTn>
                              </p:par>
                              <p:par>
                                <p:cTn id="128" presetID="10" presetClass="exit" presetSubtype="0" fill="hold" grpId="0" nodeType="withEffect">
                                  <p:stCondLst>
                                    <p:cond delay="0"/>
                                  </p:stCondLst>
                                  <p:childTnLst>
                                    <p:animEffect transition="out" filter="fade">
                                      <p:cBhvr>
                                        <p:cTn id="129" dur="420"/>
                                        <p:tgtEl>
                                          <p:spTgt spid="124"/>
                                        </p:tgtEl>
                                      </p:cBhvr>
                                    </p:animEffect>
                                    <p:set>
                                      <p:cBhvr>
                                        <p:cTn id="130" dur="1" fill="hold">
                                          <p:stCondLst>
                                            <p:cond delay="419"/>
                                          </p:stCondLst>
                                        </p:cTn>
                                        <p:tgtEl>
                                          <p:spTgt spid="12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420"/>
                                        <p:tgtEl>
                                          <p:spTgt spid="125"/>
                                        </p:tgtEl>
                                      </p:cBhvr>
                                    </p:animEffect>
                                    <p:set>
                                      <p:cBhvr>
                                        <p:cTn id="133" dur="1" fill="hold">
                                          <p:stCondLst>
                                            <p:cond delay="419"/>
                                          </p:stCondLst>
                                        </p:cTn>
                                        <p:tgtEl>
                                          <p:spTgt spid="125"/>
                                        </p:tgtEl>
                                        <p:attrNameLst>
                                          <p:attrName>style.visibility</p:attrName>
                                        </p:attrNameLst>
                                      </p:cBhvr>
                                      <p:to>
                                        <p:strVal val="hidden"/>
                                      </p:to>
                                    </p:set>
                                  </p:childTnLst>
                                </p:cTn>
                              </p:par>
                              <p:par>
                                <p:cTn id="134" presetID="10" presetClass="exit" presetSubtype="0" fill="hold" grpId="0" nodeType="withEffect">
                                  <p:stCondLst>
                                    <p:cond delay="0"/>
                                  </p:stCondLst>
                                  <p:childTnLst>
                                    <p:animEffect transition="out" filter="fade">
                                      <p:cBhvr>
                                        <p:cTn id="135" dur="420"/>
                                        <p:tgtEl>
                                          <p:spTgt spid="126"/>
                                        </p:tgtEl>
                                      </p:cBhvr>
                                    </p:animEffect>
                                    <p:set>
                                      <p:cBhvr>
                                        <p:cTn id="136" dur="1" fill="hold">
                                          <p:stCondLst>
                                            <p:cond delay="419"/>
                                          </p:stCondLst>
                                        </p:cTn>
                                        <p:tgtEl>
                                          <p:spTgt spid="126"/>
                                        </p:tgtEl>
                                        <p:attrNameLst>
                                          <p:attrName>style.visibility</p:attrName>
                                        </p:attrNameLst>
                                      </p:cBhvr>
                                      <p:to>
                                        <p:strVal val="hidden"/>
                                      </p:to>
                                    </p:set>
                                  </p:childTnLst>
                                </p:cTn>
                              </p:par>
                              <p:par>
                                <p:cTn id="137" presetID="10" presetClass="exit" presetSubtype="0" fill="hold" grpId="0" nodeType="withEffect">
                                  <p:stCondLst>
                                    <p:cond delay="0"/>
                                  </p:stCondLst>
                                  <p:childTnLst>
                                    <p:animEffect transition="out" filter="fade">
                                      <p:cBhvr>
                                        <p:cTn id="138" dur="420"/>
                                        <p:tgtEl>
                                          <p:spTgt spid="127"/>
                                        </p:tgtEl>
                                      </p:cBhvr>
                                    </p:animEffect>
                                    <p:set>
                                      <p:cBhvr>
                                        <p:cTn id="139" dur="1" fill="hold">
                                          <p:stCondLst>
                                            <p:cond delay="419"/>
                                          </p:stCondLst>
                                        </p:cTn>
                                        <p:tgtEl>
                                          <p:spTgt spid="127"/>
                                        </p:tgtEl>
                                        <p:attrNameLst>
                                          <p:attrName>style.visibility</p:attrName>
                                        </p:attrNameLst>
                                      </p:cBhvr>
                                      <p:to>
                                        <p:strVal val="hidden"/>
                                      </p:to>
                                    </p:set>
                                  </p:childTnLst>
                                </p:cTn>
                              </p:par>
                              <p:par>
                                <p:cTn id="140" presetID="10" presetClass="exit" presetSubtype="0" fill="hold" grpId="0" nodeType="withEffect">
                                  <p:stCondLst>
                                    <p:cond delay="0"/>
                                  </p:stCondLst>
                                  <p:childTnLst>
                                    <p:animEffect transition="out" filter="fade">
                                      <p:cBhvr>
                                        <p:cTn id="141" dur="420"/>
                                        <p:tgtEl>
                                          <p:spTgt spid="128"/>
                                        </p:tgtEl>
                                      </p:cBhvr>
                                    </p:animEffect>
                                    <p:set>
                                      <p:cBhvr>
                                        <p:cTn id="142" dur="1" fill="hold">
                                          <p:stCondLst>
                                            <p:cond delay="419"/>
                                          </p:stCondLst>
                                        </p:cTn>
                                        <p:tgtEl>
                                          <p:spTgt spid="128"/>
                                        </p:tgtEl>
                                        <p:attrNameLst>
                                          <p:attrName>style.visibility</p:attrName>
                                        </p:attrNameLst>
                                      </p:cBhvr>
                                      <p:to>
                                        <p:strVal val="hidden"/>
                                      </p:to>
                                    </p:set>
                                  </p:childTnLst>
                                </p:cTn>
                              </p:par>
                              <p:par>
                                <p:cTn id="143" presetID="10" presetClass="exit" presetSubtype="0" fill="hold" grpId="0" nodeType="withEffect">
                                  <p:stCondLst>
                                    <p:cond delay="0"/>
                                  </p:stCondLst>
                                  <p:childTnLst>
                                    <p:animEffect transition="out" filter="fade">
                                      <p:cBhvr>
                                        <p:cTn id="144" dur="420"/>
                                        <p:tgtEl>
                                          <p:spTgt spid="129"/>
                                        </p:tgtEl>
                                      </p:cBhvr>
                                    </p:animEffect>
                                    <p:set>
                                      <p:cBhvr>
                                        <p:cTn id="145" dur="1" fill="hold">
                                          <p:stCondLst>
                                            <p:cond delay="419"/>
                                          </p:stCondLst>
                                        </p:cTn>
                                        <p:tgtEl>
                                          <p:spTgt spid="129"/>
                                        </p:tgtEl>
                                        <p:attrNameLst>
                                          <p:attrName>style.visibility</p:attrName>
                                        </p:attrNameLst>
                                      </p:cBhvr>
                                      <p:to>
                                        <p:strVal val="hidden"/>
                                      </p:to>
                                    </p:set>
                                  </p:childTnLst>
                                </p:cTn>
                              </p:par>
                              <p:par>
                                <p:cTn id="146" presetID="10" presetClass="exit" presetSubtype="0" fill="hold" grpId="0" nodeType="withEffect">
                                  <p:stCondLst>
                                    <p:cond delay="0"/>
                                  </p:stCondLst>
                                  <p:childTnLst>
                                    <p:animEffect transition="out" filter="fade">
                                      <p:cBhvr>
                                        <p:cTn id="147" dur="420"/>
                                        <p:tgtEl>
                                          <p:spTgt spid="130"/>
                                        </p:tgtEl>
                                      </p:cBhvr>
                                    </p:animEffect>
                                    <p:set>
                                      <p:cBhvr>
                                        <p:cTn id="148" dur="1" fill="hold">
                                          <p:stCondLst>
                                            <p:cond delay="419"/>
                                          </p:stCondLst>
                                        </p:cTn>
                                        <p:tgtEl>
                                          <p:spTgt spid="130"/>
                                        </p:tgtEl>
                                        <p:attrNameLst>
                                          <p:attrName>style.visibility</p:attrName>
                                        </p:attrNameLst>
                                      </p:cBhvr>
                                      <p:to>
                                        <p:strVal val="hidden"/>
                                      </p:to>
                                    </p:set>
                                  </p:childTnLst>
                                </p:cTn>
                              </p:par>
                              <p:par>
                                <p:cTn id="149" presetID="10" presetClass="exit" presetSubtype="0" fill="hold" grpId="0" nodeType="withEffect">
                                  <p:stCondLst>
                                    <p:cond delay="0"/>
                                  </p:stCondLst>
                                  <p:childTnLst>
                                    <p:animEffect transition="out" filter="fade">
                                      <p:cBhvr>
                                        <p:cTn id="150" dur="420"/>
                                        <p:tgtEl>
                                          <p:spTgt spid="131"/>
                                        </p:tgtEl>
                                      </p:cBhvr>
                                    </p:animEffect>
                                    <p:set>
                                      <p:cBhvr>
                                        <p:cTn id="151" dur="1" fill="hold">
                                          <p:stCondLst>
                                            <p:cond delay="419"/>
                                          </p:stCondLst>
                                        </p:cTn>
                                        <p:tgtEl>
                                          <p:spTgt spid="131"/>
                                        </p:tgtEl>
                                        <p:attrNameLst>
                                          <p:attrName>style.visibility</p:attrName>
                                        </p:attrNameLst>
                                      </p:cBhvr>
                                      <p:to>
                                        <p:strVal val="hidden"/>
                                      </p:to>
                                    </p:set>
                                  </p:childTnLst>
                                </p:cTn>
                              </p:par>
                              <p:par>
                                <p:cTn id="152" presetID="10" presetClass="exit" presetSubtype="0" fill="hold" grpId="0" nodeType="withEffect">
                                  <p:stCondLst>
                                    <p:cond delay="0"/>
                                  </p:stCondLst>
                                  <p:childTnLst>
                                    <p:animEffect transition="out" filter="fade">
                                      <p:cBhvr>
                                        <p:cTn id="153" dur="420"/>
                                        <p:tgtEl>
                                          <p:spTgt spid="132"/>
                                        </p:tgtEl>
                                      </p:cBhvr>
                                    </p:animEffect>
                                    <p:set>
                                      <p:cBhvr>
                                        <p:cTn id="154" dur="1" fill="hold">
                                          <p:stCondLst>
                                            <p:cond delay="419"/>
                                          </p:stCondLst>
                                        </p:cTn>
                                        <p:tgtEl>
                                          <p:spTgt spid="132"/>
                                        </p:tgtEl>
                                        <p:attrNameLst>
                                          <p:attrName>style.visibility</p:attrName>
                                        </p:attrNameLst>
                                      </p:cBhvr>
                                      <p:to>
                                        <p:strVal val="hidden"/>
                                      </p:to>
                                    </p:set>
                                  </p:childTnLst>
                                </p:cTn>
                              </p:par>
                              <p:par>
                                <p:cTn id="155" presetID="10" presetClass="exit" presetSubtype="0" fill="hold" grpId="0" nodeType="withEffect">
                                  <p:stCondLst>
                                    <p:cond delay="0"/>
                                  </p:stCondLst>
                                  <p:childTnLst>
                                    <p:animEffect transition="out" filter="fade">
                                      <p:cBhvr>
                                        <p:cTn id="156" dur="420"/>
                                        <p:tgtEl>
                                          <p:spTgt spid="133"/>
                                        </p:tgtEl>
                                      </p:cBhvr>
                                    </p:animEffect>
                                    <p:set>
                                      <p:cBhvr>
                                        <p:cTn id="157" dur="1" fill="hold">
                                          <p:stCondLst>
                                            <p:cond delay="419"/>
                                          </p:stCondLst>
                                        </p:cTn>
                                        <p:tgtEl>
                                          <p:spTgt spid="133"/>
                                        </p:tgtEl>
                                        <p:attrNameLst>
                                          <p:attrName>style.visibility</p:attrName>
                                        </p:attrNameLst>
                                      </p:cBhvr>
                                      <p:to>
                                        <p:strVal val="hidden"/>
                                      </p:to>
                                    </p:set>
                                  </p:childTnLst>
                                </p:cTn>
                              </p:par>
                              <p:par>
                                <p:cTn id="158" presetID="10" presetClass="exit" presetSubtype="0" fill="hold" grpId="0" nodeType="withEffect">
                                  <p:stCondLst>
                                    <p:cond delay="0"/>
                                  </p:stCondLst>
                                  <p:childTnLst>
                                    <p:animEffect transition="out" filter="fade">
                                      <p:cBhvr>
                                        <p:cTn id="159" dur="420"/>
                                        <p:tgtEl>
                                          <p:spTgt spid="134"/>
                                        </p:tgtEl>
                                      </p:cBhvr>
                                    </p:animEffect>
                                    <p:set>
                                      <p:cBhvr>
                                        <p:cTn id="160" dur="1" fill="hold">
                                          <p:stCondLst>
                                            <p:cond delay="419"/>
                                          </p:stCondLst>
                                        </p:cTn>
                                        <p:tgtEl>
                                          <p:spTgt spid="134"/>
                                        </p:tgtEl>
                                        <p:attrNameLst>
                                          <p:attrName>style.visibility</p:attrName>
                                        </p:attrNameLst>
                                      </p:cBhvr>
                                      <p:to>
                                        <p:strVal val="hidden"/>
                                      </p:to>
                                    </p:set>
                                  </p:childTnLst>
                                </p:cTn>
                              </p:par>
                              <p:par>
                                <p:cTn id="161" presetID="10" presetClass="exit" presetSubtype="0" fill="hold" grpId="0" nodeType="withEffect">
                                  <p:stCondLst>
                                    <p:cond delay="0"/>
                                  </p:stCondLst>
                                  <p:childTnLst>
                                    <p:animEffect transition="out" filter="fade">
                                      <p:cBhvr>
                                        <p:cTn id="162" dur="420"/>
                                        <p:tgtEl>
                                          <p:spTgt spid="135"/>
                                        </p:tgtEl>
                                      </p:cBhvr>
                                    </p:animEffect>
                                    <p:set>
                                      <p:cBhvr>
                                        <p:cTn id="163" dur="1" fill="hold">
                                          <p:stCondLst>
                                            <p:cond delay="419"/>
                                          </p:stCondLst>
                                        </p:cTn>
                                        <p:tgtEl>
                                          <p:spTgt spid="135"/>
                                        </p:tgtEl>
                                        <p:attrNameLst>
                                          <p:attrName>style.visibility</p:attrName>
                                        </p:attrNameLst>
                                      </p:cBhvr>
                                      <p:to>
                                        <p:strVal val="hidden"/>
                                      </p:to>
                                    </p:set>
                                  </p:childTnLst>
                                </p:cTn>
                              </p:par>
                              <p:par>
                                <p:cTn id="164" presetID="10" presetClass="exit" presetSubtype="0" fill="hold" grpId="0" nodeType="withEffect">
                                  <p:stCondLst>
                                    <p:cond delay="0"/>
                                  </p:stCondLst>
                                  <p:childTnLst>
                                    <p:animEffect transition="out" filter="fade">
                                      <p:cBhvr>
                                        <p:cTn id="165" dur="420"/>
                                        <p:tgtEl>
                                          <p:spTgt spid="136"/>
                                        </p:tgtEl>
                                      </p:cBhvr>
                                    </p:animEffect>
                                    <p:set>
                                      <p:cBhvr>
                                        <p:cTn id="166" dur="1" fill="hold">
                                          <p:stCondLst>
                                            <p:cond delay="419"/>
                                          </p:stCondLst>
                                        </p:cTn>
                                        <p:tgtEl>
                                          <p:spTgt spid="136"/>
                                        </p:tgtEl>
                                        <p:attrNameLst>
                                          <p:attrName>style.visibility</p:attrName>
                                        </p:attrNameLst>
                                      </p:cBhvr>
                                      <p:to>
                                        <p:strVal val="hidden"/>
                                      </p:to>
                                    </p:set>
                                  </p:childTnLst>
                                </p:cTn>
                              </p:par>
                              <p:par>
                                <p:cTn id="167" presetID="10" presetClass="exit" presetSubtype="0" fill="hold" grpId="0" nodeType="withEffect">
                                  <p:stCondLst>
                                    <p:cond delay="0"/>
                                  </p:stCondLst>
                                  <p:childTnLst>
                                    <p:animEffect transition="out" filter="fade">
                                      <p:cBhvr>
                                        <p:cTn id="168" dur="420"/>
                                        <p:tgtEl>
                                          <p:spTgt spid="137"/>
                                        </p:tgtEl>
                                      </p:cBhvr>
                                    </p:animEffect>
                                    <p:set>
                                      <p:cBhvr>
                                        <p:cTn id="169" dur="1" fill="hold">
                                          <p:stCondLst>
                                            <p:cond delay="419"/>
                                          </p:stCondLst>
                                        </p:cTn>
                                        <p:tgtEl>
                                          <p:spTgt spid="137"/>
                                        </p:tgtEl>
                                        <p:attrNameLst>
                                          <p:attrName>style.visibility</p:attrName>
                                        </p:attrNameLst>
                                      </p:cBhvr>
                                      <p:to>
                                        <p:strVal val="hidden"/>
                                      </p:to>
                                    </p:set>
                                  </p:childTnLst>
                                </p:cTn>
                              </p:par>
                              <p:par>
                                <p:cTn id="170" presetID="10" presetClass="exit" presetSubtype="0" fill="hold" grpId="0" nodeType="withEffect">
                                  <p:stCondLst>
                                    <p:cond delay="0"/>
                                  </p:stCondLst>
                                  <p:childTnLst>
                                    <p:animEffect transition="out" filter="fade">
                                      <p:cBhvr>
                                        <p:cTn id="171" dur="420"/>
                                        <p:tgtEl>
                                          <p:spTgt spid="138"/>
                                        </p:tgtEl>
                                      </p:cBhvr>
                                    </p:animEffect>
                                    <p:set>
                                      <p:cBhvr>
                                        <p:cTn id="172" dur="1" fill="hold">
                                          <p:stCondLst>
                                            <p:cond delay="419"/>
                                          </p:stCondLst>
                                        </p:cTn>
                                        <p:tgtEl>
                                          <p:spTgt spid="138"/>
                                        </p:tgtEl>
                                        <p:attrNameLst>
                                          <p:attrName>style.visibility</p:attrName>
                                        </p:attrNameLst>
                                      </p:cBhvr>
                                      <p:to>
                                        <p:strVal val="hidden"/>
                                      </p:to>
                                    </p:set>
                                  </p:childTnLst>
                                </p:cTn>
                              </p:par>
                              <p:par>
                                <p:cTn id="173" presetID="10" presetClass="exit" presetSubtype="0" fill="hold" grpId="0" nodeType="withEffect">
                                  <p:stCondLst>
                                    <p:cond delay="0"/>
                                  </p:stCondLst>
                                  <p:childTnLst>
                                    <p:animEffect transition="out" filter="fade">
                                      <p:cBhvr>
                                        <p:cTn id="174" dur="420"/>
                                        <p:tgtEl>
                                          <p:spTgt spid="139"/>
                                        </p:tgtEl>
                                      </p:cBhvr>
                                    </p:animEffect>
                                    <p:set>
                                      <p:cBhvr>
                                        <p:cTn id="175" dur="1" fill="hold">
                                          <p:stCondLst>
                                            <p:cond delay="419"/>
                                          </p:stCondLst>
                                        </p:cTn>
                                        <p:tgtEl>
                                          <p:spTgt spid="139"/>
                                        </p:tgtEl>
                                        <p:attrNameLst>
                                          <p:attrName>style.visibility</p:attrName>
                                        </p:attrNameLst>
                                      </p:cBhvr>
                                      <p:to>
                                        <p:strVal val="hidden"/>
                                      </p:to>
                                    </p:set>
                                  </p:childTnLst>
                                </p:cTn>
                              </p:par>
                              <p:par>
                                <p:cTn id="176" presetID="10" presetClass="exit" presetSubtype="0" fill="hold" grpId="0" nodeType="withEffect">
                                  <p:stCondLst>
                                    <p:cond delay="0"/>
                                  </p:stCondLst>
                                  <p:childTnLst>
                                    <p:animEffect transition="out" filter="fade">
                                      <p:cBhvr>
                                        <p:cTn id="177" dur="420"/>
                                        <p:tgtEl>
                                          <p:spTgt spid="140"/>
                                        </p:tgtEl>
                                      </p:cBhvr>
                                    </p:animEffect>
                                    <p:set>
                                      <p:cBhvr>
                                        <p:cTn id="178" dur="1" fill="hold">
                                          <p:stCondLst>
                                            <p:cond delay="419"/>
                                          </p:stCondLst>
                                        </p:cTn>
                                        <p:tgtEl>
                                          <p:spTgt spid="140"/>
                                        </p:tgtEl>
                                        <p:attrNameLst>
                                          <p:attrName>style.visibility</p:attrName>
                                        </p:attrNameLst>
                                      </p:cBhvr>
                                      <p:to>
                                        <p:strVal val="hidden"/>
                                      </p:to>
                                    </p:set>
                                  </p:childTnLst>
                                </p:cTn>
                              </p:par>
                              <p:par>
                                <p:cTn id="179" presetID="10" presetClass="exit" presetSubtype="0" fill="hold" grpId="0" nodeType="withEffect">
                                  <p:stCondLst>
                                    <p:cond delay="0"/>
                                  </p:stCondLst>
                                  <p:childTnLst>
                                    <p:animEffect transition="out" filter="fade">
                                      <p:cBhvr>
                                        <p:cTn id="180" dur="420"/>
                                        <p:tgtEl>
                                          <p:spTgt spid="141"/>
                                        </p:tgtEl>
                                      </p:cBhvr>
                                    </p:animEffect>
                                    <p:set>
                                      <p:cBhvr>
                                        <p:cTn id="181" dur="1" fill="hold">
                                          <p:stCondLst>
                                            <p:cond delay="419"/>
                                          </p:stCondLst>
                                        </p:cTn>
                                        <p:tgtEl>
                                          <p:spTgt spid="141"/>
                                        </p:tgtEl>
                                        <p:attrNameLst>
                                          <p:attrName>style.visibility</p:attrName>
                                        </p:attrNameLst>
                                      </p:cBhvr>
                                      <p:to>
                                        <p:strVal val="hidden"/>
                                      </p:to>
                                    </p:set>
                                  </p:childTnLst>
                                </p:cTn>
                              </p:par>
                              <p:par>
                                <p:cTn id="182" presetID="10" presetClass="exit" presetSubtype="0" fill="hold" grpId="0" nodeType="withEffect">
                                  <p:stCondLst>
                                    <p:cond delay="0"/>
                                  </p:stCondLst>
                                  <p:childTnLst>
                                    <p:animEffect transition="out" filter="fade">
                                      <p:cBhvr>
                                        <p:cTn id="183" dur="420"/>
                                        <p:tgtEl>
                                          <p:spTgt spid="142"/>
                                        </p:tgtEl>
                                      </p:cBhvr>
                                    </p:animEffect>
                                    <p:set>
                                      <p:cBhvr>
                                        <p:cTn id="184" dur="1" fill="hold">
                                          <p:stCondLst>
                                            <p:cond delay="419"/>
                                          </p:stCondLst>
                                        </p:cTn>
                                        <p:tgtEl>
                                          <p:spTgt spid="142"/>
                                        </p:tgtEl>
                                        <p:attrNameLst>
                                          <p:attrName>style.visibility</p:attrName>
                                        </p:attrNameLst>
                                      </p:cBhvr>
                                      <p:to>
                                        <p:strVal val="hidden"/>
                                      </p:to>
                                    </p:set>
                                  </p:childTnLst>
                                </p:cTn>
                              </p:par>
                              <p:par>
                                <p:cTn id="185" presetID="10" presetClass="exit" presetSubtype="0" fill="hold" grpId="0" nodeType="withEffect">
                                  <p:stCondLst>
                                    <p:cond delay="0"/>
                                  </p:stCondLst>
                                  <p:childTnLst>
                                    <p:animEffect transition="out" filter="fade">
                                      <p:cBhvr>
                                        <p:cTn id="186" dur="420"/>
                                        <p:tgtEl>
                                          <p:spTgt spid="143"/>
                                        </p:tgtEl>
                                      </p:cBhvr>
                                    </p:animEffect>
                                    <p:set>
                                      <p:cBhvr>
                                        <p:cTn id="187" dur="1" fill="hold">
                                          <p:stCondLst>
                                            <p:cond delay="419"/>
                                          </p:stCondLst>
                                        </p:cTn>
                                        <p:tgtEl>
                                          <p:spTgt spid="143"/>
                                        </p:tgtEl>
                                        <p:attrNameLst>
                                          <p:attrName>style.visibility</p:attrName>
                                        </p:attrNameLst>
                                      </p:cBhvr>
                                      <p:to>
                                        <p:strVal val="hidden"/>
                                      </p:to>
                                    </p:set>
                                  </p:childTnLst>
                                </p:cTn>
                              </p:par>
                              <p:par>
                                <p:cTn id="188" presetID="10" presetClass="exit" presetSubtype="0" fill="hold" grpId="0" nodeType="withEffect">
                                  <p:stCondLst>
                                    <p:cond delay="0"/>
                                  </p:stCondLst>
                                  <p:childTnLst>
                                    <p:animEffect transition="out" filter="fade">
                                      <p:cBhvr>
                                        <p:cTn id="189" dur="420"/>
                                        <p:tgtEl>
                                          <p:spTgt spid="144"/>
                                        </p:tgtEl>
                                      </p:cBhvr>
                                    </p:animEffect>
                                    <p:set>
                                      <p:cBhvr>
                                        <p:cTn id="190" dur="1" fill="hold">
                                          <p:stCondLst>
                                            <p:cond delay="419"/>
                                          </p:stCondLst>
                                        </p:cTn>
                                        <p:tgtEl>
                                          <p:spTgt spid="144"/>
                                        </p:tgtEl>
                                        <p:attrNameLst>
                                          <p:attrName>style.visibility</p:attrName>
                                        </p:attrNameLst>
                                      </p:cBhvr>
                                      <p:to>
                                        <p:strVal val="hidden"/>
                                      </p:to>
                                    </p:set>
                                  </p:childTnLst>
                                </p:cTn>
                              </p:par>
                              <p:par>
                                <p:cTn id="191" presetID="10" presetClass="exit" presetSubtype="0" fill="hold" grpId="0" nodeType="withEffect">
                                  <p:stCondLst>
                                    <p:cond delay="0"/>
                                  </p:stCondLst>
                                  <p:childTnLst>
                                    <p:animEffect transition="out" filter="fade">
                                      <p:cBhvr>
                                        <p:cTn id="192" dur="420"/>
                                        <p:tgtEl>
                                          <p:spTgt spid="145"/>
                                        </p:tgtEl>
                                      </p:cBhvr>
                                    </p:animEffect>
                                    <p:set>
                                      <p:cBhvr>
                                        <p:cTn id="193" dur="1" fill="hold">
                                          <p:stCondLst>
                                            <p:cond delay="419"/>
                                          </p:stCondLst>
                                        </p:cTn>
                                        <p:tgtEl>
                                          <p:spTgt spid="145"/>
                                        </p:tgtEl>
                                        <p:attrNameLst>
                                          <p:attrName>style.visibility</p:attrName>
                                        </p:attrNameLst>
                                      </p:cBhvr>
                                      <p:to>
                                        <p:strVal val="hidden"/>
                                      </p:to>
                                    </p:set>
                                  </p:childTnLst>
                                </p:cTn>
                              </p:par>
                              <p:par>
                                <p:cTn id="194" presetID="10" presetClass="exit" presetSubtype="0" fill="hold" grpId="0" nodeType="withEffect">
                                  <p:stCondLst>
                                    <p:cond delay="0"/>
                                  </p:stCondLst>
                                  <p:childTnLst>
                                    <p:animEffect transition="out" filter="fade">
                                      <p:cBhvr>
                                        <p:cTn id="195" dur="420"/>
                                        <p:tgtEl>
                                          <p:spTgt spid="146"/>
                                        </p:tgtEl>
                                      </p:cBhvr>
                                    </p:animEffect>
                                    <p:set>
                                      <p:cBhvr>
                                        <p:cTn id="196" dur="1" fill="hold">
                                          <p:stCondLst>
                                            <p:cond delay="419"/>
                                          </p:stCondLst>
                                        </p:cTn>
                                        <p:tgtEl>
                                          <p:spTgt spid="146"/>
                                        </p:tgtEl>
                                        <p:attrNameLst>
                                          <p:attrName>style.visibility</p:attrName>
                                        </p:attrNameLst>
                                      </p:cBhvr>
                                      <p:to>
                                        <p:strVal val="hidden"/>
                                      </p:to>
                                    </p:set>
                                  </p:childTnLst>
                                </p:cTn>
                              </p:par>
                              <p:par>
                                <p:cTn id="197" presetID="10" presetClass="exit" presetSubtype="0" fill="hold" grpId="0" nodeType="withEffect">
                                  <p:stCondLst>
                                    <p:cond delay="0"/>
                                  </p:stCondLst>
                                  <p:childTnLst>
                                    <p:animEffect transition="out" filter="fade">
                                      <p:cBhvr>
                                        <p:cTn id="198" dur="420"/>
                                        <p:tgtEl>
                                          <p:spTgt spid="147"/>
                                        </p:tgtEl>
                                      </p:cBhvr>
                                    </p:animEffect>
                                    <p:set>
                                      <p:cBhvr>
                                        <p:cTn id="199" dur="1" fill="hold">
                                          <p:stCondLst>
                                            <p:cond delay="419"/>
                                          </p:stCondLst>
                                        </p:cTn>
                                        <p:tgtEl>
                                          <p:spTgt spid="147"/>
                                        </p:tgtEl>
                                        <p:attrNameLst>
                                          <p:attrName>style.visibility</p:attrName>
                                        </p:attrNameLst>
                                      </p:cBhvr>
                                      <p:to>
                                        <p:strVal val="hidden"/>
                                      </p:to>
                                    </p:set>
                                  </p:childTnLst>
                                </p:cTn>
                              </p:par>
                              <p:par>
                                <p:cTn id="200" presetID="10" presetClass="exit" presetSubtype="0" fill="hold" grpId="0" nodeType="withEffect">
                                  <p:stCondLst>
                                    <p:cond delay="0"/>
                                  </p:stCondLst>
                                  <p:childTnLst>
                                    <p:animEffect transition="out" filter="fade">
                                      <p:cBhvr>
                                        <p:cTn id="201" dur="420"/>
                                        <p:tgtEl>
                                          <p:spTgt spid="148"/>
                                        </p:tgtEl>
                                      </p:cBhvr>
                                    </p:animEffect>
                                    <p:set>
                                      <p:cBhvr>
                                        <p:cTn id="202" dur="1" fill="hold">
                                          <p:stCondLst>
                                            <p:cond delay="419"/>
                                          </p:stCondLst>
                                        </p:cTn>
                                        <p:tgtEl>
                                          <p:spTgt spid="148"/>
                                        </p:tgtEl>
                                        <p:attrNameLst>
                                          <p:attrName>style.visibility</p:attrName>
                                        </p:attrNameLst>
                                      </p:cBhvr>
                                      <p:to>
                                        <p:strVal val="hidden"/>
                                      </p:to>
                                    </p:set>
                                  </p:childTnLst>
                                </p:cTn>
                              </p:par>
                              <p:par>
                                <p:cTn id="203" presetID="10" presetClass="exit" presetSubtype="0" fill="hold" grpId="0" nodeType="withEffect">
                                  <p:stCondLst>
                                    <p:cond delay="0"/>
                                  </p:stCondLst>
                                  <p:childTnLst>
                                    <p:animEffect transition="out" filter="fade">
                                      <p:cBhvr>
                                        <p:cTn id="204" dur="420"/>
                                        <p:tgtEl>
                                          <p:spTgt spid="149"/>
                                        </p:tgtEl>
                                      </p:cBhvr>
                                    </p:animEffect>
                                    <p:set>
                                      <p:cBhvr>
                                        <p:cTn id="205" dur="1" fill="hold">
                                          <p:stCondLst>
                                            <p:cond delay="419"/>
                                          </p:stCondLst>
                                        </p:cTn>
                                        <p:tgtEl>
                                          <p:spTgt spid="149"/>
                                        </p:tgtEl>
                                        <p:attrNameLst>
                                          <p:attrName>style.visibility</p:attrName>
                                        </p:attrNameLst>
                                      </p:cBhvr>
                                      <p:to>
                                        <p:strVal val="hidden"/>
                                      </p:to>
                                    </p:set>
                                  </p:childTnLst>
                                </p:cTn>
                              </p:par>
                              <p:par>
                                <p:cTn id="206" presetID="10" presetClass="exit" presetSubtype="0" fill="hold" grpId="0" nodeType="withEffect">
                                  <p:stCondLst>
                                    <p:cond delay="0"/>
                                  </p:stCondLst>
                                  <p:childTnLst>
                                    <p:animEffect transition="out" filter="fade">
                                      <p:cBhvr>
                                        <p:cTn id="207" dur="420"/>
                                        <p:tgtEl>
                                          <p:spTgt spid="150"/>
                                        </p:tgtEl>
                                      </p:cBhvr>
                                    </p:animEffect>
                                    <p:set>
                                      <p:cBhvr>
                                        <p:cTn id="208" dur="1" fill="hold">
                                          <p:stCondLst>
                                            <p:cond delay="419"/>
                                          </p:stCondLst>
                                        </p:cTn>
                                        <p:tgtEl>
                                          <p:spTgt spid="150"/>
                                        </p:tgtEl>
                                        <p:attrNameLst>
                                          <p:attrName>style.visibility</p:attrName>
                                        </p:attrNameLst>
                                      </p:cBhvr>
                                      <p:to>
                                        <p:strVal val="hidden"/>
                                      </p:to>
                                    </p:set>
                                  </p:childTnLst>
                                </p:cTn>
                              </p:par>
                              <p:par>
                                <p:cTn id="209" presetID="10" presetClass="exit" presetSubtype="0" fill="hold" grpId="0" nodeType="withEffect">
                                  <p:stCondLst>
                                    <p:cond delay="0"/>
                                  </p:stCondLst>
                                  <p:childTnLst>
                                    <p:animEffect transition="out" filter="fade">
                                      <p:cBhvr>
                                        <p:cTn id="210" dur="420"/>
                                        <p:tgtEl>
                                          <p:spTgt spid="151"/>
                                        </p:tgtEl>
                                      </p:cBhvr>
                                    </p:animEffect>
                                    <p:set>
                                      <p:cBhvr>
                                        <p:cTn id="211" dur="1" fill="hold">
                                          <p:stCondLst>
                                            <p:cond delay="419"/>
                                          </p:stCondLst>
                                        </p:cTn>
                                        <p:tgtEl>
                                          <p:spTgt spid="151"/>
                                        </p:tgtEl>
                                        <p:attrNameLst>
                                          <p:attrName>style.visibility</p:attrName>
                                        </p:attrNameLst>
                                      </p:cBhvr>
                                      <p:to>
                                        <p:strVal val="hidden"/>
                                      </p:to>
                                    </p:set>
                                  </p:childTnLst>
                                </p:cTn>
                              </p:par>
                              <p:par>
                                <p:cTn id="212" presetID="10" presetClass="exit" presetSubtype="0" fill="hold" grpId="0" nodeType="withEffect">
                                  <p:stCondLst>
                                    <p:cond delay="0"/>
                                  </p:stCondLst>
                                  <p:childTnLst>
                                    <p:animEffect transition="out" filter="fade">
                                      <p:cBhvr>
                                        <p:cTn id="213" dur="420"/>
                                        <p:tgtEl>
                                          <p:spTgt spid="152"/>
                                        </p:tgtEl>
                                      </p:cBhvr>
                                    </p:animEffect>
                                    <p:set>
                                      <p:cBhvr>
                                        <p:cTn id="214" dur="1" fill="hold">
                                          <p:stCondLst>
                                            <p:cond delay="419"/>
                                          </p:stCondLst>
                                        </p:cTn>
                                        <p:tgtEl>
                                          <p:spTgt spid="152"/>
                                        </p:tgtEl>
                                        <p:attrNameLst>
                                          <p:attrName>style.visibility</p:attrName>
                                        </p:attrNameLst>
                                      </p:cBhvr>
                                      <p:to>
                                        <p:strVal val="hidden"/>
                                      </p:to>
                                    </p:set>
                                  </p:childTnLst>
                                </p:cTn>
                              </p:par>
                              <p:par>
                                <p:cTn id="215" presetID="10" presetClass="exit" presetSubtype="0" fill="hold" grpId="0" nodeType="withEffect">
                                  <p:stCondLst>
                                    <p:cond delay="0"/>
                                  </p:stCondLst>
                                  <p:childTnLst>
                                    <p:animEffect transition="out" filter="fade">
                                      <p:cBhvr>
                                        <p:cTn id="216" dur="420"/>
                                        <p:tgtEl>
                                          <p:spTgt spid="153"/>
                                        </p:tgtEl>
                                      </p:cBhvr>
                                    </p:animEffect>
                                    <p:set>
                                      <p:cBhvr>
                                        <p:cTn id="217" dur="1" fill="hold">
                                          <p:stCondLst>
                                            <p:cond delay="419"/>
                                          </p:stCondLst>
                                        </p:cTn>
                                        <p:tgtEl>
                                          <p:spTgt spid="153"/>
                                        </p:tgtEl>
                                        <p:attrNameLst>
                                          <p:attrName>style.visibility</p:attrName>
                                        </p:attrNameLst>
                                      </p:cBhvr>
                                      <p:to>
                                        <p:strVal val="hidden"/>
                                      </p:to>
                                    </p:set>
                                  </p:childTnLst>
                                </p:cTn>
                              </p:par>
                              <p:par>
                                <p:cTn id="218" presetID="10" presetClass="exit" presetSubtype="0" fill="hold" grpId="0" nodeType="withEffect">
                                  <p:stCondLst>
                                    <p:cond delay="0"/>
                                  </p:stCondLst>
                                  <p:childTnLst>
                                    <p:animEffect transition="out" filter="fade">
                                      <p:cBhvr>
                                        <p:cTn id="219" dur="420"/>
                                        <p:tgtEl>
                                          <p:spTgt spid="154"/>
                                        </p:tgtEl>
                                      </p:cBhvr>
                                    </p:animEffect>
                                    <p:set>
                                      <p:cBhvr>
                                        <p:cTn id="220" dur="1" fill="hold">
                                          <p:stCondLst>
                                            <p:cond delay="419"/>
                                          </p:stCondLst>
                                        </p:cTn>
                                        <p:tgtEl>
                                          <p:spTgt spid="154"/>
                                        </p:tgtEl>
                                        <p:attrNameLst>
                                          <p:attrName>style.visibility</p:attrName>
                                        </p:attrNameLst>
                                      </p:cBhvr>
                                      <p:to>
                                        <p:strVal val="hidden"/>
                                      </p:to>
                                    </p:set>
                                  </p:childTnLst>
                                </p:cTn>
                              </p:par>
                              <p:par>
                                <p:cTn id="221" presetID="10" presetClass="exit" presetSubtype="0" fill="hold" grpId="0" nodeType="withEffect">
                                  <p:stCondLst>
                                    <p:cond delay="0"/>
                                  </p:stCondLst>
                                  <p:childTnLst>
                                    <p:animEffect transition="out" filter="fade">
                                      <p:cBhvr>
                                        <p:cTn id="222" dur="420"/>
                                        <p:tgtEl>
                                          <p:spTgt spid="155"/>
                                        </p:tgtEl>
                                      </p:cBhvr>
                                    </p:animEffect>
                                    <p:set>
                                      <p:cBhvr>
                                        <p:cTn id="223" dur="1" fill="hold">
                                          <p:stCondLst>
                                            <p:cond delay="419"/>
                                          </p:stCondLst>
                                        </p:cTn>
                                        <p:tgtEl>
                                          <p:spTgt spid="155"/>
                                        </p:tgtEl>
                                        <p:attrNameLst>
                                          <p:attrName>style.visibility</p:attrName>
                                        </p:attrNameLst>
                                      </p:cBhvr>
                                      <p:to>
                                        <p:strVal val="hidden"/>
                                      </p:to>
                                    </p:set>
                                  </p:childTnLst>
                                </p:cTn>
                              </p:par>
                              <p:par>
                                <p:cTn id="224" presetID="10" presetClass="exit" presetSubtype="0" fill="hold" grpId="0" nodeType="withEffect">
                                  <p:stCondLst>
                                    <p:cond delay="0"/>
                                  </p:stCondLst>
                                  <p:childTnLst>
                                    <p:animEffect transition="out" filter="fade">
                                      <p:cBhvr>
                                        <p:cTn id="225" dur="420"/>
                                        <p:tgtEl>
                                          <p:spTgt spid="156"/>
                                        </p:tgtEl>
                                      </p:cBhvr>
                                    </p:animEffect>
                                    <p:set>
                                      <p:cBhvr>
                                        <p:cTn id="226" dur="1" fill="hold">
                                          <p:stCondLst>
                                            <p:cond delay="419"/>
                                          </p:stCondLst>
                                        </p:cTn>
                                        <p:tgtEl>
                                          <p:spTgt spid="156"/>
                                        </p:tgtEl>
                                        <p:attrNameLst>
                                          <p:attrName>style.visibility</p:attrName>
                                        </p:attrNameLst>
                                      </p:cBhvr>
                                      <p:to>
                                        <p:strVal val="hidden"/>
                                      </p:to>
                                    </p:set>
                                  </p:childTnLst>
                                </p:cTn>
                              </p:par>
                              <p:par>
                                <p:cTn id="227" presetID="10" presetClass="exit" presetSubtype="0" fill="hold" grpId="0" nodeType="withEffect">
                                  <p:stCondLst>
                                    <p:cond delay="0"/>
                                  </p:stCondLst>
                                  <p:childTnLst>
                                    <p:animEffect transition="out" filter="fade">
                                      <p:cBhvr>
                                        <p:cTn id="228" dur="420"/>
                                        <p:tgtEl>
                                          <p:spTgt spid="157"/>
                                        </p:tgtEl>
                                      </p:cBhvr>
                                    </p:animEffect>
                                    <p:set>
                                      <p:cBhvr>
                                        <p:cTn id="229" dur="1" fill="hold">
                                          <p:stCondLst>
                                            <p:cond delay="419"/>
                                          </p:stCondLst>
                                        </p:cTn>
                                        <p:tgtEl>
                                          <p:spTgt spid="157"/>
                                        </p:tgtEl>
                                        <p:attrNameLst>
                                          <p:attrName>style.visibility</p:attrName>
                                        </p:attrNameLst>
                                      </p:cBhvr>
                                      <p:to>
                                        <p:strVal val="hidden"/>
                                      </p:to>
                                    </p:set>
                                  </p:childTnLst>
                                </p:cTn>
                              </p:par>
                              <p:par>
                                <p:cTn id="230" presetID="10" presetClass="exit" presetSubtype="0" fill="hold" grpId="0" nodeType="withEffect">
                                  <p:stCondLst>
                                    <p:cond delay="0"/>
                                  </p:stCondLst>
                                  <p:childTnLst>
                                    <p:animEffect transition="out" filter="fade">
                                      <p:cBhvr>
                                        <p:cTn id="231" dur="420"/>
                                        <p:tgtEl>
                                          <p:spTgt spid="158"/>
                                        </p:tgtEl>
                                      </p:cBhvr>
                                    </p:animEffect>
                                    <p:set>
                                      <p:cBhvr>
                                        <p:cTn id="232" dur="1" fill="hold">
                                          <p:stCondLst>
                                            <p:cond delay="419"/>
                                          </p:stCondLst>
                                        </p:cTn>
                                        <p:tgtEl>
                                          <p:spTgt spid="158"/>
                                        </p:tgtEl>
                                        <p:attrNameLst>
                                          <p:attrName>style.visibility</p:attrName>
                                        </p:attrNameLst>
                                      </p:cBhvr>
                                      <p:to>
                                        <p:strVal val="hidden"/>
                                      </p:to>
                                    </p:set>
                                  </p:childTnLst>
                                </p:cTn>
                              </p:par>
                              <p:par>
                                <p:cTn id="233" presetID="10" presetClass="exit" presetSubtype="0" fill="hold" grpId="0" nodeType="withEffect">
                                  <p:stCondLst>
                                    <p:cond delay="0"/>
                                  </p:stCondLst>
                                  <p:childTnLst>
                                    <p:animEffect transition="out" filter="fade">
                                      <p:cBhvr>
                                        <p:cTn id="234" dur="420"/>
                                        <p:tgtEl>
                                          <p:spTgt spid="159"/>
                                        </p:tgtEl>
                                      </p:cBhvr>
                                    </p:animEffect>
                                    <p:set>
                                      <p:cBhvr>
                                        <p:cTn id="235" dur="1" fill="hold">
                                          <p:stCondLst>
                                            <p:cond delay="419"/>
                                          </p:stCondLst>
                                        </p:cTn>
                                        <p:tgtEl>
                                          <p:spTgt spid="159"/>
                                        </p:tgtEl>
                                        <p:attrNameLst>
                                          <p:attrName>style.visibility</p:attrName>
                                        </p:attrNameLst>
                                      </p:cBhvr>
                                      <p:to>
                                        <p:strVal val="hidden"/>
                                      </p:to>
                                    </p:set>
                                  </p:childTnLst>
                                </p:cTn>
                              </p:par>
                              <p:par>
                                <p:cTn id="236" presetID="10" presetClass="exit" presetSubtype="0" fill="hold" grpId="0" nodeType="withEffect">
                                  <p:stCondLst>
                                    <p:cond delay="0"/>
                                  </p:stCondLst>
                                  <p:childTnLst>
                                    <p:animEffect transition="out" filter="fade">
                                      <p:cBhvr>
                                        <p:cTn id="237" dur="420"/>
                                        <p:tgtEl>
                                          <p:spTgt spid="160"/>
                                        </p:tgtEl>
                                      </p:cBhvr>
                                    </p:animEffect>
                                    <p:set>
                                      <p:cBhvr>
                                        <p:cTn id="238" dur="1" fill="hold">
                                          <p:stCondLst>
                                            <p:cond delay="419"/>
                                          </p:stCondLst>
                                        </p:cTn>
                                        <p:tgtEl>
                                          <p:spTgt spid="160"/>
                                        </p:tgtEl>
                                        <p:attrNameLst>
                                          <p:attrName>style.visibility</p:attrName>
                                        </p:attrNameLst>
                                      </p:cBhvr>
                                      <p:to>
                                        <p:strVal val="hidden"/>
                                      </p:to>
                                    </p:set>
                                  </p:childTnLst>
                                </p:cTn>
                              </p:par>
                              <p:par>
                                <p:cTn id="239" presetID="10" presetClass="exit" presetSubtype="0" fill="hold" grpId="0" nodeType="withEffect">
                                  <p:stCondLst>
                                    <p:cond delay="0"/>
                                  </p:stCondLst>
                                  <p:childTnLst>
                                    <p:animEffect transition="out" filter="fade">
                                      <p:cBhvr>
                                        <p:cTn id="240" dur="420"/>
                                        <p:tgtEl>
                                          <p:spTgt spid="161"/>
                                        </p:tgtEl>
                                      </p:cBhvr>
                                    </p:animEffect>
                                    <p:set>
                                      <p:cBhvr>
                                        <p:cTn id="241" dur="1" fill="hold">
                                          <p:stCondLst>
                                            <p:cond delay="419"/>
                                          </p:stCondLst>
                                        </p:cTn>
                                        <p:tgtEl>
                                          <p:spTgt spid="161"/>
                                        </p:tgtEl>
                                        <p:attrNameLst>
                                          <p:attrName>style.visibility</p:attrName>
                                        </p:attrNameLst>
                                      </p:cBhvr>
                                      <p:to>
                                        <p:strVal val="hidden"/>
                                      </p:to>
                                    </p:set>
                                  </p:childTnLst>
                                </p:cTn>
                              </p:par>
                              <p:par>
                                <p:cTn id="242" presetID="10" presetClass="exit" presetSubtype="0" fill="hold" grpId="0" nodeType="withEffect">
                                  <p:stCondLst>
                                    <p:cond delay="0"/>
                                  </p:stCondLst>
                                  <p:childTnLst>
                                    <p:animEffect transition="out" filter="fade">
                                      <p:cBhvr>
                                        <p:cTn id="243" dur="420"/>
                                        <p:tgtEl>
                                          <p:spTgt spid="162"/>
                                        </p:tgtEl>
                                      </p:cBhvr>
                                    </p:animEffect>
                                    <p:set>
                                      <p:cBhvr>
                                        <p:cTn id="244" dur="1" fill="hold">
                                          <p:stCondLst>
                                            <p:cond delay="419"/>
                                          </p:stCondLst>
                                        </p:cTn>
                                        <p:tgtEl>
                                          <p:spTgt spid="162"/>
                                        </p:tgtEl>
                                        <p:attrNameLst>
                                          <p:attrName>style.visibility</p:attrName>
                                        </p:attrNameLst>
                                      </p:cBhvr>
                                      <p:to>
                                        <p:strVal val="hidden"/>
                                      </p:to>
                                    </p:set>
                                  </p:childTnLst>
                                </p:cTn>
                              </p:par>
                              <p:par>
                                <p:cTn id="245" presetID="10" presetClass="exit" presetSubtype="0" fill="hold" nodeType="withEffect">
                                  <p:stCondLst>
                                    <p:cond delay="0"/>
                                  </p:stCondLst>
                                  <p:childTnLst>
                                    <p:animEffect transition="out" filter="fade">
                                      <p:cBhvr>
                                        <p:cTn id="246" dur="420"/>
                                        <p:tgtEl>
                                          <p:spTgt spid="168"/>
                                        </p:tgtEl>
                                      </p:cBhvr>
                                    </p:animEffect>
                                    <p:set>
                                      <p:cBhvr>
                                        <p:cTn id="247" dur="1" fill="hold">
                                          <p:stCondLst>
                                            <p:cond delay="419"/>
                                          </p:stCondLst>
                                        </p:cTn>
                                        <p:tgtEl>
                                          <p:spTgt spid="168"/>
                                        </p:tgtEl>
                                        <p:attrNameLst>
                                          <p:attrName>style.visibility</p:attrName>
                                        </p:attrNameLst>
                                      </p:cBhvr>
                                      <p:to>
                                        <p:strVal val="hidden"/>
                                      </p:to>
                                    </p:set>
                                  </p:childTnLst>
                                </p:cTn>
                              </p:par>
                              <p:par>
                                <p:cTn id="248" presetID="42" presetClass="entr" presetSubtype="0" fill="hold" grpId="0" nodeType="withEffect">
                                  <p:stCondLst>
                                    <p:cond delay="250"/>
                                  </p:stCondLst>
                                  <p:childTnLst>
                                    <p:set>
                                      <p:cBhvr>
                                        <p:cTn id="249" dur="1" fill="hold">
                                          <p:stCondLst>
                                            <p:cond delay="0"/>
                                          </p:stCondLst>
                                        </p:cTn>
                                        <p:tgtEl>
                                          <p:spTgt spid="16"/>
                                        </p:tgtEl>
                                        <p:attrNameLst>
                                          <p:attrName>style.visibility</p:attrName>
                                        </p:attrNameLst>
                                      </p:cBhvr>
                                      <p:to>
                                        <p:strVal val="visible"/>
                                      </p:to>
                                    </p:set>
                                    <p:animEffect transition="in" filter="fade">
                                      <p:cBhvr>
                                        <p:cTn id="250" dur="650"/>
                                        <p:tgtEl>
                                          <p:spTgt spid="16"/>
                                        </p:tgtEl>
                                      </p:cBhvr>
                                    </p:animEffect>
                                    <p:anim calcmode="lin" valueType="num">
                                      <p:cBhvr>
                                        <p:cTn id="251" dur="650" fill="hold"/>
                                        <p:tgtEl>
                                          <p:spTgt spid="16"/>
                                        </p:tgtEl>
                                        <p:attrNameLst>
                                          <p:attrName>ppt_x</p:attrName>
                                        </p:attrNameLst>
                                      </p:cBhvr>
                                      <p:tavLst>
                                        <p:tav tm="0">
                                          <p:val>
                                            <p:strVal val="#ppt_x"/>
                                          </p:val>
                                        </p:tav>
                                        <p:tav tm="100000">
                                          <p:val>
                                            <p:strVal val="#ppt_x"/>
                                          </p:val>
                                        </p:tav>
                                      </p:tavLst>
                                    </p:anim>
                                    <p:anim calcmode="lin" valueType="num">
                                      <p:cBhvr>
                                        <p:cTn id="252" dur="650" fill="hold"/>
                                        <p:tgtEl>
                                          <p:spTgt spid="16"/>
                                        </p:tgtEl>
                                        <p:attrNameLst>
                                          <p:attrName>ppt_y</p:attrName>
                                        </p:attrNameLst>
                                      </p:cBhvr>
                                      <p:tavLst>
                                        <p:tav tm="0">
                                          <p:val>
                                            <p:strVal val="#ppt_y+.1"/>
                                          </p:val>
                                        </p:tav>
                                        <p:tav tm="100000">
                                          <p:val>
                                            <p:strVal val="#ppt_y"/>
                                          </p:val>
                                        </p:tav>
                                      </p:tavLst>
                                    </p:anim>
                                  </p:childTnLst>
                                </p:cTn>
                              </p:par>
                              <p:par>
                                <p:cTn id="253" presetID="42" presetClass="entr" presetSubtype="0" fill="hold" grpId="0" nodeType="withEffect">
                                  <p:stCondLst>
                                    <p:cond delay="328"/>
                                  </p:stCondLst>
                                  <p:childTnLst>
                                    <p:set>
                                      <p:cBhvr>
                                        <p:cTn id="254" dur="1" fill="hold">
                                          <p:stCondLst>
                                            <p:cond delay="0"/>
                                          </p:stCondLst>
                                        </p:cTn>
                                        <p:tgtEl>
                                          <p:spTgt spid="35"/>
                                        </p:tgtEl>
                                        <p:attrNameLst>
                                          <p:attrName>style.visibility</p:attrName>
                                        </p:attrNameLst>
                                      </p:cBhvr>
                                      <p:to>
                                        <p:strVal val="visible"/>
                                      </p:to>
                                    </p:set>
                                    <p:animEffect transition="in" filter="fade">
                                      <p:cBhvr>
                                        <p:cTn id="255" dur="650"/>
                                        <p:tgtEl>
                                          <p:spTgt spid="35"/>
                                        </p:tgtEl>
                                      </p:cBhvr>
                                    </p:animEffect>
                                    <p:anim calcmode="lin" valueType="num">
                                      <p:cBhvr>
                                        <p:cTn id="256" dur="650" fill="hold"/>
                                        <p:tgtEl>
                                          <p:spTgt spid="35"/>
                                        </p:tgtEl>
                                        <p:attrNameLst>
                                          <p:attrName>ppt_x</p:attrName>
                                        </p:attrNameLst>
                                      </p:cBhvr>
                                      <p:tavLst>
                                        <p:tav tm="0">
                                          <p:val>
                                            <p:strVal val="#ppt_x"/>
                                          </p:val>
                                        </p:tav>
                                        <p:tav tm="100000">
                                          <p:val>
                                            <p:strVal val="#ppt_x"/>
                                          </p:val>
                                        </p:tav>
                                      </p:tavLst>
                                    </p:anim>
                                    <p:anim calcmode="lin" valueType="num">
                                      <p:cBhvr>
                                        <p:cTn id="257" dur="650" fill="hold"/>
                                        <p:tgtEl>
                                          <p:spTgt spid="35"/>
                                        </p:tgtEl>
                                        <p:attrNameLst>
                                          <p:attrName>ppt_y</p:attrName>
                                        </p:attrNameLst>
                                      </p:cBhvr>
                                      <p:tavLst>
                                        <p:tav tm="0">
                                          <p:val>
                                            <p:strVal val="#ppt_y+.1"/>
                                          </p:val>
                                        </p:tav>
                                        <p:tav tm="100000">
                                          <p:val>
                                            <p:strVal val="#ppt_y"/>
                                          </p:val>
                                        </p:tav>
                                      </p:tavLst>
                                    </p:anim>
                                  </p:childTnLst>
                                </p:cTn>
                              </p:par>
                              <p:par>
                                <p:cTn id="258" presetID="42" presetClass="entr" presetSubtype="0" fill="hold" grpId="0" nodeType="withEffect">
                                  <p:stCondLst>
                                    <p:cond delay="406"/>
                                  </p:stCondLst>
                                  <p:childTnLst>
                                    <p:set>
                                      <p:cBhvr>
                                        <p:cTn id="259" dur="1" fill="hold">
                                          <p:stCondLst>
                                            <p:cond delay="0"/>
                                          </p:stCondLst>
                                        </p:cTn>
                                        <p:tgtEl>
                                          <p:spTgt spid="44"/>
                                        </p:tgtEl>
                                        <p:attrNameLst>
                                          <p:attrName>style.visibility</p:attrName>
                                        </p:attrNameLst>
                                      </p:cBhvr>
                                      <p:to>
                                        <p:strVal val="visible"/>
                                      </p:to>
                                    </p:set>
                                    <p:animEffect transition="in" filter="fade">
                                      <p:cBhvr>
                                        <p:cTn id="260" dur="650"/>
                                        <p:tgtEl>
                                          <p:spTgt spid="44"/>
                                        </p:tgtEl>
                                      </p:cBhvr>
                                    </p:animEffect>
                                    <p:anim calcmode="lin" valueType="num">
                                      <p:cBhvr>
                                        <p:cTn id="261" dur="650" fill="hold"/>
                                        <p:tgtEl>
                                          <p:spTgt spid="44"/>
                                        </p:tgtEl>
                                        <p:attrNameLst>
                                          <p:attrName>ppt_x</p:attrName>
                                        </p:attrNameLst>
                                      </p:cBhvr>
                                      <p:tavLst>
                                        <p:tav tm="0">
                                          <p:val>
                                            <p:strVal val="#ppt_x"/>
                                          </p:val>
                                        </p:tav>
                                        <p:tav tm="100000">
                                          <p:val>
                                            <p:strVal val="#ppt_x"/>
                                          </p:val>
                                        </p:tav>
                                      </p:tavLst>
                                    </p:anim>
                                    <p:anim calcmode="lin" valueType="num">
                                      <p:cBhvr>
                                        <p:cTn id="262" dur="650" fill="hold"/>
                                        <p:tgtEl>
                                          <p:spTgt spid="44"/>
                                        </p:tgtEl>
                                        <p:attrNameLst>
                                          <p:attrName>ppt_y</p:attrName>
                                        </p:attrNameLst>
                                      </p:cBhvr>
                                      <p:tavLst>
                                        <p:tav tm="0">
                                          <p:val>
                                            <p:strVal val="#ppt_y+.1"/>
                                          </p:val>
                                        </p:tav>
                                        <p:tav tm="100000">
                                          <p:val>
                                            <p:strVal val="#ppt_y"/>
                                          </p:val>
                                        </p:tav>
                                      </p:tavLst>
                                    </p:anim>
                                  </p:childTnLst>
                                </p:cTn>
                              </p:par>
                              <p:par>
                                <p:cTn id="263" presetID="42" presetClass="entr" presetSubtype="0" fill="hold" grpId="0" nodeType="withEffect">
                                  <p:stCondLst>
                                    <p:cond delay="483"/>
                                  </p:stCondLst>
                                  <p:childTnLst>
                                    <p:set>
                                      <p:cBhvr>
                                        <p:cTn id="264" dur="1" fill="hold">
                                          <p:stCondLst>
                                            <p:cond delay="0"/>
                                          </p:stCondLst>
                                        </p:cTn>
                                        <p:tgtEl>
                                          <p:spTgt spid="53"/>
                                        </p:tgtEl>
                                        <p:attrNameLst>
                                          <p:attrName>style.visibility</p:attrName>
                                        </p:attrNameLst>
                                      </p:cBhvr>
                                      <p:to>
                                        <p:strVal val="visible"/>
                                      </p:to>
                                    </p:set>
                                    <p:animEffect transition="in" filter="fade">
                                      <p:cBhvr>
                                        <p:cTn id="265" dur="650"/>
                                        <p:tgtEl>
                                          <p:spTgt spid="53"/>
                                        </p:tgtEl>
                                      </p:cBhvr>
                                    </p:animEffect>
                                    <p:anim calcmode="lin" valueType="num">
                                      <p:cBhvr>
                                        <p:cTn id="266" dur="650" fill="hold"/>
                                        <p:tgtEl>
                                          <p:spTgt spid="53"/>
                                        </p:tgtEl>
                                        <p:attrNameLst>
                                          <p:attrName>ppt_x</p:attrName>
                                        </p:attrNameLst>
                                      </p:cBhvr>
                                      <p:tavLst>
                                        <p:tav tm="0">
                                          <p:val>
                                            <p:strVal val="#ppt_x"/>
                                          </p:val>
                                        </p:tav>
                                        <p:tav tm="100000">
                                          <p:val>
                                            <p:strVal val="#ppt_x"/>
                                          </p:val>
                                        </p:tav>
                                      </p:tavLst>
                                    </p:anim>
                                    <p:anim calcmode="lin" valueType="num">
                                      <p:cBhvr>
                                        <p:cTn id="267" dur="650" fill="hold"/>
                                        <p:tgtEl>
                                          <p:spTgt spid="53"/>
                                        </p:tgtEl>
                                        <p:attrNameLst>
                                          <p:attrName>ppt_y</p:attrName>
                                        </p:attrNameLst>
                                      </p:cBhvr>
                                      <p:tavLst>
                                        <p:tav tm="0">
                                          <p:val>
                                            <p:strVal val="#ppt_y+.1"/>
                                          </p:val>
                                        </p:tav>
                                        <p:tav tm="100000">
                                          <p:val>
                                            <p:strVal val="#ppt_y"/>
                                          </p:val>
                                        </p:tav>
                                      </p:tavLst>
                                    </p:anim>
                                  </p:childTnLst>
                                </p:cTn>
                              </p:par>
                              <p:par>
                                <p:cTn id="268" presetID="42" presetClass="entr" presetSubtype="0" fill="hold" grpId="0" nodeType="withEffect">
                                  <p:stCondLst>
                                    <p:cond delay="561"/>
                                  </p:stCondLst>
                                  <p:childTnLst>
                                    <p:set>
                                      <p:cBhvr>
                                        <p:cTn id="269" dur="1" fill="hold">
                                          <p:stCondLst>
                                            <p:cond delay="0"/>
                                          </p:stCondLst>
                                        </p:cTn>
                                        <p:tgtEl>
                                          <p:spTgt spid="62"/>
                                        </p:tgtEl>
                                        <p:attrNameLst>
                                          <p:attrName>style.visibility</p:attrName>
                                        </p:attrNameLst>
                                      </p:cBhvr>
                                      <p:to>
                                        <p:strVal val="visible"/>
                                      </p:to>
                                    </p:set>
                                    <p:animEffect transition="in" filter="fade">
                                      <p:cBhvr>
                                        <p:cTn id="270" dur="650"/>
                                        <p:tgtEl>
                                          <p:spTgt spid="62"/>
                                        </p:tgtEl>
                                      </p:cBhvr>
                                    </p:animEffect>
                                    <p:anim calcmode="lin" valueType="num">
                                      <p:cBhvr>
                                        <p:cTn id="271" dur="650" fill="hold"/>
                                        <p:tgtEl>
                                          <p:spTgt spid="62"/>
                                        </p:tgtEl>
                                        <p:attrNameLst>
                                          <p:attrName>ppt_x</p:attrName>
                                        </p:attrNameLst>
                                      </p:cBhvr>
                                      <p:tavLst>
                                        <p:tav tm="0">
                                          <p:val>
                                            <p:strVal val="#ppt_x"/>
                                          </p:val>
                                        </p:tav>
                                        <p:tav tm="100000">
                                          <p:val>
                                            <p:strVal val="#ppt_x"/>
                                          </p:val>
                                        </p:tav>
                                      </p:tavLst>
                                    </p:anim>
                                    <p:anim calcmode="lin" valueType="num">
                                      <p:cBhvr>
                                        <p:cTn id="272" dur="650" fill="hold"/>
                                        <p:tgtEl>
                                          <p:spTgt spid="62"/>
                                        </p:tgtEl>
                                        <p:attrNameLst>
                                          <p:attrName>ppt_y</p:attrName>
                                        </p:attrNameLst>
                                      </p:cBhvr>
                                      <p:tavLst>
                                        <p:tav tm="0">
                                          <p:val>
                                            <p:strVal val="#ppt_y+.1"/>
                                          </p:val>
                                        </p:tav>
                                        <p:tav tm="100000">
                                          <p:val>
                                            <p:strVal val="#ppt_y"/>
                                          </p:val>
                                        </p:tav>
                                      </p:tavLst>
                                    </p:anim>
                                  </p:childTnLst>
                                </p:cTn>
                              </p:par>
                              <p:par>
                                <p:cTn id="273" presetID="42" presetClass="entr" presetSubtype="0" fill="hold" grpId="0" nodeType="withEffect">
                                  <p:stCondLst>
                                    <p:cond delay="639"/>
                                  </p:stCondLst>
                                  <p:childTnLst>
                                    <p:set>
                                      <p:cBhvr>
                                        <p:cTn id="274" dur="1" fill="hold">
                                          <p:stCondLst>
                                            <p:cond delay="0"/>
                                          </p:stCondLst>
                                        </p:cTn>
                                        <p:tgtEl>
                                          <p:spTgt spid="71"/>
                                        </p:tgtEl>
                                        <p:attrNameLst>
                                          <p:attrName>style.visibility</p:attrName>
                                        </p:attrNameLst>
                                      </p:cBhvr>
                                      <p:to>
                                        <p:strVal val="visible"/>
                                      </p:to>
                                    </p:set>
                                    <p:animEffect transition="in" filter="fade">
                                      <p:cBhvr>
                                        <p:cTn id="275" dur="650"/>
                                        <p:tgtEl>
                                          <p:spTgt spid="71"/>
                                        </p:tgtEl>
                                      </p:cBhvr>
                                    </p:animEffect>
                                    <p:anim calcmode="lin" valueType="num">
                                      <p:cBhvr>
                                        <p:cTn id="276" dur="650" fill="hold"/>
                                        <p:tgtEl>
                                          <p:spTgt spid="71"/>
                                        </p:tgtEl>
                                        <p:attrNameLst>
                                          <p:attrName>ppt_x</p:attrName>
                                        </p:attrNameLst>
                                      </p:cBhvr>
                                      <p:tavLst>
                                        <p:tav tm="0">
                                          <p:val>
                                            <p:strVal val="#ppt_x"/>
                                          </p:val>
                                        </p:tav>
                                        <p:tav tm="100000">
                                          <p:val>
                                            <p:strVal val="#ppt_x"/>
                                          </p:val>
                                        </p:tav>
                                      </p:tavLst>
                                    </p:anim>
                                    <p:anim calcmode="lin" valueType="num">
                                      <p:cBhvr>
                                        <p:cTn id="277" dur="650" fill="hold"/>
                                        <p:tgtEl>
                                          <p:spTgt spid="71"/>
                                        </p:tgtEl>
                                        <p:attrNameLst>
                                          <p:attrName>ppt_y</p:attrName>
                                        </p:attrNameLst>
                                      </p:cBhvr>
                                      <p:tavLst>
                                        <p:tav tm="0">
                                          <p:val>
                                            <p:strVal val="#ppt_y+.1"/>
                                          </p:val>
                                        </p:tav>
                                        <p:tav tm="100000">
                                          <p:val>
                                            <p:strVal val="#ppt_y"/>
                                          </p:val>
                                        </p:tav>
                                      </p:tavLst>
                                    </p:anim>
                                  </p:childTnLst>
                                </p:cTn>
                              </p:par>
                              <p:par>
                                <p:cTn id="278" presetID="42" presetClass="entr" presetSubtype="0" fill="hold" grpId="0" nodeType="withEffect">
                                  <p:stCondLst>
                                    <p:cond delay="717"/>
                                  </p:stCondLst>
                                  <p:childTnLst>
                                    <p:set>
                                      <p:cBhvr>
                                        <p:cTn id="279" dur="1" fill="hold">
                                          <p:stCondLst>
                                            <p:cond delay="0"/>
                                          </p:stCondLst>
                                        </p:cTn>
                                        <p:tgtEl>
                                          <p:spTgt spid="80"/>
                                        </p:tgtEl>
                                        <p:attrNameLst>
                                          <p:attrName>style.visibility</p:attrName>
                                        </p:attrNameLst>
                                      </p:cBhvr>
                                      <p:to>
                                        <p:strVal val="visible"/>
                                      </p:to>
                                    </p:set>
                                    <p:animEffect transition="in" filter="fade">
                                      <p:cBhvr>
                                        <p:cTn id="280" dur="650"/>
                                        <p:tgtEl>
                                          <p:spTgt spid="80"/>
                                        </p:tgtEl>
                                      </p:cBhvr>
                                    </p:animEffect>
                                    <p:anim calcmode="lin" valueType="num">
                                      <p:cBhvr>
                                        <p:cTn id="281" dur="650" fill="hold"/>
                                        <p:tgtEl>
                                          <p:spTgt spid="80"/>
                                        </p:tgtEl>
                                        <p:attrNameLst>
                                          <p:attrName>ppt_x</p:attrName>
                                        </p:attrNameLst>
                                      </p:cBhvr>
                                      <p:tavLst>
                                        <p:tav tm="0">
                                          <p:val>
                                            <p:strVal val="#ppt_x"/>
                                          </p:val>
                                        </p:tav>
                                        <p:tav tm="100000">
                                          <p:val>
                                            <p:strVal val="#ppt_x"/>
                                          </p:val>
                                        </p:tav>
                                      </p:tavLst>
                                    </p:anim>
                                    <p:anim calcmode="lin" valueType="num">
                                      <p:cBhvr>
                                        <p:cTn id="282" dur="650" fill="hold"/>
                                        <p:tgtEl>
                                          <p:spTgt spid="80"/>
                                        </p:tgtEl>
                                        <p:attrNameLst>
                                          <p:attrName>ppt_y</p:attrName>
                                        </p:attrNameLst>
                                      </p:cBhvr>
                                      <p:tavLst>
                                        <p:tav tm="0">
                                          <p:val>
                                            <p:strVal val="#ppt_y+.1"/>
                                          </p:val>
                                        </p:tav>
                                        <p:tav tm="100000">
                                          <p:val>
                                            <p:strVal val="#ppt_y"/>
                                          </p:val>
                                        </p:tav>
                                      </p:tavLst>
                                    </p:anim>
                                  </p:childTnLst>
                                </p:cTn>
                              </p:par>
                              <p:par>
                                <p:cTn id="283" presetID="42" presetClass="entr" presetSubtype="0" fill="hold" grpId="0" nodeType="withEffect">
                                  <p:stCondLst>
                                    <p:cond delay="794"/>
                                  </p:stCondLst>
                                  <p:childTnLst>
                                    <p:set>
                                      <p:cBhvr>
                                        <p:cTn id="284" dur="1" fill="hold">
                                          <p:stCondLst>
                                            <p:cond delay="0"/>
                                          </p:stCondLst>
                                        </p:cTn>
                                        <p:tgtEl>
                                          <p:spTgt spid="89"/>
                                        </p:tgtEl>
                                        <p:attrNameLst>
                                          <p:attrName>style.visibility</p:attrName>
                                        </p:attrNameLst>
                                      </p:cBhvr>
                                      <p:to>
                                        <p:strVal val="visible"/>
                                      </p:to>
                                    </p:set>
                                    <p:animEffect transition="in" filter="fade">
                                      <p:cBhvr>
                                        <p:cTn id="285" dur="650"/>
                                        <p:tgtEl>
                                          <p:spTgt spid="89"/>
                                        </p:tgtEl>
                                      </p:cBhvr>
                                    </p:animEffect>
                                    <p:anim calcmode="lin" valueType="num">
                                      <p:cBhvr>
                                        <p:cTn id="286" dur="650" fill="hold"/>
                                        <p:tgtEl>
                                          <p:spTgt spid="89"/>
                                        </p:tgtEl>
                                        <p:attrNameLst>
                                          <p:attrName>ppt_x</p:attrName>
                                        </p:attrNameLst>
                                      </p:cBhvr>
                                      <p:tavLst>
                                        <p:tav tm="0">
                                          <p:val>
                                            <p:strVal val="#ppt_x"/>
                                          </p:val>
                                        </p:tav>
                                        <p:tav tm="100000">
                                          <p:val>
                                            <p:strVal val="#ppt_x"/>
                                          </p:val>
                                        </p:tav>
                                      </p:tavLst>
                                    </p:anim>
                                    <p:anim calcmode="lin" valueType="num">
                                      <p:cBhvr>
                                        <p:cTn id="287" dur="650" fill="hold"/>
                                        <p:tgtEl>
                                          <p:spTgt spid="89"/>
                                        </p:tgtEl>
                                        <p:attrNameLst>
                                          <p:attrName>ppt_y</p:attrName>
                                        </p:attrNameLst>
                                      </p:cBhvr>
                                      <p:tavLst>
                                        <p:tav tm="0">
                                          <p:val>
                                            <p:strVal val="#ppt_y+.1"/>
                                          </p:val>
                                        </p:tav>
                                        <p:tav tm="100000">
                                          <p:val>
                                            <p:strVal val="#ppt_y"/>
                                          </p:val>
                                        </p:tav>
                                      </p:tavLst>
                                    </p:anim>
                                  </p:childTnLst>
                                </p:cTn>
                              </p:par>
                              <p:par>
                                <p:cTn id="288" presetID="42" presetClass="entr" presetSubtype="0" fill="hold" grpId="0" nodeType="withEffect">
                                  <p:stCondLst>
                                    <p:cond delay="872"/>
                                  </p:stCondLst>
                                  <p:childTnLst>
                                    <p:set>
                                      <p:cBhvr>
                                        <p:cTn id="289" dur="1" fill="hold">
                                          <p:stCondLst>
                                            <p:cond delay="0"/>
                                          </p:stCondLst>
                                        </p:cTn>
                                        <p:tgtEl>
                                          <p:spTgt spid="98"/>
                                        </p:tgtEl>
                                        <p:attrNameLst>
                                          <p:attrName>style.visibility</p:attrName>
                                        </p:attrNameLst>
                                      </p:cBhvr>
                                      <p:to>
                                        <p:strVal val="visible"/>
                                      </p:to>
                                    </p:set>
                                    <p:animEffect transition="in" filter="fade">
                                      <p:cBhvr>
                                        <p:cTn id="290" dur="650"/>
                                        <p:tgtEl>
                                          <p:spTgt spid="98"/>
                                        </p:tgtEl>
                                      </p:cBhvr>
                                    </p:animEffect>
                                    <p:anim calcmode="lin" valueType="num">
                                      <p:cBhvr>
                                        <p:cTn id="291" dur="650" fill="hold"/>
                                        <p:tgtEl>
                                          <p:spTgt spid="98"/>
                                        </p:tgtEl>
                                        <p:attrNameLst>
                                          <p:attrName>ppt_x</p:attrName>
                                        </p:attrNameLst>
                                      </p:cBhvr>
                                      <p:tavLst>
                                        <p:tav tm="0">
                                          <p:val>
                                            <p:strVal val="#ppt_x"/>
                                          </p:val>
                                        </p:tav>
                                        <p:tav tm="100000">
                                          <p:val>
                                            <p:strVal val="#ppt_x"/>
                                          </p:val>
                                        </p:tav>
                                      </p:tavLst>
                                    </p:anim>
                                    <p:anim calcmode="lin" valueType="num">
                                      <p:cBhvr>
                                        <p:cTn id="292" dur="650" fill="hold"/>
                                        <p:tgtEl>
                                          <p:spTgt spid="98"/>
                                        </p:tgtEl>
                                        <p:attrNameLst>
                                          <p:attrName>ppt_y</p:attrName>
                                        </p:attrNameLst>
                                      </p:cBhvr>
                                      <p:tavLst>
                                        <p:tav tm="0">
                                          <p:val>
                                            <p:strVal val="#ppt_y+.1"/>
                                          </p:val>
                                        </p:tav>
                                        <p:tav tm="100000">
                                          <p:val>
                                            <p:strVal val="#ppt_y"/>
                                          </p:val>
                                        </p:tav>
                                      </p:tavLst>
                                    </p:anim>
                                  </p:childTnLst>
                                </p:cTn>
                              </p:par>
                              <p:par>
                                <p:cTn id="293" presetID="42" presetClass="entr" presetSubtype="0" fill="hold" grpId="0" nodeType="withEffect">
                                  <p:stCondLst>
                                    <p:cond delay="950"/>
                                  </p:stCondLst>
                                  <p:childTnLst>
                                    <p:set>
                                      <p:cBhvr>
                                        <p:cTn id="294" dur="1" fill="hold">
                                          <p:stCondLst>
                                            <p:cond delay="0"/>
                                          </p:stCondLst>
                                        </p:cTn>
                                        <p:tgtEl>
                                          <p:spTgt spid="108"/>
                                        </p:tgtEl>
                                        <p:attrNameLst>
                                          <p:attrName>style.visibility</p:attrName>
                                        </p:attrNameLst>
                                      </p:cBhvr>
                                      <p:to>
                                        <p:strVal val="visible"/>
                                      </p:to>
                                    </p:set>
                                    <p:animEffect transition="in" filter="fade">
                                      <p:cBhvr>
                                        <p:cTn id="295" dur="650"/>
                                        <p:tgtEl>
                                          <p:spTgt spid="108"/>
                                        </p:tgtEl>
                                      </p:cBhvr>
                                    </p:animEffect>
                                    <p:anim calcmode="lin" valueType="num">
                                      <p:cBhvr>
                                        <p:cTn id="296" dur="650" fill="hold"/>
                                        <p:tgtEl>
                                          <p:spTgt spid="108"/>
                                        </p:tgtEl>
                                        <p:attrNameLst>
                                          <p:attrName>ppt_x</p:attrName>
                                        </p:attrNameLst>
                                      </p:cBhvr>
                                      <p:tavLst>
                                        <p:tav tm="0">
                                          <p:val>
                                            <p:strVal val="#ppt_x"/>
                                          </p:val>
                                        </p:tav>
                                        <p:tav tm="100000">
                                          <p:val>
                                            <p:strVal val="#ppt_x"/>
                                          </p:val>
                                        </p:tav>
                                      </p:tavLst>
                                    </p:anim>
                                    <p:anim calcmode="lin" valueType="num">
                                      <p:cBhvr>
                                        <p:cTn id="297" dur="650" fill="hold"/>
                                        <p:tgtEl>
                                          <p:spTgt spid="108"/>
                                        </p:tgtEl>
                                        <p:attrNameLst>
                                          <p:attrName>ppt_y</p:attrName>
                                        </p:attrNameLst>
                                      </p:cBhvr>
                                      <p:tavLst>
                                        <p:tav tm="0">
                                          <p:val>
                                            <p:strVal val="#ppt_y+.1"/>
                                          </p:val>
                                        </p:tav>
                                        <p:tav tm="100000">
                                          <p:val>
                                            <p:strVal val="#ppt_y"/>
                                          </p:val>
                                        </p:tav>
                                      </p:tavLst>
                                    </p:anim>
                                  </p:childTnLst>
                                </p:cTn>
                              </p:par>
                            </p:childTnLst>
                          </p:cTn>
                        </p:par>
                      </p:childTnLst>
                    </p:cTn>
                  </p:par>
                  <p:par>
                    <p:cTn id="298" fill="hold">
                      <p:stCondLst>
                        <p:cond delay="indefinite"/>
                      </p:stCondLst>
                      <p:childTnLst>
                        <p:par>
                          <p:cTn id="299" fill="hold">
                            <p:stCondLst>
                              <p:cond delay="0"/>
                            </p:stCondLst>
                            <p:childTnLst>
                              <p:par>
                                <p:cTn id="300" presetID="10" presetClass="exit" presetSubtype="0" fill="hold" grpId="1" nodeType="clickEffect">
                                  <p:stCondLst>
                                    <p:cond delay="0"/>
                                  </p:stCondLst>
                                  <p:childTnLst>
                                    <p:animEffect transition="out" filter="fade">
                                      <p:cBhvr>
                                        <p:cTn id="301" dur="300"/>
                                        <p:tgtEl>
                                          <p:spTgt spid="16"/>
                                        </p:tgtEl>
                                      </p:cBhvr>
                                    </p:animEffect>
                                    <p:set>
                                      <p:cBhvr>
                                        <p:cTn id="302" dur="1" fill="hold">
                                          <p:stCondLst>
                                            <p:cond delay="299"/>
                                          </p:stCondLst>
                                        </p:cTn>
                                        <p:tgtEl>
                                          <p:spTgt spid="16"/>
                                        </p:tgtEl>
                                        <p:attrNameLst>
                                          <p:attrName>style.visibility</p:attrName>
                                        </p:attrNameLst>
                                      </p:cBhvr>
                                      <p:to>
                                        <p:strVal val="hidden"/>
                                      </p:to>
                                    </p:set>
                                  </p:childTnLst>
                                </p:cTn>
                              </p:par>
                              <p:par>
                                <p:cTn id="303" presetID="1" presetClass="entr" presetSubtype="0" fill="hold" nodeType="withEffect">
                                  <p:stCondLst>
                                    <p:cond delay="0"/>
                                  </p:stCondLst>
                                  <p:childTnLst>
                                    <p:set>
                                      <p:cBhvr>
                                        <p:cTn id="304" dur="1" fill="hold">
                                          <p:stCondLst>
                                            <p:cond delay="0"/>
                                          </p:stCondLst>
                                        </p:cTn>
                                        <p:tgtEl>
                                          <p:spTgt spid="13"/>
                                        </p:tgtEl>
                                        <p:attrNameLst>
                                          <p:attrName>style.visibility</p:attrName>
                                        </p:attrNameLst>
                                      </p:cBhvr>
                                      <p:to>
                                        <p:strVal val="visible"/>
                                      </p:to>
                                    </p:set>
                                  </p:childTnLst>
                                </p:cTn>
                              </p:par>
                              <p:par>
                                <p:cTn id="305" presetID="1" presetClass="entr" presetSubtype="0" fill="hold" grpId="0" nodeType="withEffect">
                                  <p:stCondLst>
                                    <p:cond delay="0"/>
                                  </p:stCondLst>
                                  <p:childTnLst>
                                    <p:set>
                                      <p:cBhvr>
                                        <p:cTn id="306" dur="1" fill="hold">
                                          <p:stCondLst>
                                            <p:cond delay="0"/>
                                          </p:stCondLst>
                                        </p:cTn>
                                        <p:tgtEl>
                                          <p:spTgt spid="109"/>
                                        </p:tgtEl>
                                        <p:attrNameLst>
                                          <p:attrName>style.visibility</p:attrName>
                                        </p:attrNameLst>
                                      </p:cBhvr>
                                      <p:to>
                                        <p:strVal val="visible"/>
                                      </p:to>
                                    </p:set>
                                  </p:childTnLst>
                                </p:cTn>
                              </p:par>
                              <p:par>
                                <p:cTn id="307" presetID="1" presetClass="entr" presetSubtype="0" fill="hold" grpId="0" nodeType="withEffect">
                                  <p:stCondLst>
                                    <p:cond delay="0"/>
                                  </p:stCondLst>
                                  <p:childTnLst>
                                    <p:set>
                                      <p:cBhvr>
                                        <p:cTn id="308" dur="1" fill="hold">
                                          <p:stCondLst>
                                            <p:cond delay="0"/>
                                          </p:stCondLst>
                                        </p:cTn>
                                        <p:tgtEl>
                                          <p:spTgt spid="110"/>
                                        </p:tgtEl>
                                        <p:attrNameLst>
                                          <p:attrName>style.visibility</p:attrName>
                                        </p:attrNameLst>
                                      </p:cBhvr>
                                      <p:to>
                                        <p:strVal val="visible"/>
                                      </p:to>
                                    </p:set>
                                  </p:childTnLst>
                                </p:cTn>
                              </p:par>
                              <p:par>
                                <p:cTn id="309" presetID="1" presetClass="entr" presetSubtype="0" fill="hold" grpId="0" nodeType="withEffect">
                                  <p:stCondLst>
                                    <p:cond delay="0"/>
                                  </p:stCondLst>
                                  <p:childTnLst>
                                    <p:set>
                                      <p:cBhvr>
                                        <p:cTn id="310" dur="1" fill="hold">
                                          <p:stCondLst>
                                            <p:cond delay="0"/>
                                          </p:stCondLst>
                                        </p:cTn>
                                        <p:tgtEl>
                                          <p:spTgt spid="111"/>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112"/>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113"/>
                                        </p:tgtEl>
                                        <p:attrNameLst>
                                          <p:attrName>style.visibility</p:attrName>
                                        </p:attrNameLst>
                                      </p:cBhvr>
                                      <p:to>
                                        <p:strVal val="visible"/>
                                      </p:to>
                                    </p:set>
                                  </p:childTnLst>
                                </p:cTn>
                              </p:par>
                              <p:par>
                                <p:cTn id="315" presetID="1" presetClass="entr" presetSubtype="0" fill="hold" nodeType="withEffect">
                                  <p:stCondLst>
                                    <p:cond delay="0"/>
                                  </p:stCondLst>
                                  <p:childTnLst>
                                    <p:set>
                                      <p:cBhvr>
                                        <p:cTn id="316" dur="1" fill="hold">
                                          <p:stCondLst>
                                            <p:cond delay="0"/>
                                          </p:stCondLst>
                                        </p:cTn>
                                        <p:tgtEl>
                                          <p:spTgt spid="117"/>
                                        </p:tgtEl>
                                        <p:attrNameLst>
                                          <p:attrName>style.visibility</p:attrName>
                                        </p:attrNameLst>
                                      </p:cBhvr>
                                      <p:to>
                                        <p:strVal val="visible"/>
                                      </p:to>
                                    </p:set>
                                  </p:childTnLst>
                                </p:cTn>
                              </p:par>
                              <p:par>
                                <p:cTn id="317" presetID="10" presetClass="exit" presetSubtype="0" fill="hold" nodeType="withEffect">
                                  <p:stCondLst>
                                    <p:cond delay="0"/>
                                  </p:stCondLst>
                                  <p:childTnLst>
                                    <p:animEffect transition="out" filter="fade">
                                      <p:cBhvr>
                                        <p:cTn id="318" dur="420"/>
                                        <p:tgtEl>
                                          <p:spTgt spid="15"/>
                                        </p:tgtEl>
                                      </p:cBhvr>
                                    </p:animEffect>
                                    <p:set>
                                      <p:cBhvr>
                                        <p:cTn id="319" dur="1" fill="hold">
                                          <p:stCondLst>
                                            <p:cond delay="419"/>
                                          </p:stCondLst>
                                        </p:cTn>
                                        <p:tgtEl>
                                          <p:spTgt spid="15"/>
                                        </p:tgtEl>
                                        <p:attrNameLst>
                                          <p:attrName>style.visibility</p:attrName>
                                        </p:attrNameLst>
                                      </p:cBhvr>
                                      <p:to>
                                        <p:strVal val="hidden"/>
                                      </p:to>
                                    </p:set>
                                  </p:childTnLst>
                                </p:cTn>
                              </p:par>
                              <p:par>
                                <p:cTn id="320" presetID="10" presetClass="exit" presetSubtype="0" fill="hold" grpId="1" nodeType="withEffect">
                                  <p:stCondLst>
                                    <p:cond delay="0"/>
                                  </p:stCondLst>
                                  <p:childTnLst>
                                    <p:animEffect transition="out" filter="fade">
                                      <p:cBhvr>
                                        <p:cTn id="321" dur="420"/>
                                        <p:tgtEl>
                                          <p:spTgt spid="99"/>
                                        </p:tgtEl>
                                      </p:cBhvr>
                                    </p:animEffect>
                                    <p:set>
                                      <p:cBhvr>
                                        <p:cTn id="322" dur="1" fill="hold">
                                          <p:stCondLst>
                                            <p:cond delay="419"/>
                                          </p:stCondLst>
                                        </p:cTn>
                                        <p:tgtEl>
                                          <p:spTgt spid="99"/>
                                        </p:tgtEl>
                                        <p:attrNameLst>
                                          <p:attrName>style.visibility</p:attrName>
                                        </p:attrNameLst>
                                      </p:cBhvr>
                                      <p:to>
                                        <p:strVal val="hidden"/>
                                      </p:to>
                                    </p:set>
                                  </p:childTnLst>
                                </p:cTn>
                              </p:par>
                              <p:par>
                                <p:cTn id="323" presetID="10" presetClass="exit" presetSubtype="0" fill="hold" grpId="0" nodeType="withEffect">
                                  <p:stCondLst>
                                    <p:cond delay="0"/>
                                  </p:stCondLst>
                                  <p:childTnLst>
                                    <p:animEffect transition="out" filter="fade">
                                      <p:cBhvr>
                                        <p:cTn id="324" dur="420"/>
                                        <p:tgtEl>
                                          <p:spTgt spid="163"/>
                                        </p:tgtEl>
                                      </p:cBhvr>
                                    </p:animEffect>
                                    <p:set>
                                      <p:cBhvr>
                                        <p:cTn id="325" dur="1" fill="hold">
                                          <p:stCondLst>
                                            <p:cond delay="419"/>
                                          </p:stCondLst>
                                        </p:cTn>
                                        <p:tgtEl>
                                          <p:spTgt spid="163"/>
                                        </p:tgtEl>
                                        <p:attrNameLst>
                                          <p:attrName>style.visibility</p:attrName>
                                        </p:attrNameLst>
                                      </p:cBhvr>
                                      <p:to>
                                        <p:strVal val="hidden"/>
                                      </p:to>
                                    </p:set>
                                  </p:childTnLst>
                                </p:cTn>
                              </p:par>
                              <p:par>
                                <p:cTn id="326" presetID="10" presetClass="exit" presetSubtype="0" fill="hold" grpId="0" nodeType="withEffect">
                                  <p:stCondLst>
                                    <p:cond delay="0"/>
                                  </p:stCondLst>
                                  <p:childTnLst>
                                    <p:animEffect transition="out" filter="fade">
                                      <p:cBhvr>
                                        <p:cTn id="327" dur="420"/>
                                        <p:tgtEl>
                                          <p:spTgt spid="164"/>
                                        </p:tgtEl>
                                      </p:cBhvr>
                                    </p:animEffect>
                                    <p:set>
                                      <p:cBhvr>
                                        <p:cTn id="328" dur="1" fill="hold">
                                          <p:stCondLst>
                                            <p:cond delay="419"/>
                                          </p:stCondLst>
                                        </p:cTn>
                                        <p:tgtEl>
                                          <p:spTgt spid="164"/>
                                        </p:tgtEl>
                                        <p:attrNameLst>
                                          <p:attrName>style.visibility</p:attrName>
                                        </p:attrNameLst>
                                      </p:cBhvr>
                                      <p:to>
                                        <p:strVal val="hidden"/>
                                      </p:to>
                                    </p:set>
                                  </p:childTnLst>
                                </p:cTn>
                              </p:par>
                              <p:par>
                                <p:cTn id="329" presetID="10" presetClass="exit" presetSubtype="0" fill="hold" grpId="0" nodeType="withEffect">
                                  <p:stCondLst>
                                    <p:cond delay="0"/>
                                  </p:stCondLst>
                                  <p:childTnLst>
                                    <p:animEffect transition="out" filter="fade">
                                      <p:cBhvr>
                                        <p:cTn id="330" dur="420"/>
                                        <p:tgtEl>
                                          <p:spTgt spid="165"/>
                                        </p:tgtEl>
                                      </p:cBhvr>
                                    </p:animEffect>
                                    <p:set>
                                      <p:cBhvr>
                                        <p:cTn id="331" dur="1" fill="hold">
                                          <p:stCondLst>
                                            <p:cond delay="419"/>
                                          </p:stCondLst>
                                        </p:cTn>
                                        <p:tgtEl>
                                          <p:spTgt spid="165"/>
                                        </p:tgtEl>
                                        <p:attrNameLst>
                                          <p:attrName>style.visibility</p:attrName>
                                        </p:attrNameLst>
                                      </p:cBhvr>
                                      <p:to>
                                        <p:strVal val="hidden"/>
                                      </p:to>
                                    </p:set>
                                  </p:childTnLst>
                                </p:cTn>
                              </p:par>
                              <p:par>
                                <p:cTn id="332" presetID="10" presetClass="exit" presetSubtype="0" fill="hold" grpId="0" nodeType="withEffect">
                                  <p:stCondLst>
                                    <p:cond delay="0"/>
                                  </p:stCondLst>
                                  <p:childTnLst>
                                    <p:animEffect transition="out" filter="fade">
                                      <p:cBhvr>
                                        <p:cTn id="333" dur="420"/>
                                        <p:tgtEl>
                                          <p:spTgt spid="166"/>
                                        </p:tgtEl>
                                      </p:cBhvr>
                                    </p:animEffect>
                                    <p:set>
                                      <p:cBhvr>
                                        <p:cTn id="334" dur="1" fill="hold">
                                          <p:stCondLst>
                                            <p:cond delay="419"/>
                                          </p:stCondLst>
                                        </p:cTn>
                                        <p:tgtEl>
                                          <p:spTgt spid="166"/>
                                        </p:tgtEl>
                                        <p:attrNameLst>
                                          <p:attrName>style.visibility</p:attrName>
                                        </p:attrNameLst>
                                      </p:cBhvr>
                                      <p:to>
                                        <p:strVal val="hidden"/>
                                      </p:to>
                                    </p:set>
                                  </p:childTnLst>
                                </p:cTn>
                              </p:par>
                              <p:par>
                                <p:cTn id="335" presetID="10" presetClass="exit" presetSubtype="0" fill="hold" nodeType="withEffect">
                                  <p:stCondLst>
                                    <p:cond delay="0"/>
                                  </p:stCondLst>
                                  <p:childTnLst>
                                    <p:animEffect transition="out" filter="fade">
                                      <p:cBhvr>
                                        <p:cTn id="336" dur="420"/>
                                        <p:tgtEl>
                                          <p:spTgt spid="167"/>
                                        </p:tgtEl>
                                      </p:cBhvr>
                                    </p:animEffect>
                                    <p:set>
                                      <p:cBhvr>
                                        <p:cTn id="337" dur="1" fill="hold">
                                          <p:stCondLst>
                                            <p:cond delay="419"/>
                                          </p:stCondLst>
                                        </p:cTn>
                                        <p:tgtEl>
                                          <p:spTgt spid="167"/>
                                        </p:tgtEl>
                                        <p:attrNameLst>
                                          <p:attrName>style.visibility</p:attrName>
                                        </p:attrNameLst>
                                      </p:cBhvr>
                                      <p:to>
                                        <p:strVal val="hidden"/>
                                      </p:to>
                                    </p:set>
                                  </p:childTnLst>
                                </p:cTn>
                              </p:par>
                              <p:par>
                                <p:cTn id="338" presetID="42" presetClass="entr" presetSubtype="0" fill="hold" grpId="0" nodeType="withEffect">
                                  <p:stCondLst>
                                    <p:cond delay="250"/>
                                  </p:stCondLst>
                                  <p:childTnLst>
                                    <p:set>
                                      <p:cBhvr>
                                        <p:cTn id="339" dur="1" fill="hold">
                                          <p:stCondLst>
                                            <p:cond delay="0"/>
                                          </p:stCondLst>
                                        </p:cTn>
                                        <p:tgtEl>
                                          <p:spTgt spid="14"/>
                                        </p:tgtEl>
                                        <p:attrNameLst>
                                          <p:attrName>style.visibility</p:attrName>
                                        </p:attrNameLst>
                                      </p:cBhvr>
                                      <p:to>
                                        <p:strVal val="visible"/>
                                      </p:to>
                                    </p:set>
                                    <p:animEffect transition="in" filter="fade">
                                      <p:cBhvr>
                                        <p:cTn id="340" dur="650"/>
                                        <p:tgtEl>
                                          <p:spTgt spid="14"/>
                                        </p:tgtEl>
                                      </p:cBhvr>
                                    </p:animEffect>
                                    <p:anim calcmode="lin" valueType="num">
                                      <p:cBhvr>
                                        <p:cTn id="341" dur="650" fill="hold"/>
                                        <p:tgtEl>
                                          <p:spTgt spid="14"/>
                                        </p:tgtEl>
                                        <p:attrNameLst>
                                          <p:attrName>ppt_x</p:attrName>
                                        </p:attrNameLst>
                                      </p:cBhvr>
                                      <p:tavLst>
                                        <p:tav tm="0">
                                          <p:val>
                                            <p:strVal val="#ppt_x"/>
                                          </p:val>
                                        </p:tav>
                                        <p:tav tm="100000">
                                          <p:val>
                                            <p:strVal val="#ppt_x"/>
                                          </p:val>
                                        </p:tav>
                                      </p:tavLst>
                                    </p:anim>
                                    <p:anim calcmode="lin" valueType="num">
                                      <p:cBhvr>
                                        <p:cTn id="342" dur="650" fill="hold"/>
                                        <p:tgtEl>
                                          <p:spTgt spid="14"/>
                                        </p:tgtEl>
                                        <p:attrNameLst>
                                          <p:attrName>ppt_y</p:attrName>
                                        </p:attrNameLst>
                                      </p:cBhvr>
                                      <p:tavLst>
                                        <p:tav tm="0">
                                          <p:val>
                                            <p:strVal val="#ppt_y+.1"/>
                                          </p:val>
                                        </p:tav>
                                        <p:tav tm="100000">
                                          <p:val>
                                            <p:strVal val="#ppt_y"/>
                                          </p:val>
                                        </p:tav>
                                      </p:tavLst>
                                    </p:anim>
                                  </p:childTnLst>
                                </p:cTn>
                              </p:par>
                              <p:par>
                                <p:cTn id="343" presetID="42" presetClass="entr" presetSubtype="0" fill="hold" grpId="0" nodeType="withEffect">
                                  <p:stCondLst>
                                    <p:cond delay="370"/>
                                  </p:stCondLst>
                                  <p:childTnLst>
                                    <p:set>
                                      <p:cBhvr>
                                        <p:cTn id="344" dur="1" fill="hold">
                                          <p:stCondLst>
                                            <p:cond delay="0"/>
                                          </p:stCondLst>
                                        </p:cTn>
                                        <p:tgtEl>
                                          <p:spTgt spid="114"/>
                                        </p:tgtEl>
                                        <p:attrNameLst>
                                          <p:attrName>style.visibility</p:attrName>
                                        </p:attrNameLst>
                                      </p:cBhvr>
                                      <p:to>
                                        <p:strVal val="visible"/>
                                      </p:to>
                                    </p:set>
                                    <p:animEffect transition="in" filter="fade">
                                      <p:cBhvr>
                                        <p:cTn id="345" dur="650"/>
                                        <p:tgtEl>
                                          <p:spTgt spid="114"/>
                                        </p:tgtEl>
                                      </p:cBhvr>
                                    </p:animEffect>
                                    <p:anim calcmode="lin" valueType="num">
                                      <p:cBhvr>
                                        <p:cTn id="346" dur="650" fill="hold"/>
                                        <p:tgtEl>
                                          <p:spTgt spid="114"/>
                                        </p:tgtEl>
                                        <p:attrNameLst>
                                          <p:attrName>ppt_x</p:attrName>
                                        </p:attrNameLst>
                                      </p:cBhvr>
                                      <p:tavLst>
                                        <p:tav tm="0">
                                          <p:val>
                                            <p:strVal val="#ppt_x"/>
                                          </p:val>
                                        </p:tav>
                                        <p:tav tm="100000">
                                          <p:val>
                                            <p:strVal val="#ppt_x"/>
                                          </p:val>
                                        </p:tav>
                                      </p:tavLst>
                                    </p:anim>
                                    <p:anim calcmode="lin" valueType="num">
                                      <p:cBhvr>
                                        <p:cTn id="347" dur="650" fill="hold"/>
                                        <p:tgtEl>
                                          <p:spTgt spid="114"/>
                                        </p:tgtEl>
                                        <p:attrNameLst>
                                          <p:attrName>ppt_y</p:attrName>
                                        </p:attrNameLst>
                                      </p:cBhvr>
                                      <p:tavLst>
                                        <p:tav tm="0">
                                          <p:val>
                                            <p:strVal val="#ppt_y+.1"/>
                                          </p:val>
                                        </p:tav>
                                        <p:tav tm="100000">
                                          <p:val>
                                            <p:strVal val="#ppt_y"/>
                                          </p:val>
                                        </p:tav>
                                      </p:tavLst>
                                    </p:anim>
                                  </p:childTnLst>
                                </p:cTn>
                              </p:par>
                            </p:childTnLst>
                          </p:cTn>
                        </p:par>
                      </p:childTnLst>
                    </p:cTn>
                  </p:par>
                  <p:par>
                    <p:cTn id="348" fill="hold">
                      <p:stCondLst>
                        <p:cond delay="indefinite"/>
                      </p:stCondLst>
                      <p:childTnLst>
                        <p:par>
                          <p:cTn id="349" fill="hold">
                            <p:stCondLst>
                              <p:cond delay="0"/>
                            </p:stCondLst>
                            <p:childTnLst>
                              <p:par>
                                <p:cTn id="350" presetID="10" presetClass="exit" presetSubtype="0" fill="hold" grpId="0" nodeType="clickEffect">
                                  <p:stCondLst>
                                    <p:cond delay="0"/>
                                  </p:stCondLst>
                                  <p:childTnLst>
                                    <p:animEffect transition="out" filter="fade">
                                      <p:cBhvr>
                                        <p:cTn id="351" dur="300"/>
                                        <p:tgtEl>
                                          <p:spTgt spid="12"/>
                                        </p:tgtEl>
                                      </p:cBhvr>
                                    </p:animEffect>
                                    <p:set>
                                      <p:cBhvr>
                                        <p:cTn id="352" dur="1" fill="hold">
                                          <p:stCondLst>
                                            <p:cond delay="299"/>
                                          </p:stCondLst>
                                        </p:cTn>
                                        <p:tgtEl>
                                          <p:spTgt spid="12"/>
                                        </p:tgtEl>
                                        <p:attrNameLst>
                                          <p:attrName>style.visibility</p:attrName>
                                        </p:attrNameLst>
                                      </p:cBhvr>
                                      <p:to>
                                        <p:strVal val="hidden"/>
                                      </p:to>
                                    </p:set>
                                  </p:childTnLst>
                                </p:cTn>
                              </p:par>
                              <p:par>
                                <p:cTn id="353" presetID="10" presetClass="exit" presetSubtype="0" fill="hold" nodeType="withEffect">
                                  <p:stCondLst>
                                    <p:cond delay="0"/>
                                  </p:stCondLst>
                                  <p:childTnLst>
                                    <p:animEffect transition="out" filter="fade">
                                      <p:cBhvr>
                                        <p:cTn id="354" dur="300"/>
                                        <p:tgtEl>
                                          <p:spTgt spid="13"/>
                                        </p:tgtEl>
                                      </p:cBhvr>
                                    </p:animEffect>
                                    <p:set>
                                      <p:cBhvr>
                                        <p:cTn id="355" dur="1" fill="hold">
                                          <p:stCondLst>
                                            <p:cond delay="299"/>
                                          </p:stCondLst>
                                        </p:cTn>
                                        <p:tgtEl>
                                          <p:spTgt spid="13"/>
                                        </p:tgtEl>
                                        <p:attrNameLst>
                                          <p:attrName>style.visibility</p:attrName>
                                        </p:attrNameLst>
                                      </p:cBhvr>
                                      <p:to>
                                        <p:strVal val="hidden"/>
                                      </p:to>
                                    </p:set>
                                  </p:childTnLst>
                                </p:cTn>
                              </p:par>
                              <p:par>
                                <p:cTn id="356" presetID="10" presetClass="exit" presetSubtype="0" fill="hold" grpId="1" nodeType="withEffect">
                                  <p:stCondLst>
                                    <p:cond delay="0"/>
                                  </p:stCondLst>
                                  <p:childTnLst>
                                    <p:animEffect transition="out" filter="fade">
                                      <p:cBhvr>
                                        <p:cTn id="357" dur="300"/>
                                        <p:tgtEl>
                                          <p:spTgt spid="14"/>
                                        </p:tgtEl>
                                      </p:cBhvr>
                                    </p:animEffect>
                                    <p:set>
                                      <p:cBhvr>
                                        <p:cTn id="358" dur="1" fill="hold">
                                          <p:stCondLst>
                                            <p:cond delay="299"/>
                                          </p:stCondLst>
                                        </p:cTn>
                                        <p:tgtEl>
                                          <p:spTgt spid="14"/>
                                        </p:tgtEl>
                                        <p:attrNameLst>
                                          <p:attrName>style.visibility</p:attrName>
                                        </p:attrNameLst>
                                      </p:cBhvr>
                                      <p:to>
                                        <p:strVal val="hidden"/>
                                      </p:to>
                                    </p:set>
                                  </p:childTnLst>
                                </p:cTn>
                              </p:par>
                              <p:par>
                                <p:cTn id="359" presetID="1" presetClass="entr" presetSubtype="0" fill="hold" grpId="0" nodeType="withEffect">
                                  <p:stCondLst>
                                    <p:cond delay="0"/>
                                  </p:stCondLst>
                                  <p:childTnLst>
                                    <p:set>
                                      <p:cBhvr>
                                        <p:cTn id="360" dur="1" fill="hold">
                                          <p:stCondLst>
                                            <p:cond delay="0"/>
                                          </p:stCondLst>
                                        </p:cTn>
                                        <p:tgtEl>
                                          <p:spTgt spid="32"/>
                                        </p:tgtEl>
                                        <p:attrNameLst>
                                          <p:attrName>style.visibility</p:attrName>
                                        </p:attrNameLst>
                                      </p:cBhvr>
                                      <p:to>
                                        <p:strVal val="visible"/>
                                      </p:to>
                                    </p:set>
                                  </p:childTnLst>
                                </p:cTn>
                              </p:par>
                              <p:par>
                                <p:cTn id="361" presetID="1" presetClass="entr" presetSubtype="0" fill="hold" grpId="0" nodeType="withEffect">
                                  <p:stCondLst>
                                    <p:cond delay="0"/>
                                  </p:stCondLst>
                                  <p:childTnLst>
                                    <p:set>
                                      <p:cBhvr>
                                        <p:cTn id="362" dur="1" fill="hold">
                                          <p:stCondLst>
                                            <p:cond delay="0"/>
                                          </p:stCondLst>
                                        </p:cTn>
                                        <p:tgtEl>
                                          <p:spTgt spid="41"/>
                                        </p:tgtEl>
                                        <p:attrNameLst>
                                          <p:attrName>style.visibility</p:attrName>
                                        </p:attrNameLst>
                                      </p:cBhvr>
                                      <p:to>
                                        <p:strVal val="visible"/>
                                      </p:to>
                                    </p:set>
                                  </p:childTnLst>
                                </p:cTn>
                              </p:par>
                              <p:par>
                                <p:cTn id="363" presetID="1" presetClass="entr" presetSubtype="0" fill="hold" grpId="0" nodeType="withEffect">
                                  <p:stCondLst>
                                    <p:cond delay="0"/>
                                  </p:stCondLst>
                                  <p:childTnLst>
                                    <p:set>
                                      <p:cBhvr>
                                        <p:cTn id="364" dur="1" fill="hold">
                                          <p:stCondLst>
                                            <p:cond delay="0"/>
                                          </p:stCondLst>
                                        </p:cTn>
                                        <p:tgtEl>
                                          <p:spTgt spid="50"/>
                                        </p:tgtEl>
                                        <p:attrNameLst>
                                          <p:attrName>style.visibility</p:attrName>
                                        </p:attrNameLst>
                                      </p:cBhvr>
                                      <p:to>
                                        <p:strVal val="visible"/>
                                      </p:to>
                                    </p:set>
                                  </p:childTnLst>
                                </p:cTn>
                              </p:par>
                              <p:par>
                                <p:cTn id="365" presetID="1" presetClass="entr" presetSubtype="0" fill="hold" grpId="0" nodeType="withEffect">
                                  <p:stCondLst>
                                    <p:cond delay="0"/>
                                  </p:stCondLst>
                                  <p:childTnLst>
                                    <p:set>
                                      <p:cBhvr>
                                        <p:cTn id="366" dur="1" fill="hold">
                                          <p:stCondLst>
                                            <p:cond delay="0"/>
                                          </p:stCondLst>
                                        </p:cTn>
                                        <p:tgtEl>
                                          <p:spTgt spid="59"/>
                                        </p:tgtEl>
                                        <p:attrNameLst>
                                          <p:attrName>style.visibility</p:attrName>
                                        </p:attrNameLst>
                                      </p:cBhvr>
                                      <p:to>
                                        <p:strVal val="visible"/>
                                      </p:to>
                                    </p:set>
                                  </p:childTnLst>
                                </p:cTn>
                              </p:par>
                              <p:par>
                                <p:cTn id="367" presetID="1" presetClass="entr" presetSubtype="0" fill="hold" grpId="0" nodeType="withEffect">
                                  <p:stCondLst>
                                    <p:cond delay="0"/>
                                  </p:stCondLst>
                                  <p:childTnLst>
                                    <p:set>
                                      <p:cBhvr>
                                        <p:cTn id="368" dur="1" fill="hold">
                                          <p:stCondLst>
                                            <p:cond delay="0"/>
                                          </p:stCondLst>
                                        </p:cTn>
                                        <p:tgtEl>
                                          <p:spTgt spid="68"/>
                                        </p:tgtEl>
                                        <p:attrNameLst>
                                          <p:attrName>style.visibility</p:attrName>
                                        </p:attrNameLst>
                                      </p:cBhvr>
                                      <p:to>
                                        <p:strVal val="visible"/>
                                      </p:to>
                                    </p:set>
                                  </p:childTnLst>
                                </p:cTn>
                              </p:par>
                              <p:par>
                                <p:cTn id="369" presetID="1" presetClass="entr" presetSubtype="0" fill="hold" grpId="0" nodeType="withEffect">
                                  <p:stCondLst>
                                    <p:cond delay="0"/>
                                  </p:stCondLst>
                                  <p:childTnLst>
                                    <p:set>
                                      <p:cBhvr>
                                        <p:cTn id="370" dur="1" fill="hold">
                                          <p:stCondLst>
                                            <p:cond delay="0"/>
                                          </p:stCondLst>
                                        </p:cTn>
                                        <p:tgtEl>
                                          <p:spTgt spid="77"/>
                                        </p:tgtEl>
                                        <p:attrNameLst>
                                          <p:attrName>style.visibility</p:attrName>
                                        </p:attrNameLst>
                                      </p:cBhvr>
                                      <p:to>
                                        <p:strVal val="visible"/>
                                      </p:to>
                                    </p:set>
                                  </p:childTnLst>
                                </p:cTn>
                              </p:par>
                              <p:par>
                                <p:cTn id="371" presetID="1" presetClass="entr" presetSubtype="0" fill="hold" grpId="0" nodeType="withEffect">
                                  <p:stCondLst>
                                    <p:cond delay="0"/>
                                  </p:stCondLst>
                                  <p:childTnLst>
                                    <p:set>
                                      <p:cBhvr>
                                        <p:cTn id="372" dur="1" fill="hold">
                                          <p:stCondLst>
                                            <p:cond delay="0"/>
                                          </p:stCondLst>
                                        </p:cTn>
                                        <p:tgtEl>
                                          <p:spTgt spid="86"/>
                                        </p:tgtEl>
                                        <p:attrNameLst>
                                          <p:attrName>style.visibility</p:attrName>
                                        </p:attrNameLst>
                                      </p:cBhvr>
                                      <p:to>
                                        <p:strVal val="visible"/>
                                      </p:to>
                                    </p:set>
                                  </p:childTnLst>
                                </p:cTn>
                              </p:par>
                              <p:par>
                                <p:cTn id="373" presetID="1" presetClass="entr" presetSubtype="0" fill="hold" grpId="0" nodeType="withEffect">
                                  <p:stCondLst>
                                    <p:cond delay="0"/>
                                  </p:stCondLst>
                                  <p:childTnLst>
                                    <p:set>
                                      <p:cBhvr>
                                        <p:cTn id="374" dur="1" fill="hold">
                                          <p:stCondLst>
                                            <p:cond delay="0"/>
                                          </p:stCondLst>
                                        </p:cTn>
                                        <p:tgtEl>
                                          <p:spTgt spid="95"/>
                                        </p:tgtEl>
                                        <p:attrNameLst>
                                          <p:attrName>style.visibility</p:attrName>
                                        </p:attrNameLst>
                                      </p:cBhvr>
                                      <p:to>
                                        <p:strVal val="visible"/>
                                      </p:to>
                                    </p:set>
                                  </p:childTnLst>
                                </p:cTn>
                              </p:par>
                              <p:par>
                                <p:cTn id="375" presetID="1" presetClass="entr" presetSubtype="0" fill="hold" grpId="0" nodeType="withEffect">
                                  <p:stCondLst>
                                    <p:cond delay="0"/>
                                  </p:stCondLst>
                                  <p:childTnLst>
                                    <p:set>
                                      <p:cBhvr>
                                        <p:cTn id="376" dur="1" fill="hold">
                                          <p:stCondLst>
                                            <p:cond delay="0"/>
                                          </p:stCondLst>
                                        </p:cTn>
                                        <p:tgtEl>
                                          <p:spTgt spid="105"/>
                                        </p:tgtEl>
                                        <p:attrNameLst>
                                          <p:attrName>style.visibility</p:attrName>
                                        </p:attrNameLst>
                                      </p:cBhvr>
                                      <p:to>
                                        <p:strVal val="visible"/>
                                      </p:to>
                                    </p:set>
                                  </p:childTnLst>
                                </p:cTn>
                              </p:par>
                              <p:par>
                                <p:cTn id="377" presetID="10" presetClass="exit" presetSubtype="0" fill="hold" grpId="1" nodeType="withEffect">
                                  <p:stCondLst>
                                    <p:cond delay="0"/>
                                  </p:stCondLst>
                                  <p:childTnLst>
                                    <p:animEffect transition="out" filter="fade">
                                      <p:cBhvr>
                                        <p:cTn id="378" dur="420"/>
                                        <p:tgtEl>
                                          <p:spTgt spid="35"/>
                                        </p:tgtEl>
                                      </p:cBhvr>
                                    </p:animEffect>
                                    <p:set>
                                      <p:cBhvr>
                                        <p:cTn id="379" dur="1" fill="hold">
                                          <p:stCondLst>
                                            <p:cond delay="419"/>
                                          </p:stCondLst>
                                        </p:cTn>
                                        <p:tgtEl>
                                          <p:spTgt spid="35"/>
                                        </p:tgtEl>
                                        <p:attrNameLst>
                                          <p:attrName>style.visibility</p:attrName>
                                        </p:attrNameLst>
                                      </p:cBhvr>
                                      <p:to>
                                        <p:strVal val="hidden"/>
                                      </p:to>
                                    </p:set>
                                  </p:childTnLst>
                                </p:cTn>
                              </p:par>
                              <p:par>
                                <p:cTn id="380" presetID="10" presetClass="exit" presetSubtype="0" fill="hold" grpId="1" nodeType="withEffect">
                                  <p:stCondLst>
                                    <p:cond delay="0"/>
                                  </p:stCondLst>
                                  <p:childTnLst>
                                    <p:animEffect transition="out" filter="fade">
                                      <p:cBhvr>
                                        <p:cTn id="381" dur="420"/>
                                        <p:tgtEl>
                                          <p:spTgt spid="44"/>
                                        </p:tgtEl>
                                      </p:cBhvr>
                                    </p:animEffect>
                                    <p:set>
                                      <p:cBhvr>
                                        <p:cTn id="382" dur="1" fill="hold">
                                          <p:stCondLst>
                                            <p:cond delay="419"/>
                                          </p:stCondLst>
                                        </p:cTn>
                                        <p:tgtEl>
                                          <p:spTgt spid="44"/>
                                        </p:tgtEl>
                                        <p:attrNameLst>
                                          <p:attrName>style.visibility</p:attrName>
                                        </p:attrNameLst>
                                      </p:cBhvr>
                                      <p:to>
                                        <p:strVal val="hidden"/>
                                      </p:to>
                                    </p:set>
                                  </p:childTnLst>
                                </p:cTn>
                              </p:par>
                              <p:par>
                                <p:cTn id="383" presetID="10" presetClass="exit" presetSubtype="0" fill="hold" grpId="1" nodeType="withEffect">
                                  <p:stCondLst>
                                    <p:cond delay="0"/>
                                  </p:stCondLst>
                                  <p:childTnLst>
                                    <p:animEffect transition="out" filter="fade">
                                      <p:cBhvr>
                                        <p:cTn id="384" dur="420"/>
                                        <p:tgtEl>
                                          <p:spTgt spid="53"/>
                                        </p:tgtEl>
                                      </p:cBhvr>
                                    </p:animEffect>
                                    <p:set>
                                      <p:cBhvr>
                                        <p:cTn id="385" dur="1" fill="hold">
                                          <p:stCondLst>
                                            <p:cond delay="419"/>
                                          </p:stCondLst>
                                        </p:cTn>
                                        <p:tgtEl>
                                          <p:spTgt spid="53"/>
                                        </p:tgtEl>
                                        <p:attrNameLst>
                                          <p:attrName>style.visibility</p:attrName>
                                        </p:attrNameLst>
                                      </p:cBhvr>
                                      <p:to>
                                        <p:strVal val="hidden"/>
                                      </p:to>
                                    </p:set>
                                  </p:childTnLst>
                                </p:cTn>
                              </p:par>
                              <p:par>
                                <p:cTn id="386" presetID="10" presetClass="exit" presetSubtype="0" fill="hold" grpId="1" nodeType="withEffect">
                                  <p:stCondLst>
                                    <p:cond delay="0"/>
                                  </p:stCondLst>
                                  <p:childTnLst>
                                    <p:animEffect transition="out" filter="fade">
                                      <p:cBhvr>
                                        <p:cTn id="387" dur="420"/>
                                        <p:tgtEl>
                                          <p:spTgt spid="62"/>
                                        </p:tgtEl>
                                      </p:cBhvr>
                                    </p:animEffect>
                                    <p:set>
                                      <p:cBhvr>
                                        <p:cTn id="388" dur="1" fill="hold">
                                          <p:stCondLst>
                                            <p:cond delay="419"/>
                                          </p:stCondLst>
                                        </p:cTn>
                                        <p:tgtEl>
                                          <p:spTgt spid="62"/>
                                        </p:tgtEl>
                                        <p:attrNameLst>
                                          <p:attrName>style.visibility</p:attrName>
                                        </p:attrNameLst>
                                      </p:cBhvr>
                                      <p:to>
                                        <p:strVal val="hidden"/>
                                      </p:to>
                                    </p:set>
                                  </p:childTnLst>
                                </p:cTn>
                              </p:par>
                              <p:par>
                                <p:cTn id="389" presetID="10" presetClass="exit" presetSubtype="0" fill="hold" grpId="1" nodeType="withEffect">
                                  <p:stCondLst>
                                    <p:cond delay="0"/>
                                  </p:stCondLst>
                                  <p:childTnLst>
                                    <p:animEffect transition="out" filter="fade">
                                      <p:cBhvr>
                                        <p:cTn id="390" dur="420"/>
                                        <p:tgtEl>
                                          <p:spTgt spid="71"/>
                                        </p:tgtEl>
                                      </p:cBhvr>
                                    </p:animEffect>
                                    <p:set>
                                      <p:cBhvr>
                                        <p:cTn id="391" dur="1" fill="hold">
                                          <p:stCondLst>
                                            <p:cond delay="419"/>
                                          </p:stCondLst>
                                        </p:cTn>
                                        <p:tgtEl>
                                          <p:spTgt spid="71"/>
                                        </p:tgtEl>
                                        <p:attrNameLst>
                                          <p:attrName>style.visibility</p:attrName>
                                        </p:attrNameLst>
                                      </p:cBhvr>
                                      <p:to>
                                        <p:strVal val="hidden"/>
                                      </p:to>
                                    </p:set>
                                  </p:childTnLst>
                                </p:cTn>
                              </p:par>
                              <p:par>
                                <p:cTn id="392" presetID="10" presetClass="exit" presetSubtype="0" fill="hold" grpId="1" nodeType="withEffect">
                                  <p:stCondLst>
                                    <p:cond delay="0"/>
                                  </p:stCondLst>
                                  <p:childTnLst>
                                    <p:animEffect transition="out" filter="fade">
                                      <p:cBhvr>
                                        <p:cTn id="393" dur="420"/>
                                        <p:tgtEl>
                                          <p:spTgt spid="80"/>
                                        </p:tgtEl>
                                      </p:cBhvr>
                                    </p:animEffect>
                                    <p:set>
                                      <p:cBhvr>
                                        <p:cTn id="394" dur="1" fill="hold">
                                          <p:stCondLst>
                                            <p:cond delay="419"/>
                                          </p:stCondLst>
                                        </p:cTn>
                                        <p:tgtEl>
                                          <p:spTgt spid="80"/>
                                        </p:tgtEl>
                                        <p:attrNameLst>
                                          <p:attrName>style.visibility</p:attrName>
                                        </p:attrNameLst>
                                      </p:cBhvr>
                                      <p:to>
                                        <p:strVal val="hidden"/>
                                      </p:to>
                                    </p:set>
                                  </p:childTnLst>
                                </p:cTn>
                              </p:par>
                              <p:par>
                                <p:cTn id="395" presetID="10" presetClass="exit" presetSubtype="0" fill="hold" grpId="1" nodeType="withEffect">
                                  <p:stCondLst>
                                    <p:cond delay="0"/>
                                  </p:stCondLst>
                                  <p:childTnLst>
                                    <p:animEffect transition="out" filter="fade">
                                      <p:cBhvr>
                                        <p:cTn id="396" dur="420"/>
                                        <p:tgtEl>
                                          <p:spTgt spid="89"/>
                                        </p:tgtEl>
                                      </p:cBhvr>
                                    </p:animEffect>
                                    <p:set>
                                      <p:cBhvr>
                                        <p:cTn id="397" dur="1" fill="hold">
                                          <p:stCondLst>
                                            <p:cond delay="419"/>
                                          </p:stCondLst>
                                        </p:cTn>
                                        <p:tgtEl>
                                          <p:spTgt spid="89"/>
                                        </p:tgtEl>
                                        <p:attrNameLst>
                                          <p:attrName>style.visibility</p:attrName>
                                        </p:attrNameLst>
                                      </p:cBhvr>
                                      <p:to>
                                        <p:strVal val="hidden"/>
                                      </p:to>
                                    </p:set>
                                  </p:childTnLst>
                                </p:cTn>
                              </p:par>
                              <p:par>
                                <p:cTn id="398" presetID="10" presetClass="exit" presetSubtype="0" fill="hold" grpId="1" nodeType="withEffect">
                                  <p:stCondLst>
                                    <p:cond delay="0"/>
                                  </p:stCondLst>
                                  <p:childTnLst>
                                    <p:animEffect transition="out" filter="fade">
                                      <p:cBhvr>
                                        <p:cTn id="399" dur="420"/>
                                        <p:tgtEl>
                                          <p:spTgt spid="98"/>
                                        </p:tgtEl>
                                      </p:cBhvr>
                                    </p:animEffect>
                                    <p:set>
                                      <p:cBhvr>
                                        <p:cTn id="400" dur="1" fill="hold">
                                          <p:stCondLst>
                                            <p:cond delay="419"/>
                                          </p:stCondLst>
                                        </p:cTn>
                                        <p:tgtEl>
                                          <p:spTgt spid="98"/>
                                        </p:tgtEl>
                                        <p:attrNameLst>
                                          <p:attrName>style.visibility</p:attrName>
                                        </p:attrNameLst>
                                      </p:cBhvr>
                                      <p:to>
                                        <p:strVal val="hidden"/>
                                      </p:to>
                                    </p:set>
                                  </p:childTnLst>
                                </p:cTn>
                              </p:par>
                              <p:par>
                                <p:cTn id="401" presetID="10" presetClass="exit" presetSubtype="0" fill="hold" grpId="1" nodeType="withEffect">
                                  <p:stCondLst>
                                    <p:cond delay="0"/>
                                  </p:stCondLst>
                                  <p:childTnLst>
                                    <p:animEffect transition="out" filter="fade">
                                      <p:cBhvr>
                                        <p:cTn id="402" dur="420"/>
                                        <p:tgtEl>
                                          <p:spTgt spid="108"/>
                                        </p:tgtEl>
                                      </p:cBhvr>
                                    </p:animEffect>
                                    <p:set>
                                      <p:cBhvr>
                                        <p:cTn id="403" dur="1" fill="hold">
                                          <p:stCondLst>
                                            <p:cond delay="419"/>
                                          </p:stCondLst>
                                        </p:cTn>
                                        <p:tgtEl>
                                          <p:spTgt spid="108"/>
                                        </p:tgtEl>
                                        <p:attrNameLst>
                                          <p:attrName>style.visibility</p:attrName>
                                        </p:attrNameLst>
                                      </p:cBhvr>
                                      <p:to>
                                        <p:strVal val="hidden"/>
                                      </p:to>
                                    </p:set>
                                  </p:childTnLst>
                                </p:cTn>
                              </p:par>
                              <p:par>
                                <p:cTn id="404" presetID="42" presetClass="entr" presetSubtype="0" fill="hold" nodeType="withEffect">
                                  <p:stCondLst>
                                    <p:cond delay="250"/>
                                  </p:stCondLst>
                                  <p:childTnLst>
                                    <p:set>
                                      <p:cBhvr>
                                        <p:cTn id="405" dur="1" fill="hold">
                                          <p:stCondLst>
                                            <p:cond delay="0"/>
                                          </p:stCondLst>
                                        </p:cTn>
                                        <p:tgtEl>
                                          <p:spTgt spid="174"/>
                                        </p:tgtEl>
                                        <p:attrNameLst>
                                          <p:attrName>style.visibility</p:attrName>
                                        </p:attrNameLst>
                                      </p:cBhvr>
                                      <p:to>
                                        <p:strVal val="visible"/>
                                      </p:to>
                                    </p:set>
                                    <p:animEffect transition="in" filter="fade">
                                      <p:cBhvr>
                                        <p:cTn id="406" dur="650"/>
                                        <p:tgtEl>
                                          <p:spTgt spid="174"/>
                                        </p:tgtEl>
                                      </p:cBhvr>
                                    </p:animEffect>
                                    <p:anim calcmode="lin" valueType="num">
                                      <p:cBhvr>
                                        <p:cTn id="407" dur="650" fill="hold"/>
                                        <p:tgtEl>
                                          <p:spTgt spid="174"/>
                                        </p:tgtEl>
                                        <p:attrNameLst>
                                          <p:attrName>ppt_x</p:attrName>
                                        </p:attrNameLst>
                                      </p:cBhvr>
                                      <p:tavLst>
                                        <p:tav tm="0">
                                          <p:val>
                                            <p:strVal val="#ppt_x"/>
                                          </p:val>
                                        </p:tav>
                                        <p:tav tm="100000">
                                          <p:val>
                                            <p:strVal val="#ppt_x"/>
                                          </p:val>
                                        </p:tav>
                                      </p:tavLst>
                                    </p:anim>
                                    <p:anim calcmode="lin" valueType="num">
                                      <p:cBhvr>
                                        <p:cTn id="408" dur="650" fill="hold"/>
                                        <p:tgtEl>
                                          <p:spTgt spid="174"/>
                                        </p:tgtEl>
                                        <p:attrNameLst>
                                          <p:attrName>ppt_y</p:attrName>
                                        </p:attrNameLst>
                                      </p:cBhvr>
                                      <p:tavLst>
                                        <p:tav tm="0">
                                          <p:val>
                                            <p:strVal val="#ppt_y+.1"/>
                                          </p:val>
                                        </p:tav>
                                        <p:tav tm="100000">
                                          <p:val>
                                            <p:strVal val="#ppt_y"/>
                                          </p:val>
                                        </p:tav>
                                      </p:tavLst>
                                    </p:anim>
                                  </p:childTnLst>
                                </p:cTn>
                              </p:par>
                              <p:par>
                                <p:cTn id="409" presetID="42" presetClass="entr" presetSubtype="0" fill="hold" nodeType="withEffect">
                                  <p:stCondLst>
                                    <p:cond delay="250"/>
                                  </p:stCondLst>
                                  <p:childTnLst>
                                    <p:set>
                                      <p:cBhvr>
                                        <p:cTn id="410" dur="1" fill="hold">
                                          <p:stCondLst>
                                            <p:cond delay="0"/>
                                          </p:stCondLst>
                                        </p:cTn>
                                        <p:tgtEl>
                                          <p:spTgt spid="175"/>
                                        </p:tgtEl>
                                        <p:attrNameLst>
                                          <p:attrName>style.visibility</p:attrName>
                                        </p:attrNameLst>
                                      </p:cBhvr>
                                      <p:to>
                                        <p:strVal val="visible"/>
                                      </p:to>
                                    </p:set>
                                    <p:animEffect transition="in" filter="fade">
                                      <p:cBhvr>
                                        <p:cTn id="411" dur="650"/>
                                        <p:tgtEl>
                                          <p:spTgt spid="175"/>
                                        </p:tgtEl>
                                      </p:cBhvr>
                                    </p:animEffect>
                                    <p:anim calcmode="lin" valueType="num">
                                      <p:cBhvr>
                                        <p:cTn id="412" dur="650" fill="hold"/>
                                        <p:tgtEl>
                                          <p:spTgt spid="175"/>
                                        </p:tgtEl>
                                        <p:attrNameLst>
                                          <p:attrName>ppt_x</p:attrName>
                                        </p:attrNameLst>
                                      </p:cBhvr>
                                      <p:tavLst>
                                        <p:tav tm="0">
                                          <p:val>
                                            <p:strVal val="#ppt_x"/>
                                          </p:val>
                                        </p:tav>
                                        <p:tav tm="100000">
                                          <p:val>
                                            <p:strVal val="#ppt_x"/>
                                          </p:val>
                                        </p:tav>
                                      </p:tavLst>
                                    </p:anim>
                                    <p:anim calcmode="lin" valueType="num">
                                      <p:cBhvr>
                                        <p:cTn id="413" dur="650" fill="hold"/>
                                        <p:tgtEl>
                                          <p:spTgt spid="175"/>
                                        </p:tgtEl>
                                        <p:attrNameLst>
                                          <p:attrName>ppt_y</p:attrName>
                                        </p:attrNameLst>
                                      </p:cBhvr>
                                      <p:tavLst>
                                        <p:tav tm="0">
                                          <p:val>
                                            <p:strVal val="#ppt_y+.1"/>
                                          </p:val>
                                        </p:tav>
                                        <p:tav tm="100000">
                                          <p:val>
                                            <p:strVal val="#ppt_y"/>
                                          </p:val>
                                        </p:tav>
                                      </p:tavLst>
                                    </p:anim>
                                  </p:childTnLst>
                                </p:cTn>
                              </p:par>
                              <p:par>
                                <p:cTn id="414" presetID="42" presetClass="entr" presetSubtype="0" fill="hold" nodeType="withEffect">
                                  <p:stCondLst>
                                    <p:cond delay="250"/>
                                  </p:stCondLst>
                                  <p:childTnLst>
                                    <p:set>
                                      <p:cBhvr>
                                        <p:cTn id="415" dur="1" fill="hold">
                                          <p:stCondLst>
                                            <p:cond delay="0"/>
                                          </p:stCondLst>
                                        </p:cTn>
                                        <p:tgtEl>
                                          <p:spTgt spid="176"/>
                                        </p:tgtEl>
                                        <p:attrNameLst>
                                          <p:attrName>style.visibility</p:attrName>
                                        </p:attrNameLst>
                                      </p:cBhvr>
                                      <p:to>
                                        <p:strVal val="visible"/>
                                      </p:to>
                                    </p:set>
                                    <p:animEffect transition="in" filter="fade">
                                      <p:cBhvr>
                                        <p:cTn id="416" dur="650"/>
                                        <p:tgtEl>
                                          <p:spTgt spid="176"/>
                                        </p:tgtEl>
                                      </p:cBhvr>
                                    </p:animEffect>
                                    <p:anim calcmode="lin" valueType="num">
                                      <p:cBhvr>
                                        <p:cTn id="417" dur="650" fill="hold"/>
                                        <p:tgtEl>
                                          <p:spTgt spid="176"/>
                                        </p:tgtEl>
                                        <p:attrNameLst>
                                          <p:attrName>ppt_x</p:attrName>
                                        </p:attrNameLst>
                                      </p:cBhvr>
                                      <p:tavLst>
                                        <p:tav tm="0">
                                          <p:val>
                                            <p:strVal val="#ppt_x"/>
                                          </p:val>
                                        </p:tav>
                                        <p:tav tm="100000">
                                          <p:val>
                                            <p:strVal val="#ppt_x"/>
                                          </p:val>
                                        </p:tav>
                                      </p:tavLst>
                                    </p:anim>
                                    <p:anim calcmode="lin" valueType="num">
                                      <p:cBhvr>
                                        <p:cTn id="418" dur="650" fill="hold"/>
                                        <p:tgtEl>
                                          <p:spTgt spid="176"/>
                                        </p:tgtEl>
                                        <p:attrNameLst>
                                          <p:attrName>ppt_y</p:attrName>
                                        </p:attrNameLst>
                                      </p:cBhvr>
                                      <p:tavLst>
                                        <p:tav tm="0">
                                          <p:val>
                                            <p:strVal val="#ppt_y+.1"/>
                                          </p:val>
                                        </p:tav>
                                        <p:tav tm="100000">
                                          <p:val>
                                            <p:strVal val="#ppt_y"/>
                                          </p:val>
                                        </p:tav>
                                      </p:tavLst>
                                    </p:anim>
                                  </p:childTnLst>
                                </p:cTn>
                              </p:par>
                              <p:par>
                                <p:cTn id="419" presetID="42" presetClass="entr" presetSubtype="0" fill="hold" nodeType="withEffect">
                                  <p:stCondLst>
                                    <p:cond delay="250"/>
                                  </p:stCondLst>
                                  <p:childTnLst>
                                    <p:set>
                                      <p:cBhvr>
                                        <p:cTn id="420" dur="1" fill="hold">
                                          <p:stCondLst>
                                            <p:cond delay="0"/>
                                          </p:stCondLst>
                                        </p:cTn>
                                        <p:tgtEl>
                                          <p:spTgt spid="177"/>
                                        </p:tgtEl>
                                        <p:attrNameLst>
                                          <p:attrName>style.visibility</p:attrName>
                                        </p:attrNameLst>
                                      </p:cBhvr>
                                      <p:to>
                                        <p:strVal val="visible"/>
                                      </p:to>
                                    </p:set>
                                    <p:animEffect transition="in" filter="fade">
                                      <p:cBhvr>
                                        <p:cTn id="421" dur="650"/>
                                        <p:tgtEl>
                                          <p:spTgt spid="177"/>
                                        </p:tgtEl>
                                      </p:cBhvr>
                                    </p:animEffect>
                                    <p:anim calcmode="lin" valueType="num">
                                      <p:cBhvr>
                                        <p:cTn id="422" dur="650" fill="hold"/>
                                        <p:tgtEl>
                                          <p:spTgt spid="177"/>
                                        </p:tgtEl>
                                        <p:attrNameLst>
                                          <p:attrName>ppt_x</p:attrName>
                                        </p:attrNameLst>
                                      </p:cBhvr>
                                      <p:tavLst>
                                        <p:tav tm="0">
                                          <p:val>
                                            <p:strVal val="#ppt_x"/>
                                          </p:val>
                                        </p:tav>
                                        <p:tav tm="100000">
                                          <p:val>
                                            <p:strVal val="#ppt_x"/>
                                          </p:val>
                                        </p:tav>
                                      </p:tavLst>
                                    </p:anim>
                                    <p:anim calcmode="lin" valueType="num">
                                      <p:cBhvr>
                                        <p:cTn id="423" dur="650" fill="hold"/>
                                        <p:tgtEl>
                                          <p:spTgt spid="177"/>
                                        </p:tgtEl>
                                        <p:attrNameLst>
                                          <p:attrName>ppt_y</p:attrName>
                                        </p:attrNameLst>
                                      </p:cBhvr>
                                      <p:tavLst>
                                        <p:tav tm="0">
                                          <p:val>
                                            <p:strVal val="#ppt_y+.1"/>
                                          </p:val>
                                        </p:tav>
                                        <p:tav tm="100000">
                                          <p:val>
                                            <p:strVal val="#ppt_y"/>
                                          </p:val>
                                        </p:tav>
                                      </p:tavLst>
                                    </p:anim>
                                  </p:childTnLst>
                                </p:cTn>
                              </p:par>
                              <p:par>
                                <p:cTn id="424" presetID="42" presetClass="entr" presetSubtype="0" fill="hold" nodeType="withEffect">
                                  <p:stCondLst>
                                    <p:cond delay="250"/>
                                  </p:stCondLst>
                                  <p:childTnLst>
                                    <p:set>
                                      <p:cBhvr>
                                        <p:cTn id="425" dur="1" fill="hold">
                                          <p:stCondLst>
                                            <p:cond delay="0"/>
                                          </p:stCondLst>
                                        </p:cTn>
                                        <p:tgtEl>
                                          <p:spTgt spid="178"/>
                                        </p:tgtEl>
                                        <p:attrNameLst>
                                          <p:attrName>style.visibility</p:attrName>
                                        </p:attrNameLst>
                                      </p:cBhvr>
                                      <p:to>
                                        <p:strVal val="visible"/>
                                      </p:to>
                                    </p:set>
                                    <p:animEffect transition="in" filter="fade">
                                      <p:cBhvr>
                                        <p:cTn id="426" dur="650"/>
                                        <p:tgtEl>
                                          <p:spTgt spid="178"/>
                                        </p:tgtEl>
                                      </p:cBhvr>
                                    </p:animEffect>
                                    <p:anim calcmode="lin" valueType="num">
                                      <p:cBhvr>
                                        <p:cTn id="427" dur="650" fill="hold"/>
                                        <p:tgtEl>
                                          <p:spTgt spid="178"/>
                                        </p:tgtEl>
                                        <p:attrNameLst>
                                          <p:attrName>ppt_x</p:attrName>
                                        </p:attrNameLst>
                                      </p:cBhvr>
                                      <p:tavLst>
                                        <p:tav tm="0">
                                          <p:val>
                                            <p:strVal val="#ppt_x"/>
                                          </p:val>
                                        </p:tav>
                                        <p:tav tm="100000">
                                          <p:val>
                                            <p:strVal val="#ppt_x"/>
                                          </p:val>
                                        </p:tav>
                                      </p:tavLst>
                                    </p:anim>
                                    <p:anim calcmode="lin" valueType="num">
                                      <p:cBhvr>
                                        <p:cTn id="428" dur="650" fill="hold"/>
                                        <p:tgtEl>
                                          <p:spTgt spid="178"/>
                                        </p:tgtEl>
                                        <p:attrNameLst>
                                          <p:attrName>ppt_y</p:attrName>
                                        </p:attrNameLst>
                                      </p:cBhvr>
                                      <p:tavLst>
                                        <p:tav tm="0">
                                          <p:val>
                                            <p:strVal val="#ppt_y+.1"/>
                                          </p:val>
                                        </p:tav>
                                        <p:tav tm="100000">
                                          <p:val>
                                            <p:strVal val="#ppt_y"/>
                                          </p:val>
                                        </p:tav>
                                      </p:tavLst>
                                    </p:anim>
                                  </p:childTnLst>
                                </p:cTn>
                              </p:par>
                              <p:par>
                                <p:cTn id="429" presetID="42" presetClass="entr" presetSubtype="0" fill="hold" nodeType="withEffect">
                                  <p:stCondLst>
                                    <p:cond delay="250"/>
                                  </p:stCondLst>
                                  <p:childTnLst>
                                    <p:set>
                                      <p:cBhvr>
                                        <p:cTn id="430" dur="1" fill="hold">
                                          <p:stCondLst>
                                            <p:cond delay="0"/>
                                          </p:stCondLst>
                                        </p:cTn>
                                        <p:tgtEl>
                                          <p:spTgt spid="179"/>
                                        </p:tgtEl>
                                        <p:attrNameLst>
                                          <p:attrName>style.visibility</p:attrName>
                                        </p:attrNameLst>
                                      </p:cBhvr>
                                      <p:to>
                                        <p:strVal val="visible"/>
                                      </p:to>
                                    </p:set>
                                    <p:animEffect transition="in" filter="fade">
                                      <p:cBhvr>
                                        <p:cTn id="431" dur="650"/>
                                        <p:tgtEl>
                                          <p:spTgt spid="179"/>
                                        </p:tgtEl>
                                      </p:cBhvr>
                                    </p:animEffect>
                                    <p:anim calcmode="lin" valueType="num">
                                      <p:cBhvr>
                                        <p:cTn id="432" dur="650" fill="hold"/>
                                        <p:tgtEl>
                                          <p:spTgt spid="179"/>
                                        </p:tgtEl>
                                        <p:attrNameLst>
                                          <p:attrName>ppt_x</p:attrName>
                                        </p:attrNameLst>
                                      </p:cBhvr>
                                      <p:tavLst>
                                        <p:tav tm="0">
                                          <p:val>
                                            <p:strVal val="#ppt_x"/>
                                          </p:val>
                                        </p:tav>
                                        <p:tav tm="100000">
                                          <p:val>
                                            <p:strVal val="#ppt_x"/>
                                          </p:val>
                                        </p:tav>
                                      </p:tavLst>
                                    </p:anim>
                                    <p:anim calcmode="lin" valueType="num">
                                      <p:cBhvr>
                                        <p:cTn id="433" dur="650" fill="hold"/>
                                        <p:tgtEl>
                                          <p:spTgt spid="179"/>
                                        </p:tgtEl>
                                        <p:attrNameLst>
                                          <p:attrName>ppt_y</p:attrName>
                                        </p:attrNameLst>
                                      </p:cBhvr>
                                      <p:tavLst>
                                        <p:tav tm="0">
                                          <p:val>
                                            <p:strVal val="#ppt_y+.1"/>
                                          </p:val>
                                        </p:tav>
                                        <p:tav tm="100000">
                                          <p:val>
                                            <p:strVal val="#ppt_y"/>
                                          </p:val>
                                        </p:tav>
                                      </p:tavLst>
                                    </p:anim>
                                  </p:childTnLst>
                                </p:cTn>
                              </p:par>
                              <p:par>
                                <p:cTn id="434" presetID="42" presetClass="entr" presetSubtype="0" fill="hold" nodeType="withEffect">
                                  <p:stCondLst>
                                    <p:cond delay="250"/>
                                  </p:stCondLst>
                                  <p:childTnLst>
                                    <p:set>
                                      <p:cBhvr>
                                        <p:cTn id="435" dur="1" fill="hold">
                                          <p:stCondLst>
                                            <p:cond delay="0"/>
                                          </p:stCondLst>
                                        </p:cTn>
                                        <p:tgtEl>
                                          <p:spTgt spid="180"/>
                                        </p:tgtEl>
                                        <p:attrNameLst>
                                          <p:attrName>style.visibility</p:attrName>
                                        </p:attrNameLst>
                                      </p:cBhvr>
                                      <p:to>
                                        <p:strVal val="visible"/>
                                      </p:to>
                                    </p:set>
                                    <p:animEffect transition="in" filter="fade">
                                      <p:cBhvr>
                                        <p:cTn id="436" dur="650"/>
                                        <p:tgtEl>
                                          <p:spTgt spid="180"/>
                                        </p:tgtEl>
                                      </p:cBhvr>
                                    </p:animEffect>
                                    <p:anim calcmode="lin" valueType="num">
                                      <p:cBhvr>
                                        <p:cTn id="437" dur="650" fill="hold"/>
                                        <p:tgtEl>
                                          <p:spTgt spid="180"/>
                                        </p:tgtEl>
                                        <p:attrNameLst>
                                          <p:attrName>ppt_x</p:attrName>
                                        </p:attrNameLst>
                                      </p:cBhvr>
                                      <p:tavLst>
                                        <p:tav tm="0">
                                          <p:val>
                                            <p:strVal val="#ppt_x"/>
                                          </p:val>
                                        </p:tav>
                                        <p:tav tm="100000">
                                          <p:val>
                                            <p:strVal val="#ppt_x"/>
                                          </p:val>
                                        </p:tav>
                                      </p:tavLst>
                                    </p:anim>
                                    <p:anim calcmode="lin" valueType="num">
                                      <p:cBhvr>
                                        <p:cTn id="438" dur="650" fill="hold"/>
                                        <p:tgtEl>
                                          <p:spTgt spid="180"/>
                                        </p:tgtEl>
                                        <p:attrNameLst>
                                          <p:attrName>ppt_y</p:attrName>
                                        </p:attrNameLst>
                                      </p:cBhvr>
                                      <p:tavLst>
                                        <p:tav tm="0">
                                          <p:val>
                                            <p:strVal val="#ppt_y+.1"/>
                                          </p:val>
                                        </p:tav>
                                        <p:tav tm="100000">
                                          <p:val>
                                            <p:strVal val="#ppt_y"/>
                                          </p:val>
                                        </p:tav>
                                      </p:tavLst>
                                    </p:anim>
                                  </p:childTnLst>
                                </p:cTn>
                              </p:par>
                              <p:par>
                                <p:cTn id="439" presetID="42" presetClass="entr" presetSubtype="0" fill="hold" nodeType="withEffect">
                                  <p:stCondLst>
                                    <p:cond delay="250"/>
                                  </p:stCondLst>
                                  <p:childTnLst>
                                    <p:set>
                                      <p:cBhvr>
                                        <p:cTn id="440" dur="1" fill="hold">
                                          <p:stCondLst>
                                            <p:cond delay="0"/>
                                          </p:stCondLst>
                                        </p:cTn>
                                        <p:tgtEl>
                                          <p:spTgt spid="181"/>
                                        </p:tgtEl>
                                        <p:attrNameLst>
                                          <p:attrName>style.visibility</p:attrName>
                                        </p:attrNameLst>
                                      </p:cBhvr>
                                      <p:to>
                                        <p:strVal val="visible"/>
                                      </p:to>
                                    </p:set>
                                    <p:animEffect transition="in" filter="fade">
                                      <p:cBhvr>
                                        <p:cTn id="441" dur="650"/>
                                        <p:tgtEl>
                                          <p:spTgt spid="181"/>
                                        </p:tgtEl>
                                      </p:cBhvr>
                                    </p:animEffect>
                                    <p:anim calcmode="lin" valueType="num">
                                      <p:cBhvr>
                                        <p:cTn id="442" dur="650" fill="hold"/>
                                        <p:tgtEl>
                                          <p:spTgt spid="181"/>
                                        </p:tgtEl>
                                        <p:attrNameLst>
                                          <p:attrName>ppt_x</p:attrName>
                                        </p:attrNameLst>
                                      </p:cBhvr>
                                      <p:tavLst>
                                        <p:tav tm="0">
                                          <p:val>
                                            <p:strVal val="#ppt_x"/>
                                          </p:val>
                                        </p:tav>
                                        <p:tav tm="100000">
                                          <p:val>
                                            <p:strVal val="#ppt_x"/>
                                          </p:val>
                                        </p:tav>
                                      </p:tavLst>
                                    </p:anim>
                                    <p:anim calcmode="lin" valueType="num">
                                      <p:cBhvr>
                                        <p:cTn id="443" dur="650" fill="hold"/>
                                        <p:tgtEl>
                                          <p:spTgt spid="181"/>
                                        </p:tgtEl>
                                        <p:attrNameLst>
                                          <p:attrName>ppt_y</p:attrName>
                                        </p:attrNameLst>
                                      </p:cBhvr>
                                      <p:tavLst>
                                        <p:tav tm="0">
                                          <p:val>
                                            <p:strVal val="#ppt_y+.1"/>
                                          </p:val>
                                        </p:tav>
                                        <p:tav tm="100000">
                                          <p:val>
                                            <p:strVal val="#ppt_y"/>
                                          </p:val>
                                        </p:tav>
                                      </p:tavLst>
                                    </p:anim>
                                  </p:childTnLst>
                                </p:cTn>
                              </p:par>
                              <p:par>
                                <p:cTn id="444" presetID="42" presetClass="entr" presetSubtype="0" fill="hold" nodeType="withEffect">
                                  <p:stCondLst>
                                    <p:cond delay="250"/>
                                  </p:stCondLst>
                                  <p:childTnLst>
                                    <p:set>
                                      <p:cBhvr>
                                        <p:cTn id="445" dur="1" fill="hold">
                                          <p:stCondLst>
                                            <p:cond delay="0"/>
                                          </p:stCondLst>
                                        </p:cTn>
                                        <p:tgtEl>
                                          <p:spTgt spid="182"/>
                                        </p:tgtEl>
                                        <p:attrNameLst>
                                          <p:attrName>style.visibility</p:attrName>
                                        </p:attrNameLst>
                                      </p:cBhvr>
                                      <p:to>
                                        <p:strVal val="visible"/>
                                      </p:to>
                                    </p:set>
                                    <p:animEffect transition="in" filter="fade">
                                      <p:cBhvr>
                                        <p:cTn id="446" dur="650"/>
                                        <p:tgtEl>
                                          <p:spTgt spid="182"/>
                                        </p:tgtEl>
                                      </p:cBhvr>
                                    </p:animEffect>
                                    <p:anim calcmode="lin" valueType="num">
                                      <p:cBhvr>
                                        <p:cTn id="447" dur="650" fill="hold"/>
                                        <p:tgtEl>
                                          <p:spTgt spid="182"/>
                                        </p:tgtEl>
                                        <p:attrNameLst>
                                          <p:attrName>ppt_x</p:attrName>
                                        </p:attrNameLst>
                                      </p:cBhvr>
                                      <p:tavLst>
                                        <p:tav tm="0">
                                          <p:val>
                                            <p:strVal val="#ppt_x"/>
                                          </p:val>
                                        </p:tav>
                                        <p:tav tm="100000">
                                          <p:val>
                                            <p:strVal val="#ppt_x"/>
                                          </p:val>
                                        </p:tav>
                                      </p:tavLst>
                                    </p:anim>
                                    <p:anim calcmode="lin" valueType="num">
                                      <p:cBhvr>
                                        <p:cTn id="448" dur="650" fill="hold"/>
                                        <p:tgtEl>
                                          <p:spTgt spid="182"/>
                                        </p:tgtEl>
                                        <p:attrNameLst>
                                          <p:attrName>ppt_y</p:attrName>
                                        </p:attrNameLst>
                                      </p:cBhvr>
                                      <p:tavLst>
                                        <p:tav tm="0">
                                          <p:val>
                                            <p:strVal val="#ppt_y+.1"/>
                                          </p:val>
                                        </p:tav>
                                        <p:tav tm="100000">
                                          <p:val>
                                            <p:strVal val="#ppt_y"/>
                                          </p:val>
                                        </p:tav>
                                      </p:tavLst>
                                    </p:anim>
                                  </p:childTnLst>
                                </p:cTn>
                              </p:par>
                              <p:par>
                                <p:cTn id="449" presetID="42" presetClass="entr" presetSubtype="0" fill="hold" grpId="0" nodeType="withEffect">
                                  <p:stCondLst>
                                    <p:cond delay="250"/>
                                  </p:stCondLst>
                                  <p:childTnLst>
                                    <p:set>
                                      <p:cBhvr>
                                        <p:cTn id="450" dur="1" fill="hold">
                                          <p:stCondLst>
                                            <p:cond delay="0"/>
                                          </p:stCondLst>
                                        </p:cTn>
                                        <p:tgtEl>
                                          <p:spTgt spid="183"/>
                                        </p:tgtEl>
                                        <p:attrNameLst>
                                          <p:attrName>style.visibility</p:attrName>
                                        </p:attrNameLst>
                                      </p:cBhvr>
                                      <p:to>
                                        <p:strVal val="visible"/>
                                      </p:to>
                                    </p:set>
                                    <p:animEffect transition="in" filter="fade">
                                      <p:cBhvr>
                                        <p:cTn id="451" dur="650"/>
                                        <p:tgtEl>
                                          <p:spTgt spid="183"/>
                                        </p:tgtEl>
                                      </p:cBhvr>
                                    </p:animEffect>
                                    <p:anim calcmode="lin" valueType="num">
                                      <p:cBhvr>
                                        <p:cTn id="452" dur="650" fill="hold"/>
                                        <p:tgtEl>
                                          <p:spTgt spid="183"/>
                                        </p:tgtEl>
                                        <p:attrNameLst>
                                          <p:attrName>ppt_x</p:attrName>
                                        </p:attrNameLst>
                                      </p:cBhvr>
                                      <p:tavLst>
                                        <p:tav tm="0">
                                          <p:val>
                                            <p:strVal val="#ppt_x"/>
                                          </p:val>
                                        </p:tav>
                                        <p:tav tm="100000">
                                          <p:val>
                                            <p:strVal val="#ppt_x"/>
                                          </p:val>
                                        </p:tav>
                                      </p:tavLst>
                                    </p:anim>
                                    <p:anim calcmode="lin" valueType="num">
                                      <p:cBhvr>
                                        <p:cTn id="453" dur="650" fill="hold"/>
                                        <p:tgtEl>
                                          <p:spTgt spid="183"/>
                                        </p:tgtEl>
                                        <p:attrNameLst>
                                          <p:attrName>ppt_y</p:attrName>
                                        </p:attrNameLst>
                                      </p:cBhvr>
                                      <p:tavLst>
                                        <p:tav tm="0">
                                          <p:val>
                                            <p:strVal val="#ppt_y+.1"/>
                                          </p:val>
                                        </p:tav>
                                        <p:tav tm="100000">
                                          <p:val>
                                            <p:strVal val="#ppt_y"/>
                                          </p:val>
                                        </p:tav>
                                      </p:tavLst>
                                    </p:anim>
                                  </p:childTnLst>
                                </p:cTn>
                              </p:par>
                              <p:par>
                                <p:cTn id="454" presetID="42" presetClass="entr" presetSubtype="0" fill="hold" grpId="0" nodeType="withEffect">
                                  <p:stCondLst>
                                    <p:cond delay="314"/>
                                  </p:stCondLst>
                                  <p:childTnLst>
                                    <p:set>
                                      <p:cBhvr>
                                        <p:cTn id="455" dur="1" fill="hold">
                                          <p:stCondLst>
                                            <p:cond delay="0"/>
                                          </p:stCondLst>
                                        </p:cTn>
                                        <p:tgtEl>
                                          <p:spTgt spid="25"/>
                                        </p:tgtEl>
                                        <p:attrNameLst>
                                          <p:attrName>style.visibility</p:attrName>
                                        </p:attrNameLst>
                                      </p:cBhvr>
                                      <p:to>
                                        <p:strVal val="visible"/>
                                      </p:to>
                                    </p:set>
                                    <p:animEffect transition="in" filter="fade">
                                      <p:cBhvr>
                                        <p:cTn id="456" dur="650"/>
                                        <p:tgtEl>
                                          <p:spTgt spid="25"/>
                                        </p:tgtEl>
                                      </p:cBhvr>
                                    </p:animEffect>
                                    <p:anim calcmode="lin" valueType="num">
                                      <p:cBhvr>
                                        <p:cTn id="457" dur="650" fill="hold"/>
                                        <p:tgtEl>
                                          <p:spTgt spid="25"/>
                                        </p:tgtEl>
                                        <p:attrNameLst>
                                          <p:attrName>ppt_x</p:attrName>
                                        </p:attrNameLst>
                                      </p:cBhvr>
                                      <p:tavLst>
                                        <p:tav tm="0">
                                          <p:val>
                                            <p:strVal val="#ppt_x"/>
                                          </p:val>
                                        </p:tav>
                                        <p:tav tm="100000">
                                          <p:val>
                                            <p:strVal val="#ppt_x"/>
                                          </p:val>
                                        </p:tav>
                                      </p:tavLst>
                                    </p:anim>
                                    <p:anim calcmode="lin" valueType="num">
                                      <p:cBhvr>
                                        <p:cTn id="458" dur="650" fill="hold"/>
                                        <p:tgtEl>
                                          <p:spTgt spid="25"/>
                                        </p:tgtEl>
                                        <p:attrNameLst>
                                          <p:attrName>ppt_y</p:attrName>
                                        </p:attrNameLst>
                                      </p:cBhvr>
                                      <p:tavLst>
                                        <p:tav tm="0">
                                          <p:val>
                                            <p:strVal val="#ppt_y+.1"/>
                                          </p:val>
                                        </p:tav>
                                        <p:tav tm="100000">
                                          <p:val>
                                            <p:strVal val="#ppt_y"/>
                                          </p:val>
                                        </p:tav>
                                      </p:tavLst>
                                    </p:anim>
                                  </p:childTnLst>
                                </p:cTn>
                              </p:par>
                              <p:par>
                                <p:cTn id="459" presetID="42" presetClass="entr" presetSubtype="0" fill="hold" grpId="0" nodeType="withEffect">
                                  <p:stCondLst>
                                    <p:cond delay="314"/>
                                  </p:stCondLst>
                                  <p:childTnLst>
                                    <p:set>
                                      <p:cBhvr>
                                        <p:cTn id="460" dur="1" fill="hold">
                                          <p:stCondLst>
                                            <p:cond delay="0"/>
                                          </p:stCondLst>
                                        </p:cTn>
                                        <p:tgtEl>
                                          <p:spTgt spid="26"/>
                                        </p:tgtEl>
                                        <p:attrNameLst>
                                          <p:attrName>style.visibility</p:attrName>
                                        </p:attrNameLst>
                                      </p:cBhvr>
                                      <p:to>
                                        <p:strVal val="visible"/>
                                      </p:to>
                                    </p:set>
                                    <p:animEffect transition="in" filter="fade">
                                      <p:cBhvr>
                                        <p:cTn id="461" dur="650"/>
                                        <p:tgtEl>
                                          <p:spTgt spid="26"/>
                                        </p:tgtEl>
                                      </p:cBhvr>
                                    </p:animEffect>
                                    <p:anim calcmode="lin" valueType="num">
                                      <p:cBhvr>
                                        <p:cTn id="462" dur="650" fill="hold"/>
                                        <p:tgtEl>
                                          <p:spTgt spid="26"/>
                                        </p:tgtEl>
                                        <p:attrNameLst>
                                          <p:attrName>ppt_x</p:attrName>
                                        </p:attrNameLst>
                                      </p:cBhvr>
                                      <p:tavLst>
                                        <p:tav tm="0">
                                          <p:val>
                                            <p:strVal val="#ppt_x"/>
                                          </p:val>
                                        </p:tav>
                                        <p:tav tm="100000">
                                          <p:val>
                                            <p:strVal val="#ppt_x"/>
                                          </p:val>
                                        </p:tav>
                                      </p:tavLst>
                                    </p:anim>
                                    <p:anim calcmode="lin" valueType="num">
                                      <p:cBhvr>
                                        <p:cTn id="463" dur="650" fill="hold"/>
                                        <p:tgtEl>
                                          <p:spTgt spid="26"/>
                                        </p:tgtEl>
                                        <p:attrNameLst>
                                          <p:attrName>ppt_y</p:attrName>
                                        </p:attrNameLst>
                                      </p:cBhvr>
                                      <p:tavLst>
                                        <p:tav tm="0">
                                          <p:val>
                                            <p:strVal val="#ppt_y+.1"/>
                                          </p:val>
                                        </p:tav>
                                        <p:tav tm="100000">
                                          <p:val>
                                            <p:strVal val="#ppt_y"/>
                                          </p:val>
                                        </p:tav>
                                      </p:tavLst>
                                    </p:anim>
                                  </p:childTnLst>
                                </p:cTn>
                              </p:par>
                              <p:par>
                                <p:cTn id="464" presetID="42" presetClass="entr" presetSubtype="0" fill="hold" grpId="0" nodeType="withEffect">
                                  <p:stCondLst>
                                    <p:cond delay="377"/>
                                  </p:stCondLst>
                                  <p:childTnLst>
                                    <p:set>
                                      <p:cBhvr>
                                        <p:cTn id="465" dur="1" fill="hold">
                                          <p:stCondLst>
                                            <p:cond delay="0"/>
                                          </p:stCondLst>
                                        </p:cTn>
                                        <p:tgtEl>
                                          <p:spTgt spid="33"/>
                                        </p:tgtEl>
                                        <p:attrNameLst>
                                          <p:attrName>style.visibility</p:attrName>
                                        </p:attrNameLst>
                                      </p:cBhvr>
                                      <p:to>
                                        <p:strVal val="visible"/>
                                      </p:to>
                                    </p:set>
                                    <p:animEffect transition="in" filter="fade">
                                      <p:cBhvr>
                                        <p:cTn id="466" dur="650"/>
                                        <p:tgtEl>
                                          <p:spTgt spid="33"/>
                                        </p:tgtEl>
                                      </p:cBhvr>
                                    </p:animEffect>
                                    <p:anim calcmode="lin" valueType="num">
                                      <p:cBhvr>
                                        <p:cTn id="467" dur="650" fill="hold"/>
                                        <p:tgtEl>
                                          <p:spTgt spid="33"/>
                                        </p:tgtEl>
                                        <p:attrNameLst>
                                          <p:attrName>ppt_x</p:attrName>
                                        </p:attrNameLst>
                                      </p:cBhvr>
                                      <p:tavLst>
                                        <p:tav tm="0">
                                          <p:val>
                                            <p:strVal val="#ppt_x"/>
                                          </p:val>
                                        </p:tav>
                                        <p:tav tm="100000">
                                          <p:val>
                                            <p:strVal val="#ppt_x"/>
                                          </p:val>
                                        </p:tav>
                                      </p:tavLst>
                                    </p:anim>
                                    <p:anim calcmode="lin" valueType="num">
                                      <p:cBhvr>
                                        <p:cTn id="468" dur="650" fill="hold"/>
                                        <p:tgtEl>
                                          <p:spTgt spid="33"/>
                                        </p:tgtEl>
                                        <p:attrNameLst>
                                          <p:attrName>ppt_y</p:attrName>
                                        </p:attrNameLst>
                                      </p:cBhvr>
                                      <p:tavLst>
                                        <p:tav tm="0">
                                          <p:val>
                                            <p:strVal val="#ppt_y+.1"/>
                                          </p:val>
                                        </p:tav>
                                        <p:tav tm="100000">
                                          <p:val>
                                            <p:strVal val="#ppt_y"/>
                                          </p:val>
                                        </p:tav>
                                      </p:tavLst>
                                    </p:anim>
                                  </p:childTnLst>
                                </p:cTn>
                              </p:par>
                              <p:par>
                                <p:cTn id="469" presetID="42" presetClass="entr" presetSubtype="0" fill="hold" grpId="0" nodeType="withEffect">
                                  <p:stCondLst>
                                    <p:cond delay="377"/>
                                  </p:stCondLst>
                                  <p:childTnLst>
                                    <p:set>
                                      <p:cBhvr>
                                        <p:cTn id="470" dur="1" fill="hold">
                                          <p:stCondLst>
                                            <p:cond delay="0"/>
                                          </p:stCondLst>
                                        </p:cTn>
                                        <p:tgtEl>
                                          <p:spTgt spid="34"/>
                                        </p:tgtEl>
                                        <p:attrNameLst>
                                          <p:attrName>style.visibility</p:attrName>
                                        </p:attrNameLst>
                                      </p:cBhvr>
                                      <p:to>
                                        <p:strVal val="visible"/>
                                      </p:to>
                                    </p:set>
                                    <p:animEffect transition="in" filter="fade">
                                      <p:cBhvr>
                                        <p:cTn id="471" dur="650"/>
                                        <p:tgtEl>
                                          <p:spTgt spid="34"/>
                                        </p:tgtEl>
                                      </p:cBhvr>
                                    </p:animEffect>
                                    <p:anim calcmode="lin" valueType="num">
                                      <p:cBhvr>
                                        <p:cTn id="472" dur="650" fill="hold"/>
                                        <p:tgtEl>
                                          <p:spTgt spid="34"/>
                                        </p:tgtEl>
                                        <p:attrNameLst>
                                          <p:attrName>ppt_x</p:attrName>
                                        </p:attrNameLst>
                                      </p:cBhvr>
                                      <p:tavLst>
                                        <p:tav tm="0">
                                          <p:val>
                                            <p:strVal val="#ppt_x"/>
                                          </p:val>
                                        </p:tav>
                                        <p:tav tm="100000">
                                          <p:val>
                                            <p:strVal val="#ppt_x"/>
                                          </p:val>
                                        </p:tav>
                                      </p:tavLst>
                                    </p:anim>
                                    <p:anim calcmode="lin" valueType="num">
                                      <p:cBhvr>
                                        <p:cTn id="473" dur="650" fill="hold"/>
                                        <p:tgtEl>
                                          <p:spTgt spid="34"/>
                                        </p:tgtEl>
                                        <p:attrNameLst>
                                          <p:attrName>ppt_y</p:attrName>
                                        </p:attrNameLst>
                                      </p:cBhvr>
                                      <p:tavLst>
                                        <p:tav tm="0">
                                          <p:val>
                                            <p:strVal val="#ppt_y+.1"/>
                                          </p:val>
                                        </p:tav>
                                        <p:tav tm="100000">
                                          <p:val>
                                            <p:strVal val="#ppt_y"/>
                                          </p:val>
                                        </p:tav>
                                      </p:tavLst>
                                    </p:anim>
                                  </p:childTnLst>
                                </p:cTn>
                              </p:par>
                              <p:par>
                                <p:cTn id="474" presetID="42" presetClass="entr" presetSubtype="0" fill="hold" grpId="0" nodeType="withEffect">
                                  <p:stCondLst>
                                    <p:cond delay="441"/>
                                  </p:stCondLst>
                                  <p:childTnLst>
                                    <p:set>
                                      <p:cBhvr>
                                        <p:cTn id="475" dur="1" fill="hold">
                                          <p:stCondLst>
                                            <p:cond delay="0"/>
                                          </p:stCondLst>
                                        </p:cTn>
                                        <p:tgtEl>
                                          <p:spTgt spid="42"/>
                                        </p:tgtEl>
                                        <p:attrNameLst>
                                          <p:attrName>style.visibility</p:attrName>
                                        </p:attrNameLst>
                                      </p:cBhvr>
                                      <p:to>
                                        <p:strVal val="visible"/>
                                      </p:to>
                                    </p:set>
                                    <p:animEffect transition="in" filter="fade">
                                      <p:cBhvr>
                                        <p:cTn id="476" dur="650"/>
                                        <p:tgtEl>
                                          <p:spTgt spid="42"/>
                                        </p:tgtEl>
                                      </p:cBhvr>
                                    </p:animEffect>
                                    <p:anim calcmode="lin" valueType="num">
                                      <p:cBhvr>
                                        <p:cTn id="477" dur="650" fill="hold"/>
                                        <p:tgtEl>
                                          <p:spTgt spid="42"/>
                                        </p:tgtEl>
                                        <p:attrNameLst>
                                          <p:attrName>ppt_x</p:attrName>
                                        </p:attrNameLst>
                                      </p:cBhvr>
                                      <p:tavLst>
                                        <p:tav tm="0">
                                          <p:val>
                                            <p:strVal val="#ppt_x"/>
                                          </p:val>
                                        </p:tav>
                                        <p:tav tm="100000">
                                          <p:val>
                                            <p:strVal val="#ppt_x"/>
                                          </p:val>
                                        </p:tav>
                                      </p:tavLst>
                                    </p:anim>
                                    <p:anim calcmode="lin" valueType="num">
                                      <p:cBhvr>
                                        <p:cTn id="478" dur="650" fill="hold"/>
                                        <p:tgtEl>
                                          <p:spTgt spid="42"/>
                                        </p:tgtEl>
                                        <p:attrNameLst>
                                          <p:attrName>ppt_y</p:attrName>
                                        </p:attrNameLst>
                                      </p:cBhvr>
                                      <p:tavLst>
                                        <p:tav tm="0">
                                          <p:val>
                                            <p:strVal val="#ppt_y+.1"/>
                                          </p:val>
                                        </p:tav>
                                        <p:tav tm="100000">
                                          <p:val>
                                            <p:strVal val="#ppt_y"/>
                                          </p:val>
                                        </p:tav>
                                      </p:tavLst>
                                    </p:anim>
                                  </p:childTnLst>
                                </p:cTn>
                              </p:par>
                              <p:par>
                                <p:cTn id="479" presetID="42" presetClass="entr" presetSubtype="0" fill="hold" grpId="0" nodeType="withEffect">
                                  <p:stCondLst>
                                    <p:cond delay="441"/>
                                  </p:stCondLst>
                                  <p:childTnLst>
                                    <p:set>
                                      <p:cBhvr>
                                        <p:cTn id="480" dur="1" fill="hold">
                                          <p:stCondLst>
                                            <p:cond delay="0"/>
                                          </p:stCondLst>
                                        </p:cTn>
                                        <p:tgtEl>
                                          <p:spTgt spid="43"/>
                                        </p:tgtEl>
                                        <p:attrNameLst>
                                          <p:attrName>style.visibility</p:attrName>
                                        </p:attrNameLst>
                                      </p:cBhvr>
                                      <p:to>
                                        <p:strVal val="visible"/>
                                      </p:to>
                                    </p:set>
                                    <p:animEffect transition="in" filter="fade">
                                      <p:cBhvr>
                                        <p:cTn id="481" dur="650"/>
                                        <p:tgtEl>
                                          <p:spTgt spid="43"/>
                                        </p:tgtEl>
                                      </p:cBhvr>
                                    </p:animEffect>
                                    <p:anim calcmode="lin" valueType="num">
                                      <p:cBhvr>
                                        <p:cTn id="482" dur="650" fill="hold"/>
                                        <p:tgtEl>
                                          <p:spTgt spid="43"/>
                                        </p:tgtEl>
                                        <p:attrNameLst>
                                          <p:attrName>ppt_x</p:attrName>
                                        </p:attrNameLst>
                                      </p:cBhvr>
                                      <p:tavLst>
                                        <p:tav tm="0">
                                          <p:val>
                                            <p:strVal val="#ppt_x"/>
                                          </p:val>
                                        </p:tav>
                                        <p:tav tm="100000">
                                          <p:val>
                                            <p:strVal val="#ppt_x"/>
                                          </p:val>
                                        </p:tav>
                                      </p:tavLst>
                                    </p:anim>
                                    <p:anim calcmode="lin" valueType="num">
                                      <p:cBhvr>
                                        <p:cTn id="483" dur="650" fill="hold"/>
                                        <p:tgtEl>
                                          <p:spTgt spid="43"/>
                                        </p:tgtEl>
                                        <p:attrNameLst>
                                          <p:attrName>ppt_y</p:attrName>
                                        </p:attrNameLst>
                                      </p:cBhvr>
                                      <p:tavLst>
                                        <p:tav tm="0">
                                          <p:val>
                                            <p:strVal val="#ppt_y+.1"/>
                                          </p:val>
                                        </p:tav>
                                        <p:tav tm="100000">
                                          <p:val>
                                            <p:strVal val="#ppt_y"/>
                                          </p:val>
                                        </p:tav>
                                      </p:tavLst>
                                    </p:anim>
                                  </p:childTnLst>
                                </p:cTn>
                              </p:par>
                              <p:par>
                                <p:cTn id="484" presetID="42" presetClass="entr" presetSubtype="0" fill="hold" grpId="0" nodeType="withEffect">
                                  <p:stCondLst>
                                    <p:cond delay="505"/>
                                  </p:stCondLst>
                                  <p:childTnLst>
                                    <p:set>
                                      <p:cBhvr>
                                        <p:cTn id="485" dur="1" fill="hold">
                                          <p:stCondLst>
                                            <p:cond delay="0"/>
                                          </p:stCondLst>
                                        </p:cTn>
                                        <p:tgtEl>
                                          <p:spTgt spid="51"/>
                                        </p:tgtEl>
                                        <p:attrNameLst>
                                          <p:attrName>style.visibility</p:attrName>
                                        </p:attrNameLst>
                                      </p:cBhvr>
                                      <p:to>
                                        <p:strVal val="visible"/>
                                      </p:to>
                                    </p:set>
                                    <p:animEffect transition="in" filter="fade">
                                      <p:cBhvr>
                                        <p:cTn id="486" dur="650"/>
                                        <p:tgtEl>
                                          <p:spTgt spid="51"/>
                                        </p:tgtEl>
                                      </p:cBhvr>
                                    </p:animEffect>
                                    <p:anim calcmode="lin" valueType="num">
                                      <p:cBhvr>
                                        <p:cTn id="487" dur="650" fill="hold"/>
                                        <p:tgtEl>
                                          <p:spTgt spid="51"/>
                                        </p:tgtEl>
                                        <p:attrNameLst>
                                          <p:attrName>ppt_x</p:attrName>
                                        </p:attrNameLst>
                                      </p:cBhvr>
                                      <p:tavLst>
                                        <p:tav tm="0">
                                          <p:val>
                                            <p:strVal val="#ppt_x"/>
                                          </p:val>
                                        </p:tav>
                                        <p:tav tm="100000">
                                          <p:val>
                                            <p:strVal val="#ppt_x"/>
                                          </p:val>
                                        </p:tav>
                                      </p:tavLst>
                                    </p:anim>
                                    <p:anim calcmode="lin" valueType="num">
                                      <p:cBhvr>
                                        <p:cTn id="488" dur="650" fill="hold"/>
                                        <p:tgtEl>
                                          <p:spTgt spid="51"/>
                                        </p:tgtEl>
                                        <p:attrNameLst>
                                          <p:attrName>ppt_y</p:attrName>
                                        </p:attrNameLst>
                                      </p:cBhvr>
                                      <p:tavLst>
                                        <p:tav tm="0">
                                          <p:val>
                                            <p:strVal val="#ppt_y+.1"/>
                                          </p:val>
                                        </p:tav>
                                        <p:tav tm="100000">
                                          <p:val>
                                            <p:strVal val="#ppt_y"/>
                                          </p:val>
                                        </p:tav>
                                      </p:tavLst>
                                    </p:anim>
                                  </p:childTnLst>
                                </p:cTn>
                              </p:par>
                              <p:par>
                                <p:cTn id="489" presetID="42" presetClass="entr" presetSubtype="0" fill="hold" grpId="0" nodeType="withEffect">
                                  <p:stCondLst>
                                    <p:cond delay="505"/>
                                  </p:stCondLst>
                                  <p:childTnLst>
                                    <p:set>
                                      <p:cBhvr>
                                        <p:cTn id="490" dur="1" fill="hold">
                                          <p:stCondLst>
                                            <p:cond delay="0"/>
                                          </p:stCondLst>
                                        </p:cTn>
                                        <p:tgtEl>
                                          <p:spTgt spid="52"/>
                                        </p:tgtEl>
                                        <p:attrNameLst>
                                          <p:attrName>style.visibility</p:attrName>
                                        </p:attrNameLst>
                                      </p:cBhvr>
                                      <p:to>
                                        <p:strVal val="visible"/>
                                      </p:to>
                                    </p:set>
                                    <p:animEffect transition="in" filter="fade">
                                      <p:cBhvr>
                                        <p:cTn id="491" dur="650"/>
                                        <p:tgtEl>
                                          <p:spTgt spid="52"/>
                                        </p:tgtEl>
                                      </p:cBhvr>
                                    </p:animEffect>
                                    <p:anim calcmode="lin" valueType="num">
                                      <p:cBhvr>
                                        <p:cTn id="492" dur="650" fill="hold"/>
                                        <p:tgtEl>
                                          <p:spTgt spid="52"/>
                                        </p:tgtEl>
                                        <p:attrNameLst>
                                          <p:attrName>ppt_x</p:attrName>
                                        </p:attrNameLst>
                                      </p:cBhvr>
                                      <p:tavLst>
                                        <p:tav tm="0">
                                          <p:val>
                                            <p:strVal val="#ppt_x"/>
                                          </p:val>
                                        </p:tav>
                                        <p:tav tm="100000">
                                          <p:val>
                                            <p:strVal val="#ppt_x"/>
                                          </p:val>
                                        </p:tav>
                                      </p:tavLst>
                                    </p:anim>
                                    <p:anim calcmode="lin" valueType="num">
                                      <p:cBhvr>
                                        <p:cTn id="493" dur="650" fill="hold"/>
                                        <p:tgtEl>
                                          <p:spTgt spid="52"/>
                                        </p:tgtEl>
                                        <p:attrNameLst>
                                          <p:attrName>ppt_y</p:attrName>
                                        </p:attrNameLst>
                                      </p:cBhvr>
                                      <p:tavLst>
                                        <p:tav tm="0">
                                          <p:val>
                                            <p:strVal val="#ppt_y+.1"/>
                                          </p:val>
                                        </p:tav>
                                        <p:tav tm="100000">
                                          <p:val>
                                            <p:strVal val="#ppt_y"/>
                                          </p:val>
                                        </p:tav>
                                      </p:tavLst>
                                    </p:anim>
                                  </p:childTnLst>
                                </p:cTn>
                              </p:par>
                              <p:par>
                                <p:cTn id="494" presetID="42" presetClass="entr" presetSubtype="0" fill="hold" grpId="0" nodeType="withEffect">
                                  <p:stCondLst>
                                    <p:cond delay="568"/>
                                  </p:stCondLst>
                                  <p:childTnLst>
                                    <p:set>
                                      <p:cBhvr>
                                        <p:cTn id="495" dur="1" fill="hold">
                                          <p:stCondLst>
                                            <p:cond delay="0"/>
                                          </p:stCondLst>
                                        </p:cTn>
                                        <p:tgtEl>
                                          <p:spTgt spid="60"/>
                                        </p:tgtEl>
                                        <p:attrNameLst>
                                          <p:attrName>style.visibility</p:attrName>
                                        </p:attrNameLst>
                                      </p:cBhvr>
                                      <p:to>
                                        <p:strVal val="visible"/>
                                      </p:to>
                                    </p:set>
                                    <p:animEffect transition="in" filter="fade">
                                      <p:cBhvr>
                                        <p:cTn id="496" dur="650"/>
                                        <p:tgtEl>
                                          <p:spTgt spid="60"/>
                                        </p:tgtEl>
                                      </p:cBhvr>
                                    </p:animEffect>
                                    <p:anim calcmode="lin" valueType="num">
                                      <p:cBhvr>
                                        <p:cTn id="497" dur="650" fill="hold"/>
                                        <p:tgtEl>
                                          <p:spTgt spid="60"/>
                                        </p:tgtEl>
                                        <p:attrNameLst>
                                          <p:attrName>ppt_x</p:attrName>
                                        </p:attrNameLst>
                                      </p:cBhvr>
                                      <p:tavLst>
                                        <p:tav tm="0">
                                          <p:val>
                                            <p:strVal val="#ppt_x"/>
                                          </p:val>
                                        </p:tav>
                                        <p:tav tm="100000">
                                          <p:val>
                                            <p:strVal val="#ppt_x"/>
                                          </p:val>
                                        </p:tav>
                                      </p:tavLst>
                                    </p:anim>
                                    <p:anim calcmode="lin" valueType="num">
                                      <p:cBhvr>
                                        <p:cTn id="498" dur="650" fill="hold"/>
                                        <p:tgtEl>
                                          <p:spTgt spid="60"/>
                                        </p:tgtEl>
                                        <p:attrNameLst>
                                          <p:attrName>ppt_y</p:attrName>
                                        </p:attrNameLst>
                                      </p:cBhvr>
                                      <p:tavLst>
                                        <p:tav tm="0">
                                          <p:val>
                                            <p:strVal val="#ppt_y+.1"/>
                                          </p:val>
                                        </p:tav>
                                        <p:tav tm="100000">
                                          <p:val>
                                            <p:strVal val="#ppt_y"/>
                                          </p:val>
                                        </p:tav>
                                      </p:tavLst>
                                    </p:anim>
                                  </p:childTnLst>
                                </p:cTn>
                              </p:par>
                              <p:par>
                                <p:cTn id="499" presetID="42" presetClass="entr" presetSubtype="0" fill="hold" grpId="0" nodeType="withEffect">
                                  <p:stCondLst>
                                    <p:cond delay="568"/>
                                  </p:stCondLst>
                                  <p:childTnLst>
                                    <p:set>
                                      <p:cBhvr>
                                        <p:cTn id="500" dur="1" fill="hold">
                                          <p:stCondLst>
                                            <p:cond delay="0"/>
                                          </p:stCondLst>
                                        </p:cTn>
                                        <p:tgtEl>
                                          <p:spTgt spid="61"/>
                                        </p:tgtEl>
                                        <p:attrNameLst>
                                          <p:attrName>style.visibility</p:attrName>
                                        </p:attrNameLst>
                                      </p:cBhvr>
                                      <p:to>
                                        <p:strVal val="visible"/>
                                      </p:to>
                                    </p:set>
                                    <p:animEffect transition="in" filter="fade">
                                      <p:cBhvr>
                                        <p:cTn id="501" dur="650"/>
                                        <p:tgtEl>
                                          <p:spTgt spid="61"/>
                                        </p:tgtEl>
                                      </p:cBhvr>
                                    </p:animEffect>
                                    <p:anim calcmode="lin" valueType="num">
                                      <p:cBhvr>
                                        <p:cTn id="502" dur="650" fill="hold"/>
                                        <p:tgtEl>
                                          <p:spTgt spid="61"/>
                                        </p:tgtEl>
                                        <p:attrNameLst>
                                          <p:attrName>ppt_x</p:attrName>
                                        </p:attrNameLst>
                                      </p:cBhvr>
                                      <p:tavLst>
                                        <p:tav tm="0">
                                          <p:val>
                                            <p:strVal val="#ppt_x"/>
                                          </p:val>
                                        </p:tav>
                                        <p:tav tm="100000">
                                          <p:val>
                                            <p:strVal val="#ppt_x"/>
                                          </p:val>
                                        </p:tav>
                                      </p:tavLst>
                                    </p:anim>
                                    <p:anim calcmode="lin" valueType="num">
                                      <p:cBhvr>
                                        <p:cTn id="503" dur="650" fill="hold"/>
                                        <p:tgtEl>
                                          <p:spTgt spid="61"/>
                                        </p:tgtEl>
                                        <p:attrNameLst>
                                          <p:attrName>ppt_y</p:attrName>
                                        </p:attrNameLst>
                                      </p:cBhvr>
                                      <p:tavLst>
                                        <p:tav tm="0">
                                          <p:val>
                                            <p:strVal val="#ppt_y+.1"/>
                                          </p:val>
                                        </p:tav>
                                        <p:tav tm="100000">
                                          <p:val>
                                            <p:strVal val="#ppt_y"/>
                                          </p:val>
                                        </p:tav>
                                      </p:tavLst>
                                    </p:anim>
                                  </p:childTnLst>
                                </p:cTn>
                              </p:par>
                              <p:par>
                                <p:cTn id="504" presetID="42" presetClass="entr" presetSubtype="0" fill="hold" grpId="0" nodeType="withEffect">
                                  <p:stCondLst>
                                    <p:cond delay="632"/>
                                  </p:stCondLst>
                                  <p:childTnLst>
                                    <p:set>
                                      <p:cBhvr>
                                        <p:cTn id="505" dur="1" fill="hold">
                                          <p:stCondLst>
                                            <p:cond delay="0"/>
                                          </p:stCondLst>
                                        </p:cTn>
                                        <p:tgtEl>
                                          <p:spTgt spid="69"/>
                                        </p:tgtEl>
                                        <p:attrNameLst>
                                          <p:attrName>style.visibility</p:attrName>
                                        </p:attrNameLst>
                                      </p:cBhvr>
                                      <p:to>
                                        <p:strVal val="visible"/>
                                      </p:to>
                                    </p:set>
                                    <p:animEffect transition="in" filter="fade">
                                      <p:cBhvr>
                                        <p:cTn id="506" dur="650"/>
                                        <p:tgtEl>
                                          <p:spTgt spid="69"/>
                                        </p:tgtEl>
                                      </p:cBhvr>
                                    </p:animEffect>
                                    <p:anim calcmode="lin" valueType="num">
                                      <p:cBhvr>
                                        <p:cTn id="507" dur="650" fill="hold"/>
                                        <p:tgtEl>
                                          <p:spTgt spid="69"/>
                                        </p:tgtEl>
                                        <p:attrNameLst>
                                          <p:attrName>ppt_x</p:attrName>
                                        </p:attrNameLst>
                                      </p:cBhvr>
                                      <p:tavLst>
                                        <p:tav tm="0">
                                          <p:val>
                                            <p:strVal val="#ppt_x"/>
                                          </p:val>
                                        </p:tav>
                                        <p:tav tm="100000">
                                          <p:val>
                                            <p:strVal val="#ppt_x"/>
                                          </p:val>
                                        </p:tav>
                                      </p:tavLst>
                                    </p:anim>
                                    <p:anim calcmode="lin" valueType="num">
                                      <p:cBhvr>
                                        <p:cTn id="508" dur="650" fill="hold"/>
                                        <p:tgtEl>
                                          <p:spTgt spid="69"/>
                                        </p:tgtEl>
                                        <p:attrNameLst>
                                          <p:attrName>ppt_y</p:attrName>
                                        </p:attrNameLst>
                                      </p:cBhvr>
                                      <p:tavLst>
                                        <p:tav tm="0">
                                          <p:val>
                                            <p:strVal val="#ppt_y+.1"/>
                                          </p:val>
                                        </p:tav>
                                        <p:tav tm="100000">
                                          <p:val>
                                            <p:strVal val="#ppt_y"/>
                                          </p:val>
                                        </p:tav>
                                      </p:tavLst>
                                    </p:anim>
                                  </p:childTnLst>
                                </p:cTn>
                              </p:par>
                              <p:par>
                                <p:cTn id="509" presetID="42" presetClass="entr" presetSubtype="0" fill="hold" grpId="0" nodeType="withEffect">
                                  <p:stCondLst>
                                    <p:cond delay="632"/>
                                  </p:stCondLst>
                                  <p:childTnLst>
                                    <p:set>
                                      <p:cBhvr>
                                        <p:cTn id="510" dur="1" fill="hold">
                                          <p:stCondLst>
                                            <p:cond delay="0"/>
                                          </p:stCondLst>
                                        </p:cTn>
                                        <p:tgtEl>
                                          <p:spTgt spid="70"/>
                                        </p:tgtEl>
                                        <p:attrNameLst>
                                          <p:attrName>style.visibility</p:attrName>
                                        </p:attrNameLst>
                                      </p:cBhvr>
                                      <p:to>
                                        <p:strVal val="visible"/>
                                      </p:to>
                                    </p:set>
                                    <p:animEffect transition="in" filter="fade">
                                      <p:cBhvr>
                                        <p:cTn id="511" dur="650"/>
                                        <p:tgtEl>
                                          <p:spTgt spid="70"/>
                                        </p:tgtEl>
                                      </p:cBhvr>
                                    </p:animEffect>
                                    <p:anim calcmode="lin" valueType="num">
                                      <p:cBhvr>
                                        <p:cTn id="512" dur="650" fill="hold"/>
                                        <p:tgtEl>
                                          <p:spTgt spid="70"/>
                                        </p:tgtEl>
                                        <p:attrNameLst>
                                          <p:attrName>ppt_x</p:attrName>
                                        </p:attrNameLst>
                                      </p:cBhvr>
                                      <p:tavLst>
                                        <p:tav tm="0">
                                          <p:val>
                                            <p:strVal val="#ppt_x"/>
                                          </p:val>
                                        </p:tav>
                                        <p:tav tm="100000">
                                          <p:val>
                                            <p:strVal val="#ppt_x"/>
                                          </p:val>
                                        </p:tav>
                                      </p:tavLst>
                                    </p:anim>
                                    <p:anim calcmode="lin" valueType="num">
                                      <p:cBhvr>
                                        <p:cTn id="513" dur="650" fill="hold"/>
                                        <p:tgtEl>
                                          <p:spTgt spid="70"/>
                                        </p:tgtEl>
                                        <p:attrNameLst>
                                          <p:attrName>ppt_y</p:attrName>
                                        </p:attrNameLst>
                                      </p:cBhvr>
                                      <p:tavLst>
                                        <p:tav tm="0">
                                          <p:val>
                                            <p:strVal val="#ppt_y+.1"/>
                                          </p:val>
                                        </p:tav>
                                        <p:tav tm="100000">
                                          <p:val>
                                            <p:strVal val="#ppt_y"/>
                                          </p:val>
                                        </p:tav>
                                      </p:tavLst>
                                    </p:anim>
                                  </p:childTnLst>
                                </p:cTn>
                              </p:par>
                              <p:par>
                                <p:cTn id="514" presetID="42" presetClass="entr" presetSubtype="0" fill="hold" grpId="0" nodeType="withEffect">
                                  <p:stCondLst>
                                    <p:cond delay="695"/>
                                  </p:stCondLst>
                                  <p:childTnLst>
                                    <p:set>
                                      <p:cBhvr>
                                        <p:cTn id="515" dur="1" fill="hold">
                                          <p:stCondLst>
                                            <p:cond delay="0"/>
                                          </p:stCondLst>
                                        </p:cTn>
                                        <p:tgtEl>
                                          <p:spTgt spid="78"/>
                                        </p:tgtEl>
                                        <p:attrNameLst>
                                          <p:attrName>style.visibility</p:attrName>
                                        </p:attrNameLst>
                                      </p:cBhvr>
                                      <p:to>
                                        <p:strVal val="visible"/>
                                      </p:to>
                                    </p:set>
                                    <p:animEffect transition="in" filter="fade">
                                      <p:cBhvr>
                                        <p:cTn id="516" dur="650"/>
                                        <p:tgtEl>
                                          <p:spTgt spid="78"/>
                                        </p:tgtEl>
                                      </p:cBhvr>
                                    </p:animEffect>
                                    <p:anim calcmode="lin" valueType="num">
                                      <p:cBhvr>
                                        <p:cTn id="517" dur="650" fill="hold"/>
                                        <p:tgtEl>
                                          <p:spTgt spid="78"/>
                                        </p:tgtEl>
                                        <p:attrNameLst>
                                          <p:attrName>ppt_x</p:attrName>
                                        </p:attrNameLst>
                                      </p:cBhvr>
                                      <p:tavLst>
                                        <p:tav tm="0">
                                          <p:val>
                                            <p:strVal val="#ppt_x"/>
                                          </p:val>
                                        </p:tav>
                                        <p:tav tm="100000">
                                          <p:val>
                                            <p:strVal val="#ppt_x"/>
                                          </p:val>
                                        </p:tav>
                                      </p:tavLst>
                                    </p:anim>
                                    <p:anim calcmode="lin" valueType="num">
                                      <p:cBhvr>
                                        <p:cTn id="518" dur="650" fill="hold"/>
                                        <p:tgtEl>
                                          <p:spTgt spid="78"/>
                                        </p:tgtEl>
                                        <p:attrNameLst>
                                          <p:attrName>ppt_y</p:attrName>
                                        </p:attrNameLst>
                                      </p:cBhvr>
                                      <p:tavLst>
                                        <p:tav tm="0">
                                          <p:val>
                                            <p:strVal val="#ppt_y+.1"/>
                                          </p:val>
                                        </p:tav>
                                        <p:tav tm="100000">
                                          <p:val>
                                            <p:strVal val="#ppt_y"/>
                                          </p:val>
                                        </p:tav>
                                      </p:tavLst>
                                    </p:anim>
                                  </p:childTnLst>
                                </p:cTn>
                              </p:par>
                              <p:par>
                                <p:cTn id="519" presetID="42" presetClass="entr" presetSubtype="0" fill="hold" grpId="0" nodeType="withEffect">
                                  <p:stCondLst>
                                    <p:cond delay="695"/>
                                  </p:stCondLst>
                                  <p:childTnLst>
                                    <p:set>
                                      <p:cBhvr>
                                        <p:cTn id="520" dur="1" fill="hold">
                                          <p:stCondLst>
                                            <p:cond delay="0"/>
                                          </p:stCondLst>
                                        </p:cTn>
                                        <p:tgtEl>
                                          <p:spTgt spid="79"/>
                                        </p:tgtEl>
                                        <p:attrNameLst>
                                          <p:attrName>style.visibility</p:attrName>
                                        </p:attrNameLst>
                                      </p:cBhvr>
                                      <p:to>
                                        <p:strVal val="visible"/>
                                      </p:to>
                                    </p:set>
                                    <p:animEffect transition="in" filter="fade">
                                      <p:cBhvr>
                                        <p:cTn id="521" dur="650"/>
                                        <p:tgtEl>
                                          <p:spTgt spid="79"/>
                                        </p:tgtEl>
                                      </p:cBhvr>
                                    </p:animEffect>
                                    <p:anim calcmode="lin" valueType="num">
                                      <p:cBhvr>
                                        <p:cTn id="522" dur="650" fill="hold"/>
                                        <p:tgtEl>
                                          <p:spTgt spid="79"/>
                                        </p:tgtEl>
                                        <p:attrNameLst>
                                          <p:attrName>ppt_x</p:attrName>
                                        </p:attrNameLst>
                                      </p:cBhvr>
                                      <p:tavLst>
                                        <p:tav tm="0">
                                          <p:val>
                                            <p:strVal val="#ppt_x"/>
                                          </p:val>
                                        </p:tav>
                                        <p:tav tm="100000">
                                          <p:val>
                                            <p:strVal val="#ppt_x"/>
                                          </p:val>
                                        </p:tav>
                                      </p:tavLst>
                                    </p:anim>
                                    <p:anim calcmode="lin" valueType="num">
                                      <p:cBhvr>
                                        <p:cTn id="523" dur="650" fill="hold"/>
                                        <p:tgtEl>
                                          <p:spTgt spid="79"/>
                                        </p:tgtEl>
                                        <p:attrNameLst>
                                          <p:attrName>ppt_y</p:attrName>
                                        </p:attrNameLst>
                                      </p:cBhvr>
                                      <p:tavLst>
                                        <p:tav tm="0">
                                          <p:val>
                                            <p:strVal val="#ppt_y+.1"/>
                                          </p:val>
                                        </p:tav>
                                        <p:tav tm="100000">
                                          <p:val>
                                            <p:strVal val="#ppt_y"/>
                                          </p:val>
                                        </p:tav>
                                      </p:tavLst>
                                    </p:anim>
                                  </p:childTnLst>
                                </p:cTn>
                              </p:par>
                              <p:par>
                                <p:cTn id="524" presetID="42" presetClass="entr" presetSubtype="0" fill="hold" grpId="0" nodeType="withEffect">
                                  <p:stCondLst>
                                    <p:cond delay="759"/>
                                  </p:stCondLst>
                                  <p:childTnLst>
                                    <p:set>
                                      <p:cBhvr>
                                        <p:cTn id="525" dur="1" fill="hold">
                                          <p:stCondLst>
                                            <p:cond delay="0"/>
                                          </p:stCondLst>
                                        </p:cTn>
                                        <p:tgtEl>
                                          <p:spTgt spid="87"/>
                                        </p:tgtEl>
                                        <p:attrNameLst>
                                          <p:attrName>style.visibility</p:attrName>
                                        </p:attrNameLst>
                                      </p:cBhvr>
                                      <p:to>
                                        <p:strVal val="visible"/>
                                      </p:to>
                                    </p:set>
                                    <p:animEffect transition="in" filter="fade">
                                      <p:cBhvr>
                                        <p:cTn id="526" dur="650"/>
                                        <p:tgtEl>
                                          <p:spTgt spid="87"/>
                                        </p:tgtEl>
                                      </p:cBhvr>
                                    </p:animEffect>
                                    <p:anim calcmode="lin" valueType="num">
                                      <p:cBhvr>
                                        <p:cTn id="527" dur="650" fill="hold"/>
                                        <p:tgtEl>
                                          <p:spTgt spid="87"/>
                                        </p:tgtEl>
                                        <p:attrNameLst>
                                          <p:attrName>ppt_x</p:attrName>
                                        </p:attrNameLst>
                                      </p:cBhvr>
                                      <p:tavLst>
                                        <p:tav tm="0">
                                          <p:val>
                                            <p:strVal val="#ppt_x"/>
                                          </p:val>
                                        </p:tav>
                                        <p:tav tm="100000">
                                          <p:val>
                                            <p:strVal val="#ppt_x"/>
                                          </p:val>
                                        </p:tav>
                                      </p:tavLst>
                                    </p:anim>
                                    <p:anim calcmode="lin" valueType="num">
                                      <p:cBhvr>
                                        <p:cTn id="528" dur="650" fill="hold"/>
                                        <p:tgtEl>
                                          <p:spTgt spid="87"/>
                                        </p:tgtEl>
                                        <p:attrNameLst>
                                          <p:attrName>ppt_y</p:attrName>
                                        </p:attrNameLst>
                                      </p:cBhvr>
                                      <p:tavLst>
                                        <p:tav tm="0">
                                          <p:val>
                                            <p:strVal val="#ppt_y+.1"/>
                                          </p:val>
                                        </p:tav>
                                        <p:tav tm="100000">
                                          <p:val>
                                            <p:strVal val="#ppt_y"/>
                                          </p:val>
                                        </p:tav>
                                      </p:tavLst>
                                    </p:anim>
                                  </p:childTnLst>
                                </p:cTn>
                              </p:par>
                              <p:par>
                                <p:cTn id="529" presetID="42" presetClass="entr" presetSubtype="0" fill="hold" grpId="0" nodeType="withEffect">
                                  <p:stCondLst>
                                    <p:cond delay="759"/>
                                  </p:stCondLst>
                                  <p:childTnLst>
                                    <p:set>
                                      <p:cBhvr>
                                        <p:cTn id="530" dur="1" fill="hold">
                                          <p:stCondLst>
                                            <p:cond delay="0"/>
                                          </p:stCondLst>
                                        </p:cTn>
                                        <p:tgtEl>
                                          <p:spTgt spid="88"/>
                                        </p:tgtEl>
                                        <p:attrNameLst>
                                          <p:attrName>style.visibility</p:attrName>
                                        </p:attrNameLst>
                                      </p:cBhvr>
                                      <p:to>
                                        <p:strVal val="visible"/>
                                      </p:to>
                                    </p:set>
                                    <p:animEffect transition="in" filter="fade">
                                      <p:cBhvr>
                                        <p:cTn id="531" dur="650"/>
                                        <p:tgtEl>
                                          <p:spTgt spid="88"/>
                                        </p:tgtEl>
                                      </p:cBhvr>
                                    </p:animEffect>
                                    <p:anim calcmode="lin" valueType="num">
                                      <p:cBhvr>
                                        <p:cTn id="532" dur="650" fill="hold"/>
                                        <p:tgtEl>
                                          <p:spTgt spid="88"/>
                                        </p:tgtEl>
                                        <p:attrNameLst>
                                          <p:attrName>ppt_x</p:attrName>
                                        </p:attrNameLst>
                                      </p:cBhvr>
                                      <p:tavLst>
                                        <p:tav tm="0">
                                          <p:val>
                                            <p:strVal val="#ppt_x"/>
                                          </p:val>
                                        </p:tav>
                                        <p:tav tm="100000">
                                          <p:val>
                                            <p:strVal val="#ppt_x"/>
                                          </p:val>
                                        </p:tav>
                                      </p:tavLst>
                                    </p:anim>
                                    <p:anim calcmode="lin" valueType="num">
                                      <p:cBhvr>
                                        <p:cTn id="533" dur="650" fill="hold"/>
                                        <p:tgtEl>
                                          <p:spTgt spid="88"/>
                                        </p:tgtEl>
                                        <p:attrNameLst>
                                          <p:attrName>ppt_y</p:attrName>
                                        </p:attrNameLst>
                                      </p:cBhvr>
                                      <p:tavLst>
                                        <p:tav tm="0">
                                          <p:val>
                                            <p:strVal val="#ppt_y+.1"/>
                                          </p:val>
                                        </p:tav>
                                        <p:tav tm="100000">
                                          <p:val>
                                            <p:strVal val="#ppt_y"/>
                                          </p:val>
                                        </p:tav>
                                      </p:tavLst>
                                    </p:anim>
                                  </p:childTnLst>
                                </p:cTn>
                              </p:par>
                              <p:par>
                                <p:cTn id="534" presetID="42" presetClass="entr" presetSubtype="0" fill="hold" grpId="0" nodeType="withEffect">
                                  <p:stCondLst>
                                    <p:cond delay="823"/>
                                  </p:stCondLst>
                                  <p:childTnLst>
                                    <p:set>
                                      <p:cBhvr>
                                        <p:cTn id="535" dur="1" fill="hold">
                                          <p:stCondLst>
                                            <p:cond delay="0"/>
                                          </p:stCondLst>
                                        </p:cTn>
                                        <p:tgtEl>
                                          <p:spTgt spid="96"/>
                                        </p:tgtEl>
                                        <p:attrNameLst>
                                          <p:attrName>style.visibility</p:attrName>
                                        </p:attrNameLst>
                                      </p:cBhvr>
                                      <p:to>
                                        <p:strVal val="visible"/>
                                      </p:to>
                                    </p:set>
                                    <p:animEffect transition="in" filter="fade">
                                      <p:cBhvr>
                                        <p:cTn id="536" dur="650"/>
                                        <p:tgtEl>
                                          <p:spTgt spid="96"/>
                                        </p:tgtEl>
                                      </p:cBhvr>
                                    </p:animEffect>
                                    <p:anim calcmode="lin" valueType="num">
                                      <p:cBhvr>
                                        <p:cTn id="537" dur="650" fill="hold"/>
                                        <p:tgtEl>
                                          <p:spTgt spid="96"/>
                                        </p:tgtEl>
                                        <p:attrNameLst>
                                          <p:attrName>ppt_x</p:attrName>
                                        </p:attrNameLst>
                                      </p:cBhvr>
                                      <p:tavLst>
                                        <p:tav tm="0">
                                          <p:val>
                                            <p:strVal val="#ppt_x"/>
                                          </p:val>
                                        </p:tav>
                                        <p:tav tm="100000">
                                          <p:val>
                                            <p:strVal val="#ppt_x"/>
                                          </p:val>
                                        </p:tav>
                                      </p:tavLst>
                                    </p:anim>
                                    <p:anim calcmode="lin" valueType="num">
                                      <p:cBhvr>
                                        <p:cTn id="538" dur="650" fill="hold"/>
                                        <p:tgtEl>
                                          <p:spTgt spid="96"/>
                                        </p:tgtEl>
                                        <p:attrNameLst>
                                          <p:attrName>ppt_y</p:attrName>
                                        </p:attrNameLst>
                                      </p:cBhvr>
                                      <p:tavLst>
                                        <p:tav tm="0">
                                          <p:val>
                                            <p:strVal val="#ppt_y+.1"/>
                                          </p:val>
                                        </p:tav>
                                        <p:tav tm="100000">
                                          <p:val>
                                            <p:strVal val="#ppt_y"/>
                                          </p:val>
                                        </p:tav>
                                      </p:tavLst>
                                    </p:anim>
                                  </p:childTnLst>
                                </p:cTn>
                              </p:par>
                              <p:par>
                                <p:cTn id="539" presetID="42" presetClass="entr" presetSubtype="0" fill="hold" grpId="0" nodeType="withEffect">
                                  <p:stCondLst>
                                    <p:cond delay="823"/>
                                  </p:stCondLst>
                                  <p:childTnLst>
                                    <p:set>
                                      <p:cBhvr>
                                        <p:cTn id="540" dur="1" fill="hold">
                                          <p:stCondLst>
                                            <p:cond delay="0"/>
                                          </p:stCondLst>
                                        </p:cTn>
                                        <p:tgtEl>
                                          <p:spTgt spid="97"/>
                                        </p:tgtEl>
                                        <p:attrNameLst>
                                          <p:attrName>style.visibility</p:attrName>
                                        </p:attrNameLst>
                                      </p:cBhvr>
                                      <p:to>
                                        <p:strVal val="visible"/>
                                      </p:to>
                                    </p:set>
                                    <p:animEffect transition="in" filter="fade">
                                      <p:cBhvr>
                                        <p:cTn id="541" dur="650"/>
                                        <p:tgtEl>
                                          <p:spTgt spid="97"/>
                                        </p:tgtEl>
                                      </p:cBhvr>
                                    </p:animEffect>
                                    <p:anim calcmode="lin" valueType="num">
                                      <p:cBhvr>
                                        <p:cTn id="542" dur="650" fill="hold"/>
                                        <p:tgtEl>
                                          <p:spTgt spid="97"/>
                                        </p:tgtEl>
                                        <p:attrNameLst>
                                          <p:attrName>ppt_x</p:attrName>
                                        </p:attrNameLst>
                                      </p:cBhvr>
                                      <p:tavLst>
                                        <p:tav tm="0">
                                          <p:val>
                                            <p:strVal val="#ppt_x"/>
                                          </p:val>
                                        </p:tav>
                                        <p:tav tm="100000">
                                          <p:val>
                                            <p:strVal val="#ppt_x"/>
                                          </p:val>
                                        </p:tav>
                                      </p:tavLst>
                                    </p:anim>
                                    <p:anim calcmode="lin" valueType="num">
                                      <p:cBhvr>
                                        <p:cTn id="543" dur="650" fill="hold"/>
                                        <p:tgtEl>
                                          <p:spTgt spid="97"/>
                                        </p:tgtEl>
                                        <p:attrNameLst>
                                          <p:attrName>ppt_y</p:attrName>
                                        </p:attrNameLst>
                                      </p:cBhvr>
                                      <p:tavLst>
                                        <p:tav tm="0">
                                          <p:val>
                                            <p:strVal val="#ppt_y+.1"/>
                                          </p:val>
                                        </p:tav>
                                        <p:tav tm="100000">
                                          <p:val>
                                            <p:strVal val="#ppt_y"/>
                                          </p:val>
                                        </p:tav>
                                      </p:tavLst>
                                    </p:anim>
                                  </p:childTnLst>
                                </p:cTn>
                              </p:par>
                              <p:par>
                                <p:cTn id="544" presetID="42" presetClass="entr" presetSubtype="0" fill="hold" grpId="0" nodeType="withEffect">
                                  <p:stCondLst>
                                    <p:cond delay="886"/>
                                  </p:stCondLst>
                                  <p:childTnLst>
                                    <p:set>
                                      <p:cBhvr>
                                        <p:cTn id="545" dur="1" fill="hold">
                                          <p:stCondLst>
                                            <p:cond delay="0"/>
                                          </p:stCondLst>
                                        </p:cTn>
                                        <p:tgtEl>
                                          <p:spTgt spid="106"/>
                                        </p:tgtEl>
                                        <p:attrNameLst>
                                          <p:attrName>style.visibility</p:attrName>
                                        </p:attrNameLst>
                                      </p:cBhvr>
                                      <p:to>
                                        <p:strVal val="visible"/>
                                      </p:to>
                                    </p:set>
                                    <p:animEffect transition="in" filter="fade">
                                      <p:cBhvr>
                                        <p:cTn id="546" dur="650"/>
                                        <p:tgtEl>
                                          <p:spTgt spid="106"/>
                                        </p:tgtEl>
                                      </p:cBhvr>
                                    </p:animEffect>
                                    <p:anim calcmode="lin" valueType="num">
                                      <p:cBhvr>
                                        <p:cTn id="547" dur="650" fill="hold"/>
                                        <p:tgtEl>
                                          <p:spTgt spid="106"/>
                                        </p:tgtEl>
                                        <p:attrNameLst>
                                          <p:attrName>ppt_x</p:attrName>
                                        </p:attrNameLst>
                                      </p:cBhvr>
                                      <p:tavLst>
                                        <p:tav tm="0">
                                          <p:val>
                                            <p:strVal val="#ppt_x"/>
                                          </p:val>
                                        </p:tav>
                                        <p:tav tm="100000">
                                          <p:val>
                                            <p:strVal val="#ppt_x"/>
                                          </p:val>
                                        </p:tav>
                                      </p:tavLst>
                                    </p:anim>
                                    <p:anim calcmode="lin" valueType="num">
                                      <p:cBhvr>
                                        <p:cTn id="548" dur="650" fill="hold"/>
                                        <p:tgtEl>
                                          <p:spTgt spid="106"/>
                                        </p:tgtEl>
                                        <p:attrNameLst>
                                          <p:attrName>ppt_y</p:attrName>
                                        </p:attrNameLst>
                                      </p:cBhvr>
                                      <p:tavLst>
                                        <p:tav tm="0">
                                          <p:val>
                                            <p:strVal val="#ppt_y+.1"/>
                                          </p:val>
                                        </p:tav>
                                        <p:tav tm="100000">
                                          <p:val>
                                            <p:strVal val="#ppt_y"/>
                                          </p:val>
                                        </p:tav>
                                      </p:tavLst>
                                    </p:anim>
                                  </p:childTnLst>
                                </p:cTn>
                              </p:par>
                              <p:par>
                                <p:cTn id="549" presetID="42" presetClass="entr" presetSubtype="0" fill="hold" grpId="0" nodeType="withEffect">
                                  <p:stCondLst>
                                    <p:cond delay="886"/>
                                  </p:stCondLst>
                                  <p:childTnLst>
                                    <p:set>
                                      <p:cBhvr>
                                        <p:cTn id="550" dur="1" fill="hold">
                                          <p:stCondLst>
                                            <p:cond delay="0"/>
                                          </p:stCondLst>
                                        </p:cTn>
                                        <p:tgtEl>
                                          <p:spTgt spid="107"/>
                                        </p:tgtEl>
                                        <p:attrNameLst>
                                          <p:attrName>style.visibility</p:attrName>
                                        </p:attrNameLst>
                                      </p:cBhvr>
                                      <p:to>
                                        <p:strVal val="visible"/>
                                      </p:to>
                                    </p:set>
                                    <p:animEffect transition="in" filter="fade">
                                      <p:cBhvr>
                                        <p:cTn id="551" dur="650"/>
                                        <p:tgtEl>
                                          <p:spTgt spid="107"/>
                                        </p:tgtEl>
                                      </p:cBhvr>
                                    </p:animEffect>
                                    <p:anim calcmode="lin" valueType="num">
                                      <p:cBhvr>
                                        <p:cTn id="552" dur="650" fill="hold"/>
                                        <p:tgtEl>
                                          <p:spTgt spid="107"/>
                                        </p:tgtEl>
                                        <p:attrNameLst>
                                          <p:attrName>ppt_x</p:attrName>
                                        </p:attrNameLst>
                                      </p:cBhvr>
                                      <p:tavLst>
                                        <p:tav tm="0">
                                          <p:val>
                                            <p:strVal val="#ppt_x"/>
                                          </p:val>
                                        </p:tav>
                                        <p:tav tm="100000">
                                          <p:val>
                                            <p:strVal val="#ppt_x"/>
                                          </p:val>
                                        </p:tav>
                                      </p:tavLst>
                                    </p:anim>
                                    <p:anim calcmode="lin" valueType="num">
                                      <p:cBhvr>
                                        <p:cTn id="553" dur="650" fill="hold"/>
                                        <p:tgtEl>
                                          <p:spTgt spid="107"/>
                                        </p:tgtEl>
                                        <p:attrNameLst>
                                          <p:attrName>ppt_y</p:attrName>
                                        </p:attrNameLst>
                                      </p:cBhvr>
                                      <p:tavLst>
                                        <p:tav tm="0">
                                          <p:val>
                                            <p:strVal val="#ppt_y+.1"/>
                                          </p:val>
                                        </p:tav>
                                        <p:tav tm="100000">
                                          <p:val>
                                            <p:strVal val="#ppt_y"/>
                                          </p:val>
                                        </p:tav>
                                      </p:tavLst>
                                    </p:anim>
                                  </p:childTnLst>
                                </p:cTn>
                              </p:par>
                              <p:par>
                                <p:cTn id="554" presetID="42" presetClass="entr" presetSubtype="0" fill="hold" grpId="0" nodeType="withEffect">
                                  <p:stCondLst>
                                    <p:cond delay="950"/>
                                  </p:stCondLst>
                                  <p:childTnLst>
                                    <p:set>
                                      <p:cBhvr>
                                        <p:cTn id="555" dur="1" fill="hold">
                                          <p:stCondLst>
                                            <p:cond delay="0"/>
                                          </p:stCondLst>
                                        </p:cTn>
                                        <p:tgtEl>
                                          <p:spTgt spid="115"/>
                                        </p:tgtEl>
                                        <p:attrNameLst>
                                          <p:attrName>style.visibility</p:attrName>
                                        </p:attrNameLst>
                                      </p:cBhvr>
                                      <p:to>
                                        <p:strVal val="visible"/>
                                      </p:to>
                                    </p:set>
                                    <p:animEffect transition="in" filter="fade">
                                      <p:cBhvr>
                                        <p:cTn id="556" dur="650"/>
                                        <p:tgtEl>
                                          <p:spTgt spid="115"/>
                                        </p:tgtEl>
                                      </p:cBhvr>
                                    </p:animEffect>
                                    <p:anim calcmode="lin" valueType="num">
                                      <p:cBhvr>
                                        <p:cTn id="557" dur="650" fill="hold"/>
                                        <p:tgtEl>
                                          <p:spTgt spid="115"/>
                                        </p:tgtEl>
                                        <p:attrNameLst>
                                          <p:attrName>ppt_x</p:attrName>
                                        </p:attrNameLst>
                                      </p:cBhvr>
                                      <p:tavLst>
                                        <p:tav tm="0">
                                          <p:val>
                                            <p:strVal val="#ppt_x"/>
                                          </p:val>
                                        </p:tav>
                                        <p:tav tm="100000">
                                          <p:val>
                                            <p:strVal val="#ppt_x"/>
                                          </p:val>
                                        </p:tav>
                                      </p:tavLst>
                                    </p:anim>
                                    <p:anim calcmode="lin" valueType="num">
                                      <p:cBhvr>
                                        <p:cTn id="558" dur="650" fill="hold"/>
                                        <p:tgtEl>
                                          <p:spTgt spid="115"/>
                                        </p:tgtEl>
                                        <p:attrNameLst>
                                          <p:attrName>ppt_y</p:attrName>
                                        </p:attrNameLst>
                                      </p:cBhvr>
                                      <p:tavLst>
                                        <p:tav tm="0">
                                          <p:val>
                                            <p:strVal val="#ppt_y+.1"/>
                                          </p:val>
                                        </p:tav>
                                        <p:tav tm="100000">
                                          <p:val>
                                            <p:strVal val="#ppt_y"/>
                                          </p:val>
                                        </p:tav>
                                      </p:tavLst>
                                    </p:anim>
                                  </p:childTnLst>
                                </p:cTn>
                              </p:par>
                              <p:par>
                                <p:cTn id="559" presetID="42" presetClass="entr" presetSubtype="0" fill="hold" grpId="0" nodeType="withEffect">
                                  <p:stCondLst>
                                    <p:cond delay="950"/>
                                  </p:stCondLst>
                                  <p:childTnLst>
                                    <p:set>
                                      <p:cBhvr>
                                        <p:cTn id="560" dur="1" fill="hold">
                                          <p:stCondLst>
                                            <p:cond delay="0"/>
                                          </p:stCondLst>
                                        </p:cTn>
                                        <p:tgtEl>
                                          <p:spTgt spid="116"/>
                                        </p:tgtEl>
                                        <p:attrNameLst>
                                          <p:attrName>style.visibility</p:attrName>
                                        </p:attrNameLst>
                                      </p:cBhvr>
                                      <p:to>
                                        <p:strVal val="visible"/>
                                      </p:to>
                                    </p:set>
                                    <p:animEffect transition="in" filter="fade">
                                      <p:cBhvr>
                                        <p:cTn id="561" dur="650"/>
                                        <p:tgtEl>
                                          <p:spTgt spid="116"/>
                                        </p:tgtEl>
                                      </p:cBhvr>
                                    </p:animEffect>
                                    <p:anim calcmode="lin" valueType="num">
                                      <p:cBhvr>
                                        <p:cTn id="562" dur="650" fill="hold"/>
                                        <p:tgtEl>
                                          <p:spTgt spid="116"/>
                                        </p:tgtEl>
                                        <p:attrNameLst>
                                          <p:attrName>ppt_x</p:attrName>
                                        </p:attrNameLst>
                                      </p:cBhvr>
                                      <p:tavLst>
                                        <p:tav tm="0">
                                          <p:val>
                                            <p:strVal val="#ppt_x"/>
                                          </p:val>
                                        </p:tav>
                                        <p:tav tm="100000">
                                          <p:val>
                                            <p:strVal val="#ppt_x"/>
                                          </p:val>
                                        </p:tav>
                                      </p:tavLst>
                                    </p:anim>
                                    <p:anim calcmode="lin" valueType="num">
                                      <p:cBhvr>
                                        <p:cTn id="563" dur="650" fill="hold"/>
                                        <p:tgtEl>
                                          <p:spTgt spid="1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p:bldP spid="14" grpId="1"/>
      <p:bldP spid="16" grpId="0"/>
      <p:bldP spid="16" grpId="1"/>
      <p:bldP spid="18" grpId="0"/>
      <p:bldP spid="19" grpId="0" animBg="1"/>
      <p:bldP spid="25" grpId="0" animBg="1"/>
      <p:bldP spid="26" grpId="0"/>
      <p:bldP spid="27" grpId="0" animBg="1"/>
      <p:bldP spid="28" grpId="0" animBg="1"/>
      <p:bldP spid="29" grpId="0"/>
      <p:bldP spid="30" grpId="0"/>
      <p:bldP spid="31" grpId="0"/>
      <p:bldP spid="32" grpId="0"/>
      <p:bldP spid="33" grpId="0" animBg="1"/>
      <p:bldP spid="34" grpId="0"/>
      <p:bldP spid="35" grpId="0"/>
      <p:bldP spid="35" grpId="1"/>
      <p:bldP spid="36" grpId="0" animBg="1"/>
      <p:bldP spid="37" grpId="0" animBg="1"/>
      <p:bldP spid="38" grpId="0"/>
      <p:bldP spid="39" grpId="0"/>
      <p:bldP spid="40" grpId="0"/>
      <p:bldP spid="41" grpId="0"/>
      <p:bldP spid="42" grpId="0" animBg="1"/>
      <p:bldP spid="43" grpId="0"/>
      <p:bldP spid="44" grpId="0"/>
      <p:bldP spid="44" grpId="1"/>
      <p:bldP spid="45" grpId="0" animBg="1"/>
      <p:bldP spid="46" grpId="0" animBg="1"/>
      <p:bldP spid="47" grpId="0"/>
      <p:bldP spid="48" grpId="0"/>
      <p:bldP spid="49" grpId="0"/>
      <p:bldP spid="50" grpId="0"/>
      <p:bldP spid="51" grpId="0" animBg="1"/>
      <p:bldP spid="52" grpId="0"/>
      <p:bldP spid="53" grpId="0"/>
      <p:bldP spid="53" grpId="1"/>
      <p:bldP spid="54" grpId="0" animBg="1"/>
      <p:bldP spid="55" grpId="0" animBg="1"/>
      <p:bldP spid="56" grpId="0"/>
      <p:bldP spid="57" grpId="0"/>
      <p:bldP spid="58" grpId="0"/>
      <p:bldP spid="59" grpId="0"/>
      <p:bldP spid="60" grpId="0" animBg="1"/>
      <p:bldP spid="61" grpId="0"/>
      <p:bldP spid="62" grpId="0"/>
      <p:bldP spid="62" grpId="1"/>
      <p:bldP spid="63" grpId="0" animBg="1"/>
      <p:bldP spid="64" grpId="0" animBg="1"/>
      <p:bldP spid="65" grpId="0"/>
      <p:bldP spid="66" grpId="0"/>
      <p:bldP spid="67" grpId="0"/>
      <p:bldP spid="68" grpId="0"/>
      <p:bldP spid="69" grpId="0" animBg="1"/>
      <p:bldP spid="70" grpId="0"/>
      <p:bldP spid="71" grpId="0"/>
      <p:bldP spid="71" grpId="1"/>
      <p:bldP spid="72" grpId="0" animBg="1"/>
      <p:bldP spid="73" grpId="0" animBg="1"/>
      <p:bldP spid="74" grpId="0"/>
      <p:bldP spid="75" grpId="0"/>
      <p:bldP spid="76" grpId="0"/>
      <p:bldP spid="77" grpId="0"/>
      <p:bldP spid="78" grpId="0" animBg="1"/>
      <p:bldP spid="79" grpId="0"/>
      <p:bldP spid="80" grpId="0"/>
      <p:bldP spid="80" grpId="1"/>
      <p:bldP spid="81" grpId="0" animBg="1"/>
      <p:bldP spid="82" grpId="0" animBg="1"/>
      <p:bldP spid="83" grpId="0"/>
      <p:bldP spid="84" grpId="0"/>
      <p:bldP spid="85" grpId="0"/>
      <p:bldP spid="86" grpId="0"/>
      <p:bldP spid="87" grpId="0" animBg="1"/>
      <p:bldP spid="88" grpId="0"/>
      <p:bldP spid="89" grpId="0"/>
      <p:bldP spid="89" grpId="1"/>
      <p:bldP spid="90" grpId="0" animBg="1"/>
      <p:bldP spid="91" grpId="0" animBg="1"/>
      <p:bldP spid="92" grpId="0"/>
      <p:bldP spid="93" grpId="0"/>
      <p:bldP spid="94" grpId="0"/>
      <p:bldP spid="95" grpId="0"/>
      <p:bldP spid="96" grpId="0" animBg="1"/>
      <p:bldP spid="97" grpId="0"/>
      <p:bldP spid="98" grpId="0"/>
      <p:bldP spid="98" grpId="1"/>
      <p:bldP spid="99" grpId="0" animBg="1"/>
      <p:bldP spid="99" grpId="1" animBg="1"/>
      <p:bldP spid="100" grpId="0" animBg="1"/>
      <p:bldP spid="101" grpId="0" animBg="1"/>
      <p:bldP spid="102" grpId="0"/>
      <p:bldP spid="103" grpId="0"/>
      <p:bldP spid="104" grpId="0"/>
      <p:bldP spid="105" grpId="0"/>
      <p:bldP spid="106" grpId="0" animBg="1"/>
      <p:bldP spid="107" grpId="0"/>
      <p:bldP spid="108" grpId="0"/>
      <p:bldP spid="108" grpId="1"/>
      <p:bldP spid="109" grpId="0" animBg="1"/>
      <p:bldP spid="110" grpId="0" animBg="1"/>
      <p:bldP spid="111" grpId="0" animBg="1"/>
      <p:bldP spid="112" grpId="0"/>
      <p:bldP spid="113" grpId="0"/>
      <p:bldP spid="114" grpId="0"/>
      <p:bldP spid="115" grpId="0" animBg="1"/>
      <p:bldP spid="116" grpId="0"/>
      <p:bldP spid="118" grpId="0" animBg="1"/>
      <p:bldP spid="119" grpId="0" animBg="1"/>
      <p:bldP spid="120" grpId="0"/>
      <p:bldP spid="121" grpId="0"/>
      <p:bldP spid="122" grpId="0"/>
      <p:bldP spid="123" grpId="0" animBg="1"/>
      <p:bldP spid="124" grpId="0" animBg="1"/>
      <p:bldP spid="125" grpId="0"/>
      <p:bldP spid="126" grpId="0"/>
      <p:bldP spid="127" grpId="0"/>
      <p:bldP spid="128" grpId="0" animBg="1"/>
      <p:bldP spid="129" grpId="0" animBg="1"/>
      <p:bldP spid="130" grpId="0"/>
      <p:bldP spid="131" grpId="0"/>
      <p:bldP spid="132" grpId="0"/>
      <p:bldP spid="133" grpId="0" animBg="1"/>
      <p:bldP spid="134" grpId="0" animBg="1"/>
      <p:bldP spid="135" grpId="0"/>
      <p:bldP spid="136" grpId="0"/>
      <p:bldP spid="137" grpId="0"/>
      <p:bldP spid="138" grpId="0" animBg="1"/>
      <p:bldP spid="139" grpId="0" animBg="1"/>
      <p:bldP spid="140" grpId="0"/>
      <p:bldP spid="141" grpId="0"/>
      <p:bldP spid="142" grpId="0"/>
      <p:bldP spid="143" grpId="0" animBg="1"/>
      <p:bldP spid="144" grpId="0" animBg="1"/>
      <p:bldP spid="145" grpId="0"/>
      <p:bldP spid="146" grpId="0"/>
      <p:bldP spid="147" grpId="0"/>
      <p:bldP spid="148" grpId="0" animBg="1"/>
      <p:bldP spid="149" grpId="0" animBg="1"/>
      <p:bldP spid="150" grpId="0"/>
      <p:bldP spid="151" grpId="0"/>
      <p:bldP spid="152" grpId="0"/>
      <p:bldP spid="153" grpId="0" animBg="1"/>
      <p:bldP spid="154" grpId="0" animBg="1"/>
      <p:bldP spid="155" grpId="0"/>
      <p:bldP spid="156" grpId="0"/>
      <p:bldP spid="157" grpId="0"/>
      <p:bldP spid="158" grpId="0" animBg="1"/>
      <p:bldP spid="159" grpId="0" animBg="1"/>
      <p:bldP spid="160" grpId="0"/>
      <p:bldP spid="161" grpId="0"/>
      <p:bldP spid="162" grpId="0"/>
      <p:bldP spid="163" grpId="0" animBg="1"/>
      <p:bldP spid="164" grpId="0" animBg="1"/>
      <p:bldP spid="165" grpId="0"/>
      <p:bldP spid="166" grpId="0"/>
      <p:bldP spid="183" grpId="0"/>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2</a:t>
            </a:r>
          </a:p>
        </p:txBody>
      </p:sp>
      <p:sp>
        <p:nvSpPr>
          <p:cNvPr id="4" name="!!rotulo"/>
          <p:cNvSpPr txBox="1"/>
          <p:nvPr/>
        </p:nvSpPr>
        <p:spPr>
          <a:xfrm>
            <a:off x="1149032" y="282141"/>
            <a:ext cx="171240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Desarrollo de EduFEM</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Demostración en vivo</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474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mo:a1b599fcce"/>
          <p:cNvSpPr/>
          <p:nvPr/>
        </p:nvSpPr>
        <p:spPr>
          <a:xfrm>
            <a:off x="568325" y="1552575"/>
            <a:ext cx="4311650" cy="666750"/>
          </a:xfrm>
          <a:prstGeom prst="roundRect">
            <a:avLst>
              <a:gd name="adj" fmla="val 1285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emo:cdd75180be"/>
          <p:cNvSpPr/>
          <p:nvPr/>
        </p:nvSpPr>
        <p:spPr>
          <a:xfrm>
            <a:off x="660400" y="1752600"/>
            <a:ext cx="292100" cy="292100"/>
          </a:xfrm>
          <a:prstGeom prst="roundRect">
            <a:avLst>
              <a:gd name="adj" fmla="val 26086"/>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emo:6c06e4f9b0"/>
          <p:cNvSpPr txBox="1"/>
          <p:nvPr/>
        </p:nvSpPr>
        <p:spPr>
          <a:xfrm>
            <a:off x="635000" y="1801952"/>
            <a:ext cx="342900" cy="198120"/>
          </a:xfrm>
          <a:prstGeom prst="rect">
            <a:avLst/>
          </a:prstGeom>
          <a:noFill/>
        </p:spPr>
        <p:txBody>
          <a:bodyPr wrap="square" lIns="0" rIns="0" tIns="0" bIns="0" anchor="t"/>
          <a:lstStyle/>
          <a:p>
            <a:pPr algn="ctr">
              <a:lnSpc>
                <a:spcPts val="1560"/>
              </a:lnSpc>
              <a:spcBef>
                <a:spcPts val="0"/>
              </a:spcBef>
              <a:spcAft>
                <a:spcPts val="0"/>
              </a:spcAft>
            </a:pPr>
            <a:r>
              <a:rPr sz="1300" b="1" i="0">
                <a:solidFill>
                  <a:srgbClr val="D9650B"/>
                </a:solidFill>
                <a:latin typeface="Calibri"/>
              </a:rPr>
              <a:t>1</a:t>
            </a:r>
          </a:p>
        </p:txBody>
      </p:sp>
      <p:pic>
        <p:nvPicPr>
          <p:cNvPr id="15" name="!!demo:13fda0c11b" descr="117a8e78a49f2554.png"/>
          <p:cNvPicPr>
            <a:picLocks noChangeAspect="1"/>
          </p:cNvPicPr>
          <p:nvPr/>
        </p:nvPicPr>
        <p:blipFill>
          <a:blip r:embed="rId2"/>
          <a:stretch>
            <a:fillRect/>
          </a:stretch>
        </p:blipFill>
        <p:spPr>
          <a:xfrm>
            <a:off x="1066800" y="1695450"/>
            <a:ext cx="406400" cy="406400"/>
          </a:xfrm>
          <a:prstGeom prst="rect">
            <a:avLst/>
          </a:prstGeom>
        </p:spPr>
      </p:pic>
      <p:sp>
        <p:nvSpPr>
          <p:cNvPr id="16" name="!!demo:e938810818"/>
          <p:cNvSpPr txBox="1"/>
          <p:nvPr/>
        </p:nvSpPr>
        <p:spPr>
          <a:xfrm>
            <a:off x="1562100" y="1687805"/>
            <a:ext cx="3277362"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Cargar el ejemplo guía</a:t>
            </a:r>
          </a:p>
        </p:txBody>
      </p:sp>
      <p:sp>
        <p:nvSpPr>
          <p:cNvPr id="17" name="!!demo:81d383f27f"/>
          <p:cNvSpPr txBox="1"/>
          <p:nvPr/>
        </p:nvSpPr>
        <p:spPr>
          <a:xfrm>
            <a:off x="1562100" y="1918024"/>
            <a:ext cx="3277362" cy="175260"/>
          </a:xfrm>
          <a:prstGeom prst="rect">
            <a:avLst/>
          </a:prstGeom>
          <a:noFill/>
        </p:spPr>
        <p:txBody>
          <a:bodyPr wrap="square" lIns="0" rIns="0" tIns="0" bIns="0" anchor="t"/>
          <a:lstStyle/>
          <a:p>
            <a:pPr algn="l">
              <a:lnSpc>
                <a:spcPts val="1380"/>
              </a:lnSpc>
              <a:spcBef>
                <a:spcPts val="0"/>
              </a:spcBef>
              <a:spcAft>
                <a:spcPts val="0"/>
              </a:spcAft>
            </a:pPr>
            <a:r>
              <a:rPr sz="1150" b="0" i="0">
                <a:solidFill>
                  <a:srgbClr val="5B6575"/>
                </a:solidFill>
                <a:latin typeface="Calibri"/>
              </a:rPr>
              <a:t>Ayuda ▸ Cargar ejemplo · Ctrl+E</a:t>
            </a:r>
          </a:p>
        </p:txBody>
      </p:sp>
      <p:sp>
        <p:nvSpPr>
          <p:cNvPr id="18" name="!!demo:e4857cd1d1"/>
          <p:cNvSpPr/>
          <p:nvPr/>
        </p:nvSpPr>
        <p:spPr>
          <a:xfrm>
            <a:off x="568325" y="2314575"/>
            <a:ext cx="4311650" cy="666750"/>
          </a:xfrm>
          <a:prstGeom prst="roundRect">
            <a:avLst>
              <a:gd name="adj" fmla="val 1285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emo:4763247137"/>
          <p:cNvSpPr/>
          <p:nvPr/>
        </p:nvSpPr>
        <p:spPr>
          <a:xfrm>
            <a:off x="660400" y="2514600"/>
            <a:ext cx="292100" cy="292100"/>
          </a:xfrm>
          <a:prstGeom prst="roundRect">
            <a:avLst>
              <a:gd name="adj" fmla="val 26086"/>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mo:b8663a502f"/>
          <p:cNvSpPr txBox="1"/>
          <p:nvPr/>
        </p:nvSpPr>
        <p:spPr>
          <a:xfrm>
            <a:off x="635000" y="2563952"/>
            <a:ext cx="342900" cy="198120"/>
          </a:xfrm>
          <a:prstGeom prst="rect">
            <a:avLst/>
          </a:prstGeom>
          <a:noFill/>
        </p:spPr>
        <p:txBody>
          <a:bodyPr wrap="square" lIns="0" rIns="0" tIns="0" bIns="0" anchor="t"/>
          <a:lstStyle/>
          <a:p>
            <a:pPr algn="ctr">
              <a:lnSpc>
                <a:spcPts val="1560"/>
              </a:lnSpc>
              <a:spcBef>
                <a:spcPts val="0"/>
              </a:spcBef>
              <a:spcAft>
                <a:spcPts val="0"/>
              </a:spcAft>
            </a:pPr>
            <a:r>
              <a:rPr sz="1300" b="1" i="0">
                <a:solidFill>
                  <a:srgbClr val="D9650B"/>
                </a:solidFill>
                <a:latin typeface="Calibri"/>
              </a:rPr>
              <a:t>2</a:t>
            </a:r>
          </a:p>
        </p:txBody>
      </p:sp>
      <p:pic>
        <p:nvPicPr>
          <p:cNvPr id="21" name="!!demo:8b9d35e216" descr="7f0c7f05a2df3368.png"/>
          <p:cNvPicPr>
            <a:picLocks noChangeAspect="1"/>
          </p:cNvPicPr>
          <p:nvPr/>
        </p:nvPicPr>
        <p:blipFill>
          <a:blip r:embed="rId3"/>
          <a:stretch>
            <a:fillRect/>
          </a:stretch>
        </p:blipFill>
        <p:spPr>
          <a:xfrm>
            <a:off x="1066800" y="2457450"/>
            <a:ext cx="406400" cy="406400"/>
          </a:xfrm>
          <a:prstGeom prst="rect">
            <a:avLst/>
          </a:prstGeom>
        </p:spPr>
      </p:pic>
      <p:sp>
        <p:nvSpPr>
          <p:cNvPr id="22" name="!!demo:fed89d8d6e"/>
          <p:cNvSpPr txBox="1"/>
          <p:nvPr/>
        </p:nvSpPr>
        <p:spPr>
          <a:xfrm>
            <a:off x="1562100" y="2449805"/>
            <a:ext cx="3277362"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Comprobar y resolver</a:t>
            </a:r>
          </a:p>
        </p:txBody>
      </p:sp>
      <p:sp>
        <p:nvSpPr>
          <p:cNvPr id="23" name="!!demo:a33586d299"/>
          <p:cNvSpPr txBox="1"/>
          <p:nvPr/>
        </p:nvSpPr>
        <p:spPr>
          <a:xfrm>
            <a:off x="1562100" y="2680024"/>
            <a:ext cx="3277362" cy="175260"/>
          </a:xfrm>
          <a:prstGeom prst="rect">
            <a:avLst/>
          </a:prstGeom>
          <a:noFill/>
        </p:spPr>
        <p:txBody>
          <a:bodyPr wrap="square" lIns="0" rIns="0" tIns="0" bIns="0" anchor="t"/>
          <a:lstStyle/>
          <a:p>
            <a:pPr algn="l">
              <a:lnSpc>
                <a:spcPts val="1380"/>
              </a:lnSpc>
              <a:spcBef>
                <a:spcPts val="0"/>
              </a:spcBef>
              <a:spcAft>
                <a:spcPts val="0"/>
              </a:spcAft>
            </a:pPr>
            <a:r>
              <a:rPr sz="1150" b="0" i="0">
                <a:solidFill>
                  <a:srgbClr val="5B6575"/>
                </a:solidFill>
                <a:latin typeface="Calibri"/>
              </a:rPr>
              <a:t>F5 · primero revisa el comprobador de salud</a:t>
            </a:r>
          </a:p>
        </p:txBody>
      </p:sp>
      <p:sp>
        <p:nvSpPr>
          <p:cNvPr id="24" name="!!demo:dd21cbaa48"/>
          <p:cNvSpPr/>
          <p:nvPr/>
        </p:nvSpPr>
        <p:spPr>
          <a:xfrm>
            <a:off x="571500" y="3079750"/>
            <a:ext cx="4305300" cy="660400"/>
          </a:xfrm>
          <a:prstGeom prst="roundRect">
            <a:avLst>
              <a:gd name="adj" fmla="val 12500"/>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mo:71fe33c4f3"/>
          <p:cNvSpPr/>
          <p:nvPr/>
        </p:nvSpPr>
        <p:spPr>
          <a:xfrm>
            <a:off x="666750" y="3276600"/>
            <a:ext cx="292100" cy="292100"/>
          </a:xfrm>
          <a:prstGeom prst="roundRect">
            <a:avLst>
              <a:gd name="adj" fmla="val 26086"/>
            </a:avLst>
          </a:prstGeom>
          <a:solidFill>
            <a:srgbClr val="D96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emo:d076114e3e"/>
          <p:cNvSpPr txBox="1"/>
          <p:nvPr/>
        </p:nvSpPr>
        <p:spPr>
          <a:xfrm>
            <a:off x="641350" y="3325952"/>
            <a:ext cx="342900" cy="198120"/>
          </a:xfrm>
          <a:prstGeom prst="rect">
            <a:avLst/>
          </a:prstGeom>
          <a:noFill/>
        </p:spPr>
        <p:txBody>
          <a:bodyPr wrap="square" lIns="0" rIns="0" tIns="0" bIns="0" anchor="t"/>
          <a:lstStyle/>
          <a:p>
            <a:pPr algn="ctr">
              <a:lnSpc>
                <a:spcPts val="1560"/>
              </a:lnSpc>
              <a:spcBef>
                <a:spcPts val="0"/>
              </a:spcBef>
              <a:spcAft>
                <a:spcPts val="0"/>
              </a:spcAft>
            </a:pPr>
            <a:r>
              <a:rPr sz="1300" b="1" i="0">
                <a:solidFill>
                  <a:srgbClr val="FFFFFF"/>
                </a:solidFill>
                <a:latin typeface="Calibri"/>
              </a:rPr>
              <a:t>3</a:t>
            </a:r>
          </a:p>
        </p:txBody>
      </p:sp>
      <p:pic>
        <p:nvPicPr>
          <p:cNvPr id="27" name="!!demo:1301f42cd5" descr="5dfa9f83f57940f1.png"/>
          <p:cNvPicPr>
            <a:picLocks noChangeAspect="1"/>
          </p:cNvPicPr>
          <p:nvPr/>
        </p:nvPicPr>
        <p:blipFill>
          <a:blip r:embed="rId4"/>
          <a:stretch>
            <a:fillRect/>
          </a:stretch>
        </p:blipFill>
        <p:spPr>
          <a:xfrm>
            <a:off x="1073150" y="3219450"/>
            <a:ext cx="406400" cy="406400"/>
          </a:xfrm>
          <a:prstGeom prst="rect">
            <a:avLst/>
          </a:prstGeom>
        </p:spPr>
      </p:pic>
      <p:sp>
        <p:nvSpPr>
          <p:cNvPr id="28" name="!!demo:f379818efc"/>
          <p:cNvSpPr txBox="1"/>
          <p:nvPr/>
        </p:nvSpPr>
        <p:spPr>
          <a:xfrm>
            <a:off x="1568450" y="3211805"/>
            <a:ext cx="3264408"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Abrir un módulo sobre un elemento</a:t>
            </a:r>
          </a:p>
        </p:txBody>
      </p:sp>
      <p:sp>
        <p:nvSpPr>
          <p:cNvPr id="29" name="!!demo:48118ca9b3"/>
          <p:cNvSpPr txBox="1"/>
          <p:nvPr/>
        </p:nvSpPr>
        <p:spPr>
          <a:xfrm>
            <a:off x="1568450" y="3442024"/>
            <a:ext cx="3264408" cy="175260"/>
          </a:xfrm>
          <a:prstGeom prst="rect">
            <a:avLst/>
          </a:prstGeom>
          <a:noFill/>
        </p:spPr>
        <p:txBody>
          <a:bodyPr wrap="square" lIns="0" rIns="0" tIns="0" bIns="0" anchor="t"/>
          <a:lstStyle/>
          <a:p>
            <a:pPr algn="l">
              <a:lnSpc>
                <a:spcPts val="1380"/>
              </a:lnSpc>
              <a:spcBef>
                <a:spcPts val="0"/>
              </a:spcBef>
              <a:spcAft>
                <a:spcPts val="0"/>
              </a:spcAft>
            </a:pPr>
            <a:r>
              <a:rPr sz="1150" b="0" i="0">
                <a:solidFill>
                  <a:srgbClr val="5B6575"/>
                </a:solidFill>
                <a:latin typeface="Calibri"/>
              </a:rPr>
              <a:t>Ctrl+1 … Ctrl+7 y clic en el elemento</a:t>
            </a:r>
          </a:p>
        </p:txBody>
      </p:sp>
      <p:sp>
        <p:nvSpPr>
          <p:cNvPr id="30" name="!!demo:1fa0d7804e"/>
          <p:cNvSpPr/>
          <p:nvPr/>
        </p:nvSpPr>
        <p:spPr>
          <a:xfrm>
            <a:off x="568325" y="3076575"/>
            <a:ext cx="4311650" cy="666750"/>
          </a:xfrm>
          <a:prstGeom prst="roundRect">
            <a:avLst>
              <a:gd name="adj" fmla="val 1285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emo:48a92bccc0"/>
          <p:cNvSpPr/>
          <p:nvPr/>
        </p:nvSpPr>
        <p:spPr>
          <a:xfrm>
            <a:off x="660400" y="3276600"/>
            <a:ext cx="292100" cy="292100"/>
          </a:xfrm>
          <a:prstGeom prst="roundRect">
            <a:avLst>
              <a:gd name="adj" fmla="val 26086"/>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emo:f12e99722c"/>
          <p:cNvSpPr txBox="1"/>
          <p:nvPr/>
        </p:nvSpPr>
        <p:spPr>
          <a:xfrm>
            <a:off x="635000" y="3325952"/>
            <a:ext cx="342900" cy="198120"/>
          </a:xfrm>
          <a:prstGeom prst="rect">
            <a:avLst/>
          </a:prstGeom>
          <a:noFill/>
        </p:spPr>
        <p:txBody>
          <a:bodyPr wrap="square" lIns="0" rIns="0" tIns="0" bIns="0" anchor="t"/>
          <a:lstStyle/>
          <a:p>
            <a:pPr algn="ctr">
              <a:lnSpc>
                <a:spcPts val="1560"/>
              </a:lnSpc>
              <a:spcBef>
                <a:spcPts val="0"/>
              </a:spcBef>
              <a:spcAft>
                <a:spcPts val="0"/>
              </a:spcAft>
            </a:pPr>
            <a:r>
              <a:rPr sz="1300" b="1" i="0">
                <a:solidFill>
                  <a:srgbClr val="D9650B"/>
                </a:solidFill>
                <a:latin typeface="Calibri"/>
              </a:rPr>
              <a:t>3</a:t>
            </a:r>
          </a:p>
        </p:txBody>
      </p:sp>
      <p:pic>
        <p:nvPicPr>
          <p:cNvPr id="33" name="!!demo:00107da8b7" descr="5dfa9f83f57940f1.png"/>
          <p:cNvPicPr>
            <a:picLocks noChangeAspect="1"/>
          </p:cNvPicPr>
          <p:nvPr/>
        </p:nvPicPr>
        <p:blipFill>
          <a:blip r:embed="rId4"/>
          <a:stretch>
            <a:fillRect/>
          </a:stretch>
        </p:blipFill>
        <p:spPr>
          <a:xfrm>
            <a:off x="1066800" y="3219450"/>
            <a:ext cx="406400" cy="406400"/>
          </a:xfrm>
          <a:prstGeom prst="rect">
            <a:avLst/>
          </a:prstGeom>
        </p:spPr>
      </p:pic>
      <p:sp>
        <p:nvSpPr>
          <p:cNvPr id="34" name="!!demo:856a1fd282"/>
          <p:cNvSpPr txBox="1"/>
          <p:nvPr/>
        </p:nvSpPr>
        <p:spPr>
          <a:xfrm>
            <a:off x="1562100" y="3211805"/>
            <a:ext cx="3277362"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Abrir un módulo sobre un elemento</a:t>
            </a:r>
          </a:p>
        </p:txBody>
      </p:sp>
      <p:sp>
        <p:nvSpPr>
          <p:cNvPr id="35" name="!!demo:a875752fb9"/>
          <p:cNvSpPr txBox="1"/>
          <p:nvPr/>
        </p:nvSpPr>
        <p:spPr>
          <a:xfrm>
            <a:off x="1562100" y="3442024"/>
            <a:ext cx="3277362" cy="175260"/>
          </a:xfrm>
          <a:prstGeom prst="rect">
            <a:avLst/>
          </a:prstGeom>
          <a:noFill/>
        </p:spPr>
        <p:txBody>
          <a:bodyPr wrap="square" lIns="0" rIns="0" tIns="0" bIns="0" anchor="t"/>
          <a:lstStyle/>
          <a:p>
            <a:pPr algn="l">
              <a:lnSpc>
                <a:spcPts val="1380"/>
              </a:lnSpc>
              <a:spcBef>
                <a:spcPts val="0"/>
              </a:spcBef>
              <a:spcAft>
                <a:spcPts val="0"/>
              </a:spcAft>
            </a:pPr>
            <a:r>
              <a:rPr sz="1150" b="0" i="0">
                <a:solidFill>
                  <a:srgbClr val="5B6575"/>
                </a:solidFill>
                <a:latin typeface="Calibri"/>
              </a:rPr>
              <a:t>Ctrl+1 … Ctrl+7 y clic en el elemento</a:t>
            </a:r>
          </a:p>
        </p:txBody>
      </p:sp>
      <p:sp>
        <p:nvSpPr>
          <p:cNvPr id="36" name="!!demo:7a3278a909"/>
          <p:cNvSpPr/>
          <p:nvPr/>
        </p:nvSpPr>
        <p:spPr>
          <a:xfrm>
            <a:off x="568325" y="3838575"/>
            <a:ext cx="4311650" cy="666750"/>
          </a:xfrm>
          <a:prstGeom prst="roundRect">
            <a:avLst>
              <a:gd name="adj" fmla="val 1285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emo:b0e5c7ba27"/>
          <p:cNvSpPr/>
          <p:nvPr/>
        </p:nvSpPr>
        <p:spPr>
          <a:xfrm>
            <a:off x="660400" y="4038600"/>
            <a:ext cx="292100" cy="292100"/>
          </a:xfrm>
          <a:prstGeom prst="roundRect">
            <a:avLst>
              <a:gd name="adj" fmla="val 26086"/>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emo:e296c5f511"/>
          <p:cNvSpPr txBox="1"/>
          <p:nvPr/>
        </p:nvSpPr>
        <p:spPr>
          <a:xfrm>
            <a:off x="635000" y="4087952"/>
            <a:ext cx="342900" cy="198120"/>
          </a:xfrm>
          <a:prstGeom prst="rect">
            <a:avLst/>
          </a:prstGeom>
          <a:noFill/>
        </p:spPr>
        <p:txBody>
          <a:bodyPr wrap="square" lIns="0" rIns="0" tIns="0" bIns="0" anchor="t"/>
          <a:lstStyle/>
          <a:p>
            <a:pPr algn="ctr">
              <a:lnSpc>
                <a:spcPts val="1560"/>
              </a:lnSpc>
              <a:spcBef>
                <a:spcPts val="0"/>
              </a:spcBef>
              <a:spcAft>
                <a:spcPts val="0"/>
              </a:spcAft>
            </a:pPr>
            <a:r>
              <a:rPr sz="1300" b="1" i="0">
                <a:solidFill>
                  <a:srgbClr val="D9650B"/>
                </a:solidFill>
                <a:latin typeface="Calibri"/>
              </a:rPr>
              <a:t>4</a:t>
            </a:r>
          </a:p>
        </p:txBody>
      </p:sp>
      <p:pic>
        <p:nvPicPr>
          <p:cNvPr id="39" name="!!demo:02ea0a0d15" descr="895162c1acde7f29.png"/>
          <p:cNvPicPr>
            <a:picLocks noChangeAspect="1"/>
          </p:cNvPicPr>
          <p:nvPr/>
        </p:nvPicPr>
        <p:blipFill>
          <a:blip r:embed="rId5"/>
          <a:stretch>
            <a:fillRect/>
          </a:stretch>
        </p:blipFill>
        <p:spPr>
          <a:xfrm>
            <a:off x="1066800" y="3981450"/>
            <a:ext cx="406400" cy="406400"/>
          </a:xfrm>
          <a:prstGeom prst="rect">
            <a:avLst/>
          </a:prstGeom>
        </p:spPr>
      </p:pic>
      <p:sp>
        <p:nvSpPr>
          <p:cNvPr id="40" name="!!demo:4144926011"/>
          <p:cNvSpPr txBox="1"/>
          <p:nvPr/>
        </p:nvSpPr>
        <p:spPr>
          <a:xfrm>
            <a:off x="1562100" y="3973805"/>
            <a:ext cx="3277362"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Consultar un nodo con la sonda</a:t>
            </a:r>
          </a:p>
        </p:txBody>
      </p:sp>
      <p:sp>
        <p:nvSpPr>
          <p:cNvPr id="41" name="!!demo:a74197befc"/>
          <p:cNvSpPr txBox="1"/>
          <p:nvPr/>
        </p:nvSpPr>
        <p:spPr>
          <a:xfrm>
            <a:off x="1562100" y="4204024"/>
            <a:ext cx="3277362" cy="175260"/>
          </a:xfrm>
          <a:prstGeom prst="rect">
            <a:avLst/>
          </a:prstGeom>
          <a:noFill/>
        </p:spPr>
        <p:txBody>
          <a:bodyPr wrap="square" lIns="0" rIns="0" tIns="0" bIns="0" anchor="t"/>
          <a:lstStyle/>
          <a:p>
            <a:pPr algn="l">
              <a:lnSpc>
                <a:spcPts val="1380"/>
              </a:lnSpc>
              <a:spcBef>
                <a:spcPts val="0"/>
              </a:spcBef>
              <a:spcAft>
                <a:spcPts val="0"/>
              </a:spcAft>
            </a:pPr>
            <a:r>
              <a:rPr sz="1150" b="0" i="0">
                <a:solidFill>
                  <a:srgbClr val="5B6575"/>
                </a:solidFill>
                <a:latin typeface="Calibri"/>
              </a:rPr>
              <a:t>clic derecho: tensiones y círculo de Mohr</a:t>
            </a:r>
          </a:p>
        </p:txBody>
      </p:sp>
      <p:sp>
        <p:nvSpPr>
          <p:cNvPr id="42" name="!!demo:d6b24994b9"/>
          <p:cNvSpPr/>
          <p:nvPr/>
        </p:nvSpPr>
        <p:spPr>
          <a:xfrm>
            <a:off x="568325" y="4600575"/>
            <a:ext cx="4311650" cy="666750"/>
          </a:xfrm>
          <a:prstGeom prst="roundRect">
            <a:avLst>
              <a:gd name="adj" fmla="val 1285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emo:3395a71946"/>
          <p:cNvSpPr/>
          <p:nvPr/>
        </p:nvSpPr>
        <p:spPr>
          <a:xfrm>
            <a:off x="660400" y="4800600"/>
            <a:ext cx="292100" cy="292100"/>
          </a:xfrm>
          <a:prstGeom prst="roundRect">
            <a:avLst>
              <a:gd name="adj" fmla="val 26086"/>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emo:907f4d8564"/>
          <p:cNvSpPr txBox="1"/>
          <p:nvPr/>
        </p:nvSpPr>
        <p:spPr>
          <a:xfrm>
            <a:off x="635000" y="4849952"/>
            <a:ext cx="342900" cy="198120"/>
          </a:xfrm>
          <a:prstGeom prst="rect">
            <a:avLst/>
          </a:prstGeom>
          <a:noFill/>
        </p:spPr>
        <p:txBody>
          <a:bodyPr wrap="square" lIns="0" rIns="0" tIns="0" bIns="0" anchor="t"/>
          <a:lstStyle/>
          <a:p>
            <a:pPr algn="ctr">
              <a:lnSpc>
                <a:spcPts val="1560"/>
              </a:lnSpc>
              <a:spcBef>
                <a:spcPts val="0"/>
              </a:spcBef>
              <a:spcAft>
                <a:spcPts val="0"/>
              </a:spcAft>
            </a:pPr>
            <a:r>
              <a:rPr sz="1300" b="1" i="0">
                <a:solidFill>
                  <a:srgbClr val="D9650B"/>
                </a:solidFill>
                <a:latin typeface="Calibri"/>
              </a:rPr>
              <a:t>5</a:t>
            </a:r>
          </a:p>
        </p:txBody>
      </p:sp>
      <p:pic>
        <p:nvPicPr>
          <p:cNvPr id="45" name="!!demo:ddc7d4d9c8" descr="65ef3c9177387e15.png"/>
          <p:cNvPicPr>
            <a:picLocks noChangeAspect="1"/>
          </p:cNvPicPr>
          <p:nvPr/>
        </p:nvPicPr>
        <p:blipFill>
          <a:blip r:embed="rId6"/>
          <a:stretch>
            <a:fillRect/>
          </a:stretch>
        </p:blipFill>
        <p:spPr>
          <a:xfrm>
            <a:off x="1066800" y="4743450"/>
            <a:ext cx="406400" cy="406400"/>
          </a:xfrm>
          <a:prstGeom prst="rect">
            <a:avLst/>
          </a:prstGeom>
        </p:spPr>
      </p:pic>
      <p:sp>
        <p:nvSpPr>
          <p:cNvPr id="46" name="!!demo:5278638064"/>
          <p:cNvSpPr txBox="1"/>
          <p:nvPr/>
        </p:nvSpPr>
        <p:spPr>
          <a:xfrm>
            <a:off x="1562100" y="4735805"/>
            <a:ext cx="3277362"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B2A4A"/>
                </a:solidFill>
                <a:latin typeface="Calibri"/>
              </a:rPr>
              <a:t>Generar la memoria de cálculo</a:t>
            </a:r>
          </a:p>
        </p:txBody>
      </p:sp>
      <p:sp>
        <p:nvSpPr>
          <p:cNvPr id="47" name="!!demo:da75da1b77"/>
          <p:cNvSpPr txBox="1"/>
          <p:nvPr/>
        </p:nvSpPr>
        <p:spPr>
          <a:xfrm>
            <a:off x="1562100" y="4966024"/>
            <a:ext cx="3277362" cy="175260"/>
          </a:xfrm>
          <a:prstGeom prst="rect">
            <a:avLst/>
          </a:prstGeom>
          <a:noFill/>
        </p:spPr>
        <p:txBody>
          <a:bodyPr wrap="square" lIns="0" rIns="0" tIns="0" bIns="0" anchor="t"/>
          <a:lstStyle/>
          <a:p>
            <a:pPr algn="l">
              <a:lnSpc>
                <a:spcPts val="1380"/>
              </a:lnSpc>
              <a:spcBef>
                <a:spcPts val="0"/>
              </a:spcBef>
              <a:spcAft>
                <a:spcPts val="0"/>
              </a:spcAft>
            </a:pPr>
            <a:r>
              <a:rPr sz="1150" b="0" i="0">
                <a:solidFill>
                  <a:srgbClr val="5B6575"/>
                </a:solidFill>
                <a:latin typeface="Calibri"/>
              </a:rPr>
              <a:t>Archivo ▸ Exportar: un PDF</a:t>
            </a:r>
          </a:p>
        </p:txBody>
      </p:sp>
      <p:sp>
        <p:nvSpPr>
          <p:cNvPr id="48" name="!!demo:dd1dc3f32b"/>
          <p:cNvSpPr/>
          <p:nvPr/>
        </p:nvSpPr>
        <p:spPr>
          <a:xfrm>
            <a:off x="565150" y="5892800"/>
            <a:ext cx="931354" cy="279400"/>
          </a:xfrm>
          <a:prstGeom prst="roundRect">
            <a:avLst>
              <a:gd name="adj" fmla="val 18181"/>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emo:6c242dcdc7"/>
          <p:cNvSpPr txBox="1"/>
          <p:nvPr/>
        </p:nvSpPr>
        <p:spPr>
          <a:xfrm>
            <a:off x="647700" y="5971350"/>
            <a:ext cx="766254"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 Recorrido</a:t>
            </a:r>
          </a:p>
        </p:txBody>
      </p:sp>
      <p:sp>
        <p:nvSpPr>
          <p:cNvPr id="50" name="!!demo:444b3a8507"/>
          <p:cNvSpPr/>
          <p:nvPr/>
        </p:nvSpPr>
        <p:spPr>
          <a:xfrm>
            <a:off x="1563180" y="5895975"/>
            <a:ext cx="1057783" cy="273050"/>
          </a:xfrm>
          <a:prstGeom prst="roundRect">
            <a:avLst>
              <a:gd name="adj" fmla="val 17441"/>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demo:a9eaa225c5"/>
          <p:cNvSpPr txBox="1"/>
          <p:nvPr/>
        </p:nvSpPr>
        <p:spPr>
          <a:xfrm>
            <a:off x="1642554" y="5971350"/>
            <a:ext cx="899033"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1F2937"/>
                </a:solidFill>
                <a:latin typeface="Calibri"/>
              </a:rPr>
              <a:t>◆ Trazabilidad</a:t>
            </a:r>
          </a:p>
        </p:txBody>
      </p:sp>
      <p:sp>
        <p:nvSpPr>
          <p:cNvPr id="52" name="!!demo:75e9523647"/>
          <p:cNvSpPr/>
          <p:nvPr/>
        </p:nvSpPr>
        <p:spPr>
          <a:xfrm>
            <a:off x="2690812" y="5895975"/>
            <a:ext cx="1245616" cy="273050"/>
          </a:xfrm>
          <a:prstGeom prst="roundRect">
            <a:avLst>
              <a:gd name="adj" fmla="val 17441"/>
            </a:avLst>
          </a:prstGeom>
          <a:solidFill>
            <a:srgbClr val="F6F8FC"/>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demo:0ba1b8c8a8"/>
          <p:cNvSpPr txBox="1"/>
          <p:nvPr/>
        </p:nvSpPr>
        <p:spPr>
          <a:xfrm>
            <a:off x="2770188" y="5971350"/>
            <a:ext cx="1086866"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1F2937"/>
                </a:solidFill>
                <a:latin typeface="Calibri"/>
              </a:rPr>
              <a:t>◆ Cálculo a mano</a:t>
            </a:r>
          </a:p>
        </p:txBody>
      </p:sp>
      <p:sp>
        <p:nvSpPr>
          <p:cNvPr id="54" name="!!demo:7c63872f58"/>
          <p:cNvSpPr txBox="1"/>
          <p:nvPr/>
        </p:nvSpPr>
        <p:spPr>
          <a:xfrm>
            <a:off x="5137150" y="1276111"/>
            <a:ext cx="6619494" cy="201549"/>
          </a:xfrm>
          <a:prstGeom prst="rect">
            <a:avLst/>
          </a:prstGeom>
          <a:noFill/>
        </p:spPr>
        <p:txBody>
          <a:bodyPr wrap="square" lIns="0" rIns="0" tIns="0" bIns="0" anchor="t"/>
          <a:lstStyle/>
          <a:p>
            <a:pPr algn="l">
              <a:lnSpc>
                <a:spcPts val="1587"/>
              </a:lnSpc>
              <a:spcBef>
                <a:spcPts val="0"/>
              </a:spcBef>
              <a:spcAft>
                <a:spcPts val="0"/>
              </a:spcAft>
            </a:pPr>
            <a:r>
              <a:rPr sz="1300" b="1" i="0" cap="all" spc="104">
                <a:solidFill>
                  <a:srgbClr val="5B6575"/>
                </a:solidFill>
                <a:latin typeface="Calibri"/>
              </a:rPr>
              <a:t>Recorrido de respaldo</a:t>
            </a:r>
            <a:r>
              <a:rPr sz="1300" b="1" i="0" cap="all" spc="104">
                <a:solidFill>
                  <a:srgbClr val="D9650B"/>
                </a:solidFill>
                <a:latin typeface="Calibri"/>
              </a:rPr>
              <a:t> · capturas reales de EduFEM</a:t>
            </a:r>
          </a:p>
        </p:txBody>
      </p:sp>
      <p:sp>
        <p:nvSpPr>
          <p:cNvPr id="55" name="!!demo:f003206a5f"/>
          <p:cNvSpPr/>
          <p:nvPr/>
        </p:nvSpPr>
        <p:spPr>
          <a:xfrm>
            <a:off x="5140325" y="1552575"/>
            <a:ext cx="6483350" cy="3359150"/>
          </a:xfrm>
          <a:prstGeom prst="roundRect">
            <a:avLst>
              <a:gd name="adj" fmla="val 2173"/>
            </a:avLst>
          </a:prstGeom>
          <a:solidFill>
            <a:srgbClr val="1E2127"/>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demo:ef8e590072" descr="55123f937b07a97f.png"/>
          <p:cNvPicPr>
            <a:picLocks noChangeAspect="1"/>
          </p:cNvPicPr>
          <p:nvPr/>
        </p:nvPicPr>
        <p:blipFill>
          <a:blip r:embed="rId7"/>
          <a:stretch>
            <a:fillRect/>
          </a:stretch>
        </p:blipFill>
        <p:spPr>
          <a:xfrm>
            <a:off x="5035550" y="1555750"/>
            <a:ext cx="6692900" cy="3352800"/>
          </a:xfrm>
          <a:prstGeom prst="rect">
            <a:avLst/>
          </a:prstGeom>
        </p:spPr>
      </p:pic>
      <p:sp>
        <p:nvSpPr>
          <p:cNvPr id="57" name="!!demo:8b4df9c6c7"/>
          <p:cNvSpPr/>
          <p:nvPr/>
        </p:nvSpPr>
        <p:spPr>
          <a:xfrm>
            <a:off x="5143500" y="5035550"/>
            <a:ext cx="1543050" cy="1130300"/>
          </a:xfrm>
          <a:prstGeom prst="roundRect">
            <a:avLst>
              <a:gd name="adj" fmla="val 5056"/>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demo:71434107bf"/>
          <p:cNvSpPr/>
          <p:nvPr/>
        </p:nvSpPr>
        <p:spPr>
          <a:xfrm>
            <a:off x="5149850" y="5041900"/>
            <a:ext cx="1530350" cy="7493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demo:1b17dca1ba" descr="fig_app_completa.png"/>
          <p:cNvPicPr>
            <a:picLocks noChangeAspect="1"/>
          </p:cNvPicPr>
          <p:nvPr/>
        </p:nvPicPr>
        <p:blipFill>
          <a:blip r:embed="rId8"/>
          <a:srcRect t="944" b="1416"/>
          <a:stretch>
            <a:fillRect/>
          </a:stretch>
        </p:blipFill>
        <p:spPr>
          <a:xfrm>
            <a:off x="5149850" y="5041900"/>
            <a:ext cx="1530350" cy="749300"/>
          </a:xfrm>
          <a:prstGeom prst="rect">
            <a:avLst/>
          </a:prstGeom>
        </p:spPr>
      </p:pic>
      <p:sp>
        <p:nvSpPr>
          <p:cNvPr id="60" name="!!demo:c21535f476"/>
          <p:cNvSpPr txBox="1"/>
          <p:nvPr/>
        </p:nvSpPr>
        <p:spPr>
          <a:xfrm>
            <a:off x="5226050" y="5847893"/>
            <a:ext cx="142875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Pre-proceso</a:t>
            </a:r>
          </a:p>
        </p:txBody>
      </p:sp>
      <p:sp>
        <p:nvSpPr>
          <p:cNvPr id="61" name="!!demo:94f578fdd5"/>
          <p:cNvSpPr/>
          <p:nvPr/>
        </p:nvSpPr>
        <p:spPr>
          <a:xfrm>
            <a:off x="6756400" y="5003800"/>
            <a:ext cx="1606550" cy="1193800"/>
          </a:xfrm>
          <a:prstGeom prst="roundRect">
            <a:avLst>
              <a:gd name="adj" fmla="val 7446"/>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demo:7becfec45a"/>
          <p:cNvSpPr/>
          <p:nvPr/>
        </p:nvSpPr>
        <p:spPr>
          <a:xfrm>
            <a:off x="6788150" y="5035550"/>
            <a:ext cx="1543050" cy="1130300"/>
          </a:xfrm>
          <a:prstGeom prst="roundRect">
            <a:avLst>
              <a:gd name="adj" fmla="val 5056"/>
            </a:avLst>
          </a:prstGeom>
          <a:solidFill>
            <a:srgbClr val="F6F8FC"/>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demo:293e51011e"/>
          <p:cNvSpPr/>
          <p:nvPr/>
        </p:nvSpPr>
        <p:spPr>
          <a:xfrm>
            <a:off x="6788150" y="5035550"/>
            <a:ext cx="1543050" cy="1130300"/>
          </a:xfrm>
          <a:prstGeom prst="roundRect">
            <a:avLst>
              <a:gd name="adj" fmla="val 5056"/>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demo:642eb036c7"/>
          <p:cNvSpPr/>
          <p:nvPr/>
        </p:nvSpPr>
        <p:spPr>
          <a:xfrm>
            <a:off x="6794500" y="5041900"/>
            <a:ext cx="1530350" cy="7493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demo:e8933cd6c2" descr="fig_modulo_capa.png"/>
          <p:cNvPicPr>
            <a:picLocks noChangeAspect="1"/>
          </p:cNvPicPr>
          <p:nvPr/>
        </p:nvPicPr>
        <p:blipFill>
          <a:blip r:embed="rId9"/>
          <a:srcRect l="5205" r="12145"/>
          <a:stretch>
            <a:fillRect/>
          </a:stretch>
        </p:blipFill>
        <p:spPr>
          <a:xfrm>
            <a:off x="6794500" y="5041900"/>
            <a:ext cx="1530350" cy="749300"/>
          </a:xfrm>
          <a:prstGeom prst="rect">
            <a:avLst/>
          </a:prstGeom>
        </p:spPr>
      </p:pic>
      <p:sp>
        <p:nvSpPr>
          <p:cNvPr id="66" name="!!demo:dc79d9511c"/>
          <p:cNvSpPr txBox="1"/>
          <p:nvPr/>
        </p:nvSpPr>
        <p:spPr>
          <a:xfrm>
            <a:off x="6870700" y="5847893"/>
            <a:ext cx="142875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D9650B"/>
                </a:solidFill>
                <a:latin typeface="Calibri"/>
              </a:rPr>
              <a:t>Módulo M3</a:t>
            </a:r>
          </a:p>
        </p:txBody>
      </p:sp>
      <p:sp>
        <p:nvSpPr>
          <p:cNvPr id="67" name="!!demo:063668711a"/>
          <p:cNvSpPr txBox="1"/>
          <p:nvPr/>
        </p:nvSpPr>
        <p:spPr>
          <a:xfrm>
            <a:off x="6870700" y="5847893"/>
            <a:ext cx="142875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Módulo M3</a:t>
            </a:r>
          </a:p>
        </p:txBody>
      </p:sp>
      <p:sp>
        <p:nvSpPr>
          <p:cNvPr id="68" name="!!demo:d70e4d9804"/>
          <p:cNvSpPr/>
          <p:nvPr/>
        </p:nvSpPr>
        <p:spPr>
          <a:xfrm>
            <a:off x="8432800" y="5035550"/>
            <a:ext cx="1543050" cy="1130300"/>
          </a:xfrm>
          <a:prstGeom prst="roundRect">
            <a:avLst>
              <a:gd name="adj" fmla="val 5056"/>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demo:c366efd2d5"/>
          <p:cNvSpPr/>
          <p:nvPr/>
        </p:nvSpPr>
        <p:spPr>
          <a:xfrm>
            <a:off x="8439150" y="5041900"/>
            <a:ext cx="1530350" cy="7493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demo:ffa351a753" descr="fig_postproceso.png"/>
          <p:cNvPicPr>
            <a:picLocks noChangeAspect="1"/>
          </p:cNvPicPr>
          <p:nvPr/>
        </p:nvPicPr>
        <p:blipFill>
          <a:blip r:embed="rId10"/>
          <a:srcRect l="1037" r="2420"/>
          <a:stretch>
            <a:fillRect/>
          </a:stretch>
        </p:blipFill>
        <p:spPr>
          <a:xfrm>
            <a:off x="8439150" y="5041900"/>
            <a:ext cx="1530350" cy="749300"/>
          </a:xfrm>
          <a:prstGeom prst="rect">
            <a:avLst/>
          </a:prstGeom>
        </p:spPr>
      </p:pic>
      <p:sp>
        <p:nvSpPr>
          <p:cNvPr id="71" name="!!demo:288f2a39db"/>
          <p:cNvSpPr txBox="1"/>
          <p:nvPr/>
        </p:nvSpPr>
        <p:spPr>
          <a:xfrm>
            <a:off x="8515350" y="5847893"/>
            <a:ext cx="142875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Post-proceso y sonda</a:t>
            </a:r>
          </a:p>
        </p:txBody>
      </p:sp>
      <p:sp>
        <p:nvSpPr>
          <p:cNvPr id="72" name="!!demo:1aee16c406"/>
          <p:cNvSpPr/>
          <p:nvPr/>
        </p:nvSpPr>
        <p:spPr>
          <a:xfrm>
            <a:off x="10077450" y="5035550"/>
            <a:ext cx="1543050" cy="1130300"/>
          </a:xfrm>
          <a:prstGeom prst="roundRect">
            <a:avLst>
              <a:gd name="adj" fmla="val 5056"/>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demo:d5730cf7b4"/>
          <p:cNvSpPr/>
          <p:nvPr/>
        </p:nvSpPr>
        <p:spPr>
          <a:xfrm>
            <a:off x="10083800" y="5041900"/>
            <a:ext cx="1530350" cy="749300"/>
          </a:xfrm>
          <a:prstGeom prst="rect">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demo:ab470269eb" descr="software_hojas.png"/>
          <p:cNvPicPr>
            <a:picLocks noChangeAspect="1"/>
          </p:cNvPicPr>
          <p:nvPr/>
        </p:nvPicPr>
        <p:blipFill>
          <a:blip r:embed="rId11"/>
          <a:srcRect t="830" b="1245"/>
          <a:stretch>
            <a:fillRect/>
          </a:stretch>
        </p:blipFill>
        <p:spPr>
          <a:xfrm>
            <a:off x="10083800" y="5041900"/>
            <a:ext cx="1530350" cy="749300"/>
          </a:xfrm>
          <a:prstGeom prst="rect">
            <a:avLst/>
          </a:prstGeom>
        </p:spPr>
      </p:pic>
      <p:sp>
        <p:nvSpPr>
          <p:cNvPr id="75" name="!!demo:f090f69d09"/>
          <p:cNvSpPr txBox="1"/>
          <p:nvPr/>
        </p:nvSpPr>
        <p:spPr>
          <a:xfrm>
            <a:off x="10160000" y="5847893"/>
            <a:ext cx="142875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Memoria de cálculo</a:t>
            </a:r>
          </a:p>
        </p:txBody>
      </p:sp>
      <p:sp>
        <p:nvSpPr>
          <p:cNvPr id="76"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ie-izq"/>
          <p:cNvSpPr txBox="1"/>
          <p:nvPr/>
        </p:nvSpPr>
        <p:spPr>
          <a:xfrm>
            <a:off x="565150" y="6535420"/>
            <a:ext cx="4686935"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79" name="!!pie-cen"/>
          <p:cNvSpPr txBox="1"/>
          <p:nvPr/>
        </p:nvSpPr>
        <p:spPr>
          <a:xfrm>
            <a:off x="5134800" y="6535420"/>
            <a:ext cx="192233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Anexo B · Tabla B.1 · Figura 3.5</a:t>
            </a:r>
          </a:p>
        </p:txBody>
      </p:sp>
      <p:sp>
        <p:nvSpPr>
          <p:cNvPr id="80" name="!!pie-der"/>
          <p:cNvSpPr txBox="1"/>
          <p:nvPr/>
        </p:nvSpPr>
        <p:spPr>
          <a:xfrm>
            <a:off x="6939852" y="6535420"/>
            <a:ext cx="468699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18</a:t>
            </a:r>
          </a:p>
        </p:txBody>
      </p:sp>
      <p:pic>
        <p:nvPicPr>
          <p:cNvPr id="81" name="!!demo:ceaa208827" descr="770ea24d2844ebc0.png"/>
          <p:cNvPicPr>
            <a:picLocks noChangeAspect="1"/>
          </p:cNvPicPr>
          <p:nvPr/>
        </p:nvPicPr>
        <p:blipFill>
          <a:blip r:embed="rId12"/>
          <a:stretch>
            <a:fillRect/>
          </a:stretch>
        </p:blipFill>
        <p:spPr>
          <a:xfrm>
            <a:off x="3460750" y="1257300"/>
            <a:ext cx="8159750" cy="4095750"/>
          </a:xfrm>
          <a:prstGeom prst="rect">
            <a:avLst/>
          </a:prstGeom>
        </p:spPr>
      </p:pic>
      <p:pic>
        <p:nvPicPr>
          <p:cNvPr id="82" name="!!demo:0260889b65" descr="87b46c144b026f25.png"/>
          <p:cNvPicPr>
            <a:picLocks noChangeAspect="1"/>
          </p:cNvPicPr>
          <p:nvPr/>
        </p:nvPicPr>
        <p:blipFill>
          <a:blip r:embed="rId13"/>
          <a:stretch>
            <a:fillRect/>
          </a:stretch>
        </p:blipFill>
        <p:spPr>
          <a:xfrm>
            <a:off x="5143500" y="1149350"/>
            <a:ext cx="7048500" cy="3759200"/>
          </a:xfrm>
          <a:prstGeom prst="rect">
            <a:avLst/>
          </a:prstGeom>
        </p:spPr>
      </p:pic>
      <p:sp>
        <p:nvSpPr>
          <p:cNvPr id="83" name="!!demo:3e4788b827"/>
          <p:cNvSpPr/>
          <p:nvPr/>
        </p:nvSpPr>
        <p:spPr>
          <a:xfrm>
            <a:off x="5257800" y="4494594"/>
            <a:ext cx="4496118" cy="299656"/>
          </a:xfrm>
          <a:prstGeom prst="roundRect">
            <a:avLst>
              <a:gd name="adj" fmla="val 21190"/>
            </a:avLst>
          </a:prstGeom>
          <a:solidFill>
            <a:srgbClr val="0A0E16">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demo:0af93e65b3"/>
          <p:cNvSpPr txBox="1"/>
          <p:nvPr/>
        </p:nvSpPr>
        <p:spPr>
          <a:xfrm>
            <a:off x="5372100" y="4547692"/>
            <a:ext cx="4352862" cy="198120"/>
          </a:xfrm>
          <a:prstGeom prst="rect">
            <a:avLst/>
          </a:prstGeom>
          <a:noFill/>
        </p:spPr>
        <p:txBody>
          <a:bodyPr wrap="square" lIns="0" rIns="0" tIns="0" bIns="0" anchor="t"/>
          <a:lstStyle/>
          <a:p>
            <a:pPr algn="l">
              <a:lnSpc>
                <a:spcPts val="1560"/>
              </a:lnSpc>
              <a:spcBef>
                <a:spcPts val="0"/>
              </a:spcBef>
              <a:spcAft>
                <a:spcPts val="0"/>
              </a:spcAft>
            </a:pPr>
            <a:r>
              <a:rPr sz="1300" b="1" i="0">
                <a:solidFill>
                  <a:srgbClr val="F1F3F5"/>
                </a:solidFill>
                <a:latin typeface="Calibri"/>
              </a:rPr>
              <a:t>Proceso: el módulo M3, desplegado sobre el elemento elegido</a:t>
            </a:r>
          </a:p>
        </p:txBody>
      </p:sp>
      <p:sp>
        <p:nvSpPr>
          <p:cNvPr id="85" name="!!demo:31b8312914">
            <a:hlinkClick action="ppaction://hlinksldjump" r:id="rId14"/>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demo:01b7d89d9e">
            <a:hlinkClick action="ppaction://hlinksldjump" r:id="rId15"/>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demo:8a2d86cde7">
            <a:hlinkClick action="ppaction://hlinksldjump" r:id="rId16"/>
          </p:cNvPr>
          <p:cNvSpPr/>
          <p:nvPr/>
        </p:nvSpPr>
        <p:spPr>
          <a:xfrm>
            <a:off x="111315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demo:c07c48e2b6">
            <a:hlinkClick action="ppaction://hlinksldjump" r:id="rId17"/>
          </p:cNvPr>
          <p:cNvSpPr/>
          <p:nvPr/>
        </p:nvSpPr>
        <p:spPr>
          <a:xfrm>
            <a:off x="113474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demo:36e88799ae">
            <a:hlinkClick action="ppaction://hlinksldjump" r:id="rId18"/>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demo:a33dbbdba5">
            <a:hlinkClick action="ppaction://hlinksldjump" r:id="rId19"/>
          </p:cNvPr>
          <p:cNvSpPr/>
          <p:nvPr/>
        </p:nvSpPr>
        <p:spPr>
          <a:xfrm>
            <a:off x="565150" y="5892800"/>
            <a:ext cx="931354" cy="2794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demo:30dcd3a09a">
            <a:hlinkClick action="ppaction://hlinksldjump" r:id="rId20"/>
          </p:cNvPr>
          <p:cNvSpPr/>
          <p:nvPr/>
        </p:nvSpPr>
        <p:spPr>
          <a:xfrm>
            <a:off x="1560004" y="5892800"/>
            <a:ext cx="1064133" cy="2794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demo:cea441bf21">
            <a:hlinkClick action="ppaction://hlinksldjump" r:id="rId21"/>
          </p:cNvPr>
          <p:cNvSpPr/>
          <p:nvPr/>
        </p:nvSpPr>
        <p:spPr>
          <a:xfrm>
            <a:off x="2687638" y="5892800"/>
            <a:ext cx="1251966" cy="2794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50"/>
                                  </p:stCondLst>
                                  <p:childTnLst>
                                    <p:set>
                                      <p:cBhvr>
                                        <p:cTn id="6" dur="1" fill="hold">
                                          <p:stCondLst>
                                            <p:cond delay="0"/>
                                          </p:stCondLst>
                                        </p:cTn>
                                        <p:tgtEl>
                                          <p:spTgt spid="12"/>
                                        </p:tgtEl>
                                        <p:attrNameLst>
                                          <p:attrName>style.visibility</p:attrName>
                                        </p:attrNameLst>
                                      </p:cBhvr>
                                      <p:to>
                                        <p:strVal val="visible"/>
                                      </p:to>
                                    </p:set>
                                    <p:anim calcmode="lin" valueType="num">
                                      <p:cBhvr>
                                        <p:cTn id="7" dur="750" fill="hold"/>
                                        <p:tgtEl>
                                          <p:spTgt spid="12"/>
                                        </p:tgtEl>
                                        <p:attrNameLst>
                                          <p:attrName>ppt_w</p:attrName>
                                        </p:attrNameLst>
                                      </p:cBhvr>
                                      <p:tavLst>
                                        <p:tav tm="0">
                                          <p:val>
                                            <p:fltVal val="0"/>
                                          </p:val>
                                        </p:tav>
                                        <p:tav tm="100000">
                                          <p:val>
                                            <p:strVal val="#ppt_w"/>
                                          </p:val>
                                        </p:tav>
                                      </p:tavLst>
                                    </p:anim>
                                    <p:anim calcmode="lin" valueType="num">
                                      <p:cBhvr>
                                        <p:cTn id="8" dur="750" fill="hold"/>
                                        <p:tgtEl>
                                          <p:spTgt spid="12"/>
                                        </p:tgtEl>
                                        <p:attrNameLst>
                                          <p:attrName>ppt_h</p:attrName>
                                        </p:attrNameLst>
                                      </p:cBhvr>
                                      <p:tavLst>
                                        <p:tav tm="0">
                                          <p:val>
                                            <p:fltVal val="0"/>
                                          </p:val>
                                        </p:tav>
                                        <p:tav tm="100000">
                                          <p:val>
                                            <p:strVal val="#ppt_h"/>
                                          </p:val>
                                        </p:tav>
                                      </p:tavLst>
                                    </p:anim>
                                    <p:animEffect transition="in" filter="fade">
                                      <p:cBhvr>
                                        <p:cTn id="9" dur="750"/>
                                        <p:tgtEl>
                                          <p:spTgt spid="12"/>
                                        </p:tgtEl>
                                      </p:cBhvr>
                                    </p:animEffect>
                                  </p:childTnLst>
                                </p:cTn>
                              </p:par>
                              <p:par>
                                <p:cTn id="10" presetID="53" presetClass="entr" presetSubtype="16" fill="hold" grpId="0" nodeType="withEffect">
                                  <p:stCondLst>
                                    <p:cond delay="150"/>
                                  </p:stCondLst>
                                  <p:childTnLst>
                                    <p:set>
                                      <p:cBhvr>
                                        <p:cTn id="11" dur="1" fill="hold">
                                          <p:stCondLst>
                                            <p:cond delay="0"/>
                                          </p:stCondLst>
                                        </p:cTn>
                                        <p:tgtEl>
                                          <p:spTgt spid="13"/>
                                        </p:tgtEl>
                                        <p:attrNameLst>
                                          <p:attrName>style.visibility</p:attrName>
                                        </p:attrNameLst>
                                      </p:cBhvr>
                                      <p:to>
                                        <p:strVal val="visible"/>
                                      </p:to>
                                    </p:set>
                                    <p:anim calcmode="lin" valueType="num">
                                      <p:cBhvr>
                                        <p:cTn id="12" dur="750" fill="hold"/>
                                        <p:tgtEl>
                                          <p:spTgt spid="13"/>
                                        </p:tgtEl>
                                        <p:attrNameLst>
                                          <p:attrName>ppt_w</p:attrName>
                                        </p:attrNameLst>
                                      </p:cBhvr>
                                      <p:tavLst>
                                        <p:tav tm="0">
                                          <p:val>
                                            <p:fltVal val="0"/>
                                          </p:val>
                                        </p:tav>
                                        <p:tav tm="100000">
                                          <p:val>
                                            <p:strVal val="#ppt_w"/>
                                          </p:val>
                                        </p:tav>
                                      </p:tavLst>
                                    </p:anim>
                                    <p:anim calcmode="lin" valueType="num">
                                      <p:cBhvr>
                                        <p:cTn id="13" dur="750" fill="hold"/>
                                        <p:tgtEl>
                                          <p:spTgt spid="13"/>
                                        </p:tgtEl>
                                        <p:attrNameLst>
                                          <p:attrName>ppt_h</p:attrName>
                                        </p:attrNameLst>
                                      </p:cBhvr>
                                      <p:tavLst>
                                        <p:tav tm="0">
                                          <p:val>
                                            <p:fltVal val="0"/>
                                          </p:val>
                                        </p:tav>
                                        <p:tav tm="100000">
                                          <p:val>
                                            <p:strVal val="#ppt_h"/>
                                          </p:val>
                                        </p:tav>
                                      </p:tavLst>
                                    </p:anim>
                                    <p:animEffect transition="in" filter="fade">
                                      <p:cBhvr>
                                        <p:cTn id="14" dur="750"/>
                                        <p:tgtEl>
                                          <p:spTgt spid="13"/>
                                        </p:tgtEl>
                                      </p:cBhvr>
                                    </p:animEffect>
                                  </p:childTnLst>
                                </p:cTn>
                              </p:par>
                              <p:par>
                                <p:cTn id="15" presetID="53" presetClass="entr" presetSubtype="16" fill="hold" grpId="0" nodeType="withEffect">
                                  <p:stCondLst>
                                    <p:cond delay="150"/>
                                  </p:stCondLst>
                                  <p:childTnLst>
                                    <p:set>
                                      <p:cBhvr>
                                        <p:cTn id="16" dur="1" fill="hold">
                                          <p:stCondLst>
                                            <p:cond delay="0"/>
                                          </p:stCondLst>
                                        </p:cTn>
                                        <p:tgtEl>
                                          <p:spTgt spid="14"/>
                                        </p:tgtEl>
                                        <p:attrNameLst>
                                          <p:attrName>style.visibility</p:attrName>
                                        </p:attrNameLst>
                                      </p:cBhvr>
                                      <p:to>
                                        <p:strVal val="visible"/>
                                      </p:to>
                                    </p:set>
                                    <p:anim calcmode="lin" valueType="num">
                                      <p:cBhvr>
                                        <p:cTn id="17" dur="750" fill="hold"/>
                                        <p:tgtEl>
                                          <p:spTgt spid="14"/>
                                        </p:tgtEl>
                                        <p:attrNameLst>
                                          <p:attrName>ppt_w</p:attrName>
                                        </p:attrNameLst>
                                      </p:cBhvr>
                                      <p:tavLst>
                                        <p:tav tm="0">
                                          <p:val>
                                            <p:fltVal val="0"/>
                                          </p:val>
                                        </p:tav>
                                        <p:tav tm="100000">
                                          <p:val>
                                            <p:strVal val="#ppt_w"/>
                                          </p:val>
                                        </p:tav>
                                      </p:tavLst>
                                    </p:anim>
                                    <p:anim calcmode="lin" valueType="num">
                                      <p:cBhvr>
                                        <p:cTn id="18" dur="750" fill="hold"/>
                                        <p:tgtEl>
                                          <p:spTgt spid="14"/>
                                        </p:tgtEl>
                                        <p:attrNameLst>
                                          <p:attrName>ppt_h</p:attrName>
                                        </p:attrNameLst>
                                      </p:cBhvr>
                                      <p:tavLst>
                                        <p:tav tm="0">
                                          <p:val>
                                            <p:fltVal val="0"/>
                                          </p:val>
                                        </p:tav>
                                        <p:tav tm="100000">
                                          <p:val>
                                            <p:strVal val="#ppt_h"/>
                                          </p:val>
                                        </p:tav>
                                      </p:tavLst>
                                    </p:anim>
                                    <p:animEffect transition="in" filter="fade">
                                      <p:cBhvr>
                                        <p:cTn id="19" dur="750"/>
                                        <p:tgtEl>
                                          <p:spTgt spid="14"/>
                                        </p:tgtEl>
                                      </p:cBhvr>
                                    </p:animEffect>
                                  </p:childTnLst>
                                </p:cTn>
                              </p:par>
                              <p:par>
                                <p:cTn id="20" presetID="53" presetClass="entr" presetSubtype="16" fill="hold" nodeType="withEffect">
                                  <p:stCondLst>
                                    <p:cond delay="150"/>
                                  </p:stCondLst>
                                  <p:childTnLst>
                                    <p:set>
                                      <p:cBhvr>
                                        <p:cTn id="21" dur="1" fill="hold">
                                          <p:stCondLst>
                                            <p:cond delay="0"/>
                                          </p:stCondLst>
                                        </p:cTn>
                                        <p:tgtEl>
                                          <p:spTgt spid="15"/>
                                        </p:tgtEl>
                                        <p:attrNameLst>
                                          <p:attrName>style.visibility</p:attrName>
                                        </p:attrNameLst>
                                      </p:cBhvr>
                                      <p:to>
                                        <p:strVal val="visible"/>
                                      </p:to>
                                    </p:set>
                                    <p:anim calcmode="lin" valueType="num">
                                      <p:cBhvr>
                                        <p:cTn id="22" dur="750" fill="hold"/>
                                        <p:tgtEl>
                                          <p:spTgt spid="15"/>
                                        </p:tgtEl>
                                        <p:attrNameLst>
                                          <p:attrName>ppt_w</p:attrName>
                                        </p:attrNameLst>
                                      </p:cBhvr>
                                      <p:tavLst>
                                        <p:tav tm="0">
                                          <p:val>
                                            <p:fltVal val="0"/>
                                          </p:val>
                                        </p:tav>
                                        <p:tav tm="100000">
                                          <p:val>
                                            <p:strVal val="#ppt_w"/>
                                          </p:val>
                                        </p:tav>
                                      </p:tavLst>
                                    </p:anim>
                                    <p:anim calcmode="lin" valueType="num">
                                      <p:cBhvr>
                                        <p:cTn id="23" dur="750" fill="hold"/>
                                        <p:tgtEl>
                                          <p:spTgt spid="15"/>
                                        </p:tgtEl>
                                        <p:attrNameLst>
                                          <p:attrName>ppt_h</p:attrName>
                                        </p:attrNameLst>
                                      </p:cBhvr>
                                      <p:tavLst>
                                        <p:tav tm="0">
                                          <p:val>
                                            <p:fltVal val="0"/>
                                          </p:val>
                                        </p:tav>
                                        <p:tav tm="100000">
                                          <p:val>
                                            <p:strVal val="#ppt_h"/>
                                          </p:val>
                                        </p:tav>
                                      </p:tavLst>
                                    </p:anim>
                                    <p:animEffect transition="in" filter="fade">
                                      <p:cBhvr>
                                        <p:cTn id="24" dur="750"/>
                                        <p:tgtEl>
                                          <p:spTgt spid="15"/>
                                        </p:tgtEl>
                                      </p:cBhvr>
                                    </p:animEffect>
                                  </p:childTnLst>
                                </p:cTn>
                              </p:par>
                              <p:par>
                                <p:cTn id="25" presetID="53" presetClass="entr" presetSubtype="16" fill="hold" grpId="0" nodeType="withEffect">
                                  <p:stCondLst>
                                    <p:cond delay="150"/>
                                  </p:stCondLst>
                                  <p:childTnLst>
                                    <p:set>
                                      <p:cBhvr>
                                        <p:cTn id="26" dur="1" fill="hold">
                                          <p:stCondLst>
                                            <p:cond delay="0"/>
                                          </p:stCondLst>
                                        </p:cTn>
                                        <p:tgtEl>
                                          <p:spTgt spid="16"/>
                                        </p:tgtEl>
                                        <p:attrNameLst>
                                          <p:attrName>style.visibility</p:attrName>
                                        </p:attrNameLst>
                                      </p:cBhvr>
                                      <p:to>
                                        <p:strVal val="visible"/>
                                      </p:to>
                                    </p:set>
                                    <p:anim calcmode="lin" valueType="num">
                                      <p:cBhvr>
                                        <p:cTn id="27" dur="750" fill="hold"/>
                                        <p:tgtEl>
                                          <p:spTgt spid="16"/>
                                        </p:tgtEl>
                                        <p:attrNameLst>
                                          <p:attrName>ppt_w</p:attrName>
                                        </p:attrNameLst>
                                      </p:cBhvr>
                                      <p:tavLst>
                                        <p:tav tm="0">
                                          <p:val>
                                            <p:fltVal val="0"/>
                                          </p:val>
                                        </p:tav>
                                        <p:tav tm="100000">
                                          <p:val>
                                            <p:strVal val="#ppt_w"/>
                                          </p:val>
                                        </p:tav>
                                      </p:tavLst>
                                    </p:anim>
                                    <p:anim calcmode="lin" valueType="num">
                                      <p:cBhvr>
                                        <p:cTn id="28" dur="750" fill="hold"/>
                                        <p:tgtEl>
                                          <p:spTgt spid="16"/>
                                        </p:tgtEl>
                                        <p:attrNameLst>
                                          <p:attrName>ppt_h</p:attrName>
                                        </p:attrNameLst>
                                      </p:cBhvr>
                                      <p:tavLst>
                                        <p:tav tm="0">
                                          <p:val>
                                            <p:fltVal val="0"/>
                                          </p:val>
                                        </p:tav>
                                        <p:tav tm="100000">
                                          <p:val>
                                            <p:strVal val="#ppt_h"/>
                                          </p:val>
                                        </p:tav>
                                      </p:tavLst>
                                    </p:anim>
                                    <p:animEffect transition="in" filter="fade">
                                      <p:cBhvr>
                                        <p:cTn id="29" dur="750"/>
                                        <p:tgtEl>
                                          <p:spTgt spid="16"/>
                                        </p:tgtEl>
                                      </p:cBhvr>
                                    </p:animEffect>
                                  </p:childTnLst>
                                </p:cTn>
                              </p:par>
                              <p:par>
                                <p:cTn id="30" presetID="53" presetClass="entr" presetSubtype="16" fill="hold" grpId="0" nodeType="withEffect">
                                  <p:stCondLst>
                                    <p:cond delay="150"/>
                                  </p:stCondLst>
                                  <p:childTnLst>
                                    <p:set>
                                      <p:cBhvr>
                                        <p:cTn id="31" dur="1" fill="hold">
                                          <p:stCondLst>
                                            <p:cond delay="0"/>
                                          </p:stCondLst>
                                        </p:cTn>
                                        <p:tgtEl>
                                          <p:spTgt spid="17"/>
                                        </p:tgtEl>
                                        <p:attrNameLst>
                                          <p:attrName>style.visibility</p:attrName>
                                        </p:attrNameLst>
                                      </p:cBhvr>
                                      <p:to>
                                        <p:strVal val="visible"/>
                                      </p:to>
                                    </p:set>
                                    <p:anim calcmode="lin" valueType="num">
                                      <p:cBhvr>
                                        <p:cTn id="32" dur="750" fill="hold"/>
                                        <p:tgtEl>
                                          <p:spTgt spid="17"/>
                                        </p:tgtEl>
                                        <p:attrNameLst>
                                          <p:attrName>ppt_w</p:attrName>
                                        </p:attrNameLst>
                                      </p:cBhvr>
                                      <p:tavLst>
                                        <p:tav tm="0">
                                          <p:val>
                                            <p:fltVal val="0"/>
                                          </p:val>
                                        </p:tav>
                                        <p:tav tm="100000">
                                          <p:val>
                                            <p:strVal val="#ppt_w"/>
                                          </p:val>
                                        </p:tav>
                                      </p:tavLst>
                                    </p:anim>
                                    <p:anim calcmode="lin" valueType="num">
                                      <p:cBhvr>
                                        <p:cTn id="33" dur="750" fill="hold"/>
                                        <p:tgtEl>
                                          <p:spTgt spid="17"/>
                                        </p:tgtEl>
                                        <p:attrNameLst>
                                          <p:attrName>ppt_h</p:attrName>
                                        </p:attrNameLst>
                                      </p:cBhvr>
                                      <p:tavLst>
                                        <p:tav tm="0">
                                          <p:val>
                                            <p:fltVal val="0"/>
                                          </p:val>
                                        </p:tav>
                                        <p:tav tm="100000">
                                          <p:val>
                                            <p:strVal val="#ppt_h"/>
                                          </p:val>
                                        </p:tav>
                                      </p:tavLst>
                                    </p:anim>
                                    <p:animEffect transition="in" filter="fade">
                                      <p:cBhvr>
                                        <p:cTn id="34" dur="750"/>
                                        <p:tgtEl>
                                          <p:spTgt spid="17"/>
                                        </p:tgtEl>
                                      </p:cBhvr>
                                    </p:animEffect>
                                  </p:childTnLst>
                                </p:cTn>
                              </p:par>
                              <p:par>
                                <p:cTn id="35" presetID="53" presetClass="entr" presetSubtype="16" fill="hold" grpId="0" nodeType="withEffect">
                                  <p:stCondLst>
                                    <p:cond delay="370"/>
                                  </p:stCondLst>
                                  <p:childTnLst>
                                    <p:set>
                                      <p:cBhvr>
                                        <p:cTn id="36" dur="1" fill="hold">
                                          <p:stCondLst>
                                            <p:cond delay="0"/>
                                          </p:stCondLst>
                                        </p:cTn>
                                        <p:tgtEl>
                                          <p:spTgt spid="18"/>
                                        </p:tgtEl>
                                        <p:attrNameLst>
                                          <p:attrName>style.visibility</p:attrName>
                                        </p:attrNameLst>
                                      </p:cBhvr>
                                      <p:to>
                                        <p:strVal val="visible"/>
                                      </p:to>
                                    </p:set>
                                    <p:anim calcmode="lin" valueType="num">
                                      <p:cBhvr>
                                        <p:cTn id="37" dur="750" fill="hold"/>
                                        <p:tgtEl>
                                          <p:spTgt spid="18"/>
                                        </p:tgtEl>
                                        <p:attrNameLst>
                                          <p:attrName>ppt_w</p:attrName>
                                        </p:attrNameLst>
                                      </p:cBhvr>
                                      <p:tavLst>
                                        <p:tav tm="0">
                                          <p:val>
                                            <p:fltVal val="0"/>
                                          </p:val>
                                        </p:tav>
                                        <p:tav tm="100000">
                                          <p:val>
                                            <p:strVal val="#ppt_w"/>
                                          </p:val>
                                        </p:tav>
                                      </p:tavLst>
                                    </p:anim>
                                    <p:anim calcmode="lin" valueType="num">
                                      <p:cBhvr>
                                        <p:cTn id="38" dur="750" fill="hold"/>
                                        <p:tgtEl>
                                          <p:spTgt spid="18"/>
                                        </p:tgtEl>
                                        <p:attrNameLst>
                                          <p:attrName>ppt_h</p:attrName>
                                        </p:attrNameLst>
                                      </p:cBhvr>
                                      <p:tavLst>
                                        <p:tav tm="0">
                                          <p:val>
                                            <p:fltVal val="0"/>
                                          </p:val>
                                        </p:tav>
                                        <p:tav tm="100000">
                                          <p:val>
                                            <p:strVal val="#ppt_h"/>
                                          </p:val>
                                        </p:tav>
                                      </p:tavLst>
                                    </p:anim>
                                    <p:animEffect transition="in" filter="fade">
                                      <p:cBhvr>
                                        <p:cTn id="39" dur="750"/>
                                        <p:tgtEl>
                                          <p:spTgt spid="18"/>
                                        </p:tgtEl>
                                      </p:cBhvr>
                                    </p:animEffect>
                                  </p:childTnLst>
                                </p:cTn>
                              </p:par>
                              <p:par>
                                <p:cTn id="40" presetID="53" presetClass="entr" presetSubtype="16" fill="hold" grpId="0" nodeType="withEffect">
                                  <p:stCondLst>
                                    <p:cond delay="370"/>
                                  </p:stCondLst>
                                  <p:childTnLst>
                                    <p:set>
                                      <p:cBhvr>
                                        <p:cTn id="41" dur="1" fill="hold">
                                          <p:stCondLst>
                                            <p:cond delay="0"/>
                                          </p:stCondLst>
                                        </p:cTn>
                                        <p:tgtEl>
                                          <p:spTgt spid="19"/>
                                        </p:tgtEl>
                                        <p:attrNameLst>
                                          <p:attrName>style.visibility</p:attrName>
                                        </p:attrNameLst>
                                      </p:cBhvr>
                                      <p:to>
                                        <p:strVal val="visible"/>
                                      </p:to>
                                    </p:set>
                                    <p:anim calcmode="lin" valueType="num">
                                      <p:cBhvr>
                                        <p:cTn id="42" dur="750" fill="hold"/>
                                        <p:tgtEl>
                                          <p:spTgt spid="19"/>
                                        </p:tgtEl>
                                        <p:attrNameLst>
                                          <p:attrName>ppt_w</p:attrName>
                                        </p:attrNameLst>
                                      </p:cBhvr>
                                      <p:tavLst>
                                        <p:tav tm="0">
                                          <p:val>
                                            <p:fltVal val="0"/>
                                          </p:val>
                                        </p:tav>
                                        <p:tav tm="100000">
                                          <p:val>
                                            <p:strVal val="#ppt_w"/>
                                          </p:val>
                                        </p:tav>
                                      </p:tavLst>
                                    </p:anim>
                                    <p:anim calcmode="lin" valueType="num">
                                      <p:cBhvr>
                                        <p:cTn id="43" dur="750" fill="hold"/>
                                        <p:tgtEl>
                                          <p:spTgt spid="19"/>
                                        </p:tgtEl>
                                        <p:attrNameLst>
                                          <p:attrName>ppt_h</p:attrName>
                                        </p:attrNameLst>
                                      </p:cBhvr>
                                      <p:tavLst>
                                        <p:tav tm="0">
                                          <p:val>
                                            <p:fltVal val="0"/>
                                          </p:val>
                                        </p:tav>
                                        <p:tav tm="100000">
                                          <p:val>
                                            <p:strVal val="#ppt_h"/>
                                          </p:val>
                                        </p:tav>
                                      </p:tavLst>
                                    </p:anim>
                                    <p:animEffect transition="in" filter="fade">
                                      <p:cBhvr>
                                        <p:cTn id="44" dur="750"/>
                                        <p:tgtEl>
                                          <p:spTgt spid="19"/>
                                        </p:tgtEl>
                                      </p:cBhvr>
                                    </p:animEffect>
                                  </p:childTnLst>
                                </p:cTn>
                              </p:par>
                              <p:par>
                                <p:cTn id="45" presetID="53" presetClass="entr" presetSubtype="16" fill="hold" grpId="0" nodeType="withEffect">
                                  <p:stCondLst>
                                    <p:cond delay="370"/>
                                  </p:stCondLst>
                                  <p:childTnLst>
                                    <p:set>
                                      <p:cBhvr>
                                        <p:cTn id="46" dur="1" fill="hold">
                                          <p:stCondLst>
                                            <p:cond delay="0"/>
                                          </p:stCondLst>
                                        </p:cTn>
                                        <p:tgtEl>
                                          <p:spTgt spid="20"/>
                                        </p:tgtEl>
                                        <p:attrNameLst>
                                          <p:attrName>style.visibility</p:attrName>
                                        </p:attrNameLst>
                                      </p:cBhvr>
                                      <p:to>
                                        <p:strVal val="visible"/>
                                      </p:to>
                                    </p:set>
                                    <p:anim calcmode="lin" valueType="num">
                                      <p:cBhvr>
                                        <p:cTn id="47" dur="750" fill="hold"/>
                                        <p:tgtEl>
                                          <p:spTgt spid="20"/>
                                        </p:tgtEl>
                                        <p:attrNameLst>
                                          <p:attrName>ppt_w</p:attrName>
                                        </p:attrNameLst>
                                      </p:cBhvr>
                                      <p:tavLst>
                                        <p:tav tm="0">
                                          <p:val>
                                            <p:fltVal val="0"/>
                                          </p:val>
                                        </p:tav>
                                        <p:tav tm="100000">
                                          <p:val>
                                            <p:strVal val="#ppt_w"/>
                                          </p:val>
                                        </p:tav>
                                      </p:tavLst>
                                    </p:anim>
                                    <p:anim calcmode="lin" valueType="num">
                                      <p:cBhvr>
                                        <p:cTn id="48" dur="750" fill="hold"/>
                                        <p:tgtEl>
                                          <p:spTgt spid="20"/>
                                        </p:tgtEl>
                                        <p:attrNameLst>
                                          <p:attrName>ppt_h</p:attrName>
                                        </p:attrNameLst>
                                      </p:cBhvr>
                                      <p:tavLst>
                                        <p:tav tm="0">
                                          <p:val>
                                            <p:fltVal val="0"/>
                                          </p:val>
                                        </p:tav>
                                        <p:tav tm="100000">
                                          <p:val>
                                            <p:strVal val="#ppt_h"/>
                                          </p:val>
                                        </p:tav>
                                      </p:tavLst>
                                    </p:anim>
                                    <p:animEffect transition="in" filter="fade">
                                      <p:cBhvr>
                                        <p:cTn id="49" dur="750"/>
                                        <p:tgtEl>
                                          <p:spTgt spid="20"/>
                                        </p:tgtEl>
                                      </p:cBhvr>
                                    </p:animEffect>
                                  </p:childTnLst>
                                </p:cTn>
                              </p:par>
                              <p:par>
                                <p:cTn id="50" presetID="53" presetClass="entr" presetSubtype="16" fill="hold" nodeType="withEffect">
                                  <p:stCondLst>
                                    <p:cond delay="370"/>
                                  </p:stCondLst>
                                  <p:childTnLst>
                                    <p:set>
                                      <p:cBhvr>
                                        <p:cTn id="51" dur="1" fill="hold">
                                          <p:stCondLst>
                                            <p:cond delay="0"/>
                                          </p:stCondLst>
                                        </p:cTn>
                                        <p:tgtEl>
                                          <p:spTgt spid="21"/>
                                        </p:tgtEl>
                                        <p:attrNameLst>
                                          <p:attrName>style.visibility</p:attrName>
                                        </p:attrNameLst>
                                      </p:cBhvr>
                                      <p:to>
                                        <p:strVal val="visible"/>
                                      </p:to>
                                    </p:set>
                                    <p:anim calcmode="lin" valueType="num">
                                      <p:cBhvr>
                                        <p:cTn id="52" dur="750" fill="hold"/>
                                        <p:tgtEl>
                                          <p:spTgt spid="21"/>
                                        </p:tgtEl>
                                        <p:attrNameLst>
                                          <p:attrName>ppt_w</p:attrName>
                                        </p:attrNameLst>
                                      </p:cBhvr>
                                      <p:tavLst>
                                        <p:tav tm="0">
                                          <p:val>
                                            <p:fltVal val="0"/>
                                          </p:val>
                                        </p:tav>
                                        <p:tav tm="100000">
                                          <p:val>
                                            <p:strVal val="#ppt_w"/>
                                          </p:val>
                                        </p:tav>
                                      </p:tavLst>
                                    </p:anim>
                                    <p:anim calcmode="lin" valueType="num">
                                      <p:cBhvr>
                                        <p:cTn id="53" dur="750" fill="hold"/>
                                        <p:tgtEl>
                                          <p:spTgt spid="21"/>
                                        </p:tgtEl>
                                        <p:attrNameLst>
                                          <p:attrName>ppt_h</p:attrName>
                                        </p:attrNameLst>
                                      </p:cBhvr>
                                      <p:tavLst>
                                        <p:tav tm="0">
                                          <p:val>
                                            <p:fltVal val="0"/>
                                          </p:val>
                                        </p:tav>
                                        <p:tav tm="100000">
                                          <p:val>
                                            <p:strVal val="#ppt_h"/>
                                          </p:val>
                                        </p:tav>
                                      </p:tavLst>
                                    </p:anim>
                                    <p:animEffect transition="in" filter="fade">
                                      <p:cBhvr>
                                        <p:cTn id="54" dur="750"/>
                                        <p:tgtEl>
                                          <p:spTgt spid="21"/>
                                        </p:tgtEl>
                                      </p:cBhvr>
                                    </p:animEffect>
                                  </p:childTnLst>
                                </p:cTn>
                              </p:par>
                              <p:par>
                                <p:cTn id="55" presetID="53" presetClass="entr" presetSubtype="16" fill="hold" grpId="0" nodeType="withEffect">
                                  <p:stCondLst>
                                    <p:cond delay="370"/>
                                  </p:stCondLst>
                                  <p:childTnLst>
                                    <p:set>
                                      <p:cBhvr>
                                        <p:cTn id="56" dur="1" fill="hold">
                                          <p:stCondLst>
                                            <p:cond delay="0"/>
                                          </p:stCondLst>
                                        </p:cTn>
                                        <p:tgtEl>
                                          <p:spTgt spid="22"/>
                                        </p:tgtEl>
                                        <p:attrNameLst>
                                          <p:attrName>style.visibility</p:attrName>
                                        </p:attrNameLst>
                                      </p:cBhvr>
                                      <p:to>
                                        <p:strVal val="visible"/>
                                      </p:to>
                                    </p:set>
                                    <p:anim calcmode="lin" valueType="num">
                                      <p:cBhvr>
                                        <p:cTn id="57" dur="750" fill="hold"/>
                                        <p:tgtEl>
                                          <p:spTgt spid="22"/>
                                        </p:tgtEl>
                                        <p:attrNameLst>
                                          <p:attrName>ppt_w</p:attrName>
                                        </p:attrNameLst>
                                      </p:cBhvr>
                                      <p:tavLst>
                                        <p:tav tm="0">
                                          <p:val>
                                            <p:fltVal val="0"/>
                                          </p:val>
                                        </p:tav>
                                        <p:tav tm="100000">
                                          <p:val>
                                            <p:strVal val="#ppt_w"/>
                                          </p:val>
                                        </p:tav>
                                      </p:tavLst>
                                    </p:anim>
                                    <p:anim calcmode="lin" valueType="num">
                                      <p:cBhvr>
                                        <p:cTn id="58" dur="750" fill="hold"/>
                                        <p:tgtEl>
                                          <p:spTgt spid="22"/>
                                        </p:tgtEl>
                                        <p:attrNameLst>
                                          <p:attrName>ppt_h</p:attrName>
                                        </p:attrNameLst>
                                      </p:cBhvr>
                                      <p:tavLst>
                                        <p:tav tm="0">
                                          <p:val>
                                            <p:fltVal val="0"/>
                                          </p:val>
                                        </p:tav>
                                        <p:tav tm="100000">
                                          <p:val>
                                            <p:strVal val="#ppt_h"/>
                                          </p:val>
                                        </p:tav>
                                      </p:tavLst>
                                    </p:anim>
                                    <p:animEffect transition="in" filter="fade">
                                      <p:cBhvr>
                                        <p:cTn id="59" dur="750"/>
                                        <p:tgtEl>
                                          <p:spTgt spid="22"/>
                                        </p:tgtEl>
                                      </p:cBhvr>
                                    </p:animEffect>
                                  </p:childTnLst>
                                </p:cTn>
                              </p:par>
                              <p:par>
                                <p:cTn id="60" presetID="53" presetClass="entr" presetSubtype="16" fill="hold" grpId="0" nodeType="withEffect">
                                  <p:stCondLst>
                                    <p:cond delay="370"/>
                                  </p:stCondLst>
                                  <p:childTnLst>
                                    <p:set>
                                      <p:cBhvr>
                                        <p:cTn id="61" dur="1" fill="hold">
                                          <p:stCondLst>
                                            <p:cond delay="0"/>
                                          </p:stCondLst>
                                        </p:cTn>
                                        <p:tgtEl>
                                          <p:spTgt spid="23"/>
                                        </p:tgtEl>
                                        <p:attrNameLst>
                                          <p:attrName>style.visibility</p:attrName>
                                        </p:attrNameLst>
                                      </p:cBhvr>
                                      <p:to>
                                        <p:strVal val="visible"/>
                                      </p:to>
                                    </p:set>
                                    <p:anim calcmode="lin" valueType="num">
                                      <p:cBhvr>
                                        <p:cTn id="62" dur="750" fill="hold"/>
                                        <p:tgtEl>
                                          <p:spTgt spid="23"/>
                                        </p:tgtEl>
                                        <p:attrNameLst>
                                          <p:attrName>ppt_w</p:attrName>
                                        </p:attrNameLst>
                                      </p:cBhvr>
                                      <p:tavLst>
                                        <p:tav tm="0">
                                          <p:val>
                                            <p:fltVal val="0"/>
                                          </p:val>
                                        </p:tav>
                                        <p:tav tm="100000">
                                          <p:val>
                                            <p:strVal val="#ppt_w"/>
                                          </p:val>
                                        </p:tav>
                                      </p:tavLst>
                                    </p:anim>
                                    <p:anim calcmode="lin" valueType="num">
                                      <p:cBhvr>
                                        <p:cTn id="63" dur="750" fill="hold"/>
                                        <p:tgtEl>
                                          <p:spTgt spid="23"/>
                                        </p:tgtEl>
                                        <p:attrNameLst>
                                          <p:attrName>ppt_h</p:attrName>
                                        </p:attrNameLst>
                                      </p:cBhvr>
                                      <p:tavLst>
                                        <p:tav tm="0">
                                          <p:val>
                                            <p:fltVal val="0"/>
                                          </p:val>
                                        </p:tav>
                                        <p:tav tm="100000">
                                          <p:val>
                                            <p:strVal val="#ppt_h"/>
                                          </p:val>
                                        </p:tav>
                                      </p:tavLst>
                                    </p:anim>
                                    <p:animEffect transition="in" filter="fade">
                                      <p:cBhvr>
                                        <p:cTn id="64" dur="750"/>
                                        <p:tgtEl>
                                          <p:spTgt spid="23"/>
                                        </p:tgtEl>
                                      </p:cBhvr>
                                    </p:animEffect>
                                  </p:childTnLst>
                                </p:cTn>
                              </p:par>
                              <p:par>
                                <p:cTn id="65" presetID="53" presetClass="entr" presetSubtype="16" fill="hold" grpId="0" nodeType="withEffect">
                                  <p:stCondLst>
                                    <p:cond delay="590"/>
                                  </p:stCondLst>
                                  <p:childTnLst>
                                    <p:set>
                                      <p:cBhvr>
                                        <p:cTn id="66" dur="1" fill="hold">
                                          <p:stCondLst>
                                            <p:cond delay="0"/>
                                          </p:stCondLst>
                                        </p:cTn>
                                        <p:tgtEl>
                                          <p:spTgt spid="30"/>
                                        </p:tgtEl>
                                        <p:attrNameLst>
                                          <p:attrName>style.visibility</p:attrName>
                                        </p:attrNameLst>
                                      </p:cBhvr>
                                      <p:to>
                                        <p:strVal val="visible"/>
                                      </p:to>
                                    </p:set>
                                    <p:anim calcmode="lin" valueType="num">
                                      <p:cBhvr>
                                        <p:cTn id="67" dur="750" fill="hold"/>
                                        <p:tgtEl>
                                          <p:spTgt spid="30"/>
                                        </p:tgtEl>
                                        <p:attrNameLst>
                                          <p:attrName>ppt_w</p:attrName>
                                        </p:attrNameLst>
                                      </p:cBhvr>
                                      <p:tavLst>
                                        <p:tav tm="0">
                                          <p:val>
                                            <p:fltVal val="0"/>
                                          </p:val>
                                        </p:tav>
                                        <p:tav tm="100000">
                                          <p:val>
                                            <p:strVal val="#ppt_w"/>
                                          </p:val>
                                        </p:tav>
                                      </p:tavLst>
                                    </p:anim>
                                    <p:anim calcmode="lin" valueType="num">
                                      <p:cBhvr>
                                        <p:cTn id="68" dur="750" fill="hold"/>
                                        <p:tgtEl>
                                          <p:spTgt spid="30"/>
                                        </p:tgtEl>
                                        <p:attrNameLst>
                                          <p:attrName>ppt_h</p:attrName>
                                        </p:attrNameLst>
                                      </p:cBhvr>
                                      <p:tavLst>
                                        <p:tav tm="0">
                                          <p:val>
                                            <p:fltVal val="0"/>
                                          </p:val>
                                        </p:tav>
                                        <p:tav tm="100000">
                                          <p:val>
                                            <p:strVal val="#ppt_h"/>
                                          </p:val>
                                        </p:tav>
                                      </p:tavLst>
                                    </p:anim>
                                    <p:animEffect transition="in" filter="fade">
                                      <p:cBhvr>
                                        <p:cTn id="69" dur="750"/>
                                        <p:tgtEl>
                                          <p:spTgt spid="30"/>
                                        </p:tgtEl>
                                      </p:cBhvr>
                                    </p:animEffect>
                                  </p:childTnLst>
                                </p:cTn>
                              </p:par>
                              <p:par>
                                <p:cTn id="70" presetID="53" presetClass="entr" presetSubtype="16" fill="hold" grpId="0" nodeType="withEffect">
                                  <p:stCondLst>
                                    <p:cond delay="590"/>
                                  </p:stCondLst>
                                  <p:childTnLst>
                                    <p:set>
                                      <p:cBhvr>
                                        <p:cTn id="71" dur="1" fill="hold">
                                          <p:stCondLst>
                                            <p:cond delay="0"/>
                                          </p:stCondLst>
                                        </p:cTn>
                                        <p:tgtEl>
                                          <p:spTgt spid="31"/>
                                        </p:tgtEl>
                                        <p:attrNameLst>
                                          <p:attrName>style.visibility</p:attrName>
                                        </p:attrNameLst>
                                      </p:cBhvr>
                                      <p:to>
                                        <p:strVal val="visible"/>
                                      </p:to>
                                    </p:set>
                                    <p:anim calcmode="lin" valueType="num">
                                      <p:cBhvr>
                                        <p:cTn id="72" dur="750" fill="hold"/>
                                        <p:tgtEl>
                                          <p:spTgt spid="31"/>
                                        </p:tgtEl>
                                        <p:attrNameLst>
                                          <p:attrName>ppt_w</p:attrName>
                                        </p:attrNameLst>
                                      </p:cBhvr>
                                      <p:tavLst>
                                        <p:tav tm="0">
                                          <p:val>
                                            <p:fltVal val="0"/>
                                          </p:val>
                                        </p:tav>
                                        <p:tav tm="100000">
                                          <p:val>
                                            <p:strVal val="#ppt_w"/>
                                          </p:val>
                                        </p:tav>
                                      </p:tavLst>
                                    </p:anim>
                                    <p:anim calcmode="lin" valueType="num">
                                      <p:cBhvr>
                                        <p:cTn id="73" dur="750" fill="hold"/>
                                        <p:tgtEl>
                                          <p:spTgt spid="31"/>
                                        </p:tgtEl>
                                        <p:attrNameLst>
                                          <p:attrName>ppt_h</p:attrName>
                                        </p:attrNameLst>
                                      </p:cBhvr>
                                      <p:tavLst>
                                        <p:tav tm="0">
                                          <p:val>
                                            <p:fltVal val="0"/>
                                          </p:val>
                                        </p:tav>
                                        <p:tav tm="100000">
                                          <p:val>
                                            <p:strVal val="#ppt_h"/>
                                          </p:val>
                                        </p:tav>
                                      </p:tavLst>
                                    </p:anim>
                                    <p:animEffect transition="in" filter="fade">
                                      <p:cBhvr>
                                        <p:cTn id="74" dur="750"/>
                                        <p:tgtEl>
                                          <p:spTgt spid="31"/>
                                        </p:tgtEl>
                                      </p:cBhvr>
                                    </p:animEffect>
                                  </p:childTnLst>
                                </p:cTn>
                              </p:par>
                              <p:par>
                                <p:cTn id="75" presetID="53" presetClass="entr" presetSubtype="16" fill="hold" grpId="0" nodeType="withEffect">
                                  <p:stCondLst>
                                    <p:cond delay="590"/>
                                  </p:stCondLst>
                                  <p:childTnLst>
                                    <p:set>
                                      <p:cBhvr>
                                        <p:cTn id="76" dur="1" fill="hold">
                                          <p:stCondLst>
                                            <p:cond delay="0"/>
                                          </p:stCondLst>
                                        </p:cTn>
                                        <p:tgtEl>
                                          <p:spTgt spid="32"/>
                                        </p:tgtEl>
                                        <p:attrNameLst>
                                          <p:attrName>style.visibility</p:attrName>
                                        </p:attrNameLst>
                                      </p:cBhvr>
                                      <p:to>
                                        <p:strVal val="visible"/>
                                      </p:to>
                                    </p:set>
                                    <p:anim calcmode="lin" valueType="num">
                                      <p:cBhvr>
                                        <p:cTn id="77" dur="750" fill="hold"/>
                                        <p:tgtEl>
                                          <p:spTgt spid="32"/>
                                        </p:tgtEl>
                                        <p:attrNameLst>
                                          <p:attrName>ppt_w</p:attrName>
                                        </p:attrNameLst>
                                      </p:cBhvr>
                                      <p:tavLst>
                                        <p:tav tm="0">
                                          <p:val>
                                            <p:fltVal val="0"/>
                                          </p:val>
                                        </p:tav>
                                        <p:tav tm="100000">
                                          <p:val>
                                            <p:strVal val="#ppt_w"/>
                                          </p:val>
                                        </p:tav>
                                      </p:tavLst>
                                    </p:anim>
                                    <p:anim calcmode="lin" valueType="num">
                                      <p:cBhvr>
                                        <p:cTn id="78" dur="750" fill="hold"/>
                                        <p:tgtEl>
                                          <p:spTgt spid="32"/>
                                        </p:tgtEl>
                                        <p:attrNameLst>
                                          <p:attrName>ppt_h</p:attrName>
                                        </p:attrNameLst>
                                      </p:cBhvr>
                                      <p:tavLst>
                                        <p:tav tm="0">
                                          <p:val>
                                            <p:fltVal val="0"/>
                                          </p:val>
                                        </p:tav>
                                        <p:tav tm="100000">
                                          <p:val>
                                            <p:strVal val="#ppt_h"/>
                                          </p:val>
                                        </p:tav>
                                      </p:tavLst>
                                    </p:anim>
                                    <p:animEffect transition="in" filter="fade">
                                      <p:cBhvr>
                                        <p:cTn id="79" dur="750"/>
                                        <p:tgtEl>
                                          <p:spTgt spid="32"/>
                                        </p:tgtEl>
                                      </p:cBhvr>
                                    </p:animEffect>
                                  </p:childTnLst>
                                </p:cTn>
                              </p:par>
                              <p:par>
                                <p:cTn id="80" presetID="53" presetClass="entr" presetSubtype="16" fill="hold" nodeType="withEffect">
                                  <p:stCondLst>
                                    <p:cond delay="590"/>
                                  </p:stCondLst>
                                  <p:childTnLst>
                                    <p:set>
                                      <p:cBhvr>
                                        <p:cTn id="81" dur="1" fill="hold">
                                          <p:stCondLst>
                                            <p:cond delay="0"/>
                                          </p:stCondLst>
                                        </p:cTn>
                                        <p:tgtEl>
                                          <p:spTgt spid="33"/>
                                        </p:tgtEl>
                                        <p:attrNameLst>
                                          <p:attrName>style.visibility</p:attrName>
                                        </p:attrNameLst>
                                      </p:cBhvr>
                                      <p:to>
                                        <p:strVal val="visible"/>
                                      </p:to>
                                    </p:set>
                                    <p:anim calcmode="lin" valueType="num">
                                      <p:cBhvr>
                                        <p:cTn id="82" dur="750" fill="hold"/>
                                        <p:tgtEl>
                                          <p:spTgt spid="33"/>
                                        </p:tgtEl>
                                        <p:attrNameLst>
                                          <p:attrName>ppt_w</p:attrName>
                                        </p:attrNameLst>
                                      </p:cBhvr>
                                      <p:tavLst>
                                        <p:tav tm="0">
                                          <p:val>
                                            <p:fltVal val="0"/>
                                          </p:val>
                                        </p:tav>
                                        <p:tav tm="100000">
                                          <p:val>
                                            <p:strVal val="#ppt_w"/>
                                          </p:val>
                                        </p:tav>
                                      </p:tavLst>
                                    </p:anim>
                                    <p:anim calcmode="lin" valueType="num">
                                      <p:cBhvr>
                                        <p:cTn id="83" dur="750" fill="hold"/>
                                        <p:tgtEl>
                                          <p:spTgt spid="33"/>
                                        </p:tgtEl>
                                        <p:attrNameLst>
                                          <p:attrName>ppt_h</p:attrName>
                                        </p:attrNameLst>
                                      </p:cBhvr>
                                      <p:tavLst>
                                        <p:tav tm="0">
                                          <p:val>
                                            <p:fltVal val="0"/>
                                          </p:val>
                                        </p:tav>
                                        <p:tav tm="100000">
                                          <p:val>
                                            <p:strVal val="#ppt_h"/>
                                          </p:val>
                                        </p:tav>
                                      </p:tavLst>
                                    </p:anim>
                                    <p:animEffect transition="in" filter="fade">
                                      <p:cBhvr>
                                        <p:cTn id="84" dur="750"/>
                                        <p:tgtEl>
                                          <p:spTgt spid="33"/>
                                        </p:tgtEl>
                                      </p:cBhvr>
                                    </p:animEffect>
                                  </p:childTnLst>
                                </p:cTn>
                              </p:par>
                              <p:par>
                                <p:cTn id="85" presetID="53" presetClass="entr" presetSubtype="16" fill="hold" grpId="0" nodeType="withEffect">
                                  <p:stCondLst>
                                    <p:cond delay="590"/>
                                  </p:stCondLst>
                                  <p:childTnLst>
                                    <p:set>
                                      <p:cBhvr>
                                        <p:cTn id="86" dur="1" fill="hold">
                                          <p:stCondLst>
                                            <p:cond delay="0"/>
                                          </p:stCondLst>
                                        </p:cTn>
                                        <p:tgtEl>
                                          <p:spTgt spid="34"/>
                                        </p:tgtEl>
                                        <p:attrNameLst>
                                          <p:attrName>style.visibility</p:attrName>
                                        </p:attrNameLst>
                                      </p:cBhvr>
                                      <p:to>
                                        <p:strVal val="visible"/>
                                      </p:to>
                                    </p:set>
                                    <p:anim calcmode="lin" valueType="num">
                                      <p:cBhvr>
                                        <p:cTn id="87" dur="750" fill="hold"/>
                                        <p:tgtEl>
                                          <p:spTgt spid="34"/>
                                        </p:tgtEl>
                                        <p:attrNameLst>
                                          <p:attrName>ppt_w</p:attrName>
                                        </p:attrNameLst>
                                      </p:cBhvr>
                                      <p:tavLst>
                                        <p:tav tm="0">
                                          <p:val>
                                            <p:fltVal val="0"/>
                                          </p:val>
                                        </p:tav>
                                        <p:tav tm="100000">
                                          <p:val>
                                            <p:strVal val="#ppt_w"/>
                                          </p:val>
                                        </p:tav>
                                      </p:tavLst>
                                    </p:anim>
                                    <p:anim calcmode="lin" valueType="num">
                                      <p:cBhvr>
                                        <p:cTn id="88" dur="750" fill="hold"/>
                                        <p:tgtEl>
                                          <p:spTgt spid="34"/>
                                        </p:tgtEl>
                                        <p:attrNameLst>
                                          <p:attrName>ppt_h</p:attrName>
                                        </p:attrNameLst>
                                      </p:cBhvr>
                                      <p:tavLst>
                                        <p:tav tm="0">
                                          <p:val>
                                            <p:fltVal val="0"/>
                                          </p:val>
                                        </p:tav>
                                        <p:tav tm="100000">
                                          <p:val>
                                            <p:strVal val="#ppt_h"/>
                                          </p:val>
                                        </p:tav>
                                      </p:tavLst>
                                    </p:anim>
                                    <p:animEffect transition="in" filter="fade">
                                      <p:cBhvr>
                                        <p:cTn id="89" dur="750"/>
                                        <p:tgtEl>
                                          <p:spTgt spid="34"/>
                                        </p:tgtEl>
                                      </p:cBhvr>
                                    </p:animEffect>
                                  </p:childTnLst>
                                </p:cTn>
                              </p:par>
                              <p:par>
                                <p:cTn id="90" presetID="53" presetClass="entr" presetSubtype="16" fill="hold" grpId="0" nodeType="withEffect">
                                  <p:stCondLst>
                                    <p:cond delay="590"/>
                                  </p:stCondLst>
                                  <p:childTnLst>
                                    <p:set>
                                      <p:cBhvr>
                                        <p:cTn id="91" dur="1" fill="hold">
                                          <p:stCondLst>
                                            <p:cond delay="0"/>
                                          </p:stCondLst>
                                        </p:cTn>
                                        <p:tgtEl>
                                          <p:spTgt spid="35"/>
                                        </p:tgtEl>
                                        <p:attrNameLst>
                                          <p:attrName>style.visibility</p:attrName>
                                        </p:attrNameLst>
                                      </p:cBhvr>
                                      <p:to>
                                        <p:strVal val="visible"/>
                                      </p:to>
                                    </p:set>
                                    <p:anim calcmode="lin" valueType="num">
                                      <p:cBhvr>
                                        <p:cTn id="92" dur="750" fill="hold"/>
                                        <p:tgtEl>
                                          <p:spTgt spid="35"/>
                                        </p:tgtEl>
                                        <p:attrNameLst>
                                          <p:attrName>ppt_w</p:attrName>
                                        </p:attrNameLst>
                                      </p:cBhvr>
                                      <p:tavLst>
                                        <p:tav tm="0">
                                          <p:val>
                                            <p:fltVal val="0"/>
                                          </p:val>
                                        </p:tav>
                                        <p:tav tm="100000">
                                          <p:val>
                                            <p:strVal val="#ppt_w"/>
                                          </p:val>
                                        </p:tav>
                                      </p:tavLst>
                                    </p:anim>
                                    <p:anim calcmode="lin" valueType="num">
                                      <p:cBhvr>
                                        <p:cTn id="93" dur="750" fill="hold"/>
                                        <p:tgtEl>
                                          <p:spTgt spid="35"/>
                                        </p:tgtEl>
                                        <p:attrNameLst>
                                          <p:attrName>ppt_h</p:attrName>
                                        </p:attrNameLst>
                                      </p:cBhvr>
                                      <p:tavLst>
                                        <p:tav tm="0">
                                          <p:val>
                                            <p:fltVal val="0"/>
                                          </p:val>
                                        </p:tav>
                                        <p:tav tm="100000">
                                          <p:val>
                                            <p:strVal val="#ppt_h"/>
                                          </p:val>
                                        </p:tav>
                                      </p:tavLst>
                                    </p:anim>
                                    <p:animEffect transition="in" filter="fade">
                                      <p:cBhvr>
                                        <p:cTn id="94" dur="750"/>
                                        <p:tgtEl>
                                          <p:spTgt spid="35"/>
                                        </p:tgtEl>
                                      </p:cBhvr>
                                    </p:animEffect>
                                  </p:childTnLst>
                                </p:cTn>
                              </p:par>
                              <p:par>
                                <p:cTn id="95" presetID="53" presetClass="entr" presetSubtype="16" fill="hold" grpId="0" nodeType="withEffect">
                                  <p:stCondLst>
                                    <p:cond delay="810"/>
                                  </p:stCondLst>
                                  <p:childTnLst>
                                    <p:set>
                                      <p:cBhvr>
                                        <p:cTn id="96" dur="1" fill="hold">
                                          <p:stCondLst>
                                            <p:cond delay="0"/>
                                          </p:stCondLst>
                                        </p:cTn>
                                        <p:tgtEl>
                                          <p:spTgt spid="36"/>
                                        </p:tgtEl>
                                        <p:attrNameLst>
                                          <p:attrName>style.visibility</p:attrName>
                                        </p:attrNameLst>
                                      </p:cBhvr>
                                      <p:to>
                                        <p:strVal val="visible"/>
                                      </p:to>
                                    </p:set>
                                    <p:anim calcmode="lin" valueType="num">
                                      <p:cBhvr>
                                        <p:cTn id="97" dur="750" fill="hold"/>
                                        <p:tgtEl>
                                          <p:spTgt spid="36"/>
                                        </p:tgtEl>
                                        <p:attrNameLst>
                                          <p:attrName>ppt_w</p:attrName>
                                        </p:attrNameLst>
                                      </p:cBhvr>
                                      <p:tavLst>
                                        <p:tav tm="0">
                                          <p:val>
                                            <p:fltVal val="0"/>
                                          </p:val>
                                        </p:tav>
                                        <p:tav tm="100000">
                                          <p:val>
                                            <p:strVal val="#ppt_w"/>
                                          </p:val>
                                        </p:tav>
                                      </p:tavLst>
                                    </p:anim>
                                    <p:anim calcmode="lin" valueType="num">
                                      <p:cBhvr>
                                        <p:cTn id="98" dur="750" fill="hold"/>
                                        <p:tgtEl>
                                          <p:spTgt spid="36"/>
                                        </p:tgtEl>
                                        <p:attrNameLst>
                                          <p:attrName>ppt_h</p:attrName>
                                        </p:attrNameLst>
                                      </p:cBhvr>
                                      <p:tavLst>
                                        <p:tav tm="0">
                                          <p:val>
                                            <p:fltVal val="0"/>
                                          </p:val>
                                        </p:tav>
                                        <p:tav tm="100000">
                                          <p:val>
                                            <p:strVal val="#ppt_h"/>
                                          </p:val>
                                        </p:tav>
                                      </p:tavLst>
                                    </p:anim>
                                    <p:animEffect transition="in" filter="fade">
                                      <p:cBhvr>
                                        <p:cTn id="99" dur="750"/>
                                        <p:tgtEl>
                                          <p:spTgt spid="36"/>
                                        </p:tgtEl>
                                      </p:cBhvr>
                                    </p:animEffect>
                                  </p:childTnLst>
                                </p:cTn>
                              </p:par>
                              <p:par>
                                <p:cTn id="100" presetID="53" presetClass="entr" presetSubtype="16" fill="hold" grpId="0" nodeType="withEffect">
                                  <p:stCondLst>
                                    <p:cond delay="810"/>
                                  </p:stCondLst>
                                  <p:childTnLst>
                                    <p:set>
                                      <p:cBhvr>
                                        <p:cTn id="101" dur="1" fill="hold">
                                          <p:stCondLst>
                                            <p:cond delay="0"/>
                                          </p:stCondLst>
                                        </p:cTn>
                                        <p:tgtEl>
                                          <p:spTgt spid="37"/>
                                        </p:tgtEl>
                                        <p:attrNameLst>
                                          <p:attrName>style.visibility</p:attrName>
                                        </p:attrNameLst>
                                      </p:cBhvr>
                                      <p:to>
                                        <p:strVal val="visible"/>
                                      </p:to>
                                    </p:set>
                                    <p:anim calcmode="lin" valueType="num">
                                      <p:cBhvr>
                                        <p:cTn id="102" dur="750" fill="hold"/>
                                        <p:tgtEl>
                                          <p:spTgt spid="37"/>
                                        </p:tgtEl>
                                        <p:attrNameLst>
                                          <p:attrName>ppt_w</p:attrName>
                                        </p:attrNameLst>
                                      </p:cBhvr>
                                      <p:tavLst>
                                        <p:tav tm="0">
                                          <p:val>
                                            <p:fltVal val="0"/>
                                          </p:val>
                                        </p:tav>
                                        <p:tav tm="100000">
                                          <p:val>
                                            <p:strVal val="#ppt_w"/>
                                          </p:val>
                                        </p:tav>
                                      </p:tavLst>
                                    </p:anim>
                                    <p:anim calcmode="lin" valueType="num">
                                      <p:cBhvr>
                                        <p:cTn id="103" dur="750" fill="hold"/>
                                        <p:tgtEl>
                                          <p:spTgt spid="37"/>
                                        </p:tgtEl>
                                        <p:attrNameLst>
                                          <p:attrName>ppt_h</p:attrName>
                                        </p:attrNameLst>
                                      </p:cBhvr>
                                      <p:tavLst>
                                        <p:tav tm="0">
                                          <p:val>
                                            <p:fltVal val="0"/>
                                          </p:val>
                                        </p:tav>
                                        <p:tav tm="100000">
                                          <p:val>
                                            <p:strVal val="#ppt_h"/>
                                          </p:val>
                                        </p:tav>
                                      </p:tavLst>
                                    </p:anim>
                                    <p:animEffect transition="in" filter="fade">
                                      <p:cBhvr>
                                        <p:cTn id="104" dur="750"/>
                                        <p:tgtEl>
                                          <p:spTgt spid="37"/>
                                        </p:tgtEl>
                                      </p:cBhvr>
                                    </p:animEffect>
                                  </p:childTnLst>
                                </p:cTn>
                              </p:par>
                              <p:par>
                                <p:cTn id="105" presetID="53" presetClass="entr" presetSubtype="16" fill="hold" grpId="0" nodeType="withEffect">
                                  <p:stCondLst>
                                    <p:cond delay="810"/>
                                  </p:stCondLst>
                                  <p:childTnLst>
                                    <p:set>
                                      <p:cBhvr>
                                        <p:cTn id="106" dur="1" fill="hold">
                                          <p:stCondLst>
                                            <p:cond delay="0"/>
                                          </p:stCondLst>
                                        </p:cTn>
                                        <p:tgtEl>
                                          <p:spTgt spid="38"/>
                                        </p:tgtEl>
                                        <p:attrNameLst>
                                          <p:attrName>style.visibility</p:attrName>
                                        </p:attrNameLst>
                                      </p:cBhvr>
                                      <p:to>
                                        <p:strVal val="visible"/>
                                      </p:to>
                                    </p:set>
                                    <p:anim calcmode="lin" valueType="num">
                                      <p:cBhvr>
                                        <p:cTn id="107" dur="750" fill="hold"/>
                                        <p:tgtEl>
                                          <p:spTgt spid="38"/>
                                        </p:tgtEl>
                                        <p:attrNameLst>
                                          <p:attrName>ppt_w</p:attrName>
                                        </p:attrNameLst>
                                      </p:cBhvr>
                                      <p:tavLst>
                                        <p:tav tm="0">
                                          <p:val>
                                            <p:fltVal val="0"/>
                                          </p:val>
                                        </p:tav>
                                        <p:tav tm="100000">
                                          <p:val>
                                            <p:strVal val="#ppt_w"/>
                                          </p:val>
                                        </p:tav>
                                      </p:tavLst>
                                    </p:anim>
                                    <p:anim calcmode="lin" valueType="num">
                                      <p:cBhvr>
                                        <p:cTn id="108" dur="750" fill="hold"/>
                                        <p:tgtEl>
                                          <p:spTgt spid="38"/>
                                        </p:tgtEl>
                                        <p:attrNameLst>
                                          <p:attrName>ppt_h</p:attrName>
                                        </p:attrNameLst>
                                      </p:cBhvr>
                                      <p:tavLst>
                                        <p:tav tm="0">
                                          <p:val>
                                            <p:fltVal val="0"/>
                                          </p:val>
                                        </p:tav>
                                        <p:tav tm="100000">
                                          <p:val>
                                            <p:strVal val="#ppt_h"/>
                                          </p:val>
                                        </p:tav>
                                      </p:tavLst>
                                    </p:anim>
                                    <p:animEffect transition="in" filter="fade">
                                      <p:cBhvr>
                                        <p:cTn id="109" dur="750"/>
                                        <p:tgtEl>
                                          <p:spTgt spid="38"/>
                                        </p:tgtEl>
                                      </p:cBhvr>
                                    </p:animEffect>
                                  </p:childTnLst>
                                </p:cTn>
                              </p:par>
                              <p:par>
                                <p:cTn id="110" presetID="53" presetClass="entr" presetSubtype="16" fill="hold" nodeType="withEffect">
                                  <p:stCondLst>
                                    <p:cond delay="810"/>
                                  </p:stCondLst>
                                  <p:childTnLst>
                                    <p:set>
                                      <p:cBhvr>
                                        <p:cTn id="111" dur="1" fill="hold">
                                          <p:stCondLst>
                                            <p:cond delay="0"/>
                                          </p:stCondLst>
                                        </p:cTn>
                                        <p:tgtEl>
                                          <p:spTgt spid="39"/>
                                        </p:tgtEl>
                                        <p:attrNameLst>
                                          <p:attrName>style.visibility</p:attrName>
                                        </p:attrNameLst>
                                      </p:cBhvr>
                                      <p:to>
                                        <p:strVal val="visible"/>
                                      </p:to>
                                    </p:set>
                                    <p:anim calcmode="lin" valueType="num">
                                      <p:cBhvr>
                                        <p:cTn id="112" dur="750" fill="hold"/>
                                        <p:tgtEl>
                                          <p:spTgt spid="39"/>
                                        </p:tgtEl>
                                        <p:attrNameLst>
                                          <p:attrName>ppt_w</p:attrName>
                                        </p:attrNameLst>
                                      </p:cBhvr>
                                      <p:tavLst>
                                        <p:tav tm="0">
                                          <p:val>
                                            <p:fltVal val="0"/>
                                          </p:val>
                                        </p:tav>
                                        <p:tav tm="100000">
                                          <p:val>
                                            <p:strVal val="#ppt_w"/>
                                          </p:val>
                                        </p:tav>
                                      </p:tavLst>
                                    </p:anim>
                                    <p:anim calcmode="lin" valueType="num">
                                      <p:cBhvr>
                                        <p:cTn id="113" dur="750" fill="hold"/>
                                        <p:tgtEl>
                                          <p:spTgt spid="39"/>
                                        </p:tgtEl>
                                        <p:attrNameLst>
                                          <p:attrName>ppt_h</p:attrName>
                                        </p:attrNameLst>
                                      </p:cBhvr>
                                      <p:tavLst>
                                        <p:tav tm="0">
                                          <p:val>
                                            <p:fltVal val="0"/>
                                          </p:val>
                                        </p:tav>
                                        <p:tav tm="100000">
                                          <p:val>
                                            <p:strVal val="#ppt_h"/>
                                          </p:val>
                                        </p:tav>
                                      </p:tavLst>
                                    </p:anim>
                                    <p:animEffect transition="in" filter="fade">
                                      <p:cBhvr>
                                        <p:cTn id="114" dur="750"/>
                                        <p:tgtEl>
                                          <p:spTgt spid="39"/>
                                        </p:tgtEl>
                                      </p:cBhvr>
                                    </p:animEffect>
                                  </p:childTnLst>
                                </p:cTn>
                              </p:par>
                              <p:par>
                                <p:cTn id="115" presetID="53" presetClass="entr" presetSubtype="16" fill="hold" grpId="0" nodeType="withEffect">
                                  <p:stCondLst>
                                    <p:cond delay="810"/>
                                  </p:stCondLst>
                                  <p:childTnLst>
                                    <p:set>
                                      <p:cBhvr>
                                        <p:cTn id="116" dur="1" fill="hold">
                                          <p:stCondLst>
                                            <p:cond delay="0"/>
                                          </p:stCondLst>
                                        </p:cTn>
                                        <p:tgtEl>
                                          <p:spTgt spid="40"/>
                                        </p:tgtEl>
                                        <p:attrNameLst>
                                          <p:attrName>style.visibility</p:attrName>
                                        </p:attrNameLst>
                                      </p:cBhvr>
                                      <p:to>
                                        <p:strVal val="visible"/>
                                      </p:to>
                                    </p:set>
                                    <p:anim calcmode="lin" valueType="num">
                                      <p:cBhvr>
                                        <p:cTn id="117" dur="750" fill="hold"/>
                                        <p:tgtEl>
                                          <p:spTgt spid="40"/>
                                        </p:tgtEl>
                                        <p:attrNameLst>
                                          <p:attrName>ppt_w</p:attrName>
                                        </p:attrNameLst>
                                      </p:cBhvr>
                                      <p:tavLst>
                                        <p:tav tm="0">
                                          <p:val>
                                            <p:fltVal val="0"/>
                                          </p:val>
                                        </p:tav>
                                        <p:tav tm="100000">
                                          <p:val>
                                            <p:strVal val="#ppt_w"/>
                                          </p:val>
                                        </p:tav>
                                      </p:tavLst>
                                    </p:anim>
                                    <p:anim calcmode="lin" valueType="num">
                                      <p:cBhvr>
                                        <p:cTn id="118" dur="750" fill="hold"/>
                                        <p:tgtEl>
                                          <p:spTgt spid="40"/>
                                        </p:tgtEl>
                                        <p:attrNameLst>
                                          <p:attrName>ppt_h</p:attrName>
                                        </p:attrNameLst>
                                      </p:cBhvr>
                                      <p:tavLst>
                                        <p:tav tm="0">
                                          <p:val>
                                            <p:fltVal val="0"/>
                                          </p:val>
                                        </p:tav>
                                        <p:tav tm="100000">
                                          <p:val>
                                            <p:strVal val="#ppt_h"/>
                                          </p:val>
                                        </p:tav>
                                      </p:tavLst>
                                    </p:anim>
                                    <p:animEffect transition="in" filter="fade">
                                      <p:cBhvr>
                                        <p:cTn id="119" dur="750"/>
                                        <p:tgtEl>
                                          <p:spTgt spid="40"/>
                                        </p:tgtEl>
                                      </p:cBhvr>
                                    </p:animEffect>
                                  </p:childTnLst>
                                </p:cTn>
                              </p:par>
                              <p:par>
                                <p:cTn id="120" presetID="53" presetClass="entr" presetSubtype="16" fill="hold" grpId="0" nodeType="withEffect">
                                  <p:stCondLst>
                                    <p:cond delay="810"/>
                                  </p:stCondLst>
                                  <p:childTnLst>
                                    <p:set>
                                      <p:cBhvr>
                                        <p:cTn id="121" dur="1" fill="hold">
                                          <p:stCondLst>
                                            <p:cond delay="0"/>
                                          </p:stCondLst>
                                        </p:cTn>
                                        <p:tgtEl>
                                          <p:spTgt spid="41"/>
                                        </p:tgtEl>
                                        <p:attrNameLst>
                                          <p:attrName>style.visibility</p:attrName>
                                        </p:attrNameLst>
                                      </p:cBhvr>
                                      <p:to>
                                        <p:strVal val="visible"/>
                                      </p:to>
                                    </p:set>
                                    <p:anim calcmode="lin" valueType="num">
                                      <p:cBhvr>
                                        <p:cTn id="122" dur="750" fill="hold"/>
                                        <p:tgtEl>
                                          <p:spTgt spid="41"/>
                                        </p:tgtEl>
                                        <p:attrNameLst>
                                          <p:attrName>ppt_w</p:attrName>
                                        </p:attrNameLst>
                                      </p:cBhvr>
                                      <p:tavLst>
                                        <p:tav tm="0">
                                          <p:val>
                                            <p:fltVal val="0"/>
                                          </p:val>
                                        </p:tav>
                                        <p:tav tm="100000">
                                          <p:val>
                                            <p:strVal val="#ppt_w"/>
                                          </p:val>
                                        </p:tav>
                                      </p:tavLst>
                                    </p:anim>
                                    <p:anim calcmode="lin" valueType="num">
                                      <p:cBhvr>
                                        <p:cTn id="123" dur="750" fill="hold"/>
                                        <p:tgtEl>
                                          <p:spTgt spid="41"/>
                                        </p:tgtEl>
                                        <p:attrNameLst>
                                          <p:attrName>ppt_h</p:attrName>
                                        </p:attrNameLst>
                                      </p:cBhvr>
                                      <p:tavLst>
                                        <p:tav tm="0">
                                          <p:val>
                                            <p:fltVal val="0"/>
                                          </p:val>
                                        </p:tav>
                                        <p:tav tm="100000">
                                          <p:val>
                                            <p:strVal val="#ppt_h"/>
                                          </p:val>
                                        </p:tav>
                                      </p:tavLst>
                                    </p:anim>
                                    <p:animEffect transition="in" filter="fade">
                                      <p:cBhvr>
                                        <p:cTn id="124" dur="750"/>
                                        <p:tgtEl>
                                          <p:spTgt spid="41"/>
                                        </p:tgtEl>
                                      </p:cBhvr>
                                    </p:animEffect>
                                  </p:childTnLst>
                                </p:cTn>
                              </p:par>
                              <p:par>
                                <p:cTn id="125" presetID="53" presetClass="entr" presetSubtype="16" fill="hold" grpId="0" nodeType="withEffect">
                                  <p:stCondLst>
                                    <p:cond delay="1030"/>
                                  </p:stCondLst>
                                  <p:childTnLst>
                                    <p:set>
                                      <p:cBhvr>
                                        <p:cTn id="126" dur="1" fill="hold">
                                          <p:stCondLst>
                                            <p:cond delay="0"/>
                                          </p:stCondLst>
                                        </p:cTn>
                                        <p:tgtEl>
                                          <p:spTgt spid="42"/>
                                        </p:tgtEl>
                                        <p:attrNameLst>
                                          <p:attrName>style.visibility</p:attrName>
                                        </p:attrNameLst>
                                      </p:cBhvr>
                                      <p:to>
                                        <p:strVal val="visible"/>
                                      </p:to>
                                    </p:set>
                                    <p:anim calcmode="lin" valueType="num">
                                      <p:cBhvr>
                                        <p:cTn id="127" dur="750" fill="hold"/>
                                        <p:tgtEl>
                                          <p:spTgt spid="42"/>
                                        </p:tgtEl>
                                        <p:attrNameLst>
                                          <p:attrName>ppt_w</p:attrName>
                                        </p:attrNameLst>
                                      </p:cBhvr>
                                      <p:tavLst>
                                        <p:tav tm="0">
                                          <p:val>
                                            <p:fltVal val="0"/>
                                          </p:val>
                                        </p:tav>
                                        <p:tav tm="100000">
                                          <p:val>
                                            <p:strVal val="#ppt_w"/>
                                          </p:val>
                                        </p:tav>
                                      </p:tavLst>
                                    </p:anim>
                                    <p:anim calcmode="lin" valueType="num">
                                      <p:cBhvr>
                                        <p:cTn id="128" dur="750" fill="hold"/>
                                        <p:tgtEl>
                                          <p:spTgt spid="42"/>
                                        </p:tgtEl>
                                        <p:attrNameLst>
                                          <p:attrName>ppt_h</p:attrName>
                                        </p:attrNameLst>
                                      </p:cBhvr>
                                      <p:tavLst>
                                        <p:tav tm="0">
                                          <p:val>
                                            <p:fltVal val="0"/>
                                          </p:val>
                                        </p:tav>
                                        <p:tav tm="100000">
                                          <p:val>
                                            <p:strVal val="#ppt_h"/>
                                          </p:val>
                                        </p:tav>
                                      </p:tavLst>
                                    </p:anim>
                                    <p:animEffect transition="in" filter="fade">
                                      <p:cBhvr>
                                        <p:cTn id="129" dur="750"/>
                                        <p:tgtEl>
                                          <p:spTgt spid="42"/>
                                        </p:tgtEl>
                                      </p:cBhvr>
                                    </p:animEffect>
                                  </p:childTnLst>
                                </p:cTn>
                              </p:par>
                              <p:par>
                                <p:cTn id="130" presetID="53" presetClass="entr" presetSubtype="16" fill="hold" grpId="0" nodeType="withEffect">
                                  <p:stCondLst>
                                    <p:cond delay="1030"/>
                                  </p:stCondLst>
                                  <p:childTnLst>
                                    <p:set>
                                      <p:cBhvr>
                                        <p:cTn id="131" dur="1" fill="hold">
                                          <p:stCondLst>
                                            <p:cond delay="0"/>
                                          </p:stCondLst>
                                        </p:cTn>
                                        <p:tgtEl>
                                          <p:spTgt spid="43"/>
                                        </p:tgtEl>
                                        <p:attrNameLst>
                                          <p:attrName>style.visibility</p:attrName>
                                        </p:attrNameLst>
                                      </p:cBhvr>
                                      <p:to>
                                        <p:strVal val="visible"/>
                                      </p:to>
                                    </p:set>
                                    <p:anim calcmode="lin" valueType="num">
                                      <p:cBhvr>
                                        <p:cTn id="132" dur="750" fill="hold"/>
                                        <p:tgtEl>
                                          <p:spTgt spid="43"/>
                                        </p:tgtEl>
                                        <p:attrNameLst>
                                          <p:attrName>ppt_w</p:attrName>
                                        </p:attrNameLst>
                                      </p:cBhvr>
                                      <p:tavLst>
                                        <p:tav tm="0">
                                          <p:val>
                                            <p:fltVal val="0"/>
                                          </p:val>
                                        </p:tav>
                                        <p:tav tm="100000">
                                          <p:val>
                                            <p:strVal val="#ppt_w"/>
                                          </p:val>
                                        </p:tav>
                                      </p:tavLst>
                                    </p:anim>
                                    <p:anim calcmode="lin" valueType="num">
                                      <p:cBhvr>
                                        <p:cTn id="133" dur="750" fill="hold"/>
                                        <p:tgtEl>
                                          <p:spTgt spid="43"/>
                                        </p:tgtEl>
                                        <p:attrNameLst>
                                          <p:attrName>ppt_h</p:attrName>
                                        </p:attrNameLst>
                                      </p:cBhvr>
                                      <p:tavLst>
                                        <p:tav tm="0">
                                          <p:val>
                                            <p:fltVal val="0"/>
                                          </p:val>
                                        </p:tav>
                                        <p:tav tm="100000">
                                          <p:val>
                                            <p:strVal val="#ppt_h"/>
                                          </p:val>
                                        </p:tav>
                                      </p:tavLst>
                                    </p:anim>
                                    <p:animEffect transition="in" filter="fade">
                                      <p:cBhvr>
                                        <p:cTn id="134" dur="750"/>
                                        <p:tgtEl>
                                          <p:spTgt spid="43"/>
                                        </p:tgtEl>
                                      </p:cBhvr>
                                    </p:animEffect>
                                  </p:childTnLst>
                                </p:cTn>
                              </p:par>
                              <p:par>
                                <p:cTn id="135" presetID="53" presetClass="entr" presetSubtype="16" fill="hold" grpId="0" nodeType="withEffect">
                                  <p:stCondLst>
                                    <p:cond delay="1030"/>
                                  </p:stCondLst>
                                  <p:childTnLst>
                                    <p:set>
                                      <p:cBhvr>
                                        <p:cTn id="136" dur="1" fill="hold">
                                          <p:stCondLst>
                                            <p:cond delay="0"/>
                                          </p:stCondLst>
                                        </p:cTn>
                                        <p:tgtEl>
                                          <p:spTgt spid="44"/>
                                        </p:tgtEl>
                                        <p:attrNameLst>
                                          <p:attrName>style.visibility</p:attrName>
                                        </p:attrNameLst>
                                      </p:cBhvr>
                                      <p:to>
                                        <p:strVal val="visible"/>
                                      </p:to>
                                    </p:set>
                                    <p:anim calcmode="lin" valueType="num">
                                      <p:cBhvr>
                                        <p:cTn id="137" dur="750" fill="hold"/>
                                        <p:tgtEl>
                                          <p:spTgt spid="44"/>
                                        </p:tgtEl>
                                        <p:attrNameLst>
                                          <p:attrName>ppt_w</p:attrName>
                                        </p:attrNameLst>
                                      </p:cBhvr>
                                      <p:tavLst>
                                        <p:tav tm="0">
                                          <p:val>
                                            <p:fltVal val="0"/>
                                          </p:val>
                                        </p:tav>
                                        <p:tav tm="100000">
                                          <p:val>
                                            <p:strVal val="#ppt_w"/>
                                          </p:val>
                                        </p:tav>
                                      </p:tavLst>
                                    </p:anim>
                                    <p:anim calcmode="lin" valueType="num">
                                      <p:cBhvr>
                                        <p:cTn id="138" dur="750" fill="hold"/>
                                        <p:tgtEl>
                                          <p:spTgt spid="44"/>
                                        </p:tgtEl>
                                        <p:attrNameLst>
                                          <p:attrName>ppt_h</p:attrName>
                                        </p:attrNameLst>
                                      </p:cBhvr>
                                      <p:tavLst>
                                        <p:tav tm="0">
                                          <p:val>
                                            <p:fltVal val="0"/>
                                          </p:val>
                                        </p:tav>
                                        <p:tav tm="100000">
                                          <p:val>
                                            <p:strVal val="#ppt_h"/>
                                          </p:val>
                                        </p:tav>
                                      </p:tavLst>
                                    </p:anim>
                                    <p:animEffect transition="in" filter="fade">
                                      <p:cBhvr>
                                        <p:cTn id="139" dur="750"/>
                                        <p:tgtEl>
                                          <p:spTgt spid="44"/>
                                        </p:tgtEl>
                                      </p:cBhvr>
                                    </p:animEffect>
                                  </p:childTnLst>
                                </p:cTn>
                              </p:par>
                              <p:par>
                                <p:cTn id="140" presetID="53" presetClass="entr" presetSubtype="16" fill="hold" nodeType="withEffect">
                                  <p:stCondLst>
                                    <p:cond delay="1030"/>
                                  </p:stCondLst>
                                  <p:childTnLst>
                                    <p:set>
                                      <p:cBhvr>
                                        <p:cTn id="141" dur="1" fill="hold">
                                          <p:stCondLst>
                                            <p:cond delay="0"/>
                                          </p:stCondLst>
                                        </p:cTn>
                                        <p:tgtEl>
                                          <p:spTgt spid="45"/>
                                        </p:tgtEl>
                                        <p:attrNameLst>
                                          <p:attrName>style.visibility</p:attrName>
                                        </p:attrNameLst>
                                      </p:cBhvr>
                                      <p:to>
                                        <p:strVal val="visible"/>
                                      </p:to>
                                    </p:set>
                                    <p:anim calcmode="lin" valueType="num">
                                      <p:cBhvr>
                                        <p:cTn id="142" dur="750" fill="hold"/>
                                        <p:tgtEl>
                                          <p:spTgt spid="45"/>
                                        </p:tgtEl>
                                        <p:attrNameLst>
                                          <p:attrName>ppt_w</p:attrName>
                                        </p:attrNameLst>
                                      </p:cBhvr>
                                      <p:tavLst>
                                        <p:tav tm="0">
                                          <p:val>
                                            <p:fltVal val="0"/>
                                          </p:val>
                                        </p:tav>
                                        <p:tav tm="100000">
                                          <p:val>
                                            <p:strVal val="#ppt_w"/>
                                          </p:val>
                                        </p:tav>
                                      </p:tavLst>
                                    </p:anim>
                                    <p:anim calcmode="lin" valueType="num">
                                      <p:cBhvr>
                                        <p:cTn id="143" dur="750" fill="hold"/>
                                        <p:tgtEl>
                                          <p:spTgt spid="45"/>
                                        </p:tgtEl>
                                        <p:attrNameLst>
                                          <p:attrName>ppt_h</p:attrName>
                                        </p:attrNameLst>
                                      </p:cBhvr>
                                      <p:tavLst>
                                        <p:tav tm="0">
                                          <p:val>
                                            <p:fltVal val="0"/>
                                          </p:val>
                                        </p:tav>
                                        <p:tav tm="100000">
                                          <p:val>
                                            <p:strVal val="#ppt_h"/>
                                          </p:val>
                                        </p:tav>
                                      </p:tavLst>
                                    </p:anim>
                                    <p:animEffect transition="in" filter="fade">
                                      <p:cBhvr>
                                        <p:cTn id="144" dur="750"/>
                                        <p:tgtEl>
                                          <p:spTgt spid="45"/>
                                        </p:tgtEl>
                                      </p:cBhvr>
                                    </p:animEffect>
                                  </p:childTnLst>
                                </p:cTn>
                              </p:par>
                              <p:par>
                                <p:cTn id="145" presetID="53" presetClass="entr" presetSubtype="16" fill="hold" grpId="0" nodeType="withEffect">
                                  <p:stCondLst>
                                    <p:cond delay="1030"/>
                                  </p:stCondLst>
                                  <p:childTnLst>
                                    <p:set>
                                      <p:cBhvr>
                                        <p:cTn id="146" dur="1" fill="hold">
                                          <p:stCondLst>
                                            <p:cond delay="0"/>
                                          </p:stCondLst>
                                        </p:cTn>
                                        <p:tgtEl>
                                          <p:spTgt spid="46"/>
                                        </p:tgtEl>
                                        <p:attrNameLst>
                                          <p:attrName>style.visibility</p:attrName>
                                        </p:attrNameLst>
                                      </p:cBhvr>
                                      <p:to>
                                        <p:strVal val="visible"/>
                                      </p:to>
                                    </p:set>
                                    <p:anim calcmode="lin" valueType="num">
                                      <p:cBhvr>
                                        <p:cTn id="147" dur="750" fill="hold"/>
                                        <p:tgtEl>
                                          <p:spTgt spid="46"/>
                                        </p:tgtEl>
                                        <p:attrNameLst>
                                          <p:attrName>ppt_w</p:attrName>
                                        </p:attrNameLst>
                                      </p:cBhvr>
                                      <p:tavLst>
                                        <p:tav tm="0">
                                          <p:val>
                                            <p:fltVal val="0"/>
                                          </p:val>
                                        </p:tav>
                                        <p:tav tm="100000">
                                          <p:val>
                                            <p:strVal val="#ppt_w"/>
                                          </p:val>
                                        </p:tav>
                                      </p:tavLst>
                                    </p:anim>
                                    <p:anim calcmode="lin" valueType="num">
                                      <p:cBhvr>
                                        <p:cTn id="148" dur="750" fill="hold"/>
                                        <p:tgtEl>
                                          <p:spTgt spid="46"/>
                                        </p:tgtEl>
                                        <p:attrNameLst>
                                          <p:attrName>ppt_h</p:attrName>
                                        </p:attrNameLst>
                                      </p:cBhvr>
                                      <p:tavLst>
                                        <p:tav tm="0">
                                          <p:val>
                                            <p:fltVal val="0"/>
                                          </p:val>
                                        </p:tav>
                                        <p:tav tm="100000">
                                          <p:val>
                                            <p:strVal val="#ppt_h"/>
                                          </p:val>
                                        </p:tav>
                                      </p:tavLst>
                                    </p:anim>
                                    <p:animEffect transition="in" filter="fade">
                                      <p:cBhvr>
                                        <p:cTn id="149" dur="750"/>
                                        <p:tgtEl>
                                          <p:spTgt spid="46"/>
                                        </p:tgtEl>
                                      </p:cBhvr>
                                    </p:animEffect>
                                  </p:childTnLst>
                                </p:cTn>
                              </p:par>
                              <p:par>
                                <p:cTn id="150" presetID="53" presetClass="entr" presetSubtype="16" fill="hold" grpId="0" nodeType="withEffect">
                                  <p:stCondLst>
                                    <p:cond delay="1030"/>
                                  </p:stCondLst>
                                  <p:childTnLst>
                                    <p:set>
                                      <p:cBhvr>
                                        <p:cTn id="151" dur="1" fill="hold">
                                          <p:stCondLst>
                                            <p:cond delay="0"/>
                                          </p:stCondLst>
                                        </p:cTn>
                                        <p:tgtEl>
                                          <p:spTgt spid="47"/>
                                        </p:tgtEl>
                                        <p:attrNameLst>
                                          <p:attrName>style.visibility</p:attrName>
                                        </p:attrNameLst>
                                      </p:cBhvr>
                                      <p:to>
                                        <p:strVal val="visible"/>
                                      </p:to>
                                    </p:set>
                                    <p:anim calcmode="lin" valueType="num">
                                      <p:cBhvr>
                                        <p:cTn id="152" dur="750" fill="hold"/>
                                        <p:tgtEl>
                                          <p:spTgt spid="47"/>
                                        </p:tgtEl>
                                        <p:attrNameLst>
                                          <p:attrName>ppt_w</p:attrName>
                                        </p:attrNameLst>
                                      </p:cBhvr>
                                      <p:tavLst>
                                        <p:tav tm="0">
                                          <p:val>
                                            <p:fltVal val="0"/>
                                          </p:val>
                                        </p:tav>
                                        <p:tav tm="100000">
                                          <p:val>
                                            <p:strVal val="#ppt_w"/>
                                          </p:val>
                                        </p:tav>
                                      </p:tavLst>
                                    </p:anim>
                                    <p:anim calcmode="lin" valueType="num">
                                      <p:cBhvr>
                                        <p:cTn id="153" dur="750" fill="hold"/>
                                        <p:tgtEl>
                                          <p:spTgt spid="47"/>
                                        </p:tgtEl>
                                        <p:attrNameLst>
                                          <p:attrName>ppt_h</p:attrName>
                                        </p:attrNameLst>
                                      </p:cBhvr>
                                      <p:tavLst>
                                        <p:tav tm="0">
                                          <p:val>
                                            <p:fltVal val="0"/>
                                          </p:val>
                                        </p:tav>
                                        <p:tav tm="100000">
                                          <p:val>
                                            <p:strVal val="#ppt_h"/>
                                          </p:val>
                                        </p:tav>
                                      </p:tavLst>
                                    </p:anim>
                                    <p:animEffect transition="in" filter="fade">
                                      <p:cBhvr>
                                        <p:cTn id="154" dur="750"/>
                                        <p:tgtEl>
                                          <p:spTgt spid="47"/>
                                        </p:tgtEl>
                                      </p:cBhvr>
                                    </p:animEffect>
                                  </p:childTnLst>
                                </p:cTn>
                              </p:par>
                              <p:par>
                                <p:cTn id="155" presetID="42" presetClass="entr" presetSubtype="0" fill="hold" grpId="0" nodeType="withEffect">
                                  <p:stCondLst>
                                    <p:cond delay="125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7" dur="650"/>
                                        <p:tgtEl>
                                          <p:spTgt spid="54"/>
                                        </p:tgtEl>
                                      </p:cBhvr>
                                    </p:animEffect>
                                    <p:anim calcmode="lin" valueType="num">
                                      <p:cBhvr>
                                        <p:cTn id="158" dur="650" fill="hold"/>
                                        <p:tgtEl>
                                          <p:spTgt spid="54"/>
                                        </p:tgtEl>
                                        <p:attrNameLst>
                                          <p:attrName>ppt_x</p:attrName>
                                        </p:attrNameLst>
                                      </p:cBhvr>
                                      <p:tavLst>
                                        <p:tav tm="0">
                                          <p:val>
                                            <p:strVal val="#ppt_x"/>
                                          </p:val>
                                        </p:tav>
                                        <p:tav tm="100000">
                                          <p:val>
                                            <p:strVal val="#ppt_x"/>
                                          </p:val>
                                        </p:tav>
                                      </p:tavLst>
                                    </p:anim>
                                    <p:anim calcmode="lin" valueType="num">
                                      <p:cBhvr>
                                        <p:cTn id="159" dur="650" fill="hold"/>
                                        <p:tgtEl>
                                          <p:spTgt spid="54"/>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132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650"/>
                                        <p:tgtEl>
                                          <p:spTgt spid="55"/>
                                        </p:tgtEl>
                                      </p:cBhvr>
                                    </p:animEffect>
                                    <p:anim calcmode="lin" valueType="num">
                                      <p:cBhvr>
                                        <p:cTn id="163" dur="650" fill="hold"/>
                                        <p:tgtEl>
                                          <p:spTgt spid="55"/>
                                        </p:tgtEl>
                                        <p:attrNameLst>
                                          <p:attrName>ppt_x</p:attrName>
                                        </p:attrNameLst>
                                      </p:cBhvr>
                                      <p:tavLst>
                                        <p:tav tm="0">
                                          <p:val>
                                            <p:strVal val="#ppt_x"/>
                                          </p:val>
                                        </p:tav>
                                        <p:tav tm="100000">
                                          <p:val>
                                            <p:strVal val="#ppt_x"/>
                                          </p:val>
                                        </p:tav>
                                      </p:tavLst>
                                    </p:anim>
                                    <p:anim calcmode="lin" valueType="num">
                                      <p:cBhvr>
                                        <p:cTn id="164" dur="650" fill="hold"/>
                                        <p:tgtEl>
                                          <p:spTgt spid="55"/>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1320"/>
                                  </p:stCondLst>
                                  <p:childTnLst>
                                    <p:set>
                                      <p:cBhvr>
                                        <p:cTn id="166" dur="1" fill="hold">
                                          <p:stCondLst>
                                            <p:cond delay="0"/>
                                          </p:stCondLst>
                                        </p:cTn>
                                        <p:tgtEl>
                                          <p:spTgt spid="56"/>
                                        </p:tgtEl>
                                        <p:attrNameLst>
                                          <p:attrName>style.visibility</p:attrName>
                                        </p:attrNameLst>
                                      </p:cBhvr>
                                      <p:to>
                                        <p:strVal val="visible"/>
                                      </p:to>
                                    </p:set>
                                    <p:animEffect transition="in" filter="fade">
                                      <p:cBhvr>
                                        <p:cTn id="167" dur="650"/>
                                        <p:tgtEl>
                                          <p:spTgt spid="56"/>
                                        </p:tgtEl>
                                      </p:cBhvr>
                                    </p:animEffect>
                                    <p:anim calcmode="lin" valueType="num">
                                      <p:cBhvr>
                                        <p:cTn id="168" dur="650" fill="hold"/>
                                        <p:tgtEl>
                                          <p:spTgt spid="56"/>
                                        </p:tgtEl>
                                        <p:attrNameLst>
                                          <p:attrName>ppt_x</p:attrName>
                                        </p:attrNameLst>
                                      </p:cBhvr>
                                      <p:tavLst>
                                        <p:tav tm="0">
                                          <p:val>
                                            <p:strVal val="#ppt_x"/>
                                          </p:val>
                                        </p:tav>
                                        <p:tav tm="100000">
                                          <p:val>
                                            <p:strVal val="#ppt_x"/>
                                          </p:val>
                                        </p:tav>
                                      </p:tavLst>
                                    </p:anim>
                                    <p:anim calcmode="lin" valueType="num">
                                      <p:cBhvr>
                                        <p:cTn id="169" dur="650" fill="hold"/>
                                        <p:tgtEl>
                                          <p:spTgt spid="56"/>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1470"/>
                                  </p:stCondLst>
                                  <p:childTnLst>
                                    <p:set>
                                      <p:cBhvr>
                                        <p:cTn id="171" dur="1" fill="hold">
                                          <p:stCondLst>
                                            <p:cond delay="0"/>
                                          </p:stCondLst>
                                        </p:cTn>
                                        <p:tgtEl>
                                          <p:spTgt spid="57"/>
                                        </p:tgtEl>
                                        <p:attrNameLst>
                                          <p:attrName>style.visibility</p:attrName>
                                        </p:attrNameLst>
                                      </p:cBhvr>
                                      <p:to>
                                        <p:strVal val="visible"/>
                                      </p:to>
                                    </p:set>
                                    <p:animEffect transition="in" filter="fade">
                                      <p:cBhvr>
                                        <p:cTn id="172" dur="650"/>
                                        <p:tgtEl>
                                          <p:spTgt spid="57"/>
                                        </p:tgtEl>
                                      </p:cBhvr>
                                    </p:animEffect>
                                    <p:anim calcmode="lin" valueType="num">
                                      <p:cBhvr>
                                        <p:cTn id="173" dur="650" fill="hold"/>
                                        <p:tgtEl>
                                          <p:spTgt spid="57"/>
                                        </p:tgtEl>
                                        <p:attrNameLst>
                                          <p:attrName>ppt_x</p:attrName>
                                        </p:attrNameLst>
                                      </p:cBhvr>
                                      <p:tavLst>
                                        <p:tav tm="0">
                                          <p:val>
                                            <p:strVal val="#ppt_x"/>
                                          </p:val>
                                        </p:tav>
                                        <p:tav tm="100000">
                                          <p:val>
                                            <p:strVal val="#ppt_x"/>
                                          </p:val>
                                        </p:tav>
                                      </p:tavLst>
                                    </p:anim>
                                    <p:anim calcmode="lin" valueType="num">
                                      <p:cBhvr>
                                        <p:cTn id="174" dur="650" fill="hold"/>
                                        <p:tgtEl>
                                          <p:spTgt spid="57"/>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1470"/>
                                  </p:stCondLst>
                                  <p:childTnLst>
                                    <p:set>
                                      <p:cBhvr>
                                        <p:cTn id="176" dur="1" fill="hold">
                                          <p:stCondLst>
                                            <p:cond delay="0"/>
                                          </p:stCondLst>
                                        </p:cTn>
                                        <p:tgtEl>
                                          <p:spTgt spid="58"/>
                                        </p:tgtEl>
                                        <p:attrNameLst>
                                          <p:attrName>style.visibility</p:attrName>
                                        </p:attrNameLst>
                                      </p:cBhvr>
                                      <p:to>
                                        <p:strVal val="visible"/>
                                      </p:to>
                                    </p:set>
                                    <p:animEffect transition="in" filter="fade">
                                      <p:cBhvr>
                                        <p:cTn id="177" dur="650"/>
                                        <p:tgtEl>
                                          <p:spTgt spid="58"/>
                                        </p:tgtEl>
                                      </p:cBhvr>
                                    </p:animEffect>
                                    <p:anim calcmode="lin" valueType="num">
                                      <p:cBhvr>
                                        <p:cTn id="178" dur="650" fill="hold"/>
                                        <p:tgtEl>
                                          <p:spTgt spid="58"/>
                                        </p:tgtEl>
                                        <p:attrNameLst>
                                          <p:attrName>ppt_x</p:attrName>
                                        </p:attrNameLst>
                                      </p:cBhvr>
                                      <p:tavLst>
                                        <p:tav tm="0">
                                          <p:val>
                                            <p:strVal val="#ppt_x"/>
                                          </p:val>
                                        </p:tav>
                                        <p:tav tm="100000">
                                          <p:val>
                                            <p:strVal val="#ppt_x"/>
                                          </p:val>
                                        </p:tav>
                                      </p:tavLst>
                                    </p:anim>
                                    <p:anim calcmode="lin" valueType="num">
                                      <p:cBhvr>
                                        <p:cTn id="179" dur="650" fill="hold"/>
                                        <p:tgtEl>
                                          <p:spTgt spid="58"/>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1470"/>
                                  </p:stCondLst>
                                  <p:childTnLst>
                                    <p:set>
                                      <p:cBhvr>
                                        <p:cTn id="181" dur="1" fill="hold">
                                          <p:stCondLst>
                                            <p:cond delay="0"/>
                                          </p:stCondLst>
                                        </p:cTn>
                                        <p:tgtEl>
                                          <p:spTgt spid="59"/>
                                        </p:tgtEl>
                                        <p:attrNameLst>
                                          <p:attrName>style.visibility</p:attrName>
                                        </p:attrNameLst>
                                      </p:cBhvr>
                                      <p:to>
                                        <p:strVal val="visible"/>
                                      </p:to>
                                    </p:set>
                                    <p:animEffect transition="in" filter="fade">
                                      <p:cBhvr>
                                        <p:cTn id="182" dur="650"/>
                                        <p:tgtEl>
                                          <p:spTgt spid="59"/>
                                        </p:tgtEl>
                                      </p:cBhvr>
                                    </p:animEffect>
                                    <p:anim calcmode="lin" valueType="num">
                                      <p:cBhvr>
                                        <p:cTn id="183" dur="650" fill="hold"/>
                                        <p:tgtEl>
                                          <p:spTgt spid="59"/>
                                        </p:tgtEl>
                                        <p:attrNameLst>
                                          <p:attrName>ppt_x</p:attrName>
                                        </p:attrNameLst>
                                      </p:cBhvr>
                                      <p:tavLst>
                                        <p:tav tm="0">
                                          <p:val>
                                            <p:strVal val="#ppt_x"/>
                                          </p:val>
                                        </p:tav>
                                        <p:tav tm="100000">
                                          <p:val>
                                            <p:strVal val="#ppt_x"/>
                                          </p:val>
                                        </p:tav>
                                      </p:tavLst>
                                    </p:anim>
                                    <p:anim calcmode="lin" valueType="num">
                                      <p:cBhvr>
                                        <p:cTn id="184" dur="650" fill="hold"/>
                                        <p:tgtEl>
                                          <p:spTgt spid="59"/>
                                        </p:tgtEl>
                                        <p:attrNameLst>
                                          <p:attrName>ppt_y</p:attrName>
                                        </p:attrNameLst>
                                      </p:cBhvr>
                                      <p:tavLst>
                                        <p:tav tm="0">
                                          <p:val>
                                            <p:strVal val="#ppt_y+.1"/>
                                          </p:val>
                                        </p:tav>
                                        <p:tav tm="100000">
                                          <p:val>
                                            <p:strVal val="#ppt_y"/>
                                          </p:val>
                                        </p:tav>
                                      </p:tavLst>
                                    </p:anim>
                                  </p:childTnLst>
                                </p:cTn>
                              </p:par>
                              <p:par>
                                <p:cTn id="185" presetID="42" presetClass="entr" presetSubtype="0" fill="hold" grpId="0" nodeType="withEffect">
                                  <p:stCondLst>
                                    <p:cond delay="1470"/>
                                  </p:stCondLst>
                                  <p:childTnLst>
                                    <p:set>
                                      <p:cBhvr>
                                        <p:cTn id="186" dur="1" fill="hold">
                                          <p:stCondLst>
                                            <p:cond delay="0"/>
                                          </p:stCondLst>
                                        </p:cTn>
                                        <p:tgtEl>
                                          <p:spTgt spid="60"/>
                                        </p:tgtEl>
                                        <p:attrNameLst>
                                          <p:attrName>style.visibility</p:attrName>
                                        </p:attrNameLst>
                                      </p:cBhvr>
                                      <p:to>
                                        <p:strVal val="visible"/>
                                      </p:to>
                                    </p:set>
                                    <p:animEffect transition="in" filter="fade">
                                      <p:cBhvr>
                                        <p:cTn id="187" dur="650"/>
                                        <p:tgtEl>
                                          <p:spTgt spid="60"/>
                                        </p:tgtEl>
                                      </p:cBhvr>
                                    </p:animEffect>
                                    <p:anim calcmode="lin" valueType="num">
                                      <p:cBhvr>
                                        <p:cTn id="188" dur="650" fill="hold"/>
                                        <p:tgtEl>
                                          <p:spTgt spid="60"/>
                                        </p:tgtEl>
                                        <p:attrNameLst>
                                          <p:attrName>ppt_x</p:attrName>
                                        </p:attrNameLst>
                                      </p:cBhvr>
                                      <p:tavLst>
                                        <p:tav tm="0">
                                          <p:val>
                                            <p:strVal val="#ppt_x"/>
                                          </p:val>
                                        </p:tav>
                                        <p:tav tm="100000">
                                          <p:val>
                                            <p:strVal val="#ppt_x"/>
                                          </p:val>
                                        </p:tav>
                                      </p:tavLst>
                                    </p:anim>
                                    <p:anim calcmode="lin" valueType="num">
                                      <p:cBhvr>
                                        <p:cTn id="189" dur="650" fill="hold"/>
                                        <p:tgtEl>
                                          <p:spTgt spid="60"/>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1470"/>
                                  </p:stCondLst>
                                  <p:childTnLst>
                                    <p:set>
                                      <p:cBhvr>
                                        <p:cTn id="191" dur="1" fill="hold">
                                          <p:stCondLst>
                                            <p:cond delay="0"/>
                                          </p:stCondLst>
                                        </p:cTn>
                                        <p:tgtEl>
                                          <p:spTgt spid="63"/>
                                        </p:tgtEl>
                                        <p:attrNameLst>
                                          <p:attrName>style.visibility</p:attrName>
                                        </p:attrNameLst>
                                      </p:cBhvr>
                                      <p:to>
                                        <p:strVal val="visible"/>
                                      </p:to>
                                    </p:set>
                                    <p:animEffect transition="in" filter="fade">
                                      <p:cBhvr>
                                        <p:cTn id="192" dur="650"/>
                                        <p:tgtEl>
                                          <p:spTgt spid="63"/>
                                        </p:tgtEl>
                                      </p:cBhvr>
                                    </p:animEffect>
                                    <p:anim calcmode="lin" valueType="num">
                                      <p:cBhvr>
                                        <p:cTn id="193" dur="650" fill="hold"/>
                                        <p:tgtEl>
                                          <p:spTgt spid="63"/>
                                        </p:tgtEl>
                                        <p:attrNameLst>
                                          <p:attrName>ppt_x</p:attrName>
                                        </p:attrNameLst>
                                      </p:cBhvr>
                                      <p:tavLst>
                                        <p:tav tm="0">
                                          <p:val>
                                            <p:strVal val="#ppt_x"/>
                                          </p:val>
                                        </p:tav>
                                        <p:tav tm="100000">
                                          <p:val>
                                            <p:strVal val="#ppt_x"/>
                                          </p:val>
                                        </p:tav>
                                      </p:tavLst>
                                    </p:anim>
                                    <p:anim calcmode="lin" valueType="num">
                                      <p:cBhvr>
                                        <p:cTn id="194" dur="650" fill="hold"/>
                                        <p:tgtEl>
                                          <p:spTgt spid="63"/>
                                        </p:tgtEl>
                                        <p:attrNameLst>
                                          <p:attrName>ppt_y</p:attrName>
                                        </p:attrNameLst>
                                      </p:cBhvr>
                                      <p:tavLst>
                                        <p:tav tm="0">
                                          <p:val>
                                            <p:strVal val="#ppt_y+.1"/>
                                          </p:val>
                                        </p:tav>
                                        <p:tav tm="100000">
                                          <p:val>
                                            <p:strVal val="#ppt_y"/>
                                          </p:val>
                                        </p:tav>
                                      </p:tavLst>
                                    </p:anim>
                                  </p:childTnLst>
                                </p:cTn>
                              </p:par>
                              <p:par>
                                <p:cTn id="195" presetID="42" presetClass="entr" presetSubtype="0" fill="hold" grpId="0" nodeType="withEffect">
                                  <p:stCondLst>
                                    <p:cond delay="1470"/>
                                  </p:stCondLst>
                                  <p:childTnLst>
                                    <p:set>
                                      <p:cBhvr>
                                        <p:cTn id="196" dur="1" fill="hold">
                                          <p:stCondLst>
                                            <p:cond delay="0"/>
                                          </p:stCondLst>
                                        </p:cTn>
                                        <p:tgtEl>
                                          <p:spTgt spid="64"/>
                                        </p:tgtEl>
                                        <p:attrNameLst>
                                          <p:attrName>style.visibility</p:attrName>
                                        </p:attrNameLst>
                                      </p:cBhvr>
                                      <p:to>
                                        <p:strVal val="visible"/>
                                      </p:to>
                                    </p:set>
                                    <p:animEffect transition="in" filter="fade">
                                      <p:cBhvr>
                                        <p:cTn id="197" dur="650"/>
                                        <p:tgtEl>
                                          <p:spTgt spid="64"/>
                                        </p:tgtEl>
                                      </p:cBhvr>
                                    </p:animEffect>
                                    <p:anim calcmode="lin" valueType="num">
                                      <p:cBhvr>
                                        <p:cTn id="198" dur="650" fill="hold"/>
                                        <p:tgtEl>
                                          <p:spTgt spid="64"/>
                                        </p:tgtEl>
                                        <p:attrNameLst>
                                          <p:attrName>ppt_x</p:attrName>
                                        </p:attrNameLst>
                                      </p:cBhvr>
                                      <p:tavLst>
                                        <p:tav tm="0">
                                          <p:val>
                                            <p:strVal val="#ppt_x"/>
                                          </p:val>
                                        </p:tav>
                                        <p:tav tm="100000">
                                          <p:val>
                                            <p:strVal val="#ppt_x"/>
                                          </p:val>
                                        </p:tav>
                                      </p:tavLst>
                                    </p:anim>
                                    <p:anim calcmode="lin" valueType="num">
                                      <p:cBhvr>
                                        <p:cTn id="199" dur="650" fill="hold"/>
                                        <p:tgtEl>
                                          <p:spTgt spid="64"/>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1470"/>
                                  </p:stCondLst>
                                  <p:childTnLst>
                                    <p:set>
                                      <p:cBhvr>
                                        <p:cTn id="201" dur="1" fill="hold">
                                          <p:stCondLst>
                                            <p:cond delay="0"/>
                                          </p:stCondLst>
                                        </p:cTn>
                                        <p:tgtEl>
                                          <p:spTgt spid="65"/>
                                        </p:tgtEl>
                                        <p:attrNameLst>
                                          <p:attrName>style.visibility</p:attrName>
                                        </p:attrNameLst>
                                      </p:cBhvr>
                                      <p:to>
                                        <p:strVal val="visible"/>
                                      </p:to>
                                    </p:set>
                                    <p:animEffect transition="in" filter="fade">
                                      <p:cBhvr>
                                        <p:cTn id="202" dur="650"/>
                                        <p:tgtEl>
                                          <p:spTgt spid="65"/>
                                        </p:tgtEl>
                                      </p:cBhvr>
                                    </p:animEffect>
                                    <p:anim calcmode="lin" valueType="num">
                                      <p:cBhvr>
                                        <p:cTn id="203" dur="650" fill="hold"/>
                                        <p:tgtEl>
                                          <p:spTgt spid="65"/>
                                        </p:tgtEl>
                                        <p:attrNameLst>
                                          <p:attrName>ppt_x</p:attrName>
                                        </p:attrNameLst>
                                      </p:cBhvr>
                                      <p:tavLst>
                                        <p:tav tm="0">
                                          <p:val>
                                            <p:strVal val="#ppt_x"/>
                                          </p:val>
                                        </p:tav>
                                        <p:tav tm="100000">
                                          <p:val>
                                            <p:strVal val="#ppt_x"/>
                                          </p:val>
                                        </p:tav>
                                      </p:tavLst>
                                    </p:anim>
                                    <p:anim calcmode="lin" valueType="num">
                                      <p:cBhvr>
                                        <p:cTn id="204" dur="650" fill="hold"/>
                                        <p:tgtEl>
                                          <p:spTgt spid="65"/>
                                        </p:tgtEl>
                                        <p:attrNameLst>
                                          <p:attrName>ppt_y</p:attrName>
                                        </p:attrNameLst>
                                      </p:cBhvr>
                                      <p:tavLst>
                                        <p:tav tm="0">
                                          <p:val>
                                            <p:strVal val="#ppt_y+.1"/>
                                          </p:val>
                                        </p:tav>
                                        <p:tav tm="100000">
                                          <p:val>
                                            <p:strVal val="#ppt_y"/>
                                          </p:val>
                                        </p:tav>
                                      </p:tavLst>
                                    </p:anim>
                                  </p:childTnLst>
                                </p:cTn>
                              </p:par>
                              <p:par>
                                <p:cTn id="205" presetID="42" presetClass="entr" presetSubtype="0" fill="hold" grpId="0" nodeType="withEffect">
                                  <p:stCondLst>
                                    <p:cond delay="1470"/>
                                  </p:stCondLst>
                                  <p:childTnLst>
                                    <p:set>
                                      <p:cBhvr>
                                        <p:cTn id="206" dur="1" fill="hold">
                                          <p:stCondLst>
                                            <p:cond delay="0"/>
                                          </p:stCondLst>
                                        </p:cTn>
                                        <p:tgtEl>
                                          <p:spTgt spid="67"/>
                                        </p:tgtEl>
                                        <p:attrNameLst>
                                          <p:attrName>style.visibility</p:attrName>
                                        </p:attrNameLst>
                                      </p:cBhvr>
                                      <p:to>
                                        <p:strVal val="visible"/>
                                      </p:to>
                                    </p:set>
                                    <p:animEffect transition="in" filter="fade">
                                      <p:cBhvr>
                                        <p:cTn id="207" dur="650"/>
                                        <p:tgtEl>
                                          <p:spTgt spid="67"/>
                                        </p:tgtEl>
                                      </p:cBhvr>
                                    </p:animEffect>
                                    <p:anim calcmode="lin" valueType="num">
                                      <p:cBhvr>
                                        <p:cTn id="208" dur="650" fill="hold"/>
                                        <p:tgtEl>
                                          <p:spTgt spid="67"/>
                                        </p:tgtEl>
                                        <p:attrNameLst>
                                          <p:attrName>ppt_x</p:attrName>
                                        </p:attrNameLst>
                                      </p:cBhvr>
                                      <p:tavLst>
                                        <p:tav tm="0">
                                          <p:val>
                                            <p:strVal val="#ppt_x"/>
                                          </p:val>
                                        </p:tav>
                                        <p:tav tm="100000">
                                          <p:val>
                                            <p:strVal val="#ppt_x"/>
                                          </p:val>
                                        </p:tav>
                                      </p:tavLst>
                                    </p:anim>
                                    <p:anim calcmode="lin" valueType="num">
                                      <p:cBhvr>
                                        <p:cTn id="209" dur="650" fill="hold"/>
                                        <p:tgtEl>
                                          <p:spTgt spid="67"/>
                                        </p:tgtEl>
                                        <p:attrNameLst>
                                          <p:attrName>ppt_y</p:attrName>
                                        </p:attrNameLst>
                                      </p:cBhvr>
                                      <p:tavLst>
                                        <p:tav tm="0">
                                          <p:val>
                                            <p:strVal val="#ppt_y+.1"/>
                                          </p:val>
                                        </p:tav>
                                        <p:tav tm="100000">
                                          <p:val>
                                            <p:strVal val="#ppt_y"/>
                                          </p:val>
                                        </p:tav>
                                      </p:tavLst>
                                    </p:anim>
                                  </p:childTnLst>
                                </p:cTn>
                              </p:par>
                              <p:par>
                                <p:cTn id="210" presetID="42" presetClass="entr" presetSubtype="0" fill="hold" grpId="0" nodeType="withEffect">
                                  <p:stCondLst>
                                    <p:cond delay="1470"/>
                                  </p:stCondLst>
                                  <p:childTnLst>
                                    <p:set>
                                      <p:cBhvr>
                                        <p:cTn id="211" dur="1" fill="hold">
                                          <p:stCondLst>
                                            <p:cond delay="0"/>
                                          </p:stCondLst>
                                        </p:cTn>
                                        <p:tgtEl>
                                          <p:spTgt spid="68"/>
                                        </p:tgtEl>
                                        <p:attrNameLst>
                                          <p:attrName>style.visibility</p:attrName>
                                        </p:attrNameLst>
                                      </p:cBhvr>
                                      <p:to>
                                        <p:strVal val="visible"/>
                                      </p:to>
                                    </p:set>
                                    <p:animEffect transition="in" filter="fade">
                                      <p:cBhvr>
                                        <p:cTn id="212" dur="650"/>
                                        <p:tgtEl>
                                          <p:spTgt spid="68"/>
                                        </p:tgtEl>
                                      </p:cBhvr>
                                    </p:animEffect>
                                    <p:anim calcmode="lin" valueType="num">
                                      <p:cBhvr>
                                        <p:cTn id="213" dur="650" fill="hold"/>
                                        <p:tgtEl>
                                          <p:spTgt spid="68"/>
                                        </p:tgtEl>
                                        <p:attrNameLst>
                                          <p:attrName>ppt_x</p:attrName>
                                        </p:attrNameLst>
                                      </p:cBhvr>
                                      <p:tavLst>
                                        <p:tav tm="0">
                                          <p:val>
                                            <p:strVal val="#ppt_x"/>
                                          </p:val>
                                        </p:tav>
                                        <p:tav tm="100000">
                                          <p:val>
                                            <p:strVal val="#ppt_x"/>
                                          </p:val>
                                        </p:tav>
                                      </p:tavLst>
                                    </p:anim>
                                    <p:anim calcmode="lin" valueType="num">
                                      <p:cBhvr>
                                        <p:cTn id="214" dur="650" fill="hold"/>
                                        <p:tgtEl>
                                          <p:spTgt spid="68"/>
                                        </p:tgtEl>
                                        <p:attrNameLst>
                                          <p:attrName>ppt_y</p:attrName>
                                        </p:attrNameLst>
                                      </p:cBhvr>
                                      <p:tavLst>
                                        <p:tav tm="0">
                                          <p:val>
                                            <p:strVal val="#ppt_y+.1"/>
                                          </p:val>
                                        </p:tav>
                                        <p:tav tm="100000">
                                          <p:val>
                                            <p:strVal val="#ppt_y"/>
                                          </p:val>
                                        </p:tav>
                                      </p:tavLst>
                                    </p:anim>
                                  </p:childTnLst>
                                </p:cTn>
                              </p:par>
                              <p:par>
                                <p:cTn id="215" presetID="42" presetClass="entr" presetSubtype="0" fill="hold" grpId="0" nodeType="withEffect">
                                  <p:stCondLst>
                                    <p:cond delay="1470"/>
                                  </p:stCondLst>
                                  <p:childTnLst>
                                    <p:set>
                                      <p:cBhvr>
                                        <p:cTn id="216" dur="1" fill="hold">
                                          <p:stCondLst>
                                            <p:cond delay="0"/>
                                          </p:stCondLst>
                                        </p:cTn>
                                        <p:tgtEl>
                                          <p:spTgt spid="69"/>
                                        </p:tgtEl>
                                        <p:attrNameLst>
                                          <p:attrName>style.visibility</p:attrName>
                                        </p:attrNameLst>
                                      </p:cBhvr>
                                      <p:to>
                                        <p:strVal val="visible"/>
                                      </p:to>
                                    </p:set>
                                    <p:animEffect transition="in" filter="fade">
                                      <p:cBhvr>
                                        <p:cTn id="217" dur="650"/>
                                        <p:tgtEl>
                                          <p:spTgt spid="69"/>
                                        </p:tgtEl>
                                      </p:cBhvr>
                                    </p:animEffect>
                                    <p:anim calcmode="lin" valueType="num">
                                      <p:cBhvr>
                                        <p:cTn id="218" dur="650" fill="hold"/>
                                        <p:tgtEl>
                                          <p:spTgt spid="69"/>
                                        </p:tgtEl>
                                        <p:attrNameLst>
                                          <p:attrName>ppt_x</p:attrName>
                                        </p:attrNameLst>
                                      </p:cBhvr>
                                      <p:tavLst>
                                        <p:tav tm="0">
                                          <p:val>
                                            <p:strVal val="#ppt_x"/>
                                          </p:val>
                                        </p:tav>
                                        <p:tav tm="100000">
                                          <p:val>
                                            <p:strVal val="#ppt_x"/>
                                          </p:val>
                                        </p:tav>
                                      </p:tavLst>
                                    </p:anim>
                                    <p:anim calcmode="lin" valueType="num">
                                      <p:cBhvr>
                                        <p:cTn id="219" dur="650" fill="hold"/>
                                        <p:tgtEl>
                                          <p:spTgt spid="69"/>
                                        </p:tgtEl>
                                        <p:attrNameLst>
                                          <p:attrName>ppt_y</p:attrName>
                                        </p:attrNameLst>
                                      </p:cBhvr>
                                      <p:tavLst>
                                        <p:tav tm="0">
                                          <p:val>
                                            <p:strVal val="#ppt_y+.1"/>
                                          </p:val>
                                        </p:tav>
                                        <p:tav tm="100000">
                                          <p:val>
                                            <p:strVal val="#ppt_y"/>
                                          </p:val>
                                        </p:tav>
                                      </p:tavLst>
                                    </p:anim>
                                  </p:childTnLst>
                                </p:cTn>
                              </p:par>
                              <p:par>
                                <p:cTn id="220" presetID="42" presetClass="entr" presetSubtype="0" fill="hold" nodeType="withEffect">
                                  <p:stCondLst>
                                    <p:cond delay="1470"/>
                                  </p:stCondLst>
                                  <p:childTnLst>
                                    <p:set>
                                      <p:cBhvr>
                                        <p:cTn id="221" dur="1" fill="hold">
                                          <p:stCondLst>
                                            <p:cond delay="0"/>
                                          </p:stCondLst>
                                        </p:cTn>
                                        <p:tgtEl>
                                          <p:spTgt spid="70"/>
                                        </p:tgtEl>
                                        <p:attrNameLst>
                                          <p:attrName>style.visibility</p:attrName>
                                        </p:attrNameLst>
                                      </p:cBhvr>
                                      <p:to>
                                        <p:strVal val="visible"/>
                                      </p:to>
                                    </p:set>
                                    <p:animEffect transition="in" filter="fade">
                                      <p:cBhvr>
                                        <p:cTn id="222" dur="650"/>
                                        <p:tgtEl>
                                          <p:spTgt spid="70"/>
                                        </p:tgtEl>
                                      </p:cBhvr>
                                    </p:animEffect>
                                    <p:anim calcmode="lin" valueType="num">
                                      <p:cBhvr>
                                        <p:cTn id="223" dur="650" fill="hold"/>
                                        <p:tgtEl>
                                          <p:spTgt spid="70"/>
                                        </p:tgtEl>
                                        <p:attrNameLst>
                                          <p:attrName>ppt_x</p:attrName>
                                        </p:attrNameLst>
                                      </p:cBhvr>
                                      <p:tavLst>
                                        <p:tav tm="0">
                                          <p:val>
                                            <p:strVal val="#ppt_x"/>
                                          </p:val>
                                        </p:tav>
                                        <p:tav tm="100000">
                                          <p:val>
                                            <p:strVal val="#ppt_x"/>
                                          </p:val>
                                        </p:tav>
                                      </p:tavLst>
                                    </p:anim>
                                    <p:anim calcmode="lin" valueType="num">
                                      <p:cBhvr>
                                        <p:cTn id="224" dur="650" fill="hold"/>
                                        <p:tgtEl>
                                          <p:spTgt spid="70"/>
                                        </p:tgtEl>
                                        <p:attrNameLst>
                                          <p:attrName>ppt_y</p:attrName>
                                        </p:attrNameLst>
                                      </p:cBhvr>
                                      <p:tavLst>
                                        <p:tav tm="0">
                                          <p:val>
                                            <p:strVal val="#ppt_y+.1"/>
                                          </p:val>
                                        </p:tav>
                                        <p:tav tm="100000">
                                          <p:val>
                                            <p:strVal val="#ppt_y"/>
                                          </p:val>
                                        </p:tav>
                                      </p:tavLst>
                                    </p:anim>
                                  </p:childTnLst>
                                </p:cTn>
                              </p:par>
                              <p:par>
                                <p:cTn id="225" presetID="42" presetClass="entr" presetSubtype="0" fill="hold" grpId="0" nodeType="withEffect">
                                  <p:stCondLst>
                                    <p:cond delay="1470"/>
                                  </p:stCondLst>
                                  <p:childTnLst>
                                    <p:set>
                                      <p:cBhvr>
                                        <p:cTn id="226" dur="1" fill="hold">
                                          <p:stCondLst>
                                            <p:cond delay="0"/>
                                          </p:stCondLst>
                                        </p:cTn>
                                        <p:tgtEl>
                                          <p:spTgt spid="71"/>
                                        </p:tgtEl>
                                        <p:attrNameLst>
                                          <p:attrName>style.visibility</p:attrName>
                                        </p:attrNameLst>
                                      </p:cBhvr>
                                      <p:to>
                                        <p:strVal val="visible"/>
                                      </p:to>
                                    </p:set>
                                    <p:animEffect transition="in" filter="fade">
                                      <p:cBhvr>
                                        <p:cTn id="227" dur="650"/>
                                        <p:tgtEl>
                                          <p:spTgt spid="71"/>
                                        </p:tgtEl>
                                      </p:cBhvr>
                                    </p:animEffect>
                                    <p:anim calcmode="lin" valueType="num">
                                      <p:cBhvr>
                                        <p:cTn id="228" dur="650" fill="hold"/>
                                        <p:tgtEl>
                                          <p:spTgt spid="71"/>
                                        </p:tgtEl>
                                        <p:attrNameLst>
                                          <p:attrName>ppt_x</p:attrName>
                                        </p:attrNameLst>
                                      </p:cBhvr>
                                      <p:tavLst>
                                        <p:tav tm="0">
                                          <p:val>
                                            <p:strVal val="#ppt_x"/>
                                          </p:val>
                                        </p:tav>
                                        <p:tav tm="100000">
                                          <p:val>
                                            <p:strVal val="#ppt_x"/>
                                          </p:val>
                                        </p:tav>
                                      </p:tavLst>
                                    </p:anim>
                                    <p:anim calcmode="lin" valueType="num">
                                      <p:cBhvr>
                                        <p:cTn id="229" dur="650" fill="hold"/>
                                        <p:tgtEl>
                                          <p:spTgt spid="71"/>
                                        </p:tgtEl>
                                        <p:attrNameLst>
                                          <p:attrName>ppt_y</p:attrName>
                                        </p:attrNameLst>
                                      </p:cBhvr>
                                      <p:tavLst>
                                        <p:tav tm="0">
                                          <p:val>
                                            <p:strVal val="#ppt_y+.1"/>
                                          </p:val>
                                        </p:tav>
                                        <p:tav tm="100000">
                                          <p:val>
                                            <p:strVal val="#ppt_y"/>
                                          </p:val>
                                        </p:tav>
                                      </p:tavLst>
                                    </p:anim>
                                  </p:childTnLst>
                                </p:cTn>
                              </p:par>
                              <p:par>
                                <p:cTn id="230" presetID="42" presetClass="entr" presetSubtype="0" fill="hold" grpId="0" nodeType="withEffect">
                                  <p:stCondLst>
                                    <p:cond delay="1470"/>
                                  </p:stCondLst>
                                  <p:childTnLst>
                                    <p:set>
                                      <p:cBhvr>
                                        <p:cTn id="231" dur="1" fill="hold">
                                          <p:stCondLst>
                                            <p:cond delay="0"/>
                                          </p:stCondLst>
                                        </p:cTn>
                                        <p:tgtEl>
                                          <p:spTgt spid="72"/>
                                        </p:tgtEl>
                                        <p:attrNameLst>
                                          <p:attrName>style.visibility</p:attrName>
                                        </p:attrNameLst>
                                      </p:cBhvr>
                                      <p:to>
                                        <p:strVal val="visible"/>
                                      </p:to>
                                    </p:set>
                                    <p:animEffect transition="in" filter="fade">
                                      <p:cBhvr>
                                        <p:cTn id="232" dur="650"/>
                                        <p:tgtEl>
                                          <p:spTgt spid="72"/>
                                        </p:tgtEl>
                                      </p:cBhvr>
                                    </p:animEffect>
                                    <p:anim calcmode="lin" valueType="num">
                                      <p:cBhvr>
                                        <p:cTn id="233" dur="650" fill="hold"/>
                                        <p:tgtEl>
                                          <p:spTgt spid="72"/>
                                        </p:tgtEl>
                                        <p:attrNameLst>
                                          <p:attrName>ppt_x</p:attrName>
                                        </p:attrNameLst>
                                      </p:cBhvr>
                                      <p:tavLst>
                                        <p:tav tm="0">
                                          <p:val>
                                            <p:strVal val="#ppt_x"/>
                                          </p:val>
                                        </p:tav>
                                        <p:tav tm="100000">
                                          <p:val>
                                            <p:strVal val="#ppt_x"/>
                                          </p:val>
                                        </p:tav>
                                      </p:tavLst>
                                    </p:anim>
                                    <p:anim calcmode="lin" valueType="num">
                                      <p:cBhvr>
                                        <p:cTn id="234" dur="650" fill="hold"/>
                                        <p:tgtEl>
                                          <p:spTgt spid="72"/>
                                        </p:tgtEl>
                                        <p:attrNameLst>
                                          <p:attrName>ppt_y</p:attrName>
                                        </p:attrNameLst>
                                      </p:cBhvr>
                                      <p:tavLst>
                                        <p:tav tm="0">
                                          <p:val>
                                            <p:strVal val="#ppt_y+.1"/>
                                          </p:val>
                                        </p:tav>
                                        <p:tav tm="100000">
                                          <p:val>
                                            <p:strVal val="#ppt_y"/>
                                          </p:val>
                                        </p:tav>
                                      </p:tavLst>
                                    </p:anim>
                                  </p:childTnLst>
                                </p:cTn>
                              </p:par>
                              <p:par>
                                <p:cTn id="235" presetID="42" presetClass="entr" presetSubtype="0" fill="hold" grpId="0" nodeType="withEffect">
                                  <p:stCondLst>
                                    <p:cond delay="1470"/>
                                  </p:stCondLst>
                                  <p:childTnLst>
                                    <p:set>
                                      <p:cBhvr>
                                        <p:cTn id="236" dur="1" fill="hold">
                                          <p:stCondLst>
                                            <p:cond delay="0"/>
                                          </p:stCondLst>
                                        </p:cTn>
                                        <p:tgtEl>
                                          <p:spTgt spid="73"/>
                                        </p:tgtEl>
                                        <p:attrNameLst>
                                          <p:attrName>style.visibility</p:attrName>
                                        </p:attrNameLst>
                                      </p:cBhvr>
                                      <p:to>
                                        <p:strVal val="visible"/>
                                      </p:to>
                                    </p:set>
                                    <p:animEffect transition="in" filter="fade">
                                      <p:cBhvr>
                                        <p:cTn id="237" dur="650"/>
                                        <p:tgtEl>
                                          <p:spTgt spid="73"/>
                                        </p:tgtEl>
                                      </p:cBhvr>
                                    </p:animEffect>
                                    <p:anim calcmode="lin" valueType="num">
                                      <p:cBhvr>
                                        <p:cTn id="238" dur="650" fill="hold"/>
                                        <p:tgtEl>
                                          <p:spTgt spid="73"/>
                                        </p:tgtEl>
                                        <p:attrNameLst>
                                          <p:attrName>ppt_x</p:attrName>
                                        </p:attrNameLst>
                                      </p:cBhvr>
                                      <p:tavLst>
                                        <p:tav tm="0">
                                          <p:val>
                                            <p:strVal val="#ppt_x"/>
                                          </p:val>
                                        </p:tav>
                                        <p:tav tm="100000">
                                          <p:val>
                                            <p:strVal val="#ppt_x"/>
                                          </p:val>
                                        </p:tav>
                                      </p:tavLst>
                                    </p:anim>
                                    <p:anim calcmode="lin" valueType="num">
                                      <p:cBhvr>
                                        <p:cTn id="239" dur="650" fill="hold"/>
                                        <p:tgtEl>
                                          <p:spTgt spid="73"/>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1470"/>
                                  </p:stCondLst>
                                  <p:childTnLst>
                                    <p:set>
                                      <p:cBhvr>
                                        <p:cTn id="241" dur="1" fill="hold">
                                          <p:stCondLst>
                                            <p:cond delay="0"/>
                                          </p:stCondLst>
                                        </p:cTn>
                                        <p:tgtEl>
                                          <p:spTgt spid="74"/>
                                        </p:tgtEl>
                                        <p:attrNameLst>
                                          <p:attrName>style.visibility</p:attrName>
                                        </p:attrNameLst>
                                      </p:cBhvr>
                                      <p:to>
                                        <p:strVal val="visible"/>
                                      </p:to>
                                    </p:set>
                                    <p:animEffect transition="in" filter="fade">
                                      <p:cBhvr>
                                        <p:cTn id="242" dur="650"/>
                                        <p:tgtEl>
                                          <p:spTgt spid="74"/>
                                        </p:tgtEl>
                                      </p:cBhvr>
                                    </p:animEffect>
                                    <p:anim calcmode="lin" valueType="num">
                                      <p:cBhvr>
                                        <p:cTn id="243" dur="650" fill="hold"/>
                                        <p:tgtEl>
                                          <p:spTgt spid="74"/>
                                        </p:tgtEl>
                                        <p:attrNameLst>
                                          <p:attrName>ppt_x</p:attrName>
                                        </p:attrNameLst>
                                      </p:cBhvr>
                                      <p:tavLst>
                                        <p:tav tm="0">
                                          <p:val>
                                            <p:strVal val="#ppt_x"/>
                                          </p:val>
                                        </p:tav>
                                        <p:tav tm="100000">
                                          <p:val>
                                            <p:strVal val="#ppt_x"/>
                                          </p:val>
                                        </p:tav>
                                      </p:tavLst>
                                    </p:anim>
                                    <p:anim calcmode="lin" valueType="num">
                                      <p:cBhvr>
                                        <p:cTn id="244" dur="650" fill="hold"/>
                                        <p:tgtEl>
                                          <p:spTgt spid="74"/>
                                        </p:tgtEl>
                                        <p:attrNameLst>
                                          <p:attrName>ppt_y</p:attrName>
                                        </p:attrNameLst>
                                      </p:cBhvr>
                                      <p:tavLst>
                                        <p:tav tm="0">
                                          <p:val>
                                            <p:strVal val="#ppt_y+.1"/>
                                          </p:val>
                                        </p:tav>
                                        <p:tav tm="100000">
                                          <p:val>
                                            <p:strVal val="#ppt_y"/>
                                          </p:val>
                                        </p:tav>
                                      </p:tavLst>
                                    </p:anim>
                                  </p:childTnLst>
                                </p:cTn>
                              </p:par>
                              <p:par>
                                <p:cTn id="245" presetID="42" presetClass="entr" presetSubtype="0" fill="hold" grpId="0" nodeType="withEffect">
                                  <p:stCondLst>
                                    <p:cond delay="1470"/>
                                  </p:stCondLst>
                                  <p:childTnLst>
                                    <p:set>
                                      <p:cBhvr>
                                        <p:cTn id="246" dur="1" fill="hold">
                                          <p:stCondLst>
                                            <p:cond delay="0"/>
                                          </p:stCondLst>
                                        </p:cTn>
                                        <p:tgtEl>
                                          <p:spTgt spid="75"/>
                                        </p:tgtEl>
                                        <p:attrNameLst>
                                          <p:attrName>style.visibility</p:attrName>
                                        </p:attrNameLst>
                                      </p:cBhvr>
                                      <p:to>
                                        <p:strVal val="visible"/>
                                      </p:to>
                                    </p:set>
                                    <p:animEffect transition="in" filter="fade">
                                      <p:cBhvr>
                                        <p:cTn id="247" dur="650"/>
                                        <p:tgtEl>
                                          <p:spTgt spid="75"/>
                                        </p:tgtEl>
                                      </p:cBhvr>
                                    </p:animEffect>
                                    <p:anim calcmode="lin" valueType="num">
                                      <p:cBhvr>
                                        <p:cTn id="248" dur="650" fill="hold"/>
                                        <p:tgtEl>
                                          <p:spTgt spid="75"/>
                                        </p:tgtEl>
                                        <p:attrNameLst>
                                          <p:attrName>ppt_x</p:attrName>
                                        </p:attrNameLst>
                                      </p:cBhvr>
                                      <p:tavLst>
                                        <p:tav tm="0">
                                          <p:val>
                                            <p:strVal val="#ppt_x"/>
                                          </p:val>
                                        </p:tav>
                                        <p:tav tm="100000">
                                          <p:val>
                                            <p:strVal val="#ppt_x"/>
                                          </p:val>
                                        </p:tav>
                                      </p:tavLst>
                                    </p:anim>
                                    <p:anim calcmode="lin" valueType="num">
                                      <p:cBhvr>
                                        <p:cTn id="249" dur="650" fill="hold"/>
                                        <p:tgtEl>
                                          <p:spTgt spid="75"/>
                                        </p:tgtEl>
                                        <p:attrNameLst>
                                          <p:attrName>ppt_y</p:attrName>
                                        </p:attrNameLst>
                                      </p:cBhvr>
                                      <p:tavLst>
                                        <p:tav tm="0">
                                          <p:val>
                                            <p:strVal val="#ppt_y+.1"/>
                                          </p:val>
                                        </p:tav>
                                        <p:tav tm="100000">
                                          <p:val>
                                            <p:strVal val="#ppt_y"/>
                                          </p:val>
                                        </p:tav>
                                      </p:tavLst>
                                    </p:anim>
                                  </p:childTnLst>
                                </p:cTn>
                              </p:par>
                            </p:childTnLst>
                          </p:cTn>
                        </p:par>
                      </p:childTnLst>
                    </p:cTn>
                  </p:par>
                  <p:par>
                    <p:cTn id="250" fill="hold">
                      <p:stCondLst>
                        <p:cond delay="indefinite"/>
                      </p:stCondLst>
                      <p:childTnLst>
                        <p:par>
                          <p:cTn id="251" fill="hold">
                            <p:stCondLst>
                              <p:cond delay="0"/>
                            </p:stCondLst>
                            <p:childTnLst>
                              <p:par>
                                <p:cTn id="252" presetID="1" presetClass="entr" presetSubtype="0" fill="hold" grpId="0" nodeType="clickEffect">
                                  <p:stCondLst>
                                    <p:cond delay="0"/>
                                  </p:stCondLst>
                                  <p:childTnLst>
                                    <p:set>
                                      <p:cBhvr>
                                        <p:cTn id="253" dur="1" fill="hold">
                                          <p:stCondLst>
                                            <p:cond delay="0"/>
                                          </p:stCondLst>
                                        </p:cTn>
                                        <p:tgtEl>
                                          <p:spTgt spid="24"/>
                                        </p:tgtEl>
                                        <p:attrNameLst>
                                          <p:attrName>style.visibility</p:attrName>
                                        </p:attrNameLst>
                                      </p:cBhvr>
                                      <p:to>
                                        <p:strVal val="visible"/>
                                      </p:to>
                                    </p:set>
                                  </p:childTnLst>
                                </p:cTn>
                              </p:par>
                              <p:par>
                                <p:cTn id="254" presetID="1" presetClass="entr" presetSubtype="0" fill="hold" grpId="0" nodeType="withEffect">
                                  <p:stCondLst>
                                    <p:cond delay="0"/>
                                  </p:stCondLst>
                                  <p:childTnLst>
                                    <p:set>
                                      <p:cBhvr>
                                        <p:cTn id="255" dur="1" fill="hold">
                                          <p:stCondLst>
                                            <p:cond delay="0"/>
                                          </p:stCondLst>
                                        </p:cTn>
                                        <p:tgtEl>
                                          <p:spTgt spid="25"/>
                                        </p:tgtEl>
                                        <p:attrNameLst>
                                          <p:attrName>style.visibility</p:attrName>
                                        </p:attrNameLst>
                                      </p:cBhvr>
                                      <p:to>
                                        <p:strVal val="visible"/>
                                      </p:to>
                                    </p:set>
                                  </p:childTnLst>
                                </p:cTn>
                              </p:par>
                              <p:par>
                                <p:cTn id="256" presetID="1" presetClass="entr" presetSubtype="0" fill="hold" grpId="0" nodeType="withEffect">
                                  <p:stCondLst>
                                    <p:cond delay="0"/>
                                  </p:stCondLst>
                                  <p:childTnLst>
                                    <p:set>
                                      <p:cBhvr>
                                        <p:cTn id="257" dur="1" fill="hold">
                                          <p:stCondLst>
                                            <p:cond delay="0"/>
                                          </p:stCondLst>
                                        </p:cTn>
                                        <p:tgtEl>
                                          <p:spTgt spid="26"/>
                                        </p:tgtEl>
                                        <p:attrNameLst>
                                          <p:attrName>style.visibility</p:attrName>
                                        </p:attrNameLst>
                                      </p:cBhvr>
                                      <p:to>
                                        <p:strVal val="visible"/>
                                      </p:to>
                                    </p:set>
                                  </p:childTnLst>
                                </p:cTn>
                              </p:par>
                              <p:par>
                                <p:cTn id="258" presetID="1" presetClass="entr" presetSubtype="0" fill="hold" nodeType="withEffect">
                                  <p:stCondLst>
                                    <p:cond delay="0"/>
                                  </p:stCondLst>
                                  <p:childTnLst>
                                    <p:set>
                                      <p:cBhvr>
                                        <p:cTn id="259" dur="1" fill="hold">
                                          <p:stCondLst>
                                            <p:cond delay="0"/>
                                          </p:stCondLst>
                                        </p:cTn>
                                        <p:tgtEl>
                                          <p:spTgt spid="27"/>
                                        </p:tgtEl>
                                        <p:attrNameLst>
                                          <p:attrName>style.visibility</p:attrName>
                                        </p:attrNameLst>
                                      </p:cBhvr>
                                      <p:to>
                                        <p:strVal val="visible"/>
                                      </p:to>
                                    </p:set>
                                  </p:childTnLst>
                                </p:cTn>
                              </p:par>
                              <p:par>
                                <p:cTn id="260" presetID="1" presetClass="entr" presetSubtype="0" fill="hold" grpId="0" nodeType="withEffect">
                                  <p:stCondLst>
                                    <p:cond delay="0"/>
                                  </p:stCondLst>
                                  <p:childTnLst>
                                    <p:set>
                                      <p:cBhvr>
                                        <p:cTn id="261" dur="1" fill="hold">
                                          <p:stCondLst>
                                            <p:cond delay="0"/>
                                          </p:stCondLst>
                                        </p:cTn>
                                        <p:tgtEl>
                                          <p:spTgt spid="28"/>
                                        </p:tgtEl>
                                        <p:attrNameLst>
                                          <p:attrName>style.visibility</p:attrName>
                                        </p:attrNameLst>
                                      </p:cBhvr>
                                      <p:to>
                                        <p:strVal val="visible"/>
                                      </p:to>
                                    </p:set>
                                  </p:childTnLst>
                                </p:cTn>
                              </p:par>
                              <p:par>
                                <p:cTn id="262" presetID="1" presetClass="entr" presetSubtype="0" fill="hold" grpId="0" nodeType="withEffect">
                                  <p:stCondLst>
                                    <p:cond delay="0"/>
                                  </p:stCondLst>
                                  <p:childTnLst>
                                    <p:set>
                                      <p:cBhvr>
                                        <p:cTn id="263" dur="1" fill="hold">
                                          <p:stCondLst>
                                            <p:cond delay="0"/>
                                          </p:stCondLst>
                                        </p:cTn>
                                        <p:tgtEl>
                                          <p:spTgt spid="29"/>
                                        </p:tgtEl>
                                        <p:attrNameLst>
                                          <p:attrName>style.visibility</p:attrName>
                                        </p:attrNameLst>
                                      </p:cBhvr>
                                      <p:to>
                                        <p:strVal val="visible"/>
                                      </p:to>
                                    </p:set>
                                  </p:childTnLst>
                                </p:cTn>
                              </p:par>
                              <p:par>
                                <p:cTn id="264" presetID="1" presetClass="entr" presetSubtype="0" fill="hold" grpId="0" nodeType="withEffect">
                                  <p:stCondLst>
                                    <p:cond delay="0"/>
                                  </p:stCondLst>
                                  <p:childTnLst>
                                    <p:set>
                                      <p:cBhvr>
                                        <p:cTn id="265" dur="1" fill="hold">
                                          <p:stCondLst>
                                            <p:cond delay="0"/>
                                          </p:stCondLst>
                                        </p:cTn>
                                        <p:tgtEl>
                                          <p:spTgt spid="61"/>
                                        </p:tgtEl>
                                        <p:attrNameLst>
                                          <p:attrName>style.visibility</p:attrName>
                                        </p:attrNameLst>
                                      </p:cBhvr>
                                      <p:to>
                                        <p:strVal val="visible"/>
                                      </p:to>
                                    </p:set>
                                  </p:childTnLst>
                                </p:cTn>
                              </p:par>
                              <p:par>
                                <p:cTn id="266" presetID="1" presetClass="entr" presetSubtype="0" fill="hold" grpId="0" nodeType="withEffect">
                                  <p:stCondLst>
                                    <p:cond delay="0"/>
                                  </p:stCondLst>
                                  <p:childTnLst>
                                    <p:set>
                                      <p:cBhvr>
                                        <p:cTn id="267" dur="1" fill="hold">
                                          <p:stCondLst>
                                            <p:cond delay="0"/>
                                          </p:stCondLst>
                                        </p:cTn>
                                        <p:tgtEl>
                                          <p:spTgt spid="62"/>
                                        </p:tgtEl>
                                        <p:attrNameLst>
                                          <p:attrName>style.visibility</p:attrName>
                                        </p:attrNameLst>
                                      </p:cBhvr>
                                      <p:to>
                                        <p:strVal val="visible"/>
                                      </p:to>
                                    </p:set>
                                  </p:childTnLst>
                                </p:cTn>
                              </p:par>
                              <p:par>
                                <p:cTn id="268" presetID="1" presetClass="entr" presetSubtype="0" fill="hold" grpId="0" nodeType="withEffect">
                                  <p:stCondLst>
                                    <p:cond delay="0"/>
                                  </p:stCondLst>
                                  <p:childTnLst>
                                    <p:set>
                                      <p:cBhvr>
                                        <p:cTn id="269" dur="1" fill="hold">
                                          <p:stCondLst>
                                            <p:cond delay="0"/>
                                          </p:stCondLst>
                                        </p:cTn>
                                        <p:tgtEl>
                                          <p:spTgt spid="66"/>
                                        </p:tgtEl>
                                        <p:attrNameLst>
                                          <p:attrName>style.visibility</p:attrName>
                                        </p:attrNameLst>
                                      </p:cBhvr>
                                      <p:to>
                                        <p:strVal val="visible"/>
                                      </p:to>
                                    </p:set>
                                  </p:childTnLst>
                                </p:cTn>
                              </p:par>
                              <p:par>
                                <p:cTn id="270" presetID="10" presetClass="entr" presetSubtype="0" fill="hold" nodeType="withEffect">
                                  <p:stCondLst>
                                    <p:cond delay="0"/>
                                  </p:stCondLst>
                                  <p:childTnLst>
                                    <p:set>
                                      <p:cBhvr>
                                        <p:cTn id="271" dur="1" fill="hold">
                                          <p:stCondLst>
                                            <p:cond delay="0"/>
                                          </p:stCondLst>
                                        </p:cTn>
                                        <p:tgtEl>
                                          <p:spTgt spid="81"/>
                                        </p:tgtEl>
                                        <p:attrNameLst>
                                          <p:attrName>style.visibility</p:attrName>
                                        </p:attrNameLst>
                                      </p:cBhvr>
                                      <p:to>
                                        <p:strVal val="visible"/>
                                      </p:to>
                                    </p:set>
                                    <p:animEffect transition="in" filter="fade">
                                      <p:cBhvr>
                                        <p:cTn id="272" dur="420"/>
                                        <p:tgtEl>
                                          <p:spTgt spid="81"/>
                                        </p:tgtEl>
                                      </p:cBhvr>
                                    </p:animEffect>
                                  </p:childTnLst>
                                </p:cTn>
                              </p:par>
                              <p:par>
                                <p:cTn id="273" presetID="10" presetClass="entr" presetSubtype="0" fill="hold" nodeType="withEffect">
                                  <p:stCondLst>
                                    <p:cond delay="0"/>
                                  </p:stCondLst>
                                  <p:childTnLst>
                                    <p:set>
                                      <p:cBhvr>
                                        <p:cTn id="274" dur="1" fill="hold">
                                          <p:stCondLst>
                                            <p:cond delay="0"/>
                                          </p:stCondLst>
                                        </p:cTn>
                                        <p:tgtEl>
                                          <p:spTgt spid="82"/>
                                        </p:tgtEl>
                                        <p:attrNameLst>
                                          <p:attrName>style.visibility</p:attrName>
                                        </p:attrNameLst>
                                      </p:cBhvr>
                                      <p:to>
                                        <p:strVal val="visible"/>
                                      </p:to>
                                    </p:set>
                                    <p:animEffect transition="in" filter="fade">
                                      <p:cBhvr>
                                        <p:cTn id="275" dur="420"/>
                                        <p:tgtEl>
                                          <p:spTgt spid="82"/>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83"/>
                                        </p:tgtEl>
                                        <p:attrNameLst>
                                          <p:attrName>style.visibility</p:attrName>
                                        </p:attrNameLst>
                                      </p:cBhvr>
                                      <p:to>
                                        <p:strVal val="visible"/>
                                      </p:to>
                                    </p:set>
                                    <p:animEffect transition="in" filter="fade">
                                      <p:cBhvr>
                                        <p:cTn id="278" dur="420"/>
                                        <p:tgtEl>
                                          <p:spTgt spid="83"/>
                                        </p:tgtEl>
                                      </p:cBhvr>
                                    </p:animEffect>
                                  </p:childTnLst>
                                </p:cTn>
                              </p:par>
                              <p:par>
                                <p:cTn id="279" presetID="10" presetClass="entr" presetSubtype="0" fill="hold" grpId="0" nodeType="withEffect">
                                  <p:stCondLst>
                                    <p:cond delay="0"/>
                                  </p:stCondLst>
                                  <p:childTnLst>
                                    <p:set>
                                      <p:cBhvr>
                                        <p:cTn id="280" dur="1" fill="hold">
                                          <p:stCondLst>
                                            <p:cond delay="0"/>
                                          </p:stCondLst>
                                        </p:cTn>
                                        <p:tgtEl>
                                          <p:spTgt spid="84"/>
                                        </p:tgtEl>
                                        <p:attrNameLst>
                                          <p:attrName>style.visibility</p:attrName>
                                        </p:attrNameLst>
                                      </p:cBhvr>
                                      <p:to>
                                        <p:strVal val="visible"/>
                                      </p:to>
                                    </p:set>
                                    <p:animEffect transition="in" filter="fade">
                                      <p:cBhvr>
                                        <p:cTn id="281" dur="420"/>
                                        <p:tgtEl>
                                          <p:spTgt spid="84"/>
                                        </p:tgtEl>
                                      </p:cBhvr>
                                    </p:animEffect>
                                  </p:childTnLst>
                                </p:cTn>
                              </p:par>
                              <p:par>
                                <p:cTn id="282" presetID="10" presetClass="exit" presetSubtype="0" fill="hold" grpId="1" nodeType="withEffect">
                                  <p:stCondLst>
                                    <p:cond delay="0"/>
                                  </p:stCondLst>
                                  <p:childTnLst>
                                    <p:animEffect transition="out" filter="fade">
                                      <p:cBhvr>
                                        <p:cTn id="283" dur="420"/>
                                        <p:tgtEl>
                                          <p:spTgt spid="30"/>
                                        </p:tgtEl>
                                      </p:cBhvr>
                                    </p:animEffect>
                                    <p:set>
                                      <p:cBhvr>
                                        <p:cTn id="284" dur="1" fill="hold">
                                          <p:stCondLst>
                                            <p:cond delay="419"/>
                                          </p:stCondLst>
                                        </p:cTn>
                                        <p:tgtEl>
                                          <p:spTgt spid="30"/>
                                        </p:tgtEl>
                                        <p:attrNameLst>
                                          <p:attrName>style.visibility</p:attrName>
                                        </p:attrNameLst>
                                      </p:cBhvr>
                                      <p:to>
                                        <p:strVal val="hidden"/>
                                      </p:to>
                                    </p:set>
                                  </p:childTnLst>
                                </p:cTn>
                              </p:par>
                              <p:par>
                                <p:cTn id="285" presetID="10" presetClass="exit" presetSubtype="0" fill="hold" grpId="1" nodeType="withEffect">
                                  <p:stCondLst>
                                    <p:cond delay="0"/>
                                  </p:stCondLst>
                                  <p:childTnLst>
                                    <p:animEffect transition="out" filter="fade">
                                      <p:cBhvr>
                                        <p:cTn id="286" dur="420"/>
                                        <p:tgtEl>
                                          <p:spTgt spid="31"/>
                                        </p:tgtEl>
                                      </p:cBhvr>
                                    </p:animEffect>
                                    <p:set>
                                      <p:cBhvr>
                                        <p:cTn id="287" dur="1" fill="hold">
                                          <p:stCondLst>
                                            <p:cond delay="419"/>
                                          </p:stCondLst>
                                        </p:cTn>
                                        <p:tgtEl>
                                          <p:spTgt spid="31"/>
                                        </p:tgtEl>
                                        <p:attrNameLst>
                                          <p:attrName>style.visibility</p:attrName>
                                        </p:attrNameLst>
                                      </p:cBhvr>
                                      <p:to>
                                        <p:strVal val="hidden"/>
                                      </p:to>
                                    </p:set>
                                  </p:childTnLst>
                                </p:cTn>
                              </p:par>
                              <p:par>
                                <p:cTn id="288" presetID="10" presetClass="exit" presetSubtype="0" fill="hold" grpId="1" nodeType="withEffect">
                                  <p:stCondLst>
                                    <p:cond delay="0"/>
                                  </p:stCondLst>
                                  <p:childTnLst>
                                    <p:animEffect transition="out" filter="fade">
                                      <p:cBhvr>
                                        <p:cTn id="289" dur="420"/>
                                        <p:tgtEl>
                                          <p:spTgt spid="32"/>
                                        </p:tgtEl>
                                      </p:cBhvr>
                                    </p:animEffect>
                                    <p:set>
                                      <p:cBhvr>
                                        <p:cTn id="290" dur="1" fill="hold">
                                          <p:stCondLst>
                                            <p:cond delay="419"/>
                                          </p:stCondLst>
                                        </p:cTn>
                                        <p:tgtEl>
                                          <p:spTgt spid="32"/>
                                        </p:tgtEl>
                                        <p:attrNameLst>
                                          <p:attrName>style.visibility</p:attrName>
                                        </p:attrNameLst>
                                      </p:cBhvr>
                                      <p:to>
                                        <p:strVal val="hidden"/>
                                      </p:to>
                                    </p:set>
                                  </p:childTnLst>
                                </p:cTn>
                              </p:par>
                              <p:par>
                                <p:cTn id="291" presetID="10" presetClass="exit" presetSubtype="0" fill="hold" nodeType="withEffect">
                                  <p:stCondLst>
                                    <p:cond delay="0"/>
                                  </p:stCondLst>
                                  <p:childTnLst>
                                    <p:animEffect transition="out" filter="fade">
                                      <p:cBhvr>
                                        <p:cTn id="292" dur="420"/>
                                        <p:tgtEl>
                                          <p:spTgt spid="33"/>
                                        </p:tgtEl>
                                      </p:cBhvr>
                                    </p:animEffect>
                                    <p:set>
                                      <p:cBhvr>
                                        <p:cTn id="293" dur="1" fill="hold">
                                          <p:stCondLst>
                                            <p:cond delay="419"/>
                                          </p:stCondLst>
                                        </p:cTn>
                                        <p:tgtEl>
                                          <p:spTgt spid="33"/>
                                        </p:tgtEl>
                                        <p:attrNameLst>
                                          <p:attrName>style.visibility</p:attrName>
                                        </p:attrNameLst>
                                      </p:cBhvr>
                                      <p:to>
                                        <p:strVal val="hidden"/>
                                      </p:to>
                                    </p:set>
                                  </p:childTnLst>
                                </p:cTn>
                              </p:par>
                              <p:par>
                                <p:cTn id="294" presetID="10" presetClass="exit" presetSubtype="0" fill="hold" grpId="1" nodeType="withEffect">
                                  <p:stCondLst>
                                    <p:cond delay="0"/>
                                  </p:stCondLst>
                                  <p:childTnLst>
                                    <p:animEffect transition="out" filter="fade">
                                      <p:cBhvr>
                                        <p:cTn id="295" dur="420"/>
                                        <p:tgtEl>
                                          <p:spTgt spid="67"/>
                                        </p:tgtEl>
                                      </p:cBhvr>
                                    </p:animEffect>
                                    <p:set>
                                      <p:cBhvr>
                                        <p:cTn id="296" dur="1" fill="hold">
                                          <p:stCondLst>
                                            <p:cond delay="419"/>
                                          </p:stCondLst>
                                        </p:cTn>
                                        <p:tgtEl>
                                          <p:spTgt spid="67"/>
                                        </p:tgtEl>
                                        <p:attrNameLst>
                                          <p:attrName>style.visibility</p:attrName>
                                        </p:attrNameLst>
                                      </p:cBhvr>
                                      <p:to>
                                        <p:strVal val="hidden"/>
                                      </p:to>
                                    </p:set>
                                  </p:childTnLst>
                                </p:cTn>
                              </p:par>
                              <p:par>
                                <p:cTn id="297" presetID="1" presetClass="exit" presetSubtype="0" fill="hold" grpId="1" nodeType="withEffect">
                                  <p:stCondLst>
                                    <p:cond delay="420"/>
                                  </p:stCondLst>
                                  <p:childTnLst>
                                    <p:set>
                                      <p:cBhvr>
                                        <p:cTn id="298" dur="1" fill="hold">
                                          <p:stCondLst>
                                            <p:cond delay="0"/>
                                          </p:stCondLst>
                                        </p:cTn>
                                        <p:tgtEl>
                                          <p:spTgt spid="34"/>
                                        </p:tgtEl>
                                        <p:attrNameLst>
                                          <p:attrName>style.visibility</p:attrName>
                                        </p:attrNameLst>
                                      </p:cBhvr>
                                      <p:to>
                                        <p:strVal val="hidden"/>
                                      </p:to>
                                    </p:set>
                                  </p:childTnLst>
                                </p:cTn>
                              </p:par>
                              <p:par>
                                <p:cTn id="299" presetID="1" presetClass="exit" presetSubtype="0" fill="hold" grpId="1" nodeType="withEffect">
                                  <p:stCondLst>
                                    <p:cond delay="420"/>
                                  </p:stCondLst>
                                  <p:childTnLst>
                                    <p:set>
                                      <p:cBhvr>
                                        <p:cTn id="300" dur="1" fill="hold">
                                          <p:stCondLst>
                                            <p:cond delay="0"/>
                                          </p:stCondLst>
                                        </p:cTn>
                                        <p:tgtEl>
                                          <p:spTgt spid="35"/>
                                        </p:tgtEl>
                                        <p:attrNameLst>
                                          <p:attrName>style.visibility</p:attrName>
                                        </p:attrNameLst>
                                      </p:cBhvr>
                                      <p:to>
                                        <p:strVal val="hidden"/>
                                      </p:to>
                                    </p:set>
                                  </p:childTnLst>
                                </p:cTn>
                              </p:par>
                              <p:par>
                                <p:cTn id="301" presetID="1" presetClass="exit" presetSubtype="0" fill="hold" nodeType="withEffect">
                                  <p:stCondLst>
                                    <p:cond delay="420"/>
                                  </p:stCondLst>
                                  <p:childTnLst>
                                    <p:set>
                                      <p:cBhvr>
                                        <p:cTn id="302" dur="1" fill="hold">
                                          <p:stCondLst>
                                            <p:cond delay="0"/>
                                          </p:stCondLst>
                                        </p:cTn>
                                        <p:tgtEl>
                                          <p:spTgt spid="56"/>
                                        </p:tgtEl>
                                        <p:attrNameLst>
                                          <p:attrName>style.visibility</p:attrName>
                                        </p:attrNameLst>
                                      </p:cBhvr>
                                      <p:to>
                                        <p:strVal val="hidden"/>
                                      </p:to>
                                    </p:set>
                                  </p:childTnLst>
                                </p:cTn>
                              </p:par>
                              <p:par>
                                <p:cTn id="303" presetID="1" presetClass="exit" presetSubtype="0" fill="hold" grpId="1" nodeType="withEffect">
                                  <p:stCondLst>
                                    <p:cond delay="420"/>
                                  </p:stCondLst>
                                  <p:childTnLst>
                                    <p:set>
                                      <p:cBhvr>
                                        <p:cTn id="304" dur="1" fill="hold">
                                          <p:stCondLst>
                                            <p:cond delay="0"/>
                                          </p:stCondLst>
                                        </p:cTn>
                                        <p:tgtEl>
                                          <p:spTgt spid="6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6" grpId="0"/>
      <p:bldP spid="17" grpId="0"/>
      <p:bldP spid="18" grpId="0" animBg="1"/>
      <p:bldP spid="19" grpId="0" animBg="1"/>
      <p:bldP spid="20" grpId="0"/>
      <p:bldP spid="22" grpId="0"/>
      <p:bldP spid="23" grpId="0"/>
      <p:bldP spid="24" grpId="0" animBg="1"/>
      <p:bldP spid="25" grpId="0" animBg="1"/>
      <p:bldP spid="26" grpId="0"/>
      <p:bldP spid="28" grpId="0"/>
      <p:bldP spid="29" grpId="0"/>
      <p:bldP spid="30" grpId="0" animBg="1"/>
      <p:bldP spid="30" grpId="1" animBg="1"/>
      <p:bldP spid="31" grpId="0" animBg="1"/>
      <p:bldP spid="31" grpId="1" animBg="1"/>
      <p:bldP spid="32" grpId="0"/>
      <p:bldP spid="32" grpId="1"/>
      <p:bldP spid="34" grpId="0"/>
      <p:bldP spid="34" grpId="1"/>
      <p:bldP spid="35" grpId="0"/>
      <p:bldP spid="35" grpId="1"/>
      <p:bldP spid="36" grpId="0" animBg="1"/>
      <p:bldP spid="37" grpId="0" animBg="1"/>
      <p:bldP spid="38" grpId="0"/>
      <p:bldP spid="40" grpId="0"/>
      <p:bldP spid="41" grpId="0"/>
      <p:bldP spid="42" grpId="0" animBg="1"/>
      <p:bldP spid="43" grpId="0" animBg="1"/>
      <p:bldP spid="44" grpId="0"/>
      <p:bldP spid="46" grpId="0"/>
      <p:bldP spid="47" grpId="0"/>
      <p:bldP spid="54" grpId="0"/>
      <p:bldP spid="55" grpId="0" animBg="1"/>
      <p:bldP spid="57" grpId="0" animBg="1"/>
      <p:bldP spid="58" grpId="0" animBg="1"/>
      <p:bldP spid="60" grpId="0"/>
      <p:bldP spid="61" grpId="0" animBg="1"/>
      <p:bldP spid="62" grpId="0" animBg="1"/>
      <p:bldP spid="63" grpId="0" animBg="1"/>
      <p:bldP spid="63" grpId="1" animBg="1"/>
      <p:bldP spid="64" grpId="0" animBg="1"/>
      <p:bldP spid="66" grpId="0"/>
      <p:bldP spid="67" grpId="0"/>
      <p:bldP spid="67" grpId="1"/>
      <p:bldP spid="68" grpId="0" animBg="1"/>
      <p:bldP spid="69" grpId="0" animBg="1"/>
      <p:bldP spid="71" grpId="0"/>
      <p:bldP spid="72" grpId="0" animBg="1"/>
      <p:bldP spid="73" grpId="0" animBg="1"/>
      <p:bldP spid="75" grpId="0"/>
      <p:bldP spid="83" grpId="0" animBg="1"/>
      <p:bldP spid="84" grpId="0"/>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sep-cap3:efddc9a3bf"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sep-cap3:2eeeb5aabe"/>
          <p:cNvSpPr/>
          <p:nvPr/>
        </p:nvSpPr>
        <p:spPr>
          <a:xfrm>
            <a:off x="955675" y="1133475"/>
            <a:ext cx="2078418" cy="336550"/>
          </a:xfrm>
          <a:prstGeom prst="roundRect">
            <a:avLst>
              <a:gd name="adj" fmla="val 50000"/>
            </a:avLst>
          </a:prstGeom>
          <a:solidFill>
            <a:srgbClr val="FDF1E2"/>
          </a:solidFill>
          <a:ln w="6350">
            <a:solidFill>
              <a:srgbClr val="C7D2E8">
                <a:alpha val="1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p-cap3:d3b01facfc"/>
          <p:cNvSpPr txBox="1"/>
          <p:nvPr/>
        </p:nvSpPr>
        <p:spPr>
          <a:xfrm>
            <a:off x="1085850" y="1206261"/>
            <a:ext cx="1868868" cy="201549"/>
          </a:xfrm>
          <a:prstGeom prst="rect">
            <a:avLst/>
          </a:prstGeom>
          <a:noFill/>
        </p:spPr>
        <p:txBody>
          <a:bodyPr wrap="square" lIns="0" rIns="0" tIns="0" bIns="0" anchor="t"/>
          <a:lstStyle/>
          <a:p>
            <a:pPr algn="l">
              <a:lnSpc>
                <a:spcPts val="1587"/>
              </a:lnSpc>
              <a:spcBef>
                <a:spcPts val="0"/>
              </a:spcBef>
              <a:spcAft>
                <a:spcPts val="0"/>
              </a:spcAft>
            </a:pPr>
            <a:r>
              <a:rPr sz="1300" b="1" i="0" cap="all" spc="78">
                <a:solidFill>
                  <a:srgbClr val="C9620F"/>
                </a:solidFill>
                <a:latin typeface="Calibri"/>
              </a:rPr>
              <a:t>Objetivo específico 3</a:t>
            </a:r>
          </a:p>
        </p:txBody>
      </p:sp>
      <p:sp>
        <p:nvSpPr>
          <p:cNvPr id="5" name="!!sep-cap3:10d4115cc1"/>
          <p:cNvSpPr txBox="1"/>
          <p:nvPr/>
        </p:nvSpPr>
        <p:spPr>
          <a:xfrm>
            <a:off x="3151568" y="1184247"/>
            <a:ext cx="1533144"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FFFFFF"/>
                </a:solidFill>
                <a:latin typeface="Calibri"/>
              </a:rPr>
              <a:t>Verificar y validar</a:t>
            </a:r>
          </a:p>
        </p:txBody>
      </p:sp>
      <p:sp>
        <p:nvSpPr>
          <p:cNvPr id="6" name="!!sep-cap3:8c2417f747"/>
          <p:cNvSpPr txBox="1"/>
          <p:nvPr/>
        </p:nvSpPr>
        <p:spPr>
          <a:xfrm>
            <a:off x="952500" y="2274126"/>
            <a:ext cx="2209800" cy="1333500"/>
          </a:xfrm>
          <a:prstGeom prst="rect">
            <a:avLst/>
          </a:prstGeom>
          <a:noFill/>
        </p:spPr>
        <p:txBody>
          <a:bodyPr wrap="square" lIns="0" rIns="0" tIns="0" bIns="0" anchor="t"/>
          <a:lstStyle/>
          <a:p>
            <a:pPr algn="l">
              <a:lnSpc>
                <a:spcPts val="10500"/>
              </a:lnSpc>
              <a:spcBef>
                <a:spcPts val="0"/>
              </a:spcBef>
              <a:spcAft>
                <a:spcPts val="0"/>
              </a:spcAft>
            </a:pPr>
            <a:r>
              <a:rPr sz="10500" b="1" i="0">
                <a:solidFill>
                  <a:srgbClr val="E8741A"/>
                </a:solidFill>
                <a:latin typeface="Calibri"/>
              </a:rPr>
              <a:t>3</a:t>
            </a:r>
          </a:p>
        </p:txBody>
      </p:sp>
      <p:sp>
        <p:nvSpPr>
          <p:cNvPr id="7" name="!!sep-cap3:1e399bd18c"/>
          <p:cNvSpPr/>
          <p:nvPr/>
        </p:nvSpPr>
        <p:spPr>
          <a:xfrm>
            <a:off x="3111500" y="1905000"/>
            <a:ext cx="8128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p-cap3:1e399bd18c·2"/>
          <p:cNvSpPr/>
          <p:nvPr/>
        </p:nvSpPr>
        <p:spPr>
          <a:xfrm>
            <a:off x="3111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p-cap3:ec5580fec0"/>
          <p:cNvSpPr txBox="1"/>
          <p:nvPr/>
        </p:nvSpPr>
        <p:spPr>
          <a:xfrm>
            <a:off x="3505200" y="2020722"/>
            <a:ext cx="788898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Verificación y validación</a:t>
            </a:r>
          </a:p>
        </p:txBody>
      </p:sp>
      <p:sp>
        <p:nvSpPr>
          <p:cNvPr id="10" name="!!sep-cap3:c48118f995"/>
          <p:cNvSpPr/>
          <p:nvPr/>
        </p:nvSpPr>
        <p:spPr>
          <a:xfrm>
            <a:off x="3111500" y="2567876"/>
            <a:ext cx="8128000" cy="11821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p-cap3:c48118f995·2"/>
          <p:cNvSpPr/>
          <p:nvPr/>
        </p:nvSpPr>
        <p:spPr>
          <a:xfrm>
            <a:off x="3111500" y="2567876"/>
            <a:ext cx="38100" cy="11821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p-cap3:b503161f69"/>
          <p:cNvSpPr txBox="1"/>
          <p:nvPr/>
        </p:nvSpPr>
        <p:spPr>
          <a:xfrm>
            <a:off x="3505200" y="2731668"/>
            <a:ext cx="7888986" cy="94107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Verificar y validar EduFEM, midiendo la cobertura de su procedimiento de</a:t>
            </a:r>
            <a:br/>
            <a:r>
              <a:rPr sz="1900" b="0" i="0">
                <a:solidFill>
                  <a:srgbClr val="C7D2E8"/>
                </a:solidFill>
                <a:latin typeface="Calibri"/>
              </a:rPr>
              <a:t>cálculo y la exactitud de su motor frente a soluciones exactas y referencias</a:t>
            </a:r>
            <a:br/>
            <a:r>
              <a:rPr sz="1900" b="0" i="0">
                <a:solidFill>
                  <a:srgbClr val="C7D2E8"/>
                </a:solidFill>
                <a:latin typeface="Calibri"/>
              </a:rPr>
              <a:t>externas, para establecer si ese procedimiento es trazable y verificable.</a:t>
            </a:r>
          </a:p>
        </p:txBody>
      </p:sp>
      <p:sp>
        <p:nvSpPr>
          <p:cNvPr id="13" name="!!sep-cap3:b97b0a2bdd"/>
          <p:cNvSpPr/>
          <p:nvPr/>
        </p:nvSpPr>
        <p:spPr>
          <a:xfrm>
            <a:off x="955675" y="5842698"/>
            <a:ext cx="1959546"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ep-cap3:0d287074c6"/>
          <p:cNvSpPr txBox="1"/>
          <p:nvPr/>
        </p:nvSpPr>
        <p:spPr>
          <a:xfrm>
            <a:off x="100965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Introducción</a:t>
            </a:r>
          </a:p>
        </p:txBody>
      </p:sp>
      <p:sp>
        <p:nvSpPr>
          <p:cNvPr id="15" name="!!sep-cap3:8c4a201b0e"/>
          <p:cNvSpPr/>
          <p:nvPr/>
        </p:nvSpPr>
        <p:spPr>
          <a:xfrm>
            <a:off x="3035872" y="5842698"/>
            <a:ext cx="1959674"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p-cap3:a7b2fa405b"/>
          <p:cNvSpPr txBox="1"/>
          <p:nvPr/>
        </p:nvSpPr>
        <p:spPr>
          <a:xfrm>
            <a:off x="3089846"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Cap. 1 · Fundamentar</a:t>
            </a:r>
          </a:p>
        </p:txBody>
      </p:sp>
      <p:sp>
        <p:nvSpPr>
          <p:cNvPr id="17" name="!!sep-cap3:85305ecfd6"/>
          <p:cNvSpPr/>
          <p:nvPr/>
        </p:nvSpPr>
        <p:spPr>
          <a:xfrm>
            <a:off x="5116195" y="5842698"/>
            <a:ext cx="1959546"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p-cap3:e9c811d769"/>
          <p:cNvSpPr txBox="1"/>
          <p:nvPr/>
        </p:nvSpPr>
        <p:spPr>
          <a:xfrm>
            <a:off x="517017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Cap. 2 · Desarrollar</a:t>
            </a:r>
          </a:p>
        </p:txBody>
      </p:sp>
      <p:sp>
        <p:nvSpPr>
          <p:cNvPr id="19" name="!!sep-cap3:e8f4921fd5"/>
          <p:cNvSpPr/>
          <p:nvPr/>
        </p:nvSpPr>
        <p:spPr>
          <a:xfrm>
            <a:off x="7193280" y="5839524"/>
            <a:ext cx="1966024" cy="408876"/>
          </a:xfrm>
          <a:prstGeom prst="roundRect">
            <a:avLst>
              <a:gd name="adj" fmla="val 1553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ep-cap3:98e1741896"/>
          <p:cNvSpPr txBox="1"/>
          <p:nvPr/>
        </p:nvSpPr>
        <p:spPr>
          <a:xfrm>
            <a:off x="7250430"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Cap. 3 · Verificar y validar</a:t>
            </a:r>
          </a:p>
        </p:txBody>
      </p:sp>
      <p:sp>
        <p:nvSpPr>
          <p:cNvPr id="21" name="!!sep-cap3:0c2b9cb650"/>
          <p:cNvSpPr/>
          <p:nvPr/>
        </p:nvSpPr>
        <p:spPr>
          <a:xfrm>
            <a:off x="9276778" y="5842698"/>
            <a:ext cx="1959546" cy="402526"/>
          </a:xfrm>
          <a:prstGeom prst="roundRect">
            <a:avLst>
              <a:gd name="adj" fmla="val 14986"/>
            </a:avLst>
          </a:prstGeom>
          <a:solidFill>
            <a:srgbClr val="2C3E63"/>
          </a:solidFill>
          <a:ln w="6350">
            <a:solidFill>
              <a:srgbClr val="C7D2E8">
                <a:alpha val="2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p-cap3:b8be88e0ae"/>
          <p:cNvSpPr txBox="1"/>
          <p:nvPr/>
        </p:nvSpPr>
        <p:spPr>
          <a:xfrm>
            <a:off x="9330754"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C7D2E8"/>
                </a:solidFill>
                <a:latin typeface="Calibri"/>
              </a:rPr>
              <a:t>Conclusiones</a:t>
            </a:r>
          </a:p>
        </p:txBody>
      </p:sp>
      <p:sp>
        <p:nvSpPr>
          <p:cNvPr id="23" name="!!sep-cap3:4f0cd56693">
            <a:hlinkClick action="ppaction://hlinksldjump" r:id="rId3"/>
          </p:cNvPr>
          <p:cNvSpPr/>
          <p:nvPr/>
        </p:nvSpPr>
        <p:spPr>
          <a:xfrm>
            <a:off x="95250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p-cap3:526d9341d3">
            <a:hlinkClick action="ppaction://hlinksldjump" r:id="rId4"/>
          </p:cNvPr>
          <p:cNvSpPr/>
          <p:nvPr/>
        </p:nvSpPr>
        <p:spPr>
          <a:xfrm>
            <a:off x="3032696"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p-cap3:475e8a91c2">
            <a:hlinkClick action="ppaction://hlinksldjump" r:id="rId5"/>
          </p:cNvPr>
          <p:cNvSpPr/>
          <p:nvPr/>
        </p:nvSpPr>
        <p:spPr>
          <a:xfrm>
            <a:off x="511302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p-cap3:1b3d633db1">
            <a:hlinkClick action="ppaction://hlinksldjump" r:id="rId6"/>
          </p:cNvPr>
          <p:cNvSpPr/>
          <p:nvPr/>
        </p:nvSpPr>
        <p:spPr>
          <a:xfrm>
            <a:off x="7193280"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ep-cap3:1d842a210c">
            <a:hlinkClick action="ppaction://hlinksldjump" r:id="rId7"/>
          </p:cNvPr>
          <p:cNvSpPr/>
          <p:nvPr/>
        </p:nvSpPr>
        <p:spPr>
          <a:xfrm>
            <a:off x="9273604"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290">
                                          <p:stCondLst>
                                            <p:cond delay="0"/>
                                          </p:stCondLst>
                                        </p:cTn>
                                        <p:tgtEl>
                                          <p:spTgt spid="3"/>
                                        </p:tgtEl>
                                      </p:cBhvr>
                                    </p:animEffect>
                                    <p:anim calcmode="lin" valueType="num">
                                      <p:cBhvr>
                                        <p:cTn id="8" dur="911"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3"/>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3"/>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3"/>
                                        </p:tgtEl>
                                        <p:attrNameLst>
                                          <p:attrName>ppt_y</p:attrName>
                                        </p:attrNameLst>
                                      </p:cBhvr>
                                      <p:tavLst>
                                        <p:tav tm="0" fmla="#ppt_y-sin(pi*$)/81">
                                          <p:val>
                                            <p:fltVal val="0"/>
                                          </p:val>
                                        </p:tav>
                                        <p:tav tm="100000">
                                          <p:val>
                                            <p:fltVal val="1"/>
                                          </p:val>
                                        </p:tav>
                                      </p:tavLst>
                                    </p:anim>
                                    <p:animScale>
                                      <p:cBhvr>
                                        <p:cTn id="13" dur="13">
                                          <p:stCondLst>
                                            <p:cond delay="325"/>
                                          </p:stCondLst>
                                        </p:cTn>
                                        <p:tgtEl>
                                          <p:spTgt spid="3"/>
                                        </p:tgtEl>
                                      </p:cBhvr>
                                      <p:to x="100000" y="60000"/>
                                    </p:animScale>
                                    <p:animScale>
                                      <p:cBhvr>
                                        <p:cTn id="14" dur="83" decel="50000">
                                          <p:stCondLst>
                                            <p:cond delay="338"/>
                                          </p:stCondLst>
                                        </p:cTn>
                                        <p:tgtEl>
                                          <p:spTgt spid="3"/>
                                        </p:tgtEl>
                                      </p:cBhvr>
                                      <p:to x="100000" y="100000"/>
                                    </p:animScale>
                                    <p:animScale>
                                      <p:cBhvr>
                                        <p:cTn id="15" dur="13">
                                          <p:stCondLst>
                                            <p:cond delay="656"/>
                                          </p:stCondLst>
                                        </p:cTn>
                                        <p:tgtEl>
                                          <p:spTgt spid="3"/>
                                        </p:tgtEl>
                                      </p:cBhvr>
                                      <p:to x="100000" y="80000"/>
                                    </p:animScale>
                                    <p:animScale>
                                      <p:cBhvr>
                                        <p:cTn id="16" dur="83" decel="50000">
                                          <p:stCondLst>
                                            <p:cond delay="669"/>
                                          </p:stCondLst>
                                        </p:cTn>
                                        <p:tgtEl>
                                          <p:spTgt spid="3"/>
                                        </p:tgtEl>
                                      </p:cBhvr>
                                      <p:to x="100000" y="100000"/>
                                    </p:animScale>
                                    <p:animScale>
                                      <p:cBhvr>
                                        <p:cTn id="17" dur="13">
                                          <p:stCondLst>
                                            <p:cond delay="821"/>
                                          </p:stCondLst>
                                        </p:cTn>
                                        <p:tgtEl>
                                          <p:spTgt spid="3"/>
                                        </p:tgtEl>
                                      </p:cBhvr>
                                      <p:to x="100000" y="90000"/>
                                    </p:animScale>
                                    <p:animScale>
                                      <p:cBhvr>
                                        <p:cTn id="18" dur="83" decel="50000">
                                          <p:stCondLst>
                                            <p:cond delay="834"/>
                                          </p:stCondLst>
                                        </p:cTn>
                                        <p:tgtEl>
                                          <p:spTgt spid="3"/>
                                        </p:tgtEl>
                                      </p:cBhvr>
                                      <p:to x="100000" y="100000"/>
                                    </p:animScale>
                                    <p:animScale>
                                      <p:cBhvr>
                                        <p:cTn id="19" dur="13">
                                          <p:stCondLst>
                                            <p:cond delay="904"/>
                                          </p:stCondLst>
                                        </p:cTn>
                                        <p:tgtEl>
                                          <p:spTgt spid="3"/>
                                        </p:tgtEl>
                                      </p:cBhvr>
                                      <p:to x="100000" y="95000"/>
                                    </p:animScale>
                                    <p:animScale>
                                      <p:cBhvr>
                                        <p:cTn id="20" dur="83" decel="50000">
                                          <p:stCondLst>
                                            <p:cond delay="917"/>
                                          </p:stCondLst>
                                        </p:cTn>
                                        <p:tgtEl>
                                          <p:spTgt spid="3"/>
                                        </p:tgtEl>
                                      </p:cBhvr>
                                      <p:to x="100000" y="100000"/>
                                    </p:animScale>
                                  </p:childTnLst>
                                </p:cTn>
                              </p:par>
                              <p:par>
                                <p:cTn id="21" presetID="26" presetClass="entr" presetSubtype="0" fill="hold" grpId="0" nodeType="withEffect">
                                  <p:stCondLst>
                                    <p:cond delay="15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290">
                                          <p:stCondLst>
                                            <p:cond delay="0"/>
                                          </p:stCondLst>
                                        </p:cTn>
                                        <p:tgtEl>
                                          <p:spTgt spid="4"/>
                                        </p:tgtEl>
                                      </p:cBhvr>
                                    </p:animEffect>
                                    <p:anim calcmode="lin" valueType="num">
                                      <p:cBhvr>
                                        <p:cTn id="24" dur="91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5" dur="332"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6" dur="332" tmFilter="0, 0; 0.125,0.2665; 0.25,0.4; 0.375,0.465; 0.5,0.5;  0.625,0.535; 0.75,0.6; 0.875,0.7335; 1,1">
                                          <p:stCondLst>
                                            <p:cond delay="332"/>
                                          </p:stCondLst>
                                        </p:cTn>
                                        <p:tgtEl>
                                          <p:spTgt spid="4"/>
                                        </p:tgtEl>
                                        <p:attrNameLst>
                                          <p:attrName>ppt_y</p:attrName>
                                        </p:attrNameLst>
                                      </p:cBhvr>
                                      <p:tavLst>
                                        <p:tav tm="0" fmla="#ppt_y-sin(pi*$)/9">
                                          <p:val>
                                            <p:fltVal val="0"/>
                                          </p:val>
                                        </p:tav>
                                        <p:tav tm="100000">
                                          <p:val>
                                            <p:fltVal val="1"/>
                                          </p:val>
                                        </p:tav>
                                      </p:tavLst>
                                    </p:anim>
                                    <p:anim calcmode="lin" valueType="num">
                                      <p:cBhvr>
                                        <p:cTn id="27" dur="166" tmFilter="0, 0; 0.125,0.2665; 0.25,0.4; 0.375,0.465; 0.5,0.5;  0.625,0.535; 0.75,0.6; 0.875,0.7335; 1,1">
                                          <p:stCondLst>
                                            <p:cond delay="662"/>
                                          </p:stCondLst>
                                        </p:cTn>
                                        <p:tgtEl>
                                          <p:spTgt spid="4"/>
                                        </p:tgtEl>
                                        <p:attrNameLst>
                                          <p:attrName>ppt_y</p:attrName>
                                        </p:attrNameLst>
                                      </p:cBhvr>
                                      <p:tavLst>
                                        <p:tav tm="0" fmla="#ppt_y-sin(pi*$)/27">
                                          <p:val>
                                            <p:fltVal val="0"/>
                                          </p:val>
                                        </p:tav>
                                        <p:tav tm="100000">
                                          <p:val>
                                            <p:fltVal val="1"/>
                                          </p:val>
                                        </p:tav>
                                      </p:tavLst>
                                    </p:anim>
                                    <p:anim calcmode="lin" valueType="num">
                                      <p:cBhvr>
                                        <p:cTn id="28" dur="82" tmFilter="0, 0; 0.125,0.2665; 0.25,0.4; 0.375,0.465; 0.5,0.5;  0.625,0.535; 0.75,0.6; 0.875,0.7335; 1,1">
                                          <p:stCondLst>
                                            <p:cond delay="828"/>
                                          </p:stCondLst>
                                        </p:cTn>
                                        <p:tgtEl>
                                          <p:spTgt spid="4"/>
                                        </p:tgtEl>
                                        <p:attrNameLst>
                                          <p:attrName>ppt_y</p:attrName>
                                        </p:attrNameLst>
                                      </p:cBhvr>
                                      <p:tavLst>
                                        <p:tav tm="0" fmla="#ppt_y-sin(pi*$)/81">
                                          <p:val>
                                            <p:fltVal val="0"/>
                                          </p:val>
                                        </p:tav>
                                        <p:tav tm="100000">
                                          <p:val>
                                            <p:fltVal val="1"/>
                                          </p:val>
                                        </p:tav>
                                      </p:tavLst>
                                    </p:anim>
                                    <p:animScale>
                                      <p:cBhvr>
                                        <p:cTn id="29" dur="13">
                                          <p:stCondLst>
                                            <p:cond delay="325"/>
                                          </p:stCondLst>
                                        </p:cTn>
                                        <p:tgtEl>
                                          <p:spTgt spid="4"/>
                                        </p:tgtEl>
                                      </p:cBhvr>
                                      <p:to x="100000" y="60000"/>
                                    </p:animScale>
                                    <p:animScale>
                                      <p:cBhvr>
                                        <p:cTn id="30" dur="83" decel="50000">
                                          <p:stCondLst>
                                            <p:cond delay="338"/>
                                          </p:stCondLst>
                                        </p:cTn>
                                        <p:tgtEl>
                                          <p:spTgt spid="4"/>
                                        </p:tgtEl>
                                      </p:cBhvr>
                                      <p:to x="100000" y="100000"/>
                                    </p:animScale>
                                    <p:animScale>
                                      <p:cBhvr>
                                        <p:cTn id="31" dur="13">
                                          <p:stCondLst>
                                            <p:cond delay="656"/>
                                          </p:stCondLst>
                                        </p:cTn>
                                        <p:tgtEl>
                                          <p:spTgt spid="4"/>
                                        </p:tgtEl>
                                      </p:cBhvr>
                                      <p:to x="100000" y="80000"/>
                                    </p:animScale>
                                    <p:animScale>
                                      <p:cBhvr>
                                        <p:cTn id="32" dur="83" decel="50000">
                                          <p:stCondLst>
                                            <p:cond delay="669"/>
                                          </p:stCondLst>
                                        </p:cTn>
                                        <p:tgtEl>
                                          <p:spTgt spid="4"/>
                                        </p:tgtEl>
                                      </p:cBhvr>
                                      <p:to x="100000" y="100000"/>
                                    </p:animScale>
                                    <p:animScale>
                                      <p:cBhvr>
                                        <p:cTn id="33" dur="13">
                                          <p:stCondLst>
                                            <p:cond delay="821"/>
                                          </p:stCondLst>
                                        </p:cTn>
                                        <p:tgtEl>
                                          <p:spTgt spid="4"/>
                                        </p:tgtEl>
                                      </p:cBhvr>
                                      <p:to x="100000" y="90000"/>
                                    </p:animScale>
                                    <p:animScale>
                                      <p:cBhvr>
                                        <p:cTn id="34" dur="83" decel="50000">
                                          <p:stCondLst>
                                            <p:cond delay="834"/>
                                          </p:stCondLst>
                                        </p:cTn>
                                        <p:tgtEl>
                                          <p:spTgt spid="4"/>
                                        </p:tgtEl>
                                      </p:cBhvr>
                                      <p:to x="100000" y="100000"/>
                                    </p:animScale>
                                    <p:animScale>
                                      <p:cBhvr>
                                        <p:cTn id="35" dur="13">
                                          <p:stCondLst>
                                            <p:cond delay="904"/>
                                          </p:stCondLst>
                                        </p:cTn>
                                        <p:tgtEl>
                                          <p:spTgt spid="4"/>
                                        </p:tgtEl>
                                      </p:cBhvr>
                                      <p:to x="100000" y="95000"/>
                                    </p:animScale>
                                    <p:animScale>
                                      <p:cBhvr>
                                        <p:cTn id="36" dur="83" decel="50000">
                                          <p:stCondLst>
                                            <p:cond delay="917"/>
                                          </p:stCondLst>
                                        </p:cTn>
                                        <p:tgtEl>
                                          <p:spTgt spid="4"/>
                                        </p:tgtEl>
                                      </p:cBhvr>
                                      <p:to x="100000" y="100000"/>
                                    </p:animScale>
                                  </p:childTnLst>
                                </p:cTn>
                              </p:par>
                              <p:par>
                                <p:cTn id="37" presetID="26" presetClass="entr" presetSubtype="0" fill="hold" grpId="0" nodeType="withEffect">
                                  <p:stCondLst>
                                    <p:cond delay="150"/>
                                  </p:stCondLst>
                                  <p:childTnLst>
                                    <p:set>
                                      <p:cBhvr>
                                        <p:cTn id="38" dur="1" fill="hold">
                                          <p:stCondLst>
                                            <p:cond delay="0"/>
                                          </p:stCondLst>
                                        </p:cTn>
                                        <p:tgtEl>
                                          <p:spTgt spid="5"/>
                                        </p:tgtEl>
                                        <p:attrNameLst>
                                          <p:attrName>style.visibility</p:attrName>
                                        </p:attrNameLst>
                                      </p:cBhvr>
                                      <p:to>
                                        <p:strVal val="visible"/>
                                      </p:to>
                                    </p:set>
                                    <p:animEffect transition="in" filter="wipe(down)">
                                      <p:cBhvr>
                                        <p:cTn id="39" dur="290">
                                          <p:stCondLst>
                                            <p:cond delay="0"/>
                                          </p:stCondLst>
                                        </p:cTn>
                                        <p:tgtEl>
                                          <p:spTgt spid="5"/>
                                        </p:tgtEl>
                                      </p:cBhvr>
                                    </p:animEffect>
                                    <p:anim calcmode="lin" valueType="num">
                                      <p:cBhvr>
                                        <p:cTn id="40" dur="911"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1" dur="332"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2" dur="332" tmFilter="0, 0; 0.125,0.2665; 0.25,0.4; 0.375,0.465; 0.5,0.5;  0.625,0.535; 0.75,0.6; 0.875,0.7335; 1,1">
                                          <p:stCondLst>
                                            <p:cond delay="332"/>
                                          </p:stCondLst>
                                        </p:cTn>
                                        <p:tgtEl>
                                          <p:spTgt spid="5"/>
                                        </p:tgtEl>
                                        <p:attrNameLst>
                                          <p:attrName>ppt_y</p:attrName>
                                        </p:attrNameLst>
                                      </p:cBhvr>
                                      <p:tavLst>
                                        <p:tav tm="0" fmla="#ppt_y-sin(pi*$)/9">
                                          <p:val>
                                            <p:fltVal val="0"/>
                                          </p:val>
                                        </p:tav>
                                        <p:tav tm="100000">
                                          <p:val>
                                            <p:fltVal val="1"/>
                                          </p:val>
                                        </p:tav>
                                      </p:tavLst>
                                    </p:anim>
                                    <p:anim calcmode="lin" valueType="num">
                                      <p:cBhvr>
                                        <p:cTn id="43" dur="166" tmFilter="0, 0; 0.125,0.2665; 0.25,0.4; 0.375,0.465; 0.5,0.5;  0.625,0.535; 0.75,0.6; 0.875,0.7335; 1,1">
                                          <p:stCondLst>
                                            <p:cond delay="662"/>
                                          </p:stCondLst>
                                        </p:cTn>
                                        <p:tgtEl>
                                          <p:spTgt spid="5"/>
                                        </p:tgtEl>
                                        <p:attrNameLst>
                                          <p:attrName>ppt_y</p:attrName>
                                        </p:attrNameLst>
                                      </p:cBhvr>
                                      <p:tavLst>
                                        <p:tav tm="0" fmla="#ppt_y-sin(pi*$)/27">
                                          <p:val>
                                            <p:fltVal val="0"/>
                                          </p:val>
                                        </p:tav>
                                        <p:tav tm="100000">
                                          <p:val>
                                            <p:fltVal val="1"/>
                                          </p:val>
                                        </p:tav>
                                      </p:tavLst>
                                    </p:anim>
                                    <p:anim calcmode="lin" valueType="num">
                                      <p:cBhvr>
                                        <p:cTn id="44" dur="82" tmFilter="0, 0; 0.125,0.2665; 0.25,0.4; 0.375,0.465; 0.5,0.5;  0.625,0.535; 0.75,0.6; 0.875,0.7335; 1,1">
                                          <p:stCondLst>
                                            <p:cond delay="828"/>
                                          </p:stCondLst>
                                        </p:cTn>
                                        <p:tgtEl>
                                          <p:spTgt spid="5"/>
                                        </p:tgtEl>
                                        <p:attrNameLst>
                                          <p:attrName>ppt_y</p:attrName>
                                        </p:attrNameLst>
                                      </p:cBhvr>
                                      <p:tavLst>
                                        <p:tav tm="0" fmla="#ppt_y-sin(pi*$)/81">
                                          <p:val>
                                            <p:fltVal val="0"/>
                                          </p:val>
                                        </p:tav>
                                        <p:tav tm="100000">
                                          <p:val>
                                            <p:fltVal val="1"/>
                                          </p:val>
                                        </p:tav>
                                      </p:tavLst>
                                    </p:anim>
                                    <p:animScale>
                                      <p:cBhvr>
                                        <p:cTn id="45" dur="13">
                                          <p:stCondLst>
                                            <p:cond delay="325"/>
                                          </p:stCondLst>
                                        </p:cTn>
                                        <p:tgtEl>
                                          <p:spTgt spid="5"/>
                                        </p:tgtEl>
                                      </p:cBhvr>
                                      <p:to x="100000" y="60000"/>
                                    </p:animScale>
                                    <p:animScale>
                                      <p:cBhvr>
                                        <p:cTn id="46" dur="83" decel="50000">
                                          <p:stCondLst>
                                            <p:cond delay="338"/>
                                          </p:stCondLst>
                                        </p:cTn>
                                        <p:tgtEl>
                                          <p:spTgt spid="5"/>
                                        </p:tgtEl>
                                      </p:cBhvr>
                                      <p:to x="100000" y="100000"/>
                                    </p:animScale>
                                    <p:animScale>
                                      <p:cBhvr>
                                        <p:cTn id="47" dur="13">
                                          <p:stCondLst>
                                            <p:cond delay="656"/>
                                          </p:stCondLst>
                                        </p:cTn>
                                        <p:tgtEl>
                                          <p:spTgt spid="5"/>
                                        </p:tgtEl>
                                      </p:cBhvr>
                                      <p:to x="100000" y="80000"/>
                                    </p:animScale>
                                    <p:animScale>
                                      <p:cBhvr>
                                        <p:cTn id="48" dur="83" decel="50000">
                                          <p:stCondLst>
                                            <p:cond delay="669"/>
                                          </p:stCondLst>
                                        </p:cTn>
                                        <p:tgtEl>
                                          <p:spTgt spid="5"/>
                                        </p:tgtEl>
                                      </p:cBhvr>
                                      <p:to x="100000" y="100000"/>
                                    </p:animScale>
                                    <p:animScale>
                                      <p:cBhvr>
                                        <p:cTn id="49" dur="13">
                                          <p:stCondLst>
                                            <p:cond delay="821"/>
                                          </p:stCondLst>
                                        </p:cTn>
                                        <p:tgtEl>
                                          <p:spTgt spid="5"/>
                                        </p:tgtEl>
                                      </p:cBhvr>
                                      <p:to x="100000" y="90000"/>
                                    </p:animScale>
                                    <p:animScale>
                                      <p:cBhvr>
                                        <p:cTn id="50" dur="83" decel="50000">
                                          <p:stCondLst>
                                            <p:cond delay="834"/>
                                          </p:stCondLst>
                                        </p:cTn>
                                        <p:tgtEl>
                                          <p:spTgt spid="5"/>
                                        </p:tgtEl>
                                      </p:cBhvr>
                                      <p:to x="100000" y="100000"/>
                                    </p:animScale>
                                    <p:animScale>
                                      <p:cBhvr>
                                        <p:cTn id="51" dur="13">
                                          <p:stCondLst>
                                            <p:cond delay="904"/>
                                          </p:stCondLst>
                                        </p:cTn>
                                        <p:tgtEl>
                                          <p:spTgt spid="5"/>
                                        </p:tgtEl>
                                      </p:cBhvr>
                                      <p:to x="100000" y="95000"/>
                                    </p:animScale>
                                    <p:animScale>
                                      <p:cBhvr>
                                        <p:cTn id="52" dur="83" decel="50000">
                                          <p:stCondLst>
                                            <p:cond delay="917"/>
                                          </p:stCondLst>
                                        </p:cTn>
                                        <p:tgtEl>
                                          <p:spTgt spid="5"/>
                                        </p:tgtEl>
                                      </p:cBhvr>
                                      <p:to x="100000" y="100000"/>
                                    </p:animScale>
                                  </p:childTnLst>
                                </p:cTn>
                              </p:par>
                              <p:par>
                                <p:cTn id="53" presetID="53" presetClass="entr" presetSubtype="16" fill="hold" grpId="0" nodeType="withEffect">
                                  <p:stCondLst>
                                    <p:cond delay="220"/>
                                  </p:stCondLst>
                                  <p:childTnLst>
                                    <p:set>
                                      <p:cBhvr>
                                        <p:cTn id="54" dur="1" fill="hold">
                                          <p:stCondLst>
                                            <p:cond delay="0"/>
                                          </p:stCondLst>
                                        </p:cTn>
                                        <p:tgtEl>
                                          <p:spTgt spid="6"/>
                                        </p:tgtEl>
                                        <p:attrNameLst>
                                          <p:attrName>style.visibility</p:attrName>
                                        </p:attrNameLst>
                                      </p:cBhvr>
                                      <p:to>
                                        <p:strVal val="visible"/>
                                      </p:to>
                                    </p:set>
                                    <p:anim calcmode="lin" valueType="num">
                                      <p:cBhvr>
                                        <p:cTn id="55" dur="500" fill="hold"/>
                                        <p:tgtEl>
                                          <p:spTgt spid="6"/>
                                        </p:tgtEl>
                                        <p:attrNameLst>
                                          <p:attrName>ppt_w</p:attrName>
                                        </p:attrNameLst>
                                      </p:cBhvr>
                                      <p:tavLst>
                                        <p:tav tm="0">
                                          <p:val>
                                            <p:fltVal val="0"/>
                                          </p:val>
                                        </p:tav>
                                        <p:tav tm="100000">
                                          <p:val>
                                            <p:strVal val="#ppt_w"/>
                                          </p:val>
                                        </p:tav>
                                      </p:tavLst>
                                    </p:anim>
                                    <p:anim calcmode="lin" valueType="num">
                                      <p:cBhvr>
                                        <p:cTn id="56" dur="500" fill="hold"/>
                                        <p:tgtEl>
                                          <p:spTgt spid="6"/>
                                        </p:tgtEl>
                                        <p:attrNameLst>
                                          <p:attrName>ppt_h</p:attrName>
                                        </p:attrNameLst>
                                      </p:cBhvr>
                                      <p:tavLst>
                                        <p:tav tm="0">
                                          <p:val>
                                            <p:fltVal val="0"/>
                                          </p:val>
                                        </p:tav>
                                        <p:tav tm="100000">
                                          <p:val>
                                            <p:strVal val="#ppt_h"/>
                                          </p:val>
                                        </p:tav>
                                      </p:tavLst>
                                    </p:anim>
                                    <p:animEffect transition="in" filter="fade">
                                      <p:cBhvr>
                                        <p:cTn id="57" dur="500"/>
                                        <p:tgtEl>
                                          <p:spTgt spid="6"/>
                                        </p:tgtEl>
                                      </p:cBhvr>
                                    </p:animEffect>
                                  </p:childTnLst>
                                </p:cTn>
                              </p:par>
                              <p:par>
                                <p:cTn id="58" presetID="42" presetClass="entr" presetSubtype="0" fill="hold" grpId="0" nodeType="withEffect">
                                  <p:stCondLst>
                                    <p:cond delay="37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650"/>
                                        <p:tgtEl>
                                          <p:spTgt spid="7"/>
                                        </p:tgtEl>
                                      </p:cBhvr>
                                    </p:animEffect>
                                    <p:anim calcmode="lin" valueType="num">
                                      <p:cBhvr>
                                        <p:cTn id="61" dur="650" fill="hold"/>
                                        <p:tgtEl>
                                          <p:spTgt spid="7"/>
                                        </p:tgtEl>
                                        <p:attrNameLst>
                                          <p:attrName>ppt_x</p:attrName>
                                        </p:attrNameLst>
                                      </p:cBhvr>
                                      <p:tavLst>
                                        <p:tav tm="0">
                                          <p:val>
                                            <p:strVal val="#ppt_x"/>
                                          </p:val>
                                        </p:tav>
                                        <p:tav tm="100000">
                                          <p:val>
                                            <p:strVal val="#ppt_x"/>
                                          </p:val>
                                        </p:tav>
                                      </p:tavLst>
                                    </p:anim>
                                    <p:anim calcmode="lin" valueType="num">
                                      <p:cBhvr>
                                        <p:cTn id="62" dur="650" fill="hold"/>
                                        <p:tgtEl>
                                          <p:spTgt spid="7"/>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370"/>
                                  </p:stCondLst>
                                  <p:childTnLst>
                                    <p:set>
                                      <p:cBhvr>
                                        <p:cTn id="64" dur="1" fill="hold">
                                          <p:stCondLst>
                                            <p:cond delay="0"/>
                                          </p:stCondLst>
                                        </p:cTn>
                                        <p:tgtEl>
                                          <p:spTgt spid="8"/>
                                        </p:tgtEl>
                                        <p:attrNameLst>
                                          <p:attrName>style.visibility</p:attrName>
                                        </p:attrNameLst>
                                      </p:cBhvr>
                                      <p:to>
                                        <p:strVal val="visible"/>
                                      </p:to>
                                    </p:set>
                                    <p:animEffect transition="in" filter="fade">
                                      <p:cBhvr>
                                        <p:cTn id="65" dur="650"/>
                                        <p:tgtEl>
                                          <p:spTgt spid="8"/>
                                        </p:tgtEl>
                                      </p:cBhvr>
                                    </p:animEffect>
                                    <p:anim calcmode="lin" valueType="num">
                                      <p:cBhvr>
                                        <p:cTn id="66" dur="650" fill="hold"/>
                                        <p:tgtEl>
                                          <p:spTgt spid="8"/>
                                        </p:tgtEl>
                                        <p:attrNameLst>
                                          <p:attrName>ppt_x</p:attrName>
                                        </p:attrNameLst>
                                      </p:cBhvr>
                                      <p:tavLst>
                                        <p:tav tm="0">
                                          <p:val>
                                            <p:strVal val="#ppt_x"/>
                                          </p:val>
                                        </p:tav>
                                        <p:tav tm="100000">
                                          <p:val>
                                            <p:strVal val="#ppt_x"/>
                                          </p:val>
                                        </p:tav>
                                      </p:tavLst>
                                    </p:anim>
                                    <p:anim calcmode="lin" valueType="num">
                                      <p:cBhvr>
                                        <p:cTn id="67" dur="650" fill="hold"/>
                                        <p:tgtEl>
                                          <p:spTgt spid="8"/>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370"/>
                                  </p:stCondLst>
                                  <p:childTnLst>
                                    <p:set>
                                      <p:cBhvr>
                                        <p:cTn id="69" dur="1" fill="hold">
                                          <p:stCondLst>
                                            <p:cond delay="0"/>
                                          </p:stCondLst>
                                        </p:cTn>
                                        <p:tgtEl>
                                          <p:spTgt spid="9"/>
                                        </p:tgtEl>
                                        <p:attrNameLst>
                                          <p:attrName>style.visibility</p:attrName>
                                        </p:attrNameLst>
                                      </p:cBhvr>
                                      <p:to>
                                        <p:strVal val="visible"/>
                                      </p:to>
                                    </p:set>
                                    <p:animEffect transition="in" filter="fade">
                                      <p:cBhvr>
                                        <p:cTn id="70" dur="650"/>
                                        <p:tgtEl>
                                          <p:spTgt spid="9"/>
                                        </p:tgtEl>
                                      </p:cBhvr>
                                    </p:animEffect>
                                    <p:anim calcmode="lin" valueType="num">
                                      <p:cBhvr>
                                        <p:cTn id="71" dur="650" fill="hold"/>
                                        <p:tgtEl>
                                          <p:spTgt spid="9"/>
                                        </p:tgtEl>
                                        <p:attrNameLst>
                                          <p:attrName>ppt_x</p:attrName>
                                        </p:attrNameLst>
                                      </p:cBhvr>
                                      <p:tavLst>
                                        <p:tav tm="0">
                                          <p:val>
                                            <p:strVal val="#ppt_x"/>
                                          </p:val>
                                        </p:tav>
                                        <p:tav tm="100000">
                                          <p:val>
                                            <p:strVal val="#ppt_x"/>
                                          </p:val>
                                        </p:tav>
                                      </p:tavLst>
                                    </p:anim>
                                    <p:anim calcmode="lin" valueType="num">
                                      <p:cBhvr>
                                        <p:cTn id="72" dur="650" fill="hold"/>
                                        <p:tgtEl>
                                          <p:spTgt spid="9"/>
                                        </p:tgtEl>
                                        <p:attrNameLst>
                                          <p:attrName>ppt_y</p:attrName>
                                        </p:attrNameLst>
                                      </p:cBhvr>
                                      <p:tavLst>
                                        <p:tav tm="0">
                                          <p:val>
                                            <p:strVal val="#ppt_y+.1"/>
                                          </p:val>
                                        </p:tav>
                                        <p:tav tm="100000">
                                          <p:val>
                                            <p:strVal val="#ppt_y"/>
                                          </p:val>
                                        </p:tav>
                                      </p:tavLst>
                                    </p:anim>
                                  </p:childTnLst>
                                </p:cTn>
                              </p:par>
                              <p:par>
                                <p:cTn id="73" presetID="10" presetClass="entr" presetSubtype="0" fill="hold" grpId="0" nodeType="withEffect">
                                  <p:stCondLst>
                                    <p:cond delay="590"/>
                                  </p:stCondLst>
                                  <p:childTnLst>
                                    <p:set>
                                      <p:cBhvr>
                                        <p:cTn id="74" dur="1" fill="hold">
                                          <p:stCondLst>
                                            <p:cond delay="0"/>
                                          </p:stCondLst>
                                        </p:cTn>
                                        <p:tgtEl>
                                          <p:spTgt spid="10"/>
                                        </p:tgtEl>
                                        <p:attrNameLst>
                                          <p:attrName>style.visibility</p:attrName>
                                        </p:attrNameLst>
                                      </p:cBhvr>
                                      <p:to>
                                        <p:strVal val="visible"/>
                                      </p:to>
                                    </p:set>
                                    <p:animEffect transition="in" filter="fade">
                                      <p:cBhvr>
                                        <p:cTn id="75" dur="600"/>
                                        <p:tgtEl>
                                          <p:spTgt spid="10"/>
                                        </p:tgtEl>
                                      </p:cBhvr>
                                    </p:animEffect>
                                  </p:childTnLst>
                                </p:cTn>
                              </p:par>
                              <p:par>
                                <p:cTn id="76" presetID="10" presetClass="entr" presetSubtype="0" fill="hold" grpId="0" nodeType="withEffect">
                                  <p:stCondLst>
                                    <p:cond delay="590"/>
                                  </p:stCondLst>
                                  <p:childTnLst>
                                    <p:set>
                                      <p:cBhvr>
                                        <p:cTn id="77" dur="1" fill="hold">
                                          <p:stCondLst>
                                            <p:cond delay="0"/>
                                          </p:stCondLst>
                                        </p:cTn>
                                        <p:tgtEl>
                                          <p:spTgt spid="11"/>
                                        </p:tgtEl>
                                        <p:attrNameLst>
                                          <p:attrName>style.visibility</p:attrName>
                                        </p:attrNameLst>
                                      </p:cBhvr>
                                      <p:to>
                                        <p:strVal val="visible"/>
                                      </p:to>
                                    </p:set>
                                    <p:animEffect transition="in" filter="fade">
                                      <p:cBhvr>
                                        <p:cTn id="78" dur="600"/>
                                        <p:tgtEl>
                                          <p:spTgt spid="11"/>
                                        </p:tgtEl>
                                      </p:cBhvr>
                                    </p:animEffect>
                                  </p:childTnLst>
                                </p:cTn>
                              </p:par>
                              <p:par>
                                <p:cTn id="79" presetID="10" presetClass="entr" presetSubtype="0" fill="hold" grpId="0" nodeType="withEffect">
                                  <p:stCondLst>
                                    <p:cond delay="590"/>
                                  </p:stCondLst>
                                  <p:childTnLst>
                                    <p:set>
                                      <p:cBhvr>
                                        <p:cTn id="80" dur="1" fill="hold">
                                          <p:stCondLst>
                                            <p:cond delay="0"/>
                                          </p:stCondLst>
                                        </p:cTn>
                                        <p:tgtEl>
                                          <p:spTgt spid="12"/>
                                        </p:tgtEl>
                                        <p:attrNameLst>
                                          <p:attrName>style.visibility</p:attrName>
                                        </p:attrNameLst>
                                      </p:cBhvr>
                                      <p:to>
                                        <p:strVal val="visible"/>
                                      </p:to>
                                    </p:set>
                                    <p:animEffect transition="in" filter="fade">
                                      <p:cBhvr>
                                        <p:cTn id="81" dur="600"/>
                                        <p:tgtEl>
                                          <p:spTgt spid="12"/>
                                        </p:tgtEl>
                                      </p:cBhvr>
                                    </p:animEffect>
                                  </p:childTnLst>
                                </p:cTn>
                              </p:par>
                              <p:par>
                                <p:cTn id="82" presetID="22" presetClass="entr" presetSubtype="8" fill="hold" grpId="0" nodeType="withEffect">
                                  <p:stCondLst>
                                    <p:cond delay="810"/>
                                  </p:stCondLst>
                                  <p:childTnLst>
                                    <p:set>
                                      <p:cBhvr>
                                        <p:cTn id="83" dur="1" fill="hold">
                                          <p:stCondLst>
                                            <p:cond delay="0"/>
                                          </p:stCondLst>
                                        </p:cTn>
                                        <p:tgtEl>
                                          <p:spTgt spid="13"/>
                                        </p:tgtEl>
                                        <p:attrNameLst>
                                          <p:attrName>style.visibility</p:attrName>
                                        </p:attrNameLst>
                                      </p:cBhvr>
                                      <p:to>
                                        <p:strVal val="visible"/>
                                      </p:to>
                                    </p:set>
                                    <p:animEffect transition="in" filter="wipe(left)">
                                      <p:cBhvr>
                                        <p:cTn id="84" dur="500"/>
                                        <p:tgtEl>
                                          <p:spTgt spid="13"/>
                                        </p:tgtEl>
                                      </p:cBhvr>
                                    </p:animEffect>
                                  </p:childTnLst>
                                </p:cTn>
                              </p:par>
                              <p:par>
                                <p:cTn id="85" presetID="22" presetClass="entr" presetSubtype="8" fill="hold" grpId="0" nodeType="withEffect">
                                  <p:stCondLst>
                                    <p:cond delay="810"/>
                                  </p:stCondLst>
                                  <p:childTnLst>
                                    <p:set>
                                      <p:cBhvr>
                                        <p:cTn id="86" dur="1" fill="hold">
                                          <p:stCondLst>
                                            <p:cond delay="0"/>
                                          </p:stCondLst>
                                        </p:cTn>
                                        <p:tgtEl>
                                          <p:spTgt spid="14"/>
                                        </p:tgtEl>
                                        <p:attrNameLst>
                                          <p:attrName>style.visibility</p:attrName>
                                        </p:attrNameLst>
                                      </p:cBhvr>
                                      <p:to>
                                        <p:strVal val="visible"/>
                                      </p:to>
                                    </p:set>
                                    <p:animEffect transition="in" filter="wipe(left)">
                                      <p:cBhvr>
                                        <p:cTn id="87" dur="500"/>
                                        <p:tgtEl>
                                          <p:spTgt spid="14"/>
                                        </p:tgtEl>
                                      </p:cBhvr>
                                    </p:animEffect>
                                  </p:childTnLst>
                                </p:cTn>
                              </p:par>
                              <p:par>
                                <p:cTn id="88" presetID="22" presetClass="entr" presetSubtype="8" fill="hold" grpId="0" nodeType="withEffect">
                                  <p:stCondLst>
                                    <p:cond delay="810"/>
                                  </p:stCondLst>
                                  <p:childTnLst>
                                    <p:set>
                                      <p:cBhvr>
                                        <p:cTn id="89" dur="1" fill="hold">
                                          <p:stCondLst>
                                            <p:cond delay="0"/>
                                          </p:stCondLst>
                                        </p:cTn>
                                        <p:tgtEl>
                                          <p:spTgt spid="15"/>
                                        </p:tgtEl>
                                        <p:attrNameLst>
                                          <p:attrName>style.visibility</p:attrName>
                                        </p:attrNameLst>
                                      </p:cBhvr>
                                      <p:to>
                                        <p:strVal val="visible"/>
                                      </p:to>
                                    </p:set>
                                    <p:animEffect transition="in" filter="wipe(left)">
                                      <p:cBhvr>
                                        <p:cTn id="90" dur="500"/>
                                        <p:tgtEl>
                                          <p:spTgt spid="15"/>
                                        </p:tgtEl>
                                      </p:cBhvr>
                                    </p:animEffect>
                                  </p:childTnLst>
                                </p:cTn>
                              </p:par>
                              <p:par>
                                <p:cTn id="91" presetID="22" presetClass="entr" presetSubtype="8" fill="hold" grpId="0" nodeType="withEffect">
                                  <p:stCondLst>
                                    <p:cond delay="810"/>
                                  </p:stCondLst>
                                  <p:childTnLst>
                                    <p:set>
                                      <p:cBhvr>
                                        <p:cTn id="92" dur="1" fill="hold">
                                          <p:stCondLst>
                                            <p:cond delay="0"/>
                                          </p:stCondLst>
                                        </p:cTn>
                                        <p:tgtEl>
                                          <p:spTgt spid="16"/>
                                        </p:tgtEl>
                                        <p:attrNameLst>
                                          <p:attrName>style.visibility</p:attrName>
                                        </p:attrNameLst>
                                      </p:cBhvr>
                                      <p:to>
                                        <p:strVal val="visible"/>
                                      </p:to>
                                    </p:set>
                                    <p:animEffect transition="in" filter="wipe(left)">
                                      <p:cBhvr>
                                        <p:cTn id="93" dur="500"/>
                                        <p:tgtEl>
                                          <p:spTgt spid="16"/>
                                        </p:tgtEl>
                                      </p:cBhvr>
                                    </p:animEffect>
                                  </p:childTnLst>
                                </p:cTn>
                              </p:par>
                              <p:par>
                                <p:cTn id="94" presetID="22" presetClass="entr" presetSubtype="8" fill="hold" grpId="0" nodeType="withEffect">
                                  <p:stCondLst>
                                    <p:cond delay="810"/>
                                  </p:stCondLst>
                                  <p:childTnLst>
                                    <p:set>
                                      <p:cBhvr>
                                        <p:cTn id="95" dur="1" fill="hold">
                                          <p:stCondLst>
                                            <p:cond delay="0"/>
                                          </p:stCondLst>
                                        </p:cTn>
                                        <p:tgtEl>
                                          <p:spTgt spid="17"/>
                                        </p:tgtEl>
                                        <p:attrNameLst>
                                          <p:attrName>style.visibility</p:attrName>
                                        </p:attrNameLst>
                                      </p:cBhvr>
                                      <p:to>
                                        <p:strVal val="visible"/>
                                      </p:to>
                                    </p:set>
                                    <p:animEffect transition="in" filter="wipe(left)">
                                      <p:cBhvr>
                                        <p:cTn id="96" dur="500"/>
                                        <p:tgtEl>
                                          <p:spTgt spid="17"/>
                                        </p:tgtEl>
                                      </p:cBhvr>
                                    </p:animEffect>
                                  </p:childTnLst>
                                </p:cTn>
                              </p:par>
                              <p:par>
                                <p:cTn id="97" presetID="22" presetClass="entr" presetSubtype="8" fill="hold" grpId="0" nodeType="withEffect">
                                  <p:stCondLst>
                                    <p:cond delay="810"/>
                                  </p:stCondLst>
                                  <p:childTnLst>
                                    <p:set>
                                      <p:cBhvr>
                                        <p:cTn id="98" dur="1" fill="hold">
                                          <p:stCondLst>
                                            <p:cond delay="0"/>
                                          </p:stCondLst>
                                        </p:cTn>
                                        <p:tgtEl>
                                          <p:spTgt spid="18"/>
                                        </p:tgtEl>
                                        <p:attrNameLst>
                                          <p:attrName>style.visibility</p:attrName>
                                        </p:attrNameLst>
                                      </p:cBhvr>
                                      <p:to>
                                        <p:strVal val="visible"/>
                                      </p:to>
                                    </p:set>
                                    <p:animEffect transition="in" filter="wipe(left)">
                                      <p:cBhvr>
                                        <p:cTn id="99" dur="500"/>
                                        <p:tgtEl>
                                          <p:spTgt spid="18"/>
                                        </p:tgtEl>
                                      </p:cBhvr>
                                    </p:animEffect>
                                  </p:childTnLst>
                                </p:cTn>
                              </p:par>
                              <p:par>
                                <p:cTn id="100" presetID="22" presetClass="entr" presetSubtype="8" fill="hold" grpId="0" nodeType="withEffect">
                                  <p:stCondLst>
                                    <p:cond delay="810"/>
                                  </p:stCondLst>
                                  <p:childTnLst>
                                    <p:set>
                                      <p:cBhvr>
                                        <p:cTn id="101" dur="1" fill="hold">
                                          <p:stCondLst>
                                            <p:cond delay="0"/>
                                          </p:stCondLst>
                                        </p:cTn>
                                        <p:tgtEl>
                                          <p:spTgt spid="19"/>
                                        </p:tgtEl>
                                        <p:attrNameLst>
                                          <p:attrName>style.visibility</p:attrName>
                                        </p:attrNameLst>
                                      </p:cBhvr>
                                      <p:to>
                                        <p:strVal val="visible"/>
                                      </p:to>
                                    </p:set>
                                    <p:animEffect transition="in" filter="wipe(left)">
                                      <p:cBhvr>
                                        <p:cTn id="102" dur="500"/>
                                        <p:tgtEl>
                                          <p:spTgt spid="19"/>
                                        </p:tgtEl>
                                      </p:cBhvr>
                                    </p:animEffect>
                                  </p:childTnLst>
                                </p:cTn>
                              </p:par>
                              <p:par>
                                <p:cTn id="103" presetID="22" presetClass="entr" presetSubtype="8" fill="hold" grpId="0" nodeType="withEffect">
                                  <p:stCondLst>
                                    <p:cond delay="810"/>
                                  </p:stCondLst>
                                  <p:childTnLst>
                                    <p:set>
                                      <p:cBhvr>
                                        <p:cTn id="104" dur="1" fill="hold">
                                          <p:stCondLst>
                                            <p:cond delay="0"/>
                                          </p:stCondLst>
                                        </p:cTn>
                                        <p:tgtEl>
                                          <p:spTgt spid="20"/>
                                        </p:tgtEl>
                                        <p:attrNameLst>
                                          <p:attrName>style.visibility</p:attrName>
                                        </p:attrNameLst>
                                      </p:cBhvr>
                                      <p:to>
                                        <p:strVal val="visible"/>
                                      </p:to>
                                    </p:set>
                                    <p:animEffect transition="in" filter="wipe(left)">
                                      <p:cBhvr>
                                        <p:cTn id="105" dur="500"/>
                                        <p:tgtEl>
                                          <p:spTgt spid="20"/>
                                        </p:tgtEl>
                                      </p:cBhvr>
                                    </p:animEffect>
                                  </p:childTnLst>
                                </p:cTn>
                              </p:par>
                              <p:par>
                                <p:cTn id="106" presetID="22" presetClass="entr" presetSubtype="8" fill="hold" grpId="0" nodeType="withEffect">
                                  <p:stCondLst>
                                    <p:cond delay="810"/>
                                  </p:stCondLst>
                                  <p:childTnLst>
                                    <p:set>
                                      <p:cBhvr>
                                        <p:cTn id="107" dur="1" fill="hold">
                                          <p:stCondLst>
                                            <p:cond delay="0"/>
                                          </p:stCondLst>
                                        </p:cTn>
                                        <p:tgtEl>
                                          <p:spTgt spid="21"/>
                                        </p:tgtEl>
                                        <p:attrNameLst>
                                          <p:attrName>style.visibility</p:attrName>
                                        </p:attrNameLst>
                                      </p:cBhvr>
                                      <p:to>
                                        <p:strVal val="visible"/>
                                      </p:to>
                                    </p:set>
                                    <p:animEffect transition="in" filter="wipe(left)">
                                      <p:cBhvr>
                                        <p:cTn id="108" dur="500"/>
                                        <p:tgtEl>
                                          <p:spTgt spid="21"/>
                                        </p:tgtEl>
                                      </p:cBhvr>
                                    </p:animEffect>
                                  </p:childTnLst>
                                </p:cTn>
                              </p:par>
                              <p:par>
                                <p:cTn id="109" presetID="22" presetClass="entr" presetSubtype="8" fill="hold" grpId="0" nodeType="withEffect">
                                  <p:stCondLst>
                                    <p:cond delay="810"/>
                                  </p:stCondLst>
                                  <p:childTnLst>
                                    <p:set>
                                      <p:cBhvr>
                                        <p:cTn id="110" dur="1" fill="hold">
                                          <p:stCondLst>
                                            <p:cond delay="0"/>
                                          </p:stCondLst>
                                        </p:cTn>
                                        <p:tgtEl>
                                          <p:spTgt spid="22"/>
                                        </p:tgtEl>
                                        <p:attrNameLst>
                                          <p:attrName>style.visibility</p:attrName>
                                        </p:attrNameLst>
                                      </p:cBhvr>
                                      <p:to>
                                        <p:strVal val="visible"/>
                                      </p:to>
                                    </p:set>
                                    <p:animEffect transition="in" filter="wipe(left)">
                                      <p:cBhvr>
                                        <p:cTn id="11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P spid="7" grpId="0" animBg="1"/>
      <p:bldP spid="8" grpId="0" animBg="1"/>
      <p:bldP spid="9" grpId="0"/>
      <p:bldP spid="10" grpId="0" animBg="1"/>
      <p:bldP spid="11" grpId="0" animBg="1"/>
      <p:bldP spid="12" grpId="0"/>
      <p:bldP spid="13" grpId="0" animBg="1"/>
      <p:bldP spid="14" grpId="0"/>
      <p:bldP spid="15" grpId="0" animBg="1"/>
      <p:bldP spid="16" grpId="0"/>
      <p:bldP spid="17" grpId="0" animBg="1"/>
      <p:bldP spid="18" grpId="0"/>
      <p:bldP spid="19" grpId="0" animBg="1"/>
      <p:bldP spid="20" grpId="0"/>
      <p:bldP spid="21" grpId="0" animBg="1"/>
      <p:bldP spid="22" grpId="0"/>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3</a:t>
            </a:r>
          </a:p>
        </p:txBody>
      </p:sp>
      <p:sp>
        <p:nvSpPr>
          <p:cNvPr id="4" name="!!rotulo"/>
          <p:cNvSpPr txBox="1"/>
          <p:nvPr/>
        </p:nvSpPr>
        <p:spPr>
          <a:xfrm>
            <a:off x="1149032" y="282141"/>
            <a:ext cx="1971865"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Verificación y validación</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Verificación: el error baja como predice la teoría</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ms:23babda0a0"/>
          <p:cNvSpPr/>
          <p:nvPr/>
        </p:nvSpPr>
        <p:spPr>
          <a:xfrm>
            <a:off x="568325" y="1273175"/>
            <a:ext cx="5454650" cy="3892550"/>
          </a:xfrm>
          <a:prstGeom prst="roundRect">
            <a:avLst>
              <a:gd name="adj" fmla="val 1876"/>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mms:7e44db1981" descr="01efb37945005900.png"/>
          <p:cNvPicPr>
            <a:picLocks noChangeAspect="1"/>
          </p:cNvPicPr>
          <p:nvPr/>
        </p:nvPicPr>
        <p:blipFill>
          <a:blip r:embed="rId2"/>
          <a:stretch>
            <a:fillRect/>
          </a:stretch>
        </p:blipFill>
        <p:spPr>
          <a:xfrm>
            <a:off x="571500" y="1276350"/>
            <a:ext cx="5448300" cy="3886200"/>
          </a:xfrm>
          <a:prstGeom prst="rect">
            <a:avLst/>
          </a:prstGeom>
        </p:spPr>
      </p:pic>
      <p:pic>
        <p:nvPicPr>
          <p:cNvPr id="14" name="!!mms:44317f4993" descr="dcc9b45976e481f5.png"/>
          <p:cNvPicPr>
            <a:picLocks noChangeAspect="1"/>
          </p:cNvPicPr>
          <p:nvPr/>
        </p:nvPicPr>
        <p:blipFill>
          <a:blip r:embed="rId3"/>
          <a:stretch>
            <a:fillRect/>
          </a:stretch>
        </p:blipFill>
        <p:spPr>
          <a:xfrm>
            <a:off x="571500" y="1276350"/>
            <a:ext cx="5448300" cy="3886200"/>
          </a:xfrm>
          <a:prstGeom prst="rect">
            <a:avLst/>
          </a:prstGeom>
        </p:spPr>
      </p:pic>
      <p:pic>
        <p:nvPicPr>
          <p:cNvPr id="15" name="!!mms:68305185a8" descr="dd677257809a22f6.png"/>
          <p:cNvPicPr>
            <a:picLocks noChangeAspect="1"/>
          </p:cNvPicPr>
          <p:nvPr/>
        </p:nvPicPr>
        <p:blipFill>
          <a:blip r:embed="rId4"/>
          <a:stretch>
            <a:fillRect/>
          </a:stretch>
        </p:blipFill>
        <p:spPr>
          <a:xfrm>
            <a:off x="571500" y="1276350"/>
            <a:ext cx="5448300" cy="3886200"/>
          </a:xfrm>
          <a:prstGeom prst="rect">
            <a:avLst/>
          </a:prstGeom>
        </p:spPr>
      </p:pic>
      <p:pic>
        <p:nvPicPr>
          <p:cNvPr id="16" name="!!mms:97a41feede" descr="99286a1f9b781e16.png"/>
          <p:cNvPicPr>
            <a:picLocks noChangeAspect="1"/>
          </p:cNvPicPr>
          <p:nvPr/>
        </p:nvPicPr>
        <p:blipFill>
          <a:blip r:embed="rId5"/>
          <a:stretch>
            <a:fillRect/>
          </a:stretch>
        </p:blipFill>
        <p:spPr>
          <a:xfrm>
            <a:off x="571500" y="1276350"/>
            <a:ext cx="5448300" cy="3886200"/>
          </a:xfrm>
          <a:prstGeom prst="rect">
            <a:avLst/>
          </a:prstGeom>
        </p:spPr>
      </p:pic>
      <p:sp>
        <p:nvSpPr>
          <p:cNvPr id="17" name="!!mms:f6d7c73eca"/>
          <p:cNvSpPr/>
          <p:nvPr/>
        </p:nvSpPr>
        <p:spPr>
          <a:xfrm>
            <a:off x="5063236" y="1327150"/>
            <a:ext cx="880364" cy="192976"/>
          </a:xfrm>
          <a:prstGeom prst="roundRect">
            <a:avLst>
              <a:gd name="adj" fmla="val 2632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ms:add3cca427"/>
          <p:cNvSpPr txBox="1"/>
          <p:nvPr/>
        </p:nvSpPr>
        <p:spPr>
          <a:xfrm>
            <a:off x="5126736" y="1340574"/>
            <a:ext cx="804164"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Figura 3.1 (a)</a:t>
            </a:r>
          </a:p>
        </p:txBody>
      </p:sp>
      <p:sp>
        <p:nvSpPr>
          <p:cNvPr id="19" name="!!mms:cadf110702"/>
          <p:cNvSpPr/>
          <p:nvPr/>
        </p:nvSpPr>
        <p:spPr>
          <a:xfrm>
            <a:off x="6169025" y="1273175"/>
            <a:ext cx="5454650" cy="3892550"/>
          </a:xfrm>
          <a:prstGeom prst="roundRect">
            <a:avLst>
              <a:gd name="adj" fmla="val 1876"/>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mms:96b21cb60c" descr="7a78c1a2cdf6156d.png"/>
          <p:cNvPicPr>
            <a:picLocks noChangeAspect="1"/>
          </p:cNvPicPr>
          <p:nvPr/>
        </p:nvPicPr>
        <p:blipFill>
          <a:blip r:embed="rId6"/>
          <a:stretch>
            <a:fillRect/>
          </a:stretch>
        </p:blipFill>
        <p:spPr>
          <a:xfrm>
            <a:off x="6172200" y="1276350"/>
            <a:ext cx="5448300" cy="3886200"/>
          </a:xfrm>
          <a:prstGeom prst="rect">
            <a:avLst/>
          </a:prstGeom>
        </p:spPr>
      </p:pic>
      <p:sp>
        <p:nvSpPr>
          <p:cNvPr id="21" name="!!mms:55294893d7"/>
          <p:cNvSpPr/>
          <p:nvPr/>
        </p:nvSpPr>
        <p:spPr>
          <a:xfrm>
            <a:off x="10657967" y="1327150"/>
            <a:ext cx="886333" cy="192976"/>
          </a:xfrm>
          <a:prstGeom prst="roundRect">
            <a:avLst>
              <a:gd name="adj" fmla="val 2632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ms:ba729d9685"/>
          <p:cNvSpPr txBox="1"/>
          <p:nvPr/>
        </p:nvSpPr>
        <p:spPr>
          <a:xfrm>
            <a:off x="10721467" y="1340574"/>
            <a:ext cx="810133"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Figura 3.1 (b)</a:t>
            </a:r>
          </a:p>
        </p:txBody>
      </p:sp>
      <p:sp>
        <p:nvSpPr>
          <p:cNvPr id="23" name="!!mms:2e85dca97c"/>
          <p:cNvSpPr/>
          <p:nvPr/>
        </p:nvSpPr>
        <p:spPr>
          <a:xfrm>
            <a:off x="6169025" y="1273175"/>
            <a:ext cx="5454650" cy="3892550"/>
          </a:xfrm>
          <a:prstGeom prst="roundRect">
            <a:avLst>
              <a:gd name="adj" fmla="val 187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mms:3b0278dc3e"/>
          <p:cNvSpPr txBox="1"/>
          <p:nvPr/>
        </p:nvSpPr>
        <p:spPr>
          <a:xfrm>
            <a:off x="6413500" y="1497813"/>
            <a:ext cx="5065014"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5B6575"/>
                </a:solidFill>
                <a:latin typeface="Calibri"/>
              </a:rPr>
              <a:t>Cómo se lee la gráfica</a:t>
            </a:r>
          </a:p>
        </p:txBody>
      </p:sp>
      <p:pic>
        <p:nvPicPr>
          <p:cNvPr id="25" name="!!mms:5e6d953bfe" descr="dd21e40bd9ab4234.png"/>
          <p:cNvPicPr>
            <a:picLocks noChangeAspect="1"/>
          </p:cNvPicPr>
          <p:nvPr/>
        </p:nvPicPr>
        <p:blipFill>
          <a:blip r:embed="rId7"/>
          <a:stretch>
            <a:fillRect/>
          </a:stretch>
        </p:blipFill>
        <p:spPr>
          <a:xfrm>
            <a:off x="6413500" y="1879600"/>
            <a:ext cx="406400" cy="412750"/>
          </a:xfrm>
          <a:prstGeom prst="rect">
            <a:avLst/>
          </a:prstGeom>
        </p:spPr>
      </p:pic>
      <p:sp>
        <p:nvSpPr>
          <p:cNvPr id="26" name="!!mms:b44ea3d567"/>
          <p:cNvSpPr txBox="1"/>
          <p:nvPr/>
        </p:nvSpPr>
        <p:spPr>
          <a:xfrm>
            <a:off x="6972300" y="1953892"/>
            <a:ext cx="4495038" cy="260096"/>
          </a:xfrm>
          <a:prstGeom prst="rect">
            <a:avLst/>
          </a:prstGeom>
          <a:noFill/>
        </p:spPr>
        <p:txBody>
          <a:bodyPr wrap="square" lIns="0" rIns="0" tIns="0" bIns="0" anchor="t"/>
          <a:lstStyle/>
          <a:p>
            <a:pPr algn="l">
              <a:lnSpc>
                <a:spcPts val="2048"/>
              </a:lnSpc>
              <a:spcBef>
                <a:spcPts val="0"/>
              </a:spcBef>
              <a:spcAft>
                <a:spcPts val="0"/>
              </a:spcAft>
            </a:pPr>
            <a:r>
              <a:rPr sz="1600" b="1" i="0">
                <a:solidFill>
                  <a:srgbClr val="1B2A4A"/>
                </a:solidFill>
                <a:latin typeface="Calibri"/>
              </a:rPr>
              <a:t>Cada punto es una malla</a:t>
            </a:r>
          </a:p>
        </p:txBody>
      </p:sp>
      <p:pic>
        <p:nvPicPr>
          <p:cNvPr id="27" name="!!mms:f2bfae9d64" descr="751f29d9e8de7f88.png"/>
          <p:cNvPicPr>
            <a:picLocks noChangeAspect="1"/>
          </p:cNvPicPr>
          <p:nvPr/>
        </p:nvPicPr>
        <p:blipFill>
          <a:blip r:embed="rId8"/>
          <a:stretch>
            <a:fillRect/>
          </a:stretch>
        </p:blipFill>
        <p:spPr>
          <a:xfrm>
            <a:off x="6972300" y="2413000"/>
            <a:ext cx="444500" cy="450850"/>
          </a:xfrm>
          <a:prstGeom prst="rect">
            <a:avLst/>
          </a:prstGeom>
        </p:spPr>
      </p:pic>
      <p:sp>
        <p:nvSpPr>
          <p:cNvPr id="28" name="!!mms:cec4d4fff3"/>
          <p:cNvSpPr txBox="1"/>
          <p:nvPr/>
        </p:nvSpPr>
        <p:spPr>
          <a:xfrm>
            <a:off x="7120446" y="2933986"/>
            <a:ext cx="198946"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3F4A5A"/>
                </a:solidFill>
                <a:latin typeface="Calibri"/>
              </a:rPr>
              <a:t>32</a:t>
            </a:r>
          </a:p>
        </p:txBody>
      </p:sp>
      <p:pic>
        <p:nvPicPr>
          <p:cNvPr id="29" name="!!mms:1a81c68d02" descr="ddaf8e8950bdd48d.png"/>
          <p:cNvPicPr>
            <a:picLocks noChangeAspect="1"/>
          </p:cNvPicPr>
          <p:nvPr/>
        </p:nvPicPr>
        <p:blipFill>
          <a:blip r:embed="rId9"/>
          <a:stretch>
            <a:fillRect/>
          </a:stretch>
        </p:blipFill>
        <p:spPr>
          <a:xfrm>
            <a:off x="7518400" y="2413000"/>
            <a:ext cx="444500" cy="450850"/>
          </a:xfrm>
          <a:prstGeom prst="rect">
            <a:avLst/>
          </a:prstGeom>
        </p:spPr>
      </p:pic>
      <p:sp>
        <p:nvSpPr>
          <p:cNvPr id="30" name="!!mms:42fd61c9c4"/>
          <p:cNvSpPr txBox="1"/>
          <p:nvPr/>
        </p:nvSpPr>
        <p:spPr>
          <a:xfrm>
            <a:off x="7666546" y="2933986"/>
            <a:ext cx="198946"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3F4A5A"/>
                </a:solidFill>
                <a:latin typeface="Calibri"/>
              </a:rPr>
              <a:t>16</a:t>
            </a:r>
          </a:p>
        </p:txBody>
      </p:sp>
      <p:pic>
        <p:nvPicPr>
          <p:cNvPr id="31" name="!!mms:5b6c2c9203" descr="9c3ce78638b582e6.png"/>
          <p:cNvPicPr>
            <a:picLocks noChangeAspect="1"/>
          </p:cNvPicPr>
          <p:nvPr/>
        </p:nvPicPr>
        <p:blipFill>
          <a:blip r:embed="rId10"/>
          <a:stretch>
            <a:fillRect/>
          </a:stretch>
        </p:blipFill>
        <p:spPr>
          <a:xfrm>
            <a:off x="8064500" y="2413000"/>
            <a:ext cx="444500" cy="450850"/>
          </a:xfrm>
          <a:prstGeom prst="rect">
            <a:avLst/>
          </a:prstGeom>
        </p:spPr>
      </p:pic>
      <p:sp>
        <p:nvSpPr>
          <p:cNvPr id="32" name="!!mms:4f4a9150de"/>
          <p:cNvSpPr txBox="1"/>
          <p:nvPr/>
        </p:nvSpPr>
        <p:spPr>
          <a:xfrm>
            <a:off x="8249666" y="2933986"/>
            <a:ext cx="124905"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3F4A5A"/>
                </a:solidFill>
                <a:latin typeface="Calibri"/>
              </a:rPr>
              <a:t>8</a:t>
            </a:r>
          </a:p>
        </p:txBody>
      </p:sp>
      <p:pic>
        <p:nvPicPr>
          <p:cNvPr id="33" name="!!mms:cd302e7b26" descr="d684ff951222899d.png"/>
          <p:cNvPicPr>
            <a:picLocks noChangeAspect="1"/>
          </p:cNvPicPr>
          <p:nvPr/>
        </p:nvPicPr>
        <p:blipFill>
          <a:blip r:embed="rId11"/>
          <a:stretch>
            <a:fillRect/>
          </a:stretch>
        </p:blipFill>
        <p:spPr>
          <a:xfrm>
            <a:off x="8610600" y="2413000"/>
            <a:ext cx="444500" cy="450850"/>
          </a:xfrm>
          <a:prstGeom prst="rect">
            <a:avLst/>
          </a:prstGeom>
        </p:spPr>
      </p:pic>
      <p:sp>
        <p:nvSpPr>
          <p:cNvPr id="34" name="!!mms:6a4866330d"/>
          <p:cNvSpPr txBox="1"/>
          <p:nvPr/>
        </p:nvSpPr>
        <p:spPr>
          <a:xfrm>
            <a:off x="8795766" y="2933986"/>
            <a:ext cx="124905"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3F4A5A"/>
                </a:solidFill>
                <a:latin typeface="Calibri"/>
              </a:rPr>
              <a:t>4</a:t>
            </a:r>
          </a:p>
        </p:txBody>
      </p:sp>
      <p:pic>
        <p:nvPicPr>
          <p:cNvPr id="35" name="!!mms:612878f5fd" descr="638328c7ad9a5802.png"/>
          <p:cNvPicPr>
            <a:picLocks noChangeAspect="1"/>
          </p:cNvPicPr>
          <p:nvPr/>
        </p:nvPicPr>
        <p:blipFill>
          <a:blip r:embed="rId12"/>
          <a:stretch>
            <a:fillRect/>
          </a:stretch>
        </p:blipFill>
        <p:spPr>
          <a:xfrm>
            <a:off x="9156700" y="2413000"/>
            <a:ext cx="444500" cy="450850"/>
          </a:xfrm>
          <a:prstGeom prst="rect">
            <a:avLst/>
          </a:prstGeom>
        </p:spPr>
      </p:pic>
      <p:sp>
        <p:nvSpPr>
          <p:cNvPr id="36" name="!!mms:4a5705d1ae"/>
          <p:cNvSpPr txBox="1"/>
          <p:nvPr/>
        </p:nvSpPr>
        <p:spPr>
          <a:xfrm>
            <a:off x="9341866" y="2933986"/>
            <a:ext cx="124905"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3F4A5A"/>
                </a:solidFill>
                <a:latin typeface="Calibri"/>
              </a:rPr>
              <a:t>2</a:t>
            </a:r>
          </a:p>
        </p:txBody>
      </p:sp>
      <p:sp>
        <p:nvSpPr>
          <p:cNvPr id="37" name="!!mms:4d54c749d1"/>
          <p:cNvSpPr txBox="1"/>
          <p:nvPr/>
        </p:nvSpPr>
        <p:spPr>
          <a:xfrm>
            <a:off x="9766300" y="2652255"/>
            <a:ext cx="877506"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 N = 32 … 2</a:t>
            </a:r>
          </a:p>
        </p:txBody>
      </p:sp>
      <p:pic>
        <p:nvPicPr>
          <p:cNvPr id="38" name="!!mms:677aab9e00" descr="c8487e0ef0ccc52b.png"/>
          <p:cNvPicPr>
            <a:picLocks noChangeAspect="1"/>
          </p:cNvPicPr>
          <p:nvPr/>
        </p:nvPicPr>
        <p:blipFill>
          <a:blip r:embed="rId13"/>
          <a:stretch>
            <a:fillRect/>
          </a:stretch>
        </p:blipFill>
        <p:spPr>
          <a:xfrm>
            <a:off x="6413500" y="3282950"/>
            <a:ext cx="406400" cy="412750"/>
          </a:xfrm>
          <a:prstGeom prst="rect">
            <a:avLst/>
          </a:prstGeom>
        </p:spPr>
      </p:pic>
      <p:sp>
        <p:nvSpPr>
          <p:cNvPr id="39" name="!!mms:be82d97519"/>
          <p:cNvSpPr txBox="1"/>
          <p:nvPr/>
        </p:nvSpPr>
        <p:spPr>
          <a:xfrm>
            <a:off x="6972300" y="3357242"/>
            <a:ext cx="4495038" cy="260096"/>
          </a:xfrm>
          <a:prstGeom prst="rect">
            <a:avLst/>
          </a:prstGeom>
          <a:noFill/>
        </p:spPr>
        <p:txBody>
          <a:bodyPr wrap="square" lIns="0" rIns="0" tIns="0" bIns="0" anchor="t"/>
          <a:lstStyle/>
          <a:p>
            <a:pPr algn="l">
              <a:lnSpc>
                <a:spcPts val="2048"/>
              </a:lnSpc>
              <a:spcBef>
                <a:spcPts val="0"/>
              </a:spcBef>
              <a:spcAft>
                <a:spcPts val="0"/>
              </a:spcAft>
            </a:pPr>
            <a:r>
              <a:rPr sz="1600" b="0" i="0">
                <a:solidFill>
                  <a:srgbClr val="3F4A5A"/>
                </a:solidFill>
                <a:latin typeface="Calibri"/>
              </a:rPr>
              <a:t>A la izquierda,</a:t>
            </a:r>
            <a:r>
              <a:rPr sz="1600" b="1" i="0">
                <a:solidFill>
                  <a:srgbClr val="1B2A4A"/>
                </a:solidFill>
                <a:latin typeface="Calibri"/>
              </a:rPr>
              <a:t> mallas más finas</a:t>
            </a:r>
            <a:r>
              <a:rPr sz="1600" b="0" i="0">
                <a:solidFill>
                  <a:srgbClr val="3F4A5A"/>
                </a:solidFill>
                <a:latin typeface="Calibri"/>
              </a:rPr>
              <a:t>; abajo,</a:t>
            </a:r>
            <a:r>
              <a:rPr sz="1600" b="1" i="0">
                <a:solidFill>
                  <a:srgbClr val="1B2A4A"/>
                </a:solidFill>
                <a:latin typeface="Calibri"/>
              </a:rPr>
              <a:t> menos error</a:t>
            </a:r>
          </a:p>
        </p:txBody>
      </p:sp>
      <p:pic>
        <p:nvPicPr>
          <p:cNvPr id="40" name="!!mms:89b9fa1cb5" descr="e1dda96769b18718.png"/>
          <p:cNvPicPr>
            <a:picLocks noChangeAspect="1"/>
          </p:cNvPicPr>
          <p:nvPr/>
        </p:nvPicPr>
        <p:blipFill>
          <a:blip r:embed="rId14"/>
          <a:stretch>
            <a:fillRect/>
          </a:stretch>
        </p:blipFill>
        <p:spPr>
          <a:xfrm>
            <a:off x="6413500" y="3905250"/>
            <a:ext cx="406400" cy="412750"/>
          </a:xfrm>
          <a:prstGeom prst="rect">
            <a:avLst/>
          </a:prstGeom>
        </p:spPr>
      </p:pic>
      <p:sp>
        <p:nvSpPr>
          <p:cNvPr id="41" name="!!mms:70a75c0526"/>
          <p:cNvSpPr txBox="1"/>
          <p:nvPr/>
        </p:nvSpPr>
        <p:spPr>
          <a:xfrm>
            <a:off x="6972300" y="3979542"/>
            <a:ext cx="4495038" cy="260096"/>
          </a:xfrm>
          <a:prstGeom prst="rect">
            <a:avLst/>
          </a:prstGeom>
          <a:noFill/>
        </p:spPr>
        <p:txBody>
          <a:bodyPr wrap="square" lIns="0" rIns="0" tIns="0" bIns="0" anchor="t"/>
          <a:lstStyle/>
          <a:p>
            <a:pPr algn="l">
              <a:lnSpc>
                <a:spcPts val="2048"/>
              </a:lnSpc>
              <a:spcBef>
                <a:spcPts val="0"/>
              </a:spcBef>
              <a:spcAft>
                <a:spcPts val="0"/>
              </a:spcAft>
            </a:pPr>
            <a:r>
              <a:rPr sz="1600" b="1" i="0">
                <a:solidFill>
                  <a:srgbClr val="1B2A4A"/>
                </a:solidFill>
                <a:latin typeface="Calibri"/>
              </a:rPr>
              <a:t>Pendiente</a:t>
            </a:r>
            <a:r>
              <a:rPr sz="1600" b="0" i="0">
                <a:solidFill>
                  <a:srgbClr val="3F4A5A"/>
                </a:solidFill>
                <a:latin typeface="Calibri"/>
              </a:rPr>
              <a:t>: cuánto baja el error si h se divide por 2</a:t>
            </a:r>
          </a:p>
        </p:txBody>
      </p:sp>
      <p:sp>
        <p:nvSpPr>
          <p:cNvPr id="42" name="!!mms:ee7d2ff832"/>
          <p:cNvSpPr/>
          <p:nvPr/>
        </p:nvSpPr>
        <p:spPr>
          <a:xfrm>
            <a:off x="571500" y="5276850"/>
            <a:ext cx="2667000" cy="373380"/>
          </a:xfrm>
          <a:prstGeom prst="roundRect">
            <a:avLst>
              <a:gd name="adj" fmla="val 18707"/>
            </a:avLst>
          </a:prstGeom>
          <a:solidFill>
            <a:srgbClr val="E9F1FF"/>
          </a:solidFill>
          <a:ln w="12700">
            <a:solidFill>
              <a:srgbClr val="0A58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mms:bfd64958ed"/>
          <p:cNvSpPr txBox="1"/>
          <p:nvPr/>
        </p:nvSpPr>
        <p:spPr>
          <a:xfrm>
            <a:off x="704850" y="5356924"/>
            <a:ext cx="278130" cy="228600"/>
          </a:xfrm>
          <a:prstGeom prst="rect">
            <a:avLst/>
          </a:prstGeom>
          <a:noFill/>
        </p:spPr>
        <p:txBody>
          <a:bodyPr wrap="square" lIns="0" rIns="0" tIns="0" bIns="0" anchor="t"/>
          <a:lstStyle/>
          <a:p>
            <a:pPr algn="l">
              <a:lnSpc>
                <a:spcPts val="1800"/>
              </a:lnSpc>
              <a:spcBef>
                <a:spcPts val="0"/>
              </a:spcBef>
              <a:spcAft>
                <a:spcPts val="0"/>
              </a:spcAft>
            </a:pPr>
            <a:r>
              <a:rPr sz="1500" b="1" i="0">
                <a:solidFill>
                  <a:srgbClr val="0A58CA"/>
                </a:solidFill>
                <a:latin typeface="Calibri"/>
              </a:rPr>
              <a:t>Q4</a:t>
            </a:r>
          </a:p>
        </p:txBody>
      </p:sp>
      <p:sp>
        <p:nvSpPr>
          <p:cNvPr id="44" name="!!mms:f7f784f283"/>
          <p:cNvSpPr txBox="1"/>
          <p:nvPr/>
        </p:nvSpPr>
        <p:spPr>
          <a:xfrm>
            <a:off x="1021080" y="5357724"/>
            <a:ext cx="1214438" cy="213360"/>
          </a:xfrm>
          <a:prstGeom prst="rect">
            <a:avLst/>
          </a:prstGeom>
          <a:noFill/>
        </p:spPr>
        <p:txBody>
          <a:bodyPr wrap="square" lIns="0" rIns="0" tIns="0" bIns="0" anchor="t"/>
          <a:lstStyle/>
          <a:p>
            <a:pPr algn="l">
              <a:lnSpc>
                <a:spcPts val="1680"/>
              </a:lnSpc>
              <a:spcBef>
                <a:spcPts val="0"/>
              </a:spcBef>
              <a:spcAft>
                <a:spcPts val="0"/>
              </a:spcAft>
            </a:pPr>
            <a:r>
              <a:rPr sz="1400" b="0" i="0">
                <a:solidFill>
                  <a:srgbClr val="1F2937"/>
                </a:solidFill>
                <a:latin typeface="Calibri"/>
              </a:rPr>
              <a:t>pendiente</a:t>
            </a:r>
            <a:r>
              <a:rPr sz="1700" b="1" i="0">
                <a:solidFill>
                  <a:srgbClr val="1F2937"/>
                </a:solidFill>
                <a:latin typeface="Calibri"/>
              </a:rPr>
              <a:t> 2,00</a:t>
            </a:r>
          </a:p>
        </p:txBody>
      </p:sp>
      <p:sp>
        <p:nvSpPr>
          <p:cNvPr id="45" name="!!mms:0d61ed3087"/>
          <p:cNvSpPr txBox="1"/>
          <p:nvPr/>
        </p:nvSpPr>
        <p:spPr>
          <a:xfrm>
            <a:off x="2515172" y="5380749"/>
            <a:ext cx="640778"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teórica 2</a:t>
            </a:r>
          </a:p>
        </p:txBody>
      </p:sp>
      <p:sp>
        <p:nvSpPr>
          <p:cNvPr id="46" name="!!mms:b2f548e1ed"/>
          <p:cNvSpPr/>
          <p:nvPr/>
        </p:nvSpPr>
        <p:spPr>
          <a:xfrm>
            <a:off x="3352800" y="5276850"/>
            <a:ext cx="2667000" cy="373380"/>
          </a:xfrm>
          <a:prstGeom prst="roundRect">
            <a:avLst>
              <a:gd name="adj" fmla="val 18707"/>
            </a:avLst>
          </a:prstGeom>
          <a:solidFill>
            <a:srgbClr val="FFF1E6"/>
          </a:solidFill>
          <a:ln w="12700">
            <a:solidFill>
              <a:srgbClr val="B450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mms:cde1c315a5"/>
          <p:cNvSpPr txBox="1"/>
          <p:nvPr/>
        </p:nvSpPr>
        <p:spPr>
          <a:xfrm>
            <a:off x="3486150" y="5356924"/>
            <a:ext cx="278130" cy="228600"/>
          </a:xfrm>
          <a:prstGeom prst="rect">
            <a:avLst/>
          </a:prstGeom>
          <a:noFill/>
        </p:spPr>
        <p:txBody>
          <a:bodyPr wrap="square" lIns="0" rIns="0" tIns="0" bIns="0" anchor="t"/>
          <a:lstStyle/>
          <a:p>
            <a:pPr algn="l">
              <a:lnSpc>
                <a:spcPts val="1800"/>
              </a:lnSpc>
              <a:spcBef>
                <a:spcPts val="0"/>
              </a:spcBef>
              <a:spcAft>
                <a:spcPts val="0"/>
              </a:spcAft>
            </a:pPr>
            <a:r>
              <a:rPr sz="1500" b="1" i="0">
                <a:solidFill>
                  <a:srgbClr val="B4500A"/>
                </a:solidFill>
                <a:latin typeface="Calibri"/>
              </a:rPr>
              <a:t>Q9</a:t>
            </a:r>
          </a:p>
        </p:txBody>
      </p:sp>
      <p:sp>
        <p:nvSpPr>
          <p:cNvPr id="48" name="!!mms:22f2fc8201"/>
          <p:cNvSpPr txBox="1"/>
          <p:nvPr/>
        </p:nvSpPr>
        <p:spPr>
          <a:xfrm>
            <a:off x="3802380" y="5357724"/>
            <a:ext cx="1214438" cy="213360"/>
          </a:xfrm>
          <a:prstGeom prst="rect">
            <a:avLst/>
          </a:prstGeom>
          <a:noFill/>
        </p:spPr>
        <p:txBody>
          <a:bodyPr wrap="square" lIns="0" rIns="0" tIns="0" bIns="0" anchor="t"/>
          <a:lstStyle/>
          <a:p>
            <a:pPr algn="l">
              <a:lnSpc>
                <a:spcPts val="1680"/>
              </a:lnSpc>
              <a:spcBef>
                <a:spcPts val="0"/>
              </a:spcBef>
              <a:spcAft>
                <a:spcPts val="0"/>
              </a:spcAft>
            </a:pPr>
            <a:r>
              <a:rPr sz="1400" b="0" i="0">
                <a:solidFill>
                  <a:srgbClr val="1F2937"/>
                </a:solidFill>
                <a:latin typeface="Calibri"/>
              </a:rPr>
              <a:t>pendiente</a:t>
            </a:r>
            <a:r>
              <a:rPr sz="1700" b="1" i="0">
                <a:solidFill>
                  <a:srgbClr val="1F2937"/>
                </a:solidFill>
                <a:latin typeface="Calibri"/>
              </a:rPr>
              <a:t> 3,00</a:t>
            </a:r>
          </a:p>
        </p:txBody>
      </p:sp>
      <p:sp>
        <p:nvSpPr>
          <p:cNvPr id="49" name="!!mms:404d6aca7a"/>
          <p:cNvSpPr txBox="1"/>
          <p:nvPr/>
        </p:nvSpPr>
        <p:spPr>
          <a:xfrm>
            <a:off x="5296472" y="5380749"/>
            <a:ext cx="640778"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teórica 3</a:t>
            </a:r>
          </a:p>
        </p:txBody>
      </p:sp>
      <p:sp>
        <p:nvSpPr>
          <p:cNvPr id="50" name="!!mms:c216cc08a3"/>
          <p:cNvSpPr/>
          <p:nvPr/>
        </p:nvSpPr>
        <p:spPr>
          <a:xfrm>
            <a:off x="6172200" y="5276850"/>
            <a:ext cx="2667000" cy="373380"/>
          </a:xfrm>
          <a:prstGeom prst="roundRect">
            <a:avLst>
              <a:gd name="adj" fmla="val 18707"/>
            </a:avLst>
          </a:prstGeom>
          <a:solidFill>
            <a:srgbClr val="E9F1FF"/>
          </a:solidFill>
          <a:ln w="12700">
            <a:solidFill>
              <a:srgbClr val="0A58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mms:1fc5594e26"/>
          <p:cNvSpPr txBox="1"/>
          <p:nvPr/>
        </p:nvSpPr>
        <p:spPr>
          <a:xfrm>
            <a:off x="6305550" y="5356924"/>
            <a:ext cx="278130" cy="228600"/>
          </a:xfrm>
          <a:prstGeom prst="rect">
            <a:avLst/>
          </a:prstGeom>
          <a:noFill/>
        </p:spPr>
        <p:txBody>
          <a:bodyPr wrap="square" lIns="0" rIns="0" tIns="0" bIns="0" anchor="t"/>
          <a:lstStyle/>
          <a:p>
            <a:pPr algn="l">
              <a:lnSpc>
                <a:spcPts val="1800"/>
              </a:lnSpc>
              <a:spcBef>
                <a:spcPts val="0"/>
              </a:spcBef>
              <a:spcAft>
                <a:spcPts val="0"/>
              </a:spcAft>
            </a:pPr>
            <a:r>
              <a:rPr sz="1500" b="1" i="0">
                <a:solidFill>
                  <a:srgbClr val="0A58CA"/>
                </a:solidFill>
                <a:latin typeface="Calibri"/>
              </a:rPr>
              <a:t>Q4</a:t>
            </a:r>
          </a:p>
        </p:txBody>
      </p:sp>
      <p:sp>
        <p:nvSpPr>
          <p:cNvPr id="52" name="!!mms:304d7834e0"/>
          <p:cNvSpPr txBox="1"/>
          <p:nvPr/>
        </p:nvSpPr>
        <p:spPr>
          <a:xfrm>
            <a:off x="6621780" y="5357724"/>
            <a:ext cx="1214438" cy="213360"/>
          </a:xfrm>
          <a:prstGeom prst="rect">
            <a:avLst/>
          </a:prstGeom>
          <a:noFill/>
        </p:spPr>
        <p:txBody>
          <a:bodyPr wrap="square" lIns="0" rIns="0" tIns="0" bIns="0" anchor="t"/>
          <a:lstStyle/>
          <a:p>
            <a:pPr algn="l">
              <a:lnSpc>
                <a:spcPts val="1680"/>
              </a:lnSpc>
              <a:spcBef>
                <a:spcPts val="0"/>
              </a:spcBef>
              <a:spcAft>
                <a:spcPts val="0"/>
              </a:spcAft>
            </a:pPr>
            <a:r>
              <a:rPr sz="1400" b="0" i="0">
                <a:solidFill>
                  <a:srgbClr val="1F2937"/>
                </a:solidFill>
                <a:latin typeface="Calibri"/>
              </a:rPr>
              <a:t>pendiente</a:t>
            </a:r>
            <a:r>
              <a:rPr sz="1700" b="1" i="0">
                <a:solidFill>
                  <a:srgbClr val="1F2937"/>
                </a:solidFill>
                <a:latin typeface="Calibri"/>
              </a:rPr>
              <a:t> 1,00</a:t>
            </a:r>
          </a:p>
        </p:txBody>
      </p:sp>
      <p:sp>
        <p:nvSpPr>
          <p:cNvPr id="53" name="!!mms:674186be27"/>
          <p:cNvSpPr txBox="1"/>
          <p:nvPr/>
        </p:nvSpPr>
        <p:spPr>
          <a:xfrm>
            <a:off x="8115871" y="5380749"/>
            <a:ext cx="640778"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teórica 1</a:t>
            </a:r>
          </a:p>
        </p:txBody>
      </p:sp>
      <p:sp>
        <p:nvSpPr>
          <p:cNvPr id="54" name="!!mms:a05d7908f6"/>
          <p:cNvSpPr/>
          <p:nvPr/>
        </p:nvSpPr>
        <p:spPr>
          <a:xfrm>
            <a:off x="8953500" y="5276850"/>
            <a:ext cx="2667000" cy="373380"/>
          </a:xfrm>
          <a:prstGeom prst="roundRect">
            <a:avLst>
              <a:gd name="adj" fmla="val 18707"/>
            </a:avLst>
          </a:prstGeom>
          <a:solidFill>
            <a:srgbClr val="FFF1E6"/>
          </a:solidFill>
          <a:ln w="12700">
            <a:solidFill>
              <a:srgbClr val="B450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mms:37498cf1ef"/>
          <p:cNvSpPr txBox="1"/>
          <p:nvPr/>
        </p:nvSpPr>
        <p:spPr>
          <a:xfrm>
            <a:off x="9086850" y="5356924"/>
            <a:ext cx="278130" cy="228600"/>
          </a:xfrm>
          <a:prstGeom prst="rect">
            <a:avLst/>
          </a:prstGeom>
          <a:noFill/>
        </p:spPr>
        <p:txBody>
          <a:bodyPr wrap="square" lIns="0" rIns="0" tIns="0" bIns="0" anchor="t"/>
          <a:lstStyle/>
          <a:p>
            <a:pPr algn="l">
              <a:lnSpc>
                <a:spcPts val="1800"/>
              </a:lnSpc>
              <a:spcBef>
                <a:spcPts val="0"/>
              </a:spcBef>
              <a:spcAft>
                <a:spcPts val="0"/>
              </a:spcAft>
            </a:pPr>
            <a:r>
              <a:rPr sz="1500" b="1" i="0">
                <a:solidFill>
                  <a:srgbClr val="B4500A"/>
                </a:solidFill>
                <a:latin typeface="Calibri"/>
              </a:rPr>
              <a:t>Q9</a:t>
            </a:r>
          </a:p>
        </p:txBody>
      </p:sp>
      <p:sp>
        <p:nvSpPr>
          <p:cNvPr id="56" name="!!mms:f5b063e879"/>
          <p:cNvSpPr txBox="1"/>
          <p:nvPr/>
        </p:nvSpPr>
        <p:spPr>
          <a:xfrm>
            <a:off x="9403080" y="5357724"/>
            <a:ext cx="1214438" cy="213360"/>
          </a:xfrm>
          <a:prstGeom prst="rect">
            <a:avLst/>
          </a:prstGeom>
          <a:noFill/>
        </p:spPr>
        <p:txBody>
          <a:bodyPr wrap="square" lIns="0" rIns="0" tIns="0" bIns="0" anchor="t"/>
          <a:lstStyle/>
          <a:p>
            <a:pPr algn="l">
              <a:lnSpc>
                <a:spcPts val="1680"/>
              </a:lnSpc>
              <a:spcBef>
                <a:spcPts val="0"/>
              </a:spcBef>
              <a:spcAft>
                <a:spcPts val="0"/>
              </a:spcAft>
            </a:pPr>
            <a:r>
              <a:rPr sz="1400" b="0" i="0">
                <a:solidFill>
                  <a:srgbClr val="1F2937"/>
                </a:solidFill>
                <a:latin typeface="Calibri"/>
              </a:rPr>
              <a:t>pendiente</a:t>
            </a:r>
            <a:r>
              <a:rPr sz="1700" b="1" i="0">
                <a:solidFill>
                  <a:srgbClr val="1F2937"/>
                </a:solidFill>
                <a:latin typeface="Calibri"/>
              </a:rPr>
              <a:t> 2,00</a:t>
            </a:r>
          </a:p>
        </p:txBody>
      </p:sp>
      <p:sp>
        <p:nvSpPr>
          <p:cNvPr id="57" name="!!mms:e5bec9e73f"/>
          <p:cNvSpPr txBox="1"/>
          <p:nvPr/>
        </p:nvSpPr>
        <p:spPr>
          <a:xfrm>
            <a:off x="10897172" y="5380749"/>
            <a:ext cx="640778"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teórica 2</a:t>
            </a:r>
          </a:p>
        </p:txBody>
      </p:sp>
      <p:sp>
        <p:nvSpPr>
          <p:cNvPr id="58" name="!!mms:53529f56d9"/>
          <p:cNvSpPr/>
          <p:nvPr/>
        </p:nvSpPr>
        <p:spPr>
          <a:xfrm>
            <a:off x="568325" y="5730875"/>
            <a:ext cx="8379016" cy="577850"/>
          </a:xfrm>
          <a:prstGeom prst="roundRect">
            <a:avLst>
              <a:gd name="adj" fmla="val 14835"/>
            </a:avLst>
          </a:prstGeom>
          <a:solidFill>
            <a:srgbClr val="E8F5EE"/>
          </a:solidFill>
          <a:ln w="635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mms:93cef166e7" descr="12c781814372d3ad.png"/>
          <p:cNvPicPr>
            <a:picLocks noChangeAspect="1"/>
          </p:cNvPicPr>
          <p:nvPr/>
        </p:nvPicPr>
        <p:blipFill>
          <a:blip r:embed="rId15"/>
          <a:stretch>
            <a:fillRect/>
          </a:stretch>
        </p:blipFill>
        <p:spPr>
          <a:xfrm>
            <a:off x="711200" y="5854700"/>
            <a:ext cx="330200" cy="330200"/>
          </a:xfrm>
          <a:prstGeom prst="rect">
            <a:avLst/>
          </a:prstGeom>
        </p:spPr>
      </p:pic>
      <p:pic>
        <p:nvPicPr>
          <p:cNvPr id="60" name="!!mms:63806b4261" descr="24eedff82b62d636.png"/>
          <p:cNvPicPr>
            <a:picLocks noChangeAspect="1"/>
          </p:cNvPicPr>
          <p:nvPr/>
        </p:nvPicPr>
        <p:blipFill>
          <a:blip r:embed="rId16"/>
          <a:stretch>
            <a:fillRect/>
          </a:stretch>
        </p:blipFill>
        <p:spPr>
          <a:xfrm>
            <a:off x="1130300" y="5854700"/>
            <a:ext cx="330200" cy="330200"/>
          </a:xfrm>
          <a:prstGeom prst="rect">
            <a:avLst/>
          </a:prstGeom>
        </p:spPr>
      </p:pic>
      <p:sp>
        <p:nvSpPr>
          <p:cNvPr id="61" name="!!mms:0a4a2a2626"/>
          <p:cNvSpPr txBox="1"/>
          <p:nvPr/>
        </p:nvSpPr>
        <p:spPr>
          <a:xfrm>
            <a:off x="1587500" y="5804926"/>
            <a:ext cx="7361301" cy="433832"/>
          </a:xfrm>
          <a:prstGeom prst="rect">
            <a:avLst/>
          </a:prstGeom>
          <a:noFill/>
        </p:spPr>
        <p:txBody>
          <a:bodyPr wrap="square" lIns="0" rIns="0" tIns="0" bIns="0" anchor="t"/>
          <a:lstStyle/>
          <a:p>
            <a:pPr algn="l">
              <a:lnSpc>
                <a:spcPts val="1708"/>
              </a:lnSpc>
              <a:spcBef>
                <a:spcPts val="0"/>
              </a:spcBef>
              <a:spcAft>
                <a:spcPts val="0"/>
              </a:spcAft>
            </a:pPr>
            <a:r>
              <a:rPr sz="1400" b="1" i="0">
                <a:solidFill>
                  <a:srgbClr val="1F2937"/>
                </a:solidFill>
                <a:latin typeface="Calibri"/>
              </a:rPr>
              <a:t>Cuadrado y distorsionado, en tensión y en deformación plana:</a:t>
            </a:r>
            <a:r>
              <a:rPr sz="1400" b="0" i="0">
                <a:solidFill>
                  <a:srgbClr val="3F4A5A"/>
                </a:solidFill>
                <a:latin typeface="Calibri"/>
              </a:rPr>
              <a:t> las mismas tasas, con diferencias</a:t>
            </a:r>
            <a:br/>
            <a:r>
              <a:rPr sz="1400" b="0" i="0">
                <a:solidFill>
                  <a:srgbClr val="3F4A5A"/>
                </a:solidFill>
                <a:latin typeface="Calibri"/>
              </a:rPr>
              <a:t>menores que 0,01</a:t>
            </a:r>
            <a:r>
              <a:rPr sz="1100" b="0" i="0">
                <a:solidFill>
                  <a:srgbClr val="5B6575"/>
                </a:solidFill>
                <a:latin typeface="Calibri"/>
              </a:rPr>
              <a:t> (Tabla D.3)</a:t>
            </a:r>
          </a:p>
        </p:txBody>
      </p:sp>
      <p:sp>
        <p:nvSpPr>
          <p:cNvPr id="62" name="!!mms:b821d56d14"/>
          <p:cNvSpPr/>
          <p:nvPr/>
        </p:nvSpPr>
        <p:spPr>
          <a:xfrm>
            <a:off x="9112440" y="5819775"/>
            <a:ext cx="2504884" cy="4000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mms:c0e7f82cb9"/>
          <p:cNvSpPr txBox="1"/>
          <p:nvPr/>
        </p:nvSpPr>
        <p:spPr>
          <a:xfrm>
            <a:off x="9482455" y="5909635"/>
            <a:ext cx="2036445" cy="232537"/>
          </a:xfrm>
          <a:prstGeom prst="rect">
            <a:avLst/>
          </a:prstGeom>
          <a:noFill/>
        </p:spPr>
        <p:txBody>
          <a:bodyPr wrap="square" lIns="0" rIns="0" tIns="0" bIns="0" anchor="t"/>
          <a:lstStyle/>
          <a:p>
            <a:pPr algn="l">
              <a:lnSpc>
                <a:spcPts val="1831"/>
              </a:lnSpc>
              <a:spcBef>
                <a:spcPts val="0"/>
              </a:spcBef>
              <a:spcAft>
                <a:spcPts val="0"/>
              </a:spcAft>
            </a:pPr>
            <a:r>
              <a:rPr sz="1500" b="1" i="0" spc="15">
                <a:solidFill>
                  <a:srgbClr val="198754"/>
                </a:solidFill>
                <a:latin typeface="Calibri"/>
              </a:rPr>
              <a:t>Teórica ± 0,5 · se cumple</a:t>
            </a:r>
          </a:p>
        </p:txBody>
      </p:sp>
      <p:sp>
        <p:nvSpPr>
          <p:cNvPr id="64" name="!!mms:aa7da6e4fe"/>
          <p:cNvSpPr txBox="1"/>
          <p:nvPr/>
        </p:nvSpPr>
        <p:spPr>
          <a:xfrm>
            <a:off x="9261666" y="5919160"/>
            <a:ext cx="195453" cy="232537"/>
          </a:xfrm>
          <a:prstGeom prst="rect">
            <a:avLst/>
          </a:prstGeom>
          <a:noFill/>
        </p:spPr>
        <p:txBody>
          <a:bodyPr wrap="square" lIns="0" rIns="0" tIns="0" bIns="0" anchor="t"/>
          <a:lstStyle/>
          <a:p>
            <a:pPr algn="l">
              <a:lnSpc>
                <a:spcPts val="1831"/>
              </a:lnSpc>
              <a:spcBef>
                <a:spcPts val="0"/>
              </a:spcBef>
              <a:spcAft>
                <a:spcPts val="0"/>
              </a:spcAft>
            </a:pPr>
            <a:r>
              <a:rPr sz="1500" b="1" i="0" spc="15">
                <a:solidFill>
                  <a:srgbClr val="198754"/>
                </a:solidFill>
                <a:latin typeface="Calibri"/>
              </a:rPr>
              <a:t>✓</a:t>
            </a:r>
          </a:p>
        </p:txBody>
      </p:sp>
      <p:sp>
        <p:nvSpPr>
          <p:cNvPr id="65" name="!!mms:76f96ee558"/>
          <p:cNvSpPr txBox="1"/>
          <p:nvPr/>
        </p:nvSpPr>
        <p:spPr>
          <a:xfrm>
            <a:off x="565150" y="1275423"/>
            <a:ext cx="4597972" cy="320040"/>
          </a:xfrm>
          <a:prstGeom prst="rect">
            <a:avLst/>
          </a:prstGeom>
          <a:noFill/>
        </p:spPr>
        <p:txBody>
          <a:bodyPr wrap="square" lIns="0" rIns="0" tIns="0" bIns="0" anchor="t"/>
          <a:lstStyle/>
          <a:p>
            <a:pPr algn="l">
              <a:lnSpc>
                <a:spcPts val="2520"/>
              </a:lnSpc>
              <a:spcBef>
                <a:spcPts val="0"/>
              </a:spcBef>
              <a:spcAft>
                <a:spcPts val="0"/>
              </a:spcAft>
            </a:pPr>
            <a:r>
              <a:rPr sz="2100" b="1" i="0">
                <a:solidFill>
                  <a:srgbClr val="3F4A5A"/>
                </a:solidFill>
                <a:latin typeface="Calibri"/>
              </a:rPr>
              <a:t>Verificar:</a:t>
            </a:r>
            <a:r>
              <a:rPr sz="2100" b="1" i="0">
                <a:solidFill>
                  <a:srgbClr val="1B2A4A"/>
                </a:solidFill>
                <a:latin typeface="Calibri"/>
              </a:rPr>
              <a:t> ¿resuelve bien sus ecuaciones?</a:t>
            </a:r>
          </a:p>
        </p:txBody>
      </p:sp>
      <p:sp>
        <p:nvSpPr>
          <p:cNvPr id="66" name="!!mms:4cf23a52fa"/>
          <p:cNvSpPr/>
          <p:nvPr/>
        </p:nvSpPr>
        <p:spPr>
          <a:xfrm>
            <a:off x="568325" y="1857375"/>
            <a:ext cx="3473450" cy="2978150"/>
          </a:xfrm>
          <a:prstGeom prst="roundRect">
            <a:avLst>
              <a:gd name="adj" fmla="val 330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mms:f931b61e1f"/>
          <p:cNvSpPr txBox="1"/>
          <p:nvPr/>
        </p:nvSpPr>
        <p:spPr>
          <a:xfrm>
            <a:off x="1092200" y="2004689"/>
            <a:ext cx="2836926" cy="226378"/>
          </a:xfrm>
          <a:prstGeom prst="rect">
            <a:avLst/>
          </a:prstGeom>
          <a:noFill/>
        </p:spPr>
        <p:txBody>
          <a:bodyPr wrap="square" lIns="0" rIns="0" tIns="0" bIns="0" anchor="t"/>
          <a:lstStyle/>
          <a:p>
            <a:pPr algn="l">
              <a:lnSpc>
                <a:spcPts val="1782"/>
              </a:lnSpc>
              <a:spcBef>
                <a:spcPts val="0"/>
              </a:spcBef>
              <a:spcAft>
                <a:spcPts val="0"/>
              </a:spcAft>
            </a:pPr>
            <a:r>
              <a:rPr sz="1550" b="1" i="0">
                <a:solidFill>
                  <a:srgbClr val="1B2A4A"/>
                </a:solidFill>
                <a:latin typeface="Calibri"/>
              </a:rPr>
              <a:t>Una solución exacta, fabricada</a:t>
            </a:r>
          </a:p>
        </p:txBody>
      </p:sp>
      <p:sp>
        <p:nvSpPr>
          <p:cNvPr id="68" name="!!mms:9829548ed7"/>
          <p:cNvSpPr/>
          <p:nvPr/>
        </p:nvSpPr>
        <p:spPr>
          <a:xfrm>
            <a:off x="736600" y="2000250"/>
            <a:ext cx="266700" cy="266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mms:1c616314ea"/>
          <p:cNvSpPr txBox="1"/>
          <p:nvPr/>
        </p:nvSpPr>
        <p:spPr>
          <a:xfrm>
            <a:off x="711200" y="2067719"/>
            <a:ext cx="31750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1</a:t>
            </a:r>
          </a:p>
        </p:txBody>
      </p:sp>
      <p:pic>
        <p:nvPicPr>
          <p:cNvPr id="70" name="!!mms:9af0d9f593" descr="3f1f74cf0214b02c.png"/>
          <p:cNvPicPr>
            <a:picLocks noChangeAspect="1"/>
          </p:cNvPicPr>
          <p:nvPr/>
        </p:nvPicPr>
        <p:blipFill>
          <a:blip r:embed="rId17"/>
          <a:stretch>
            <a:fillRect/>
          </a:stretch>
        </p:blipFill>
        <p:spPr>
          <a:xfrm>
            <a:off x="749300" y="2590800"/>
            <a:ext cx="1479550" cy="1473200"/>
          </a:xfrm>
          <a:prstGeom prst="rect">
            <a:avLst/>
          </a:prstGeom>
        </p:spPr>
      </p:pic>
      <p:pic>
        <p:nvPicPr>
          <p:cNvPr id="71" name="!!mms:49126a88d7" descr="48d2d26da1793c9e.png"/>
          <p:cNvPicPr>
            <a:picLocks noChangeAspect="1"/>
          </p:cNvPicPr>
          <p:nvPr/>
        </p:nvPicPr>
        <p:blipFill>
          <a:blip r:embed="rId18"/>
          <a:stretch>
            <a:fillRect/>
          </a:stretch>
        </p:blipFill>
        <p:spPr>
          <a:xfrm>
            <a:off x="736600" y="3822700"/>
            <a:ext cx="1504950" cy="552450"/>
          </a:xfrm>
          <a:prstGeom prst="rect">
            <a:avLst/>
          </a:prstGeom>
        </p:spPr>
      </p:pic>
      <p:pic>
        <p:nvPicPr>
          <p:cNvPr id="72" name="!!mms:3d97c81619" descr="1eb5acc180da2e3f.png"/>
          <p:cNvPicPr>
            <a:picLocks noChangeAspect="1"/>
          </p:cNvPicPr>
          <p:nvPr/>
        </p:nvPicPr>
        <p:blipFill>
          <a:blip r:embed="rId19"/>
          <a:stretch>
            <a:fillRect/>
          </a:stretch>
        </p:blipFill>
        <p:spPr>
          <a:xfrm>
            <a:off x="2368550" y="2590800"/>
            <a:ext cx="1479550" cy="1473200"/>
          </a:xfrm>
          <a:prstGeom prst="rect">
            <a:avLst/>
          </a:prstGeom>
        </p:spPr>
      </p:pic>
      <p:pic>
        <p:nvPicPr>
          <p:cNvPr id="73" name="!!mms:cf3d9a8df8" descr="69a8b685f0f2de52.png"/>
          <p:cNvPicPr>
            <a:picLocks noChangeAspect="1"/>
          </p:cNvPicPr>
          <p:nvPr/>
        </p:nvPicPr>
        <p:blipFill>
          <a:blip r:embed="rId20"/>
          <a:stretch>
            <a:fillRect/>
          </a:stretch>
        </p:blipFill>
        <p:spPr>
          <a:xfrm>
            <a:off x="2343150" y="3822700"/>
            <a:ext cx="1530350" cy="552450"/>
          </a:xfrm>
          <a:prstGeom prst="rect">
            <a:avLst/>
          </a:prstGeom>
        </p:spPr>
      </p:pic>
      <p:sp>
        <p:nvSpPr>
          <p:cNvPr id="74" name="!!mms:9352939acd"/>
          <p:cNvSpPr txBox="1"/>
          <p:nvPr/>
        </p:nvSpPr>
        <p:spPr>
          <a:xfrm>
            <a:off x="4032250" y="3140646"/>
            <a:ext cx="457200" cy="342900"/>
          </a:xfrm>
          <a:prstGeom prst="rect">
            <a:avLst/>
          </a:prstGeom>
          <a:noFill/>
        </p:spPr>
        <p:txBody>
          <a:bodyPr wrap="square" lIns="0" rIns="0" tIns="0" bIns="0" anchor="t"/>
          <a:lstStyle/>
          <a:p>
            <a:pPr algn="ctr">
              <a:lnSpc>
                <a:spcPts val="2700"/>
              </a:lnSpc>
              <a:spcBef>
                <a:spcPts val="0"/>
              </a:spcBef>
              <a:spcAft>
                <a:spcPts val="0"/>
              </a:spcAft>
            </a:pPr>
            <a:r>
              <a:rPr sz="2700" b="1" i="0">
                <a:solidFill>
                  <a:srgbClr val="5B6575"/>
                </a:solidFill>
                <a:latin typeface="Calibri"/>
              </a:rPr>
              <a:t>→</a:t>
            </a:r>
          </a:p>
        </p:txBody>
      </p:sp>
      <p:sp>
        <p:nvSpPr>
          <p:cNvPr id="75" name="!!mms:dfed84c281"/>
          <p:cNvSpPr/>
          <p:nvPr/>
        </p:nvSpPr>
        <p:spPr>
          <a:xfrm>
            <a:off x="4479925" y="1857375"/>
            <a:ext cx="4197350" cy="2978150"/>
          </a:xfrm>
          <a:prstGeom prst="roundRect">
            <a:avLst>
              <a:gd name="adj" fmla="val 330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mms:b1bee86858"/>
          <p:cNvSpPr txBox="1"/>
          <p:nvPr/>
        </p:nvSpPr>
        <p:spPr>
          <a:xfrm>
            <a:off x="5003800" y="2004689"/>
            <a:ext cx="3575304" cy="452755"/>
          </a:xfrm>
          <a:prstGeom prst="rect">
            <a:avLst/>
          </a:prstGeom>
          <a:noFill/>
        </p:spPr>
        <p:txBody>
          <a:bodyPr wrap="square" lIns="0" rIns="0" tIns="0" bIns="0" anchor="t"/>
          <a:lstStyle/>
          <a:p>
            <a:pPr algn="l">
              <a:lnSpc>
                <a:spcPts val="1782"/>
              </a:lnSpc>
              <a:spcBef>
                <a:spcPts val="0"/>
              </a:spcBef>
              <a:spcAft>
                <a:spcPts val="0"/>
              </a:spcAft>
            </a:pPr>
            <a:r>
              <a:rPr sz="1550" b="1" i="0">
                <a:solidFill>
                  <a:srgbClr val="1B2A4A"/>
                </a:solidFill>
                <a:latin typeface="Calibri"/>
              </a:rPr>
              <a:t>EduFEM la calcula en mallas cada vez más</a:t>
            </a:r>
            <a:br/>
            <a:r>
              <a:rPr sz="1550" b="1" i="0">
                <a:solidFill>
                  <a:srgbClr val="1B2A4A"/>
                </a:solidFill>
                <a:latin typeface="Calibri"/>
              </a:rPr>
              <a:t>finas</a:t>
            </a:r>
          </a:p>
        </p:txBody>
      </p:sp>
      <p:sp>
        <p:nvSpPr>
          <p:cNvPr id="77" name="!!mms:6d8f14a5a5"/>
          <p:cNvSpPr/>
          <p:nvPr/>
        </p:nvSpPr>
        <p:spPr>
          <a:xfrm>
            <a:off x="4648200" y="2000250"/>
            <a:ext cx="266700" cy="266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mms:763699f647"/>
          <p:cNvSpPr txBox="1"/>
          <p:nvPr/>
        </p:nvSpPr>
        <p:spPr>
          <a:xfrm>
            <a:off x="4622800" y="2067719"/>
            <a:ext cx="31750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2</a:t>
            </a:r>
          </a:p>
        </p:txBody>
      </p:sp>
      <p:pic>
        <p:nvPicPr>
          <p:cNvPr id="79" name="!!mms:78c3b2fcab" descr="d8b5bca994e104b5.png"/>
          <p:cNvPicPr>
            <a:picLocks noChangeAspect="1"/>
          </p:cNvPicPr>
          <p:nvPr/>
        </p:nvPicPr>
        <p:blipFill>
          <a:blip r:embed="rId21"/>
          <a:stretch>
            <a:fillRect/>
          </a:stretch>
        </p:blipFill>
        <p:spPr>
          <a:xfrm>
            <a:off x="4648200" y="2673350"/>
            <a:ext cx="685800" cy="685800"/>
          </a:xfrm>
          <a:prstGeom prst="rect">
            <a:avLst/>
          </a:prstGeom>
        </p:spPr>
      </p:pic>
      <p:sp>
        <p:nvSpPr>
          <p:cNvPr id="80" name="!!mms:5e3a380f35"/>
          <p:cNvSpPr txBox="1"/>
          <p:nvPr/>
        </p:nvSpPr>
        <p:spPr>
          <a:xfrm>
            <a:off x="4816348" y="3436684"/>
            <a:ext cx="400177"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3F4A5A"/>
                </a:solidFill>
                <a:latin typeface="Calibri"/>
              </a:rPr>
              <a:t>N = 2</a:t>
            </a:r>
          </a:p>
        </p:txBody>
      </p:sp>
      <p:pic>
        <p:nvPicPr>
          <p:cNvPr id="81" name="!!mms:e2a922e3f7" descr="06bbd59da7a4ea9a.png"/>
          <p:cNvPicPr>
            <a:picLocks noChangeAspect="1"/>
          </p:cNvPicPr>
          <p:nvPr/>
        </p:nvPicPr>
        <p:blipFill>
          <a:blip r:embed="rId22"/>
          <a:stretch>
            <a:fillRect/>
          </a:stretch>
        </p:blipFill>
        <p:spPr>
          <a:xfrm>
            <a:off x="5435600" y="2673350"/>
            <a:ext cx="685800" cy="685800"/>
          </a:xfrm>
          <a:prstGeom prst="rect">
            <a:avLst/>
          </a:prstGeom>
        </p:spPr>
      </p:pic>
      <p:sp>
        <p:nvSpPr>
          <p:cNvPr id="82" name="!!mms:d92a4510c0"/>
          <p:cNvSpPr txBox="1"/>
          <p:nvPr/>
        </p:nvSpPr>
        <p:spPr>
          <a:xfrm>
            <a:off x="5603748" y="3436684"/>
            <a:ext cx="400177"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3F4A5A"/>
                </a:solidFill>
                <a:latin typeface="Calibri"/>
              </a:rPr>
              <a:t>N = 4</a:t>
            </a:r>
          </a:p>
        </p:txBody>
      </p:sp>
      <p:pic>
        <p:nvPicPr>
          <p:cNvPr id="83" name="!!mms:03be4d1c65" descr="23eaf964f11d3fe5.png"/>
          <p:cNvPicPr>
            <a:picLocks noChangeAspect="1"/>
          </p:cNvPicPr>
          <p:nvPr/>
        </p:nvPicPr>
        <p:blipFill>
          <a:blip r:embed="rId23"/>
          <a:stretch>
            <a:fillRect/>
          </a:stretch>
        </p:blipFill>
        <p:spPr>
          <a:xfrm>
            <a:off x="6223000" y="2673350"/>
            <a:ext cx="685800" cy="685800"/>
          </a:xfrm>
          <a:prstGeom prst="rect">
            <a:avLst/>
          </a:prstGeom>
        </p:spPr>
      </p:pic>
      <p:sp>
        <p:nvSpPr>
          <p:cNvPr id="84" name="!!mms:a73bebfd25"/>
          <p:cNvSpPr txBox="1"/>
          <p:nvPr/>
        </p:nvSpPr>
        <p:spPr>
          <a:xfrm>
            <a:off x="6391148" y="3436684"/>
            <a:ext cx="400177"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3F4A5A"/>
                </a:solidFill>
                <a:latin typeface="Calibri"/>
              </a:rPr>
              <a:t>N = 8</a:t>
            </a:r>
          </a:p>
        </p:txBody>
      </p:sp>
      <p:pic>
        <p:nvPicPr>
          <p:cNvPr id="85" name="!!mms:f57df87bd9" descr="4f302b52cc8a146e.png"/>
          <p:cNvPicPr>
            <a:picLocks noChangeAspect="1"/>
          </p:cNvPicPr>
          <p:nvPr/>
        </p:nvPicPr>
        <p:blipFill>
          <a:blip r:embed="rId24"/>
          <a:stretch>
            <a:fillRect/>
          </a:stretch>
        </p:blipFill>
        <p:spPr>
          <a:xfrm>
            <a:off x="7010400" y="2673350"/>
            <a:ext cx="685800" cy="685800"/>
          </a:xfrm>
          <a:prstGeom prst="rect">
            <a:avLst/>
          </a:prstGeom>
        </p:spPr>
      </p:pic>
      <p:sp>
        <p:nvSpPr>
          <p:cNvPr id="86" name="!!mms:40f8214784"/>
          <p:cNvSpPr txBox="1"/>
          <p:nvPr/>
        </p:nvSpPr>
        <p:spPr>
          <a:xfrm>
            <a:off x="7136829" y="3436684"/>
            <a:ext cx="483806"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3F4A5A"/>
                </a:solidFill>
                <a:latin typeface="Calibri"/>
              </a:rPr>
              <a:t>N = 16</a:t>
            </a:r>
          </a:p>
        </p:txBody>
      </p:sp>
      <p:pic>
        <p:nvPicPr>
          <p:cNvPr id="87" name="!!mms:3fd54ecaeb" descr="aa03cb9c81230ebb.png"/>
          <p:cNvPicPr>
            <a:picLocks noChangeAspect="1"/>
          </p:cNvPicPr>
          <p:nvPr/>
        </p:nvPicPr>
        <p:blipFill>
          <a:blip r:embed="rId25"/>
          <a:stretch>
            <a:fillRect/>
          </a:stretch>
        </p:blipFill>
        <p:spPr>
          <a:xfrm>
            <a:off x="7797800" y="2673350"/>
            <a:ext cx="685800" cy="685800"/>
          </a:xfrm>
          <a:prstGeom prst="rect">
            <a:avLst/>
          </a:prstGeom>
        </p:spPr>
      </p:pic>
      <p:sp>
        <p:nvSpPr>
          <p:cNvPr id="88" name="!!mms:ed3f632dc2"/>
          <p:cNvSpPr txBox="1"/>
          <p:nvPr/>
        </p:nvSpPr>
        <p:spPr>
          <a:xfrm>
            <a:off x="7924229" y="3436684"/>
            <a:ext cx="483806"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3F4A5A"/>
                </a:solidFill>
                <a:latin typeface="Calibri"/>
              </a:rPr>
              <a:t>N = 32</a:t>
            </a:r>
          </a:p>
        </p:txBody>
      </p:sp>
      <p:sp>
        <p:nvSpPr>
          <p:cNvPr id="89" name="!!mms:1257cc860b"/>
          <p:cNvSpPr txBox="1"/>
          <p:nvPr/>
        </p:nvSpPr>
        <p:spPr>
          <a:xfrm>
            <a:off x="4648200" y="3800646"/>
            <a:ext cx="3938016" cy="239395"/>
          </a:xfrm>
          <a:prstGeom prst="rect">
            <a:avLst/>
          </a:prstGeom>
          <a:noFill/>
        </p:spPr>
        <p:txBody>
          <a:bodyPr wrap="square" lIns="0" rIns="0" tIns="0" bIns="0" anchor="t"/>
          <a:lstStyle/>
          <a:p>
            <a:pPr algn="l">
              <a:lnSpc>
                <a:spcPts val="1885"/>
              </a:lnSpc>
              <a:spcBef>
                <a:spcPts val="0"/>
              </a:spcBef>
              <a:spcAft>
                <a:spcPts val="0"/>
              </a:spcAft>
            </a:pPr>
            <a:r>
              <a:rPr sz="1450" b="1" i="1">
                <a:solidFill>
                  <a:srgbClr val="1F2937"/>
                </a:solidFill>
                <a:latin typeface="Calibri"/>
              </a:rPr>
              <a:t>h</a:t>
            </a:r>
            <a:r>
              <a:rPr sz="1450" b="0" i="0">
                <a:solidFill>
                  <a:srgbClr val="3F4A5A"/>
                </a:solidFill>
                <a:latin typeface="Calibri"/>
              </a:rPr>
              <a:t> = 1/N: el tamaño de los elementos</a:t>
            </a:r>
          </a:p>
        </p:txBody>
      </p:sp>
      <p:sp>
        <p:nvSpPr>
          <p:cNvPr id="90" name="!!mms:2028a68887"/>
          <p:cNvSpPr txBox="1"/>
          <p:nvPr/>
        </p:nvSpPr>
        <p:spPr>
          <a:xfrm>
            <a:off x="8667750" y="3140646"/>
            <a:ext cx="457200" cy="342900"/>
          </a:xfrm>
          <a:prstGeom prst="rect">
            <a:avLst/>
          </a:prstGeom>
          <a:noFill/>
        </p:spPr>
        <p:txBody>
          <a:bodyPr wrap="square" lIns="0" rIns="0" tIns="0" bIns="0" anchor="t"/>
          <a:lstStyle/>
          <a:p>
            <a:pPr algn="ctr">
              <a:lnSpc>
                <a:spcPts val="2700"/>
              </a:lnSpc>
              <a:spcBef>
                <a:spcPts val="0"/>
              </a:spcBef>
              <a:spcAft>
                <a:spcPts val="0"/>
              </a:spcAft>
            </a:pPr>
            <a:r>
              <a:rPr sz="2700" b="1" i="0">
                <a:solidFill>
                  <a:srgbClr val="5B6575"/>
                </a:solidFill>
                <a:latin typeface="Calibri"/>
              </a:rPr>
              <a:t>→</a:t>
            </a:r>
          </a:p>
        </p:txBody>
      </p:sp>
      <p:sp>
        <p:nvSpPr>
          <p:cNvPr id="91" name="!!mms:aca8971d9b"/>
          <p:cNvSpPr/>
          <p:nvPr/>
        </p:nvSpPr>
        <p:spPr>
          <a:xfrm>
            <a:off x="9115425" y="1857375"/>
            <a:ext cx="2508250" cy="2978150"/>
          </a:xfrm>
          <a:prstGeom prst="roundRect">
            <a:avLst>
              <a:gd name="adj" fmla="val 392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mms:46fbb445a8"/>
          <p:cNvSpPr txBox="1"/>
          <p:nvPr/>
        </p:nvSpPr>
        <p:spPr>
          <a:xfrm>
            <a:off x="9639300" y="2004689"/>
            <a:ext cx="1866900" cy="226378"/>
          </a:xfrm>
          <a:prstGeom prst="rect">
            <a:avLst/>
          </a:prstGeom>
          <a:noFill/>
        </p:spPr>
        <p:txBody>
          <a:bodyPr wrap="square" lIns="0" rIns="0" tIns="0" bIns="0" anchor="t"/>
          <a:lstStyle/>
          <a:p>
            <a:pPr algn="l">
              <a:lnSpc>
                <a:spcPts val="1782"/>
              </a:lnSpc>
              <a:spcBef>
                <a:spcPts val="0"/>
              </a:spcBef>
              <a:spcAft>
                <a:spcPts val="0"/>
              </a:spcAft>
            </a:pPr>
            <a:r>
              <a:rPr sz="1550" b="1" i="0">
                <a:solidFill>
                  <a:srgbClr val="1B2A4A"/>
                </a:solidFill>
                <a:latin typeface="Calibri"/>
              </a:rPr>
              <a:t>Se mide su error</a:t>
            </a:r>
          </a:p>
        </p:txBody>
      </p:sp>
      <p:sp>
        <p:nvSpPr>
          <p:cNvPr id="93" name="!!mms:f3b5349c37"/>
          <p:cNvSpPr/>
          <p:nvPr/>
        </p:nvSpPr>
        <p:spPr>
          <a:xfrm>
            <a:off x="9283700" y="2000250"/>
            <a:ext cx="266700" cy="266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mms:323476626c"/>
          <p:cNvSpPr txBox="1"/>
          <p:nvPr/>
        </p:nvSpPr>
        <p:spPr>
          <a:xfrm>
            <a:off x="9258300" y="2067719"/>
            <a:ext cx="31750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3</a:t>
            </a:r>
          </a:p>
        </p:txBody>
      </p:sp>
      <p:pic>
        <p:nvPicPr>
          <p:cNvPr id="95" name="!!mms:e729fc26b9" descr="d9898e5df5b91340.png"/>
          <p:cNvPicPr>
            <a:picLocks noChangeAspect="1"/>
          </p:cNvPicPr>
          <p:nvPr/>
        </p:nvPicPr>
        <p:blipFill>
          <a:blip r:embed="rId26"/>
          <a:stretch>
            <a:fillRect/>
          </a:stretch>
        </p:blipFill>
        <p:spPr>
          <a:xfrm>
            <a:off x="9664700" y="2273300"/>
            <a:ext cx="1409700" cy="908050"/>
          </a:xfrm>
          <a:prstGeom prst="rect">
            <a:avLst/>
          </a:prstGeom>
        </p:spPr>
      </p:pic>
      <p:sp>
        <p:nvSpPr>
          <p:cNvPr id="96" name="!!mms:367f96d8cb"/>
          <p:cNvSpPr txBox="1"/>
          <p:nvPr/>
        </p:nvSpPr>
        <p:spPr>
          <a:xfrm>
            <a:off x="9283700" y="3377181"/>
            <a:ext cx="2222500" cy="469392"/>
          </a:xfrm>
          <a:prstGeom prst="rect">
            <a:avLst/>
          </a:prstGeom>
          <a:noFill/>
        </p:spPr>
        <p:txBody>
          <a:bodyPr wrap="square" lIns="0" rIns="0" tIns="0" bIns="0" anchor="t"/>
          <a:lstStyle/>
          <a:p>
            <a:pPr algn="l">
              <a:lnSpc>
                <a:spcPts val="1848"/>
              </a:lnSpc>
              <a:spcBef>
                <a:spcPts val="0"/>
              </a:spcBef>
              <a:spcAft>
                <a:spcPts val="0"/>
              </a:spcAft>
            </a:pPr>
            <a:r>
              <a:rPr sz="1400" b="0" i="0">
                <a:solidFill>
                  <a:srgbClr val="3F4A5A"/>
                </a:solidFill>
                <a:latin typeface="Calibri"/>
              </a:rPr>
              <a:t>entre lo que calcula EduFEM</a:t>
            </a:r>
            <a:br/>
            <a:r>
              <a:rPr sz="1400" b="0" i="0">
                <a:solidFill>
                  <a:srgbClr val="3F4A5A"/>
                </a:solidFill>
                <a:latin typeface="Calibri"/>
              </a:rPr>
              <a:t>y la solución exacta</a:t>
            </a:r>
          </a:p>
        </p:txBody>
      </p:sp>
      <p:sp>
        <p:nvSpPr>
          <p:cNvPr id="97" name="!!mms:e806db5d20"/>
          <p:cNvSpPr/>
          <p:nvPr/>
        </p:nvSpPr>
        <p:spPr>
          <a:xfrm>
            <a:off x="565150" y="5156200"/>
            <a:ext cx="11061700" cy="470916"/>
          </a:xfrm>
          <a:prstGeom prst="roundRect">
            <a:avLst>
              <a:gd name="adj" fmla="val 18878"/>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mms:e806db5d20·2"/>
          <p:cNvSpPr/>
          <p:nvPr/>
        </p:nvSpPr>
        <p:spPr>
          <a:xfrm>
            <a:off x="565150" y="5156200"/>
            <a:ext cx="50800" cy="47091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mms:964be25181"/>
          <p:cNvSpPr txBox="1"/>
          <p:nvPr/>
        </p:nvSpPr>
        <p:spPr>
          <a:xfrm>
            <a:off x="793750" y="5260033"/>
            <a:ext cx="235522" cy="267716"/>
          </a:xfrm>
          <a:prstGeom prst="rect">
            <a:avLst/>
          </a:prstGeom>
          <a:noFill/>
        </p:spPr>
        <p:txBody>
          <a:bodyPr wrap="square" lIns="0" rIns="0" tIns="0" bIns="0" anchor="t"/>
          <a:lstStyle/>
          <a:p>
            <a:pPr algn="l">
              <a:lnSpc>
                <a:spcPts val="2108"/>
              </a:lnSpc>
              <a:spcBef>
                <a:spcPts val="0"/>
              </a:spcBef>
              <a:spcAft>
                <a:spcPts val="0"/>
              </a:spcAft>
            </a:pPr>
            <a:r>
              <a:rPr sz="1700" b="1" i="0">
                <a:solidFill>
                  <a:srgbClr val="E8741A"/>
                </a:solidFill>
                <a:latin typeface="Calibri"/>
              </a:rPr>
              <a:t>◆</a:t>
            </a:r>
          </a:p>
        </p:txBody>
      </p:sp>
      <p:sp>
        <p:nvSpPr>
          <p:cNvPr id="100" name="!!mms:bfc7b6090b"/>
          <p:cNvSpPr txBox="1"/>
          <p:nvPr/>
        </p:nvSpPr>
        <p:spPr>
          <a:xfrm>
            <a:off x="1105472" y="5260033"/>
            <a:ext cx="5427218" cy="267716"/>
          </a:xfrm>
          <a:prstGeom prst="rect">
            <a:avLst/>
          </a:prstGeom>
          <a:noFill/>
        </p:spPr>
        <p:txBody>
          <a:bodyPr wrap="square" lIns="0" rIns="0" tIns="0" bIns="0" anchor="t"/>
          <a:lstStyle/>
          <a:p>
            <a:pPr algn="l">
              <a:lnSpc>
                <a:spcPts val="2108"/>
              </a:lnSpc>
              <a:spcBef>
                <a:spcPts val="0"/>
              </a:spcBef>
              <a:spcAft>
                <a:spcPts val="0"/>
              </a:spcAft>
            </a:pPr>
            <a:r>
              <a:rPr sz="1700" b="1" i="0">
                <a:solidFill>
                  <a:srgbClr val="1B2A4A"/>
                </a:solidFill>
                <a:latin typeface="Calibri"/>
              </a:rPr>
              <a:t>Si resuelve bien, el error baja</a:t>
            </a:r>
            <a:r>
              <a:rPr sz="1700" b="1" i="0">
                <a:solidFill>
                  <a:srgbClr val="C9620F"/>
                </a:solidFill>
                <a:latin typeface="Calibri"/>
              </a:rPr>
              <a:t> al ritmo que predice la teoría</a:t>
            </a:r>
            <a:r>
              <a:rPr sz="1700" b="1" i="0">
                <a:solidFill>
                  <a:srgbClr val="1B2A4A"/>
                </a:solidFill>
                <a:latin typeface="Calibri"/>
              </a:rPr>
              <a:t>.</a:t>
            </a:r>
          </a:p>
        </p:txBody>
      </p:sp>
      <p:sp>
        <p:nvSpPr>
          <p:cNvPr id="101"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ie-izq"/>
          <p:cNvSpPr txBox="1"/>
          <p:nvPr/>
        </p:nvSpPr>
        <p:spPr>
          <a:xfrm>
            <a:off x="565150" y="6535420"/>
            <a:ext cx="477354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04" name="!!pie-cen"/>
          <p:cNvSpPr txBox="1"/>
          <p:nvPr/>
        </p:nvSpPr>
        <p:spPr>
          <a:xfrm>
            <a:off x="5219700" y="6535420"/>
            <a:ext cx="175260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3.2 · Tabla 3.1 · Figura 3.1</a:t>
            </a:r>
          </a:p>
        </p:txBody>
      </p:sp>
      <p:sp>
        <p:nvSpPr>
          <p:cNvPr id="105" name="!!pie-der"/>
          <p:cNvSpPr txBox="1"/>
          <p:nvPr/>
        </p:nvSpPr>
        <p:spPr>
          <a:xfrm>
            <a:off x="6853301" y="6535420"/>
            <a:ext cx="4773549"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20</a:t>
            </a:r>
          </a:p>
        </p:txBody>
      </p:sp>
      <p:sp>
        <p:nvSpPr>
          <p:cNvPr id="106" name="!!mms:31b8312914">
            <a:hlinkClick action="ppaction://hlinksldjump" r:id="rId27"/>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mms:01b7d89d9e">
            <a:hlinkClick action="ppaction://hlinksldjump" r:id="rId28"/>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mms:c7d17a55c0">
            <a:hlinkClick action="ppaction://hlinksldjump" r:id="rId29"/>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mms:b8453b05cd">
            <a:hlinkClick action="ppaction://hlinksldjump" r:id="rId30"/>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mms:36e88799ae">
            <a:hlinkClick action="ppaction://hlinksldjump" r:id="rId31"/>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650"/>
                                        <p:tgtEl>
                                          <p:spTgt spid="65"/>
                                        </p:tgtEl>
                                      </p:cBhvr>
                                    </p:animEffect>
                                    <p:anim calcmode="lin" valueType="num">
                                      <p:cBhvr>
                                        <p:cTn id="8" dur="650" fill="hold"/>
                                        <p:tgtEl>
                                          <p:spTgt spid="65"/>
                                        </p:tgtEl>
                                        <p:attrNameLst>
                                          <p:attrName>ppt_x</p:attrName>
                                        </p:attrNameLst>
                                      </p:cBhvr>
                                      <p:tavLst>
                                        <p:tav tm="0">
                                          <p:val>
                                            <p:strVal val="#ppt_x"/>
                                          </p:val>
                                        </p:tav>
                                        <p:tav tm="100000">
                                          <p:val>
                                            <p:strVal val="#ppt_x"/>
                                          </p:val>
                                        </p:tav>
                                      </p:tavLst>
                                    </p:anim>
                                    <p:anim calcmode="lin" valueType="num">
                                      <p:cBhvr>
                                        <p:cTn id="9" dur="650" fill="hold"/>
                                        <p:tgtEl>
                                          <p:spTgt spid="65"/>
                                        </p:tgtEl>
                                        <p:attrNameLst>
                                          <p:attrName>ppt_y</p:attrName>
                                        </p:attrNameLst>
                                      </p:cBhvr>
                                      <p:tavLst>
                                        <p:tav tm="0">
                                          <p:val>
                                            <p:strVal val="#ppt_y+.1"/>
                                          </p:val>
                                        </p:tav>
                                        <p:tav tm="100000">
                                          <p:val>
                                            <p:strVal val="#ppt_y"/>
                                          </p:val>
                                        </p:tav>
                                      </p:tavLst>
                                    </p:anim>
                                  </p:childTnLst>
                                </p:cTn>
                              </p:par>
                              <p:par>
                                <p:cTn id="10" presetID="53" presetClass="entr" presetSubtype="16" fill="hold" grpId="0" nodeType="withEffect">
                                  <p:stCondLst>
                                    <p:cond delay="370"/>
                                  </p:stCondLst>
                                  <p:childTnLst>
                                    <p:set>
                                      <p:cBhvr>
                                        <p:cTn id="11" dur="1" fill="hold">
                                          <p:stCondLst>
                                            <p:cond delay="0"/>
                                          </p:stCondLst>
                                        </p:cTn>
                                        <p:tgtEl>
                                          <p:spTgt spid="66"/>
                                        </p:tgtEl>
                                        <p:attrNameLst>
                                          <p:attrName>style.visibility</p:attrName>
                                        </p:attrNameLst>
                                      </p:cBhvr>
                                      <p:to>
                                        <p:strVal val="visible"/>
                                      </p:to>
                                    </p:set>
                                    <p:anim calcmode="lin" valueType="num">
                                      <p:cBhvr>
                                        <p:cTn id="12" dur="750" fill="hold"/>
                                        <p:tgtEl>
                                          <p:spTgt spid="66"/>
                                        </p:tgtEl>
                                        <p:attrNameLst>
                                          <p:attrName>ppt_w</p:attrName>
                                        </p:attrNameLst>
                                      </p:cBhvr>
                                      <p:tavLst>
                                        <p:tav tm="0">
                                          <p:val>
                                            <p:fltVal val="0"/>
                                          </p:val>
                                        </p:tav>
                                        <p:tav tm="100000">
                                          <p:val>
                                            <p:strVal val="#ppt_w"/>
                                          </p:val>
                                        </p:tav>
                                      </p:tavLst>
                                    </p:anim>
                                    <p:anim calcmode="lin" valueType="num">
                                      <p:cBhvr>
                                        <p:cTn id="13" dur="750" fill="hold"/>
                                        <p:tgtEl>
                                          <p:spTgt spid="66"/>
                                        </p:tgtEl>
                                        <p:attrNameLst>
                                          <p:attrName>ppt_h</p:attrName>
                                        </p:attrNameLst>
                                      </p:cBhvr>
                                      <p:tavLst>
                                        <p:tav tm="0">
                                          <p:val>
                                            <p:fltVal val="0"/>
                                          </p:val>
                                        </p:tav>
                                        <p:tav tm="100000">
                                          <p:val>
                                            <p:strVal val="#ppt_h"/>
                                          </p:val>
                                        </p:tav>
                                      </p:tavLst>
                                    </p:anim>
                                    <p:animEffect transition="in" filter="fade">
                                      <p:cBhvr>
                                        <p:cTn id="14" dur="750"/>
                                        <p:tgtEl>
                                          <p:spTgt spid="66"/>
                                        </p:tgtEl>
                                      </p:cBhvr>
                                    </p:animEffect>
                                  </p:childTnLst>
                                </p:cTn>
                              </p:par>
                              <p:par>
                                <p:cTn id="15" presetID="53" presetClass="entr" presetSubtype="16" fill="hold" grpId="0" nodeType="withEffect">
                                  <p:stCondLst>
                                    <p:cond delay="370"/>
                                  </p:stCondLst>
                                  <p:childTnLst>
                                    <p:set>
                                      <p:cBhvr>
                                        <p:cTn id="16" dur="1" fill="hold">
                                          <p:stCondLst>
                                            <p:cond delay="0"/>
                                          </p:stCondLst>
                                        </p:cTn>
                                        <p:tgtEl>
                                          <p:spTgt spid="67"/>
                                        </p:tgtEl>
                                        <p:attrNameLst>
                                          <p:attrName>style.visibility</p:attrName>
                                        </p:attrNameLst>
                                      </p:cBhvr>
                                      <p:to>
                                        <p:strVal val="visible"/>
                                      </p:to>
                                    </p:set>
                                    <p:anim calcmode="lin" valueType="num">
                                      <p:cBhvr>
                                        <p:cTn id="17" dur="750" fill="hold"/>
                                        <p:tgtEl>
                                          <p:spTgt spid="67"/>
                                        </p:tgtEl>
                                        <p:attrNameLst>
                                          <p:attrName>ppt_w</p:attrName>
                                        </p:attrNameLst>
                                      </p:cBhvr>
                                      <p:tavLst>
                                        <p:tav tm="0">
                                          <p:val>
                                            <p:fltVal val="0"/>
                                          </p:val>
                                        </p:tav>
                                        <p:tav tm="100000">
                                          <p:val>
                                            <p:strVal val="#ppt_w"/>
                                          </p:val>
                                        </p:tav>
                                      </p:tavLst>
                                    </p:anim>
                                    <p:anim calcmode="lin" valueType="num">
                                      <p:cBhvr>
                                        <p:cTn id="18" dur="750" fill="hold"/>
                                        <p:tgtEl>
                                          <p:spTgt spid="67"/>
                                        </p:tgtEl>
                                        <p:attrNameLst>
                                          <p:attrName>ppt_h</p:attrName>
                                        </p:attrNameLst>
                                      </p:cBhvr>
                                      <p:tavLst>
                                        <p:tav tm="0">
                                          <p:val>
                                            <p:fltVal val="0"/>
                                          </p:val>
                                        </p:tav>
                                        <p:tav tm="100000">
                                          <p:val>
                                            <p:strVal val="#ppt_h"/>
                                          </p:val>
                                        </p:tav>
                                      </p:tavLst>
                                    </p:anim>
                                    <p:animEffect transition="in" filter="fade">
                                      <p:cBhvr>
                                        <p:cTn id="19" dur="750"/>
                                        <p:tgtEl>
                                          <p:spTgt spid="67"/>
                                        </p:tgtEl>
                                      </p:cBhvr>
                                    </p:animEffect>
                                  </p:childTnLst>
                                </p:cTn>
                              </p:par>
                              <p:par>
                                <p:cTn id="20" presetID="53" presetClass="entr" presetSubtype="16" fill="hold" grpId="0" nodeType="withEffect">
                                  <p:stCondLst>
                                    <p:cond delay="370"/>
                                  </p:stCondLst>
                                  <p:childTnLst>
                                    <p:set>
                                      <p:cBhvr>
                                        <p:cTn id="21" dur="1" fill="hold">
                                          <p:stCondLst>
                                            <p:cond delay="0"/>
                                          </p:stCondLst>
                                        </p:cTn>
                                        <p:tgtEl>
                                          <p:spTgt spid="68"/>
                                        </p:tgtEl>
                                        <p:attrNameLst>
                                          <p:attrName>style.visibility</p:attrName>
                                        </p:attrNameLst>
                                      </p:cBhvr>
                                      <p:to>
                                        <p:strVal val="visible"/>
                                      </p:to>
                                    </p:set>
                                    <p:anim calcmode="lin" valueType="num">
                                      <p:cBhvr>
                                        <p:cTn id="22" dur="750" fill="hold"/>
                                        <p:tgtEl>
                                          <p:spTgt spid="68"/>
                                        </p:tgtEl>
                                        <p:attrNameLst>
                                          <p:attrName>ppt_w</p:attrName>
                                        </p:attrNameLst>
                                      </p:cBhvr>
                                      <p:tavLst>
                                        <p:tav tm="0">
                                          <p:val>
                                            <p:fltVal val="0"/>
                                          </p:val>
                                        </p:tav>
                                        <p:tav tm="100000">
                                          <p:val>
                                            <p:strVal val="#ppt_w"/>
                                          </p:val>
                                        </p:tav>
                                      </p:tavLst>
                                    </p:anim>
                                    <p:anim calcmode="lin" valueType="num">
                                      <p:cBhvr>
                                        <p:cTn id="23" dur="750" fill="hold"/>
                                        <p:tgtEl>
                                          <p:spTgt spid="68"/>
                                        </p:tgtEl>
                                        <p:attrNameLst>
                                          <p:attrName>ppt_h</p:attrName>
                                        </p:attrNameLst>
                                      </p:cBhvr>
                                      <p:tavLst>
                                        <p:tav tm="0">
                                          <p:val>
                                            <p:fltVal val="0"/>
                                          </p:val>
                                        </p:tav>
                                        <p:tav tm="100000">
                                          <p:val>
                                            <p:strVal val="#ppt_h"/>
                                          </p:val>
                                        </p:tav>
                                      </p:tavLst>
                                    </p:anim>
                                    <p:animEffect transition="in" filter="fade">
                                      <p:cBhvr>
                                        <p:cTn id="24" dur="750"/>
                                        <p:tgtEl>
                                          <p:spTgt spid="68"/>
                                        </p:tgtEl>
                                      </p:cBhvr>
                                    </p:animEffect>
                                  </p:childTnLst>
                                </p:cTn>
                              </p:par>
                              <p:par>
                                <p:cTn id="25" presetID="53" presetClass="entr" presetSubtype="16" fill="hold" grpId="0" nodeType="withEffect">
                                  <p:stCondLst>
                                    <p:cond delay="370"/>
                                  </p:stCondLst>
                                  <p:childTnLst>
                                    <p:set>
                                      <p:cBhvr>
                                        <p:cTn id="26" dur="1" fill="hold">
                                          <p:stCondLst>
                                            <p:cond delay="0"/>
                                          </p:stCondLst>
                                        </p:cTn>
                                        <p:tgtEl>
                                          <p:spTgt spid="69"/>
                                        </p:tgtEl>
                                        <p:attrNameLst>
                                          <p:attrName>style.visibility</p:attrName>
                                        </p:attrNameLst>
                                      </p:cBhvr>
                                      <p:to>
                                        <p:strVal val="visible"/>
                                      </p:to>
                                    </p:set>
                                    <p:anim calcmode="lin" valueType="num">
                                      <p:cBhvr>
                                        <p:cTn id="27" dur="750" fill="hold"/>
                                        <p:tgtEl>
                                          <p:spTgt spid="69"/>
                                        </p:tgtEl>
                                        <p:attrNameLst>
                                          <p:attrName>ppt_w</p:attrName>
                                        </p:attrNameLst>
                                      </p:cBhvr>
                                      <p:tavLst>
                                        <p:tav tm="0">
                                          <p:val>
                                            <p:fltVal val="0"/>
                                          </p:val>
                                        </p:tav>
                                        <p:tav tm="100000">
                                          <p:val>
                                            <p:strVal val="#ppt_w"/>
                                          </p:val>
                                        </p:tav>
                                      </p:tavLst>
                                    </p:anim>
                                    <p:anim calcmode="lin" valueType="num">
                                      <p:cBhvr>
                                        <p:cTn id="28" dur="750" fill="hold"/>
                                        <p:tgtEl>
                                          <p:spTgt spid="69"/>
                                        </p:tgtEl>
                                        <p:attrNameLst>
                                          <p:attrName>ppt_h</p:attrName>
                                        </p:attrNameLst>
                                      </p:cBhvr>
                                      <p:tavLst>
                                        <p:tav tm="0">
                                          <p:val>
                                            <p:fltVal val="0"/>
                                          </p:val>
                                        </p:tav>
                                        <p:tav tm="100000">
                                          <p:val>
                                            <p:strVal val="#ppt_h"/>
                                          </p:val>
                                        </p:tav>
                                      </p:tavLst>
                                    </p:anim>
                                    <p:animEffect transition="in" filter="fade">
                                      <p:cBhvr>
                                        <p:cTn id="29" dur="750"/>
                                        <p:tgtEl>
                                          <p:spTgt spid="69"/>
                                        </p:tgtEl>
                                      </p:cBhvr>
                                    </p:animEffect>
                                  </p:childTnLst>
                                </p:cTn>
                              </p:par>
                              <p:par>
                                <p:cTn id="30" presetID="53" presetClass="entr" presetSubtype="16" fill="hold" nodeType="withEffect">
                                  <p:stCondLst>
                                    <p:cond delay="370"/>
                                  </p:stCondLst>
                                  <p:childTnLst>
                                    <p:set>
                                      <p:cBhvr>
                                        <p:cTn id="31" dur="1" fill="hold">
                                          <p:stCondLst>
                                            <p:cond delay="0"/>
                                          </p:stCondLst>
                                        </p:cTn>
                                        <p:tgtEl>
                                          <p:spTgt spid="70"/>
                                        </p:tgtEl>
                                        <p:attrNameLst>
                                          <p:attrName>style.visibility</p:attrName>
                                        </p:attrNameLst>
                                      </p:cBhvr>
                                      <p:to>
                                        <p:strVal val="visible"/>
                                      </p:to>
                                    </p:set>
                                    <p:anim calcmode="lin" valueType="num">
                                      <p:cBhvr>
                                        <p:cTn id="32" dur="750" fill="hold"/>
                                        <p:tgtEl>
                                          <p:spTgt spid="70"/>
                                        </p:tgtEl>
                                        <p:attrNameLst>
                                          <p:attrName>ppt_w</p:attrName>
                                        </p:attrNameLst>
                                      </p:cBhvr>
                                      <p:tavLst>
                                        <p:tav tm="0">
                                          <p:val>
                                            <p:fltVal val="0"/>
                                          </p:val>
                                        </p:tav>
                                        <p:tav tm="100000">
                                          <p:val>
                                            <p:strVal val="#ppt_w"/>
                                          </p:val>
                                        </p:tav>
                                      </p:tavLst>
                                    </p:anim>
                                    <p:anim calcmode="lin" valueType="num">
                                      <p:cBhvr>
                                        <p:cTn id="33" dur="750" fill="hold"/>
                                        <p:tgtEl>
                                          <p:spTgt spid="70"/>
                                        </p:tgtEl>
                                        <p:attrNameLst>
                                          <p:attrName>ppt_h</p:attrName>
                                        </p:attrNameLst>
                                      </p:cBhvr>
                                      <p:tavLst>
                                        <p:tav tm="0">
                                          <p:val>
                                            <p:fltVal val="0"/>
                                          </p:val>
                                        </p:tav>
                                        <p:tav tm="100000">
                                          <p:val>
                                            <p:strVal val="#ppt_h"/>
                                          </p:val>
                                        </p:tav>
                                      </p:tavLst>
                                    </p:anim>
                                    <p:animEffect transition="in" filter="fade">
                                      <p:cBhvr>
                                        <p:cTn id="34" dur="750"/>
                                        <p:tgtEl>
                                          <p:spTgt spid="70"/>
                                        </p:tgtEl>
                                      </p:cBhvr>
                                    </p:animEffect>
                                  </p:childTnLst>
                                </p:cTn>
                              </p:par>
                              <p:par>
                                <p:cTn id="35" presetID="53" presetClass="entr" presetSubtype="16" fill="hold" nodeType="withEffect">
                                  <p:stCondLst>
                                    <p:cond delay="370"/>
                                  </p:stCondLst>
                                  <p:childTnLst>
                                    <p:set>
                                      <p:cBhvr>
                                        <p:cTn id="36" dur="1" fill="hold">
                                          <p:stCondLst>
                                            <p:cond delay="0"/>
                                          </p:stCondLst>
                                        </p:cTn>
                                        <p:tgtEl>
                                          <p:spTgt spid="71"/>
                                        </p:tgtEl>
                                        <p:attrNameLst>
                                          <p:attrName>style.visibility</p:attrName>
                                        </p:attrNameLst>
                                      </p:cBhvr>
                                      <p:to>
                                        <p:strVal val="visible"/>
                                      </p:to>
                                    </p:set>
                                    <p:anim calcmode="lin" valueType="num">
                                      <p:cBhvr>
                                        <p:cTn id="37" dur="750" fill="hold"/>
                                        <p:tgtEl>
                                          <p:spTgt spid="71"/>
                                        </p:tgtEl>
                                        <p:attrNameLst>
                                          <p:attrName>ppt_w</p:attrName>
                                        </p:attrNameLst>
                                      </p:cBhvr>
                                      <p:tavLst>
                                        <p:tav tm="0">
                                          <p:val>
                                            <p:fltVal val="0"/>
                                          </p:val>
                                        </p:tav>
                                        <p:tav tm="100000">
                                          <p:val>
                                            <p:strVal val="#ppt_w"/>
                                          </p:val>
                                        </p:tav>
                                      </p:tavLst>
                                    </p:anim>
                                    <p:anim calcmode="lin" valueType="num">
                                      <p:cBhvr>
                                        <p:cTn id="38" dur="750" fill="hold"/>
                                        <p:tgtEl>
                                          <p:spTgt spid="71"/>
                                        </p:tgtEl>
                                        <p:attrNameLst>
                                          <p:attrName>ppt_h</p:attrName>
                                        </p:attrNameLst>
                                      </p:cBhvr>
                                      <p:tavLst>
                                        <p:tav tm="0">
                                          <p:val>
                                            <p:fltVal val="0"/>
                                          </p:val>
                                        </p:tav>
                                        <p:tav tm="100000">
                                          <p:val>
                                            <p:strVal val="#ppt_h"/>
                                          </p:val>
                                        </p:tav>
                                      </p:tavLst>
                                    </p:anim>
                                    <p:animEffect transition="in" filter="fade">
                                      <p:cBhvr>
                                        <p:cTn id="39" dur="750"/>
                                        <p:tgtEl>
                                          <p:spTgt spid="71"/>
                                        </p:tgtEl>
                                      </p:cBhvr>
                                    </p:animEffect>
                                  </p:childTnLst>
                                </p:cTn>
                              </p:par>
                              <p:par>
                                <p:cTn id="40" presetID="53" presetClass="entr" presetSubtype="16" fill="hold" nodeType="withEffect">
                                  <p:stCondLst>
                                    <p:cond delay="370"/>
                                  </p:stCondLst>
                                  <p:childTnLst>
                                    <p:set>
                                      <p:cBhvr>
                                        <p:cTn id="41" dur="1" fill="hold">
                                          <p:stCondLst>
                                            <p:cond delay="0"/>
                                          </p:stCondLst>
                                        </p:cTn>
                                        <p:tgtEl>
                                          <p:spTgt spid="72"/>
                                        </p:tgtEl>
                                        <p:attrNameLst>
                                          <p:attrName>style.visibility</p:attrName>
                                        </p:attrNameLst>
                                      </p:cBhvr>
                                      <p:to>
                                        <p:strVal val="visible"/>
                                      </p:to>
                                    </p:set>
                                    <p:anim calcmode="lin" valueType="num">
                                      <p:cBhvr>
                                        <p:cTn id="42" dur="750" fill="hold"/>
                                        <p:tgtEl>
                                          <p:spTgt spid="72"/>
                                        </p:tgtEl>
                                        <p:attrNameLst>
                                          <p:attrName>ppt_w</p:attrName>
                                        </p:attrNameLst>
                                      </p:cBhvr>
                                      <p:tavLst>
                                        <p:tav tm="0">
                                          <p:val>
                                            <p:fltVal val="0"/>
                                          </p:val>
                                        </p:tav>
                                        <p:tav tm="100000">
                                          <p:val>
                                            <p:strVal val="#ppt_w"/>
                                          </p:val>
                                        </p:tav>
                                      </p:tavLst>
                                    </p:anim>
                                    <p:anim calcmode="lin" valueType="num">
                                      <p:cBhvr>
                                        <p:cTn id="43" dur="750" fill="hold"/>
                                        <p:tgtEl>
                                          <p:spTgt spid="72"/>
                                        </p:tgtEl>
                                        <p:attrNameLst>
                                          <p:attrName>ppt_h</p:attrName>
                                        </p:attrNameLst>
                                      </p:cBhvr>
                                      <p:tavLst>
                                        <p:tav tm="0">
                                          <p:val>
                                            <p:fltVal val="0"/>
                                          </p:val>
                                        </p:tav>
                                        <p:tav tm="100000">
                                          <p:val>
                                            <p:strVal val="#ppt_h"/>
                                          </p:val>
                                        </p:tav>
                                      </p:tavLst>
                                    </p:anim>
                                    <p:animEffect transition="in" filter="fade">
                                      <p:cBhvr>
                                        <p:cTn id="44" dur="750"/>
                                        <p:tgtEl>
                                          <p:spTgt spid="72"/>
                                        </p:tgtEl>
                                      </p:cBhvr>
                                    </p:animEffect>
                                  </p:childTnLst>
                                </p:cTn>
                              </p:par>
                              <p:par>
                                <p:cTn id="45" presetID="53" presetClass="entr" presetSubtype="16" fill="hold" nodeType="withEffect">
                                  <p:stCondLst>
                                    <p:cond delay="370"/>
                                  </p:stCondLst>
                                  <p:childTnLst>
                                    <p:set>
                                      <p:cBhvr>
                                        <p:cTn id="46" dur="1" fill="hold">
                                          <p:stCondLst>
                                            <p:cond delay="0"/>
                                          </p:stCondLst>
                                        </p:cTn>
                                        <p:tgtEl>
                                          <p:spTgt spid="73"/>
                                        </p:tgtEl>
                                        <p:attrNameLst>
                                          <p:attrName>style.visibility</p:attrName>
                                        </p:attrNameLst>
                                      </p:cBhvr>
                                      <p:to>
                                        <p:strVal val="visible"/>
                                      </p:to>
                                    </p:set>
                                    <p:anim calcmode="lin" valueType="num">
                                      <p:cBhvr>
                                        <p:cTn id="47" dur="750" fill="hold"/>
                                        <p:tgtEl>
                                          <p:spTgt spid="73"/>
                                        </p:tgtEl>
                                        <p:attrNameLst>
                                          <p:attrName>ppt_w</p:attrName>
                                        </p:attrNameLst>
                                      </p:cBhvr>
                                      <p:tavLst>
                                        <p:tav tm="0">
                                          <p:val>
                                            <p:fltVal val="0"/>
                                          </p:val>
                                        </p:tav>
                                        <p:tav tm="100000">
                                          <p:val>
                                            <p:strVal val="#ppt_w"/>
                                          </p:val>
                                        </p:tav>
                                      </p:tavLst>
                                    </p:anim>
                                    <p:anim calcmode="lin" valueType="num">
                                      <p:cBhvr>
                                        <p:cTn id="48" dur="750" fill="hold"/>
                                        <p:tgtEl>
                                          <p:spTgt spid="73"/>
                                        </p:tgtEl>
                                        <p:attrNameLst>
                                          <p:attrName>ppt_h</p:attrName>
                                        </p:attrNameLst>
                                      </p:cBhvr>
                                      <p:tavLst>
                                        <p:tav tm="0">
                                          <p:val>
                                            <p:fltVal val="0"/>
                                          </p:val>
                                        </p:tav>
                                        <p:tav tm="100000">
                                          <p:val>
                                            <p:strVal val="#ppt_h"/>
                                          </p:val>
                                        </p:tav>
                                      </p:tavLst>
                                    </p:anim>
                                    <p:animEffect transition="in" filter="fade">
                                      <p:cBhvr>
                                        <p:cTn id="49" dur="750"/>
                                        <p:tgtEl>
                                          <p:spTgt spid="73"/>
                                        </p:tgtEl>
                                      </p:cBhvr>
                                    </p:animEffect>
                                  </p:childTnLst>
                                </p:cTn>
                              </p:par>
                              <p:par>
                                <p:cTn id="50" presetID="42" presetClass="entr" presetSubtype="0" fill="hold" grpId="0" nodeType="withEffect">
                                  <p:stCondLst>
                                    <p:cond delay="590"/>
                                  </p:stCondLst>
                                  <p:childTnLst>
                                    <p:set>
                                      <p:cBhvr>
                                        <p:cTn id="51" dur="1" fill="hold">
                                          <p:stCondLst>
                                            <p:cond delay="0"/>
                                          </p:stCondLst>
                                        </p:cTn>
                                        <p:tgtEl>
                                          <p:spTgt spid="74"/>
                                        </p:tgtEl>
                                        <p:attrNameLst>
                                          <p:attrName>style.visibility</p:attrName>
                                        </p:attrNameLst>
                                      </p:cBhvr>
                                      <p:to>
                                        <p:strVal val="visible"/>
                                      </p:to>
                                    </p:set>
                                    <p:animEffect transition="in" filter="fade">
                                      <p:cBhvr>
                                        <p:cTn id="52" dur="650"/>
                                        <p:tgtEl>
                                          <p:spTgt spid="74"/>
                                        </p:tgtEl>
                                      </p:cBhvr>
                                    </p:animEffect>
                                    <p:anim calcmode="lin" valueType="num">
                                      <p:cBhvr>
                                        <p:cTn id="53" dur="650" fill="hold"/>
                                        <p:tgtEl>
                                          <p:spTgt spid="74"/>
                                        </p:tgtEl>
                                        <p:attrNameLst>
                                          <p:attrName>ppt_x</p:attrName>
                                        </p:attrNameLst>
                                      </p:cBhvr>
                                      <p:tavLst>
                                        <p:tav tm="0">
                                          <p:val>
                                            <p:strVal val="#ppt_x"/>
                                          </p:val>
                                        </p:tav>
                                        <p:tav tm="100000">
                                          <p:val>
                                            <p:strVal val="#ppt_x"/>
                                          </p:val>
                                        </p:tav>
                                      </p:tavLst>
                                    </p:anim>
                                    <p:anim calcmode="lin" valueType="num">
                                      <p:cBhvr>
                                        <p:cTn id="54" dur="650" fill="hold"/>
                                        <p:tgtEl>
                                          <p:spTgt spid="74"/>
                                        </p:tgtEl>
                                        <p:attrNameLst>
                                          <p:attrName>ppt_y</p:attrName>
                                        </p:attrNameLst>
                                      </p:cBhvr>
                                      <p:tavLst>
                                        <p:tav tm="0">
                                          <p:val>
                                            <p:strVal val="#ppt_y+.1"/>
                                          </p:val>
                                        </p:tav>
                                        <p:tav tm="100000">
                                          <p:val>
                                            <p:strVal val="#ppt_y"/>
                                          </p:val>
                                        </p:tav>
                                      </p:tavLst>
                                    </p:anim>
                                  </p:childTnLst>
                                </p:cTn>
                              </p:par>
                              <p:par>
                                <p:cTn id="55" presetID="53" presetClass="entr" presetSubtype="16" fill="hold" grpId="0" nodeType="withEffect">
                                  <p:stCondLst>
                                    <p:cond delay="660"/>
                                  </p:stCondLst>
                                  <p:childTnLst>
                                    <p:set>
                                      <p:cBhvr>
                                        <p:cTn id="56" dur="1" fill="hold">
                                          <p:stCondLst>
                                            <p:cond delay="0"/>
                                          </p:stCondLst>
                                        </p:cTn>
                                        <p:tgtEl>
                                          <p:spTgt spid="75"/>
                                        </p:tgtEl>
                                        <p:attrNameLst>
                                          <p:attrName>style.visibility</p:attrName>
                                        </p:attrNameLst>
                                      </p:cBhvr>
                                      <p:to>
                                        <p:strVal val="visible"/>
                                      </p:to>
                                    </p:set>
                                    <p:anim calcmode="lin" valueType="num">
                                      <p:cBhvr>
                                        <p:cTn id="57" dur="750" fill="hold"/>
                                        <p:tgtEl>
                                          <p:spTgt spid="75"/>
                                        </p:tgtEl>
                                        <p:attrNameLst>
                                          <p:attrName>ppt_w</p:attrName>
                                        </p:attrNameLst>
                                      </p:cBhvr>
                                      <p:tavLst>
                                        <p:tav tm="0">
                                          <p:val>
                                            <p:fltVal val="0"/>
                                          </p:val>
                                        </p:tav>
                                        <p:tav tm="100000">
                                          <p:val>
                                            <p:strVal val="#ppt_w"/>
                                          </p:val>
                                        </p:tav>
                                      </p:tavLst>
                                    </p:anim>
                                    <p:anim calcmode="lin" valueType="num">
                                      <p:cBhvr>
                                        <p:cTn id="58" dur="750" fill="hold"/>
                                        <p:tgtEl>
                                          <p:spTgt spid="75"/>
                                        </p:tgtEl>
                                        <p:attrNameLst>
                                          <p:attrName>ppt_h</p:attrName>
                                        </p:attrNameLst>
                                      </p:cBhvr>
                                      <p:tavLst>
                                        <p:tav tm="0">
                                          <p:val>
                                            <p:fltVal val="0"/>
                                          </p:val>
                                        </p:tav>
                                        <p:tav tm="100000">
                                          <p:val>
                                            <p:strVal val="#ppt_h"/>
                                          </p:val>
                                        </p:tav>
                                      </p:tavLst>
                                    </p:anim>
                                    <p:animEffect transition="in" filter="fade">
                                      <p:cBhvr>
                                        <p:cTn id="59" dur="750"/>
                                        <p:tgtEl>
                                          <p:spTgt spid="75"/>
                                        </p:tgtEl>
                                      </p:cBhvr>
                                    </p:animEffect>
                                  </p:childTnLst>
                                </p:cTn>
                              </p:par>
                              <p:par>
                                <p:cTn id="60" presetID="53" presetClass="entr" presetSubtype="16" fill="hold" grpId="0" nodeType="withEffect">
                                  <p:stCondLst>
                                    <p:cond delay="660"/>
                                  </p:stCondLst>
                                  <p:childTnLst>
                                    <p:set>
                                      <p:cBhvr>
                                        <p:cTn id="61" dur="1" fill="hold">
                                          <p:stCondLst>
                                            <p:cond delay="0"/>
                                          </p:stCondLst>
                                        </p:cTn>
                                        <p:tgtEl>
                                          <p:spTgt spid="76"/>
                                        </p:tgtEl>
                                        <p:attrNameLst>
                                          <p:attrName>style.visibility</p:attrName>
                                        </p:attrNameLst>
                                      </p:cBhvr>
                                      <p:to>
                                        <p:strVal val="visible"/>
                                      </p:to>
                                    </p:set>
                                    <p:anim calcmode="lin" valueType="num">
                                      <p:cBhvr>
                                        <p:cTn id="62" dur="750" fill="hold"/>
                                        <p:tgtEl>
                                          <p:spTgt spid="76"/>
                                        </p:tgtEl>
                                        <p:attrNameLst>
                                          <p:attrName>ppt_w</p:attrName>
                                        </p:attrNameLst>
                                      </p:cBhvr>
                                      <p:tavLst>
                                        <p:tav tm="0">
                                          <p:val>
                                            <p:fltVal val="0"/>
                                          </p:val>
                                        </p:tav>
                                        <p:tav tm="100000">
                                          <p:val>
                                            <p:strVal val="#ppt_w"/>
                                          </p:val>
                                        </p:tav>
                                      </p:tavLst>
                                    </p:anim>
                                    <p:anim calcmode="lin" valueType="num">
                                      <p:cBhvr>
                                        <p:cTn id="63" dur="750" fill="hold"/>
                                        <p:tgtEl>
                                          <p:spTgt spid="76"/>
                                        </p:tgtEl>
                                        <p:attrNameLst>
                                          <p:attrName>ppt_h</p:attrName>
                                        </p:attrNameLst>
                                      </p:cBhvr>
                                      <p:tavLst>
                                        <p:tav tm="0">
                                          <p:val>
                                            <p:fltVal val="0"/>
                                          </p:val>
                                        </p:tav>
                                        <p:tav tm="100000">
                                          <p:val>
                                            <p:strVal val="#ppt_h"/>
                                          </p:val>
                                        </p:tav>
                                      </p:tavLst>
                                    </p:anim>
                                    <p:animEffect transition="in" filter="fade">
                                      <p:cBhvr>
                                        <p:cTn id="64" dur="750"/>
                                        <p:tgtEl>
                                          <p:spTgt spid="76"/>
                                        </p:tgtEl>
                                      </p:cBhvr>
                                    </p:animEffect>
                                  </p:childTnLst>
                                </p:cTn>
                              </p:par>
                              <p:par>
                                <p:cTn id="65" presetID="53" presetClass="entr" presetSubtype="16" fill="hold" grpId="0" nodeType="withEffect">
                                  <p:stCondLst>
                                    <p:cond delay="660"/>
                                  </p:stCondLst>
                                  <p:childTnLst>
                                    <p:set>
                                      <p:cBhvr>
                                        <p:cTn id="66" dur="1" fill="hold">
                                          <p:stCondLst>
                                            <p:cond delay="0"/>
                                          </p:stCondLst>
                                        </p:cTn>
                                        <p:tgtEl>
                                          <p:spTgt spid="77"/>
                                        </p:tgtEl>
                                        <p:attrNameLst>
                                          <p:attrName>style.visibility</p:attrName>
                                        </p:attrNameLst>
                                      </p:cBhvr>
                                      <p:to>
                                        <p:strVal val="visible"/>
                                      </p:to>
                                    </p:set>
                                    <p:anim calcmode="lin" valueType="num">
                                      <p:cBhvr>
                                        <p:cTn id="67" dur="750" fill="hold"/>
                                        <p:tgtEl>
                                          <p:spTgt spid="77"/>
                                        </p:tgtEl>
                                        <p:attrNameLst>
                                          <p:attrName>ppt_w</p:attrName>
                                        </p:attrNameLst>
                                      </p:cBhvr>
                                      <p:tavLst>
                                        <p:tav tm="0">
                                          <p:val>
                                            <p:fltVal val="0"/>
                                          </p:val>
                                        </p:tav>
                                        <p:tav tm="100000">
                                          <p:val>
                                            <p:strVal val="#ppt_w"/>
                                          </p:val>
                                        </p:tav>
                                      </p:tavLst>
                                    </p:anim>
                                    <p:anim calcmode="lin" valueType="num">
                                      <p:cBhvr>
                                        <p:cTn id="68" dur="750" fill="hold"/>
                                        <p:tgtEl>
                                          <p:spTgt spid="77"/>
                                        </p:tgtEl>
                                        <p:attrNameLst>
                                          <p:attrName>ppt_h</p:attrName>
                                        </p:attrNameLst>
                                      </p:cBhvr>
                                      <p:tavLst>
                                        <p:tav tm="0">
                                          <p:val>
                                            <p:fltVal val="0"/>
                                          </p:val>
                                        </p:tav>
                                        <p:tav tm="100000">
                                          <p:val>
                                            <p:strVal val="#ppt_h"/>
                                          </p:val>
                                        </p:tav>
                                      </p:tavLst>
                                    </p:anim>
                                    <p:animEffect transition="in" filter="fade">
                                      <p:cBhvr>
                                        <p:cTn id="69" dur="750"/>
                                        <p:tgtEl>
                                          <p:spTgt spid="77"/>
                                        </p:tgtEl>
                                      </p:cBhvr>
                                    </p:animEffect>
                                  </p:childTnLst>
                                </p:cTn>
                              </p:par>
                              <p:par>
                                <p:cTn id="70" presetID="53" presetClass="entr" presetSubtype="16" fill="hold" grpId="0" nodeType="withEffect">
                                  <p:stCondLst>
                                    <p:cond delay="660"/>
                                  </p:stCondLst>
                                  <p:childTnLst>
                                    <p:set>
                                      <p:cBhvr>
                                        <p:cTn id="71" dur="1" fill="hold">
                                          <p:stCondLst>
                                            <p:cond delay="0"/>
                                          </p:stCondLst>
                                        </p:cTn>
                                        <p:tgtEl>
                                          <p:spTgt spid="78"/>
                                        </p:tgtEl>
                                        <p:attrNameLst>
                                          <p:attrName>style.visibility</p:attrName>
                                        </p:attrNameLst>
                                      </p:cBhvr>
                                      <p:to>
                                        <p:strVal val="visible"/>
                                      </p:to>
                                    </p:set>
                                    <p:anim calcmode="lin" valueType="num">
                                      <p:cBhvr>
                                        <p:cTn id="72" dur="750" fill="hold"/>
                                        <p:tgtEl>
                                          <p:spTgt spid="78"/>
                                        </p:tgtEl>
                                        <p:attrNameLst>
                                          <p:attrName>ppt_w</p:attrName>
                                        </p:attrNameLst>
                                      </p:cBhvr>
                                      <p:tavLst>
                                        <p:tav tm="0">
                                          <p:val>
                                            <p:fltVal val="0"/>
                                          </p:val>
                                        </p:tav>
                                        <p:tav tm="100000">
                                          <p:val>
                                            <p:strVal val="#ppt_w"/>
                                          </p:val>
                                        </p:tav>
                                      </p:tavLst>
                                    </p:anim>
                                    <p:anim calcmode="lin" valueType="num">
                                      <p:cBhvr>
                                        <p:cTn id="73" dur="750" fill="hold"/>
                                        <p:tgtEl>
                                          <p:spTgt spid="78"/>
                                        </p:tgtEl>
                                        <p:attrNameLst>
                                          <p:attrName>ppt_h</p:attrName>
                                        </p:attrNameLst>
                                      </p:cBhvr>
                                      <p:tavLst>
                                        <p:tav tm="0">
                                          <p:val>
                                            <p:fltVal val="0"/>
                                          </p:val>
                                        </p:tav>
                                        <p:tav tm="100000">
                                          <p:val>
                                            <p:strVal val="#ppt_h"/>
                                          </p:val>
                                        </p:tav>
                                      </p:tavLst>
                                    </p:anim>
                                    <p:animEffect transition="in" filter="fade">
                                      <p:cBhvr>
                                        <p:cTn id="74" dur="750"/>
                                        <p:tgtEl>
                                          <p:spTgt spid="78"/>
                                        </p:tgtEl>
                                      </p:cBhvr>
                                    </p:animEffect>
                                  </p:childTnLst>
                                </p:cTn>
                              </p:par>
                              <p:par>
                                <p:cTn id="75" presetID="53" presetClass="entr" presetSubtype="16" fill="hold" nodeType="withEffect">
                                  <p:stCondLst>
                                    <p:cond delay="660"/>
                                  </p:stCondLst>
                                  <p:childTnLst>
                                    <p:set>
                                      <p:cBhvr>
                                        <p:cTn id="76" dur="1" fill="hold">
                                          <p:stCondLst>
                                            <p:cond delay="0"/>
                                          </p:stCondLst>
                                        </p:cTn>
                                        <p:tgtEl>
                                          <p:spTgt spid="79"/>
                                        </p:tgtEl>
                                        <p:attrNameLst>
                                          <p:attrName>style.visibility</p:attrName>
                                        </p:attrNameLst>
                                      </p:cBhvr>
                                      <p:to>
                                        <p:strVal val="visible"/>
                                      </p:to>
                                    </p:set>
                                    <p:anim calcmode="lin" valueType="num">
                                      <p:cBhvr>
                                        <p:cTn id="77" dur="750" fill="hold"/>
                                        <p:tgtEl>
                                          <p:spTgt spid="79"/>
                                        </p:tgtEl>
                                        <p:attrNameLst>
                                          <p:attrName>ppt_w</p:attrName>
                                        </p:attrNameLst>
                                      </p:cBhvr>
                                      <p:tavLst>
                                        <p:tav tm="0">
                                          <p:val>
                                            <p:fltVal val="0"/>
                                          </p:val>
                                        </p:tav>
                                        <p:tav tm="100000">
                                          <p:val>
                                            <p:strVal val="#ppt_w"/>
                                          </p:val>
                                        </p:tav>
                                      </p:tavLst>
                                    </p:anim>
                                    <p:anim calcmode="lin" valueType="num">
                                      <p:cBhvr>
                                        <p:cTn id="78" dur="750" fill="hold"/>
                                        <p:tgtEl>
                                          <p:spTgt spid="79"/>
                                        </p:tgtEl>
                                        <p:attrNameLst>
                                          <p:attrName>ppt_h</p:attrName>
                                        </p:attrNameLst>
                                      </p:cBhvr>
                                      <p:tavLst>
                                        <p:tav tm="0">
                                          <p:val>
                                            <p:fltVal val="0"/>
                                          </p:val>
                                        </p:tav>
                                        <p:tav tm="100000">
                                          <p:val>
                                            <p:strVal val="#ppt_h"/>
                                          </p:val>
                                        </p:tav>
                                      </p:tavLst>
                                    </p:anim>
                                    <p:animEffect transition="in" filter="fade">
                                      <p:cBhvr>
                                        <p:cTn id="79" dur="750"/>
                                        <p:tgtEl>
                                          <p:spTgt spid="79"/>
                                        </p:tgtEl>
                                      </p:cBhvr>
                                    </p:animEffect>
                                  </p:childTnLst>
                                </p:cTn>
                              </p:par>
                              <p:par>
                                <p:cTn id="80" presetID="53" presetClass="entr" presetSubtype="16" fill="hold" grpId="0" nodeType="withEffect">
                                  <p:stCondLst>
                                    <p:cond delay="660"/>
                                  </p:stCondLst>
                                  <p:childTnLst>
                                    <p:set>
                                      <p:cBhvr>
                                        <p:cTn id="81" dur="1" fill="hold">
                                          <p:stCondLst>
                                            <p:cond delay="0"/>
                                          </p:stCondLst>
                                        </p:cTn>
                                        <p:tgtEl>
                                          <p:spTgt spid="80"/>
                                        </p:tgtEl>
                                        <p:attrNameLst>
                                          <p:attrName>style.visibility</p:attrName>
                                        </p:attrNameLst>
                                      </p:cBhvr>
                                      <p:to>
                                        <p:strVal val="visible"/>
                                      </p:to>
                                    </p:set>
                                    <p:anim calcmode="lin" valueType="num">
                                      <p:cBhvr>
                                        <p:cTn id="82" dur="750" fill="hold"/>
                                        <p:tgtEl>
                                          <p:spTgt spid="80"/>
                                        </p:tgtEl>
                                        <p:attrNameLst>
                                          <p:attrName>ppt_w</p:attrName>
                                        </p:attrNameLst>
                                      </p:cBhvr>
                                      <p:tavLst>
                                        <p:tav tm="0">
                                          <p:val>
                                            <p:fltVal val="0"/>
                                          </p:val>
                                        </p:tav>
                                        <p:tav tm="100000">
                                          <p:val>
                                            <p:strVal val="#ppt_w"/>
                                          </p:val>
                                        </p:tav>
                                      </p:tavLst>
                                    </p:anim>
                                    <p:anim calcmode="lin" valueType="num">
                                      <p:cBhvr>
                                        <p:cTn id="83" dur="750" fill="hold"/>
                                        <p:tgtEl>
                                          <p:spTgt spid="80"/>
                                        </p:tgtEl>
                                        <p:attrNameLst>
                                          <p:attrName>ppt_h</p:attrName>
                                        </p:attrNameLst>
                                      </p:cBhvr>
                                      <p:tavLst>
                                        <p:tav tm="0">
                                          <p:val>
                                            <p:fltVal val="0"/>
                                          </p:val>
                                        </p:tav>
                                        <p:tav tm="100000">
                                          <p:val>
                                            <p:strVal val="#ppt_h"/>
                                          </p:val>
                                        </p:tav>
                                      </p:tavLst>
                                    </p:anim>
                                    <p:animEffect transition="in" filter="fade">
                                      <p:cBhvr>
                                        <p:cTn id="84" dur="750"/>
                                        <p:tgtEl>
                                          <p:spTgt spid="80"/>
                                        </p:tgtEl>
                                      </p:cBhvr>
                                    </p:animEffect>
                                  </p:childTnLst>
                                </p:cTn>
                              </p:par>
                              <p:par>
                                <p:cTn id="85" presetID="53" presetClass="entr" presetSubtype="16" fill="hold" nodeType="withEffect">
                                  <p:stCondLst>
                                    <p:cond delay="660"/>
                                  </p:stCondLst>
                                  <p:childTnLst>
                                    <p:set>
                                      <p:cBhvr>
                                        <p:cTn id="86" dur="1" fill="hold">
                                          <p:stCondLst>
                                            <p:cond delay="0"/>
                                          </p:stCondLst>
                                        </p:cTn>
                                        <p:tgtEl>
                                          <p:spTgt spid="81"/>
                                        </p:tgtEl>
                                        <p:attrNameLst>
                                          <p:attrName>style.visibility</p:attrName>
                                        </p:attrNameLst>
                                      </p:cBhvr>
                                      <p:to>
                                        <p:strVal val="visible"/>
                                      </p:to>
                                    </p:set>
                                    <p:anim calcmode="lin" valueType="num">
                                      <p:cBhvr>
                                        <p:cTn id="87" dur="750" fill="hold"/>
                                        <p:tgtEl>
                                          <p:spTgt spid="81"/>
                                        </p:tgtEl>
                                        <p:attrNameLst>
                                          <p:attrName>ppt_w</p:attrName>
                                        </p:attrNameLst>
                                      </p:cBhvr>
                                      <p:tavLst>
                                        <p:tav tm="0">
                                          <p:val>
                                            <p:fltVal val="0"/>
                                          </p:val>
                                        </p:tav>
                                        <p:tav tm="100000">
                                          <p:val>
                                            <p:strVal val="#ppt_w"/>
                                          </p:val>
                                        </p:tav>
                                      </p:tavLst>
                                    </p:anim>
                                    <p:anim calcmode="lin" valueType="num">
                                      <p:cBhvr>
                                        <p:cTn id="88" dur="750" fill="hold"/>
                                        <p:tgtEl>
                                          <p:spTgt spid="81"/>
                                        </p:tgtEl>
                                        <p:attrNameLst>
                                          <p:attrName>ppt_h</p:attrName>
                                        </p:attrNameLst>
                                      </p:cBhvr>
                                      <p:tavLst>
                                        <p:tav tm="0">
                                          <p:val>
                                            <p:fltVal val="0"/>
                                          </p:val>
                                        </p:tav>
                                        <p:tav tm="100000">
                                          <p:val>
                                            <p:strVal val="#ppt_h"/>
                                          </p:val>
                                        </p:tav>
                                      </p:tavLst>
                                    </p:anim>
                                    <p:animEffect transition="in" filter="fade">
                                      <p:cBhvr>
                                        <p:cTn id="89" dur="750"/>
                                        <p:tgtEl>
                                          <p:spTgt spid="81"/>
                                        </p:tgtEl>
                                      </p:cBhvr>
                                    </p:animEffect>
                                  </p:childTnLst>
                                </p:cTn>
                              </p:par>
                              <p:par>
                                <p:cTn id="90" presetID="53" presetClass="entr" presetSubtype="16" fill="hold" grpId="0" nodeType="withEffect">
                                  <p:stCondLst>
                                    <p:cond delay="660"/>
                                  </p:stCondLst>
                                  <p:childTnLst>
                                    <p:set>
                                      <p:cBhvr>
                                        <p:cTn id="91" dur="1" fill="hold">
                                          <p:stCondLst>
                                            <p:cond delay="0"/>
                                          </p:stCondLst>
                                        </p:cTn>
                                        <p:tgtEl>
                                          <p:spTgt spid="82"/>
                                        </p:tgtEl>
                                        <p:attrNameLst>
                                          <p:attrName>style.visibility</p:attrName>
                                        </p:attrNameLst>
                                      </p:cBhvr>
                                      <p:to>
                                        <p:strVal val="visible"/>
                                      </p:to>
                                    </p:set>
                                    <p:anim calcmode="lin" valueType="num">
                                      <p:cBhvr>
                                        <p:cTn id="92" dur="750" fill="hold"/>
                                        <p:tgtEl>
                                          <p:spTgt spid="82"/>
                                        </p:tgtEl>
                                        <p:attrNameLst>
                                          <p:attrName>ppt_w</p:attrName>
                                        </p:attrNameLst>
                                      </p:cBhvr>
                                      <p:tavLst>
                                        <p:tav tm="0">
                                          <p:val>
                                            <p:fltVal val="0"/>
                                          </p:val>
                                        </p:tav>
                                        <p:tav tm="100000">
                                          <p:val>
                                            <p:strVal val="#ppt_w"/>
                                          </p:val>
                                        </p:tav>
                                      </p:tavLst>
                                    </p:anim>
                                    <p:anim calcmode="lin" valueType="num">
                                      <p:cBhvr>
                                        <p:cTn id="93" dur="750" fill="hold"/>
                                        <p:tgtEl>
                                          <p:spTgt spid="82"/>
                                        </p:tgtEl>
                                        <p:attrNameLst>
                                          <p:attrName>ppt_h</p:attrName>
                                        </p:attrNameLst>
                                      </p:cBhvr>
                                      <p:tavLst>
                                        <p:tav tm="0">
                                          <p:val>
                                            <p:fltVal val="0"/>
                                          </p:val>
                                        </p:tav>
                                        <p:tav tm="100000">
                                          <p:val>
                                            <p:strVal val="#ppt_h"/>
                                          </p:val>
                                        </p:tav>
                                      </p:tavLst>
                                    </p:anim>
                                    <p:animEffect transition="in" filter="fade">
                                      <p:cBhvr>
                                        <p:cTn id="94" dur="750"/>
                                        <p:tgtEl>
                                          <p:spTgt spid="82"/>
                                        </p:tgtEl>
                                      </p:cBhvr>
                                    </p:animEffect>
                                  </p:childTnLst>
                                </p:cTn>
                              </p:par>
                              <p:par>
                                <p:cTn id="95" presetID="53" presetClass="entr" presetSubtype="16" fill="hold" nodeType="withEffect">
                                  <p:stCondLst>
                                    <p:cond delay="660"/>
                                  </p:stCondLst>
                                  <p:childTnLst>
                                    <p:set>
                                      <p:cBhvr>
                                        <p:cTn id="96" dur="1" fill="hold">
                                          <p:stCondLst>
                                            <p:cond delay="0"/>
                                          </p:stCondLst>
                                        </p:cTn>
                                        <p:tgtEl>
                                          <p:spTgt spid="83"/>
                                        </p:tgtEl>
                                        <p:attrNameLst>
                                          <p:attrName>style.visibility</p:attrName>
                                        </p:attrNameLst>
                                      </p:cBhvr>
                                      <p:to>
                                        <p:strVal val="visible"/>
                                      </p:to>
                                    </p:set>
                                    <p:anim calcmode="lin" valueType="num">
                                      <p:cBhvr>
                                        <p:cTn id="97" dur="750" fill="hold"/>
                                        <p:tgtEl>
                                          <p:spTgt spid="83"/>
                                        </p:tgtEl>
                                        <p:attrNameLst>
                                          <p:attrName>ppt_w</p:attrName>
                                        </p:attrNameLst>
                                      </p:cBhvr>
                                      <p:tavLst>
                                        <p:tav tm="0">
                                          <p:val>
                                            <p:fltVal val="0"/>
                                          </p:val>
                                        </p:tav>
                                        <p:tav tm="100000">
                                          <p:val>
                                            <p:strVal val="#ppt_w"/>
                                          </p:val>
                                        </p:tav>
                                      </p:tavLst>
                                    </p:anim>
                                    <p:anim calcmode="lin" valueType="num">
                                      <p:cBhvr>
                                        <p:cTn id="98" dur="750" fill="hold"/>
                                        <p:tgtEl>
                                          <p:spTgt spid="83"/>
                                        </p:tgtEl>
                                        <p:attrNameLst>
                                          <p:attrName>ppt_h</p:attrName>
                                        </p:attrNameLst>
                                      </p:cBhvr>
                                      <p:tavLst>
                                        <p:tav tm="0">
                                          <p:val>
                                            <p:fltVal val="0"/>
                                          </p:val>
                                        </p:tav>
                                        <p:tav tm="100000">
                                          <p:val>
                                            <p:strVal val="#ppt_h"/>
                                          </p:val>
                                        </p:tav>
                                      </p:tavLst>
                                    </p:anim>
                                    <p:animEffect transition="in" filter="fade">
                                      <p:cBhvr>
                                        <p:cTn id="99" dur="750"/>
                                        <p:tgtEl>
                                          <p:spTgt spid="83"/>
                                        </p:tgtEl>
                                      </p:cBhvr>
                                    </p:animEffect>
                                  </p:childTnLst>
                                </p:cTn>
                              </p:par>
                              <p:par>
                                <p:cTn id="100" presetID="53" presetClass="entr" presetSubtype="16" fill="hold" grpId="0" nodeType="withEffect">
                                  <p:stCondLst>
                                    <p:cond delay="660"/>
                                  </p:stCondLst>
                                  <p:childTnLst>
                                    <p:set>
                                      <p:cBhvr>
                                        <p:cTn id="101" dur="1" fill="hold">
                                          <p:stCondLst>
                                            <p:cond delay="0"/>
                                          </p:stCondLst>
                                        </p:cTn>
                                        <p:tgtEl>
                                          <p:spTgt spid="84"/>
                                        </p:tgtEl>
                                        <p:attrNameLst>
                                          <p:attrName>style.visibility</p:attrName>
                                        </p:attrNameLst>
                                      </p:cBhvr>
                                      <p:to>
                                        <p:strVal val="visible"/>
                                      </p:to>
                                    </p:set>
                                    <p:anim calcmode="lin" valueType="num">
                                      <p:cBhvr>
                                        <p:cTn id="102" dur="750" fill="hold"/>
                                        <p:tgtEl>
                                          <p:spTgt spid="84"/>
                                        </p:tgtEl>
                                        <p:attrNameLst>
                                          <p:attrName>ppt_w</p:attrName>
                                        </p:attrNameLst>
                                      </p:cBhvr>
                                      <p:tavLst>
                                        <p:tav tm="0">
                                          <p:val>
                                            <p:fltVal val="0"/>
                                          </p:val>
                                        </p:tav>
                                        <p:tav tm="100000">
                                          <p:val>
                                            <p:strVal val="#ppt_w"/>
                                          </p:val>
                                        </p:tav>
                                      </p:tavLst>
                                    </p:anim>
                                    <p:anim calcmode="lin" valueType="num">
                                      <p:cBhvr>
                                        <p:cTn id="103" dur="750" fill="hold"/>
                                        <p:tgtEl>
                                          <p:spTgt spid="84"/>
                                        </p:tgtEl>
                                        <p:attrNameLst>
                                          <p:attrName>ppt_h</p:attrName>
                                        </p:attrNameLst>
                                      </p:cBhvr>
                                      <p:tavLst>
                                        <p:tav tm="0">
                                          <p:val>
                                            <p:fltVal val="0"/>
                                          </p:val>
                                        </p:tav>
                                        <p:tav tm="100000">
                                          <p:val>
                                            <p:strVal val="#ppt_h"/>
                                          </p:val>
                                        </p:tav>
                                      </p:tavLst>
                                    </p:anim>
                                    <p:animEffect transition="in" filter="fade">
                                      <p:cBhvr>
                                        <p:cTn id="104" dur="750"/>
                                        <p:tgtEl>
                                          <p:spTgt spid="84"/>
                                        </p:tgtEl>
                                      </p:cBhvr>
                                    </p:animEffect>
                                  </p:childTnLst>
                                </p:cTn>
                              </p:par>
                              <p:par>
                                <p:cTn id="105" presetID="53" presetClass="entr" presetSubtype="16" fill="hold" nodeType="withEffect">
                                  <p:stCondLst>
                                    <p:cond delay="660"/>
                                  </p:stCondLst>
                                  <p:childTnLst>
                                    <p:set>
                                      <p:cBhvr>
                                        <p:cTn id="106" dur="1" fill="hold">
                                          <p:stCondLst>
                                            <p:cond delay="0"/>
                                          </p:stCondLst>
                                        </p:cTn>
                                        <p:tgtEl>
                                          <p:spTgt spid="85"/>
                                        </p:tgtEl>
                                        <p:attrNameLst>
                                          <p:attrName>style.visibility</p:attrName>
                                        </p:attrNameLst>
                                      </p:cBhvr>
                                      <p:to>
                                        <p:strVal val="visible"/>
                                      </p:to>
                                    </p:set>
                                    <p:anim calcmode="lin" valueType="num">
                                      <p:cBhvr>
                                        <p:cTn id="107" dur="750" fill="hold"/>
                                        <p:tgtEl>
                                          <p:spTgt spid="85"/>
                                        </p:tgtEl>
                                        <p:attrNameLst>
                                          <p:attrName>ppt_w</p:attrName>
                                        </p:attrNameLst>
                                      </p:cBhvr>
                                      <p:tavLst>
                                        <p:tav tm="0">
                                          <p:val>
                                            <p:fltVal val="0"/>
                                          </p:val>
                                        </p:tav>
                                        <p:tav tm="100000">
                                          <p:val>
                                            <p:strVal val="#ppt_w"/>
                                          </p:val>
                                        </p:tav>
                                      </p:tavLst>
                                    </p:anim>
                                    <p:anim calcmode="lin" valueType="num">
                                      <p:cBhvr>
                                        <p:cTn id="108" dur="750" fill="hold"/>
                                        <p:tgtEl>
                                          <p:spTgt spid="85"/>
                                        </p:tgtEl>
                                        <p:attrNameLst>
                                          <p:attrName>ppt_h</p:attrName>
                                        </p:attrNameLst>
                                      </p:cBhvr>
                                      <p:tavLst>
                                        <p:tav tm="0">
                                          <p:val>
                                            <p:fltVal val="0"/>
                                          </p:val>
                                        </p:tav>
                                        <p:tav tm="100000">
                                          <p:val>
                                            <p:strVal val="#ppt_h"/>
                                          </p:val>
                                        </p:tav>
                                      </p:tavLst>
                                    </p:anim>
                                    <p:animEffect transition="in" filter="fade">
                                      <p:cBhvr>
                                        <p:cTn id="109" dur="750"/>
                                        <p:tgtEl>
                                          <p:spTgt spid="85"/>
                                        </p:tgtEl>
                                      </p:cBhvr>
                                    </p:animEffect>
                                  </p:childTnLst>
                                </p:cTn>
                              </p:par>
                              <p:par>
                                <p:cTn id="110" presetID="53" presetClass="entr" presetSubtype="16" fill="hold" grpId="0" nodeType="withEffect">
                                  <p:stCondLst>
                                    <p:cond delay="660"/>
                                  </p:stCondLst>
                                  <p:childTnLst>
                                    <p:set>
                                      <p:cBhvr>
                                        <p:cTn id="111" dur="1" fill="hold">
                                          <p:stCondLst>
                                            <p:cond delay="0"/>
                                          </p:stCondLst>
                                        </p:cTn>
                                        <p:tgtEl>
                                          <p:spTgt spid="86"/>
                                        </p:tgtEl>
                                        <p:attrNameLst>
                                          <p:attrName>style.visibility</p:attrName>
                                        </p:attrNameLst>
                                      </p:cBhvr>
                                      <p:to>
                                        <p:strVal val="visible"/>
                                      </p:to>
                                    </p:set>
                                    <p:anim calcmode="lin" valueType="num">
                                      <p:cBhvr>
                                        <p:cTn id="112" dur="750" fill="hold"/>
                                        <p:tgtEl>
                                          <p:spTgt spid="86"/>
                                        </p:tgtEl>
                                        <p:attrNameLst>
                                          <p:attrName>ppt_w</p:attrName>
                                        </p:attrNameLst>
                                      </p:cBhvr>
                                      <p:tavLst>
                                        <p:tav tm="0">
                                          <p:val>
                                            <p:fltVal val="0"/>
                                          </p:val>
                                        </p:tav>
                                        <p:tav tm="100000">
                                          <p:val>
                                            <p:strVal val="#ppt_w"/>
                                          </p:val>
                                        </p:tav>
                                      </p:tavLst>
                                    </p:anim>
                                    <p:anim calcmode="lin" valueType="num">
                                      <p:cBhvr>
                                        <p:cTn id="113" dur="750" fill="hold"/>
                                        <p:tgtEl>
                                          <p:spTgt spid="86"/>
                                        </p:tgtEl>
                                        <p:attrNameLst>
                                          <p:attrName>ppt_h</p:attrName>
                                        </p:attrNameLst>
                                      </p:cBhvr>
                                      <p:tavLst>
                                        <p:tav tm="0">
                                          <p:val>
                                            <p:fltVal val="0"/>
                                          </p:val>
                                        </p:tav>
                                        <p:tav tm="100000">
                                          <p:val>
                                            <p:strVal val="#ppt_h"/>
                                          </p:val>
                                        </p:tav>
                                      </p:tavLst>
                                    </p:anim>
                                    <p:animEffect transition="in" filter="fade">
                                      <p:cBhvr>
                                        <p:cTn id="114" dur="750"/>
                                        <p:tgtEl>
                                          <p:spTgt spid="86"/>
                                        </p:tgtEl>
                                      </p:cBhvr>
                                    </p:animEffect>
                                  </p:childTnLst>
                                </p:cTn>
                              </p:par>
                              <p:par>
                                <p:cTn id="115" presetID="53" presetClass="entr" presetSubtype="16" fill="hold" nodeType="withEffect">
                                  <p:stCondLst>
                                    <p:cond delay="660"/>
                                  </p:stCondLst>
                                  <p:childTnLst>
                                    <p:set>
                                      <p:cBhvr>
                                        <p:cTn id="116" dur="1" fill="hold">
                                          <p:stCondLst>
                                            <p:cond delay="0"/>
                                          </p:stCondLst>
                                        </p:cTn>
                                        <p:tgtEl>
                                          <p:spTgt spid="87"/>
                                        </p:tgtEl>
                                        <p:attrNameLst>
                                          <p:attrName>style.visibility</p:attrName>
                                        </p:attrNameLst>
                                      </p:cBhvr>
                                      <p:to>
                                        <p:strVal val="visible"/>
                                      </p:to>
                                    </p:set>
                                    <p:anim calcmode="lin" valueType="num">
                                      <p:cBhvr>
                                        <p:cTn id="117" dur="750" fill="hold"/>
                                        <p:tgtEl>
                                          <p:spTgt spid="87"/>
                                        </p:tgtEl>
                                        <p:attrNameLst>
                                          <p:attrName>ppt_w</p:attrName>
                                        </p:attrNameLst>
                                      </p:cBhvr>
                                      <p:tavLst>
                                        <p:tav tm="0">
                                          <p:val>
                                            <p:fltVal val="0"/>
                                          </p:val>
                                        </p:tav>
                                        <p:tav tm="100000">
                                          <p:val>
                                            <p:strVal val="#ppt_w"/>
                                          </p:val>
                                        </p:tav>
                                      </p:tavLst>
                                    </p:anim>
                                    <p:anim calcmode="lin" valueType="num">
                                      <p:cBhvr>
                                        <p:cTn id="118" dur="750" fill="hold"/>
                                        <p:tgtEl>
                                          <p:spTgt spid="87"/>
                                        </p:tgtEl>
                                        <p:attrNameLst>
                                          <p:attrName>ppt_h</p:attrName>
                                        </p:attrNameLst>
                                      </p:cBhvr>
                                      <p:tavLst>
                                        <p:tav tm="0">
                                          <p:val>
                                            <p:fltVal val="0"/>
                                          </p:val>
                                        </p:tav>
                                        <p:tav tm="100000">
                                          <p:val>
                                            <p:strVal val="#ppt_h"/>
                                          </p:val>
                                        </p:tav>
                                      </p:tavLst>
                                    </p:anim>
                                    <p:animEffect transition="in" filter="fade">
                                      <p:cBhvr>
                                        <p:cTn id="119" dur="750"/>
                                        <p:tgtEl>
                                          <p:spTgt spid="87"/>
                                        </p:tgtEl>
                                      </p:cBhvr>
                                    </p:animEffect>
                                  </p:childTnLst>
                                </p:cTn>
                              </p:par>
                              <p:par>
                                <p:cTn id="120" presetID="53" presetClass="entr" presetSubtype="16" fill="hold" grpId="0" nodeType="withEffect">
                                  <p:stCondLst>
                                    <p:cond delay="660"/>
                                  </p:stCondLst>
                                  <p:childTnLst>
                                    <p:set>
                                      <p:cBhvr>
                                        <p:cTn id="121" dur="1" fill="hold">
                                          <p:stCondLst>
                                            <p:cond delay="0"/>
                                          </p:stCondLst>
                                        </p:cTn>
                                        <p:tgtEl>
                                          <p:spTgt spid="88"/>
                                        </p:tgtEl>
                                        <p:attrNameLst>
                                          <p:attrName>style.visibility</p:attrName>
                                        </p:attrNameLst>
                                      </p:cBhvr>
                                      <p:to>
                                        <p:strVal val="visible"/>
                                      </p:to>
                                    </p:set>
                                    <p:anim calcmode="lin" valueType="num">
                                      <p:cBhvr>
                                        <p:cTn id="122" dur="750" fill="hold"/>
                                        <p:tgtEl>
                                          <p:spTgt spid="88"/>
                                        </p:tgtEl>
                                        <p:attrNameLst>
                                          <p:attrName>ppt_w</p:attrName>
                                        </p:attrNameLst>
                                      </p:cBhvr>
                                      <p:tavLst>
                                        <p:tav tm="0">
                                          <p:val>
                                            <p:fltVal val="0"/>
                                          </p:val>
                                        </p:tav>
                                        <p:tav tm="100000">
                                          <p:val>
                                            <p:strVal val="#ppt_w"/>
                                          </p:val>
                                        </p:tav>
                                      </p:tavLst>
                                    </p:anim>
                                    <p:anim calcmode="lin" valueType="num">
                                      <p:cBhvr>
                                        <p:cTn id="123" dur="750" fill="hold"/>
                                        <p:tgtEl>
                                          <p:spTgt spid="88"/>
                                        </p:tgtEl>
                                        <p:attrNameLst>
                                          <p:attrName>ppt_h</p:attrName>
                                        </p:attrNameLst>
                                      </p:cBhvr>
                                      <p:tavLst>
                                        <p:tav tm="0">
                                          <p:val>
                                            <p:fltVal val="0"/>
                                          </p:val>
                                        </p:tav>
                                        <p:tav tm="100000">
                                          <p:val>
                                            <p:strVal val="#ppt_h"/>
                                          </p:val>
                                        </p:tav>
                                      </p:tavLst>
                                    </p:anim>
                                    <p:animEffect transition="in" filter="fade">
                                      <p:cBhvr>
                                        <p:cTn id="124" dur="750"/>
                                        <p:tgtEl>
                                          <p:spTgt spid="88"/>
                                        </p:tgtEl>
                                      </p:cBhvr>
                                    </p:animEffect>
                                  </p:childTnLst>
                                </p:cTn>
                              </p:par>
                              <p:par>
                                <p:cTn id="125" presetID="53" presetClass="entr" presetSubtype="16" fill="hold" grpId="0" nodeType="withEffect">
                                  <p:stCondLst>
                                    <p:cond delay="660"/>
                                  </p:stCondLst>
                                  <p:childTnLst>
                                    <p:set>
                                      <p:cBhvr>
                                        <p:cTn id="126" dur="1" fill="hold">
                                          <p:stCondLst>
                                            <p:cond delay="0"/>
                                          </p:stCondLst>
                                        </p:cTn>
                                        <p:tgtEl>
                                          <p:spTgt spid="89"/>
                                        </p:tgtEl>
                                        <p:attrNameLst>
                                          <p:attrName>style.visibility</p:attrName>
                                        </p:attrNameLst>
                                      </p:cBhvr>
                                      <p:to>
                                        <p:strVal val="visible"/>
                                      </p:to>
                                    </p:set>
                                    <p:anim calcmode="lin" valueType="num">
                                      <p:cBhvr>
                                        <p:cTn id="127" dur="750" fill="hold"/>
                                        <p:tgtEl>
                                          <p:spTgt spid="89"/>
                                        </p:tgtEl>
                                        <p:attrNameLst>
                                          <p:attrName>ppt_w</p:attrName>
                                        </p:attrNameLst>
                                      </p:cBhvr>
                                      <p:tavLst>
                                        <p:tav tm="0">
                                          <p:val>
                                            <p:fltVal val="0"/>
                                          </p:val>
                                        </p:tav>
                                        <p:tav tm="100000">
                                          <p:val>
                                            <p:strVal val="#ppt_w"/>
                                          </p:val>
                                        </p:tav>
                                      </p:tavLst>
                                    </p:anim>
                                    <p:anim calcmode="lin" valueType="num">
                                      <p:cBhvr>
                                        <p:cTn id="128" dur="750" fill="hold"/>
                                        <p:tgtEl>
                                          <p:spTgt spid="89"/>
                                        </p:tgtEl>
                                        <p:attrNameLst>
                                          <p:attrName>ppt_h</p:attrName>
                                        </p:attrNameLst>
                                      </p:cBhvr>
                                      <p:tavLst>
                                        <p:tav tm="0">
                                          <p:val>
                                            <p:fltVal val="0"/>
                                          </p:val>
                                        </p:tav>
                                        <p:tav tm="100000">
                                          <p:val>
                                            <p:strVal val="#ppt_h"/>
                                          </p:val>
                                        </p:tav>
                                      </p:tavLst>
                                    </p:anim>
                                    <p:animEffect transition="in" filter="fade">
                                      <p:cBhvr>
                                        <p:cTn id="129" dur="750"/>
                                        <p:tgtEl>
                                          <p:spTgt spid="89"/>
                                        </p:tgtEl>
                                      </p:cBhvr>
                                    </p:animEffect>
                                  </p:childTnLst>
                                </p:cTn>
                              </p:par>
                              <p:par>
                                <p:cTn id="130" presetID="42" presetClass="entr" presetSubtype="0" fill="hold" grpId="0" nodeType="withEffect">
                                  <p:stCondLst>
                                    <p:cond delay="810"/>
                                  </p:stCondLst>
                                  <p:childTnLst>
                                    <p:set>
                                      <p:cBhvr>
                                        <p:cTn id="131" dur="1" fill="hold">
                                          <p:stCondLst>
                                            <p:cond delay="0"/>
                                          </p:stCondLst>
                                        </p:cTn>
                                        <p:tgtEl>
                                          <p:spTgt spid="90"/>
                                        </p:tgtEl>
                                        <p:attrNameLst>
                                          <p:attrName>style.visibility</p:attrName>
                                        </p:attrNameLst>
                                      </p:cBhvr>
                                      <p:to>
                                        <p:strVal val="visible"/>
                                      </p:to>
                                    </p:set>
                                    <p:animEffect transition="in" filter="fade">
                                      <p:cBhvr>
                                        <p:cTn id="132" dur="650"/>
                                        <p:tgtEl>
                                          <p:spTgt spid="90"/>
                                        </p:tgtEl>
                                      </p:cBhvr>
                                    </p:animEffect>
                                    <p:anim calcmode="lin" valueType="num">
                                      <p:cBhvr>
                                        <p:cTn id="133" dur="650" fill="hold"/>
                                        <p:tgtEl>
                                          <p:spTgt spid="90"/>
                                        </p:tgtEl>
                                        <p:attrNameLst>
                                          <p:attrName>ppt_x</p:attrName>
                                        </p:attrNameLst>
                                      </p:cBhvr>
                                      <p:tavLst>
                                        <p:tav tm="0">
                                          <p:val>
                                            <p:strVal val="#ppt_x"/>
                                          </p:val>
                                        </p:tav>
                                        <p:tav tm="100000">
                                          <p:val>
                                            <p:strVal val="#ppt_x"/>
                                          </p:val>
                                        </p:tav>
                                      </p:tavLst>
                                    </p:anim>
                                    <p:anim calcmode="lin" valueType="num">
                                      <p:cBhvr>
                                        <p:cTn id="134" dur="650" fill="hold"/>
                                        <p:tgtEl>
                                          <p:spTgt spid="90"/>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880"/>
                                  </p:stCondLst>
                                  <p:childTnLst>
                                    <p:set>
                                      <p:cBhvr>
                                        <p:cTn id="136" dur="1" fill="hold">
                                          <p:stCondLst>
                                            <p:cond delay="0"/>
                                          </p:stCondLst>
                                        </p:cTn>
                                        <p:tgtEl>
                                          <p:spTgt spid="91"/>
                                        </p:tgtEl>
                                        <p:attrNameLst>
                                          <p:attrName>style.visibility</p:attrName>
                                        </p:attrNameLst>
                                      </p:cBhvr>
                                      <p:to>
                                        <p:strVal val="visible"/>
                                      </p:to>
                                    </p:set>
                                    <p:animEffect transition="in" filter="fade">
                                      <p:cBhvr>
                                        <p:cTn id="137" dur="650"/>
                                        <p:tgtEl>
                                          <p:spTgt spid="91"/>
                                        </p:tgtEl>
                                      </p:cBhvr>
                                    </p:animEffect>
                                    <p:anim calcmode="lin" valueType="num">
                                      <p:cBhvr>
                                        <p:cTn id="138" dur="650" fill="hold"/>
                                        <p:tgtEl>
                                          <p:spTgt spid="91"/>
                                        </p:tgtEl>
                                        <p:attrNameLst>
                                          <p:attrName>ppt_x</p:attrName>
                                        </p:attrNameLst>
                                      </p:cBhvr>
                                      <p:tavLst>
                                        <p:tav tm="0">
                                          <p:val>
                                            <p:strVal val="#ppt_x"/>
                                          </p:val>
                                        </p:tav>
                                        <p:tav tm="100000">
                                          <p:val>
                                            <p:strVal val="#ppt_x"/>
                                          </p:val>
                                        </p:tav>
                                      </p:tavLst>
                                    </p:anim>
                                    <p:anim calcmode="lin" valueType="num">
                                      <p:cBhvr>
                                        <p:cTn id="139" dur="650" fill="hold"/>
                                        <p:tgtEl>
                                          <p:spTgt spid="91"/>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880"/>
                                  </p:stCondLst>
                                  <p:childTnLst>
                                    <p:set>
                                      <p:cBhvr>
                                        <p:cTn id="141" dur="1" fill="hold">
                                          <p:stCondLst>
                                            <p:cond delay="0"/>
                                          </p:stCondLst>
                                        </p:cTn>
                                        <p:tgtEl>
                                          <p:spTgt spid="92"/>
                                        </p:tgtEl>
                                        <p:attrNameLst>
                                          <p:attrName>style.visibility</p:attrName>
                                        </p:attrNameLst>
                                      </p:cBhvr>
                                      <p:to>
                                        <p:strVal val="visible"/>
                                      </p:to>
                                    </p:set>
                                    <p:animEffect transition="in" filter="fade">
                                      <p:cBhvr>
                                        <p:cTn id="142" dur="650"/>
                                        <p:tgtEl>
                                          <p:spTgt spid="92"/>
                                        </p:tgtEl>
                                      </p:cBhvr>
                                    </p:animEffect>
                                    <p:anim calcmode="lin" valueType="num">
                                      <p:cBhvr>
                                        <p:cTn id="143" dur="650" fill="hold"/>
                                        <p:tgtEl>
                                          <p:spTgt spid="92"/>
                                        </p:tgtEl>
                                        <p:attrNameLst>
                                          <p:attrName>ppt_x</p:attrName>
                                        </p:attrNameLst>
                                      </p:cBhvr>
                                      <p:tavLst>
                                        <p:tav tm="0">
                                          <p:val>
                                            <p:strVal val="#ppt_x"/>
                                          </p:val>
                                        </p:tav>
                                        <p:tav tm="100000">
                                          <p:val>
                                            <p:strVal val="#ppt_x"/>
                                          </p:val>
                                        </p:tav>
                                      </p:tavLst>
                                    </p:anim>
                                    <p:anim calcmode="lin" valueType="num">
                                      <p:cBhvr>
                                        <p:cTn id="144" dur="650" fill="hold"/>
                                        <p:tgtEl>
                                          <p:spTgt spid="92"/>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880"/>
                                  </p:stCondLst>
                                  <p:childTnLst>
                                    <p:set>
                                      <p:cBhvr>
                                        <p:cTn id="146" dur="1" fill="hold">
                                          <p:stCondLst>
                                            <p:cond delay="0"/>
                                          </p:stCondLst>
                                        </p:cTn>
                                        <p:tgtEl>
                                          <p:spTgt spid="93"/>
                                        </p:tgtEl>
                                        <p:attrNameLst>
                                          <p:attrName>style.visibility</p:attrName>
                                        </p:attrNameLst>
                                      </p:cBhvr>
                                      <p:to>
                                        <p:strVal val="visible"/>
                                      </p:to>
                                    </p:set>
                                    <p:animEffect transition="in" filter="fade">
                                      <p:cBhvr>
                                        <p:cTn id="147" dur="650"/>
                                        <p:tgtEl>
                                          <p:spTgt spid="93"/>
                                        </p:tgtEl>
                                      </p:cBhvr>
                                    </p:animEffect>
                                    <p:anim calcmode="lin" valueType="num">
                                      <p:cBhvr>
                                        <p:cTn id="148" dur="650" fill="hold"/>
                                        <p:tgtEl>
                                          <p:spTgt spid="93"/>
                                        </p:tgtEl>
                                        <p:attrNameLst>
                                          <p:attrName>ppt_x</p:attrName>
                                        </p:attrNameLst>
                                      </p:cBhvr>
                                      <p:tavLst>
                                        <p:tav tm="0">
                                          <p:val>
                                            <p:strVal val="#ppt_x"/>
                                          </p:val>
                                        </p:tav>
                                        <p:tav tm="100000">
                                          <p:val>
                                            <p:strVal val="#ppt_x"/>
                                          </p:val>
                                        </p:tav>
                                      </p:tavLst>
                                    </p:anim>
                                    <p:anim calcmode="lin" valueType="num">
                                      <p:cBhvr>
                                        <p:cTn id="149" dur="650" fill="hold"/>
                                        <p:tgtEl>
                                          <p:spTgt spid="93"/>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880"/>
                                  </p:stCondLst>
                                  <p:childTnLst>
                                    <p:set>
                                      <p:cBhvr>
                                        <p:cTn id="151" dur="1" fill="hold">
                                          <p:stCondLst>
                                            <p:cond delay="0"/>
                                          </p:stCondLst>
                                        </p:cTn>
                                        <p:tgtEl>
                                          <p:spTgt spid="94"/>
                                        </p:tgtEl>
                                        <p:attrNameLst>
                                          <p:attrName>style.visibility</p:attrName>
                                        </p:attrNameLst>
                                      </p:cBhvr>
                                      <p:to>
                                        <p:strVal val="visible"/>
                                      </p:to>
                                    </p:set>
                                    <p:animEffect transition="in" filter="fade">
                                      <p:cBhvr>
                                        <p:cTn id="152" dur="650"/>
                                        <p:tgtEl>
                                          <p:spTgt spid="94"/>
                                        </p:tgtEl>
                                      </p:cBhvr>
                                    </p:animEffect>
                                    <p:anim calcmode="lin" valueType="num">
                                      <p:cBhvr>
                                        <p:cTn id="153" dur="650" fill="hold"/>
                                        <p:tgtEl>
                                          <p:spTgt spid="94"/>
                                        </p:tgtEl>
                                        <p:attrNameLst>
                                          <p:attrName>ppt_x</p:attrName>
                                        </p:attrNameLst>
                                      </p:cBhvr>
                                      <p:tavLst>
                                        <p:tav tm="0">
                                          <p:val>
                                            <p:strVal val="#ppt_x"/>
                                          </p:val>
                                        </p:tav>
                                        <p:tav tm="100000">
                                          <p:val>
                                            <p:strVal val="#ppt_x"/>
                                          </p:val>
                                        </p:tav>
                                      </p:tavLst>
                                    </p:anim>
                                    <p:anim calcmode="lin" valueType="num">
                                      <p:cBhvr>
                                        <p:cTn id="154" dur="650" fill="hold"/>
                                        <p:tgtEl>
                                          <p:spTgt spid="94"/>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880"/>
                                  </p:stCondLst>
                                  <p:childTnLst>
                                    <p:set>
                                      <p:cBhvr>
                                        <p:cTn id="156" dur="1" fill="hold">
                                          <p:stCondLst>
                                            <p:cond delay="0"/>
                                          </p:stCondLst>
                                        </p:cTn>
                                        <p:tgtEl>
                                          <p:spTgt spid="95"/>
                                        </p:tgtEl>
                                        <p:attrNameLst>
                                          <p:attrName>style.visibility</p:attrName>
                                        </p:attrNameLst>
                                      </p:cBhvr>
                                      <p:to>
                                        <p:strVal val="visible"/>
                                      </p:to>
                                    </p:set>
                                    <p:animEffect transition="in" filter="fade">
                                      <p:cBhvr>
                                        <p:cTn id="157" dur="650"/>
                                        <p:tgtEl>
                                          <p:spTgt spid="95"/>
                                        </p:tgtEl>
                                      </p:cBhvr>
                                    </p:animEffect>
                                    <p:anim calcmode="lin" valueType="num">
                                      <p:cBhvr>
                                        <p:cTn id="158" dur="650" fill="hold"/>
                                        <p:tgtEl>
                                          <p:spTgt spid="95"/>
                                        </p:tgtEl>
                                        <p:attrNameLst>
                                          <p:attrName>ppt_x</p:attrName>
                                        </p:attrNameLst>
                                      </p:cBhvr>
                                      <p:tavLst>
                                        <p:tav tm="0">
                                          <p:val>
                                            <p:strVal val="#ppt_x"/>
                                          </p:val>
                                        </p:tav>
                                        <p:tav tm="100000">
                                          <p:val>
                                            <p:strVal val="#ppt_x"/>
                                          </p:val>
                                        </p:tav>
                                      </p:tavLst>
                                    </p:anim>
                                    <p:anim calcmode="lin" valueType="num">
                                      <p:cBhvr>
                                        <p:cTn id="159" dur="650" fill="hold"/>
                                        <p:tgtEl>
                                          <p:spTgt spid="95"/>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880"/>
                                  </p:stCondLst>
                                  <p:childTnLst>
                                    <p:set>
                                      <p:cBhvr>
                                        <p:cTn id="161" dur="1" fill="hold">
                                          <p:stCondLst>
                                            <p:cond delay="0"/>
                                          </p:stCondLst>
                                        </p:cTn>
                                        <p:tgtEl>
                                          <p:spTgt spid="96"/>
                                        </p:tgtEl>
                                        <p:attrNameLst>
                                          <p:attrName>style.visibility</p:attrName>
                                        </p:attrNameLst>
                                      </p:cBhvr>
                                      <p:to>
                                        <p:strVal val="visible"/>
                                      </p:to>
                                    </p:set>
                                    <p:animEffect transition="in" filter="fade">
                                      <p:cBhvr>
                                        <p:cTn id="162" dur="650"/>
                                        <p:tgtEl>
                                          <p:spTgt spid="96"/>
                                        </p:tgtEl>
                                      </p:cBhvr>
                                    </p:animEffect>
                                    <p:anim calcmode="lin" valueType="num">
                                      <p:cBhvr>
                                        <p:cTn id="163" dur="650" fill="hold"/>
                                        <p:tgtEl>
                                          <p:spTgt spid="96"/>
                                        </p:tgtEl>
                                        <p:attrNameLst>
                                          <p:attrName>ppt_x</p:attrName>
                                        </p:attrNameLst>
                                      </p:cBhvr>
                                      <p:tavLst>
                                        <p:tav tm="0">
                                          <p:val>
                                            <p:strVal val="#ppt_x"/>
                                          </p:val>
                                        </p:tav>
                                        <p:tav tm="100000">
                                          <p:val>
                                            <p:strVal val="#ppt_x"/>
                                          </p:val>
                                        </p:tav>
                                      </p:tavLst>
                                    </p:anim>
                                    <p:anim calcmode="lin" valueType="num">
                                      <p:cBhvr>
                                        <p:cTn id="164" dur="650" fill="hold"/>
                                        <p:tgtEl>
                                          <p:spTgt spid="96"/>
                                        </p:tgtEl>
                                        <p:attrNameLst>
                                          <p:attrName>ppt_y</p:attrName>
                                        </p:attrNameLst>
                                      </p:cBhvr>
                                      <p:tavLst>
                                        <p:tav tm="0">
                                          <p:val>
                                            <p:strVal val="#ppt_y+.1"/>
                                          </p:val>
                                        </p:tav>
                                        <p:tav tm="100000">
                                          <p:val>
                                            <p:strVal val="#ppt_y"/>
                                          </p:val>
                                        </p:tav>
                                      </p:tavLst>
                                    </p:anim>
                                  </p:childTnLst>
                                </p:cTn>
                              </p:par>
                              <p:par>
                                <p:cTn id="165" presetID="42" presetClass="entr" presetSubtype="0" fill="hold" grpId="0" nodeType="withEffect">
                                  <p:stCondLst>
                                    <p:cond delay="1030"/>
                                  </p:stCondLst>
                                  <p:childTnLst>
                                    <p:set>
                                      <p:cBhvr>
                                        <p:cTn id="166" dur="1" fill="hold">
                                          <p:stCondLst>
                                            <p:cond delay="0"/>
                                          </p:stCondLst>
                                        </p:cTn>
                                        <p:tgtEl>
                                          <p:spTgt spid="97"/>
                                        </p:tgtEl>
                                        <p:attrNameLst>
                                          <p:attrName>style.visibility</p:attrName>
                                        </p:attrNameLst>
                                      </p:cBhvr>
                                      <p:to>
                                        <p:strVal val="visible"/>
                                      </p:to>
                                    </p:set>
                                    <p:animEffect transition="in" filter="fade">
                                      <p:cBhvr>
                                        <p:cTn id="167" dur="650"/>
                                        <p:tgtEl>
                                          <p:spTgt spid="97"/>
                                        </p:tgtEl>
                                      </p:cBhvr>
                                    </p:animEffect>
                                    <p:anim calcmode="lin" valueType="num">
                                      <p:cBhvr>
                                        <p:cTn id="168" dur="650" fill="hold"/>
                                        <p:tgtEl>
                                          <p:spTgt spid="97"/>
                                        </p:tgtEl>
                                        <p:attrNameLst>
                                          <p:attrName>ppt_x</p:attrName>
                                        </p:attrNameLst>
                                      </p:cBhvr>
                                      <p:tavLst>
                                        <p:tav tm="0">
                                          <p:val>
                                            <p:strVal val="#ppt_x"/>
                                          </p:val>
                                        </p:tav>
                                        <p:tav tm="100000">
                                          <p:val>
                                            <p:strVal val="#ppt_x"/>
                                          </p:val>
                                        </p:tav>
                                      </p:tavLst>
                                    </p:anim>
                                    <p:anim calcmode="lin" valueType="num">
                                      <p:cBhvr>
                                        <p:cTn id="169" dur="650" fill="hold"/>
                                        <p:tgtEl>
                                          <p:spTgt spid="97"/>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1030"/>
                                  </p:stCondLst>
                                  <p:childTnLst>
                                    <p:set>
                                      <p:cBhvr>
                                        <p:cTn id="171" dur="1" fill="hold">
                                          <p:stCondLst>
                                            <p:cond delay="0"/>
                                          </p:stCondLst>
                                        </p:cTn>
                                        <p:tgtEl>
                                          <p:spTgt spid="98"/>
                                        </p:tgtEl>
                                        <p:attrNameLst>
                                          <p:attrName>style.visibility</p:attrName>
                                        </p:attrNameLst>
                                      </p:cBhvr>
                                      <p:to>
                                        <p:strVal val="visible"/>
                                      </p:to>
                                    </p:set>
                                    <p:animEffect transition="in" filter="fade">
                                      <p:cBhvr>
                                        <p:cTn id="172" dur="650"/>
                                        <p:tgtEl>
                                          <p:spTgt spid="98"/>
                                        </p:tgtEl>
                                      </p:cBhvr>
                                    </p:animEffect>
                                    <p:anim calcmode="lin" valueType="num">
                                      <p:cBhvr>
                                        <p:cTn id="173" dur="650" fill="hold"/>
                                        <p:tgtEl>
                                          <p:spTgt spid="98"/>
                                        </p:tgtEl>
                                        <p:attrNameLst>
                                          <p:attrName>ppt_x</p:attrName>
                                        </p:attrNameLst>
                                      </p:cBhvr>
                                      <p:tavLst>
                                        <p:tav tm="0">
                                          <p:val>
                                            <p:strVal val="#ppt_x"/>
                                          </p:val>
                                        </p:tav>
                                        <p:tav tm="100000">
                                          <p:val>
                                            <p:strVal val="#ppt_x"/>
                                          </p:val>
                                        </p:tav>
                                      </p:tavLst>
                                    </p:anim>
                                    <p:anim calcmode="lin" valueType="num">
                                      <p:cBhvr>
                                        <p:cTn id="174" dur="650" fill="hold"/>
                                        <p:tgtEl>
                                          <p:spTgt spid="98"/>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1030"/>
                                  </p:stCondLst>
                                  <p:childTnLst>
                                    <p:set>
                                      <p:cBhvr>
                                        <p:cTn id="176" dur="1" fill="hold">
                                          <p:stCondLst>
                                            <p:cond delay="0"/>
                                          </p:stCondLst>
                                        </p:cTn>
                                        <p:tgtEl>
                                          <p:spTgt spid="99"/>
                                        </p:tgtEl>
                                        <p:attrNameLst>
                                          <p:attrName>style.visibility</p:attrName>
                                        </p:attrNameLst>
                                      </p:cBhvr>
                                      <p:to>
                                        <p:strVal val="visible"/>
                                      </p:to>
                                    </p:set>
                                    <p:animEffect transition="in" filter="fade">
                                      <p:cBhvr>
                                        <p:cTn id="177" dur="650"/>
                                        <p:tgtEl>
                                          <p:spTgt spid="99"/>
                                        </p:tgtEl>
                                      </p:cBhvr>
                                    </p:animEffect>
                                    <p:anim calcmode="lin" valueType="num">
                                      <p:cBhvr>
                                        <p:cTn id="178" dur="650" fill="hold"/>
                                        <p:tgtEl>
                                          <p:spTgt spid="99"/>
                                        </p:tgtEl>
                                        <p:attrNameLst>
                                          <p:attrName>ppt_x</p:attrName>
                                        </p:attrNameLst>
                                      </p:cBhvr>
                                      <p:tavLst>
                                        <p:tav tm="0">
                                          <p:val>
                                            <p:strVal val="#ppt_x"/>
                                          </p:val>
                                        </p:tav>
                                        <p:tav tm="100000">
                                          <p:val>
                                            <p:strVal val="#ppt_x"/>
                                          </p:val>
                                        </p:tav>
                                      </p:tavLst>
                                    </p:anim>
                                    <p:anim calcmode="lin" valueType="num">
                                      <p:cBhvr>
                                        <p:cTn id="179" dur="650" fill="hold"/>
                                        <p:tgtEl>
                                          <p:spTgt spid="99"/>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1030"/>
                                  </p:stCondLst>
                                  <p:childTnLst>
                                    <p:set>
                                      <p:cBhvr>
                                        <p:cTn id="181" dur="1" fill="hold">
                                          <p:stCondLst>
                                            <p:cond delay="0"/>
                                          </p:stCondLst>
                                        </p:cTn>
                                        <p:tgtEl>
                                          <p:spTgt spid="100"/>
                                        </p:tgtEl>
                                        <p:attrNameLst>
                                          <p:attrName>style.visibility</p:attrName>
                                        </p:attrNameLst>
                                      </p:cBhvr>
                                      <p:to>
                                        <p:strVal val="visible"/>
                                      </p:to>
                                    </p:set>
                                    <p:animEffect transition="in" filter="fade">
                                      <p:cBhvr>
                                        <p:cTn id="182" dur="650"/>
                                        <p:tgtEl>
                                          <p:spTgt spid="100"/>
                                        </p:tgtEl>
                                      </p:cBhvr>
                                    </p:animEffect>
                                    <p:anim calcmode="lin" valueType="num">
                                      <p:cBhvr>
                                        <p:cTn id="183" dur="650" fill="hold"/>
                                        <p:tgtEl>
                                          <p:spTgt spid="100"/>
                                        </p:tgtEl>
                                        <p:attrNameLst>
                                          <p:attrName>ppt_x</p:attrName>
                                        </p:attrNameLst>
                                      </p:cBhvr>
                                      <p:tavLst>
                                        <p:tav tm="0">
                                          <p:val>
                                            <p:strVal val="#ppt_x"/>
                                          </p:val>
                                        </p:tav>
                                        <p:tav tm="100000">
                                          <p:val>
                                            <p:strVal val="#ppt_x"/>
                                          </p:val>
                                        </p:tav>
                                      </p:tavLst>
                                    </p:anim>
                                    <p:anim calcmode="lin" valueType="num">
                                      <p:cBhvr>
                                        <p:cTn id="184" dur="650" fill="hold"/>
                                        <p:tgtEl>
                                          <p:spTgt spid="100"/>
                                        </p:tgtEl>
                                        <p:attrNameLst>
                                          <p:attrName>ppt_y</p:attrName>
                                        </p:attrNameLst>
                                      </p:cBhvr>
                                      <p:tavLst>
                                        <p:tav tm="0">
                                          <p:val>
                                            <p:strVal val="#ppt_y+.1"/>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10" presetClass="exit" presetSubtype="0" fill="hold" grpId="1" nodeType="clickEffect">
                                  <p:stCondLst>
                                    <p:cond delay="0"/>
                                  </p:stCondLst>
                                  <p:childTnLst>
                                    <p:animEffect transition="out" filter="fade">
                                      <p:cBhvr>
                                        <p:cTn id="188" dur="300"/>
                                        <p:tgtEl>
                                          <p:spTgt spid="65"/>
                                        </p:tgtEl>
                                      </p:cBhvr>
                                    </p:animEffect>
                                    <p:set>
                                      <p:cBhvr>
                                        <p:cTn id="189" dur="1" fill="hold">
                                          <p:stCondLst>
                                            <p:cond delay="299"/>
                                          </p:stCondLst>
                                        </p:cTn>
                                        <p:tgtEl>
                                          <p:spTgt spid="65"/>
                                        </p:tgtEl>
                                        <p:attrNameLst>
                                          <p:attrName>style.visibility</p:attrName>
                                        </p:attrNameLst>
                                      </p:cBhvr>
                                      <p:to>
                                        <p:strVal val="hidden"/>
                                      </p:to>
                                    </p:set>
                                  </p:childTnLst>
                                </p:cTn>
                              </p:par>
                              <p:par>
                                <p:cTn id="190" presetID="10" presetClass="exit" presetSubtype="0" fill="hold" grpId="1" nodeType="withEffect">
                                  <p:stCondLst>
                                    <p:cond delay="0"/>
                                  </p:stCondLst>
                                  <p:childTnLst>
                                    <p:animEffect transition="out" filter="fade">
                                      <p:cBhvr>
                                        <p:cTn id="191" dur="300"/>
                                        <p:tgtEl>
                                          <p:spTgt spid="66"/>
                                        </p:tgtEl>
                                      </p:cBhvr>
                                    </p:animEffect>
                                    <p:set>
                                      <p:cBhvr>
                                        <p:cTn id="192" dur="1" fill="hold">
                                          <p:stCondLst>
                                            <p:cond delay="299"/>
                                          </p:stCondLst>
                                        </p:cTn>
                                        <p:tgtEl>
                                          <p:spTgt spid="66"/>
                                        </p:tgtEl>
                                        <p:attrNameLst>
                                          <p:attrName>style.visibility</p:attrName>
                                        </p:attrNameLst>
                                      </p:cBhvr>
                                      <p:to>
                                        <p:strVal val="hidden"/>
                                      </p:to>
                                    </p:set>
                                  </p:childTnLst>
                                </p:cTn>
                              </p:par>
                              <p:par>
                                <p:cTn id="193" presetID="10" presetClass="exit" presetSubtype="0" fill="hold" grpId="1" nodeType="withEffect">
                                  <p:stCondLst>
                                    <p:cond delay="0"/>
                                  </p:stCondLst>
                                  <p:childTnLst>
                                    <p:animEffect transition="out" filter="fade">
                                      <p:cBhvr>
                                        <p:cTn id="194" dur="300"/>
                                        <p:tgtEl>
                                          <p:spTgt spid="67"/>
                                        </p:tgtEl>
                                      </p:cBhvr>
                                    </p:animEffect>
                                    <p:set>
                                      <p:cBhvr>
                                        <p:cTn id="195" dur="1" fill="hold">
                                          <p:stCondLst>
                                            <p:cond delay="299"/>
                                          </p:stCondLst>
                                        </p:cTn>
                                        <p:tgtEl>
                                          <p:spTgt spid="67"/>
                                        </p:tgtEl>
                                        <p:attrNameLst>
                                          <p:attrName>style.visibility</p:attrName>
                                        </p:attrNameLst>
                                      </p:cBhvr>
                                      <p:to>
                                        <p:strVal val="hidden"/>
                                      </p:to>
                                    </p:set>
                                  </p:childTnLst>
                                </p:cTn>
                              </p:par>
                              <p:par>
                                <p:cTn id="196" presetID="10" presetClass="exit" presetSubtype="0" fill="hold" grpId="1" nodeType="withEffect">
                                  <p:stCondLst>
                                    <p:cond delay="0"/>
                                  </p:stCondLst>
                                  <p:childTnLst>
                                    <p:animEffect transition="out" filter="fade">
                                      <p:cBhvr>
                                        <p:cTn id="197" dur="300"/>
                                        <p:tgtEl>
                                          <p:spTgt spid="68"/>
                                        </p:tgtEl>
                                      </p:cBhvr>
                                    </p:animEffect>
                                    <p:set>
                                      <p:cBhvr>
                                        <p:cTn id="198" dur="1" fill="hold">
                                          <p:stCondLst>
                                            <p:cond delay="299"/>
                                          </p:stCondLst>
                                        </p:cTn>
                                        <p:tgtEl>
                                          <p:spTgt spid="68"/>
                                        </p:tgtEl>
                                        <p:attrNameLst>
                                          <p:attrName>style.visibility</p:attrName>
                                        </p:attrNameLst>
                                      </p:cBhvr>
                                      <p:to>
                                        <p:strVal val="hidden"/>
                                      </p:to>
                                    </p:set>
                                  </p:childTnLst>
                                </p:cTn>
                              </p:par>
                              <p:par>
                                <p:cTn id="199" presetID="10" presetClass="exit" presetSubtype="0" fill="hold" grpId="1" nodeType="withEffect">
                                  <p:stCondLst>
                                    <p:cond delay="0"/>
                                  </p:stCondLst>
                                  <p:childTnLst>
                                    <p:animEffect transition="out" filter="fade">
                                      <p:cBhvr>
                                        <p:cTn id="200" dur="300"/>
                                        <p:tgtEl>
                                          <p:spTgt spid="69"/>
                                        </p:tgtEl>
                                      </p:cBhvr>
                                    </p:animEffect>
                                    <p:set>
                                      <p:cBhvr>
                                        <p:cTn id="201" dur="1" fill="hold">
                                          <p:stCondLst>
                                            <p:cond delay="299"/>
                                          </p:stCondLst>
                                        </p:cTn>
                                        <p:tgtEl>
                                          <p:spTgt spid="69"/>
                                        </p:tgtEl>
                                        <p:attrNameLst>
                                          <p:attrName>style.visibility</p:attrName>
                                        </p:attrNameLst>
                                      </p:cBhvr>
                                      <p:to>
                                        <p:strVal val="hidden"/>
                                      </p:to>
                                    </p:set>
                                  </p:childTnLst>
                                </p:cTn>
                              </p:par>
                              <p:par>
                                <p:cTn id="202" presetID="10" presetClass="exit" presetSubtype="0" fill="hold" nodeType="withEffect">
                                  <p:stCondLst>
                                    <p:cond delay="0"/>
                                  </p:stCondLst>
                                  <p:childTnLst>
                                    <p:animEffect transition="out" filter="fade">
                                      <p:cBhvr>
                                        <p:cTn id="203" dur="300"/>
                                        <p:tgtEl>
                                          <p:spTgt spid="70"/>
                                        </p:tgtEl>
                                      </p:cBhvr>
                                    </p:animEffect>
                                    <p:set>
                                      <p:cBhvr>
                                        <p:cTn id="204" dur="1" fill="hold">
                                          <p:stCondLst>
                                            <p:cond delay="299"/>
                                          </p:stCondLst>
                                        </p:cTn>
                                        <p:tgtEl>
                                          <p:spTgt spid="70"/>
                                        </p:tgtEl>
                                        <p:attrNameLst>
                                          <p:attrName>style.visibility</p:attrName>
                                        </p:attrNameLst>
                                      </p:cBhvr>
                                      <p:to>
                                        <p:strVal val="hidden"/>
                                      </p:to>
                                    </p:set>
                                  </p:childTnLst>
                                </p:cTn>
                              </p:par>
                              <p:par>
                                <p:cTn id="205" presetID="10" presetClass="exit" presetSubtype="0" fill="hold" nodeType="withEffect">
                                  <p:stCondLst>
                                    <p:cond delay="0"/>
                                  </p:stCondLst>
                                  <p:childTnLst>
                                    <p:animEffect transition="out" filter="fade">
                                      <p:cBhvr>
                                        <p:cTn id="206" dur="300"/>
                                        <p:tgtEl>
                                          <p:spTgt spid="71"/>
                                        </p:tgtEl>
                                      </p:cBhvr>
                                    </p:animEffect>
                                    <p:set>
                                      <p:cBhvr>
                                        <p:cTn id="207" dur="1" fill="hold">
                                          <p:stCondLst>
                                            <p:cond delay="299"/>
                                          </p:stCondLst>
                                        </p:cTn>
                                        <p:tgtEl>
                                          <p:spTgt spid="71"/>
                                        </p:tgtEl>
                                        <p:attrNameLst>
                                          <p:attrName>style.visibility</p:attrName>
                                        </p:attrNameLst>
                                      </p:cBhvr>
                                      <p:to>
                                        <p:strVal val="hidden"/>
                                      </p:to>
                                    </p:set>
                                  </p:childTnLst>
                                </p:cTn>
                              </p:par>
                              <p:par>
                                <p:cTn id="208" presetID="10" presetClass="exit" presetSubtype="0" fill="hold" nodeType="withEffect">
                                  <p:stCondLst>
                                    <p:cond delay="0"/>
                                  </p:stCondLst>
                                  <p:childTnLst>
                                    <p:animEffect transition="out" filter="fade">
                                      <p:cBhvr>
                                        <p:cTn id="209" dur="300"/>
                                        <p:tgtEl>
                                          <p:spTgt spid="72"/>
                                        </p:tgtEl>
                                      </p:cBhvr>
                                    </p:animEffect>
                                    <p:set>
                                      <p:cBhvr>
                                        <p:cTn id="210" dur="1" fill="hold">
                                          <p:stCondLst>
                                            <p:cond delay="299"/>
                                          </p:stCondLst>
                                        </p:cTn>
                                        <p:tgtEl>
                                          <p:spTgt spid="72"/>
                                        </p:tgtEl>
                                        <p:attrNameLst>
                                          <p:attrName>style.visibility</p:attrName>
                                        </p:attrNameLst>
                                      </p:cBhvr>
                                      <p:to>
                                        <p:strVal val="hidden"/>
                                      </p:to>
                                    </p:set>
                                  </p:childTnLst>
                                </p:cTn>
                              </p:par>
                              <p:par>
                                <p:cTn id="211" presetID="10" presetClass="exit" presetSubtype="0" fill="hold" nodeType="withEffect">
                                  <p:stCondLst>
                                    <p:cond delay="0"/>
                                  </p:stCondLst>
                                  <p:childTnLst>
                                    <p:animEffect transition="out" filter="fade">
                                      <p:cBhvr>
                                        <p:cTn id="212" dur="300"/>
                                        <p:tgtEl>
                                          <p:spTgt spid="73"/>
                                        </p:tgtEl>
                                      </p:cBhvr>
                                    </p:animEffect>
                                    <p:set>
                                      <p:cBhvr>
                                        <p:cTn id="213" dur="1" fill="hold">
                                          <p:stCondLst>
                                            <p:cond delay="299"/>
                                          </p:stCondLst>
                                        </p:cTn>
                                        <p:tgtEl>
                                          <p:spTgt spid="73"/>
                                        </p:tgtEl>
                                        <p:attrNameLst>
                                          <p:attrName>style.visibility</p:attrName>
                                        </p:attrNameLst>
                                      </p:cBhvr>
                                      <p:to>
                                        <p:strVal val="hidden"/>
                                      </p:to>
                                    </p:set>
                                  </p:childTnLst>
                                </p:cTn>
                              </p:par>
                              <p:par>
                                <p:cTn id="214" presetID="10" presetClass="exit" presetSubtype="0" fill="hold" grpId="1" nodeType="withEffect">
                                  <p:stCondLst>
                                    <p:cond delay="0"/>
                                  </p:stCondLst>
                                  <p:childTnLst>
                                    <p:animEffect transition="out" filter="fade">
                                      <p:cBhvr>
                                        <p:cTn id="215" dur="300"/>
                                        <p:tgtEl>
                                          <p:spTgt spid="74"/>
                                        </p:tgtEl>
                                      </p:cBhvr>
                                    </p:animEffect>
                                    <p:set>
                                      <p:cBhvr>
                                        <p:cTn id="216" dur="1" fill="hold">
                                          <p:stCondLst>
                                            <p:cond delay="299"/>
                                          </p:stCondLst>
                                        </p:cTn>
                                        <p:tgtEl>
                                          <p:spTgt spid="74"/>
                                        </p:tgtEl>
                                        <p:attrNameLst>
                                          <p:attrName>style.visibility</p:attrName>
                                        </p:attrNameLst>
                                      </p:cBhvr>
                                      <p:to>
                                        <p:strVal val="hidden"/>
                                      </p:to>
                                    </p:set>
                                  </p:childTnLst>
                                </p:cTn>
                              </p:par>
                              <p:par>
                                <p:cTn id="217" presetID="10" presetClass="exit" presetSubtype="0" fill="hold" grpId="1" nodeType="withEffect">
                                  <p:stCondLst>
                                    <p:cond delay="0"/>
                                  </p:stCondLst>
                                  <p:childTnLst>
                                    <p:animEffect transition="out" filter="fade">
                                      <p:cBhvr>
                                        <p:cTn id="218" dur="300"/>
                                        <p:tgtEl>
                                          <p:spTgt spid="75"/>
                                        </p:tgtEl>
                                      </p:cBhvr>
                                    </p:animEffect>
                                    <p:set>
                                      <p:cBhvr>
                                        <p:cTn id="219" dur="1" fill="hold">
                                          <p:stCondLst>
                                            <p:cond delay="299"/>
                                          </p:stCondLst>
                                        </p:cTn>
                                        <p:tgtEl>
                                          <p:spTgt spid="75"/>
                                        </p:tgtEl>
                                        <p:attrNameLst>
                                          <p:attrName>style.visibility</p:attrName>
                                        </p:attrNameLst>
                                      </p:cBhvr>
                                      <p:to>
                                        <p:strVal val="hidden"/>
                                      </p:to>
                                    </p:set>
                                  </p:childTnLst>
                                </p:cTn>
                              </p:par>
                              <p:par>
                                <p:cTn id="220" presetID="10" presetClass="exit" presetSubtype="0" fill="hold" grpId="1" nodeType="withEffect">
                                  <p:stCondLst>
                                    <p:cond delay="0"/>
                                  </p:stCondLst>
                                  <p:childTnLst>
                                    <p:animEffect transition="out" filter="fade">
                                      <p:cBhvr>
                                        <p:cTn id="221" dur="300"/>
                                        <p:tgtEl>
                                          <p:spTgt spid="76"/>
                                        </p:tgtEl>
                                      </p:cBhvr>
                                    </p:animEffect>
                                    <p:set>
                                      <p:cBhvr>
                                        <p:cTn id="222" dur="1" fill="hold">
                                          <p:stCondLst>
                                            <p:cond delay="299"/>
                                          </p:stCondLst>
                                        </p:cTn>
                                        <p:tgtEl>
                                          <p:spTgt spid="76"/>
                                        </p:tgtEl>
                                        <p:attrNameLst>
                                          <p:attrName>style.visibility</p:attrName>
                                        </p:attrNameLst>
                                      </p:cBhvr>
                                      <p:to>
                                        <p:strVal val="hidden"/>
                                      </p:to>
                                    </p:set>
                                  </p:childTnLst>
                                </p:cTn>
                              </p:par>
                              <p:par>
                                <p:cTn id="223" presetID="10" presetClass="exit" presetSubtype="0" fill="hold" grpId="1" nodeType="withEffect">
                                  <p:stCondLst>
                                    <p:cond delay="0"/>
                                  </p:stCondLst>
                                  <p:childTnLst>
                                    <p:animEffect transition="out" filter="fade">
                                      <p:cBhvr>
                                        <p:cTn id="224" dur="300"/>
                                        <p:tgtEl>
                                          <p:spTgt spid="77"/>
                                        </p:tgtEl>
                                      </p:cBhvr>
                                    </p:animEffect>
                                    <p:set>
                                      <p:cBhvr>
                                        <p:cTn id="225" dur="1" fill="hold">
                                          <p:stCondLst>
                                            <p:cond delay="299"/>
                                          </p:stCondLst>
                                        </p:cTn>
                                        <p:tgtEl>
                                          <p:spTgt spid="77"/>
                                        </p:tgtEl>
                                        <p:attrNameLst>
                                          <p:attrName>style.visibility</p:attrName>
                                        </p:attrNameLst>
                                      </p:cBhvr>
                                      <p:to>
                                        <p:strVal val="hidden"/>
                                      </p:to>
                                    </p:set>
                                  </p:childTnLst>
                                </p:cTn>
                              </p:par>
                              <p:par>
                                <p:cTn id="226" presetID="10" presetClass="exit" presetSubtype="0" fill="hold" grpId="1" nodeType="withEffect">
                                  <p:stCondLst>
                                    <p:cond delay="0"/>
                                  </p:stCondLst>
                                  <p:childTnLst>
                                    <p:animEffect transition="out" filter="fade">
                                      <p:cBhvr>
                                        <p:cTn id="227" dur="300"/>
                                        <p:tgtEl>
                                          <p:spTgt spid="78"/>
                                        </p:tgtEl>
                                      </p:cBhvr>
                                    </p:animEffect>
                                    <p:set>
                                      <p:cBhvr>
                                        <p:cTn id="228" dur="1" fill="hold">
                                          <p:stCondLst>
                                            <p:cond delay="299"/>
                                          </p:stCondLst>
                                        </p:cTn>
                                        <p:tgtEl>
                                          <p:spTgt spid="78"/>
                                        </p:tgtEl>
                                        <p:attrNameLst>
                                          <p:attrName>style.visibility</p:attrName>
                                        </p:attrNameLst>
                                      </p:cBhvr>
                                      <p:to>
                                        <p:strVal val="hidden"/>
                                      </p:to>
                                    </p:set>
                                  </p:childTnLst>
                                </p:cTn>
                              </p:par>
                              <p:par>
                                <p:cTn id="229" presetID="10" presetClass="exit" presetSubtype="0" fill="hold" nodeType="withEffect">
                                  <p:stCondLst>
                                    <p:cond delay="0"/>
                                  </p:stCondLst>
                                  <p:childTnLst>
                                    <p:animEffect transition="out" filter="fade">
                                      <p:cBhvr>
                                        <p:cTn id="230" dur="300"/>
                                        <p:tgtEl>
                                          <p:spTgt spid="79"/>
                                        </p:tgtEl>
                                      </p:cBhvr>
                                    </p:animEffect>
                                    <p:set>
                                      <p:cBhvr>
                                        <p:cTn id="231" dur="1" fill="hold">
                                          <p:stCondLst>
                                            <p:cond delay="299"/>
                                          </p:stCondLst>
                                        </p:cTn>
                                        <p:tgtEl>
                                          <p:spTgt spid="79"/>
                                        </p:tgtEl>
                                        <p:attrNameLst>
                                          <p:attrName>style.visibility</p:attrName>
                                        </p:attrNameLst>
                                      </p:cBhvr>
                                      <p:to>
                                        <p:strVal val="hidden"/>
                                      </p:to>
                                    </p:set>
                                  </p:childTnLst>
                                </p:cTn>
                              </p:par>
                              <p:par>
                                <p:cTn id="232" presetID="10" presetClass="exit" presetSubtype="0" fill="hold" grpId="1" nodeType="withEffect">
                                  <p:stCondLst>
                                    <p:cond delay="0"/>
                                  </p:stCondLst>
                                  <p:childTnLst>
                                    <p:animEffect transition="out" filter="fade">
                                      <p:cBhvr>
                                        <p:cTn id="233" dur="300"/>
                                        <p:tgtEl>
                                          <p:spTgt spid="80"/>
                                        </p:tgtEl>
                                      </p:cBhvr>
                                    </p:animEffect>
                                    <p:set>
                                      <p:cBhvr>
                                        <p:cTn id="234" dur="1" fill="hold">
                                          <p:stCondLst>
                                            <p:cond delay="299"/>
                                          </p:stCondLst>
                                        </p:cTn>
                                        <p:tgtEl>
                                          <p:spTgt spid="80"/>
                                        </p:tgtEl>
                                        <p:attrNameLst>
                                          <p:attrName>style.visibility</p:attrName>
                                        </p:attrNameLst>
                                      </p:cBhvr>
                                      <p:to>
                                        <p:strVal val="hidden"/>
                                      </p:to>
                                    </p:set>
                                  </p:childTnLst>
                                </p:cTn>
                              </p:par>
                              <p:par>
                                <p:cTn id="235" presetID="10" presetClass="exit" presetSubtype="0" fill="hold" nodeType="withEffect">
                                  <p:stCondLst>
                                    <p:cond delay="0"/>
                                  </p:stCondLst>
                                  <p:childTnLst>
                                    <p:animEffect transition="out" filter="fade">
                                      <p:cBhvr>
                                        <p:cTn id="236" dur="300"/>
                                        <p:tgtEl>
                                          <p:spTgt spid="81"/>
                                        </p:tgtEl>
                                      </p:cBhvr>
                                    </p:animEffect>
                                    <p:set>
                                      <p:cBhvr>
                                        <p:cTn id="237" dur="1" fill="hold">
                                          <p:stCondLst>
                                            <p:cond delay="299"/>
                                          </p:stCondLst>
                                        </p:cTn>
                                        <p:tgtEl>
                                          <p:spTgt spid="81"/>
                                        </p:tgtEl>
                                        <p:attrNameLst>
                                          <p:attrName>style.visibility</p:attrName>
                                        </p:attrNameLst>
                                      </p:cBhvr>
                                      <p:to>
                                        <p:strVal val="hidden"/>
                                      </p:to>
                                    </p:set>
                                  </p:childTnLst>
                                </p:cTn>
                              </p:par>
                              <p:par>
                                <p:cTn id="238" presetID="10" presetClass="exit" presetSubtype="0" fill="hold" grpId="1" nodeType="withEffect">
                                  <p:stCondLst>
                                    <p:cond delay="0"/>
                                  </p:stCondLst>
                                  <p:childTnLst>
                                    <p:animEffect transition="out" filter="fade">
                                      <p:cBhvr>
                                        <p:cTn id="239" dur="300"/>
                                        <p:tgtEl>
                                          <p:spTgt spid="82"/>
                                        </p:tgtEl>
                                      </p:cBhvr>
                                    </p:animEffect>
                                    <p:set>
                                      <p:cBhvr>
                                        <p:cTn id="240" dur="1" fill="hold">
                                          <p:stCondLst>
                                            <p:cond delay="299"/>
                                          </p:stCondLst>
                                        </p:cTn>
                                        <p:tgtEl>
                                          <p:spTgt spid="82"/>
                                        </p:tgtEl>
                                        <p:attrNameLst>
                                          <p:attrName>style.visibility</p:attrName>
                                        </p:attrNameLst>
                                      </p:cBhvr>
                                      <p:to>
                                        <p:strVal val="hidden"/>
                                      </p:to>
                                    </p:set>
                                  </p:childTnLst>
                                </p:cTn>
                              </p:par>
                              <p:par>
                                <p:cTn id="241" presetID="10" presetClass="exit" presetSubtype="0" fill="hold" nodeType="withEffect">
                                  <p:stCondLst>
                                    <p:cond delay="0"/>
                                  </p:stCondLst>
                                  <p:childTnLst>
                                    <p:animEffect transition="out" filter="fade">
                                      <p:cBhvr>
                                        <p:cTn id="242" dur="300"/>
                                        <p:tgtEl>
                                          <p:spTgt spid="83"/>
                                        </p:tgtEl>
                                      </p:cBhvr>
                                    </p:animEffect>
                                    <p:set>
                                      <p:cBhvr>
                                        <p:cTn id="243" dur="1" fill="hold">
                                          <p:stCondLst>
                                            <p:cond delay="299"/>
                                          </p:stCondLst>
                                        </p:cTn>
                                        <p:tgtEl>
                                          <p:spTgt spid="83"/>
                                        </p:tgtEl>
                                        <p:attrNameLst>
                                          <p:attrName>style.visibility</p:attrName>
                                        </p:attrNameLst>
                                      </p:cBhvr>
                                      <p:to>
                                        <p:strVal val="hidden"/>
                                      </p:to>
                                    </p:set>
                                  </p:childTnLst>
                                </p:cTn>
                              </p:par>
                              <p:par>
                                <p:cTn id="244" presetID="10" presetClass="exit" presetSubtype="0" fill="hold" grpId="1" nodeType="withEffect">
                                  <p:stCondLst>
                                    <p:cond delay="0"/>
                                  </p:stCondLst>
                                  <p:childTnLst>
                                    <p:animEffect transition="out" filter="fade">
                                      <p:cBhvr>
                                        <p:cTn id="245" dur="300"/>
                                        <p:tgtEl>
                                          <p:spTgt spid="84"/>
                                        </p:tgtEl>
                                      </p:cBhvr>
                                    </p:animEffect>
                                    <p:set>
                                      <p:cBhvr>
                                        <p:cTn id="246" dur="1" fill="hold">
                                          <p:stCondLst>
                                            <p:cond delay="299"/>
                                          </p:stCondLst>
                                        </p:cTn>
                                        <p:tgtEl>
                                          <p:spTgt spid="84"/>
                                        </p:tgtEl>
                                        <p:attrNameLst>
                                          <p:attrName>style.visibility</p:attrName>
                                        </p:attrNameLst>
                                      </p:cBhvr>
                                      <p:to>
                                        <p:strVal val="hidden"/>
                                      </p:to>
                                    </p:set>
                                  </p:childTnLst>
                                </p:cTn>
                              </p:par>
                              <p:par>
                                <p:cTn id="247" presetID="10" presetClass="exit" presetSubtype="0" fill="hold" nodeType="withEffect">
                                  <p:stCondLst>
                                    <p:cond delay="0"/>
                                  </p:stCondLst>
                                  <p:childTnLst>
                                    <p:animEffect transition="out" filter="fade">
                                      <p:cBhvr>
                                        <p:cTn id="248" dur="300"/>
                                        <p:tgtEl>
                                          <p:spTgt spid="85"/>
                                        </p:tgtEl>
                                      </p:cBhvr>
                                    </p:animEffect>
                                    <p:set>
                                      <p:cBhvr>
                                        <p:cTn id="249" dur="1" fill="hold">
                                          <p:stCondLst>
                                            <p:cond delay="299"/>
                                          </p:stCondLst>
                                        </p:cTn>
                                        <p:tgtEl>
                                          <p:spTgt spid="85"/>
                                        </p:tgtEl>
                                        <p:attrNameLst>
                                          <p:attrName>style.visibility</p:attrName>
                                        </p:attrNameLst>
                                      </p:cBhvr>
                                      <p:to>
                                        <p:strVal val="hidden"/>
                                      </p:to>
                                    </p:set>
                                  </p:childTnLst>
                                </p:cTn>
                              </p:par>
                              <p:par>
                                <p:cTn id="250" presetID="10" presetClass="exit" presetSubtype="0" fill="hold" grpId="1" nodeType="withEffect">
                                  <p:stCondLst>
                                    <p:cond delay="0"/>
                                  </p:stCondLst>
                                  <p:childTnLst>
                                    <p:animEffect transition="out" filter="fade">
                                      <p:cBhvr>
                                        <p:cTn id="251" dur="300"/>
                                        <p:tgtEl>
                                          <p:spTgt spid="86"/>
                                        </p:tgtEl>
                                      </p:cBhvr>
                                    </p:animEffect>
                                    <p:set>
                                      <p:cBhvr>
                                        <p:cTn id="252" dur="1" fill="hold">
                                          <p:stCondLst>
                                            <p:cond delay="299"/>
                                          </p:stCondLst>
                                        </p:cTn>
                                        <p:tgtEl>
                                          <p:spTgt spid="86"/>
                                        </p:tgtEl>
                                        <p:attrNameLst>
                                          <p:attrName>style.visibility</p:attrName>
                                        </p:attrNameLst>
                                      </p:cBhvr>
                                      <p:to>
                                        <p:strVal val="hidden"/>
                                      </p:to>
                                    </p:set>
                                  </p:childTnLst>
                                </p:cTn>
                              </p:par>
                              <p:par>
                                <p:cTn id="253" presetID="10" presetClass="exit" presetSubtype="0" fill="hold" nodeType="withEffect">
                                  <p:stCondLst>
                                    <p:cond delay="0"/>
                                  </p:stCondLst>
                                  <p:childTnLst>
                                    <p:animEffect transition="out" filter="fade">
                                      <p:cBhvr>
                                        <p:cTn id="254" dur="300"/>
                                        <p:tgtEl>
                                          <p:spTgt spid="87"/>
                                        </p:tgtEl>
                                      </p:cBhvr>
                                    </p:animEffect>
                                    <p:set>
                                      <p:cBhvr>
                                        <p:cTn id="255" dur="1" fill="hold">
                                          <p:stCondLst>
                                            <p:cond delay="299"/>
                                          </p:stCondLst>
                                        </p:cTn>
                                        <p:tgtEl>
                                          <p:spTgt spid="87"/>
                                        </p:tgtEl>
                                        <p:attrNameLst>
                                          <p:attrName>style.visibility</p:attrName>
                                        </p:attrNameLst>
                                      </p:cBhvr>
                                      <p:to>
                                        <p:strVal val="hidden"/>
                                      </p:to>
                                    </p:set>
                                  </p:childTnLst>
                                </p:cTn>
                              </p:par>
                              <p:par>
                                <p:cTn id="256" presetID="10" presetClass="exit" presetSubtype="0" fill="hold" grpId="1" nodeType="withEffect">
                                  <p:stCondLst>
                                    <p:cond delay="0"/>
                                  </p:stCondLst>
                                  <p:childTnLst>
                                    <p:animEffect transition="out" filter="fade">
                                      <p:cBhvr>
                                        <p:cTn id="257" dur="300"/>
                                        <p:tgtEl>
                                          <p:spTgt spid="88"/>
                                        </p:tgtEl>
                                      </p:cBhvr>
                                    </p:animEffect>
                                    <p:set>
                                      <p:cBhvr>
                                        <p:cTn id="258" dur="1" fill="hold">
                                          <p:stCondLst>
                                            <p:cond delay="299"/>
                                          </p:stCondLst>
                                        </p:cTn>
                                        <p:tgtEl>
                                          <p:spTgt spid="88"/>
                                        </p:tgtEl>
                                        <p:attrNameLst>
                                          <p:attrName>style.visibility</p:attrName>
                                        </p:attrNameLst>
                                      </p:cBhvr>
                                      <p:to>
                                        <p:strVal val="hidden"/>
                                      </p:to>
                                    </p:set>
                                  </p:childTnLst>
                                </p:cTn>
                              </p:par>
                              <p:par>
                                <p:cTn id="259" presetID="10" presetClass="exit" presetSubtype="0" fill="hold" grpId="1" nodeType="withEffect">
                                  <p:stCondLst>
                                    <p:cond delay="0"/>
                                  </p:stCondLst>
                                  <p:childTnLst>
                                    <p:animEffect transition="out" filter="fade">
                                      <p:cBhvr>
                                        <p:cTn id="260" dur="300"/>
                                        <p:tgtEl>
                                          <p:spTgt spid="89"/>
                                        </p:tgtEl>
                                      </p:cBhvr>
                                    </p:animEffect>
                                    <p:set>
                                      <p:cBhvr>
                                        <p:cTn id="261" dur="1" fill="hold">
                                          <p:stCondLst>
                                            <p:cond delay="299"/>
                                          </p:stCondLst>
                                        </p:cTn>
                                        <p:tgtEl>
                                          <p:spTgt spid="89"/>
                                        </p:tgtEl>
                                        <p:attrNameLst>
                                          <p:attrName>style.visibility</p:attrName>
                                        </p:attrNameLst>
                                      </p:cBhvr>
                                      <p:to>
                                        <p:strVal val="hidden"/>
                                      </p:to>
                                    </p:set>
                                  </p:childTnLst>
                                </p:cTn>
                              </p:par>
                              <p:par>
                                <p:cTn id="262" presetID="10" presetClass="exit" presetSubtype="0" fill="hold" grpId="1" nodeType="withEffect">
                                  <p:stCondLst>
                                    <p:cond delay="0"/>
                                  </p:stCondLst>
                                  <p:childTnLst>
                                    <p:animEffect transition="out" filter="fade">
                                      <p:cBhvr>
                                        <p:cTn id="263" dur="300"/>
                                        <p:tgtEl>
                                          <p:spTgt spid="90"/>
                                        </p:tgtEl>
                                      </p:cBhvr>
                                    </p:animEffect>
                                    <p:set>
                                      <p:cBhvr>
                                        <p:cTn id="264" dur="1" fill="hold">
                                          <p:stCondLst>
                                            <p:cond delay="299"/>
                                          </p:stCondLst>
                                        </p:cTn>
                                        <p:tgtEl>
                                          <p:spTgt spid="90"/>
                                        </p:tgtEl>
                                        <p:attrNameLst>
                                          <p:attrName>style.visibility</p:attrName>
                                        </p:attrNameLst>
                                      </p:cBhvr>
                                      <p:to>
                                        <p:strVal val="hidden"/>
                                      </p:to>
                                    </p:set>
                                  </p:childTnLst>
                                </p:cTn>
                              </p:par>
                              <p:par>
                                <p:cTn id="265" presetID="10" presetClass="exit" presetSubtype="0" fill="hold" grpId="1" nodeType="withEffect">
                                  <p:stCondLst>
                                    <p:cond delay="0"/>
                                  </p:stCondLst>
                                  <p:childTnLst>
                                    <p:animEffect transition="out" filter="fade">
                                      <p:cBhvr>
                                        <p:cTn id="266" dur="300"/>
                                        <p:tgtEl>
                                          <p:spTgt spid="91"/>
                                        </p:tgtEl>
                                      </p:cBhvr>
                                    </p:animEffect>
                                    <p:set>
                                      <p:cBhvr>
                                        <p:cTn id="267" dur="1" fill="hold">
                                          <p:stCondLst>
                                            <p:cond delay="299"/>
                                          </p:stCondLst>
                                        </p:cTn>
                                        <p:tgtEl>
                                          <p:spTgt spid="91"/>
                                        </p:tgtEl>
                                        <p:attrNameLst>
                                          <p:attrName>style.visibility</p:attrName>
                                        </p:attrNameLst>
                                      </p:cBhvr>
                                      <p:to>
                                        <p:strVal val="hidden"/>
                                      </p:to>
                                    </p:set>
                                  </p:childTnLst>
                                </p:cTn>
                              </p:par>
                              <p:par>
                                <p:cTn id="268" presetID="10" presetClass="exit" presetSubtype="0" fill="hold" grpId="1" nodeType="withEffect">
                                  <p:stCondLst>
                                    <p:cond delay="0"/>
                                  </p:stCondLst>
                                  <p:childTnLst>
                                    <p:animEffect transition="out" filter="fade">
                                      <p:cBhvr>
                                        <p:cTn id="269" dur="300"/>
                                        <p:tgtEl>
                                          <p:spTgt spid="92"/>
                                        </p:tgtEl>
                                      </p:cBhvr>
                                    </p:animEffect>
                                    <p:set>
                                      <p:cBhvr>
                                        <p:cTn id="270" dur="1" fill="hold">
                                          <p:stCondLst>
                                            <p:cond delay="299"/>
                                          </p:stCondLst>
                                        </p:cTn>
                                        <p:tgtEl>
                                          <p:spTgt spid="92"/>
                                        </p:tgtEl>
                                        <p:attrNameLst>
                                          <p:attrName>style.visibility</p:attrName>
                                        </p:attrNameLst>
                                      </p:cBhvr>
                                      <p:to>
                                        <p:strVal val="hidden"/>
                                      </p:to>
                                    </p:set>
                                  </p:childTnLst>
                                </p:cTn>
                              </p:par>
                              <p:par>
                                <p:cTn id="271" presetID="10" presetClass="exit" presetSubtype="0" fill="hold" grpId="1" nodeType="withEffect">
                                  <p:stCondLst>
                                    <p:cond delay="0"/>
                                  </p:stCondLst>
                                  <p:childTnLst>
                                    <p:animEffect transition="out" filter="fade">
                                      <p:cBhvr>
                                        <p:cTn id="272" dur="300"/>
                                        <p:tgtEl>
                                          <p:spTgt spid="93"/>
                                        </p:tgtEl>
                                      </p:cBhvr>
                                    </p:animEffect>
                                    <p:set>
                                      <p:cBhvr>
                                        <p:cTn id="273" dur="1" fill="hold">
                                          <p:stCondLst>
                                            <p:cond delay="299"/>
                                          </p:stCondLst>
                                        </p:cTn>
                                        <p:tgtEl>
                                          <p:spTgt spid="93"/>
                                        </p:tgtEl>
                                        <p:attrNameLst>
                                          <p:attrName>style.visibility</p:attrName>
                                        </p:attrNameLst>
                                      </p:cBhvr>
                                      <p:to>
                                        <p:strVal val="hidden"/>
                                      </p:to>
                                    </p:set>
                                  </p:childTnLst>
                                </p:cTn>
                              </p:par>
                              <p:par>
                                <p:cTn id="274" presetID="10" presetClass="exit" presetSubtype="0" fill="hold" grpId="1" nodeType="withEffect">
                                  <p:stCondLst>
                                    <p:cond delay="0"/>
                                  </p:stCondLst>
                                  <p:childTnLst>
                                    <p:animEffect transition="out" filter="fade">
                                      <p:cBhvr>
                                        <p:cTn id="275" dur="300"/>
                                        <p:tgtEl>
                                          <p:spTgt spid="94"/>
                                        </p:tgtEl>
                                      </p:cBhvr>
                                    </p:animEffect>
                                    <p:set>
                                      <p:cBhvr>
                                        <p:cTn id="276" dur="1" fill="hold">
                                          <p:stCondLst>
                                            <p:cond delay="299"/>
                                          </p:stCondLst>
                                        </p:cTn>
                                        <p:tgtEl>
                                          <p:spTgt spid="94"/>
                                        </p:tgtEl>
                                        <p:attrNameLst>
                                          <p:attrName>style.visibility</p:attrName>
                                        </p:attrNameLst>
                                      </p:cBhvr>
                                      <p:to>
                                        <p:strVal val="hidden"/>
                                      </p:to>
                                    </p:set>
                                  </p:childTnLst>
                                </p:cTn>
                              </p:par>
                              <p:par>
                                <p:cTn id="277" presetID="10" presetClass="exit" presetSubtype="0" fill="hold" nodeType="withEffect">
                                  <p:stCondLst>
                                    <p:cond delay="0"/>
                                  </p:stCondLst>
                                  <p:childTnLst>
                                    <p:animEffect transition="out" filter="fade">
                                      <p:cBhvr>
                                        <p:cTn id="278" dur="300"/>
                                        <p:tgtEl>
                                          <p:spTgt spid="95"/>
                                        </p:tgtEl>
                                      </p:cBhvr>
                                    </p:animEffect>
                                    <p:set>
                                      <p:cBhvr>
                                        <p:cTn id="279" dur="1" fill="hold">
                                          <p:stCondLst>
                                            <p:cond delay="299"/>
                                          </p:stCondLst>
                                        </p:cTn>
                                        <p:tgtEl>
                                          <p:spTgt spid="95"/>
                                        </p:tgtEl>
                                        <p:attrNameLst>
                                          <p:attrName>style.visibility</p:attrName>
                                        </p:attrNameLst>
                                      </p:cBhvr>
                                      <p:to>
                                        <p:strVal val="hidden"/>
                                      </p:to>
                                    </p:set>
                                  </p:childTnLst>
                                </p:cTn>
                              </p:par>
                              <p:par>
                                <p:cTn id="280" presetID="10" presetClass="exit" presetSubtype="0" fill="hold" grpId="1" nodeType="withEffect">
                                  <p:stCondLst>
                                    <p:cond delay="0"/>
                                  </p:stCondLst>
                                  <p:childTnLst>
                                    <p:animEffect transition="out" filter="fade">
                                      <p:cBhvr>
                                        <p:cTn id="281" dur="300"/>
                                        <p:tgtEl>
                                          <p:spTgt spid="96"/>
                                        </p:tgtEl>
                                      </p:cBhvr>
                                    </p:animEffect>
                                    <p:set>
                                      <p:cBhvr>
                                        <p:cTn id="282" dur="1" fill="hold">
                                          <p:stCondLst>
                                            <p:cond delay="299"/>
                                          </p:stCondLst>
                                        </p:cTn>
                                        <p:tgtEl>
                                          <p:spTgt spid="96"/>
                                        </p:tgtEl>
                                        <p:attrNameLst>
                                          <p:attrName>style.visibility</p:attrName>
                                        </p:attrNameLst>
                                      </p:cBhvr>
                                      <p:to>
                                        <p:strVal val="hidden"/>
                                      </p:to>
                                    </p:set>
                                  </p:childTnLst>
                                </p:cTn>
                              </p:par>
                              <p:par>
                                <p:cTn id="283" presetID="10" presetClass="exit" presetSubtype="0" fill="hold" grpId="1" nodeType="withEffect">
                                  <p:stCondLst>
                                    <p:cond delay="0"/>
                                  </p:stCondLst>
                                  <p:childTnLst>
                                    <p:animEffect transition="out" filter="fade">
                                      <p:cBhvr>
                                        <p:cTn id="284" dur="300"/>
                                        <p:tgtEl>
                                          <p:spTgt spid="97"/>
                                        </p:tgtEl>
                                      </p:cBhvr>
                                    </p:animEffect>
                                    <p:set>
                                      <p:cBhvr>
                                        <p:cTn id="285" dur="1" fill="hold">
                                          <p:stCondLst>
                                            <p:cond delay="299"/>
                                          </p:stCondLst>
                                        </p:cTn>
                                        <p:tgtEl>
                                          <p:spTgt spid="97"/>
                                        </p:tgtEl>
                                        <p:attrNameLst>
                                          <p:attrName>style.visibility</p:attrName>
                                        </p:attrNameLst>
                                      </p:cBhvr>
                                      <p:to>
                                        <p:strVal val="hidden"/>
                                      </p:to>
                                    </p:set>
                                  </p:childTnLst>
                                </p:cTn>
                              </p:par>
                              <p:par>
                                <p:cTn id="286" presetID="10" presetClass="exit" presetSubtype="0" fill="hold" grpId="1" nodeType="withEffect">
                                  <p:stCondLst>
                                    <p:cond delay="0"/>
                                  </p:stCondLst>
                                  <p:childTnLst>
                                    <p:animEffect transition="out" filter="fade">
                                      <p:cBhvr>
                                        <p:cTn id="287" dur="300"/>
                                        <p:tgtEl>
                                          <p:spTgt spid="98"/>
                                        </p:tgtEl>
                                      </p:cBhvr>
                                    </p:animEffect>
                                    <p:set>
                                      <p:cBhvr>
                                        <p:cTn id="288" dur="1" fill="hold">
                                          <p:stCondLst>
                                            <p:cond delay="299"/>
                                          </p:stCondLst>
                                        </p:cTn>
                                        <p:tgtEl>
                                          <p:spTgt spid="98"/>
                                        </p:tgtEl>
                                        <p:attrNameLst>
                                          <p:attrName>style.visibility</p:attrName>
                                        </p:attrNameLst>
                                      </p:cBhvr>
                                      <p:to>
                                        <p:strVal val="hidden"/>
                                      </p:to>
                                    </p:set>
                                  </p:childTnLst>
                                </p:cTn>
                              </p:par>
                              <p:par>
                                <p:cTn id="289" presetID="10" presetClass="exit" presetSubtype="0" fill="hold" grpId="1" nodeType="withEffect">
                                  <p:stCondLst>
                                    <p:cond delay="0"/>
                                  </p:stCondLst>
                                  <p:childTnLst>
                                    <p:animEffect transition="out" filter="fade">
                                      <p:cBhvr>
                                        <p:cTn id="290" dur="300"/>
                                        <p:tgtEl>
                                          <p:spTgt spid="99"/>
                                        </p:tgtEl>
                                      </p:cBhvr>
                                    </p:animEffect>
                                    <p:set>
                                      <p:cBhvr>
                                        <p:cTn id="291" dur="1" fill="hold">
                                          <p:stCondLst>
                                            <p:cond delay="299"/>
                                          </p:stCondLst>
                                        </p:cTn>
                                        <p:tgtEl>
                                          <p:spTgt spid="99"/>
                                        </p:tgtEl>
                                        <p:attrNameLst>
                                          <p:attrName>style.visibility</p:attrName>
                                        </p:attrNameLst>
                                      </p:cBhvr>
                                      <p:to>
                                        <p:strVal val="hidden"/>
                                      </p:to>
                                    </p:set>
                                  </p:childTnLst>
                                </p:cTn>
                              </p:par>
                              <p:par>
                                <p:cTn id="292" presetID="10" presetClass="exit" presetSubtype="0" fill="hold" grpId="1" nodeType="withEffect">
                                  <p:stCondLst>
                                    <p:cond delay="0"/>
                                  </p:stCondLst>
                                  <p:childTnLst>
                                    <p:animEffect transition="out" filter="fade">
                                      <p:cBhvr>
                                        <p:cTn id="293" dur="300"/>
                                        <p:tgtEl>
                                          <p:spTgt spid="100"/>
                                        </p:tgtEl>
                                      </p:cBhvr>
                                    </p:animEffect>
                                    <p:set>
                                      <p:cBhvr>
                                        <p:cTn id="294" dur="1" fill="hold">
                                          <p:stCondLst>
                                            <p:cond delay="299"/>
                                          </p:stCondLst>
                                        </p:cTn>
                                        <p:tgtEl>
                                          <p:spTgt spid="100"/>
                                        </p:tgtEl>
                                        <p:attrNameLst>
                                          <p:attrName>style.visibility</p:attrName>
                                        </p:attrNameLst>
                                      </p:cBhvr>
                                      <p:to>
                                        <p:strVal val="hidden"/>
                                      </p:to>
                                    </p:set>
                                  </p:childTnLst>
                                </p:cTn>
                              </p:par>
                              <p:par>
                                <p:cTn id="295" presetID="53" presetClass="entr" presetSubtype="16" fill="hold" grpId="0" nodeType="withEffect">
                                  <p:stCondLst>
                                    <p:cond delay="250"/>
                                  </p:stCondLst>
                                  <p:childTnLst>
                                    <p:set>
                                      <p:cBhvr>
                                        <p:cTn id="296" dur="1" fill="hold">
                                          <p:stCondLst>
                                            <p:cond delay="0"/>
                                          </p:stCondLst>
                                        </p:cTn>
                                        <p:tgtEl>
                                          <p:spTgt spid="12"/>
                                        </p:tgtEl>
                                        <p:attrNameLst>
                                          <p:attrName>style.visibility</p:attrName>
                                        </p:attrNameLst>
                                      </p:cBhvr>
                                      <p:to>
                                        <p:strVal val="visible"/>
                                      </p:to>
                                    </p:set>
                                    <p:anim calcmode="lin" valueType="num">
                                      <p:cBhvr>
                                        <p:cTn id="297" dur="750" fill="hold"/>
                                        <p:tgtEl>
                                          <p:spTgt spid="12"/>
                                        </p:tgtEl>
                                        <p:attrNameLst>
                                          <p:attrName>ppt_w</p:attrName>
                                        </p:attrNameLst>
                                      </p:cBhvr>
                                      <p:tavLst>
                                        <p:tav tm="0">
                                          <p:val>
                                            <p:fltVal val="0"/>
                                          </p:val>
                                        </p:tav>
                                        <p:tav tm="100000">
                                          <p:val>
                                            <p:strVal val="#ppt_w"/>
                                          </p:val>
                                        </p:tav>
                                      </p:tavLst>
                                    </p:anim>
                                    <p:anim calcmode="lin" valueType="num">
                                      <p:cBhvr>
                                        <p:cTn id="298" dur="750" fill="hold"/>
                                        <p:tgtEl>
                                          <p:spTgt spid="12"/>
                                        </p:tgtEl>
                                        <p:attrNameLst>
                                          <p:attrName>ppt_h</p:attrName>
                                        </p:attrNameLst>
                                      </p:cBhvr>
                                      <p:tavLst>
                                        <p:tav tm="0">
                                          <p:val>
                                            <p:fltVal val="0"/>
                                          </p:val>
                                        </p:tav>
                                        <p:tav tm="100000">
                                          <p:val>
                                            <p:strVal val="#ppt_h"/>
                                          </p:val>
                                        </p:tav>
                                      </p:tavLst>
                                    </p:anim>
                                    <p:animEffect transition="in" filter="fade">
                                      <p:cBhvr>
                                        <p:cTn id="299" dur="750"/>
                                        <p:tgtEl>
                                          <p:spTgt spid="12"/>
                                        </p:tgtEl>
                                      </p:cBhvr>
                                    </p:animEffect>
                                  </p:childTnLst>
                                </p:cTn>
                              </p:par>
                              <p:par>
                                <p:cTn id="300" presetID="53" presetClass="entr" presetSubtype="16" fill="hold" nodeType="withEffect">
                                  <p:stCondLst>
                                    <p:cond delay="250"/>
                                  </p:stCondLst>
                                  <p:childTnLst>
                                    <p:set>
                                      <p:cBhvr>
                                        <p:cTn id="301" dur="1" fill="hold">
                                          <p:stCondLst>
                                            <p:cond delay="0"/>
                                          </p:stCondLst>
                                        </p:cTn>
                                        <p:tgtEl>
                                          <p:spTgt spid="15"/>
                                        </p:tgtEl>
                                        <p:attrNameLst>
                                          <p:attrName>style.visibility</p:attrName>
                                        </p:attrNameLst>
                                      </p:cBhvr>
                                      <p:to>
                                        <p:strVal val="visible"/>
                                      </p:to>
                                    </p:set>
                                    <p:anim calcmode="lin" valueType="num">
                                      <p:cBhvr>
                                        <p:cTn id="302" dur="750" fill="hold"/>
                                        <p:tgtEl>
                                          <p:spTgt spid="15"/>
                                        </p:tgtEl>
                                        <p:attrNameLst>
                                          <p:attrName>ppt_w</p:attrName>
                                        </p:attrNameLst>
                                      </p:cBhvr>
                                      <p:tavLst>
                                        <p:tav tm="0">
                                          <p:val>
                                            <p:fltVal val="0"/>
                                          </p:val>
                                        </p:tav>
                                        <p:tav tm="100000">
                                          <p:val>
                                            <p:strVal val="#ppt_w"/>
                                          </p:val>
                                        </p:tav>
                                      </p:tavLst>
                                    </p:anim>
                                    <p:anim calcmode="lin" valueType="num">
                                      <p:cBhvr>
                                        <p:cTn id="303" dur="750" fill="hold"/>
                                        <p:tgtEl>
                                          <p:spTgt spid="15"/>
                                        </p:tgtEl>
                                        <p:attrNameLst>
                                          <p:attrName>ppt_h</p:attrName>
                                        </p:attrNameLst>
                                      </p:cBhvr>
                                      <p:tavLst>
                                        <p:tav tm="0">
                                          <p:val>
                                            <p:fltVal val="0"/>
                                          </p:val>
                                        </p:tav>
                                        <p:tav tm="100000">
                                          <p:val>
                                            <p:strVal val="#ppt_h"/>
                                          </p:val>
                                        </p:tav>
                                      </p:tavLst>
                                    </p:anim>
                                    <p:animEffect transition="in" filter="fade">
                                      <p:cBhvr>
                                        <p:cTn id="304" dur="750"/>
                                        <p:tgtEl>
                                          <p:spTgt spid="15"/>
                                        </p:tgtEl>
                                      </p:cBhvr>
                                    </p:animEffect>
                                  </p:childTnLst>
                                </p:cTn>
                              </p:par>
                              <p:par>
                                <p:cTn id="305" presetID="53" presetClass="entr" presetSubtype="16" fill="hold" nodeType="withEffect">
                                  <p:stCondLst>
                                    <p:cond delay="250"/>
                                  </p:stCondLst>
                                  <p:childTnLst>
                                    <p:set>
                                      <p:cBhvr>
                                        <p:cTn id="306" dur="1" fill="hold">
                                          <p:stCondLst>
                                            <p:cond delay="0"/>
                                          </p:stCondLst>
                                        </p:cTn>
                                        <p:tgtEl>
                                          <p:spTgt spid="16"/>
                                        </p:tgtEl>
                                        <p:attrNameLst>
                                          <p:attrName>style.visibility</p:attrName>
                                        </p:attrNameLst>
                                      </p:cBhvr>
                                      <p:to>
                                        <p:strVal val="visible"/>
                                      </p:to>
                                    </p:set>
                                    <p:anim calcmode="lin" valueType="num">
                                      <p:cBhvr>
                                        <p:cTn id="307" dur="750" fill="hold"/>
                                        <p:tgtEl>
                                          <p:spTgt spid="16"/>
                                        </p:tgtEl>
                                        <p:attrNameLst>
                                          <p:attrName>ppt_w</p:attrName>
                                        </p:attrNameLst>
                                      </p:cBhvr>
                                      <p:tavLst>
                                        <p:tav tm="0">
                                          <p:val>
                                            <p:fltVal val="0"/>
                                          </p:val>
                                        </p:tav>
                                        <p:tav tm="100000">
                                          <p:val>
                                            <p:strVal val="#ppt_w"/>
                                          </p:val>
                                        </p:tav>
                                      </p:tavLst>
                                    </p:anim>
                                    <p:anim calcmode="lin" valueType="num">
                                      <p:cBhvr>
                                        <p:cTn id="308" dur="750" fill="hold"/>
                                        <p:tgtEl>
                                          <p:spTgt spid="16"/>
                                        </p:tgtEl>
                                        <p:attrNameLst>
                                          <p:attrName>ppt_h</p:attrName>
                                        </p:attrNameLst>
                                      </p:cBhvr>
                                      <p:tavLst>
                                        <p:tav tm="0">
                                          <p:val>
                                            <p:fltVal val="0"/>
                                          </p:val>
                                        </p:tav>
                                        <p:tav tm="100000">
                                          <p:val>
                                            <p:strVal val="#ppt_h"/>
                                          </p:val>
                                        </p:tav>
                                      </p:tavLst>
                                    </p:anim>
                                    <p:animEffect transition="in" filter="fade">
                                      <p:cBhvr>
                                        <p:cTn id="309" dur="750"/>
                                        <p:tgtEl>
                                          <p:spTgt spid="16"/>
                                        </p:tgtEl>
                                      </p:cBhvr>
                                    </p:animEffect>
                                  </p:childTnLst>
                                </p:cTn>
                              </p:par>
                              <p:par>
                                <p:cTn id="310" presetID="53" presetClass="entr" presetSubtype="16" fill="hold" grpId="0" nodeType="withEffect">
                                  <p:stCondLst>
                                    <p:cond delay="250"/>
                                  </p:stCondLst>
                                  <p:childTnLst>
                                    <p:set>
                                      <p:cBhvr>
                                        <p:cTn id="311" dur="1" fill="hold">
                                          <p:stCondLst>
                                            <p:cond delay="0"/>
                                          </p:stCondLst>
                                        </p:cTn>
                                        <p:tgtEl>
                                          <p:spTgt spid="17"/>
                                        </p:tgtEl>
                                        <p:attrNameLst>
                                          <p:attrName>style.visibility</p:attrName>
                                        </p:attrNameLst>
                                      </p:cBhvr>
                                      <p:to>
                                        <p:strVal val="visible"/>
                                      </p:to>
                                    </p:set>
                                    <p:anim calcmode="lin" valueType="num">
                                      <p:cBhvr>
                                        <p:cTn id="312" dur="750" fill="hold"/>
                                        <p:tgtEl>
                                          <p:spTgt spid="17"/>
                                        </p:tgtEl>
                                        <p:attrNameLst>
                                          <p:attrName>ppt_w</p:attrName>
                                        </p:attrNameLst>
                                      </p:cBhvr>
                                      <p:tavLst>
                                        <p:tav tm="0">
                                          <p:val>
                                            <p:fltVal val="0"/>
                                          </p:val>
                                        </p:tav>
                                        <p:tav tm="100000">
                                          <p:val>
                                            <p:strVal val="#ppt_w"/>
                                          </p:val>
                                        </p:tav>
                                      </p:tavLst>
                                    </p:anim>
                                    <p:anim calcmode="lin" valueType="num">
                                      <p:cBhvr>
                                        <p:cTn id="313" dur="750" fill="hold"/>
                                        <p:tgtEl>
                                          <p:spTgt spid="17"/>
                                        </p:tgtEl>
                                        <p:attrNameLst>
                                          <p:attrName>ppt_h</p:attrName>
                                        </p:attrNameLst>
                                      </p:cBhvr>
                                      <p:tavLst>
                                        <p:tav tm="0">
                                          <p:val>
                                            <p:fltVal val="0"/>
                                          </p:val>
                                        </p:tav>
                                        <p:tav tm="100000">
                                          <p:val>
                                            <p:strVal val="#ppt_h"/>
                                          </p:val>
                                        </p:tav>
                                      </p:tavLst>
                                    </p:anim>
                                    <p:animEffect transition="in" filter="fade">
                                      <p:cBhvr>
                                        <p:cTn id="314" dur="750"/>
                                        <p:tgtEl>
                                          <p:spTgt spid="17"/>
                                        </p:tgtEl>
                                      </p:cBhvr>
                                    </p:animEffect>
                                  </p:childTnLst>
                                </p:cTn>
                              </p:par>
                              <p:par>
                                <p:cTn id="315" presetID="53" presetClass="entr" presetSubtype="16" fill="hold" grpId="0" nodeType="withEffect">
                                  <p:stCondLst>
                                    <p:cond delay="250"/>
                                  </p:stCondLst>
                                  <p:childTnLst>
                                    <p:set>
                                      <p:cBhvr>
                                        <p:cTn id="316" dur="1" fill="hold">
                                          <p:stCondLst>
                                            <p:cond delay="0"/>
                                          </p:stCondLst>
                                        </p:cTn>
                                        <p:tgtEl>
                                          <p:spTgt spid="18"/>
                                        </p:tgtEl>
                                        <p:attrNameLst>
                                          <p:attrName>style.visibility</p:attrName>
                                        </p:attrNameLst>
                                      </p:cBhvr>
                                      <p:to>
                                        <p:strVal val="visible"/>
                                      </p:to>
                                    </p:set>
                                    <p:anim calcmode="lin" valueType="num">
                                      <p:cBhvr>
                                        <p:cTn id="317" dur="750" fill="hold"/>
                                        <p:tgtEl>
                                          <p:spTgt spid="18"/>
                                        </p:tgtEl>
                                        <p:attrNameLst>
                                          <p:attrName>ppt_w</p:attrName>
                                        </p:attrNameLst>
                                      </p:cBhvr>
                                      <p:tavLst>
                                        <p:tav tm="0">
                                          <p:val>
                                            <p:fltVal val="0"/>
                                          </p:val>
                                        </p:tav>
                                        <p:tav tm="100000">
                                          <p:val>
                                            <p:strVal val="#ppt_w"/>
                                          </p:val>
                                        </p:tav>
                                      </p:tavLst>
                                    </p:anim>
                                    <p:anim calcmode="lin" valueType="num">
                                      <p:cBhvr>
                                        <p:cTn id="318" dur="750" fill="hold"/>
                                        <p:tgtEl>
                                          <p:spTgt spid="18"/>
                                        </p:tgtEl>
                                        <p:attrNameLst>
                                          <p:attrName>ppt_h</p:attrName>
                                        </p:attrNameLst>
                                      </p:cBhvr>
                                      <p:tavLst>
                                        <p:tav tm="0">
                                          <p:val>
                                            <p:fltVal val="0"/>
                                          </p:val>
                                        </p:tav>
                                        <p:tav tm="100000">
                                          <p:val>
                                            <p:strVal val="#ppt_h"/>
                                          </p:val>
                                        </p:tav>
                                      </p:tavLst>
                                    </p:anim>
                                    <p:animEffect transition="in" filter="fade">
                                      <p:cBhvr>
                                        <p:cTn id="319" dur="750"/>
                                        <p:tgtEl>
                                          <p:spTgt spid="18"/>
                                        </p:tgtEl>
                                      </p:cBhvr>
                                    </p:animEffect>
                                  </p:childTnLst>
                                </p:cTn>
                              </p:par>
                              <p:par>
                                <p:cTn id="320" presetID="53" presetClass="entr" presetSubtype="16" fill="hold" grpId="0" nodeType="withEffect">
                                  <p:stCondLst>
                                    <p:cond delay="370"/>
                                  </p:stCondLst>
                                  <p:childTnLst>
                                    <p:set>
                                      <p:cBhvr>
                                        <p:cTn id="321" dur="1" fill="hold">
                                          <p:stCondLst>
                                            <p:cond delay="0"/>
                                          </p:stCondLst>
                                        </p:cTn>
                                        <p:tgtEl>
                                          <p:spTgt spid="23"/>
                                        </p:tgtEl>
                                        <p:attrNameLst>
                                          <p:attrName>style.visibility</p:attrName>
                                        </p:attrNameLst>
                                      </p:cBhvr>
                                      <p:to>
                                        <p:strVal val="visible"/>
                                      </p:to>
                                    </p:set>
                                    <p:anim calcmode="lin" valueType="num">
                                      <p:cBhvr>
                                        <p:cTn id="322" dur="750" fill="hold"/>
                                        <p:tgtEl>
                                          <p:spTgt spid="23"/>
                                        </p:tgtEl>
                                        <p:attrNameLst>
                                          <p:attrName>ppt_w</p:attrName>
                                        </p:attrNameLst>
                                      </p:cBhvr>
                                      <p:tavLst>
                                        <p:tav tm="0">
                                          <p:val>
                                            <p:fltVal val="0"/>
                                          </p:val>
                                        </p:tav>
                                        <p:tav tm="100000">
                                          <p:val>
                                            <p:strVal val="#ppt_w"/>
                                          </p:val>
                                        </p:tav>
                                      </p:tavLst>
                                    </p:anim>
                                    <p:anim calcmode="lin" valueType="num">
                                      <p:cBhvr>
                                        <p:cTn id="323" dur="750" fill="hold"/>
                                        <p:tgtEl>
                                          <p:spTgt spid="23"/>
                                        </p:tgtEl>
                                        <p:attrNameLst>
                                          <p:attrName>ppt_h</p:attrName>
                                        </p:attrNameLst>
                                      </p:cBhvr>
                                      <p:tavLst>
                                        <p:tav tm="0">
                                          <p:val>
                                            <p:fltVal val="0"/>
                                          </p:val>
                                        </p:tav>
                                        <p:tav tm="100000">
                                          <p:val>
                                            <p:strVal val="#ppt_h"/>
                                          </p:val>
                                        </p:tav>
                                      </p:tavLst>
                                    </p:anim>
                                    <p:animEffect transition="in" filter="fade">
                                      <p:cBhvr>
                                        <p:cTn id="324" dur="750"/>
                                        <p:tgtEl>
                                          <p:spTgt spid="23"/>
                                        </p:tgtEl>
                                      </p:cBhvr>
                                    </p:animEffect>
                                  </p:childTnLst>
                                </p:cTn>
                              </p:par>
                              <p:par>
                                <p:cTn id="325" presetID="53" presetClass="entr" presetSubtype="16" fill="hold" grpId="0" nodeType="withEffect">
                                  <p:stCondLst>
                                    <p:cond delay="370"/>
                                  </p:stCondLst>
                                  <p:childTnLst>
                                    <p:set>
                                      <p:cBhvr>
                                        <p:cTn id="326" dur="1" fill="hold">
                                          <p:stCondLst>
                                            <p:cond delay="0"/>
                                          </p:stCondLst>
                                        </p:cTn>
                                        <p:tgtEl>
                                          <p:spTgt spid="24"/>
                                        </p:tgtEl>
                                        <p:attrNameLst>
                                          <p:attrName>style.visibility</p:attrName>
                                        </p:attrNameLst>
                                      </p:cBhvr>
                                      <p:to>
                                        <p:strVal val="visible"/>
                                      </p:to>
                                    </p:set>
                                    <p:anim calcmode="lin" valueType="num">
                                      <p:cBhvr>
                                        <p:cTn id="327" dur="750" fill="hold"/>
                                        <p:tgtEl>
                                          <p:spTgt spid="24"/>
                                        </p:tgtEl>
                                        <p:attrNameLst>
                                          <p:attrName>ppt_w</p:attrName>
                                        </p:attrNameLst>
                                      </p:cBhvr>
                                      <p:tavLst>
                                        <p:tav tm="0">
                                          <p:val>
                                            <p:fltVal val="0"/>
                                          </p:val>
                                        </p:tav>
                                        <p:tav tm="100000">
                                          <p:val>
                                            <p:strVal val="#ppt_w"/>
                                          </p:val>
                                        </p:tav>
                                      </p:tavLst>
                                    </p:anim>
                                    <p:anim calcmode="lin" valueType="num">
                                      <p:cBhvr>
                                        <p:cTn id="328" dur="750" fill="hold"/>
                                        <p:tgtEl>
                                          <p:spTgt spid="24"/>
                                        </p:tgtEl>
                                        <p:attrNameLst>
                                          <p:attrName>ppt_h</p:attrName>
                                        </p:attrNameLst>
                                      </p:cBhvr>
                                      <p:tavLst>
                                        <p:tav tm="0">
                                          <p:val>
                                            <p:fltVal val="0"/>
                                          </p:val>
                                        </p:tav>
                                        <p:tav tm="100000">
                                          <p:val>
                                            <p:strVal val="#ppt_h"/>
                                          </p:val>
                                        </p:tav>
                                      </p:tavLst>
                                    </p:anim>
                                    <p:animEffect transition="in" filter="fade">
                                      <p:cBhvr>
                                        <p:cTn id="329" dur="750"/>
                                        <p:tgtEl>
                                          <p:spTgt spid="24"/>
                                        </p:tgtEl>
                                      </p:cBhvr>
                                    </p:animEffect>
                                  </p:childTnLst>
                                </p:cTn>
                              </p:par>
                              <p:par>
                                <p:cTn id="330" presetID="53" presetClass="entr" presetSubtype="16" fill="hold" nodeType="withEffect">
                                  <p:stCondLst>
                                    <p:cond delay="370"/>
                                  </p:stCondLst>
                                  <p:childTnLst>
                                    <p:set>
                                      <p:cBhvr>
                                        <p:cTn id="331" dur="1" fill="hold">
                                          <p:stCondLst>
                                            <p:cond delay="0"/>
                                          </p:stCondLst>
                                        </p:cTn>
                                        <p:tgtEl>
                                          <p:spTgt spid="25"/>
                                        </p:tgtEl>
                                        <p:attrNameLst>
                                          <p:attrName>style.visibility</p:attrName>
                                        </p:attrNameLst>
                                      </p:cBhvr>
                                      <p:to>
                                        <p:strVal val="visible"/>
                                      </p:to>
                                    </p:set>
                                    <p:anim calcmode="lin" valueType="num">
                                      <p:cBhvr>
                                        <p:cTn id="332" dur="750" fill="hold"/>
                                        <p:tgtEl>
                                          <p:spTgt spid="25"/>
                                        </p:tgtEl>
                                        <p:attrNameLst>
                                          <p:attrName>ppt_w</p:attrName>
                                        </p:attrNameLst>
                                      </p:cBhvr>
                                      <p:tavLst>
                                        <p:tav tm="0">
                                          <p:val>
                                            <p:fltVal val="0"/>
                                          </p:val>
                                        </p:tav>
                                        <p:tav tm="100000">
                                          <p:val>
                                            <p:strVal val="#ppt_w"/>
                                          </p:val>
                                        </p:tav>
                                      </p:tavLst>
                                    </p:anim>
                                    <p:anim calcmode="lin" valueType="num">
                                      <p:cBhvr>
                                        <p:cTn id="333" dur="750" fill="hold"/>
                                        <p:tgtEl>
                                          <p:spTgt spid="25"/>
                                        </p:tgtEl>
                                        <p:attrNameLst>
                                          <p:attrName>ppt_h</p:attrName>
                                        </p:attrNameLst>
                                      </p:cBhvr>
                                      <p:tavLst>
                                        <p:tav tm="0">
                                          <p:val>
                                            <p:fltVal val="0"/>
                                          </p:val>
                                        </p:tav>
                                        <p:tav tm="100000">
                                          <p:val>
                                            <p:strVal val="#ppt_h"/>
                                          </p:val>
                                        </p:tav>
                                      </p:tavLst>
                                    </p:anim>
                                    <p:animEffect transition="in" filter="fade">
                                      <p:cBhvr>
                                        <p:cTn id="334" dur="750"/>
                                        <p:tgtEl>
                                          <p:spTgt spid="25"/>
                                        </p:tgtEl>
                                      </p:cBhvr>
                                    </p:animEffect>
                                  </p:childTnLst>
                                </p:cTn>
                              </p:par>
                              <p:par>
                                <p:cTn id="335" presetID="53" presetClass="entr" presetSubtype="16" fill="hold" grpId="0" nodeType="withEffect">
                                  <p:stCondLst>
                                    <p:cond delay="370"/>
                                  </p:stCondLst>
                                  <p:childTnLst>
                                    <p:set>
                                      <p:cBhvr>
                                        <p:cTn id="336" dur="1" fill="hold">
                                          <p:stCondLst>
                                            <p:cond delay="0"/>
                                          </p:stCondLst>
                                        </p:cTn>
                                        <p:tgtEl>
                                          <p:spTgt spid="26"/>
                                        </p:tgtEl>
                                        <p:attrNameLst>
                                          <p:attrName>style.visibility</p:attrName>
                                        </p:attrNameLst>
                                      </p:cBhvr>
                                      <p:to>
                                        <p:strVal val="visible"/>
                                      </p:to>
                                    </p:set>
                                    <p:anim calcmode="lin" valueType="num">
                                      <p:cBhvr>
                                        <p:cTn id="337" dur="750" fill="hold"/>
                                        <p:tgtEl>
                                          <p:spTgt spid="26"/>
                                        </p:tgtEl>
                                        <p:attrNameLst>
                                          <p:attrName>ppt_w</p:attrName>
                                        </p:attrNameLst>
                                      </p:cBhvr>
                                      <p:tavLst>
                                        <p:tav tm="0">
                                          <p:val>
                                            <p:fltVal val="0"/>
                                          </p:val>
                                        </p:tav>
                                        <p:tav tm="100000">
                                          <p:val>
                                            <p:strVal val="#ppt_w"/>
                                          </p:val>
                                        </p:tav>
                                      </p:tavLst>
                                    </p:anim>
                                    <p:anim calcmode="lin" valueType="num">
                                      <p:cBhvr>
                                        <p:cTn id="338" dur="750" fill="hold"/>
                                        <p:tgtEl>
                                          <p:spTgt spid="26"/>
                                        </p:tgtEl>
                                        <p:attrNameLst>
                                          <p:attrName>ppt_h</p:attrName>
                                        </p:attrNameLst>
                                      </p:cBhvr>
                                      <p:tavLst>
                                        <p:tav tm="0">
                                          <p:val>
                                            <p:fltVal val="0"/>
                                          </p:val>
                                        </p:tav>
                                        <p:tav tm="100000">
                                          <p:val>
                                            <p:strVal val="#ppt_h"/>
                                          </p:val>
                                        </p:tav>
                                      </p:tavLst>
                                    </p:anim>
                                    <p:animEffect transition="in" filter="fade">
                                      <p:cBhvr>
                                        <p:cTn id="339" dur="750"/>
                                        <p:tgtEl>
                                          <p:spTgt spid="26"/>
                                        </p:tgtEl>
                                      </p:cBhvr>
                                    </p:animEffect>
                                  </p:childTnLst>
                                </p:cTn>
                              </p:par>
                              <p:par>
                                <p:cTn id="340" presetID="53" presetClass="entr" presetSubtype="16" fill="hold" nodeType="withEffect">
                                  <p:stCondLst>
                                    <p:cond delay="370"/>
                                  </p:stCondLst>
                                  <p:childTnLst>
                                    <p:set>
                                      <p:cBhvr>
                                        <p:cTn id="341" dur="1" fill="hold">
                                          <p:stCondLst>
                                            <p:cond delay="0"/>
                                          </p:stCondLst>
                                        </p:cTn>
                                        <p:tgtEl>
                                          <p:spTgt spid="27"/>
                                        </p:tgtEl>
                                        <p:attrNameLst>
                                          <p:attrName>style.visibility</p:attrName>
                                        </p:attrNameLst>
                                      </p:cBhvr>
                                      <p:to>
                                        <p:strVal val="visible"/>
                                      </p:to>
                                    </p:set>
                                    <p:anim calcmode="lin" valueType="num">
                                      <p:cBhvr>
                                        <p:cTn id="342" dur="750" fill="hold"/>
                                        <p:tgtEl>
                                          <p:spTgt spid="27"/>
                                        </p:tgtEl>
                                        <p:attrNameLst>
                                          <p:attrName>ppt_w</p:attrName>
                                        </p:attrNameLst>
                                      </p:cBhvr>
                                      <p:tavLst>
                                        <p:tav tm="0">
                                          <p:val>
                                            <p:fltVal val="0"/>
                                          </p:val>
                                        </p:tav>
                                        <p:tav tm="100000">
                                          <p:val>
                                            <p:strVal val="#ppt_w"/>
                                          </p:val>
                                        </p:tav>
                                      </p:tavLst>
                                    </p:anim>
                                    <p:anim calcmode="lin" valueType="num">
                                      <p:cBhvr>
                                        <p:cTn id="343" dur="750" fill="hold"/>
                                        <p:tgtEl>
                                          <p:spTgt spid="27"/>
                                        </p:tgtEl>
                                        <p:attrNameLst>
                                          <p:attrName>ppt_h</p:attrName>
                                        </p:attrNameLst>
                                      </p:cBhvr>
                                      <p:tavLst>
                                        <p:tav tm="0">
                                          <p:val>
                                            <p:fltVal val="0"/>
                                          </p:val>
                                        </p:tav>
                                        <p:tav tm="100000">
                                          <p:val>
                                            <p:strVal val="#ppt_h"/>
                                          </p:val>
                                        </p:tav>
                                      </p:tavLst>
                                    </p:anim>
                                    <p:animEffect transition="in" filter="fade">
                                      <p:cBhvr>
                                        <p:cTn id="344" dur="750"/>
                                        <p:tgtEl>
                                          <p:spTgt spid="27"/>
                                        </p:tgtEl>
                                      </p:cBhvr>
                                    </p:animEffect>
                                  </p:childTnLst>
                                </p:cTn>
                              </p:par>
                              <p:par>
                                <p:cTn id="345" presetID="53" presetClass="entr" presetSubtype="16" fill="hold" grpId="0" nodeType="withEffect">
                                  <p:stCondLst>
                                    <p:cond delay="370"/>
                                  </p:stCondLst>
                                  <p:childTnLst>
                                    <p:set>
                                      <p:cBhvr>
                                        <p:cTn id="346" dur="1" fill="hold">
                                          <p:stCondLst>
                                            <p:cond delay="0"/>
                                          </p:stCondLst>
                                        </p:cTn>
                                        <p:tgtEl>
                                          <p:spTgt spid="28"/>
                                        </p:tgtEl>
                                        <p:attrNameLst>
                                          <p:attrName>style.visibility</p:attrName>
                                        </p:attrNameLst>
                                      </p:cBhvr>
                                      <p:to>
                                        <p:strVal val="visible"/>
                                      </p:to>
                                    </p:set>
                                    <p:anim calcmode="lin" valueType="num">
                                      <p:cBhvr>
                                        <p:cTn id="347" dur="750" fill="hold"/>
                                        <p:tgtEl>
                                          <p:spTgt spid="28"/>
                                        </p:tgtEl>
                                        <p:attrNameLst>
                                          <p:attrName>ppt_w</p:attrName>
                                        </p:attrNameLst>
                                      </p:cBhvr>
                                      <p:tavLst>
                                        <p:tav tm="0">
                                          <p:val>
                                            <p:fltVal val="0"/>
                                          </p:val>
                                        </p:tav>
                                        <p:tav tm="100000">
                                          <p:val>
                                            <p:strVal val="#ppt_w"/>
                                          </p:val>
                                        </p:tav>
                                      </p:tavLst>
                                    </p:anim>
                                    <p:anim calcmode="lin" valueType="num">
                                      <p:cBhvr>
                                        <p:cTn id="348" dur="750" fill="hold"/>
                                        <p:tgtEl>
                                          <p:spTgt spid="28"/>
                                        </p:tgtEl>
                                        <p:attrNameLst>
                                          <p:attrName>ppt_h</p:attrName>
                                        </p:attrNameLst>
                                      </p:cBhvr>
                                      <p:tavLst>
                                        <p:tav tm="0">
                                          <p:val>
                                            <p:fltVal val="0"/>
                                          </p:val>
                                        </p:tav>
                                        <p:tav tm="100000">
                                          <p:val>
                                            <p:strVal val="#ppt_h"/>
                                          </p:val>
                                        </p:tav>
                                      </p:tavLst>
                                    </p:anim>
                                    <p:animEffect transition="in" filter="fade">
                                      <p:cBhvr>
                                        <p:cTn id="349" dur="750"/>
                                        <p:tgtEl>
                                          <p:spTgt spid="28"/>
                                        </p:tgtEl>
                                      </p:cBhvr>
                                    </p:animEffect>
                                  </p:childTnLst>
                                </p:cTn>
                              </p:par>
                              <p:par>
                                <p:cTn id="350" presetID="53" presetClass="entr" presetSubtype="16" fill="hold" nodeType="withEffect">
                                  <p:stCondLst>
                                    <p:cond delay="370"/>
                                  </p:stCondLst>
                                  <p:childTnLst>
                                    <p:set>
                                      <p:cBhvr>
                                        <p:cTn id="351" dur="1" fill="hold">
                                          <p:stCondLst>
                                            <p:cond delay="0"/>
                                          </p:stCondLst>
                                        </p:cTn>
                                        <p:tgtEl>
                                          <p:spTgt spid="29"/>
                                        </p:tgtEl>
                                        <p:attrNameLst>
                                          <p:attrName>style.visibility</p:attrName>
                                        </p:attrNameLst>
                                      </p:cBhvr>
                                      <p:to>
                                        <p:strVal val="visible"/>
                                      </p:to>
                                    </p:set>
                                    <p:anim calcmode="lin" valueType="num">
                                      <p:cBhvr>
                                        <p:cTn id="352" dur="750" fill="hold"/>
                                        <p:tgtEl>
                                          <p:spTgt spid="29"/>
                                        </p:tgtEl>
                                        <p:attrNameLst>
                                          <p:attrName>ppt_w</p:attrName>
                                        </p:attrNameLst>
                                      </p:cBhvr>
                                      <p:tavLst>
                                        <p:tav tm="0">
                                          <p:val>
                                            <p:fltVal val="0"/>
                                          </p:val>
                                        </p:tav>
                                        <p:tav tm="100000">
                                          <p:val>
                                            <p:strVal val="#ppt_w"/>
                                          </p:val>
                                        </p:tav>
                                      </p:tavLst>
                                    </p:anim>
                                    <p:anim calcmode="lin" valueType="num">
                                      <p:cBhvr>
                                        <p:cTn id="353" dur="750" fill="hold"/>
                                        <p:tgtEl>
                                          <p:spTgt spid="29"/>
                                        </p:tgtEl>
                                        <p:attrNameLst>
                                          <p:attrName>ppt_h</p:attrName>
                                        </p:attrNameLst>
                                      </p:cBhvr>
                                      <p:tavLst>
                                        <p:tav tm="0">
                                          <p:val>
                                            <p:fltVal val="0"/>
                                          </p:val>
                                        </p:tav>
                                        <p:tav tm="100000">
                                          <p:val>
                                            <p:strVal val="#ppt_h"/>
                                          </p:val>
                                        </p:tav>
                                      </p:tavLst>
                                    </p:anim>
                                    <p:animEffect transition="in" filter="fade">
                                      <p:cBhvr>
                                        <p:cTn id="354" dur="750"/>
                                        <p:tgtEl>
                                          <p:spTgt spid="29"/>
                                        </p:tgtEl>
                                      </p:cBhvr>
                                    </p:animEffect>
                                  </p:childTnLst>
                                </p:cTn>
                              </p:par>
                              <p:par>
                                <p:cTn id="355" presetID="53" presetClass="entr" presetSubtype="16" fill="hold" grpId="0" nodeType="withEffect">
                                  <p:stCondLst>
                                    <p:cond delay="370"/>
                                  </p:stCondLst>
                                  <p:childTnLst>
                                    <p:set>
                                      <p:cBhvr>
                                        <p:cTn id="356" dur="1" fill="hold">
                                          <p:stCondLst>
                                            <p:cond delay="0"/>
                                          </p:stCondLst>
                                        </p:cTn>
                                        <p:tgtEl>
                                          <p:spTgt spid="30"/>
                                        </p:tgtEl>
                                        <p:attrNameLst>
                                          <p:attrName>style.visibility</p:attrName>
                                        </p:attrNameLst>
                                      </p:cBhvr>
                                      <p:to>
                                        <p:strVal val="visible"/>
                                      </p:to>
                                    </p:set>
                                    <p:anim calcmode="lin" valueType="num">
                                      <p:cBhvr>
                                        <p:cTn id="357" dur="750" fill="hold"/>
                                        <p:tgtEl>
                                          <p:spTgt spid="30"/>
                                        </p:tgtEl>
                                        <p:attrNameLst>
                                          <p:attrName>ppt_w</p:attrName>
                                        </p:attrNameLst>
                                      </p:cBhvr>
                                      <p:tavLst>
                                        <p:tav tm="0">
                                          <p:val>
                                            <p:fltVal val="0"/>
                                          </p:val>
                                        </p:tav>
                                        <p:tav tm="100000">
                                          <p:val>
                                            <p:strVal val="#ppt_w"/>
                                          </p:val>
                                        </p:tav>
                                      </p:tavLst>
                                    </p:anim>
                                    <p:anim calcmode="lin" valueType="num">
                                      <p:cBhvr>
                                        <p:cTn id="358" dur="750" fill="hold"/>
                                        <p:tgtEl>
                                          <p:spTgt spid="30"/>
                                        </p:tgtEl>
                                        <p:attrNameLst>
                                          <p:attrName>ppt_h</p:attrName>
                                        </p:attrNameLst>
                                      </p:cBhvr>
                                      <p:tavLst>
                                        <p:tav tm="0">
                                          <p:val>
                                            <p:fltVal val="0"/>
                                          </p:val>
                                        </p:tav>
                                        <p:tav tm="100000">
                                          <p:val>
                                            <p:strVal val="#ppt_h"/>
                                          </p:val>
                                        </p:tav>
                                      </p:tavLst>
                                    </p:anim>
                                    <p:animEffect transition="in" filter="fade">
                                      <p:cBhvr>
                                        <p:cTn id="359" dur="750"/>
                                        <p:tgtEl>
                                          <p:spTgt spid="30"/>
                                        </p:tgtEl>
                                      </p:cBhvr>
                                    </p:animEffect>
                                  </p:childTnLst>
                                </p:cTn>
                              </p:par>
                              <p:par>
                                <p:cTn id="360" presetID="53" presetClass="entr" presetSubtype="16" fill="hold" nodeType="withEffect">
                                  <p:stCondLst>
                                    <p:cond delay="370"/>
                                  </p:stCondLst>
                                  <p:childTnLst>
                                    <p:set>
                                      <p:cBhvr>
                                        <p:cTn id="361" dur="1" fill="hold">
                                          <p:stCondLst>
                                            <p:cond delay="0"/>
                                          </p:stCondLst>
                                        </p:cTn>
                                        <p:tgtEl>
                                          <p:spTgt spid="31"/>
                                        </p:tgtEl>
                                        <p:attrNameLst>
                                          <p:attrName>style.visibility</p:attrName>
                                        </p:attrNameLst>
                                      </p:cBhvr>
                                      <p:to>
                                        <p:strVal val="visible"/>
                                      </p:to>
                                    </p:set>
                                    <p:anim calcmode="lin" valueType="num">
                                      <p:cBhvr>
                                        <p:cTn id="362" dur="750" fill="hold"/>
                                        <p:tgtEl>
                                          <p:spTgt spid="31"/>
                                        </p:tgtEl>
                                        <p:attrNameLst>
                                          <p:attrName>ppt_w</p:attrName>
                                        </p:attrNameLst>
                                      </p:cBhvr>
                                      <p:tavLst>
                                        <p:tav tm="0">
                                          <p:val>
                                            <p:fltVal val="0"/>
                                          </p:val>
                                        </p:tav>
                                        <p:tav tm="100000">
                                          <p:val>
                                            <p:strVal val="#ppt_w"/>
                                          </p:val>
                                        </p:tav>
                                      </p:tavLst>
                                    </p:anim>
                                    <p:anim calcmode="lin" valueType="num">
                                      <p:cBhvr>
                                        <p:cTn id="363" dur="750" fill="hold"/>
                                        <p:tgtEl>
                                          <p:spTgt spid="31"/>
                                        </p:tgtEl>
                                        <p:attrNameLst>
                                          <p:attrName>ppt_h</p:attrName>
                                        </p:attrNameLst>
                                      </p:cBhvr>
                                      <p:tavLst>
                                        <p:tav tm="0">
                                          <p:val>
                                            <p:fltVal val="0"/>
                                          </p:val>
                                        </p:tav>
                                        <p:tav tm="100000">
                                          <p:val>
                                            <p:strVal val="#ppt_h"/>
                                          </p:val>
                                        </p:tav>
                                      </p:tavLst>
                                    </p:anim>
                                    <p:animEffect transition="in" filter="fade">
                                      <p:cBhvr>
                                        <p:cTn id="364" dur="750"/>
                                        <p:tgtEl>
                                          <p:spTgt spid="31"/>
                                        </p:tgtEl>
                                      </p:cBhvr>
                                    </p:animEffect>
                                  </p:childTnLst>
                                </p:cTn>
                              </p:par>
                              <p:par>
                                <p:cTn id="365" presetID="53" presetClass="entr" presetSubtype="16" fill="hold" grpId="0" nodeType="withEffect">
                                  <p:stCondLst>
                                    <p:cond delay="370"/>
                                  </p:stCondLst>
                                  <p:childTnLst>
                                    <p:set>
                                      <p:cBhvr>
                                        <p:cTn id="366" dur="1" fill="hold">
                                          <p:stCondLst>
                                            <p:cond delay="0"/>
                                          </p:stCondLst>
                                        </p:cTn>
                                        <p:tgtEl>
                                          <p:spTgt spid="32"/>
                                        </p:tgtEl>
                                        <p:attrNameLst>
                                          <p:attrName>style.visibility</p:attrName>
                                        </p:attrNameLst>
                                      </p:cBhvr>
                                      <p:to>
                                        <p:strVal val="visible"/>
                                      </p:to>
                                    </p:set>
                                    <p:anim calcmode="lin" valueType="num">
                                      <p:cBhvr>
                                        <p:cTn id="367" dur="750" fill="hold"/>
                                        <p:tgtEl>
                                          <p:spTgt spid="32"/>
                                        </p:tgtEl>
                                        <p:attrNameLst>
                                          <p:attrName>ppt_w</p:attrName>
                                        </p:attrNameLst>
                                      </p:cBhvr>
                                      <p:tavLst>
                                        <p:tav tm="0">
                                          <p:val>
                                            <p:fltVal val="0"/>
                                          </p:val>
                                        </p:tav>
                                        <p:tav tm="100000">
                                          <p:val>
                                            <p:strVal val="#ppt_w"/>
                                          </p:val>
                                        </p:tav>
                                      </p:tavLst>
                                    </p:anim>
                                    <p:anim calcmode="lin" valueType="num">
                                      <p:cBhvr>
                                        <p:cTn id="368" dur="750" fill="hold"/>
                                        <p:tgtEl>
                                          <p:spTgt spid="32"/>
                                        </p:tgtEl>
                                        <p:attrNameLst>
                                          <p:attrName>ppt_h</p:attrName>
                                        </p:attrNameLst>
                                      </p:cBhvr>
                                      <p:tavLst>
                                        <p:tav tm="0">
                                          <p:val>
                                            <p:fltVal val="0"/>
                                          </p:val>
                                        </p:tav>
                                        <p:tav tm="100000">
                                          <p:val>
                                            <p:strVal val="#ppt_h"/>
                                          </p:val>
                                        </p:tav>
                                      </p:tavLst>
                                    </p:anim>
                                    <p:animEffect transition="in" filter="fade">
                                      <p:cBhvr>
                                        <p:cTn id="369" dur="750"/>
                                        <p:tgtEl>
                                          <p:spTgt spid="32"/>
                                        </p:tgtEl>
                                      </p:cBhvr>
                                    </p:animEffect>
                                  </p:childTnLst>
                                </p:cTn>
                              </p:par>
                              <p:par>
                                <p:cTn id="370" presetID="53" presetClass="entr" presetSubtype="16" fill="hold" nodeType="withEffect">
                                  <p:stCondLst>
                                    <p:cond delay="370"/>
                                  </p:stCondLst>
                                  <p:childTnLst>
                                    <p:set>
                                      <p:cBhvr>
                                        <p:cTn id="371" dur="1" fill="hold">
                                          <p:stCondLst>
                                            <p:cond delay="0"/>
                                          </p:stCondLst>
                                        </p:cTn>
                                        <p:tgtEl>
                                          <p:spTgt spid="33"/>
                                        </p:tgtEl>
                                        <p:attrNameLst>
                                          <p:attrName>style.visibility</p:attrName>
                                        </p:attrNameLst>
                                      </p:cBhvr>
                                      <p:to>
                                        <p:strVal val="visible"/>
                                      </p:to>
                                    </p:set>
                                    <p:anim calcmode="lin" valueType="num">
                                      <p:cBhvr>
                                        <p:cTn id="372" dur="750" fill="hold"/>
                                        <p:tgtEl>
                                          <p:spTgt spid="33"/>
                                        </p:tgtEl>
                                        <p:attrNameLst>
                                          <p:attrName>ppt_w</p:attrName>
                                        </p:attrNameLst>
                                      </p:cBhvr>
                                      <p:tavLst>
                                        <p:tav tm="0">
                                          <p:val>
                                            <p:fltVal val="0"/>
                                          </p:val>
                                        </p:tav>
                                        <p:tav tm="100000">
                                          <p:val>
                                            <p:strVal val="#ppt_w"/>
                                          </p:val>
                                        </p:tav>
                                      </p:tavLst>
                                    </p:anim>
                                    <p:anim calcmode="lin" valueType="num">
                                      <p:cBhvr>
                                        <p:cTn id="373" dur="750" fill="hold"/>
                                        <p:tgtEl>
                                          <p:spTgt spid="33"/>
                                        </p:tgtEl>
                                        <p:attrNameLst>
                                          <p:attrName>ppt_h</p:attrName>
                                        </p:attrNameLst>
                                      </p:cBhvr>
                                      <p:tavLst>
                                        <p:tav tm="0">
                                          <p:val>
                                            <p:fltVal val="0"/>
                                          </p:val>
                                        </p:tav>
                                        <p:tav tm="100000">
                                          <p:val>
                                            <p:strVal val="#ppt_h"/>
                                          </p:val>
                                        </p:tav>
                                      </p:tavLst>
                                    </p:anim>
                                    <p:animEffect transition="in" filter="fade">
                                      <p:cBhvr>
                                        <p:cTn id="374" dur="750"/>
                                        <p:tgtEl>
                                          <p:spTgt spid="33"/>
                                        </p:tgtEl>
                                      </p:cBhvr>
                                    </p:animEffect>
                                  </p:childTnLst>
                                </p:cTn>
                              </p:par>
                              <p:par>
                                <p:cTn id="375" presetID="53" presetClass="entr" presetSubtype="16" fill="hold" grpId="0" nodeType="withEffect">
                                  <p:stCondLst>
                                    <p:cond delay="370"/>
                                  </p:stCondLst>
                                  <p:childTnLst>
                                    <p:set>
                                      <p:cBhvr>
                                        <p:cTn id="376" dur="1" fill="hold">
                                          <p:stCondLst>
                                            <p:cond delay="0"/>
                                          </p:stCondLst>
                                        </p:cTn>
                                        <p:tgtEl>
                                          <p:spTgt spid="34"/>
                                        </p:tgtEl>
                                        <p:attrNameLst>
                                          <p:attrName>style.visibility</p:attrName>
                                        </p:attrNameLst>
                                      </p:cBhvr>
                                      <p:to>
                                        <p:strVal val="visible"/>
                                      </p:to>
                                    </p:set>
                                    <p:anim calcmode="lin" valueType="num">
                                      <p:cBhvr>
                                        <p:cTn id="377" dur="750" fill="hold"/>
                                        <p:tgtEl>
                                          <p:spTgt spid="34"/>
                                        </p:tgtEl>
                                        <p:attrNameLst>
                                          <p:attrName>ppt_w</p:attrName>
                                        </p:attrNameLst>
                                      </p:cBhvr>
                                      <p:tavLst>
                                        <p:tav tm="0">
                                          <p:val>
                                            <p:fltVal val="0"/>
                                          </p:val>
                                        </p:tav>
                                        <p:tav tm="100000">
                                          <p:val>
                                            <p:strVal val="#ppt_w"/>
                                          </p:val>
                                        </p:tav>
                                      </p:tavLst>
                                    </p:anim>
                                    <p:anim calcmode="lin" valueType="num">
                                      <p:cBhvr>
                                        <p:cTn id="378" dur="750" fill="hold"/>
                                        <p:tgtEl>
                                          <p:spTgt spid="34"/>
                                        </p:tgtEl>
                                        <p:attrNameLst>
                                          <p:attrName>ppt_h</p:attrName>
                                        </p:attrNameLst>
                                      </p:cBhvr>
                                      <p:tavLst>
                                        <p:tav tm="0">
                                          <p:val>
                                            <p:fltVal val="0"/>
                                          </p:val>
                                        </p:tav>
                                        <p:tav tm="100000">
                                          <p:val>
                                            <p:strVal val="#ppt_h"/>
                                          </p:val>
                                        </p:tav>
                                      </p:tavLst>
                                    </p:anim>
                                    <p:animEffect transition="in" filter="fade">
                                      <p:cBhvr>
                                        <p:cTn id="379" dur="750"/>
                                        <p:tgtEl>
                                          <p:spTgt spid="34"/>
                                        </p:tgtEl>
                                      </p:cBhvr>
                                    </p:animEffect>
                                  </p:childTnLst>
                                </p:cTn>
                              </p:par>
                              <p:par>
                                <p:cTn id="380" presetID="53" presetClass="entr" presetSubtype="16" fill="hold" nodeType="withEffect">
                                  <p:stCondLst>
                                    <p:cond delay="370"/>
                                  </p:stCondLst>
                                  <p:childTnLst>
                                    <p:set>
                                      <p:cBhvr>
                                        <p:cTn id="381" dur="1" fill="hold">
                                          <p:stCondLst>
                                            <p:cond delay="0"/>
                                          </p:stCondLst>
                                        </p:cTn>
                                        <p:tgtEl>
                                          <p:spTgt spid="35"/>
                                        </p:tgtEl>
                                        <p:attrNameLst>
                                          <p:attrName>style.visibility</p:attrName>
                                        </p:attrNameLst>
                                      </p:cBhvr>
                                      <p:to>
                                        <p:strVal val="visible"/>
                                      </p:to>
                                    </p:set>
                                    <p:anim calcmode="lin" valueType="num">
                                      <p:cBhvr>
                                        <p:cTn id="382" dur="750" fill="hold"/>
                                        <p:tgtEl>
                                          <p:spTgt spid="35"/>
                                        </p:tgtEl>
                                        <p:attrNameLst>
                                          <p:attrName>ppt_w</p:attrName>
                                        </p:attrNameLst>
                                      </p:cBhvr>
                                      <p:tavLst>
                                        <p:tav tm="0">
                                          <p:val>
                                            <p:fltVal val="0"/>
                                          </p:val>
                                        </p:tav>
                                        <p:tav tm="100000">
                                          <p:val>
                                            <p:strVal val="#ppt_w"/>
                                          </p:val>
                                        </p:tav>
                                      </p:tavLst>
                                    </p:anim>
                                    <p:anim calcmode="lin" valueType="num">
                                      <p:cBhvr>
                                        <p:cTn id="383" dur="750" fill="hold"/>
                                        <p:tgtEl>
                                          <p:spTgt spid="35"/>
                                        </p:tgtEl>
                                        <p:attrNameLst>
                                          <p:attrName>ppt_h</p:attrName>
                                        </p:attrNameLst>
                                      </p:cBhvr>
                                      <p:tavLst>
                                        <p:tav tm="0">
                                          <p:val>
                                            <p:fltVal val="0"/>
                                          </p:val>
                                        </p:tav>
                                        <p:tav tm="100000">
                                          <p:val>
                                            <p:strVal val="#ppt_h"/>
                                          </p:val>
                                        </p:tav>
                                      </p:tavLst>
                                    </p:anim>
                                    <p:animEffect transition="in" filter="fade">
                                      <p:cBhvr>
                                        <p:cTn id="384" dur="750"/>
                                        <p:tgtEl>
                                          <p:spTgt spid="35"/>
                                        </p:tgtEl>
                                      </p:cBhvr>
                                    </p:animEffect>
                                  </p:childTnLst>
                                </p:cTn>
                              </p:par>
                              <p:par>
                                <p:cTn id="385" presetID="53" presetClass="entr" presetSubtype="16" fill="hold" grpId="0" nodeType="withEffect">
                                  <p:stCondLst>
                                    <p:cond delay="370"/>
                                  </p:stCondLst>
                                  <p:childTnLst>
                                    <p:set>
                                      <p:cBhvr>
                                        <p:cTn id="386" dur="1" fill="hold">
                                          <p:stCondLst>
                                            <p:cond delay="0"/>
                                          </p:stCondLst>
                                        </p:cTn>
                                        <p:tgtEl>
                                          <p:spTgt spid="36"/>
                                        </p:tgtEl>
                                        <p:attrNameLst>
                                          <p:attrName>style.visibility</p:attrName>
                                        </p:attrNameLst>
                                      </p:cBhvr>
                                      <p:to>
                                        <p:strVal val="visible"/>
                                      </p:to>
                                    </p:set>
                                    <p:anim calcmode="lin" valueType="num">
                                      <p:cBhvr>
                                        <p:cTn id="387" dur="750" fill="hold"/>
                                        <p:tgtEl>
                                          <p:spTgt spid="36"/>
                                        </p:tgtEl>
                                        <p:attrNameLst>
                                          <p:attrName>ppt_w</p:attrName>
                                        </p:attrNameLst>
                                      </p:cBhvr>
                                      <p:tavLst>
                                        <p:tav tm="0">
                                          <p:val>
                                            <p:fltVal val="0"/>
                                          </p:val>
                                        </p:tav>
                                        <p:tav tm="100000">
                                          <p:val>
                                            <p:strVal val="#ppt_w"/>
                                          </p:val>
                                        </p:tav>
                                      </p:tavLst>
                                    </p:anim>
                                    <p:anim calcmode="lin" valueType="num">
                                      <p:cBhvr>
                                        <p:cTn id="388" dur="750" fill="hold"/>
                                        <p:tgtEl>
                                          <p:spTgt spid="36"/>
                                        </p:tgtEl>
                                        <p:attrNameLst>
                                          <p:attrName>ppt_h</p:attrName>
                                        </p:attrNameLst>
                                      </p:cBhvr>
                                      <p:tavLst>
                                        <p:tav tm="0">
                                          <p:val>
                                            <p:fltVal val="0"/>
                                          </p:val>
                                        </p:tav>
                                        <p:tav tm="100000">
                                          <p:val>
                                            <p:strVal val="#ppt_h"/>
                                          </p:val>
                                        </p:tav>
                                      </p:tavLst>
                                    </p:anim>
                                    <p:animEffect transition="in" filter="fade">
                                      <p:cBhvr>
                                        <p:cTn id="389" dur="750"/>
                                        <p:tgtEl>
                                          <p:spTgt spid="36"/>
                                        </p:tgtEl>
                                      </p:cBhvr>
                                    </p:animEffect>
                                  </p:childTnLst>
                                </p:cTn>
                              </p:par>
                              <p:par>
                                <p:cTn id="390" presetID="53" presetClass="entr" presetSubtype="16" fill="hold" grpId="0" nodeType="withEffect">
                                  <p:stCondLst>
                                    <p:cond delay="370"/>
                                  </p:stCondLst>
                                  <p:childTnLst>
                                    <p:set>
                                      <p:cBhvr>
                                        <p:cTn id="391" dur="1" fill="hold">
                                          <p:stCondLst>
                                            <p:cond delay="0"/>
                                          </p:stCondLst>
                                        </p:cTn>
                                        <p:tgtEl>
                                          <p:spTgt spid="37"/>
                                        </p:tgtEl>
                                        <p:attrNameLst>
                                          <p:attrName>style.visibility</p:attrName>
                                        </p:attrNameLst>
                                      </p:cBhvr>
                                      <p:to>
                                        <p:strVal val="visible"/>
                                      </p:to>
                                    </p:set>
                                    <p:anim calcmode="lin" valueType="num">
                                      <p:cBhvr>
                                        <p:cTn id="392" dur="750" fill="hold"/>
                                        <p:tgtEl>
                                          <p:spTgt spid="37"/>
                                        </p:tgtEl>
                                        <p:attrNameLst>
                                          <p:attrName>ppt_w</p:attrName>
                                        </p:attrNameLst>
                                      </p:cBhvr>
                                      <p:tavLst>
                                        <p:tav tm="0">
                                          <p:val>
                                            <p:fltVal val="0"/>
                                          </p:val>
                                        </p:tav>
                                        <p:tav tm="100000">
                                          <p:val>
                                            <p:strVal val="#ppt_w"/>
                                          </p:val>
                                        </p:tav>
                                      </p:tavLst>
                                    </p:anim>
                                    <p:anim calcmode="lin" valueType="num">
                                      <p:cBhvr>
                                        <p:cTn id="393" dur="750" fill="hold"/>
                                        <p:tgtEl>
                                          <p:spTgt spid="37"/>
                                        </p:tgtEl>
                                        <p:attrNameLst>
                                          <p:attrName>ppt_h</p:attrName>
                                        </p:attrNameLst>
                                      </p:cBhvr>
                                      <p:tavLst>
                                        <p:tav tm="0">
                                          <p:val>
                                            <p:fltVal val="0"/>
                                          </p:val>
                                        </p:tav>
                                        <p:tav tm="100000">
                                          <p:val>
                                            <p:strVal val="#ppt_h"/>
                                          </p:val>
                                        </p:tav>
                                      </p:tavLst>
                                    </p:anim>
                                    <p:animEffect transition="in" filter="fade">
                                      <p:cBhvr>
                                        <p:cTn id="394" dur="750"/>
                                        <p:tgtEl>
                                          <p:spTgt spid="37"/>
                                        </p:tgtEl>
                                      </p:cBhvr>
                                    </p:animEffect>
                                  </p:childTnLst>
                                </p:cTn>
                              </p:par>
                              <p:par>
                                <p:cTn id="395" presetID="53" presetClass="entr" presetSubtype="16" fill="hold" nodeType="withEffect">
                                  <p:stCondLst>
                                    <p:cond delay="370"/>
                                  </p:stCondLst>
                                  <p:childTnLst>
                                    <p:set>
                                      <p:cBhvr>
                                        <p:cTn id="396" dur="1" fill="hold">
                                          <p:stCondLst>
                                            <p:cond delay="0"/>
                                          </p:stCondLst>
                                        </p:cTn>
                                        <p:tgtEl>
                                          <p:spTgt spid="38"/>
                                        </p:tgtEl>
                                        <p:attrNameLst>
                                          <p:attrName>style.visibility</p:attrName>
                                        </p:attrNameLst>
                                      </p:cBhvr>
                                      <p:to>
                                        <p:strVal val="visible"/>
                                      </p:to>
                                    </p:set>
                                    <p:anim calcmode="lin" valueType="num">
                                      <p:cBhvr>
                                        <p:cTn id="397" dur="750" fill="hold"/>
                                        <p:tgtEl>
                                          <p:spTgt spid="38"/>
                                        </p:tgtEl>
                                        <p:attrNameLst>
                                          <p:attrName>ppt_w</p:attrName>
                                        </p:attrNameLst>
                                      </p:cBhvr>
                                      <p:tavLst>
                                        <p:tav tm="0">
                                          <p:val>
                                            <p:fltVal val="0"/>
                                          </p:val>
                                        </p:tav>
                                        <p:tav tm="100000">
                                          <p:val>
                                            <p:strVal val="#ppt_w"/>
                                          </p:val>
                                        </p:tav>
                                      </p:tavLst>
                                    </p:anim>
                                    <p:anim calcmode="lin" valueType="num">
                                      <p:cBhvr>
                                        <p:cTn id="398" dur="750" fill="hold"/>
                                        <p:tgtEl>
                                          <p:spTgt spid="38"/>
                                        </p:tgtEl>
                                        <p:attrNameLst>
                                          <p:attrName>ppt_h</p:attrName>
                                        </p:attrNameLst>
                                      </p:cBhvr>
                                      <p:tavLst>
                                        <p:tav tm="0">
                                          <p:val>
                                            <p:fltVal val="0"/>
                                          </p:val>
                                        </p:tav>
                                        <p:tav tm="100000">
                                          <p:val>
                                            <p:strVal val="#ppt_h"/>
                                          </p:val>
                                        </p:tav>
                                      </p:tavLst>
                                    </p:anim>
                                    <p:animEffect transition="in" filter="fade">
                                      <p:cBhvr>
                                        <p:cTn id="399" dur="750"/>
                                        <p:tgtEl>
                                          <p:spTgt spid="38"/>
                                        </p:tgtEl>
                                      </p:cBhvr>
                                    </p:animEffect>
                                  </p:childTnLst>
                                </p:cTn>
                              </p:par>
                              <p:par>
                                <p:cTn id="400" presetID="53" presetClass="entr" presetSubtype="16" fill="hold" grpId="0" nodeType="withEffect">
                                  <p:stCondLst>
                                    <p:cond delay="370"/>
                                  </p:stCondLst>
                                  <p:childTnLst>
                                    <p:set>
                                      <p:cBhvr>
                                        <p:cTn id="401" dur="1" fill="hold">
                                          <p:stCondLst>
                                            <p:cond delay="0"/>
                                          </p:stCondLst>
                                        </p:cTn>
                                        <p:tgtEl>
                                          <p:spTgt spid="39"/>
                                        </p:tgtEl>
                                        <p:attrNameLst>
                                          <p:attrName>style.visibility</p:attrName>
                                        </p:attrNameLst>
                                      </p:cBhvr>
                                      <p:to>
                                        <p:strVal val="visible"/>
                                      </p:to>
                                    </p:set>
                                    <p:anim calcmode="lin" valueType="num">
                                      <p:cBhvr>
                                        <p:cTn id="402" dur="750" fill="hold"/>
                                        <p:tgtEl>
                                          <p:spTgt spid="39"/>
                                        </p:tgtEl>
                                        <p:attrNameLst>
                                          <p:attrName>ppt_w</p:attrName>
                                        </p:attrNameLst>
                                      </p:cBhvr>
                                      <p:tavLst>
                                        <p:tav tm="0">
                                          <p:val>
                                            <p:fltVal val="0"/>
                                          </p:val>
                                        </p:tav>
                                        <p:tav tm="100000">
                                          <p:val>
                                            <p:strVal val="#ppt_w"/>
                                          </p:val>
                                        </p:tav>
                                      </p:tavLst>
                                    </p:anim>
                                    <p:anim calcmode="lin" valueType="num">
                                      <p:cBhvr>
                                        <p:cTn id="403" dur="750" fill="hold"/>
                                        <p:tgtEl>
                                          <p:spTgt spid="39"/>
                                        </p:tgtEl>
                                        <p:attrNameLst>
                                          <p:attrName>ppt_h</p:attrName>
                                        </p:attrNameLst>
                                      </p:cBhvr>
                                      <p:tavLst>
                                        <p:tav tm="0">
                                          <p:val>
                                            <p:fltVal val="0"/>
                                          </p:val>
                                        </p:tav>
                                        <p:tav tm="100000">
                                          <p:val>
                                            <p:strVal val="#ppt_h"/>
                                          </p:val>
                                        </p:tav>
                                      </p:tavLst>
                                    </p:anim>
                                    <p:animEffect transition="in" filter="fade">
                                      <p:cBhvr>
                                        <p:cTn id="404" dur="750"/>
                                        <p:tgtEl>
                                          <p:spTgt spid="39"/>
                                        </p:tgtEl>
                                      </p:cBhvr>
                                    </p:animEffect>
                                  </p:childTnLst>
                                </p:cTn>
                              </p:par>
                              <p:par>
                                <p:cTn id="405" presetID="53" presetClass="entr" presetSubtype="16" fill="hold" nodeType="withEffect">
                                  <p:stCondLst>
                                    <p:cond delay="370"/>
                                  </p:stCondLst>
                                  <p:childTnLst>
                                    <p:set>
                                      <p:cBhvr>
                                        <p:cTn id="406" dur="1" fill="hold">
                                          <p:stCondLst>
                                            <p:cond delay="0"/>
                                          </p:stCondLst>
                                        </p:cTn>
                                        <p:tgtEl>
                                          <p:spTgt spid="40"/>
                                        </p:tgtEl>
                                        <p:attrNameLst>
                                          <p:attrName>style.visibility</p:attrName>
                                        </p:attrNameLst>
                                      </p:cBhvr>
                                      <p:to>
                                        <p:strVal val="visible"/>
                                      </p:to>
                                    </p:set>
                                    <p:anim calcmode="lin" valueType="num">
                                      <p:cBhvr>
                                        <p:cTn id="407" dur="750" fill="hold"/>
                                        <p:tgtEl>
                                          <p:spTgt spid="40"/>
                                        </p:tgtEl>
                                        <p:attrNameLst>
                                          <p:attrName>ppt_w</p:attrName>
                                        </p:attrNameLst>
                                      </p:cBhvr>
                                      <p:tavLst>
                                        <p:tav tm="0">
                                          <p:val>
                                            <p:fltVal val="0"/>
                                          </p:val>
                                        </p:tav>
                                        <p:tav tm="100000">
                                          <p:val>
                                            <p:strVal val="#ppt_w"/>
                                          </p:val>
                                        </p:tav>
                                      </p:tavLst>
                                    </p:anim>
                                    <p:anim calcmode="lin" valueType="num">
                                      <p:cBhvr>
                                        <p:cTn id="408" dur="750" fill="hold"/>
                                        <p:tgtEl>
                                          <p:spTgt spid="40"/>
                                        </p:tgtEl>
                                        <p:attrNameLst>
                                          <p:attrName>ppt_h</p:attrName>
                                        </p:attrNameLst>
                                      </p:cBhvr>
                                      <p:tavLst>
                                        <p:tav tm="0">
                                          <p:val>
                                            <p:fltVal val="0"/>
                                          </p:val>
                                        </p:tav>
                                        <p:tav tm="100000">
                                          <p:val>
                                            <p:strVal val="#ppt_h"/>
                                          </p:val>
                                        </p:tav>
                                      </p:tavLst>
                                    </p:anim>
                                    <p:animEffect transition="in" filter="fade">
                                      <p:cBhvr>
                                        <p:cTn id="409" dur="750"/>
                                        <p:tgtEl>
                                          <p:spTgt spid="40"/>
                                        </p:tgtEl>
                                      </p:cBhvr>
                                    </p:animEffect>
                                  </p:childTnLst>
                                </p:cTn>
                              </p:par>
                              <p:par>
                                <p:cTn id="410" presetID="53" presetClass="entr" presetSubtype="16" fill="hold" grpId="0" nodeType="withEffect">
                                  <p:stCondLst>
                                    <p:cond delay="370"/>
                                  </p:stCondLst>
                                  <p:childTnLst>
                                    <p:set>
                                      <p:cBhvr>
                                        <p:cTn id="411" dur="1" fill="hold">
                                          <p:stCondLst>
                                            <p:cond delay="0"/>
                                          </p:stCondLst>
                                        </p:cTn>
                                        <p:tgtEl>
                                          <p:spTgt spid="41"/>
                                        </p:tgtEl>
                                        <p:attrNameLst>
                                          <p:attrName>style.visibility</p:attrName>
                                        </p:attrNameLst>
                                      </p:cBhvr>
                                      <p:to>
                                        <p:strVal val="visible"/>
                                      </p:to>
                                    </p:set>
                                    <p:anim calcmode="lin" valueType="num">
                                      <p:cBhvr>
                                        <p:cTn id="412" dur="750" fill="hold"/>
                                        <p:tgtEl>
                                          <p:spTgt spid="41"/>
                                        </p:tgtEl>
                                        <p:attrNameLst>
                                          <p:attrName>ppt_w</p:attrName>
                                        </p:attrNameLst>
                                      </p:cBhvr>
                                      <p:tavLst>
                                        <p:tav tm="0">
                                          <p:val>
                                            <p:fltVal val="0"/>
                                          </p:val>
                                        </p:tav>
                                        <p:tav tm="100000">
                                          <p:val>
                                            <p:strVal val="#ppt_w"/>
                                          </p:val>
                                        </p:tav>
                                      </p:tavLst>
                                    </p:anim>
                                    <p:anim calcmode="lin" valueType="num">
                                      <p:cBhvr>
                                        <p:cTn id="413" dur="750" fill="hold"/>
                                        <p:tgtEl>
                                          <p:spTgt spid="41"/>
                                        </p:tgtEl>
                                        <p:attrNameLst>
                                          <p:attrName>ppt_h</p:attrName>
                                        </p:attrNameLst>
                                      </p:cBhvr>
                                      <p:tavLst>
                                        <p:tav tm="0">
                                          <p:val>
                                            <p:fltVal val="0"/>
                                          </p:val>
                                        </p:tav>
                                        <p:tav tm="100000">
                                          <p:val>
                                            <p:strVal val="#ppt_h"/>
                                          </p:val>
                                        </p:tav>
                                      </p:tavLst>
                                    </p:anim>
                                    <p:animEffect transition="in" filter="fade">
                                      <p:cBhvr>
                                        <p:cTn id="414" dur="750"/>
                                        <p:tgtEl>
                                          <p:spTgt spid="41"/>
                                        </p:tgtEl>
                                      </p:cBhvr>
                                    </p:animEffect>
                                  </p:childTnLst>
                                </p:cTn>
                              </p:par>
                              <p:par>
                                <p:cTn id="415" presetID="42" presetClass="entr" presetSubtype="0" fill="hold" grpId="0" nodeType="withEffect">
                                  <p:stCondLst>
                                    <p:cond delay="490"/>
                                  </p:stCondLst>
                                  <p:childTnLst>
                                    <p:set>
                                      <p:cBhvr>
                                        <p:cTn id="416" dur="1" fill="hold">
                                          <p:stCondLst>
                                            <p:cond delay="0"/>
                                          </p:stCondLst>
                                        </p:cTn>
                                        <p:tgtEl>
                                          <p:spTgt spid="42"/>
                                        </p:tgtEl>
                                        <p:attrNameLst>
                                          <p:attrName>style.visibility</p:attrName>
                                        </p:attrNameLst>
                                      </p:cBhvr>
                                      <p:to>
                                        <p:strVal val="visible"/>
                                      </p:to>
                                    </p:set>
                                    <p:animEffect transition="in" filter="fade">
                                      <p:cBhvr>
                                        <p:cTn id="417" dur="650"/>
                                        <p:tgtEl>
                                          <p:spTgt spid="42"/>
                                        </p:tgtEl>
                                      </p:cBhvr>
                                    </p:animEffect>
                                    <p:anim calcmode="lin" valueType="num">
                                      <p:cBhvr>
                                        <p:cTn id="418" dur="650" fill="hold"/>
                                        <p:tgtEl>
                                          <p:spTgt spid="42"/>
                                        </p:tgtEl>
                                        <p:attrNameLst>
                                          <p:attrName>ppt_x</p:attrName>
                                        </p:attrNameLst>
                                      </p:cBhvr>
                                      <p:tavLst>
                                        <p:tav tm="0">
                                          <p:val>
                                            <p:strVal val="#ppt_x"/>
                                          </p:val>
                                        </p:tav>
                                        <p:tav tm="100000">
                                          <p:val>
                                            <p:strVal val="#ppt_x"/>
                                          </p:val>
                                        </p:tav>
                                      </p:tavLst>
                                    </p:anim>
                                    <p:anim calcmode="lin" valueType="num">
                                      <p:cBhvr>
                                        <p:cTn id="419" dur="650" fill="hold"/>
                                        <p:tgtEl>
                                          <p:spTgt spid="42"/>
                                        </p:tgtEl>
                                        <p:attrNameLst>
                                          <p:attrName>ppt_y</p:attrName>
                                        </p:attrNameLst>
                                      </p:cBhvr>
                                      <p:tavLst>
                                        <p:tav tm="0">
                                          <p:val>
                                            <p:strVal val="#ppt_y+.1"/>
                                          </p:val>
                                        </p:tav>
                                        <p:tav tm="100000">
                                          <p:val>
                                            <p:strVal val="#ppt_y"/>
                                          </p:val>
                                        </p:tav>
                                      </p:tavLst>
                                    </p:anim>
                                  </p:childTnLst>
                                </p:cTn>
                              </p:par>
                              <p:par>
                                <p:cTn id="420" presetID="42" presetClass="entr" presetSubtype="0" fill="hold" grpId="0" nodeType="withEffect">
                                  <p:stCondLst>
                                    <p:cond delay="490"/>
                                  </p:stCondLst>
                                  <p:childTnLst>
                                    <p:set>
                                      <p:cBhvr>
                                        <p:cTn id="421" dur="1" fill="hold">
                                          <p:stCondLst>
                                            <p:cond delay="0"/>
                                          </p:stCondLst>
                                        </p:cTn>
                                        <p:tgtEl>
                                          <p:spTgt spid="43"/>
                                        </p:tgtEl>
                                        <p:attrNameLst>
                                          <p:attrName>style.visibility</p:attrName>
                                        </p:attrNameLst>
                                      </p:cBhvr>
                                      <p:to>
                                        <p:strVal val="visible"/>
                                      </p:to>
                                    </p:set>
                                    <p:animEffect transition="in" filter="fade">
                                      <p:cBhvr>
                                        <p:cTn id="422" dur="650"/>
                                        <p:tgtEl>
                                          <p:spTgt spid="43"/>
                                        </p:tgtEl>
                                      </p:cBhvr>
                                    </p:animEffect>
                                    <p:anim calcmode="lin" valueType="num">
                                      <p:cBhvr>
                                        <p:cTn id="423" dur="650" fill="hold"/>
                                        <p:tgtEl>
                                          <p:spTgt spid="43"/>
                                        </p:tgtEl>
                                        <p:attrNameLst>
                                          <p:attrName>ppt_x</p:attrName>
                                        </p:attrNameLst>
                                      </p:cBhvr>
                                      <p:tavLst>
                                        <p:tav tm="0">
                                          <p:val>
                                            <p:strVal val="#ppt_x"/>
                                          </p:val>
                                        </p:tav>
                                        <p:tav tm="100000">
                                          <p:val>
                                            <p:strVal val="#ppt_x"/>
                                          </p:val>
                                        </p:tav>
                                      </p:tavLst>
                                    </p:anim>
                                    <p:anim calcmode="lin" valueType="num">
                                      <p:cBhvr>
                                        <p:cTn id="424" dur="650" fill="hold"/>
                                        <p:tgtEl>
                                          <p:spTgt spid="43"/>
                                        </p:tgtEl>
                                        <p:attrNameLst>
                                          <p:attrName>ppt_y</p:attrName>
                                        </p:attrNameLst>
                                      </p:cBhvr>
                                      <p:tavLst>
                                        <p:tav tm="0">
                                          <p:val>
                                            <p:strVal val="#ppt_y+.1"/>
                                          </p:val>
                                        </p:tav>
                                        <p:tav tm="100000">
                                          <p:val>
                                            <p:strVal val="#ppt_y"/>
                                          </p:val>
                                        </p:tav>
                                      </p:tavLst>
                                    </p:anim>
                                  </p:childTnLst>
                                </p:cTn>
                              </p:par>
                              <p:par>
                                <p:cTn id="425" presetID="42" presetClass="entr" presetSubtype="0" fill="hold" grpId="0" nodeType="withEffect">
                                  <p:stCondLst>
                                    <p:cond delay="490"/>
                                  </p:stCondLst>
                                  <p:childTnLst>
                                    <p:set>
                                      <p:cBhvr>
                                        <p:cTn id="426" dur="1" fill="hold">
                                          <p:stCondLst>
                                            <p:cond delay="0"/>
                                          </p:stCondLst>
                                        </p:cTn>
                                        <p:tgtEl>
                                          <p:spTgt spid="44"/>
                                        </p:tgtEl>
                                        <p:attrNameLst>
                                          <p:attrName>style.visibility</p:attrName>
                                        </p:attrNameLst>
                                      </p:cBhvr>
                                      <p:to>
                                        <p:strVal val="visible"/>
                                      </p:to>
                                    </p:set>
                                    <p:animEffect transition="in" filter="fade">
                                      <p:cBhvr>
                                        <p:cTn id="427" dur="650"/>
                                        <p:tgtEl>
                                          <p:spTgt spid="44"/>
                                        </p:tgtEl>
                                      </p:cBhvr>
                                    </p:animEffect>
                                    <p:anim calcmode="lin" valueType="num">
                                      <p:cBhvr>
                                        <p:cTn id="428" dur="650" fill="hold"/>
                                        <p:tgtEl>
                                          <p:spTgt spid="44"/>
                                        </p:tgtEl>
                                        <p:attrNameLst>
                                          <p:attrName>ppt_x</p:attrName>
                                        </p:attrNameLst>
                                      </p:cBhvr>
                                      <p:tavLst>
                                        <p:tav tm="0">
                                          <p:val>
                                            <p:strVal val="#ppt_x"/>
                                          </p:val>
                                        </p:tav>
                                        <p:tav tm="100000">
                                          <p:val>
                                            <p:strVal val="#ppt_x"/>
                                          </p:val>
                                        </p:tav>
                                      </p:tavLst>
                                    </p:anim>
                                    <p:anim calcmode="lin" valueType="num">
                                      <p:cBhvr>
                                        <p:cTn id="429" dur="650" fill="hold"/>
                                        <p:tgtEl>
                                          <p:spTgt spid="44"/>
                                        </p:tgtEl>
                                        <p:attrNameLst>
                                          <p:attrName>ppt_y</p:attrName>
                                        </p:attrNameLst>
                                      </p:cBhvr>
                                      <p:tavLst>
                                        <p:tav tm="0">
                                          <p:val>
                                            <p:strVal val="#ppt_y+.1"/>
                                          </p:val>
                                        </p:tav>
                                        <p:tav tm="100000">
                                          <p:val>
                                            <p:strVal val="#ppt_y"/>
                                          </p:val>
                                        </p:tav>
                                      </p:tavLst>
                                    </p:anim>
                                  </p:childTnLst>
                                </p:cTn>
                              </p:par>
                              <p:par>
                                <p:cTn id="430" presetID="42" presetClass="entr" presetSubtype="0" fill="hold" grpId="0" nodeType="withEffect">
                                  <p:stCondLst>
                                    <p:cond delay="490"/>
                                  </p:stCondLst>
                                  <p:childTnLst>
                                    <p:set>
                                      <p:cBhvr>
                                        <p:cTn id="431" dur="1" fill="hold">
                                          <p:stCondLst>
                                            <p:cond delay="0"/>
                                          </p:stCondLst>
                                        </p:cTn>
                                        <p:tgtEl>
                                          <p:spTgt spid="45"/>
                                        </p:tgtEl>
                                        <p:attrNameLst>
                                          <p:attrName>style.visibility</p:attrName>
                                        </p:attrNameLst>
                                      </p:cBhvr>
                                      <p:to>
                                        <p:strVal val="visible"/>
                                      </p:to>
                                    </p:set>
                                    <p:animEffect transition="in" filter="fade">
                                      <p:cBhvr>
                                        <p:cTn id="432" dur="650"/>
                                        <p:tgtEl>
                                          <p:spTgt spid="45"/>
                                        </p:tgtEl>
                                      </p:cBhvr>
                                    </p:animEffect>
                                    <p:anim calcmode="lin" valueType="num">
                                      <p:cBhvr>
                                        <p:cTn id="433" dur="650" fill="hold"/>
                                        <p:tgtEl>
                                          <p:spTgt spid="45"/>
                                        </p:tgtEl>
                                        <p:attrNameLst>
                                          <p:attrName>ppt_x</p:attrName>
                                        </p:attrNameLst>
                                      </p:cBhvr>
                                      <p:tavLst>
                                        <p:tav tm="0">
                                          <p:val>
                                            <p:strVal val="#ppt_x"/>
                                          </p:val>
                                        </p:tav>
                                        <p:tav tm="100000">
                                          <p:val>
                                            <p:strVal val="#ppt_x"/>
                                          </p:val>
                                        </p:tav>
                                      </p:tavLst>
                                    </p:anim>
                                    <p:anim calcmode="lin" valueType="num">
                                      <p:cBhvr>
                                        <p:cTn id="434" dur="65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13"/>
                                        </p:tgtEl>
                                        <p:attrNameLst>
                                          <p:attrName>style.visibility</p:attrName>
                                        </p:attrNameLst>
                                      </p:cBhvr>
                                      <p:to>
                                        <p:strVal val="visible"/>
                                      </p:to>
                                    </p:set>
                                  </p:childTnLst>
                                </p:cTn>
                              </p:par>
                              <p:par>
                                <p:cTn id="439" presetID="1" presetClass="entr" presetSubtype="0" fill="hold" nodeType="withEffect">
                                  <p:stCondLst>
                                    <p:cond delay="0"/>
                                  </p:stCondLst>
                                  <p:childTnLst>
                                    <p:set>
                                      <p:cBhvr>
                                        <p:cTn id="440" dur="1" fill="hold">
                                          <p:stCondLst>
                                            <p:cond delay="0"/>
                                          </p:stCondLst>
                                        </p:cTn>
                                        <p:tgtEl>
                                          <p:spTgt spid="14"/>
                                        </p:tgtEl>
                                        <p:attrNameLst>
                                          <p:attrName>style.visibility</p:attrName>
                                        </p:attrNameLst>
                                      </p:cBhvr>
                                      <p:to>
                                        <p:strVal val="visible"/>
                                      </p:to>
                                    </p:set>
                                  </p:childTnLst>
                                </p:cTn>
                              </p:par>
                              <p:par>
                                <p:cTn id="441" presetID="10" presetClass="exit" presetSubtype="0" fill="hold" nodeType="withEffect">
                                  <p:stCondLst>
                                    <p:cond delay="0"/>
                                  </p:stCondLst>
                                  <p:childTnLst>
                                    <p:animEffect transition="out" filter="fade">
                                      <p:cBhvr>
                                        <p:cTn id="442" dur="420"/>
                                        <p:tgtEl>
                                          <p:spTgt spid="15"/>
                                        </p:tgtEl>
                                      </p:cBhvr>
                                    </p:animEffect>
                                    <p:set>
                                      <p:cBhvr>
                                        <p:cTn id="443" dur="1" fill="hold">
                                          <p:stCondLst>
                                            <p:cond delay="419"/>
                                          </p:stCondLst>
                                        </p:cTn>
                                        <p:tgtEl>
                                          <p:spTgt spid="15"/>
                                        </p:tgtEl>
                                        <p:attrNameLst>
                                          <p:attrName>style.visibility</p:attrName>
                                        </p:attrNameLst>
                                      </p:cBhvr>
                                      <p:to>
                                        <p:strVal val="hidden"/>
                                      </p:to>
                                    </p:set>
                                  </p:childTnLst>
                                </p:cTn>
                              </p:par>
                              <p:par>
                                <p:cTn id="444" presetID="10" presetClass="exit" presetSubtype="0" fill="hold" nodeType="withEffect">
                                  <p:stCondLst>
                                    <p:cond delay="0"/>
                                  </p:stCondLst>
                                  <p:childTnLst>
                                    <p:animEffect transition="out" filter="fade">
                                      <p:cBhvr>
                                        <p:cTn id="445" dur="420"/>
                                        <p:tgtEl>
                                          <p:spTgt spid="16"/>
                                        </p:tgtEl>
                                      </p:cBhvr>
                                    </p:animEffect>
                                    <p:set>
                                      <p:cBhvr>
                                        <p:cTn id="446" dur="1" fill="hold">
                                          <p:stCondLst>
                                            <p:cond delay="419"/>
                                          </p:stCondLst>
                                        </p:cTn>
                                        <p:tgtEl>
                                          <p:spTgt spid="16"/>
                                        </p:tgtEl>
                                        <p:attrNameLst>
                                          <p:attrName>style.visibility</p:attrName>
                                        </p:attrNameLst>
                                      </p:cBhvr>
                                      <p:to>
                                        <p:strVal val="hidden"/>
                                      </p:to>
                                    </p:set>
                                  </p:childTnLst>
                                </p:cTn>
                              </p:par>
                              <p:par>
                                <p:cTn id="447" presetID="42" presetClass="entr" presetSubtype="0" fill="hold" grpId="0" nodeType="withEffect">
                                  <p:stCondLst>
                                    <p:cond delay="0"/>
                                  </p:stCondLst>
                                  <p:childTnLst>
                                    <p:set>
                                      <p:cBhvr>
                                        <p:cTn id="448" dur="1" fill="hold">
                                          <p:stCondLst>
                                            <p:cond delay="0"/>
                                          </p:stCondLst>
                                        </p:cTn>
                                        <p:tgtEl>
                                          <p:spTgt spid="46"/>
                                        </p:tgtEl>
                                        <p:attrNameLst>
                                          <p:attrName>style.visibility</p:attrName>
                                        </p:attrNameLst>
                                      </p:cBhvr>
                                      <p:to>
                                        <p:strVal val="visible"/>
                                      </p:to>
                                    </p:set>
                                    <p:animEffect transition="in" filter="fade">
                                      <p:cBhvr>
                                        <p:cTn id="449" dur="650"/>
                                        <p:tgtEl>
                                          <p:spTgt spid="46"/>
                                        </p:tgtEl>
                                      </p:cBhvr>
                                    </p:animEffect>
                                    <p:anim calcmode="lin" valueType="num">
                                      <p:cBhvr>
                                        <p:cTn id="450" dur="650" fill="hold"/>
                                        <p:tgtEl>
                                          <p:spTgt spid="46"/>
                                        </p:tgtEl>
                                        <p:attrNameLst>
                                          <p:attrName>ppt_x</p:attrName>
                                        </p:attrNameLst>
                                      </p:cBhvr>
                                      <p:tavLst>
                                        <p:tav tm="0">
                                          <p:val>
                                            <p:strVal val="#ppt_x"/>
                                          </p:val>
                                        </p:tav>
                                        <p:tav tm="100000">
                                          <p:val>
                                            <p:strVal val="#ppt_x"/>
                                          </p:val>
                                        </p:tav>
                                      </p:tavLst>
                                    </p:anim>
                                    <p:anim calcmode="lin" valueType="num">
                                      <p:cBhvr>
                                        <p:cTn id="451" dur="650" fill="hold"/>
                                        <p:tgtEl>
                                          <p:spTgt spid="46"/>
                                        </p:tgtEl>
                                        <p:attrNameLst>
                                          <p:attrName>ppt_y</p:attrName>
                                        </p:attrNameLst>
                                      </p:cBhvr>
                                      <p:tavLst>
                                        <p:tav tm="0">
                                          <p:val>
                                            <p:strVal val="#ppt_y+.1"/>
                                          </p:val>
                                        </p:tav>
                                        <p:tav tm="100000">
                                          <p:val>
                                            <p:strVal val="#ppt_y"/>
                                          </p:val>
                                        </p:tav>
                                      </p:tavLst>
                                    </p:anim>
                                  </p:childTnLst>
                                </p:cTn>
                              </p:par>
                              <p:par>
                                <p:cTn id="452" presetID="42" presetClass="entr" presetSubtype="0" fill="hold" grpId="0" nodeType="withEffect">
                                  <p:stCondLst>
                                    <p:cond delay="0"/>
                                  </p:stCondLst>
                                  <p:childTnLst>
                                    <p:set>
                                      <p:cBhvr>
                                        <p:cTn id="453" dur="1" fill="hold">
                                          <p:stCondLst>
                                            <p:cond delay="0"/>
                                          </p:stCondLst>
                                        </p:cTn>
                                        <p:tgtEl>
                                          <p:spTgt spid="47"/>
                                        </p:tgtEl>
                                        <p:attrNameLst>
                                          <p:attrName>style.visibility</p:attrName>
                                        </p:attrNameLst>
                                      </p:cBhvr>
                                      <p:to>
                                        <p:strVal val="visible"/>
                                      </p:to>
                                    </p:set>
                                    <p:animEffect transition="in" filter="fade">
                                      <p:cBhvr>
                                        <p:cTn id="454" dur="650"/>
                                        <p:tgtEl>
                                          <p:spTgt spid="47"/>
                                        </p:tgtEl>
                                      </p:cBhvr>
                                    </p:animEffect>
                                    <p:anim calcmode="lin" valueType="num">
                                      <p:cBhvr>
                                        <p:cTn id="455" dur="650" fill="hold"/>
                                        <p:tgtEl>
                                          <p:spTgt spid="47"/>
                                        </p:tgtEl>
                                        <p:attrNameLst>
                                          <p:attrName>ppt_x</p:attrName>
                                        </p:attrNameLst>
                                      </p:cBhvr>
                                      <p:tavLst>
                                        <p:tav tm="0">
                                          <p:val>
                                            <p:strVal val="#ppt_x"/>
                                          </p:val>
                                        </p:tav>
                                        <p:tav tm="100000">
                                          <p:val>
                                            <p:strVal val="#ppt_x"/>
                                          </p:val>
                                        </p:tav>
                                      </p:tavLst>
                                    </p:anim>
                                    <p:anim calcmode="lin" valueType="num">
                                      <p:cBhvr>
                                        <p:cTn id="456" dur="650" fill="hold"/>
                                        <p:tgtEl>
                                          <p:spTgt spid="47"/>
                                        </p:tgtEl>
                                        <p:attrNameLst>
                                          <p:attrName>ppt_y</p:attrName>
                                        </p:attrNameLst>
                                      </p:cBhvr>
                                      <p:tavLst>
                                        <p:tav tm="0">
                                          <p:val>
                                            <p:strVal val="#ppt_y+.1"/>
                                          </p:val>
                                        </p:tav>
                                        <p:tav tm="100000">
                                          <p:val>
                                            <p:strVal val="#ppt_y"/>
                                          </p:val>
                                        </p:tav>
                                      </p:tavLst>
                                    </p:anim>
                                  </p:childTnLst>
                                </p:cTn>
                              </p:par>
                              <p:par>
                                <p:cTn id="457" presetID="42" presetClass="entr" presetSubtype="0" fill="hold" grpId="0" nodeType="withEffect">
                                  <p:stCondLst>
                                    <p:cond delay="0"/>
                                  </p:stCondLst>
                                  <p:childTnLst>
                                    <p:set>
                                      <p:cBhvr>
                                        <p:cTn id="458" dur="1" fill="hold">
                                          <p:stCondLst>
                                            <p:cond delay="0"/>
                                          </p:stCondLst>
                                        </p:cTn>
                                        <p:tgtEl>
                                          <p:spTgt spid="48"/>
                                        </p:tgtEl>
                                        <p:attrNameLst>
                                          <p:attrName>style.visibility</p:attrName>
                                        </p:attrNameLst>
                                      </p:cBhvr>
                                      <p:to>
                                        <p:strVal val="visible"/>
                                      </p:to>
                                    </p:set>
                                    <p:animEffect transition="in" filter="fade">
                                      <p:cBhvr>
                                        <p:cTn id="459" dur="650"/>
                                        <p:tgtEl>
                                          <p:spTgt spid="48"/>
                                        </p:tgtEl>
                                      </p:cBhvr>
                                    </p:animEffect>
                                    <p:anim calcmode="lin" valueType="num">
                                      <p:cBhvr>
                                        <p:cTn id="460" dur="650" fill="hold"/>
                                        <p:tgtEl>
                                          <p:spTgt spid="48"/>
                                        </p:tgtEl>
                                        <p:attrNameLst>
                                          <p:attrName>ppt_x</p:attrName>
                                        </p:attrNameLst>
                                      </p:cBhvr>
                                      <p:tavLst>
                                        <p:tav tm="0">
                                          <p:val>
                                            <p:strVal val="#ppt_x"/>
                                          </p:val>
                                        </p:tav>
                                        <p:tav tm="100000">
                                          <p:val>
                                            <p:strVal val="#ppt_x"/>
                                          </p:val>
                                        </p:tav>
                                      </p:tavLst>
                                    </p:anim>
                                    <p:anim calcmode="lin" valueType="num">
                                      <p:cBhvr>
                                        <p:cTn id="461" dur="650" fill="hold"/>
                                        <p:tgtEl>
                                          <p:spTgt spid="48"/>
                                        </p:tgtEl>
                                        <p:attrNameLst>
                                          <p:attrName>ppt_y</p:attrName>
                                        </p:attrNameLst>
                                      </p:cBhvr>
                                      <p:tavLst>
                                        <p:tav tm="0">
                                          <p:val>
                                            <p:strVal val="#ppt_y+.1"/>
                                          </p:val>
                                        </p:tav>
                                        <p:tav tm="100000">
                                          <p:val>
                                            <p:strVal val="#ppt_y"/>
                                          </p:val>
                                        </p:tav>
                                      </p:tavLst>
                                    </p:anim>
                                  </p:childTnLst>
                                </p:cTn>
                              </p:par>
                              <p:par>
                                <p:cTn id="462" presetID="42" presetClass="entr" presetSubtype="0" fill="hold" grpId="0" nodeType="withEffect">
                                  <p:stCondLst>
                                    <p:cond delay="0"/>
                                  </p:stCondLst>
                                  <p:childTnLst>
                                    <p:set>
                                      <p:cBhvr>
                                        <p:cTn id="463" dur="1" fill="hold">
                                          <p:stCondLst>
                                            <p:cond delay="0"/>
                                          </p:stCondLst>
                                        </p:cTn>
                                        <p:tgtEl>
                                          <p:spTgt spid="49"/>
                                        </p:tgtEl>
                                        <p:attrNameLst>
                                          <p:attrName>style.visibility</p:attrName>
                                        </p:attrNameLst>
                                      </p:cBhvr>
                                      <p:to>
                                        <p:strVal val="visible"/>
                                      </p:to>
                                    </p:set>
                                    <p:animEffect transition="in" filter="fade">
                                      <p:cBhvr>
                                        <p:cTn id="464" dur="650"/>
                                        <p:tgtEl>
                                          <p:spTgt spid="49"/>
                                        </p:tgtEl>
                                      </p:cBhvr>
                                    </p:animEffect>
                                    <p:anim calcmode="lin" valueType="num">
                                      <p:cBhvr>
                                        <p:cTn id="465" dur="650" fill="hold"/>
                                        <p:tgtEl>
                                          <p:spTgt spid="49"/>
                                        </p:tgtEl>
                                        <p:attrNameLst>
                                          <p:attrName>ppt_x</p:attrName>
                                        </p:attrNameLst>
                                      </p:cBhvr>
                                      <p:tavLst>
                                        <p:tav tm="0">
                                          <p:val>
                                            <p:strVal val="#ppt_x"/>
                                          </p:val>
                                        </p:tav>
                                        <p:tav tm="100000">
                                          <p:val>
                                            <p:strVal val="#ppt_x"/>
                                          </p:val>
                                        </p:tav>
                                      </p:tavLst>
                                    </p:anim>
                                    <p:anim calcmode="lin" valueType="num">
                                      <p:cBhvr>
                                        <p:cTn id="466" dur="65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467" fill="hold">
                      <p:stCondLst>
                        <p:cond delay="indefinite"/>
                      </p:stCondLst>
                      <p:childTnLst>
                        <p:par>
                          <p:cTn id="468" fill="hold">
                            <p:stCondLst>
                              <p:cond delay="0"/>
                            </p:stCondLst>
                            <p:childTnLst>
                              <p:par>
                                <p:cTn id="469" presetID="10" presetClass="exit" presetSubtype="0" fill="hold" grpId="1" nodeType="clickEffect">
                                  <p:stCondLst>
                                    <p:cond delay="0"/>
                                  </p:stCondLst>
                                  <p:childTnLst>
                                    <p:animEffect transition="out" filter="fade">
                                      <p:cBhvr>
                                        <p:cTn id="470" dur="300"/>
                                        <p:tgtEl>
                                          <p:spTgt spid="23"/>
                                        </p:tgtEl>
                                      </p:cBhvr>
                                    </p:animEffect>
                                    <p:set>
                                      <p:cBhvr>
                                        <p:cTn id="471" dur="1" fill="hold">
                                          <p:stCondLst>
                                            <p:cond delay="299"/>
                                          </p:stCondLst>
                                        </p:cTn>
                                        <p:tgtEl>
                                          <p:spTgt spid="23"/>
                                        </p:tgtEl>
                                        <p:attrNameLst>
                                          <p:attrName>style.visibility</p:attrName>
                                        </p:attrNameLst>
                                      </p:cBhvr>
                                      <p:to>
                                        <p:strVal val="hidden"/>
                                      </p:to>
                                    </p:set>
                                  </p:childTnLst>
                                </p:cTn>
                              </p:par>
                              <p:par>
                                <p:cTn id="472" presetID="10" presetClass="exit" presetSubtype="0" fill="hold" grpId="1" nodeType="withEffect">
                                  <p:stCondLst>
                                    <p:cond delay="0"/>
                                  </p:stCondLst>
                                  <p:childTnLst>
                                    <p:animEffect transition="out" filter="fade">
                                      <p:cBhvr>
                                        <p:cTn id="473" dur="300"/>
                                        <p:tgtEl>
                                          <p:spTgt spid="24"/>
                                        </p:tgtEl>
                                      </p:cBhvr>
                                    </p:animEffect>
                                    <p:set>
                                      <p:cBhvr>
                                        <p:cTn id="474" dur="1" fill="hold">
                                          <p:stCondLst>
                                            <p:cond delay="299"/>
                                          </p:stCondLst>
                                        </p:cTn>
                                        <p:tgtEl>
                                          <p:spTgt spid="24"/>
                                        </p:tgtEl>
                                        <p:attrNameLst>
                                          <p:attrName>style.visibility</p:attrName>
                                        </p:attrNameLst>
                                      </p:cBhvr>
                                      <p:to>
                                        <p:strVal val="hidden"/>
                                      </p:to>
                                    </p:set>
                                  </p:childTnLst>
                                </p:cTn>
                              </p:par>
                              <p:par>
                                <p:cTn id="475" presetID="10" presetClass="exit" presetSubtype="0" fill="hold" nodeType="withEffect">
                                  <p:stCondLst>
                                    <p:cond delay="0"/>
                                  </p:stCondLst>
                                  <p:childTnLst>
                                    <p:animEffect transition="out" filter="fade">
                                      <p:cBhvr>
                                        <p:cTn id="476" dur="300"/>
                                        <p:tgtEl>
                                          <p:spTgt spid="25"/>
                                        </p:tgtEl>
                                      </p:cBhvr>
                                    </p:animEffect>
                                    <p:set>
                                      <p:cBhvr>
                                        <p:cTn id="477" dur="1" fill="hold">
                                          <p:stCondLst>
                                            <p:cond delay="299"/>
                                          </p:stCondLst>
                                        </p:cTn>
                                        <p:tgtEl>
                                          <p:spTgt spid="25"/>
                                        </p:tgtEl>
                                        <p:attrNameLst>
                                          <p:attrName>style.visibility</p:attrName>
                                        </p:attrNameLst>
                                      </p:cBhvr>
                                      <p:to>
                                        <p:strVal val="hidden"/>
                                      </p:to>
                                    </p:set>
                                  </p:childTnLst>
                                </p:cTn>
                              </p:par>
                              <p:par>
                                <p:cTn id="478" presetID="10" presetClass="exit" presetSubtype="0" fill="hold" grpId="1" nodeType="withEffect">
                                  <p:stCondLst>
                                    <p:cond delay="0"/>
                                  </p:stCondLst>
                                  <p:childTnLst>
                                    <p:animEffect transition="out" filter="fade">
                                      <p:cBhvr>
                                        <p:cTn id="479" dur="300"/>
                                        <p:tgtEl>
                                          <p:spTgt spid="26"/>
                                        </p:tgtEl>
                                      </p:cBhvr>
                                    </p:animEffect>
                                    <p:set>
                                      <p:cBhvr>
                                        <p:cTn id="480" dur="1" fill="hold">
                                          <p:stCondLst>
                                            <p:cond delay="299"/>
                                          </p:stCondLst>
                                        </p:cTn>
                                        <p:tgtEl>
                                          <p:spTgt spid="26"/>
                                        </p:tgtEl>
                                        <p:attrNameLst>
                                          <p:attrName>style.visibility</p:attrName>
                                        </p:attrNameLst>
                                      </p:cBhvr>
                                      <p:to>
                                        <p:strVal val="hidden"/>
                                      </p:to>
                                    </p:set>
                                  </p:childTnLst>
                                </p:cTn>
                              </p:par>
                              <p:par>
                                <p:cTn id="481" presetID="10" presetClass="exit" presetSubtype="0" fill="hold" nodeType="withEffect">
                                  <p:stCondLst>
                                    <p:cond delay="0"/>
                                  </p:stCondLst>
                                  <p:childTnLst>
                                    <p:animEffect transition="out" filter="fade">
                                      <p:cBhvr>
                                        <p:cTn id="482" dur="300"/>
                                        <p:tgtEl>
                                          <p:spTgt spid="27"/>
                                        </p:tgtEl>
                                      </p:cBhvr>
                                    </p:animEffect>
                                    <p:set>
                                      <p:cBhvr>
                                        <p:cTn id="483" dur="1" fill="hold">
                                          <p:stCondLst>
                                            <p:cond delay="299"/>
                                          </p:stCondLst>
                                        </p:cTn>
                                        <p:tgtEl>
                                          <p:spTgt spid="27"/>
                                        </p:tgtEl>
                                        <p:attrNameLst>
                                          <p:attrName>style.visibility</p:attrName>
                                        </p:attrNameLst>
                                      </p:cBhvr>
                                      <p:to>
                                        <p:strVal val="hidden"/>
                                      </p:to>
                                    </p:set>
                                  </p:childTnLst>
                                </p:cTn>
                              </p:par>
                              <p:par>
                                <p:cTn id="484" presetID="10" presetClass="exit" presetSubtype="0" fill="hold" grpId="1" nodeType="withEffect">
                                  <p:stCondLst>
                                    <p:cond delay="0"/>
                                  </p:stCondLst>
                                  <p:childTnLst>
                                    <p:animEffect transition="out" filter="fade">
                                      <p:cBhvr>
                                        <p:cTn id="485" dur="300"/>
                                        <p:tgtEl>
                                          <p:spTgt spid="28"/>
                                        </p:tgtEl>
                                      </p:cBhvr>
                                    </p:animEffect>
                                    <p:set>
                                      <p:cBhvr>
                                        <p:cTn id="486" dur="1" fill="hold">
                                          <p:stCondLst>
                                            <p:cond delay="299"/>
                                          </p:stCondLst>
                                        </p:cTn>
                                        <p:tgtEl>
                                          <p:spTgt spid="28"/>
                                        </p:tgtEl>
                                        <p:attrNameLst>
                                          <p:attrName>style.visibility</p:attrName>
                                        </p:attrNameLst>
                                      </p:cBhvr>
                                      <p:to>
                                        <p:strVal val="hidden"/>
                                      </p:to>
                                    </p:set>
                                  </p:childTnLst>
                                </p:cTn>
                              </p:par>
                              <p:par>
                                <p:cTn id="487" presetID="10" presetClass="exit" presetSubtype="0" fill="hold" nodeType="withEffect">
                                  <p:stCondLst>
                                    <p:cond delay="0"/>
                                  </p:stCondLst>
                                  <p:childTnLst>
                                    <p:animEffect transition="out" filter="fade">
                                      <p:cBhvr>
                                        <p:cTn id="488" dur="300"/>
                                        <p:tgtEl>
                                          <p:spTgt spid="29"/>
                                        </p:tgtEl>
                                      </p:cBhvr>
                                    </p:animEffect>
                                    <p:set>
                                      <p:cBhvr>
                                        <p:cTn id="489" dur="1" fill="hold">
                                          <p:stCondLst>
                                            <p:cond delay="299"/>
                                          </p:stCondLst>
                                        </p:cTn>
                                        <p:tgtEl>
                                          <p:spTgt spid="29"/>
                                        </p:tgtEl>
                                        <p:attrNameLst>
                                          <p:attrName>style.visibility</p:attrName>
                                        </p:attrNameLst>
                                      </p:cBhvr>
                                      <p:to>
                                        <p:strVal val="hidden"/>
                                      </p:to>
                                    </p:set>
                                  </p:childTnLst>
                                </p:cTn>
                              </p:par>
                              <p:par>
                                <p:cTn id="490" presetID="10" presetClass="exit" presetSubtype="0" fill="hold" grpId="1" nodeType="withEffect">
                                  <p:stCondLst>
                                    <p:cond delay="0"/>
                                  </p:stCondLst>
                                  <p:childTnLst>
                                    <p:animEffect transition="out" filter="fade">
                                      <p:cBhvr>
                                        <p:cTn id="491" dur="300"/>
                                        <p:tgtEl>
                                          <p:spTgt spid="30"/>
                                        </p:tgtEl>
                                      </p:cBhvr>
                                    </p:animEffect>
                                    <p:set>
                                      <p:cBhvr>
                                        <p:cTn id="492" dur="1" fill="hold">
                                          <p:stCondLst>
                                            <p:cond delay="299"/>
                                          </p:stCondLst>
                                        </p:cTn>
                                        <p:tgtEl>
                                          <p:spTgt spid="30"/>
                                        </p:tgtEl>
                                        <p:attrNameLst>
                                          <p:attrName>style.visibility</p:attrName>
                                        </p:attrNameLst>
                                      </p:cBhvr>
                                      <p:to>
                                        <p:strVal val="hidden"/>
                                      </p:to>
                                    </p:set>
                                  </p:childTnLst>
                                </p:cTn>
                              </p:par>
                              <p:par>
                                <p:cTn id="493" presetID="10" presetClass="exit" presetSubtype="0" fill="hold" nodeType="withEffect">
                                  <p:stCondLst>
                                    <p:cond delay="0"/>
                                  </p:stCondLst>
                                  <p:childTnLst>
                                    <p:animEffect transition="out" filter="fade">
                                      <p:cBhvr>
                                        <p:cTn id="494" dur="300"/>
                                        <p:tgtEl>
                                          <p:spTgt spid="31"/>
                                        </p:tgtEl>
                                      </p:cBhvr>
                                    </p:animEffect>
                                    <p:set>
                                      <p:cBhvr>
                                        <p:cTn id="495" dur="1" fill="hold">
                                          <p:stCondLst>
                                            <p:cond delay="299"/>
                                          </p:stCondLst>
                                        </p:cTn>
                                        <p:tgtEl>
                                          <p:spTgt spid="31"/>
                                        </p:tgtEl>
                                        <p:attrNameLst>
                                          <p:attrName>style.visibility</p:attrName>
                                        </p:attrNameLst>
                                      </p:cBhvr>
                                      <p:to>
                                        <p:strVal val="hidden"/>
                                      </p:to>
                                    </p:set>
                                  </p:childTnLst>
                                </p:cTn>
                              </p:par>
                              <p:par>
                                <p:cTn id="496" presetID="10" presetClass="exit" presetSubtype="0" fill="hold" grpId="1" nodeType="withEffect">
                                  <p:stCondLst>
                                    <p:cond delay="0"/>
                                  </p:stCondLst>
                                  <p:childTnLst>
                                    <p:animEffect transition="out" filter="fade">
                                      <p:cBhvr>
                                        <p:cTn id="497" dur="300"/>
                                        <p:tgtEl>
                                          <p:spTgt spid="32"/>
                                        </p:tgtEl>
                                      </p:cBhvr>
                                    </p:animEffect>
                                    <p:set>
                                      <p:cBhvr>
                                        <p:cTn id="498" dur="1" fill="hold">
                                          <p:stCondLst>
                                            <p:cond delay="299"/>
                                          </p:stCondLst>
                                        </p:cTn>
                                        <p:tgtEl>
                                          <p:spTgt spid="32"/>
                                        </p:tgtEl>
                                        <p:attrNameLst>
                                          <p:attrName>style.visibility</p:attrName>
                                        </p:attrNameLst>
                                      </p:cBhvr>
                                      <p:to>
                                        <p:strVal val="hidden"/>
                                      </p:to>
                                    </p:set>
                                  </p:childTnLst>
                                </p:cTn>
                              </p:par>
                              <p:par>
                                <p:cTn id="499" presetID="10" presetClass="exit" presetSubtype="0" fill="hold" nodeType="withEffect">
                                  <p:stCondLst>
                                    <p:cond delay="0"/>
                                  </p:stCondLst>
                                  <p:childTnLst>
                                    <p:animEffect transition="out" filter="fade">
                                      <p:cBhvr>
                                        <p:cTn id="500" dur="300"/>
                                        <p:tgtEl>
                                          <p:spTgt spid="33"/>
                                        </p:tgtEl>
                                      </p:cBhvr>
                                    </p:animEffect>
                                    <p:set>
                                      <p:cBhvr>
                                        <p:cTn id="501" dur="1" fill="hold">
                                          <p:stCondLst>
                                            <p:cond delay="299"/>
                                          </p:stCondLst>
                                        </p:cTn>
                                        <p:tgtEl>
                                          <p:spTgt spid="33"/>
                                        </p:tgtEl>
                                        <p:attrNameLst>
                                          <p:attrName>style.visibility</p:attrName>
                                        </p:attrNameLst>
                                      </p:cBhvr>
                                      <p:to>
                                        <p:strVal val="hidden"/>
                                      </p:to>
                                    </p:set>
                                  </p:childTnLst>
                                </p:cTn>
                              </p:par>
                              <p:par>
                                <p:cTn id="502" presetID="10" presetClass="exit" presetSubtype="0" fill="hold" grpId="1" nodeType="withEffect">
                                  <p:stCondLst>
                                    <p:cond delay="0"/>
                                  </p:stCondLst>
                                  <p:childTnLst>
                                    <p:animEffect transition="out" filter="fade">
                                      <p:cBhvr>
                                        <p:cTn id="503" dur="300"/>
                                        <p:tgtEl>
                                          <p:spTgt spid="34"/>
                                        </p:tgtEl>
                                      </p:cBhvr>
                                    </p:animEffect>
                                    <p:set>
                                      <p:cBhvr>
                                        <p:cTn id="504" dur="1" fill="hold">
                                          <p:stCondLst>
                                            <p:cond delay="299"/>
                                          </p:stCondLst>
                                        </p:cTn>
                                        <p:tgtEl>
                                          <p:spTgt spid="34"/>
                                        </p:tgtEl>
                                        <p:attrNameLst>
                                          <p:attrName>style.visibility</p:attrName>
                                        </p:attrNameLst>
                                      </p:cBhvr>
                                      <p:to>
                                        <p:strVal val="hidden"/>
                                      </p:to>
                                    </p:set>
                                  </p:childTnLst>
                                </p:cTn>
                              </p:par>
                              <p:par>
                                <p:cTn id="505" presetID="10" presetClass="exit" presetSubtype="0" fill="hold" nodeType="withEffect">
                                  <p:stCondLst>
                                    <p:cond delay="0"/>
                                  </p:stCondLst>
                                  <p:childTnLst>
                                    <p:animEffect transition="out" filter="fade">
                                      <p:cBhvr>
                                        <p:cTn id="506" dur="300"/>
                                        <p:tgtEl>
                                          <p:spTgt spid="35"/>
                                        </p:tgtEl>
                                      </p:cBhvr>
                                    </p:animEffect>
                                    <p:set>
                                      <p:cBhvr>
                                        <p:cTn id="507" dur="1" fill="hold">
                                          <p:stCondLst>
                                            <p:cond delay="299"/>
                                          </p:stCondLst>
                                        </p:cTn>
                                        <p:tgtEl>
                                          <p:spTgt spid="35"/>
                                        </p:tgtEl>
                                        <p:attrNameLst>
                                          <p:attrName>style.visibility</p:attrName>
                                        </p:attrNameLst>
                                      </p:cBhvr>
                                      <p:to>
                                        <p:strVal val="hidden"/>
                                      </p:to>
                                    </p:set>
                                  </p:childTnLst>
                                </p:cTn>
                              </p:par>
                              <p:par>
                                <p:cTn id="508" presetID="10" presetClass="exit" presetSubtype="0" fill="hold" grpId="1" nodeType="withEffect">
                                  <p:stCondLst>
                                    <p:cond delay="0"/>
                                  </p:stCondLst>
                                  <p:childTnLst>
                                    <p:animEffect transition="out" filter="fade">
                                      <p:cBhvr>
                                        <p:cTn id="509" dur="300"/>
                                        <p:tgtEl>
                                          <p:spTgt spid="36"/>
                                        </p:tgtEl>
                                      </p:cBhvr>
                                    </p:animEffect>
                                    <p:set>
                                      <p:cBhvr>
                                        <p:cTn id="510" dur="1" fill="hold">
                                          <p:stCondLst>
                                            <p:cond delay="299"/>
                                          </p:stCondLst>
                                        </p:cTn>
                                        <p:tgtEl>
                                          <p:spTgt spid="36"/>
                                        </p:tgtEl>
                                        <p:attrNameLst>
                                          <p:attrName>style.visibility</p:attrName>
                                        </p:attrNameLst>
                                      </p:cBhvr>
                                      <p:to>
                                        <p:strVal val="hidden"/>
                                      </p:to>
                                    </p:set>
                                  </p:childTnLst>
                                </p:cTn>
                              </p:par>
                              <p:par>
                                <p:cTn id="511" presetID="10" presetClass="exit" presetSubtype="0" fill="hold" grpId="1" nodeType="withEffect">
                                  <p:stCondLst>
                                    <p:cond delay="0"/>
                                  </p:stCondLst>
                                  <p:childTnLst>
                                    <p:animEffect transition="out" filter="fade">
                                      <p:cBhvr>
                                        <p:cTn id="512" dur="300"/>
                                        <p:tgtEl>
                                          <p:spTgt spid="37"/>
                                        </p:tgtEl>
                                      </p:cBhvr>
                                    </p:animEffect>
                                    <p:set>
                                      <p:cBhvr>
                                        <p:cTn id="513" dur="1" fill="hold">
                                          <p:stCondLst>
                                            <p:cond delay="299"/>
                                          </p:stCondLst>
                                        </p:cTn>
                                        <p:tgtEl>
                                          <p:spTgt spid="37"/>
                                        </p:tgtEl>
                                        <p:attrNameLst>
                                          <p:attrName>style.visibility</p:attrName>
                                        </p:attrNameLst>
                                      </p:cBhvr>
                                      <p:to>
                                        <p:strVal val="hidden"/>
                                      </p:to>
                                    </p:set>
                                  </p:childTnLst>
                                </p:cTn>
                              </p:par>
                              <p:par>
                                <p:cTn id="514" presetID="10" presetClass="exit" presetSubtype="0" fill="hold" nodeType="withEffect">
                                  <p:stCondLst>
                                    <p:cond delay="0"/>
                                  </p:stCondLst>
                                  <p:childTnLst>
                                    <p:animEffect transition="out" filter="fade">
                                      <p:cBhvr>
                                        <p:cTn id="515" dur="300"/>
                                        <p:tgtEl>
                                          <p:spTgt spid="38"/>
                                        </p:tgtEl>
                                      </p:cBhvr>
                                    </p:animEffect>
                                    <p:set>
                                      <p:cBhvr>
                                        <p:cTn id="516" dur="1" fill="hold">
                                          <p:stCondLst>
                                            <p:cond delay="299"/>
                                          </p:stCondLst>
                                        </p:cTn>
                                        <p:tgtEl>
                                          <p:spTgt spid="38"/>
                                        </p:tgtEl>
                                        <p:attrNameLst>
                                          <p:attrName>style.visibility</p:attrName>
                                        </p:attrNameLst>
                                      </p:cBhvr>
                                      <p:to>
                                        <p:strVal val="hidden"/>
                                      </p:to>
                                    </p:set>
                                  </p:childTnLst>
                                </p:cTn>
                              </p:par>
                              <p:par>
                                <p:cTn id="517" presetID="10" presetClass="exit" presetSubtype="0" fill="hold" grpId="1" nodeType="withEffect">
                                  <p:stCondLst>
                                    <p:cond delay="0"/>
                                  </p:stCondLst>
                                  <p:childTnLst>
                                    <p:animEffect transition="out" filter="fade">
                                      <p:cBhvr>
                                        <p:cTn id="518" dur="300"/>
                                        <p:tgtEl>
                                          <p:spTgt spid="39"/>
                                        </p:tgtEl>
                                      </p:cBhvr>
                                    </p:animEffect>
                                    <p:set>
                                      <p:cBhvr>
                                        <p:cTn id="519" dur="1" fill="hold">
                                          <p:stCondLst>
                                            <p:cond delay="299"/>
                                          </p:stCondLst>
                                        </p:cTn>
                                        <p:tgtEl>
                                          <p:spTgt spid="39"/>
                                        </p:tgtEl>
                                        <p:attrNameLst>
                                          <p:attrName>style.visibility</p:attrName>
                                        </p:attrNameLst>
                                      </p:cBhvr>
                                      <p:to>
                                        <p:strVal val="hidden"/>
                                      </p:to>
                                    </p:set>
                                  </p:childTnLst>
                                </p:cTn>
                              </p:par>
                              <p:par>
                                <p:cTn id="520" presetID="10" presetClass="exit" presetSubtype="0" fill="hold" nodeType="withEffect">
                                  <p:stCondLst>
                                    <p:cond delay="0"/>
                                  </p:stCondLst>
                                  <p:childTnLst>
                                    <p:animEffect transition="out" filter="fade">
                                      <p:cBhvr>
                                        <p:cTn id="521" dur="300"/>
                                        <p:tgtEl>
                                          <p:spTgt spid="40"/>
                                        </p:tgtEl>
                                      </p:cBhvr>
                                    </p:animEffect>
                                    <p:set>
                                      <p:cBhvr>
                                        <p:cTn id="522" dur="1" fill="hold">
                                          <p:stCondLst>
                                            <p:cond delay="299"/>
                                          </p:stCondLst>
                                        </p:cTn>
                                        <p:tgtEl>
                                          <p:spTgt spid="40"/>
                                        </p:tgtEl>
                                        <p:attrNameLst>
                                          <p:attrName>style.visibility</p:attrName>
                                        </p:attrNameLst>
                                      </p:cBhvr>
                                      <p:to>
                                        <p:strVal val="hidden"/>
                                      </p:to>
                                    </p:set>
                                  </p:childTnLst>
                                </p:cTn>
                              </p:par>
                              <p:par>
                                <p:cTn id="523" presetID="10" presetClass="exit" presetSubtype="0" fill="hold" grpId="1" nodeType="withEffect">
                                  <p:stCondLst>
                                    <p:cond delay="0"/>
                                  </p:stCondLst>
                                  <p:childTnLst>
                                    <p:animEffect transition="out" filter="fade">
                                      <p:cBhvr>
                                        <p:cTn id="524" dur="300"/>
                                        <p:tgtEl>
                                          <p:spTgt spid="41"/>
                                        </p:tgtEl>
                                      </p:cBhvr>
                                    </p:animEffect>
                                    <p:set>
                                      <p:cBhvr>
                                        <p:cTn id="525" dur="1" fill="hold">
                                          <p:stCondLst>
                                            <p:cond delay="299"/>
                                          </p:stCondLst>
                                        </p:cTn>
                                        <p:tgtEl>
                                          <p:spTgt spid="41"/>
                                        </p:tgtEl>
                                        <p:attrNameLst>
                                          <p:attrName>style.visibility</p:attrName>
                                        </p:attrNameLst>
                                      </p:cBhvr>
                                      <p:to>
                                        <p:strVal val="hidden"/>
                                      </p:to>
                                    </p:set>
                                  </p:childTnLst>
                                </p:cTn>
                              </p:par>
                              <p:par>
                                <p:cTn id="526" presetID="53" presetClass="entr" presetSubtype="16" fill="hold" grpId="0" nodeType="withEffect">
                                  <p:stCondLst>
                                    <p:cond delay="250"/>
                                  </p:stCondLst>
                                  <p:childTnLst>
                                    <p:set>
                                      <p:cBhvr>
                                        <p:cTn id="527" dur="1" fill="hold">
                                          <p:stCondLst>
                                            <p:cond delay="0"/>
                                          </p:stCondLst>
                                        </p:cTn>
                                        <p:tgtEl>
                                          <p:spTgt spid="19"/>
                                        </p:tgtEl>
                                        <p:attrNameLst>
                                          <p:attrName>style.visibility</p:attrName>
                                        </p:attrNameLst>
                                      </p:cBhvr>
                                      <p:to>
                                        <p:strVal val="visible"/>
                                      </p:to>
                                    </p:set>
                                    <p:anim calcmode="lin" valueType="num">
                                      <p:cBhvr>
                                        <p:cTn id="528" dur="750" fill="hold"/>
                                        <p:tgtEl>
                                          <p:spTgt spid="19"/>
                                        </p:tgtEl>
                                        <p:attrNameLst>
                                          <p:attrName>ppt_w</p:attrName>
                                        </p:attrNameLst>
                                      </p:cBhvr>
                                      <p:tavLst>
                                        <p:tav tm="0">
                                          <p:val>
                                            <p:fltVal val="0"/>
                                          </p:val>
                                        </p:tav>
                                        <p:tav tm="100000">
                                          <p:val>
                                            <p:strVal val="#ppt_w"/>
                                          </p:val>
                                        </p:tav>
                                      </p:tavLst>
                                    </p:anim>
                                    <p:anim calcmode="lin" valueType="num">
                                      <p:cBhvr>
                                        <p:cTn id="529" dur="750" fill="hold"/>
                                        <p:tgtEl>
                                          <p:spTgt spid="19"/>
                                        </p:tgtEl>
                                        <p:attrNameLst>
                                          <p:attrName>ppt_h</p:attrName>
                                        </p:attrNameLst>
                                      </p:cBhvr>
                                      <p:tavLst>
                                        <p:tav tm="0">
                                          <p:val>
                                            <p:fltVal val="0"/>
                                          </p:val>
                                        </p:tav>
                                        <p:tav tm="100000">
                                          <p:val>
                                            <p:strVal val="#ppt_h"/>
                                          </p:val>
                                        </p:tav>
                                      </p:tavLst>
                                    </p:anim>
                                    <p:animEffect transition="in" filter="fade">
                                      <p:cBhvr>
                                        <p:cTn id="530" dur="750"/>
                                        <p:tgtEl>
                                          <p:spTgt spid="19"/>
                                        </p:tgtEl>
                                      </p:cBhvr>
                                    </p:animEffect>
                                  </p:childTnLst>
                                </p:cTn>
                              </p:par>
                              <p:par>
                                <p:cTn id="531" presetID="53" presetClass="entr" presetSubtype="16" fill="hold" nodeType="withEffect">
                                  <p:stCondLst>
                                    <p:cond delay="250"/>
                                  </p:stCondLst>
                                  <p:childTnLst>
                                    <p:set>
                                      <p:cBhvr>
                                        <p:cTn id="532" dur="1" fill="hold">
                                          <p:stCondLst>
                                            <p:cond delay="0"/>
                                          </p:stCondLst>
                                        </p:cTn>
                                        <p:tgtEl>
                                          <p:spTgt spid="20"/>
                                        </p:tgtEl>
                                        <p:attrNameLst>
                                          <p:attrName>style.visibility</p:attrName>
                                        </p:attrNameLst>
                                      </p:cBhvr>
                                      <p:to>
                                        <p:strVal val="visible"/>
                                      </p:to>
                                    </p:set>
                                    <p:anim calcmode="lin" valueType="num">
                                      <p:cBhvr>
                                        <p:cTn id="533" dur="750" fill="hold"/>
                                        <p:tgtEl>
                                          <p:spTgt spid="20"/>
                                        </p:tgtEl>
                                        <p:attrNameLst>
                                          <p:attrName>ppt_w</p:attrName>
                                        </p:attrNameLst>
                                      </p:cBhvr>
                                      <p:tavLst>
                                        <p:tav tm="0">
                                          <p:val>
                                            <p:fltVal val="0"/>
                                          </p:val>
                                        </p:tav>
                                        <p:tav tm="100000">
                                          <p:val>
                                            <p:strVal val="#ppt_w"/>
                                          </p:val>
                                        </p:tav>
                                      </p:tavLst>
                                    </p:anim>
                                    <p:anim calcmode="lin" valueType="num">
                                      <p:cBhvr>
                                        <p:cTn id="534" dur="750" fill="hold"/>
                                        <p:tgtEl>
                                          <p:spTgt spid="20"/>
                                        </p:tgtEl>
                                        <p:attrNameLst>
                                          <p:attrName>ppt_h</p:attrName>
                                        </p:attrNameLst>
                                      </p:cBhvr>
                                      <p:tavLst>
                                        <p:tav tm="0">
                                          <p:val>
                                            <p:fltVal val="0"/>
                                          </p:val>
                                        </p:tav>
                                        <p:tav tm="100000">
                                          <p:val>
                                            <p:strVal val="#ppt_h"/>
                                          </p:val>
                                        </p:tav>
                                      </p:tavLst>
                                    </p:anim>
                                    <p:animEffect transition="in" filter="fade">
                                      <p:cBhvr>
                                        <p:cTn id="535" dur="750"/>
                                        <p:tgtEl>
                                          <p:spTgt spid="20"/>
                                        </p:tgtEl>
                                      </p:cBhvr>
                                    </p:animEffect>
                                  </p:childTnLst>
                                </p:cTn>
                              </p:par>
                              <p:par>
                                <p:cTn id="536" presetID="53" presetClass="entr" presetSubtype="16" fill="hold" grpId="0" nodeType="withEffect">
                                  <p:stCondLst>
                                    <p:cond delay="250"/>
                                  </p:stCondLst>
                                  <p:childTnLst>
                                    <p:set>
                                      <p:cBhvr>
                                        <p:cTn id="537" dur="1" fill="hold">
                                          <p:stCondLst>
                                            <p:cond delay="0"/>
                                          </p:stCondLst>
                                        </p:cTn>
                                        <p:tgtEl>
                                          <p:spTgt spid="21"/>
                                        </p:tgtEl>
                                        <p:attrNameLst>
                                          <p:attrName>style.visibility</p:attrName>
                                        </p:attrNameLst>
                                      </p:cBhvr>
                                      <p:to>
                                        <p:strVal val="visible"/>
                                      </p:to>
                                    </p:set>
                                    <p:anim calcmode="lin" valueType="num">
                                      <p:cBhvr>
                                        <p:cTn id="538" dur="750" fill="hold"/>
                                        <p:tgtEl>
                                          <p:spTgt spid="21"/>
                                        </p:tgtEl>
                                        <p:attrNameLst>
                                          <p:attrName>ppt_w</p:attrName>
                                        </p:attrNameLst>
                                      </p:cBhvr>
                                      <p:tavLst>
                                        <p:tav tm="0">
                                          <p:val>
                                            <p:fltVal val="0"/>
                                          </p:val>
                                        </p:tav>
                                        <p:tav tm="100000">
                                          <p:val>
                                            <p:strVal val="#ppt_w"/>
                                          </p:val>
                                        </p:tav>
                                      </p:tavLst>
                                    </p:anim>
                                    <p:anim calcmode="lin" valueType="num">
                                      <p:cBhvr>
                                        <p:cTn id="539" dur="750" fill="hold"/>
                                        <p:tgtEl>
                                          <p:spTgt spid="21"/>
                                        </p:tgtEl>
                                        <p:attrNameLst>
                                          <p:attrName>ppt_h</p:attrName>
                                        </p:attrNameLst>
                                      </p:cBhvr>
                                      <p:tavLst>
                                        <p:tav tm="0">
                                          <p:val>
                                            <p:fltVal val="0"/>
                                          </p:val>
                                        </p:tav>
                                        <p:tav tm="100000">
                                          <p:val>
                                            <p:strVal val="#ppt_h"/>
                                          </p:val>
                                        </p:tav>
                                      </p:tavLst>
                                    </p:anim>
                                    <p:animEffect transition="in" filter="fade">
                                      <p:cBhvr>
                                        <p:cTn id="540" dur="750"/>
                                        <p:tgtEl>
                                          <p:spTgt spid="21"/>
                                        </p:tgtEl>
                                      </p:cBhvr>
                                    </p:animEffect>
                                  </p:childTnLst>
                                </p:cTn>
                              </p:par>
                              <p:par>
                                <p:cTn id="541" presetID="53" presetClass="entr" presetSubtype="16" fill="hold" grpId="0" nodeType="withEffect">
                                  <p:stCondLst>
                                    <p:cond delay="250"/>
                                  </p:stCondLst>
                                  <p:childTnLst>
                                    <p:set>
                                      <p:cBhvr>
                                        <p:cTn id="542" dur="1" fill="hold">
                                          <p:stCondLst>
                                            <p:cond delay="0"/>
                                          </p:stCondLst>
                                        </p:cTn>
                                        <p:tgtEl>
                                          <p:spTgt spid="22"/>
                                        </p:tgtEl>
                                        <p:attrNameLst>
                                          <p:attrName>style.visibility</p:attrName>
                                        </p:attrNameLst>
                                      </p:cBhvr>
                                      <p:to>
                                        <p:strVal val="visible"/>
                                      </p:to>
                                    </p:set>
                                    <p:anim calcmode="lin" valueType="num">
                                      <p:cBhvr>
                                        <p:cTn id="543" dur="750" fill="hold"/>
                                        <p:tgtEl>
                                          <p:spTgt spid="22"/>
                                        </p:tgtEl>
                                        <p:attrNameLst>
                                          <p:attrName>ppt_w</p:attrName>
                                        </p:attrNameLst>
                                      </p:cBhvr>
                                      <p:tavLst>
                                        <p:tav tm="0">
                                          <p:val>
                                            <p:fltVal val="0"/>
                                          </p:val>
                                        </p:tav>
                                        <p:tav tm="100000">
                                          <p:val>
                                            <p:strVal val="#ppt_w"/>
                                          </p:val>
                                        </p:tav>
                                      </p:tavLst>
                                    </p:anim>
                                    <p:anim calcmode="lin" valueType="num">
                                      <p:cBhvr>
                                        <p:cTn id="544" dur="750" fill="hold"/>
                                        <p:tgtEl>
                                          <p:spTgt spid="22"/>
                                        </p:tgtEl>
                                        <p:attrNameLst>
                                          <p:attrName>ppt_h</p:attrName>
                                        </p:attrNameLst>
                                      </p:cBhvr>
                                      <p:tavLst>
                                        <p:tav tm="0">
                                          <p:val>
                                            <p:fltVal val="0"/>
                                          </p:val>
                                        </p:tav>
                                        <p:tav tm="100000">
                                          <p:val>
                                            <p:strVal val="#ppt_h"/>
                                          </p:val>
                                        </p:tav>
                                      </p:tavLst>
                                    </p:anim>
                                    <p:animEffect transition="in" filter="fade">
                                      <p:cBhvr>
                                        <p:cTn id="545" dur="750"/>
                                        <p:tgtEl>
                                          <p:spTgt spid="22"/>
                                        </p:tgtEl>
                                      </p:cBhvr>
                                    </p:animEffect>
                                  </p:childTnLst>
                                </p:cTn>
                              </p:par>
                              <p:par>
                                <p:cTn id="546" presetID="42" presetClass="entr" presetSubtype="0" fill="hold" grpId="0" nodeType="withEffect">
                                  <p:stCondLst>
                                    <p:cond delay="370"/>
                                  </p:stCondLst>
                                  <p:childTnLst>
                                    <p:set>
                                      <p:cBhvr>
                                        <p:cTn id="547" dur="1" fill="hold">
                                          <p:stCondLst>
                                            <p:cond delay="0"/>
                                          </p:stCondLst>
                                        </p:cTn>
                                        <p:tgtEl>
                                          <p:spTgt spid="50"/>
                                        </p:tgtEl>
                                        <p:attrNameLst>
                                          <p:attrName>style.visibility</p:attrName>
                                        </p:attrNameLst>
                                      </p:cBhvr>
                                      <p:to>
                                        <p:strVal val="visible"/>
                                      </p:to>
                                    </p:set>
                                    <p:animEffect transition="in" filter="fade">
                                      <p:cBhvr>
                                        <p:cTn id="548" dur="650"/>
                                        <p:tgtEl>
                                          <p:spTgt spid="50"/>
                                        </p:tgtEl>
                                      </p:cBhvr>
                                    </p:animEffect>
                                    <p:anim calcmode="lin" valueType="num">
                                      <p:cBhvr>
                                        <p:cTn id="549" dur="650" fill="hold"/>
                                        <p:tgtEl>
                                          <p:spTgt spid="50"/>
                                        </p:tgtEl>
                                        <p:attrNameLst>
                                          <p:attrName>ppt_x</p:attrName>
                                        </p:attrNameLst>
                                      </p:cBhvr>
                                      <p:tavLst>
                                        <p:tav tm="0">
                                          <p:val>
                                            <p:strVal val="#ppt_x"/>
                                          </p:val>
                                        </p:tav>
                                        <p:tav tm="100000">
                                          <p:val>
                                            <p:strVal val="#ppt_x"/>
                                          </p:val>
                                        </p:tav>
                                      </p:tavLst>
                                    </p:anim>
                                    <p:anim calcmode="lin" valueType="num">
                                      <p:cBhvr>
                                        <p:cTn id="550" dur="650" fill="hold"/>
                                        <p:tgtEl>
                                          <p:spTgt spid="50"/>
                                        </p:tgtEl>
                                        <p:attrNameLst>
                                          <p:attrName>ppt_y</p:attrName>
                                        </p:attrNameLst>
                                      </p:cBhvr>
                                      <p:tavLst>
                                        <p:tav tm="0">
                                          <p:val>
                                            <p:strVal val="#ppt_y+.1"/>
                                          </p:val>
                                        </p:tav>
                                        <p:tav tm="100000">
                                          <p:val>
                                            <p:strVal val="#ppt_y"/>
                                          </p:val>
                                        </p:tav>
                                      </p:tavLst>
                                    </p:anim>
                                  </p:childTnLst>
                                </p:cTn>
                              </p:par>
                              <p:par>
                                <p:cTn id="551" presetID="42" presetClass="entr" presetSubtype="0" fill="hold" grpId="0" nodeType="withEffect">
                                  <p:stCondLst>
                                    <p:cond delay="370"/>
                                  </p:stCondLst>
                                  <p:childTnLst>
                                    <p:set>
                                      <p:cBhvr>
                                        <p:cTn id="552" dur="1" fill="hold">
                                          <p:stCondLst>
                                            <p:cond delay="0"/>
                                          </p:stCondLst>
                                        </p:cTn>
                                        <p:tgtEl>
                                          <p:spTgt spid="51"/>
                                        </p:tgtEl>
                                        <p:attrNameLst>
                                          <p:attrName>style.visibility</p:attrName>
                                        </p:attrNameLst>
                                      </p:cBhvr>
                                      <p:to>
                                        <p:strVal val="visible"/>
                                      </p:to>
                                    </p:set>
                                    <p:animEffect transition="in" filter="fade">
                                      <p:cBhvr>
                                        <p:cTn id="553" dur="650"/>
                                        <p:tgtEl>
                                          <p:spTgt spid="51"/>
                                        </p:tgtEl>
                                      </p:cBhvr>
                                    </p:animEffect>
                                    <p:anim calcmode="lin" valueType="num">
                                      <p:cBhvr>
                                        <p:cTn id="554" dur="650" fill="hold"/>
                                        <p:tgtEl>
                                          <p:spTgt spid="51"/>
                                        </p:tgtEl>
                                        <p:attrNameLst>
                                          <p:attrName>ppt_x</p:attrName>
                                        </p:attrNameLst>
                                      </p:cBhvr>
                                      <p:tavLst>
                                        <p:tav tm="0">
                                          <p:val>
                                            <p:strVal val="#ppt_x"/>
                                          </p:val>
                                        </p:tav>
                                        <p:tav tm="100000">
                                          <p:val>
                                            <p:strVal val="#ppt_x"/>
                                          </p:val>
                                        </p:tav>
                                      </p:tavLst>
                                    </p:anim>
                                    <p:anim calcmode="lin" valueType="num">
                                      <p:cBhvr>
                                        <p:cTn id="555" dur="650" fill="hold"/>
                                        <p:tgtEl>
                                          <p:spTgt spid="51"/>
                                        </p:tgtEl>
                                        <p:attrNameLst>
                                          <p:attrName>ppt_y</p:attrName>
                                        </p:attrNameLst>
                                      </p:cBhvr>
                                      <p:tavLst>
                                        <p:tav tm="0">
                                          <p:val>
                                            <p:strVal val="#ppt_y+.1"/>
                                          </p:val>
                                        </p:tav>
                                        <p:tav tm="100000">
                                          <p:val>
                                            <p:strVal val="#ppt_y"/>
                                          </p:val>
                                        </p:tav>
                                      </p:tavLst>
                                    </p:anim>
                                  </p:childTnLst>
                                </p:cTn>
                              </p:par>
                              <p:par>
                                <p:cTn id="556" presetID="42" presetClass="entr" presetSubtype="0" fill="hold" grpId="0" nodeType="withEffect">
                                  <p:stCondLst>
                                    <p:cond delay="370"/>
                                  </p:stCondLst>
                                  <p:childTnLst>
                                    <p:set>
                                      <p:cBhvr>
                                        <p:cTn id="557" dur="1" fill="hold">
                                          <p:stCondLst>
                                            <p:cond delay="0"/>
                                          </p:stCondLst>
                                        </p:cTn>
                                        <p:tgtEl>
                                          <p:spTgt spid="52"/>
                                        </p:tgtEl>
                                        <p:attrNameLst>
                                          <p:attrName>style.visibility</p:attrName>
                                        </p:attrNameLst>
                                      </p:cBhvr>
                                      <p:to>
                                        <p:strVal val="visible"/>
                                      </p:to>
                                    </p:set>
                                    <p:animEffect transition="in" filter="fade">
                                      <p:cBhvr>
                                        <p:cTn id="558" dur="650"/>
                                        <p:tgtEl>
                                          <p:spTgt spid="52"/>
                                        </p:tgtEl>
                                      </p:cBhvr>
                                    </p:animEffect>
                                    <p:anim calcmode="lin" valueType="num">
                                      <p:cBhvr>
                                        <p:cTn id="559" dur="650" fill="hold"/>
                                        <p:tgtEl>
                                          <p:spTgt spid="52"/>
                                        </p:tgtEl>
                                        <p:attrNameLst>
                                          <p:attrName>ppt_x</p:attrName>
                                        </p:attrNameLst>
                                      </p:cBhvr>
                                      <p:tavLst>
                                        <p:tav tm="0">
                                          <p:val>
                                            <p:strVal val="#ppt_x"/>
                                          </p:val>
                                        </p:tav>
                                        <p:tav tm="100000">
                                          <p:val>
                                            <p:strVal val="#ppt_x"/>
                                          </p:val>
                                        </p:tav>
                                      </p:tavLst>
                                    </p:anim>
                                    <p:anim calcmode="lin" valueType="num">
                                      <p:cBhvr>
                                        <p:cTn id="560" dur="650" fill="hold"/>
                                        <p:tgtEl>
                                          <p:spTgt spid="52"/>
                                        </p:tgtEl>
                                        <p:attrNameLst>
                                          <p:attrName>ppt_y</p:attrName>
                                        </p:attrNameLst>
                                      </p:cBhvr>
                                      <p:tavLst>
                                        <p:tav tm="0">
                                          <p:val>
                                            <p:strVal val="#ppt_y+.1"/>
                                          </p:val>
                                        </p:tav>
                                        <p:tav tm="100000">
                                          <p:val>
                                            <p:strVal val="#ppt_y"/>
                                          </p:val>
                                        </p:tav>
                                      </p:tavLst>
                                    </p:anim>
                                  </p:childTnLst>
                                </p:cTn>
                              </p:par>
                              <p:par>
                                <p:cTn id="561" presetID="42" presetClass="entr" presetSubtype="0" fill="hold" grpId="0" nodeType="withEffect">
                                  <p:stCondLst>
                                    <p:cond delay="370"/>
                                  </p:stCondLst>
                                  <p:childTnLst>
                                    <p:set>
                                      <p:cBhvr>
                                        <p:cTn id="562" dur="1" fill="hold">
                                          <p:stCondLst>
                                            <p:cond delay="0"/>
                                          </p:stCondLst>
                                        </p:cTn>
                                        <p:tgtEl>
                                          <p:spTgt spid="53"/>
                                        </p:tgtEl>
                                        <p:attrNameLst>
                                          <p:attrName>style.visibility</p:attrName>
                                        </p:attrNameLst>
                                      </p:cBhvr>
                                      <p:to>
                                        <p:strVal val="visible"/>
                                      </p:to>
                                    </p:set>
                                    <p:animEffect transition="in" filter="fade">
                                      <p:cBhvr>
                                        <p:cTn id="563" dur="650"/>
                                        <p:tgtEl>
                                          <p:spTgt spid="53"/>
                                        </p:tgtEl>
                                      </p:cBhvr>
                                    </p:animEffect>
                                    <p:anim calcmode="lin" valueType="num">
                                      <p:cBhvr>
                                        <p:cTn id="564" dur="650" fill="hold"/>
                                        <p:tgtEl>
                                          <p:spTgt spid="53"/>
                                        </p:tgtEl>
                                        <p:attrNameLst>
                                          <p:attrName>ppt_x</p:attrName>
                                        </p:attrNameLst>
                                      </p:cBhvr>
                                      <p:tavLst>
                                        <p:tav tm="0">
                                          <p:val>
                                            <p:strVal val="#ppt_x"/>
                                          </p:val>
                                        </p:tav>
                                        <p:tav tm="100000">
                                          <p:val>
                                            <p:strVal val="#ppt_x"/>
                                          </p:val>
                                        </p:tav>
                                      </p:tavLst>
                                    </p:anim>
                                    <p:anim calcmode="lin" valueType="num">
                                      <p:cBhvr>
                                        <p:cTn id="565" dur="650" fill="hold"/>
                                        <p:tgtEl>
                                          <p:spTgt spid="53"/>
                                        </p:tgtEl>
                                        <p:attrNameLst>
                                          <p:attrName>ppt_y</p:attrName>
                                        </p:attrNameLst>
                                      </p:cBhvr>
                                      <p:tavLst>
                                        <p:tav tm="0">
                                          <p:val>
                                            <p:strVal val="#ppt_y+.1"/>
                                          </p:val>
                                        </p:tav>
                                        <p:tav tm="100000">
                                          <p:val>
                                            <p:strVal val="#ppt_y"/>
                                          </p:val>
                                        </p:tav>
                                      </p:tavLst>
                                    </p:anim>
                                  </p:childTnLst>
                                </p:cTn>
                              </p:par>
                              <p:par>
                                <p:cTn id="566" presetID="42" presetClass="entr" presetSubtype="0" fill="hold" grpId="0" nodeType="withEffect">
                                  <p:stCondLst>
                                    <p:cond delay="490"/>
                                  </p:stCondLst>
                                  <p:childTnLst>
                                    <p:set>
                                      <p:cBhvr>
                                        <p:cTn id="567" dur="1" fill="hold">
                                          <p:stCondLst>
                                            <p:cond delay="0"/>
                                          </p:stCondLst>
                                        </p:cTn>
                                        <p:tgtEl>
                                          <p:spTgt spid="54"/>
                                        </p:tgtEl>
                                        <p:attrNameLst>
                                          <p:attrName>style.visibility</p:attrName>
                                        </p:attrNameLst>
                                      </p:cBhvr>
                                      <p:to>
                                        <p:strVal val="visible"/>
                                      </p:to>
                                    </p:set>
                                    <p:animEffect transition="in" filter="fade">
                                      <p:cBhvr>
                                        <p:cTn id="568" dur="650"/>
                                        <p:tgtEl>
                                          <p:spTgt spid="54"/>
                                        </p:tgtEl>
                                      </p:cBhvr>
                                    </p:animEffect>
                                    <p:anim calcmode="lin" valueType="num">
                                      <p:cBhvr>
                                        <p:cTn id="569" dur="650" fill="hold"/>
                                        <p:tgtEl>
                                          <p:spTgt spid="54"/>
                                        </p:tgtEl>
                                        <p:attrNameLst>
                                          <p:attrName>ppt_x</p:attrName>
                                        </p:attrNameLst>
                                      </p:cBhvr>
                                      <p:tavLst>
                                        <p:tav tm="0">
                                          <p:val>
                                            <p:strVal val="#ppt_x"/>
                                          </p:val>
                                        </p:tav>
                                        <p:tav tm="100000">
                                          <p:val>
                                            <p:strVal val="#ppt_x"/>
                                          </p:val>
                                        </p:tav>
                                      </p:tavLst>
                                    </p:anim>
                                    <p:anim calcmode="lin" valueType="num">
                                      <p:cBhvr>
                                        <p:cTn id="570" dur="650" fill="hold"/>
                                        <p:tgtEl>
                                          <p:spTgt spid="54"/>
                                        </p:tgtEl>
                                        <p:attrNameLst>
                                          <p:attrName>ppt_y</p:attrName>
                                        </p:attrNameLst>
                                      </p:cBhvr>
                                      <p:tavLst>
                                        <p:tav tm="0">
                                          <p:val>
                                            <p:strVal val="#ppt_y+.1"/>
                                          </p:val>
                                        </p:tav>
                                        <p:tav tm="100000">
                                          <p:val>
                                            <p:strVal val="#ppt_y"/>
                                          </p:val>
                                        </p:tav>
                                      </p:tavLst>
                                    </p:anim>
                                  </p:childTnLst>
                                </p:cTn>
                              </p:par>
                              <p:par>
                                <p:cTn id="571" presetID="42" presetClass="entr" presetSubtype="0" fill="hold" grpId="0" nodeType="withEffect">
                                  <p:stCondLst>
                                    <p:cond delay="490"/>
                                  </p:stCondLst>
                                  <p:childTnLst>
                                    <p:set>
                                      <p:cBhvr>
                                        <p:cTn id="572" dur="1" fill="hold">
                                          <p:stCondLst>
                                            <p:cond delay="0"/>
                                          </p:stCondLst>
                                        </p:cTn>
                                        <p:tgtEl>
                                          <p:spTgt spid="55"/>
                                        </p:tgtEl>
                                        <p:attrNameLst>
                                          <p:attrName>style.visibility</p:attrName>
                                        </p:attrNameLst>
                                      </p:cBhvr>
                                      <p:to>
                                        <p:strVal val="visible"/>
                                      </p:to>
                                    </p:set>
                                    <p:animEffect transition="in" filter="fade">
                                      <p:cBhvr>
                                        <p:cTn id="573" dur="650"/>
                                        <p:tgtEl>
                                          <p:spTgt spid="55"/>
                                        </p:tgtEl>
                                      </p:cBhvr>
                                    </p:animEffect>
                                    <p:anim calcmode="lin" valueType="num">
                                      <p:cBhvr>
                                        <p:cTn id="574" dur="650" fill="hold"/>
                                        <p:tgtEl>
                                          <p:spTgt spid="55"/>
                                        </p:tgtEl>
                                        <p:attrNameLst>
                                          <p:attrName>ppt_x</p:attrName>
                                        </p:attrNameLst>
                                      </p:cBhvr>
                                      <p:tavLst>
                                        <p:tav tm="0">
                                          <p:val>
                                            <p:strVal val="#ppt_x"/>
                                          </p:val>
                                        </p:tav>
                                        <p:tav tm="100000">
                                          <p:val>
                                            <p:strVal val="#ppt_x"/>
                                          </p:val>
                                        </p:tav>
                                      </p:tavLst>
                                    </p:anim>
                                    <p:anim calcmode="lin" valueType="num">
                                      <p:cBhvr>
                                        <p:cTn id="575" dur="650" fill="hold"/>
                                        <p:tgtEl>
                                          <p:spTgt spid="55"/>
                                        </p:tgtEl>
                                        <p:attrNameLst>
                                          <p:attrName>ppt_y</p:attrName>
                                        </p:attrNameLst>
                                      </p:cBhvr>
                                      <p:tavLst>
                                        <p:tav tm="0">
                                          <p:val>
                                            <p:strVal val="#ppt_y+.1"/>
                                          </p:val>
                                        </p:tav>
                                        <p:tav tm="100000">
                                          <p:val>
                                            <p:strVal val="#ppt_y"/>
                                          </p:val>
                                        </p:tav>
                                      </p:tavLst>
                                    </p:anim>
                                  </p:childTnLst>
                                </p:cTn>
                              </p:par>
                              <p:par>
                                <p:cTn id="576" presetID="42" presetClass="entr" presetSubtype="0" fill="hold" grpId="0" nodeType="withEffect">
                                  <p:stCondLst>
                                    <p:cond delay="490"/>
                                  </p:stCondLst>
                                  <p:childTnLst>
                                    <p:set>
                                      <p:cBhvr>
                                        <p:cTn id="577" dur="1" fill="hold">
                                          <p:stCondLst>
                                            <p:cond delay="0"/>
                                          </p:stCondLst>
                                        </p:cTn>
                                        <p:tgtEl>
                                          <p:spTgt spid="56"/>
                                        </p:tgtEl>
                                        <p:attrNameLst>
                                          <p:attrName>style.visibility</p:attrName>
                                        </p:attrNameLst>
                                      </p:cBhvr>
                                      <p:to>
                                        <p:strVal val="visible"/>
                                      </p:to>
                                    </p:set>
                                    <p:animEffect transition="in" filter="fade">
                                      <p:cBhvr>
                                        <p:cTn id="578" dur="650"/>
                                        <p:tgtEl>
                                          <p:spTgt spid="56"/>
                                        </p:tgtEl>
                                      </p:cBhvr>
                                    </p:animEffect>
                                    <p:anim calcmode="lin" valueType="num">
                                      <p:cBhvr>
                                        <p:cTn id="579" dur="650" fill="hold"/>
                                        <p:tgtEl>
                                          <p:spTgt spid="56"/>
                                        </p:tgtEl>
                                        <p:attrNameLst>
                                          <p:attrName>ppt_x</p:attrName>
                                        </p:attrNameLst>
                                      </p:cBhvr>
                                      <p:tavLst>
                                        <p:tav tm="0">
                                          <p:val>
                                            <p:strVal val="#ppt_x"/>
                                          </p:val>
                                        </p:tav>
                                        <p:tav tm="100000">
                                          <p:val>
                                            <p:strVal val="#ppt_x"/>
                                          </p:val>
                                        </p:tav>
                                      </p:tavLst>
                                    </p:anim>
                                    <p:anim calcmode="lin" valueType="num">
                                      <p:cBhvr>
                                        <p:cTn id="580" dur="650" fill="hold"/>
                                        <p:tgtEl>
                                          <p:spTgt spid="56"/>
                                        </p:tgtEl>
                                        <p:attrNameLst>
                                          <p:attrName>ppt_y</p:attrName>
                                        </p:attrNameLst>
                                      </p:cBhvr>
                                      <p:tavLst>
                                        <p:tav tm="0">
                                          <p:val>
                                            <p:strVal val="#ppt_y+.1"/>
                                          </p:val>
                                        </p:tav>
                                        <p:tav tm="100000">
                                          <p:val>
                                            <p:strVal val="#ppt_y"/>
                                          </p:val>
                                        </p:tav>
                                      </p:tavLst>
                                    </p:anim>
                                  </p:childTnLst>
                                </p:cTn>
                              </p:par>
                              <p:par>
                                <p:cTn id="581" presetID="42" presetClass="entr" presetSubtype="0" fill="hold" grpId="0" nodeType="withEffect">
                                  <p:stCondLst>
                                    <p:cond delay="490"/>
                                  </p:stCondLst>
                                  <p:childTnLst>
                                    <p:set>
                                      <p:cBhvr>
                                        <p:cTn id="582" dur="1" fill="hold">
                                          <p:stCondLst>
                                            <p:cond delay="0"/>
                                          </p:stCondLst>
                                        </p:cTn>
                                        <p:tgtEl>
                                          <p:spTgt spid="57"/>
                                        </p:tgtEl>
                                        <p:attrNameLst>
                                          <p:attrName>style.visibility</p:attrName>
                                        </p:attrNameLst>
                                      </p:cBhvr>
                                      <p:to>
                                        <p:strVal val="visible"/>
                                      </p:to>
                                    </p:set>
                                    <p:animEffect transition="in" filter="fade">
                                      <p:cBhvr>
                                        <p:cTn id="583" dur="650"/>
                                        <p:tgtEl>
                                          <p:spTgt spid="57"/>
                                        </p:tgtEl>
                                      </p:cBhvr>
                                    </p:animEffect>
                                    <p:anim calcmode="lin" valueType="num">
                                      <p:cBhvr>
                                        <p:cTn id="584" dur="650" fill="hold"/>
                                        <p:tgtEl>
                                          <p:spTgt spid="57"/>
                                        </p:tgtEl>
                                        <p:attrNameLst>
                                          <p:attrName>ppt_x</p:attrName>
                                        </p:attrNameLst>
                                      </p:cBhvr>
                                      <p:tavLst>
                                        <p:tav tm="0">
                                          <p:val>
                                            <p:strVal val="#ppt_x"/>
                                          </p:val>
                                        </p:tav>
                                        <p:tav tm="100000">
                                          <p:val>
                                            <p:strVal val="#ppt_x"/>
                                          </p:val>
                                        </p:tav>
                                      </p:tavLst>
                                    </p:anim>
                                    <p:anim calcmode="lin" valueType="num">
                                      <p:cBhvr>
                                        <p:cTn id="585" dur="650" fill="hold"/>
                                        <p:tgtEl>
                                          <p:spTgt spid="57"/>
                                        </p:tgtEl>
                                        <p:attrNameLst>
                                          <p:attrName>ppt_y</p:attrName>
                                        </p:attrNameLst>
                                      </p:cBhvr>
                                      <p:tavLst>
                                        <p:tav tm="0">
                                          <p:val>
                                            <p:strVal val="#ppt_y+.1"/>
                                          </p:val>
                                        </p:tav>
                                        <p:tav tm="100000">
                                          <p:val>
                                            <p:strVal val="#ppt_y"/>
                                          </p:val>
                                        </p:tav>
                                      </p:tavLst>
                                    </p:anim>
                                  </p:childTnLst>
                                </p:cTn>
                              </p:par>
                              <p:par>
                                <p:cTn id="586" presetID="53" presetClass="entr" presetSubtype="16" fill="hold" grpId="0" nodeType="withEffect">
                                  <p:stCondLst>
                                    <p:cond delay="610"/>
                                  </p:stCondLst>
                                  <p:childTnLst>
                                    <p:set>
                                      <p:cBhvr>
                                        <p:cTn id="587" dur="1" fill="hold">
                                          <p:stCondLst>
                                            <p:cond delay="0"/>
                                          </p:stCondLst>
                                        </p:cTn>
                                        <p:tgtEl>
                                          <p:spTgt spid="58"/>
                                        </p:tgtEl>
                                        <p:attrNameLst>
                                          <p:attrName>style.visibility</p:attrName>
                                        </p:attrNameLst>
                                      </p:cBhvr>
                                      <p:to>
                                        <p:strVal val="visible"/>
                                      </p:to>
                                    </p:set>
                                    <p:anim calcmode="lin" valueType="num">
                                      <p:cBhvr>
                                        <p:cTn id="588" dur="750" fill="hold"/>
                                        <p:tgtEl>
                                          <p:spTgt spid="58"/>
                                        </p:tgtEl>
                                        <p:attrNameLst>
                                          <p:attrName>ppt_w</p:attrName>
                                        </p:attrNameLst>
                                      </p:cBhvr>
                                      <p:tavLst>
                                        <p:tav tm="0">
                                          <p:val>
                                            <p:fltVal val="0"/>
                                          </p:val>
                                        </p:tav>
                                        <p:tav tm="100000">
                                          <p:val>
                                            <p:strVal val="#ppt_w"/>
                                          </p:val>
                                        </p:tav>
                                      </p:tavLst>
                                    </p:anim>
                                    <p:anim calcmode="lin" valueType="num">
                                      <p:cBhvr>
                                        <p:cTn id="589" dur="750" fill="hold"/>
                                        <p:tgtEl>
                                          <p:spTgt spid="58"/>
                                        </p:tgtEl>
                                        <p:attrNameLst>
                                          <p:attrName>ppt_h</p:attrName>
                                        </p:attrNameLst>
                                      </p:cBhvr>
                                      <p:tavLst>
                                        <p:tav tm="0">
                                          <p:val>
                                            <p:fltVal val="0"/>
                                          </p:val>
                                        </p:tav>
                                        <p:tav tm="100000">
                                          <p:val>
                                            <p:strVal val="#ppt_h"/>
                                          </p:val>
                                        </p:tav>
                                      </p:tavLst>
                                    </p:anim>
                                    <p:animEffect transition="in" filter="fade">
                                      <p:cBhvr>
                                        <p:cTn id="590" dur="750"/>
                                        <p:tgtEl>
                                          <p:spTgt spid="58"/>
                                        </p:tgtEl>
                                      </p:cBhvr>
                                    </p:animEffect>
                                  </p:childTnLst>
                                </p:cTn>
                              </p:par>
                              <p:par>
                                <p:cTn id="591" presetID="53" presetClass="entr" presetSubtype="16" fill="hold" nodeType="withEffect">
                                  <p:stCondLst>
                                    <p:cond delay="610"/>
                                  </p:stCondLst>
                                  <p:childTnLst>
                                    <p:set>
                                      <p:cBhvr>
                                        <p:cTn id="592" dur="1" fill="hold">
                                          <p:stCondLst>
                                            <p:cond delay="0"/>
                                          </p:stCondLst>
                                        </p:cTn>
                                        <p:tgtEl>
                                          <p:spTgt spid="59"/>
                                        </p:tgtEl>
                                        <p:attrNameLst>
                                          <p:attrName>style.visibility</p:attrName>
                                        </p:attrNameLst>
                                      </p:cBhvr>
                                      <p:to>
                                        <p:strVal val="visible"/>
                                      </p:to>
                                    </p:set>
                                    <p:anim calcmode="lin" valueType="num">
                                      <p:cBhvr>
                                        <p:cTn id="593" dur="750" fill="hold"/>
                                        <p:tgtEl>
                                          <p:spTgt spid="59"/>
                                        </p:tgtEl>
                                        <p:attrNameLst>
                                          <p:attrName>ppt_w</p:attrName>
                                        </p:attrNameLst>
                                      </p:cBhvr>
                                      <p:tavLst>
                                        <p:tav tm="0">
                                          <p:val>
                                            <p:fltVal val="0"/>
                                          </p:val>
                                        </p:tav>
                                        <p:tav tm="100000">
                                          <p:val>
                                            <p:strVal val="#ppt_w"/>
                                          </p:val>
                                        </p:tav>
                                      </p:tavLst>
                                    </p:anim>
                                    <p:anim calcmode="lin" valueType="num">
                                      <p:cBhvr>
                                        <p:cTn id="594" dur="750" fill="hold"/>
                                        <p:tgtEl>
                                          <p:spTgt spid="59"/>
                                        </p:tgtEl>
                                        <p:attrNameLst>
                                          <p:attrName>ppt_h</p:attrName>
                                        </p:attrNameLst>
                                      </p:cBhvr>
                                      <p:tavLst>
                                        <p:tav tm="0">
                                          <p:val>
                                            <p:fltVal val="0"/>
                                          </p:val>
                                        </p:tav>
                                        <p:tav tm="100000">
                                          <p:val>
                                            <p:strVal val="#ppt_h"/>
                                          </p:val>
                                        </p:tav>
                                      </p:tavLst>
                                    </p:anim>
                                    <p:animEffect transition="in" filter="fade">
                                      <p:cBhvr>
                                        <p:cTn id="595" dur="750"/>
                                        <p:tgtEl>
                                          <p:spTgt spid="59"/>
                                        </p:tgtEl>
                                      </p:cBhvr>
                                    </p:animEffect>
                                  </p:childTnLst>
                                </p:cTn>
                              </p:par>
                              <p:par>
                                <p:cTn id="596" presetID="53" presetClass="entr" presetSubtype="16" fill="hold" nodeType="withEffect">
                                  <p:stCondLst>
                                    <p:cond delay="610"/>
                                  </p:stCondLst>
                                  <p:childTnLst>
                                    <p:set>
                                      <p:cBhvr>
                                        <p:cTn id="597" dur="1" fill="hold">
                                          <p:stCondLst>
                                            <p:cond delay="0"/>
                                          </p:stCondLst>
                                        </p:cTn>
                                        <p:tgtEl>
                                          <p:spTgt spid="60"/>
                                        </p:tgtEl>
                                        <p:attrNameLst>
                                          <p:attrName>style.visibility</p:attrName>
                                        </p:attrNameLst>
                                      </p:cBhvr>
                                      <p:to>
                                        <p:strVal val="visible"/>
                                      </p:to>
                                    </p:set>
                                    <p:anim calcmode="lin" valueType="num">
                                      <p:cBhvr>
                                        <p:cTn id="598" dur="750" fill="hold"/>
                                        <p:tgtEl>
                                          <p:spTgt spid="60"/>
                                        </p:tgtEl>
                                        <p:attrNameLst>
                                          <p:attrName>ppt_w</p:attrName>
                                        </p:attrNameLst>
                                      </p:cBhvr>
                                      <p:tavLst>
                                        <p:tav tm="0">
                                          <p:val>
                                            <p:fltVal val="0"/>
                                          </p:val>
                                        </p:tav>
                                        <p:tav tm="100000">
                                          <p:val>
                                            <p:strVal val="#ppt_w"/>
                                          </p:val>
                                        </p:tav>
                                      </p:tavLst>
                                    </p:anim>
                                    <p:anim calcmode="lin" valueType="num">
                                      <p:cBhvr>
                                        <p:cTn id="599" dur="750" fill="hold"/>
                                        <p:tgtEl>
                                          <p:spTgt spid="60"/>
                                        </p:tgtEl>
                                        <p:attrNameLst>
                                          <p:attrName>ppt_h</p:attrName>
                                        </p:attrNameLst>
                                      </p:cBhvr>
                                      <p:tavLst>
                                        <p:tav tm="0">
                                          <p:val>
                                            <p:fltVal val="0"/>
                                          </p:val>
                                        </p:tav>
                                        <p:tav tm="100000">
                                          <p:val>
                                            <p:strVal val="#ppt_h"/>
                                          </p:val>
                                        </p:tav>
                                      </p:tavLst>
                                    </p:anim>
                                    <p:animEffect transition="in" filter="fade">
                                      <p:cBhvr>
                                        <p:cTn id="600" dur="750"/>
                                        <p:tgtEl>
                                          <p:spTgt spid="60"/>
                                        </p:tgtEl>
                                      </p:cBhvr>
                                    </p:animEffect>
                                  </p:childTnLst>
                                </p:cTn>
                              </p:par>
                              <p:par>
                                <p:cTn id="601" presetID="53" presetClass="entr" presetSubtype="16" fill="hold" grpId="0" nodeType="withEffect">
                                  <p:stCondLst>
                                    <p:cond delay="610"/>
                                  </p:stCondLst>
                                  <p:childTnLst>
                                    <p:set>
                                      <p:cBhvr>
                                        <p:cTn id="602" dur="1" fill="hold">
                                          <p:stCondLst>
                                            <p:cond delay="0"/>
                                          </p:stCondLst>
                                        </p:cTn>
                                        <p:tgtEl>
                                          <p:spTgt spid="61"/>
                                        </p:tgtEl>
                                        <p:attrNameLst>
                                          <p:attrName>style.visibility</p:attrName>
                                        </p:attrNameLst>
                                      </p:cBhvr>
                                      <p:to>
                                        <p:strVal val="visible"/>
                                      </p:to>
                                    </p:set>
                                    <p:anim calcmode="lin" valueType="num">
                                      <p:cBhvr>
                                        <p:cTn id="603" dur="750" fill="hold"/>
                                        <p:tgtEl>
                                          <p:spTgt spid="61"/>
                                        </p:tgtEl>
                                        <p:attrNameLst>
                                          <p:attrName>ppt_w</p:attrName>
                                        </p:attrNameLst>
                                      </p:cBhvr>
                                      <p:tavLst>
                                        <p:tav tm="0">
                                          <p:val>
                                            <p:fltVal val="0"/>
                                          </p:val>
                                        </p:tav>
                                        <p:tav tm="100000">
                                          <p:val>
                                            <p:strVal val="#ppt_w"/>
                                          </p:val>
                                        </p:tav>
                                      </p:tavLst>
                                    </p:anim>
                                    <p:anim calcmode="lin" valueType="num">
                                      <p:cBhvr>
                                        <p:cTn id="604" dur="750" fill="hold"/>
                                        <p:tgtEl>
                                          <p:spTgt spid="61"/>
                                        </p:tgtEl>
                                        <p:attrNameLst>
                                          <p:attrName>ppt_h</p:attrName>
                                        </p:attrNameLst>
                                      </p:cBhvr>
                                      <p:tavLst>
                                        <p:tav tm="0">
                                          <p:val>
                                            <p:fltVal val="0"/>
                                          </p:val>
                                        </p:tav>
                                        <p:tav tm="100000">
                                          <p:val>
                                            <p:strVal val="#ppt_h"/>
                                          </p:val>
                                        </p:tav>
                                      </p:tavLst>
                                    </p:anim>
                                    <p:animEffect transition="in" filter="fade">
                                      <p:cBhvr>
                                        <p:cTn id="605" dur="750"/>
                                        <p:tgtEl>
                                          <p:spTgt spid="61"/>
                                        </p:tgtEl>
                                      </p:cBhvr>
                                    </p:animEffect>
                                  </p:childTnLst>
                                </p:cTn>
                              </p:par>
                              <p:par>
                                <p:cTn id="606" presetID="53" presetClass="entr" presetSubtype="16" fill="hold" grpId="0" nodeType="withEffect">
                                  <p:stCondLst>
                                    <p:cond delay="610"/>
                                  </p:stCondLst>
                                  <p:childTnLst>
                                    <p:set>
                                      <p:cBhvr>
                                        <p:cTn id="607" dur="1" fill="hold">
                                          <p:stCondLst>
                                            <p:cond delay="0"/>
                                          </p:stCondLst>
                                        </p:cTn>
                                        <p:tgtEl>
                                          <p:spTgt spid="62"/>
                                        </p:tgtEl>
                                        <p:attrNameLst>
                                          <p:attrName>style.visibility</p:attrName>
                                        </p:attrNameLst>
                                      </p:cBhvr>
                                      <p:to>
                                        <p:strVal val="visible"/>
                                      </p:to>
                                    </p:set>
                                    <p:anim calcmode="lin" valueType="num">
                                      <p:cBhvr>
                                        <p:cTn id="608" dur="750" fill="hold"/>
                                        <p:tgtEl>
                                          <p:spTgt spid="62"/>
                                        </p:tgtEl>
                                        <p:attrNameLst>
                                          <p:attrName>ppt_w</p:attrName>
                                        </p:attrNameLst>
                                      </p:cBhvr>
                                      <p:tavLst>
                                        <p:tav tm="0">
                                          <p:val>
                                            <p:fltVal val="0"/>
                                          </p:val>
                                        </p:tav>
                                        <p:tav tm="100000">
                                          <p:val>
                                            <p:strVal val="#ppt_w"/>
                                          </p:val>
                                        </p:tav>
                                      </p:tavLst>
                                    </p:anim>
                                    <p:anim calcmode="lin" valueType="num">
                                      <p:cBhvr>
                                        <p:cTn id="609" dur="750" fill="hold"/>
                                        <p:tgtEl>
                                          <p:spTgt spid="62"/>
                                        </p:tgtEl>
                                        <p:attrNameLst>
                                          <p:attrName>ppt_h</p:attrName>
                                        </p:attrNameLst>
                                      </p:cBhvr>
                                      <p:tavLst>
                                        <p:tav tm="0">
                                          <p:val>
                                            <p:fltVal val="0"/>
                                          </p:val>
                                        </p:tav>
                                        <p:tav tm="100000">
                                          <p:val>
                                            <p:strVal val="#ppt_h"/>
                                          </p:val>
                                        </p:tav>
                                      </p:tavLst>
                                    </p:anim>
                                    <p:animEffect transition="in" filter="fade">
                                      <p:cBhvr>
                                        <p:cTn id="610" dur="750"/>
                                        <p:tgtEl>
                                          <p:spTgt spid="62"/>
                                        </p:tgtEl>
                                      </p:cBhvr>
                                    </p:animEffect>
                                  </p:childTnLst>
                                </p:cTn>
                              </p:par>
                              <p:par>
                                <p:cTn id="611" presetID="53" presetClass="entr" presetSubtype="16" fill="hold" grpId="0" nodeType="withEffect">
                                  <p:stCondLst>
                                    <p:cond delay="610"/>
                                  </p:stCondLst>
                                  <p:childTnLst>
                                    <p:set>
                                      <p:cBhvr>
                                        <p:cTn id="612" dur="1" fill="hold">
                                          <p:stCondLst>
                                            <p:cond delay="0"/>
                                          </p:stCondLst>
                                        </p:cTn>
                                        <p:tgtEl>
                                          <p:spTgt spid="63"/>
                                        </p:tgtEl>
                                        <p:attrNameLst>
                                          <p:attrName>style.visibility</p:attrName>
                                        </p:attrNameLst>
                                      </p:cBhvr>
                                      <p:to>
                                        <p:strVal val="visible"/>
                                      </p:to>
                                    </p:set>
                                    <p:anim calcmode="lin" valueType="num">
                                      <p:cBhvr>
                                        <p:cTn id="613" dur="750" fill="hold"/>
                                        <p:tgtEl>
                                          <p:spTgt spid="63"/>
                                        </p:tgtEl>
                                        <p:attrNameLst>
                                          <p:attrName>ppt_w</p:attrName>
                                        </p:attrNameLst>
                                      </p:cBhvr>
                                      <p:tavLst>
                                        <p:tav tm="0">
                                          <p:val>
                                            <p:fltVal val="0"/>
                                          </p:val>
                                        </p:tav>
                                        <p:tav tm="100000">
                                          <p:val>
                                            <p:strVal val="#ppt_w"/>
                                          </p:val>
                                        </p:tav>
                                      </p:tavLst>
                                    </p:anim>
                                    <p:anim calcmode="lin" valueType="num">
                                      <p:cBhvr>
                                        <p:cTn id="614" dur="750" fill="hold"/>
                                        <p:tgtEl>
                                          <p:spTgt spid="63"/>
                                        </p:tgtEl>
                                        <p:attrNameLst>
                                          <p:attrName>ppt_h</p:attrName>
                                        </p:attrNameLst>
                                      </p:cBhvr>
                                      <p:tavLst>
                                        <p:tav tm="0">
                                          <p:val>
                                            <p:fltVal val="0"/>
                                          </p:val>
                                        </p:tav>
                                        <p:tav tm="100000">
                                          <p:val>
                                            <p:strVal val="#ppt_h"/>
                                          </p:val>
                                        </p:tav>
                                      </p:tavLst>
                                    </p:anim>
                                    <p:animEffect transition="in" filter="fade">
                                      <p:cBhvr>
                                        <p:cTn id="615" dur="750"/>
                                        <p:tgtEl>
                                          <p:spTgt spid="63"/>
                                        </p:tgtEl>
                                      </p:cBhvr>
                                    </p:animEffect>
                                  </p:childTnLst>
                                </p:cTn>
                              </p:par>
                              <p:par>
                                <p:cTn id="616" presetID="53" presetClass="entr" presetSubtype="16" fill="hold" grpId="0" nodeType="withEffect">
                                  <p:stCondLst>
                                    <p:cond delay="610"/>
                                  </p:stCondLst>
                                  <p:childTnLst>
                                    <p:set>
                                      <p:cBhvr>
                                        <p:cTn id="617" dur="1" fill="hold">
                                          <p:stCondLst>
                                            <p:cond delay="0"/>
                                          </p:stCondLst>
                                        </p:cTn>
                                        <p:tgtEl>
                                          <p:spTgt spid="64"/>
                                        </p:tgtEl>
                                        <p:attrNameLst>
                                          <p:attrName>style.visibility</p:attrName>
                                        </p:attrNameLst>
                                      </p:cBhvr>
                                      <p:to>
                                        <p:strVal val="visible"/>
                                      </p:to>
                                    </p:set>
                                    <p:anim calcmode="lin" valueType="num">
                                      <p:cBhvr>
                                        <p:cTn id="618" dur="750" fill="hold"/>
                                        <p:tgtEl>
                                          <p:spTgt spid="64"/>
                                        </p:tgtEl>
                                        <p:attrNameLst>
                                          <p:attrName>ppt_w</p:attrName>
                                        </p:attrNameLst>
                                      </p:cBhvr>
                                      <p:tavLst>
                                        <p:tav tm="0">
                                          <p:val>
                                            <p:fltVal val="0"/>
                                          </p:val>
                                        </p:tav>
                                        <p:tav tm="100000">
                                          <p:val>
                                            <p:strVal val="#ppt_w"/>
                                          </p:val>
                                        </p:tav>
                                      </p:tavLst>
                                    </p:anim>
                                    <p:anim calcmode="lin" valueType="num">
                                      <p:cBhvr>
                                        <p:cTn id="619" dur="750" fill="hold"/>
                                        <p:tgtEl>
                                          <p:spTgt spid="64"/>
                                        </p:tgtEl>
                                        <p:attrNameLst>
                                          <p:attrName>ppt_h</p:attrName>
                                        </p:attrNameLst>
                                      </p:cBhvr>
                                      <p:tavLst>
                                        <p:tav tm="0">
                                          <p:val>
                                            <p:fltVal val="0"/>
                                          </p:val>
                                        </p:tav>
                                        <p:tav tm="100000">
                                          <p:val>
                                            <p:strVal val="#ppt_h"/>
                                          </p:val>
                                        </p:tav>
                                      </p:tavLst>
                                    </p:anim>
                                    <p:animEffect transition="in" filter="fade">
                                      <p:cBhvr>
                                        <p:cTn id="620" dur="75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18" grpId="0"/>
      <p:bldP spid="19" grpId="0" animBg="1"/>
      <p:bldP spid="21" grpId="0" animBg="1"/>
      <p:bldP spid="22" grpId="0"/>
      <p:bldP spid="23" grpId="0" animBg="1"/>
      <p:bldP spid="23" grpId="1" animBg="1"/>
      <p:bldP spid="24" grpId="0"/>
      <p:bldP spid="24" grpId="1"/>
      <p:bldP spid="26" grpId="0"/>
      <p:bldP spid="26" grpId="1"/>
      <p:bldP spid="28" grpId="0"/>
      <p:bldP spid="28" grpId="1"/>
      <p:bldP spid="30" grpId="0"/>
      <p:bldP spid="30" grpId="1"/>
      <p:bldP spid="32" grpId="0"/>
      <p:bldP spid="32" grpId="1"/>
      <p:bldP spid="34" grpId="0"/>
      <p:bldP spid="34" grpId="1"/>
      <p:bldP spid="36" grpId="0"/>
      <p:bldP spid="36" grpId="1"/>
      <p:bldP spid="37" grpId="0"/>
      <p:bldP spid="37" grpId="1"/>
      <p:bldP spid="39" grpId="0"/>
      <p:bldP spid="39" grpId="1"/>
      <p:bldP spid="41" grpId="0"/>
      <p:bldP spid="41" grpId="1"/>
      <p:bldP spid="42" grpId="0" animBg="1"/>
      <p:bldP spid="43" grpId="0"/>
      <p:bldP spid="44" grpId="0"/>
      <p:bldP spid="45" grpId="0"/>
      <p:bldP spid="46" grpId="0" animBg="1"/>
      <p:bldP spid="47" grpId="0"/>
      <p:bldP spid="48" grpId="0"/>
      <p:bldP spid="49" grpId="0"/>
      <p:bldP spid="50" grpId="0" animBg="1"/>
      <p:bldP spid="51" grpId="0"/>
      <p:bldP spid="52" grpId="0"/>
      <p:bldP spid="53" grpId="0"/>
      <p:bldP spid="54" grpId="0" animBg="1"/>
      <p:bldP spid="55" grpId="0"/>
      <p:bldP spid="56" grpId="0"/>
      <p:bldP spid="57" grpId="0"/>
      <p:bldP spid="58" grpId="0" animBg="1"/>
      <p:bldP spid="61" grpId="0"/>
      <p:bldP spid="62" grpId="0" animBg="1"/>
      <p:bldP spid="63" grpId="0"/>
      <p:bldP spid="64" grpId="0"/>
      <p:bldP spid="65" grpId="0"/>
      <p:bldP spid="65" grpId="1"/>
      <p:bldP spid="66" grpId="0" animBg="1"/>
      <p:bldP spid="66" grpId="1" animBg="1"/>
      <p:bldP spid="67" grpId="0"/>
      <p:bldP spid="67" grpId="1"/>
      <p:bldP spid="68" grpId="0" animBg="1"/>
      <p:bldP spid="68" grpId="1" animBg="1"/>
      <p:bldP spid="69" grpId="0"/>
      <p:bldP spid="69" grpId="1"/>
      <p:bldP spid="74" grpId="0"/>
      <p:bldP spid="74" grpId="1"/>
      <p:bldP spid="75" grpId="0" animBg="1"/>
      <p:bldP spid="75" grpId="1" animBg="1"/>
      <p:bldP spid="76" grpId="0"/>
      <p:bldP spid="76" grpId="1"/>
      <p:bldP spid="77" grpId="0" animBg="1"/>
      <p:bldP spid="77" grpId="1" animBg="1"/>
      <p:bldP spid="78" grpId="0"/>
      <p:bldP spid="78" grpId="1"/>
      <p:bldP spid="80" grpId="0"/>
      <p:bldP spid="80" grpId="1"/>
      <p:bldP spid="82" grpId="0"/>
      <p:bldP spid="82" grpId="1"/>
      <p:bldP spid="84" grpId="0"/>
      <p:bldP spid="84" grpId="1"/>
      <p:bldP spid="86" grpId="0"/>
      <p:bldP spid="86" grpId="1"/>
      <p:bldP spid="88" grpId="0"/>
      <p:bldP spid="88" grpId="1"/>
      <p:bldP spid="89" grpId="0"/>
      <p:bldP spid="89" grpId="1"/>
      <p:bldP spid="90" grpId="0"/>
      <p:bldP spid="90" grpId="1"/>
      <p:bldP spid="91" grpId="0" animBg="1"/>
      <p:bldP spid="91" grpId="1" animBg="1"/>
      <p:bldP spid="92" grpId="0"/>
      <p:bldP spid="92" grpId="1"/>
      <p:bldP spid="93" grpId="0" animBg="1"/>
      <p:bldP spid="93" grpId="1" animBg="1"/>
      <p:bldP spid="94" grpId="0"/>
      <p:bldP spid="94" grpId="1"/>
      <p:bldP spid="96" grpId="0"/>
      <p:bldP spid="96" grpId="1"/>
      <p:bldP spid="97" grpId="0" animBg="1"/>
      <p:bldP spid="97" grpId="1" animBg="1"/>
      <p:bldP spid="98" grpId="0" animBg="1"/>
      <p:bldP spid="98" grpId="1" animBg="1"/>
      <p:bldP spid="99" grpId="0"/>
      <p:bldP spid="99" grpId="1"/>
      <p:bldP spid="100" grpId="0"/>
      <p:bldP spid="100" grpId="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3</a:t>
            </a:r>
          </a:p>
        </p:txBody>
      </p:sp>
      <p:sp>
        <p:nvSpPr>
          <p:cNvPr id="4" name="!!rotulo"/>
          <p:cNvSpPr txBox="1"/>
          <p:nvPr/>
        </p:nvSpPr>
        <p:spPr>
          <a:xfrm>
            <a:off x="1149032" y="282141"/>
            <a:ext cx="1971865"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Verificación y validación</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Validación 1: la viga de Timoshenko</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imoshenko:6fa7e658b3"/>
          <p:cNvSpPr/>
          <p:nvPr/>
        </p:nvSpPr>
        <p:spPr>
          <a:xfrm>
            <a:off x="568325" y="1273175"/>
            <a:ext cx="11055350" cy="1771650"/>
          </a:xfrm>
          <a:prstGeom prst="roundRect">
            <a:avLst>
              <a:gd name="adj" fmla="val 4838"/>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timoshenko:fb0d5fbf9d" descr="277d0077dcf3f59d.png"/>
          <p:cNvPicPr>
            <a:picLocks noChangeAspect="1"/>
          </p:cNvPicPr>
          <p:nvPr/>
        </p:nvPicPr>
        <p:blipFill>
          <a:blip r:embed="rId2"/>
          <a:stretch>
            <a:fillRect/>
          </a:stretch>
        </p:blipFill>
        <p:spPr>
          <a:xfrm>
            <a:off x="571500" y="1276350"/>
            <a:ext cx="11049000" cy="1765300"/>
          </a:xfrm>
          <a:prstGeom prst="rect">
            <a:avLst/>
          </a:prstGeom>
        </p:spPr>
      </p:pic>
      <p:pic>
        <p:nvPicPr>
          <p:cNvPr id="14" name="!!timoshenko:da56e2ab8c" descr="be4d9a3347720ceb.png"/>
          <p:cNvPicPr>
            <a:picLocks noChangeAspect="1"/>
          </p:cNvPicPr>
          <p:nvPr/>
        </p:nvPicPr>
        <p:blipFill>
          <a:blip r:embed="rId3"/>
          <a:stretch>
            <a:fillRect/>
          </a:stretch>
        </p:blipFill>
        <p:spPr>
          <a:xfrm>
            <a:off x="571500" y="1276350"/>
            <a:ext cx="11049000" cy="1765300"/>
          </a:xfrm>
          <a:prstGeom prst="rect">
            <a:avLst/>
          </a:prstGeom>
        </p:spPr>
      </p:pic>
      <p:sp>
        <p:nvSpPr>
          <p:cNvPr id="15" name="!!timoshenko:2ecd778618"/>
          <p:cNvSpPr txBox="1"/>
          <p:nvPr/>
        </p:nvSpPr>
        <p:spPr>
          <a:xfrm>
            <a:off x="565150" y="3144076"/>
            <a:ext cx="816356"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3F4A5A"/>
                </a:solidFill>
                <a:latin typeface="Calibri"/>
              </a:rPr>
              <a:t>σ</a:t>
            </a:r>
            <a:r>
              <a:rPr sz="1200" b="1" i="0" baseline="-25000">
                <a:solidFill>
                  <a:srgbClr val="3F4A5A"/>
                </a:solidFill>
                <a:latin typeface="Calibri"/>
              </a:rPr>
              <a:t>x</a:t>
            </a:r>
            <a:r>
              <a:rPr sz="1200" b="1" i="0">
                <a:solidFill>
                  <a:srgbClr val="3F4A5A"/>
                </a:solidFill>
                <a:latin typeface="Calibri"/>
              </a:rPr>
              <a:t> (kgf/cm²)</a:t>
            </a:r>
          </a:p>
        </p:txBody>
      </p:sp>
      <p:sp>
        <p:nvSpPr>
          <p:cNvPr id="16" name="!!timoshenko:ef5e87806b"/>
          <p:cNvSpPr txBox="1"/>
          <p:nvPr/>
        </p:nvSpPr>
        <p:spPr>
          <a:xfrm>
            <a:off x="1419606" y="3159379"/>
            <a:ext cx="474980"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2937"/>
                </a:solidFill>
                <a:latin typeface="Calibri"/>
              </a:rPr>
              <a:t>−127,9</a:t>
            </a:r>
          </a:p>
        </p:txBody>
      </p:sp>
      <p:sp>
        <p:nvSpPr>
          <p:cNvPr id="17" name="!!timoshenko:90cf48d5a0"/>
          <p:cNvSpPr/>
          <p:nvPr/>
        </p:nvSpPr>
        <p:spPr>
          <a:xfrm>
            <a:off x="1932686" y="3175000"/>
            <a:ext cx="1905000" cy="101600"/>
          </a:xfrm>
          <a:prstGeom prst="roundRect">
            <a:avLst>
              <a:gd name="adj" fmla="val 50000"/>
            </a:avLst>
          </a:prstGeom>
          <a:gradFill rotWithShape="1">
            <a:gsLst>
              <a:gs pos="0">
                <a:srgbClr val="000080"/>
              </a:gs>
              <a:gs pos="10000">
                <a:srgbClr val="0000E6"/>
              </a:gs>
              <a:gs pos="20000">
                <a:srgbClr val="004DFF"/>
              </a:gs>
              <a:gs pos="30000">
                <a:srgbClr val="00B3FF"/>
              </a:gs>
              <a:gs pos="40000">
                <a:srgbClr val="1AFFE5"/>
              </a:gs>
              <a:gs pos="50000">
                <a:srgbClr val="80FF80"/>
              </a:gs>
              <a:gs pos="60000">
                <a:srgbClr val="E5FF1A"/>
              </a:gs>
              <a:gs pos="70000">
                <a:srgbClr val="FFB300"/>
              </a:gs>
              <a:gs pos="80000">
                <a:srgbClr val="FF4C00"/>
              </a:gs>
              <a:gs pos="90000">
                <a:srgbClr val="E50000"/>
              </a:gs>
              <a:gs pos="100000">
                <a:srgbClr val="800000"/>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imoshenko:c1018c6f3d"/>
          <p:cNvSpPr txBox="1"/>
          <p:nvPr/>
        </p:nvSpPr>
        <p:spPr>
          <a:xfrm>
            <a:off x="3926586" y="3159379"/>
            <a:ext cx="399034"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1F2937"/>
                </a:solidFill>
                <a:latin typeface="Calibri"/>
              </a:rPr>
              <a:t>127,9</a:t>
            </a:r>
          </a:p>
        </p:txBody>
      </p:sp>
      <p:sp>
        <p:nvSpPr>
          <p:cNvPr id="19" name="!!timoshenko:33d99a631a"/>
          <p:cNvSpPr txBox="1"/>
          <p:nvPr/>
        </p:nvSpPr>
        <p:spPr>
          <a:xfrm>
            <a:off x="6926136" y="3159379"/>
            <a:ext cx="4794694"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5B6575"/>
                </a:solidFill>
                <a:latin typeface="Calibri"/>
              </a:rPr>
              <a:t>EduFEM: Q9, 56 × 8 = 448 elementos, 3842 GDL · deformada ampliada × 20</a:t>
            </a:r>
          </a:p>
        </p:txBody>
      </p:sp>
      <p:sp>
        <p:nvSpPr>
          <p:cNvPr id="20" name="!!timoshenko:738de4120a"/>
          <p:cNvSpPr/>
          <p:nvPr/>
        </p:nvSpPr>
        <p:spPr>
          <a:xfrm>
            <a:off x="565150" y="3492500"/>
            <a:ext cx="684403"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imoshenko:738de4120a·2"/>
          <p:cNvSpPr/>
          <p:nvPr/>
        </p:nvSpPr>
        <p:spPr>
          <a:xfrm>
            <a:off x="565150" y="3929888"/>
            <a:ext cx="684403"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imoshenko:092d7b53b2"/>
          <p:cNvSpPr txBox="1"/>
          <p:nvPr/>
        </p:nvSpPr>
        <p:spPr>
          <a:xfrm>
            <a:off x="654050" y="3716890"/>
            <a:ext cx="557403"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1B2A4A"/>
                </a:solidFill>
                <a:latin typeface="Calibri"/>
              </a:rPr>
              <a:t>Punto</a:t>
            </a:r>
          </a:p>
        </p:txBody>
      </p:sp>
      <p:sp>
        <p:nvSpPr>
          <p:cNvPr id="23" name="!!timoshenko:bf576ad227"/>
          <p:cNvSpPr/>
          <p:nvPr/>
        </p:nvSpPr>
        <p:spPr>
          <a:xfrm>
            <a:off x="1249553" y="3492500"/>
            <a:ext cx="1139126"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imoshenko:bf576ad227·2"/>
          <p:cNvSpPr/>
          <p:nvPr/>
        </p:nvSpPr>
        <p:spPr>
          <a:xfrm>
            <a:off x="1249553" y="3929888"/>
            <a:ext cx="113912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imoshenko:6bbe18e5e3"/>
          <p:cNvSpPr txBox="1"/>
          <p:nvPr/>
        </p:nvSpPr>
        <p:spPr>
          <a:xfrm>
            <a:off x="1287653" y="3716890"/>
            <a:ext cx="1012126" cy="167958"/>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EduFEM</a:t>
            </a:r>
          </a:p>
        </p:txBody>
      </p:sp>
      <p:sp>
        <p:nvSpPr>
          <p:cNvPr id="26" name="!!timoshenko:2fe3318c80"/>
          <p:cNvSpPr/>
          <p:nvPr/>
        </p:nvSpPr>
        <p:spPr>
          <a:xfrm>
            <a:off x="2388680" y="3492500"/>
            <a:ext cx="1139126"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imoshenko:2fe3318c80·2"/>
          <p:cNvSpPr/>
          <p:nvPr/>
        </p:nvSpPr>
        <p:spPr>
          <a:xfrm>
            <a:off x="2388680" y="3929888"/>
            <a:ext cx="113912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imoshenko:9808bada3b"/>
          <p:cNvSpPr txBox="1"/>
          <p:nvPr/>
        </p:nvSpPr>
        <p:spPr>
          <a:xfrm>
            <a:off x="2426780" y="3716890"/>
            <a:ext cx="1012126" cy="167958"/>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Analítica</a:t>
            </a:r>
          </a:p>
        </p:txBody>
      </p:sp>
      <p:sp>
        <p:nvSpPr>
          <p:cNvPr id="29" name="!!timoshenko:7cfadb4307"/>
          <p:cNvSpPr/>
          <p:nvPr/>
        </p:nvSpPr>
        <p:spPr>
          <a:xfrm>
            <a:off x="3527806" y="3492500"/>
            <a:ext cx="1139444"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imoshenko:7cfadb4307·2"/>
          <p:cNvSpPr/>
          <p:nvPr/>
        </p:nvSpPr>
        <p:spPr>
          <a:xfrm>
            <a:off x="3527806" y="3929888"/>
            <a:ext cx="1139444"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imoshenko:cc0067c9b0"/>
          <p:cNvSpPr txBox="1"/>
          <p:nvPr/>
        </p:nvSpPr>
        <p:spPr>
          <a:xfrm>
            <a:off x="3565906" y="3716890"/>
            <a:ext cx="1012444" cy="167958"/>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SAP2000</a:t>
            </a:r>
          </a:p>
        </p:txBody>
      </p:sp>
      <p:sp>
        <p:nvSpPr>
          <p:cNvPr id="32" name="!!timoshenko:9cb5e3cb4a"/>
          <p:cNvSpPr/>
          <p:nvPr/>
        </p:nvSpPr>
        <p:spPr>
          <a:xfrm>
            <a:off x="4667250" y="3492500"/>
            <a:ext cx="1333500"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imoshenko:9cb5e3cb4a·2"/>
          <p:cNvSpPr/>
          <p:nvPr/>
        </p:nvSpPr>
        <p:spPr>
          <a:xfrm>
            <a:off x="4667250" y="3929888"/>
            <a:ext cx="13335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imoshenko:5d92d6b9b0"/>
          <p:cNvSpPr txBox="1"/>
          <p:nvPr/>
        </p:nvSpPr>
        <p:spPr>
          <a:xfrm>
            <a:off x="4705350" y="3549059"/>
            <a:ext cx="1206500" cy="335915"/>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Error frente a</a:t>
            </a:r>
            <a:br/>
            <a:r>
              <a:rPr sz="1150" b="1" i="0">
                <a:solidFill>
                  <a:srgbClr val="1B2A4A"/>
                </a:solidFill>
                <a:latin typeface="Calibri"/>
              </a:rPr>
              <a:t>la analítica</a:t>
            </a:r>
          </a:p>
        </p:txBody>
      </p:sp>
      <p:sp>
        <p:nvSpPr>
          <p:cNvPr id="35" name="!!timoshenko:f3c8e9ac84"/>
          <p:cNvSpPr/>
          <p:nvPr/>
        </p:nvSpPr>
        <p:spPr>
          <a:xfrm>
            <a:off x="6000750" y="3492500"/>
            <a:ext cx="1333500"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imoshenko:f3c8e9ac84·2"/>
          <p:cNvSpPr/>
          <p:nvPr/>
        </p:nvSpPr>
        <p:spPr>
          <a:xfrm>
            <a:off x="6000750" y="3929888"/>
            <a:ext cx="13335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imoshenko:b069874cac"/>
          <p:cNvSpPr txBox="1"/>
          <p:nvPr/>
        </p:nvSpPr>
        <p:spPr>
          <a:xfrm>
            <a:off x="6038850" y="3549059"/>
            <a:ext cx="1206500" cy="335915"/>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Diferencia frente</a:t>
            </a:r>
            <a:br/>
            <a:r>
              <a:rPr sz="1150" b="1" i="0">
                <a:solidFill>
                  <a:srgbClr val="1B2A4A"/>
                </a:solidFill>
                <a:latin typeface="Calibri"/>
              </a:rPr>
              <a:t>a SAP2000</a:t>
            </a:r>
          </a:p>
        </p:txBody>
      </p:sp>
      <p:sp>
        <p:nvSpPr>
          <p:cNvPr id="38" name="!!timoshenko:1eb376fa3d"/>
          <p:cNvSpPr/>
          <p:nvPr/>
        </p:nvSpPr>
        <p:spPr>
          <a:xfrm>
            <a:off x="565150" y="3948938"/>
            <a:ext cx="684403"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imoshenko:1eb376fa3d·2"/>
          <p:cNvSpPr/>
          <p:nvPr/>
        </p:nvSpPr>
        <p:spPr>
          <a:xfrm>
            <a:off x="565150" y="4415663"/>
            <a:ext cx="68440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imoshenko:56a80a46cc"/>
          <p:cNvSpPr/>
          <p:nvPr/>
        </p:nvSpPr>
        <p:spPr>
          <a:xfrm>
            <a:off x="663575" y="4045776"/>
            <a:ext cx="273050" cy="273050"/>
          </a:xfrm>
          <a:prstGeom prst="ellipse">
            <a:avLst/>
          </a:prstGeom>
          <a:solidFill>
            <a:srgbClr val="FFFFFF"/>
          </a:solidFill>
          <a:ln w="1905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imoshenko:b00953377c"/>
          <p:cNvSpPr txBox="1"/>
          <p:nvPr/>
        </p:nvSpPr>
        <p:spPr>
          <a:xfrm>
            <a:off x="647700" y="4113784"/>
            <a:ext cx="3048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1F2937"/>
                </a:solidFill>
                <a:latin typeface="Calibri"/>
              </a:rPr>
              <a:t>A</a:t>
            </a:r>
          </a:p>
        </p:txBody>
      </p:sp>
      <p:sp>
        <p:nvSpPr>
          <p:cNvPr id="42" name="!!timoshenko:7b65e6c02d"/>
          <p:cNvSpPr/>
          <p:nvPr/>
        </p:nvSpPr>
        <p:spPr>
          <a:xfrm>
            <a:off x="1249553" y="3948938"/>
            <a:ext cx="1139126"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imoshenko:7b65e6c02d·2"/>
          <p:cNvSpPr/>
          <p:nvPr/>
        </p:nvSpPr>
        <p:spPr>
          <a:xfrm>
            <a:off x="1249553" y="4415663"/>
            <a:ext cx="11391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imoshenko:7e9af30448"/>
          <p:cNvSpPr txBox="1"/>
          <p:nvPr/>
        </p:nvSpPr>
        <p:spPr>
          <a:xfrm>
            <a:off x="1287653" y="4066413"/>
            <a:ext cx="10121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127,8825</a:t>
            </a:r>
          </a:p>
        </p:txBody>
      </p:sp>
      <p:sp>
        <p:nvSpPr>
          <p:cNvPr id="45" name="!!timoshenko:6647b33e31"/>
          <p:cNvSpPr/>
          <p:nvPr/>
        </p:nvSpPr>
        <p:spPr>
          <a:xfrm>
            <a:off x="2388680" y="3948938"/>
            <a:ext cx="1139126"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imoshenko:6647b33e31·2"/>
          <p:cNvSpPr/>
          <p:nvPr/>
        </p:nvSpPr>
        <p:spPr>
          <a:xfrm>
            <a:off x="2388680" y="4415663"/>
            <a:ext cx="11391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imoshenko:74dce805db"/>
          <p:cNvSpPr txBox="1"/>
          <p:nvPr/>
        </p:nvSpPr>
        <p:spPr>
          <a:xfrm>
            <a:off x="2426780" y="4066413"/>
            <a:ext cx="10121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127,8542</a:t>
            </a:r>
          </a:p>
        </p:txBody>
      </p:sp>
      <p:sp>
        <p:nvSpPr>
          <p:cNvPr id="48" name="!!timoshenko:1f2efae40f"/>
          <p:cNvSpPr/>
          <p:nvPr/>
        </p:nvSpPr>
        <p:spPr>
          <a:xfrm>
            <a:off x="3527806" y="3948938"/>
            <a:ext cx="1139444"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imoshenko:1f2efae40f·2"/>
          <p:cNvSpPr/>
          <p:nvPr/>
        </p:nvSpPr>
        <p:spPr>
          <a:xfrm>
            <a:off x="3527806" y="4415663"/>
            <a:ext cx="11394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imoshenko:ea37b71f8f"/>
          <p:cNvSpPr txBox="1"/>
          <p:nvPr/>
        </p:nvSpPr>
        <p:spPr>
          <a:xfrm>
            <a:off x="3565906" y="4066413"/>
            <a:ext cx="101244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127,8514</a:t>
            </a:r>
          </a:p>
        </p:txBody>
      </p:sp>
      <p:sp>
        <p:nvSpPr>
          <p:cNvPr id="51" name="!!timoshenko:a1da53a880"/>
          <p:cNvSpPr/>
          <p:nvPr/>
        </p:nvSpPr>
        <p:spPr>
          <a:xfrm>
            <a:off x="4667250" y="3948938"/>
            <a:ext cx="1333500"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imoshenko:a1da53a880·2"/>
          <p:cNvSpPr/>
          <p:nvPr/>
        </p:nvSpPr>
        <p:spPr>
          <a:xfrm>
            <a:off x="4667250" y="4415663"/>
            <a:ext cx="1333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imoshenko:a72eff1bd6"/>
          <p:cNvSpPr txBox="1"/>
          <p:nvPr/>
        </p:nvSpPr>
        <p:spPr>
          <a:xfrm>
            <a:off x="4705350" y="4002913"/>
            <a:ext cx="1206500"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0,02 %</a:t>
            </a:r>
          </a:p>
        </p:txBody>
      </p:sp>
      <p:sp>
        <p:nvSpPr>
          <p:cNvPr id="54" name="!!timoshenko:cc0cf32caa"/>
          <p:cNvSpPr/>
          <p:nvPr/>
        </p:nvSpPr>
        <p:spPr>
          <a:xfrm>
            <a:off x="4756150" y="4275963"/>
            <a:ext cx="11557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imoshenko:91061e7ef1"/>
          <p:cNvSpPr/>
          <p:nvPr/>
        </p:nvSpPr>
        <p:spPr>
          <a:xfrm>
            <a:off x="4759325" y="4279138"/>
            <a:ext cx="11493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imoshenko:26480c2800"/>
          <p:cNvSpPr/>
          <p:nvPr/>
        </p:nvSpPr>
        <p:spPr>
          <a:xfrm>
            <a:off x="4756150" y="4275963"/>
            <a:ext cx="25527"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imoshenko:c197e618e3"/>
          <p:cNvSpPr/>
          <p:nvPr/>
        </p:nvSpPr>
        <p:spPr>
          <a:xfrm>
            <a:off x="6000750" y="3948938"/>
            <a:ext cx="1333500"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imoshenko:c197e618e3·2"/>
          <p:cNvSpPr/>
          <p:nvPr/>
        </p:nvSpPr>
        <p:spPr>
          <a:xfrm>
            <a:off x="6000750" y="4415663"/>
            <a:ext cx="1333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imoshenko:f731fb1016"/>
          <p:cNvSpPr txBox="1"/>
          <p:nvPr/>
        </p:nvSpPr>
        <p:spPr>
          <a:xfrm>
            <a:off x="6038850" y="4002913"/>
            <a:ext cx="1206500"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0,02 %</a:t>
            </a:r>
          </a:p>
        </p:txBody>
      </p:sp>
      <p:sp>
        <p:nvSpPr>
          <p:cNvPr id="60" name="!!timoshenko:9589815e3b"/>
          <p:cNvSpPr/>
          <p:nvPr/>
        </p:nvSpPr>
        <p:spPr>
          <a:xfrm>
            <a:off x="6089650" y="4275963"/>
            <a:ext cx="11557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imoshenko:d9565865e1"/>
          <p:cNvSpPr/>
          <p:nvPr/>
        </p:nvSpPr>
        <p:spPr>
          <a:xfrm>
            <a:off x="6092825" y="4279138"/>
            <a:ext cx="11493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imoshenko:cdb99269d9"/>
          <p:cNvSpPr/>
          <p:nvPr/>
        </p:nvSpPr>
        <p:spPr>
          <a:xfrm>
            <a:off x="6089650" y="4275963"/>
            <a:ext cx="28067"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imoshenko:be421cb8f0"/>
          <p:cNvSpPr/>
          <p:nvPr/>
        </p:nvSpPr>
        <p:spPr>
          <a:xfrm>
            <a:off x="565150" y="4422013"/>
            <a:ext cx="684403" cy="4730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imoshenko:be421cb8f0·2"/>
          <p:cNvSpPr/>
          <p:nvPr/>
        </p:nvSpPr>
        <p:spPr>
          <a:xfrm>
            <a:off x="565150" y="4888738"/>
            <a:ext cx="68440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imoshenko:33648fc79f"/>
          <p:cNvSpPr/>
          <p:nvPr/>
        </p:nvSpPr>
        <p:spPr>
          <a:xfrm>
            <a:off x="663575" y="4518850"/>
            <a:ext cx="273050" cy="273050"/>
          </a:xfrm>
          <a:prstGeom prst="ellipse">
            <a:avLst/>
          </a:prstGeom>
          <a:solidFill>
            <a:srgbClr val="FFFFFF"/>
          </a:solidFill>
          <a:ln w="1905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imoshenko:a74c9a8d5c"/>
          <p:cNvSpPr txBox="1"/>
          <p:nvPr/>
        </p:nvSpPr>
        <p:spPr>
          <a:xfrm>
            <a:off x="647700" y="4586859"/>
            <a:ext cx="3048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1F2937"/>
                </a:solidFill>
                <a:latin typeface="Calibri"/>
              </a:rPr>
              <a:t>B</a:t>
            </a:r>
          </a:p>
        </p:txBody>
      </p:sp>
      <p:sp>
        <p:nvSpPr>
          <p:cNvPr id="67" name="!!timoshenko:ec4f9f0535"/>
          <p:cNvSpPr/>
          <p:nvPr/>
        </p:nvSpPr>
        <p:spPr>
          <a:xfrm>
            <a:off x="1249553" y="4422013"/>
            <a:ext cx="1139126" cy="4730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imoshenko:ec4f9f0535·2"/>
          <p:cNvSpPr/>
          <p:nvPr/>
        </p:nvSpPr>
        <p:spPr>
          <a:xfrm>
            <a:off x="1249553" y="4888738"/>
            <a:ext cx="11391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imoshenko:ff6221a9e7"/>
          <p:cNvSpPr txBox="1"/>
          <p:nvPr/>
        </p:nvSpPr>
        <p:spPr>
          <a:xfrm>
            <a:off x="1287653" y="4539488"/>
            <a:ext cx="10121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−37,3410</a:t>
            </a:r>
          </a:p>
        </p:txBody>
      </p:sp>
      <p:sp>
        <p:nvSpPr>
          <p:cNvPr id="70" name="!!timoshenko:2e8b6696b4"/>
          <p:cNvSpPr/>
          <p:nvPr/>
        </p:nvSpPr>
        <p:spPr>
          <a:xfrm>
            <a:off x="2388680" y="4422013"/>
            <a:ext cx="1139126" cy="4730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imoshenko:2e8b6696b4·2"/>
          <p:cNvSpPr/>
          <p:nvPr/>
        </p:nvSpPr>
        <p:spPr>
          <a:xfrm>
            <a:off x="2388680" y="4888738"/>
            <a:ext cx="11391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imoshenko:f3816bdc92"/>
          <p:cNvSpPr txBox="1"/>
          <p:nvPr/>
        </p:nvSpPr>
        <p:spPr>
          <a:xfrm>
            <a:off x="2426780" y="4539488"/>
            <a:ext cx="10121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−37,3255</a:t>
            </a:r>
          </a:p>
        </p:txBody>
      </p:sp>
      <p:sp>
        <p:nvSpPr>
          <p:cNvPr id="73" name="!!timoshenko:b28e04785c"/>
          <p:cNvSpPr/>
          <p:nvPr/>
        </p:nvSpPr>
        <p:spPr>
          <a:xfrm>
            <a:off x="3527806" y="4422013"/>
            <a:ext cx="1139444" cy="4730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imoshenko:b28e04785c·2"/>
          <p:cNvSpPr/>
          <p:nvPr/>
        </p:nvSpPr>
        <p:spPr>
          <a:xfrm>
            <a:off x="3527806" y="4888738"/>
            <a:ext cx="11394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imoshenko:a63fa1a744"/>
          <p:cNvSpPr txBox="1"/>
          <p:nvPr/>
        </p:nvSpPr>
        <p:spPr>
          <a:xfrm>
            <a:off x="3565906" y="4539488"/>
            <a:ext cx="101244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−37,2640</a:t>
            </a:r>
          </a:p>
        </p:txBody>
      </p:sp>
      <p:sp>
        <p:nvSpPr>
          <p:cNvPr id="76" name="!!timoshenko:b46372f61a"/>
          <p:cNvSpPr/>
          <p:nvPr/>
        </p:nvSpPr>
        <p:spPr>
          <a:xfrm>
            <a:off x="4667250" y="4422013"/>
            <a:ext cx="1333500" cy="4730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imoshenko:b46372f61a·2"/>
          <p:cNvSpPr/>
          <p:nvPr/>
        </p:nvSpPr>
        <p:spPr>
          <a:xfrm>
            <a:off x="4667250" y="4888738"/>
            <a:ext cx="1333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imoshenko:370f97a490"/>
          <p:cNvSpPr txBox="1"/>
          <p:nvPr/>
        </p:nvSpPr>
        <p:spPr>
          <a:xfrm>
            <a:off x="4705350" y="4475988"/>
            <a:ext cx="1206500"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B2A4A"/>
                </a:solidFill>
                <a:latin typeface="Calibri"/>
              </a:rPr>
              <a:t>0,04 %</a:t>
            </a:r>
          </a:p>
        </p:txBody>
      </p:sp>
      <p:sp>
        <p:nvSpPr>
          <p:cNvPr id="79" name="!!timoshenko:3cf45c0047"/>
          <p:cNvSpPr/>
          <p:nvPr/>
        </p:nvSpPr>
        <p:spPr>
          <a:xfrm>
            <a:off x="4756150" y="4749038"/>
            <a:ext cx="11557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imoshenko:36bab712d6"/>
          <p:cNvSpPr/>
          <p:nvPr/>
        </p:nvSpPr>
        <p:spPr>
          <a:xfrm>
            <a:off x="4759325" y="4752213"/>
            <a:ext cx="11493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imoshenko:f2c1929f3c"/>
          <p:cNvSpPr/>
          <p:nvPr/>
        </p:nvSpPr>
        <p:spPr>
          <a:xfrm>
            <a:off x="4756150" y="4749038"/>
            <a:ext cx="47816"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imoshenko:2277382d66"/>
          <p:cNvSpPr/>
          <p:nvPr/>
        </p:nvSpPr>
        <p:spPr>
          <a:xfrm>
            <a:off x="6000750" y="4422013"/>
            <a:ext cx="1333500" cy="4730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imoshenko:2277382d66·2"/>
          <p:cNvSpPr/>
          <p:nvPr/>
        </p:nvSpPr>
        <p:spPr>
          <a:xfrm>
            <a:off x="6000750" y="4888738"/>
            <a:ext cx="1333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imoshenko:db75be4699"/>
          <p:cNvSpPr txBox="1"/>
          <p:nvPr/>
        </p:nvSpPr>
        <p:spPr>
          <a:xfrm>
            <a:off x="6038850" y="4475988"/>
            <a:ext cx="1206500"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B2A4A"/>
                </a:solidFill>
                <a:latin typeface="Calibri"/>
              </a:rPr>
              <a:t>0,21 %</a:t>
            </a:r>
          </a:p>
        </p:txBody>
      </p:sp>
      <p:sp>
        <p:nvSpPr>
          <p:cNvPr id="85" name="!!timoshenko:ae00113123"/>
          <p:cNvSpPr/>
          <p:nvPr/>
        </p:nvSpPr>
        <p:spPr>
          <a:xfrm>
            <a:off x="6089650" y="4749038"/>
            <a:ext cx="11557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imoshenko:cd1c789916"/>
          <p:cNvSpPr/>
          <p:nvPr/>
        </p:nvSpPr>
        <p:spPr>
          <a:xfrm>
            <a:off x="6092825" y="4752213"/>
            <a:ext cx="11493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imoshenko:ec1311af24"/>
          <p:cNvSpPr/>
          <p:nvPr/>
        </p:nvSpPr>
        <p:spPr>
          <a:xfrm>
            <a:off x="6089650" y="4749038"/>
            <a:ext cx="238824"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imoshenko:3f6d6749ea"/>
          <p:cNvSpPr/>
          <p:nvPr/>
        </p:nvSpPr>
        <p:spPr>
          <a:xfrm>
            <a:off x="565150" y="4895088"/>
            <a:ext cx="684403"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imoshenko:3f6d6749ea·2"/>
          <p:cNvSpPr/>
          <p:nvPr/>
        </p:nvSpPr>
        <p:spPr>
          <a:xfrm>
            <a:off x="565150" y="5361813"/>
            <a:ext cx="68440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imoshenko:046fbe9121"/>
          <p:cNvSpPr/>
          <p:nvPr/>
        </p:nvSpPr>
        <p:spPr>
          <a:xfrm>
            <a:off x="663575" y="4991926"/>
            <a:ext cx="273050" cy="273050"/>
          </a:xfrm>
          <a:prstGeom prst="ellipse">
            <a:avLst/>
          </a:prstGeom>
          <a:solidFill>
            <a:srgbClr val="FFFFFF"/>
          </a:solidFill>
          <a:ln w="1905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imoshenko:6269ceb871"/>
          <p:cNvSpPr txBox="1"/>
          <p:nvPr/>
        </p:nvSpPr>
        <p:spPr>
          <a:xfrm>
            <a:off x="647700" y="5059934"/>
            <a:ext cx="3048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1F2937"/>
                </a:solidFill>
                <a:latin typeface="Calibri"/>
              </a:rPr>
              <a:t>C</a:t>
            </a:r>
          </a:p>
        </p:txBody>
      </p:sp>
      <p:sp>
        <p:nvSpPr>
          <p:cNvPr id="92" name="!!timoshenko:f29583b32c"/>
          <p:cNvSpPr/>
          <p:nvPr/>
        </p:nvSpPr>
        <p:spPr>
          <a:xfrm>
            <a:off x="1249553" y="4895088"/>
            <a:ext cx="1139126"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imoshenko:f29583b32c·2"/>
          <p:cNvSpPr/>
          <p:nvPr/>
        </p:nvSpPr>
        <p:spPr>
          <a:xfrm>
            <a:off x="1249553" y="5361813"/>
            <a:ext cx="11391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imoshenko:5fbe1c7c5e"/>
          <p:cNvSpPr txBox="1"/>
          <p:nvPr/>
        </p:nvSpPr>
        <p:spPr>
          <a:xfrm>
            <a:off x="1287653" y="5012563"/>
            <a:ext cx="10121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−31,8077</a:t>
            </a:r>
          </a:p>
        </p:txBody>
      </p:sp>
      <p:sp>
        <p:nvSpPr>
          <p:cNvPr id="95" name="!!timoshenko:4c32d154e3"/>
          <p:cNvSpPr/>
          <p:nvPr/>
        </p:nvSpPr>
        <p:spPr>
          <a:xfrm>
            <a:off x="2388680" y="4895088"/>
            <a:ext cx="1139126"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imoshenko:4c32d154e3·2"/>
          <p:cNvSpPr/>
          <p:nvPr/>
        </p:nvSpPr>
        <p:spPr>
          <a:xfrm>
            <a:off x="2388680" y="5361813"/>
            <a:ext cx="11391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moshenko:3493944568"/>
          <p:cNvSpPr txBox="1"/>
          <p:nvPr/>
        </p:nvSpPr>
        <p:spPr>
          <a:xfrm>
            <a:off x="2426780" y="5012563"/>
            <a:ext cx="10121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−31,7992</a:t>
            </a:r>
          </a:p>
        </p:txBody>
      </p:sp>
      <p:sp>
        <p:nvSpPr>
          <p:cNvPr id="98" name="!!timoshenko:b88ec1bb86"/>
          <p:cNvSpPr/>
          <p:nvPr/>
        </p:nvSpPr>
        <p:spPr>
          <a:xfrm>
            <a:off x="3527806" y="4895088"/>
            <a:ext cx="1139444"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imoshenko:b88ec1bb86·2"/>
          <p:cNvSpPr/>
          <p:nvPr/>
        </p:nvSpPr>
        <p:spPr>
          <a:xfrm>
            <a:off x="3527806" y="5361813"/>
            <a:ext cx="11394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imoshenko:79a05a59b5"/>
          <p:cNvSpPr txBox="1"/>
          <p:nvPr/>
        </p:nvSpPr>
        <p:spPr>
          <a:xfrm>
            <a:off x="3565906" y="5012563"/>
            <a:ext cx="101244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−31,7852</a:t>
            </a:r>
          </a:p>
        </p:txBody>
      </p:sp>
      <p:sp>
        <p:nvSpPr>
          <p:cNvPr id="101" name="!!timoshenko:3faabbb26b"/>
          <p:cNvSpPr/>
          <p:nvPr/>
        </p:nvSpPr>
        <p:spPr>
          <a:xfrm>
            <a:off x="4667250" y="4895088"/>
            <a:ext cx="1333500"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imoshenko:3faabbb26b·2"/>
          <p:cNvSpPr/>
          <p:nvPr/>
        </p:nvSpPr>
        <p:spPr>
          <a:xfrm>
            <a:off x="4667250" y="5361813"/>
            <a:ext cx="1333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imoshenko:9fb5c9b0f3"/>
          <p:cNvSpPr txBox="1"/>
          <p:nvPr/>
        </p:nvSpPr>
        <p:spPr>
          <a:xfrm>
            <a:off x="4705350" y="4949063"/>
            <a:ext cx="1206500"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0,03 %</a:t>
            </a:r>
          </a:p>
        </p:txBody>
      </p:sp>
      <p:sp>
        <p:nvSpPr>
          <p:cNvPr id="104" name="!!timoshenko:bfb98561a9"/>
          <p:cNvSpPr/>
          <p:nvPr/>
        </p:nvSpPr>
        <p:spPr>
          <a:xfrm>
            <a:off x="4756150" y="5222113"/>
            <a:ext cx="11557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imoshenko:a453fe5b79"/>
          <p:cNvSpPr/>
          <p:nvPr/>
        </p:nvSpPr>
        <p:spPr>
          <a:xfrm>
            <a:off x="4759325" y="5225288"/>
            <a:ext cx="11493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imoshenko:f1d90d78a1"/>
          <p:cNvSpPr/>
          <p:nvPr/>
        </p:nvSpPr>
        <p:spPr>
          <a:xfrm>
            <a:off x="4756150" y="5222113"/>
            <a:ext cx="30988"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imoshenko:0cb3abe3d5"/>
          <p:cNvSpPr/>
          <p:nvPr/>
        </p:nvSpPr>
        <p:spPr>
          <a:xfrm>
            <a:off x="6000750" y="4895088"/>
            <a:ext cx="1333500" cy="4730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imoshenko:0cb3abe3d5·2"/>
          <p:cNvSpPr/>
          <p:nvPr/>
        </p:nvSpPr>
        <p:spPr>
          <a:xfrm>
            <a:off x="6000750" y="5361813"/>
            <a:ext cx="1333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imoshenko:79a54ea0e8"/>
          <p:cNvSpPr txBox="1"/>
          <p:nvPr/>
        </p:nvSpPr>
        <p:spPr>
          <a:xfrm>
            <a:off x="6038850" y="4949063"/>
            <a:ext cx="1206500"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0,07 %</a:t>
            </a:r>
          </a:p>
        </p:txBody>
      </p:sp>
      <p:sp>
        <p:nvSpPr>
          <p:cNvPr id="110" name="!!timoshenko:1a1b9d7190"/>
          <p:cNvSpPr/>
          <p:nvPr/>
        </p:nvSpPr>
        <p:spPr>
          <a:xfrm>
            <a:off x="6089650" y="5222113"/>
            <a:ext cx="11557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imoshenko:9e94bd3c7e"/>
          <p:cNvSpPr/>
          <p:nvPr/>
        </p:nvSpPr>
        <p:spPr>
          <a:xfrm>
            <a:off x="6092825" y="5225288"/>
            <a:ext cx="11493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imoshenko:99cac7caf4"/>
          <p:cNvSpPr/>
          <p:nvPr/>
        </p:nvSpPr>
        <p:spPr>
          <a:xfrm>
            <a:off x="6089650" y="5222113"/>
            <a:ext cx="81788"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imoshenko:0799853fab"/>
          <p:cNvSpPr/>
          <p:nvPr/>
        </p:nvSpPr>
        <p:spPr>
          <a:xfrm>
            <a:off x="574675" y="5502084"/>
            <a:ext cx="4068762" cy="372046"/>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imoshenko:e15e768133"/>
          <p:cNvSpPr txBox="1"/>
          <p:nvPr/>
        </p:nvSpPr>
        <p:spPr>
          <a:xfrm>
            <a:off x="711200" y="5594838"/>
            <a:ext cx="185864" cy="217043"/>
          </a:xfrm>
          <a:prstGeom prst="rect">
            <a:avLst/>
          </a:prstGeom>
          <a:noFill/>
        </p:spPr>
        <p:txBody>
          <a:bodyPr wrap="square" lIns="0" rIns="0" tIns="0" bIns="0" anchor="t"/>
          <a:lstStyle/>
          <a:p>
            <a:pPr algn="l">
              <a:lnSpc>
                <a:spcPts val="1709"/>
              </a:lnSpc>
              <a:spcBef>
                <a:spcPts val="0"/>
              </a:spcBef>
              <a:spcAft>
                <a:spcPts val="0"/>
              </a:spcAft>
            </a:pPr>
            <a:r>
              <a:rPr sz="1400" b="1" i="0" spc="14">
                <a:solidFill>
                  <a:srgbClr val="198754"/>
                </a:solidFill>
                <a:latin typeface="Calibri"/>
              </a:rPr>
              <a:t>✓</a:t>
            </a:r>
          </a:p>
        </p:txBody>
      </p:sp>
      <p:sp>
        <p:nvSpPr>
          <p:cNvPr id="115" name="!!timoshenko:b475257d00"/>
          <p:cNvSpPr txBox="1"/>
          <p:nvPr/>
        </p:nvSpPr>
        <p:spPr>
          <a:xfrm>
            <a:off x="922338" y="5570708"/>
            <a:ext cx="3656266" cy="217043"/>
          </a:xfrm>
          <a:prstGeom prst="rect">
            <a:avLst/>
          </a:prstGeom>
          <a:noFill/>
        </p:spPr>
        <p:txBody>
          <a:bodyPr wrap="square" lIns="0" rIns="0" tIns="0" bIns="0" anchor="t"/>
          <a:lstStyle/>
          <a:p>
            <a:pPr algn="l">
              <a:lnSpc>
                <a:spcPts val="1709"/>
              </a:lnSpc>
              <a:spcBef>
                <a:spcPts val="0"/>
              </a:spcBef>
              <a:spcAft>
                <a:spcPts val="0"/>
              </a:spcAft>
            </a:pPr>
            <a:r>
              <a:rPr sz="1400" b="1" i="0" spc="14">
                <a:solidFill>
                  <a:srgbClr val="198754"/>
                </a:solidFill>
                <a:latin typeface="Calibri"/>
              </a:rPr>
              <a:t>σ</a:t>
            </a:r>
            <a:r>
              <a:rPr sz="1400" b="1" i="0" spc="14" baseline="-25000">
                <a:solidFill>
                  <a:srgbClr val="198754"/>
                </a:solidFill>
                <a:latin typeface="Calibri"/>
              </a:rPr>
              <a:t>x</a:t>
            </a:r>
            <a:r>
              <a:rPr sz="1400" b="1" i="0" spc="14">
                <a:solidFill>
                  <a:srgbClr val="198754"/>
                </a:solidFill>
                <a:latin typeface="Calibri"/>
              </a:rPr>
              <a:t> &lt; 1 % frente a las dos referencias · se cumple</a:t>
            </a:r>
          </a:p>
        </p:txBody>
      </p:sp>
      <p:sp>
        <p:nvSpPr>
          <p:cNvPr id="116" name="!!timoshenko:a857ac917f"/>
          <p:cNvSpPr/>
          <p:nvPr/>
        </p:nvSpPr>
        <p:spPr>
          <a:xfrm>
            <a:off x="4818062" y="5643690"/>
            <a:ext cx="533400" cy="889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imoshenko:91d90c55f3"/>
          <p:cNvSpPr/>
          <p:nvPr/>
        </p:nvSpPr>
        <p:spPr>
          <a:xfrm>
            <a:off x="4821238" y="5646864"/>
            <a:ext cx="527050" cy="825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imoshenko:826b86f6f6"/>
          <p:cNvSpPr/>
          <p:nvPr/>
        </p:nvSpPr>
        <p:spPr>
          <a:xfrm>
            <a:off x="4818062" y="5643690"/>
            <a:ext cx="117284" cy="889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imoshenko:ec0ed25020"/>
          <p:cNvSpPr txBox="1"/>
          <p:nvPr/>
        </p:nvSpPr>
        <p:spPr>
          <a:xfrm>
            <a:off x="5427662" y="5483098"/>
            <a:ext cx="1957388" cy="381000"/>
          </a:xfrm>
          <a:prstGeom prst="rect">
            <a:avLst/>
          </a:prstGeom>
          <a:noFill/>
        </p:spPr>
        <p:txBody>
          <a:bodyPr wrap="square" lIns="0" rIns="0" tIns="0" bIns="0" anchor="t"/>
          <a:lstStyle/>
          <a:p>
            <a:pPr algn="l">
              <a:lnSpc>
                <a:spcPts val="1500"/>
              </a:lnSpc>
              <a:spcBef>
                <a:spcPts val="0"/>
              </a:spcBef>
              <a:spcAft>
                <a:spcPts val="0"/>
              </a:spcAft>
            </a:pPr>
            <a:r>
              <a:rPr sz="1200" b="0" i="0">
                <a:solidFill>
                  <a:srgbClr val="5B6575"/>
                </a:solidFill>
                <a:latin typeface="Calibri"/>
              </a:rPr>
              <a:t>barra entera: el umbral del 1</a:t>
            </a:r>
            <a:br/>
            <a:r>
              <a:rPr sz="1200" b="0" i="0">
                <a:solidFill>
                  <a:srgbClr val="5B6575"/>
                </a:solidFill>
                <a:latin typeface="Calibri"/>
              </a:rPr>
              <a:t>% · σ</a:t>
            </a:r>
            <a:r>
              <a:rPr sz="1200" b="0" i="0" baseline="-25000">
                <a:solidFill>
                  <a:srgbClr val="5B6575"/>
                </a:solidFill>
                <a:latin typeface="Calibri"/>
              </a:rPr>
              <a:t>x</a:t>
            </a:r>
            <a:r>
              <a:rPr sz="1200" b="0" i="0">
                <a:solidFill>
                  <a:srgbClr val="5B6575"/>
                </a:solidFill>
                <a:latin typeface="Calibri"/>
              </a:rPr>
              <a:t> en kgf/cm²</a:t>
            </a:r>
          </a:p>
        </p:txBody>
      </p:sp>
      <p:sp>
        <p:nvSpPr>
          <p:cNvPr id="120" name="!!timoshenko:c59cd0d89d"/>
          <p:cNvSpPr/>
          <p:nvPr/>
        </p:nvSpPr>
        <p:spPr>
          <a:xfrm>
            <a:off x="7616825" y="3495675"/>
            <a:ext cx="4006850" cy="1595056"/>
          </a:xfrm>
          <a:prstGeom prst="roundRect">
            <a:avLst>
              <a:gd name="adj" fmla="val 5374"/>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imoshenko:f8db31730e"/>
          <p:cNvSpPr txBox="1"/>
          <p:nvPr/>
        </p:nvSpPr>
        <p:spPr>
          <a:xfrm>
            <a:off x="7772400" y="3632683"/>
            <a:ext cx="1347788"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5B6575"/>
                </a:solidFill>
                <a:latin typeface="Calibri"/>
              </a:rPr>
              <a:t>Flecha central</a:t>
            </a:r>
          </a:p>
        </p:txBody>
      </p:sp>
      <p:sp>
        <p:nvSpPr>
          <p:cNvPr id="122" name="!!timoshenko:c0538f6df4"/>
          <p:cNvSpPr/>
          <p:nvPr/>
        </p:nvSpPr>
        <p:spPr>
          <a:xfrm>
            <a:off x="10763948" y="3581400"/>
            <a:ext cx="697802" cy="266700"/>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imoshenko:a9f54dfc41"/>
          <p:cNvSpPr txBox="1"/>
          <p:nvPr/>
        </p:nvSpPr>
        <p:spPr>
          <a:xfrm>
            <a:off x="11025696" y="3626599"/>
            <a:ext cx="391604"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&lt; 3 %</a:t>
            </a:r>
          </a:p>
        </p:txBody>
      </p:sp>
      <p:sp>
        <p:nvSpPr>
          <p:cNvPr id="124" name="!!timoshenko:1beea0bd9b"/>
          <p:cNvSpPr txBox="1"/>
          <p:nvPr/>
        </p:nvSpPr>
        <p:spPr>
          <a:xfrm>
            <a:off x="10859198" y="3636124"/>
            <a:ext cx="166497"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a:t>
            </a:r>
          </a:p>
        </p:txBody>
      </p:sp>
      <p:sp>
        <p:nvSpPr>
          <p:cNvPr id="125" name="!!timoshenko:061c48cd50"/>
          <p:cNvSpPr txBox="1"/>
          <p:nvPr/>
        </p:nvSpPr>
        <p:spPr>
          <a:xfrm>
            <a:off x="7772400" y="3951999"/>
            <a:ext cx="3041586"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Frente a la analítica,</a:t>
            </a:r>
            <a:r>
              <a:rPr sz="1300" b="1" i="0">
                <a:solidFill>
                  <a:srgbClr val="1F2937"/>
                </a:solidFill>
                <a:latin typeface="Calibri"/>
              </a:rPr>
              <a:t> con cortante</a:t>
            </a:r>
          </a:p>
        </p:txBody>
      </p:sp>
      <p:sp>
        <p:nvSpPr>
          <p:cNvPr id="126" name="!!timoshenko:f066ee55f1"/>
          <p:cNvSpPr txBox="1"/>
          <p:nvPr/>
        </p:nvSpPr>
        <p:spPr>
          <a:xfrm>
            <a:off x="10843196" y="3914115"/>
            <a:ext cx="675704" cy="251460"/>
          </a:xfrm>
          <a:prstGeom prst="rect">
            <a:avLst/>
          </a:prstGeom>
          <a:noFill/>
        </p:spPr>
        <p:txBody>
          <a:bodyPr wrap="square" lIns="0" rIns="0" tIns="0" bIns="0" anchor="t"/>
          <a:lstStyle/>
          <a:p>
            <a:pPr algn="l">
              <a:lnSpc>
                <a:spcPts val="1980"/>
              </a:lnSpc>
              <a:spcBef>
                <a:spcPts val="0"/>
              </a:spcBef>
              <a:spcAft>
                <a:spcPts val="0"/>
              </a:spcAft>
            </a:pPr>
            <a:r>
              <a:rPr sz="1800" b="1" i="0">
                <a:solidFill>
                  <a:srgbClr val="198754"/>
                </a:solidFill>
                <a:latin typeface="Calibri"/>
              </a:rPr>
              <a:t>0,26 %</a:t>
            </a:r>
          </a:p>
        </p:txBody>
      </p:sp>
      <p:sp>
        <p:nvSpPr>
          <p:cNvPr id="127" name="!!timoshenko:4b3ba6735d"/>
          <p:cNvSpPr/>
          <p:nvPr/>
        </p:nvSpPr>
        <p:spPr>
          <a:xfrm>
            <a:off x="7772400" y="4194746"/>
            <a:ext cx="3695700" cy="1143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imoshenko:2c332903de"/>
          <p:cNvSpPr/>
          <p:nvPr/>
        </p:nvSpPr>
        <p:spPr>
          <a:xfrm>
            <a:off x="7775575" y="4197922"/>
            <a:ext cx="3689350" cy="1079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imoshenko:c00ee57adc"/>
          <p:cNvSpPr/>
          <p:nvPr/>
        </p:nvSpPr>
        <p:spPr>
          <a:xfrm>
            <a:off x="7772400" y="4194746"/>
            <a:ext cx="324358" cy="1143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imoshenko:eb649a0ecb"/>
          <p:cNvSpPr txBox="1"/>
          <p:nvPr/>
        </p:nvSpPr>
        <p:spPr>
          <a:xfrm>
            <a:off x="7772400" y="4406595"/>
            <a:ext cx="3041586" cy="198120"/>
          </a:xfrm>
          <a:prstGeom prst="rect">
            <a:avLst/>
          </a:prstGeom>
          <a:noFill/>
        </p:spPr>
        <p:txBody>
          <a:bodyPr wrap="square" lIns="0" rIns="0" tIns="0" bIns="0" anchor="t"/>
          <a:lstStyle/>
          <a:p>
            <a:pPr algn="l">
              <a:lnSpc>
                <a:spcPts val="1560"/>
              </a:lnSpc>
              <a:spcBef>
                <a:spcPts val="0"/>
              </a:spcBef>
              <a:spcAft>
                <a:spcPts val="0"/>
              </a:spcAft>
            </a:pPr>
            <a:r>
              <a:rPr sz="1300" b="0" i="0">
                <a:solidFill>
                  <a:srgbClr val="3F4A5A"/>
                </a:solidFill>
                <a:latin typeface="Calibri"/>
              </a:rPr>
              <a:t>Si se desprecia el cortante (Euler-Bernoulli)</a:t>
            </a:r>
          </a:p>
        </p:txBody>
      </p:sp>
      <p:sp>
        <p:nvSpPr>
          <p:cNvPr id="131" name="!!timoshenko:a0b293c5e6"/>
          <p:cNvSpPr txBox="1"/>
          <p:nvPr/>
        </p:nvSpPr>
        <p:spPr>
          <a:xfrm>
            <a:off x="10843196" y="4368711"/>
            <a:ext cx="675704" cy="251460"/>
          </a:xfrm>
          <a:prstGeom prst="rect">
            <a:avLst/>
          </a:prstGeom>
          <a:noFill/>
        </p:spPr>
        <p:txBody>
          <a:bodyPr wrap="square" lIns="0" rIns="0" tIns="0" bIns="0" anchor="t"/>
          <a:lstStyle/>
          <a:p>
            <a:pPr algn="l">
              <a:lnSpc>
                <a:spcPts val="1980"/>
              </a:lnSpc>
              <a:spcBef>
                <a:spcPts val="0"/>
              </a:spcBef>
              <a:spcAft>
                <a:spcPts val="0"/>
              </a:spcAft>
            </a:pPr>
            <a:r>
              <a:rPr sz="1800" b="1" i="0">
                <a:solidFill>
                  <a:srgbClr val="3F4A5A"/>
                </a:solidFill>
                <a:latin typeface="Calibri"/>
              </a:rPr>
              <a:t>1,85 %</a:t>
            </a:r>
          </a:p>
        </p:txBody>
      </p:sp>
      <p:sp>
        <p:nvSpPr>
          <p:cNvPr id="132" name="!!timoshenko:5a8e6879da"/>
          <p:cNvSpPr/>
          <p:nvPr/>
        </p:nvSpPr>
        <p:spPr>
          <a:xfrm>
            <a:off x="7772400" y="4649406"/>
            <a:ext cx="3695700" cy="114300"/>
          </a:xfrm>
          <a:prstGeom prst="roundRect">
            <a:avLst>
              <a:gd name="adj" fmla="val 500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imoshenko:1dfe3bf3f7"/>
          <p:cNvSpPr/>
          <p:nvPr/>
        </p:nvSpPr>
        <p:spPr>
          <a:xfrm>
            <a:off x="7775575" y="4652582"/>
            <a:ext cx="3689350" cy="107950"/>
          </a:xfrm>
          <a:prstGeom prst="roundRect">
            <a:avLst>
              <a:gd name="adj" fmla="val 50000"/>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imoshenko:df24e05871"/>
          <p:cNvSpPr/>
          <p:nvPr/>
        </p:nvSpPr>
        <p:spPr>
          <a:xfrm>
            <a:off x="7772400" y="4649406"/>
            <a:ext cx="2278952" cy="114300"/>
          </a:xfrm>
          <a:prstGeom prst="roundRect">
            <a:avLst>
              <a:gd name="adj" fmla="val 50000"/>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imoshenko:4b09d86218"/>
          <p:cNvSpPr txBox="1"/>
          <p:nvPr/>
        </p:nvSpPr>
        <p:spPr>
          <a:xfrm>
            <a:off x="7772400" y="4819419"/>
            <a:ext cx="3769614" cy="170561"/>
          </a:xfrm>
          <a:prstGeom prst="rect">
            <a:avLst/>
          </a:prstGeom>
          <a:noFill/>
        </p:spPr>
        <p:txBody>
          <a:bodyPr wrap="square" lIns="0" rIns="0" tIns="0" bIns="0" anchor="t"/>
          <a:lstStyle/>
          <a:p>
            <a:pPr algn="l">
              <a:lnSpc>
                <a:spcPts val="1343"/>
              </a:lnSpc>
              <a:spcBef>
                <a:spcPts val="0"/>
              </a:spcBef>
              <a:spcAft>
                <a:spcPts val="0"/>
              </a:spcAft>
            </a:pPr>
            <a:r>
              <a:rPr sz="1100" b="0" i="0">
                <a:solidFill>
                  <a:srgbClr val="5B6575"/>
                </a:solidFill>
                <a:latin typeface="Calibri"/>
              </a:rPr>
              <a:t>Barra entera: el umbral del 3 %</a:t>
            </a:r>
          </a:p>
        </p:txBody>
      </p:sp>
      <p:sp>
        <p:nvSpPr>
          <p:cNvPr id="136" name="!!timoshenko:3695e3233a"/>
          <p:cNvSpPr/>
          <p:nvPr/>
        </p:nvSpPr>
        <p:spPr>
          <a:xfrm>
            <a:off x="7616825" y="5185982"/>
            <a:ext cx="4006850" cy="1062863"/>
          </a:xfrm>
          <a:prstGeom prst="roundRect">
            <a:avLst>
              <a:gd name="adj" fmla="val 806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imoshenko:b561aabc06"/>
          <p:cNvSpPr txBox="1"/>
          <p:nvPr/>
        </p:nvSpPr>
        <p:spPr>
          <a:xfrm>
            <a:off x="7772400" y="5322989"/>
            <a:ext cx="2515680"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5B6575"/>
                </a:solidFill>
                <a:latin typeface="Calibri"/>
              </a:rPr>
              <a:t>Equilibrio de las reacciones</a:t>
            </a:r>
          </a:p>
        </p:txBody>
      </p:sp>
      <p:sp>
        <p:nvSpPr>
          <p:cNvPr id="138" name="!!timoshenko:b10c7d0542"/>
          <p:cNvSpPr/>
          <p:nvPr/>
        </p:nvSpPr>
        <p:spPr>
          <a:xfrm>
            <a:off x="10721404" y="5271706"/>
            <a:ext cx="740346" cy="266700"/>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imoshenko:a68ad59b07"/>
          <p:cNvSpPr txBox="1"/>
          <p:nvPr/>
        </p:nvSpPr>
        <p:spPr>
          <a:xfrm>
            <a:off x="10983150" y="5316906"/>
            <a:ext cx="434213"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&lt; 10⁻⁸</a:t>
            </a:r>
          </a:p>
        </p:txBody>
      </p:sp>
      <p:sp>
        <p:nvSpPr>
          <p:cNvPr id="140" name="!!timoshenko:58f1ee3b68"/>
          <p:cNvSpPr txBox="1"/>
          <p:nvPr/>
        </p:nvSpPr>
        <p:spPr>
          <a:xfrm>
            <a:off x="10816654" y="5326431"/>
            <a:ext cx="166497"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a:t>
            </a:r>
          </a:p>
        </p:txBody>
      </p:sp>
      <p:sp>
        <p:nvSpPr>
          <p:cNvPr id="141" name="!!timoshenko:b59fb2ee5b"/>
          <p:cNvSpPr txBox="1"/>
          <p:nvPr/>
        </p:nvSpPr>
        <p:spPr>
          <a:xfrm>
            <a:off x="7772400" y="5564273"/>
            <a:ext cx="3769614" cy="240284"/>
          </a:xfrm>
          <a:prstGeom prst="rect">
            <a:avLst/>
          </a:prstGeom>
          <a:noFill/>
        </p:spPr>
        <p:txBody>
          <a:bodyPr wrap="square" lIns="0" rIns="0" tIns="0" bIns="0" anchor="t"/>
          <a:lstStyle/>
          <a:p>
            <a:pPr algn="l">
              <a:lnSpc>
                <a:spcPts val="1892"/>
              </a:lnSpc>
              <a:spcBef>
                <a:spcPts val="0"/>
              </a:spcBef>
              <a:spcAft>
                <a:spcPts val="0"/>
              </a:spcAft>
            </a:pPr>
            <a:r>
              <a:rPr sz="1550" b="1" i="0">
                <a:solidFill>
                  <a:srgbClr val="1B2A4A"/>
                </a:solidFill>
                <a:latin typeface="Calibri"/>
              </a:rPr>
              <a:t>ΣR</a:t>
            </a:r>
            <a:r>
              <a:rPr sz="1550" b="1" i="0" baseline="-25000">
                <a:solidFill>
                  <a:srgbClr val="1B2A4A"/>
                </a:solidFill>
                <a:latin typeface="Calibri"/>
              </a:rPr>
              <a:t>y</a:t>
            </a:r>
            <a:r>
              <a:rPr sz="1550" b="1" i="0">
                <a:solidFill>
                  <a:srgbClr val="1B2A4A"/>
                </a:solidFill>
                <a:latin typeface="Calibri"/>
              </a:rPr>
              <a:t> = qL = 70 000 kgf</a:t>
            </a:r>
          </a:p>
        </p:txBody>
      </p:sp>
      <p:sp>
        <p:nvSpPr>
          <p:cNvPr id="142" name="!!timoshenko:0adb225286"/>
          <p:cNvSpPr txBox="1"/>
          <p:nvPr/>
        </p:nvSpPr>
        <p:spPr>
          <a:xfrm>
            <a:off x="7772400" y="5928862"/>
            <a:ext cx="1142810" cy="205740"/>
          </a:xfrm>
          <a:prstGeom prst="rect">
            <a:avLst/>
          </a:prstGeom>
          <a:noFill/>
        </p:spPr>
        <p:txBody>
          <a:bodyPr wrap="square" lIns="0" rIns="0" tIns="0" bIns="0" anchor="t"/>
          <a:lstStyle/>
          <a:p>
            <a:pPr algn="l">
              <a:lnSpc>
                <a:spcPts val="1620"/>
              </a:lnSpc>
              <a:spcBef>
                <a:spcPts val="0"/>
              </a:spcBef>
              <a:spcAft>
                <a:spcPts val="0"/>
              </a:spcAft>
            </a:pPr>
            <a:r>
              <a:rPr sz="1350" b="0" i="0">
                <a:solidFill>
                  <a:srgbClr val="3F4A5A"/>
                </a:solidFill>
                <a:latin typeface="Calibri"/>
              </a:rPr>
              <a:t>residuo relativo</a:t>
            </a:r>
          </a:p>
        </p:txBody>
      </p:sp>
      <p:sp>
        <p:nvSpPr>
          <p:cNvPr id="143" name="!!timoshenko:cdb07993ec"/>
          <p:cNvSpPr txBox="1"/>
          <p:nvPr/>
        </p:nvSpPr>
        <p:spPr>
          <a:xfrm>
            <a:off x="8966010" y="5863222"/>
            <a:ext cx="1164463" cy="293370"/>
          </a:xfrm>
          <a:prstGeom prst="rect">
            <a:avLst/>
          </a:prstGeom>
          <a:noFill/>
        </p:spPr>
        <p:txBody>
          <a:bodyPr wrap="square" lIns="0" rIns="0" tIns="0" bIns="0" anchor="t"/>
          <a:lstStyle/>
          <a:p>
            <a:pPr algn="l">
              <a:lnSpc>
                <a:spcPts val="2310"/>
              </a:lnSpc>
              <a:spcBef>
                <a:spcPts val="0"/>
              </a:spcBef>
              <a:spcAft>
                <a:spcPts val="0"/>
              </a:spcAft>
            </a:pPr>
            <a:r>
              <a:rPr sz="2100" b="1" i="0">
                <a:solidFill>
                  <a:srgbClr val="198754"/>
                </a:solidFill>
                <a:latin typeface="Calibri"/>
              </a:rPr>
              <a:t>1,7 × 10⁻¹³</a:t>
            </a:r>
          </a:p>
        </p:txBody>
      </p:sp>
      <p:sp>
        <p:nvSpPr>
          <p:cNvPr id="144" name="!!timoshenko:e520fe9b76"/>
          <p:cNvSpPr txBox="1"/>
          <p:nvPr/>
        </p:nvSpPr>
        <p:spPr>
          <a:xfrm>
            <a:off x="565150" y="3509048"/>
            <a:ext cx="6093460" cy="289560"/>
          </a:xfrm>
          <a:prstGeom prst="rect">
            <a:avLst/>
          </a:prstGeom>
          <a:noFill/>
        </p:spPr>
        <p:txBody>
          <a:bodyPr wrap="square" lIns="0" rIns="0" tIns="0" bIns="0" anchor="t"/>
          <a:lstStyle/>
          <a:p>
            <a:pPr algn="l">
              <a:lnSpc>
                <a:spcPts val="2280"/>
              </a:lnSpc>
              <a:spcBef>
                <a:spcPts val="0"/>
              </a:spcBef>
              <a:spcAft>
                <a:spcPts val="0"/>
              </a:spcAft>
            </a:pPr>
            <a:r>
              <a:rPr sz="1900" b="1" i="0">
                <a:solidFill>
                  <a:srgbClr val="3F4A5A"/>
                </a:solidFill>
                <a:latin typeface="Calibri"/>
              </a:rPr>
              <a:t>Validar:</a:t>
            </a:r>
            <a:r>
              <a:rPr sz="1900" b="1" i="0">
                <a:solidFill>
                  <a:srgbClr val="1B2A4A"/>
                </a:solidFill>
                <a:latin typeface="Calibri"/>
              </a:rPr>
              <a:t> ¿coinciden los resultados con referencias externas?</a:t>
            </a:r>
          </a:p>
        </p:txBody>
      </p:sp>
      <p:sp>
        <p:nvSpPr>
          <p:cNvPr id="145" name="!!timoshenko:b9aeadf267"/>
          <p:cNvSpPr/>
          <p:nvPr/>
        </p:nvSpPr>
        <p:spPr>
          <a:xfrm>
            <a:off x="568325" y="3978275"/>
            <a:ext cx="3579241" cy="1581150"/>
          </a:xfrm>
          <a:prstGeom prst="roundRect">
            <a:avLst>
              <a:gd name="adj" fmla="val 461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imoshenko:1c71bed82b"/>
          <p:cNvSpPr txBox="1"/>
          <p:nvPr/>
        </p:nvSpPr>
        <p:spPr>
          <a:xfrm>
            <a:off x="749300" y="4139413"/>
            <a:ext cx="3281616"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5B6575"/>
                </a:solidFill>
                <a:latin typeface="Calibri"/>
              </a:rPr>
              <a:t>El caso</a:t>
            </a:r>
          </a:p>
        </p:txBody>
      </p:sp>
      <p:sp>
        <p:nvSpPr>
          <p:cNvPr id="147" name="!!timoshenko:485e0023b0"/>
          <p:cNvSpPr txBox="1"/>
          <p:nvPr/>
        </p:nvSpPr>
        <p:spPr>
          <a:xfrm>
            <a:off x="749300" y="4398348"/>
            <a:ext cx="3281616" cy="512064"/>
          </a:xfrm>
          <a:prstGeom prst="rect">
            <a:avLst/>
          </a:prstGeom>
          <a:noFill/>
        </p:spPr>
        <p:txBody>
          <a:bodyPr wrap="square" lIns="0" rIns="0" tIns="0" bIns="0" anchor="t"/>
          <a:lstStyle/>
          <a:p>
            <a:pPr algn="l">
              <a:lnSpc>
                <a:spcPts val="2016"/>
              </a:lnSpc>
              <a:spcBef>
                <a:spcPts val="0"/>
              </a:spcBef>
              <a:spcAft>
                <a:spcPts val="0"/>
              </a:spcAft>
            </a:pPr>
            <a:r>
              <a:rPr sz="1600" b="1" i="0">
                <a:solidFill>
                  <a:srgbClr val="1B2A4A"/>
                </a:solidFill>
                <a:latin typeface="Calibri"/>
              </a:rPr>
              <a:t>Viga de hormigón simplemente</a:t>
            </a:r>
            <a:br/>
            <a:r>
              <a:rPr sz="1600" b="1" i="0">
                <a:solidFill>
                  <a:srgbClr val="1B2A4A"/>
                </a:solidFill>
                <a:latin typeface="Calibri"/>
              </a:rPr>
              <a:t>apoyada</a:t>
            </a:r>
          </a:p>
        </p:txBody>
      </p:sp>
      <p:sp>
        <p:nvSpPr>
          <p:cNvPr id="148" name="!!timoshenko:758eb7ab38"/>
          <p:cNvSpPr txBox="1"/>
          <p:nvPr/>
        </p:nvSpPr>
        <p:spPr>
          <a:xfrm>
            <a:off x="749300" y="4989276"/>
            <a:ext cx="3281616" cy="224028"/>
          </a:xfrm>
          <a:prstGeom prst="rect">
            <a:avLst/>
          </a:prstGeom>
          <a:noFill/>
        </p:spPr>
        <p:txBody>
          <a:bodyPr wrap="square" lIns="0" rIns="0" tIns="0" bIns="0" anchor="t"/>
          <a:lstStyle/>
          <a:p>
            <a:pPr algn="l">
              <a:lnSpc>
                <a:spcPts val="1764"/>
              </a:lnSpc>
              <a:spcBef>
                <a:spcPts val="0"/>
              </a:spcBef>
              <a:spcAft>
                <a:spcPts val="0"/>
              </a:spcAft>
            </a:pPr>
            <a:r>
              <a:rPr sz="1400" b="0" i="0">
                <a:solidFill>
                  <a:srgbClr val="3F4A5A"/>
                </a:solidFill>
                <a:latin typeface="Calibri"/>
              </a:rPr>
              <a:t>b = 0,40 m · E = 217 370 kgf/cm² · ν = 0,20</a:t>
            </a:r>
          </a:p>
        </p:txBody>
      </p:sp>
      <p:sp>
        <p:nvSpPr>
          <p:cNvPr id="149" name="!!timoshenko:3d0ee52148"/>
          <p:cNvSpPr/>
          <p:nvPr/>
        </p:nvSpPr>
        <p:spPr>
          <a:xfrm>
            <a:off x="4306316" y="3978275"/>
            <a:ext cx="3579241" cy="1581150"/>
          </a:xfrm>
          <a:prstGeom prst="roundRect">
            <a:avLst>
              <a:gd name="adj" fmla="val 461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imoshenko:cd5ec2ecaa"/>
          <p:cNvSpPr txBox="1"/>
          <p:nvPr/>
        </p:nvSpPr>
        <p:spPr>
          <a:xfrm>
            <a:off x="4487291" y="4139413"/>
            <a:ext cx="3281616"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1F77B4"/>
                </a:solidFill>
                <a:latin typeface="Calibri"/>
              </a:rPr>
              <a:t>Referencia 1</a:t>
            </a:r>
          </a:p>
        </p:txBody>
      </p:sp>
      <p:sp>
        <p:nvSpPr>
          <p:cNvPr id="151" name="!!timoshenko:c99b96a9a8"/>
          <p:cNvSpPr txBox="1"/>
          <p:nvPr/>
        </p:nvSpPr>
        <p:spPr>
          <a:xfrm>
            <a:off x="4487291" y="4398348"/>
            <a:ext cx="3281616" cy="512064"/>
          </a:xfrm>
          <a:prstGeom prst="rect">
            <a:avLst/>
          </a:prstGeom>
          <a:noFill/>
        </p:spPr>
        <p:txBody>
          <a:bodyPr wrap="square" lIns="0" rIns="0" tIns="0" bIns="0" anchor="t"/>
          <a:lstStyle/>
          <a:p>
            <a:pPr algn="l">
              <a:lnSpc>
                <a:spcPts val="2016"/>
              </a:lnSpc>
              <a:spcBef>
                <a:spcPts val="0"/>
              </a:spcBef>
              <a:spcAft>
                <a:spcPts val="0"/>
              </a:spcAft>
            </a:pPr>
            <a:r>
              <a:rPr sz="1600" b="1" i="0">
                <a:solidFill>
                  <a:srgbClr val="1B2A4A"/>
                </a:solidFill>
                <a:latin typeface="Calibri"/>
              </a:rPr>
              <a:t>Solución analítica</a:t>
            </a:r>
            <a:r>
              <a:rPr sz="1600" b="0" i="0">
                <a:solidFill>
                  <a:srgbClr val="1F2937"/>
                </a:solidFill>
                <a:latin typeface="Calibri"/>
              </a:rPr>
              <a:t>, de la teoría de la</a:t>
            </a:r>
            <a:br/>
            <a:r>
              <a:rPr sz="1600" b="0" i="0">
                <a:solidFill>
                  <a:srgbClr val="1F2937"/>
                </a:solidFill>
                <a:latin typeface="Calibri"/>
              </a:rPr>
              <a:t>elasticidad</a:t>
            </a:r>
          </a:p>
        </p:txBody>
      </p:sp>
      <p:sp>
        <p:nvSpPr>
          <p:cNvPr id="152" name="!!timoshenko:b1de337b86"/>
          <p:cNvSpPr txBox="1"/>
          <p:nvPr/>
        </p:nvSpPr>
        <p:spPr>
          <a:xfrm>
            <a:off x="4487291" y="4989276"/>
            <a:ext cx="3281616" cy="224028"/>
          </a:xfrm>
          <a:prstGeom prst="rect">
            <a:avLst/>
          </a:prstGeom>
          <a:noFill/>
        </p:spPr>
        <p:txBody>
          <a:bodyPr wrap="square" lIns="0" rIns="0" tIns="0" bIns="0" anchor="t"/>
          <a:lstStyle/>
          <a:p>
            <a:pPr algn="l">
              <a:lnSpc>
                <a:spcPts val="1764"/>
              </a:lnSpc>
              <a:spcBef>
                <a:spcPts val="0"/>
              </a:spcBef>
              <a:spcAft>
                <a:spcPts val="0"/>
              </a:spcAft>
            </a:pPr>
            <a:r>
              <a:rPr sz="1400" b="0" i="0">
                <a:solidFill>
                  <a:srgbClr val="3F4A5A"/>
                </a:solidFill>
                <a:latin typeface="Calibri"/>
              </a:rPr>
              <a:t>Timoshenko y Goodier [14]</a:t>
            </a:r>
          </a:p>
        </p:txBody>
      </p:sp>
      <p:sp>
        <p:nvSpPr>
          <p:cNvPr id="153" name="!!timoshenko:0903c11d92"/>
          <p:cNvSpPr/>
          <p:nvPr/>
        </p:nvSpPr>
        <p:spPr>
          <a:xfrm>
            <a:off x="8044370" y="3978275"/>
            <a:ext cx="3579241" cy="1581150"/>
          </a:xfrm>
          <a:prstGeom prst="roundRect">
            <a:avLst>
              <a:gd name="adj" fmla="val 461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imoshenko:50d1802021"/>
          <p:cNvSpPr txBox="1"/>
          <p:nvPr/>
        </p:nvSpPr>
        <p:spPr>
          <a:xfrm>
            <a:off x="8225346" y="4139413"/>
            <a:ext cx="3281616"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1F77B4"/>
                </a:solidFill>
                <a:latin typeface="Calibri"/>
              </a:rPr>
              <a:t>Referencia 2</a:t>
            </a:r>
          </a:p>
        </p:txBody>
      </p:sp>
      <p:sp>
        <p:nvSpPr>
          <p:cNvPr id="155" name="!!timoshenko:7c93bf27fc"/>
          <p:cNvSpPr txBox="1"/>
          <p:nvPr/>
        </p:nvSpPr>
        <p:spPr>
          <a:xfrm>
            <a:off x="8225346" y="4398348"/>
            <a:ext cx="3281616" cy="512064"/>
          </a:xfrm>
          <a:prstGeom prst="rect">
            <a:avLst/>
          </a:prstGeom>
          <a:noFill/>
        </p:spPr>
        <p:txBody>
          <a:bodyPr wrap="square" lIns="0" rIns="0" tIns="0" bIns="0" anchor="t"/>
          <a:lstStyle/>
          <a:p>
            <a:pPr algn="l">
              <a:lnSpc>
                <a:spcPts val="2016"/>
              </a:lnSpc>
              <a:spcBef>
                <a:spcPts val="0"/>
              </a:spcBef>
              <a:spcAft>
                <a:spcPts val="0"/>
              </a:spcAft>
            </a:pPr>
            <a:r>
              <a:rPr sz="1600" b="1" i="0">
                <a:solidFill>
                  <a:srgbClr val="1B2A4A"/>
                </a:solidFill>
                <a:latin typeface="Calibri"/>
              </a:rPr>
              <a:t>SAP2000</a:t>
            </a:r>
            <a:r>
              <a:rPr sz="1600" b="0" i="0">
                <a:solidFill>
                  <a:srgbClr val="1F2937"/>
                </a:solidFill>
                <a:latin typeface="Calibri"/>
              </a:rPr>
              <a:t> [18], con elementos de</a:t>
            </a:r>
            <a:br/>
            <a:r>
              <a:rPr sz="1600" b="0" i="0">
                <a:solidFill>
                  <a:srgbClr val="1F2937"/>
                </a:solidFill>
                <a:latin typeface="Calibri"/>
              </a:rPr>
              <a:t>cáscara</a:t>
            </a:r>
          </a:p>
        </p:txBody>
      </p:sp>
      <p:sp>
        <p:nvSpPr>
          <p:cNvPr id="156" name="!!timoshenko:6e9215fb10"/>
          <p:cNvSpPr txBox="1"/>
          <p:nvPr/>
        </p:nvSpPr>
        <p:spPr>
          <a:xfrm>
            <a:off x="8225346" y="4989276"/>
            <a:ext cx="3281616" cy="224028"/>
          </a:xfrm>
          <a:prstGeom prst="rect">
            <a:avLst/>
          </a:prstGeom>
          <a:noFill/>
        </p:spPr>
        <p:txBody>
          <a:bodyPr wrap="square" lIns="0" rIns="0" tIns="0" bIns="0" anchor="t"/>
          <a:lstStyle/>
          <a:p>
            <a:pPr algn="l">
              <a:lnSpc>
                <a:spcPts val="1764"/>
              </a:lnSpc>
              <a:spcBef>
                <a:spcPts val="0"/>
              </a:spcBef>
              <a:spcAft>
                <a:spcPts val="0"/>
              </a:spcAft>
            </a:pPr>
            <a:r>
              <a:rPr sz="1400" b="0" i="0">
                <a:solidFill>
                  <a:srgbClr val="3F4A5A"/>
                </a:solidFill>
                <a:latin typeface="Calibri"/>
              </a:rPr>
              <a:t>patrón de comparación, no de exactitud</a:t>
            </a:r>
          </a:p>
        </p:txBody>
      </p:sp>
      <p:sp>
        <p:nvSpPr>
          <p:cNvPr id="157"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ie-izq"/>
          <p:cNvSpPr txBox="1"/>
          <p:nvPr/>
        </p:nvSpPr>
        <p:spPr>
          <a:xfrm>
            <a:off x="565150" y="6535420"/>
            <a:ext cx="4607560"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60" name="!!pie-cen"/>
          <p:cNvSpPr txBox="1"/>
          <p:nvPr/>
        </p:nvSpPr>
        <p:spPr>
          <a:xfrm>
            <a:off x="5057013" y="6535420"/>
            <a:ext cx="207791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3.4 · Tablas 3.2 y 3.3 · Figura 3.3</a:t>
            </a:r>
          </a:p>
        </p:txBody>
      </p:sp>
      <p:sp>
        <p:nvSpPr>
          <p:cNvPr id="161" name="!!pie-der"/>
          <p:cNvSpPr txBox="1"/>
          <p:nvPr/>
        </p:nvSpPr>
        <p:spPr>
          <a:xfrm>
            <a:off x="7019163" y="6535420"/>
            <a:ext cx="460768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21</a:t>
            </a:r>
          </a:p>
        </p:txBody>
      </p:sp>
      <p:sp>
        <p:nvSpPr>
          <p:cNvPr id="162" name="!!timoshenko:31b8312914">
            <a:hlinkClick action="ppaction://hlinksldjump" r:id="rId4"/>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imoshenko:01b7d89d9e">
            <a:hlinkClick action="ppaction://hlinksldjump" r:id="rId5"/>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imoshenko:c7d17a55c0">
            <a:hlinkClick action="ppaction://hlinksldjump" r:id="rId6"/>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imoshenko:b8453b05cd">
            <a:hlinkClick action="ppaction://hlinksldjump" r:id="rId7"/>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imoshenko:36e88799ae">
            <a:hlinkClick action="ppaction://hlinksldjump" r:id="rId8"/>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650"/>
                                        <p:tgtEl>
                                          <p:spTgt spid="144"/>
                                        </p:tgtEl>
                                      </p:cBhvr>
                                    </p:animEffect>
                                    <p:anim calcmode="lin" valueType="num">
                                      <p:cBhvr>
                                        <p:cTn id="8" dur="650" fill="hold"/>
                                        <p:tgtEl>
                                          <p:spTgt spid="144"/>
                                        </p:tgtEl>
                                        <p:attrNameLst>
                                          <p:attrName>ppt_x</p:attrName>
                                        </p:attrNameLst>
                                      </p:cBhvr>
                                      <p:tavLst>
                                        <p:tav tm="0">
                                          <p:val>
                                            <p:strVal val="#ppt_x"/>
                                          </p:val>
                                        </p:tav>
                                        <p:tav tm="100000">
                                          <p:val>
                                            <p:strVal val="#ppt_x"/>
                                          </p:val>
                                        </p:tav>
                                      </p:tavLst>
                                    </p:anim>
                                    <p:anim calcmode="lin" valueType="num">
                                      <p:cBhvr>
                                        <p:cTn id="9" dur="650" fill="hold"/>
                                        <p:tgtEl>
                                          <p:spTgt spid="14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370"/>
                                  </p:stCondLst>
                                  <p:childTnLst>
                                    <p:set>
                                      <p:cBhvr>
                                        <p:cTn id="11" dur="1" fill="hold">
                                          <p:stCondLst>
                                            <p:cond delay="0"/>
                                          </p:stCondLst>
                                        </p:cTn>
                                        <p:tgtEl>
                                          <p:spTgt spid="145"/>
                                        </p:tgtEl>
                                        <p:attrNameLst>
                                          <p:attrName>style.visibility</p:attrName>
                                        </p:attrNameLst>
                                      </p:cBhvr>
                                      <p:to>
                                        <p:strVal val="visible"/>
                                      </p:to>
                                    </p:set>
                                    <p:animEffect transition="in" filter="fade">
                                      <p:cBhvr>
                                        <p:cTn id="12" dur="650"/>
                                        <p:tgtEl>
                                          <p:spTgt spid="145"/>
                                        </p:tgtEl>
                                      </p:cBhvr>
                                    </p:animEffect>
                                    <p:anim calcmode="lin" valueType="num">
                                      <p:cBhvr>
                                        <p:cTn id="13" dur="650" fill="hold"/>
                                        <p:tgtEl>
                                          <p:spTgt spid="145"/>
                                        </p:tgtEl>
                                        <p:attrNameLst>
                                          <p:attrName>ppt_x</p:attrName>
                                        </p:attrNameLst>
                                      </p:cBhvr>
                                      <p:tavLst>
                                        <p:tav tm="0">
                                          <p:val>
                                            <p:strVal val="#ppt_x"/>
                                          </p:val>
                                        </p:tav>
                                        <p:tav tm="100000">
                                          <p:val>
                                            <p:strVal val="#ppt_x"/>
                                          </p:val>
                                        </p:tav>
                                      </p:tavLst>
                                    </p:anim>
                                    <p:anim calcmode="lin" valueType="num">
                                      <p:cBhvr>
                                        <p:cTn id="14" dur="650" fill="hold"/>
                                        <p:tgtEl>
                                          <p:spTgt spid="14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370"/>
                                  </p:stCondLst>
                                  <p:childTnLst>
                                    <p:set>
                                      <p:cBhvr>
                                        <p:cTn id="16" dur="1" fill="hold">
                                          <p:stCondLst>
                                            <p:cond delay="0"/>
                                          </p:stCondLst>
                                        </p:cTn>
                                        <p:tgtEl>
                                          <p:spTgt spid="146"/>
                                        </p:tgtEl>
                                        <p:attrNameLst>
                                          <p:attrName>style.visibility</p:attrName>
                                        </p:attrNameLst>
                                      </p:cBhvr>
                                      <p:to>
                                        <p:strVal val="visible"/>
                                      </p:to>
                                    </p:set>
                                    <p:animEffect transition="in" filter="fade">
                                      <p:cBhvr>
                                        <p:cTn id="17" dur="650"/>
                                        <p:tgtEl>
                                          <p:spTgt spid="146"/>
                                        </p:tgtEl>
                                      </p:cBhvr>
                                    </p:animEffect>
                                    <p:anim calcmode="lin" valueType="num">
                                      <p:cBhvr>
                                        <p:cTn id="18" dur="650" fill="hold"/>
                                        <p:tgtEl>
                                          <p:spTgt spid="146"/>
                                        </p:tgtEl>
                                        <p:attrNameLst>
                                          <p:attrName>ppt_x</p:attrName>
                                        </p:attrNameLst>
                                      </p:cBhvr>
                                      <p:tavLst>
                                        <p:tav tm="0">
                                          <p:val>
                                            <p:strVal val="#ppt_x"/>
                                          </p:val>
                                        </p:tav>
                                        <p:tav tm="100000">
                                          <p:val>
                                            <p:strVal val="#ppt_x"/>
                                          </p:val>
                                        </p:tav>
                                      </p:tavLst>
                                    </p:anim>
                                    <p:anim calcmode="lin" valueType="num">
                                      <p:cBhvr>
                                        <p:cTn id="19" dur="650" fill="hold"/>
                                        <p:tgtEl>
                                          <p:spTgt spid="14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370"/>
                                  </p:stCondLst>
                                  <p:childTnLst>
                                    <p:set>
                                      <p:cBhvr>
                                        <p:cTn id="21" dur="1" fill="hold">
                                          <p:stCondLst>
                                            <p:cond delay="0"/>
                                          </p:stCondLst>
                                        </p:cTn>
                                        <p:tgtEl>
                                          <p:spTgt spid="147"/>
                                        </p:tgtEl>
                                        <p:attrNameLst>
                                          <p:attrName>style.visibility</p:attrName>
                                        </p:attrNameLst>
                                      </p:cBhvr>
                                      <p:to>
                                        <p:strVal val="visible"/>
                                      </p:to>
                                    </p:set>
                                    <p:animEffect transition="in" filter="fade">
                                      <p:cBhvr>
                                        <p:cTn id="22" dur="650"/>
                                        <p:tgtEl>
                                          <p:spTgt spid="147"/>
                                        </p:tgtEl>
                                      </p:cBhvr>
                                    </p:animEffect>
                                    <p:anim calcmode="lin" valueType="num">
                                      <p:cBhvr>
                                        <p:cTn id="23" dur="650" fill="hold"/>
                                        <p:tgtEl>
                                          <p:spTgt spid="147"/>
                                        </p:tgtEl>
                                        <p:attrNameLst>
                                          <p:attrName>ppt_x</p:attrName>
                                        </p:attrNameLst>
                                      </p:cBhvr>
                                      <p:tavLst>
                                        <p:tav tm="0">
                                          <p:val>
                                            <p:strVal val="#ppt_x"/>
                                          </p:val>
                                        </p:tav>
                                        <p:tav tm="100000">
                                          <p:val>
                                            <p:strVal val="#ppt_x"/>
                                          </p:val>
                                        </p:tav>
                                      </p:tavLst>
                                    </p:anim>
                                    <p:anim calcmode="lin" valueType="num">
                                      <p:cBhvr>
                                        <p:cTn id="24" dur="650" fill="hold"/>
                                        <p:tgtEl>
                                          <p:spTgt spid="14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370"/>
                                  </p:stCondLst>
                                  <p:childTnLst>
                                    <p:set>
                                      <p:cBhvr>
                                        <p:cTn id="26" dur="1" fill="hold">
                                          <p:stCondLst>
                                            <p:cond delay="0"/>
                                          </p:stCondLst>
                                        </p:cTn>
                                        <p:tgtEl>
                                          <p:spTgt spid="148"/>
                                        </p:tgtEl>
                                        <p:attrNameLst>
                                          <p:attrName>style.visibility</p:attrName>
                                        </p:attrNameLst>
                                      </p:cBhvr>
                                      <p:to>
                                        <p:strVal val="visible"/>
                                      </p:to>
                                    </p:set>
                                    <p:animEffect transition="in" filter="fade">
                                      <p:cBhvr>
                                        <p:cTn id="27" dur="650"/>
                                        <p:tgtEl>
                                          <p:spTgt spid="148"/>
                                        </p:tgtEl>
                                      </p:cBhvr>
                                    </p:animEffect>
                                    <p:anim calcmode="lin" valueType="num">
                                      <p:cBhvr>
                                        <p:cTn id="28" dur="650" fill="hold"/>
                                        <p:tgtEl>
                                          <p:spTgt spid="148"/>
                                        </p:tgtEl>
                                        <p:attrNameLst>
                                          <p:attrName>ppt_x</p:attrName>
                                        </p:attrNameLst>
                                      </p:cBhvr>
                                      <p:tavLst>
                                        <p:tav tm="0">
                                          <p:val>
                                            <p:strVal val="#ppt_x"/>
                                          </p:val>
                                        </p:tav>
                                        <p:tav tm="100000">
                                          <p:val>
                                            <p:strVal val="#ppt_x"/>
                                          </p:val>
                                        </p:tav>
                                      </p:tavLst>
                                    </p:anim>
                                    <p:anim calcmode="lin" valueType="num">
                                      <p:cBhvr>
                                        <p:cTn id="29" dur="650" fill="hold"/>
                                        <p:tgtEl>
                                          <p:spTgt spid="14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590"/>
                                  </p:stCondLst>
                                  <p:childTnLst>
                                    <p:set>
                                      <p:cBhvr>
                                        <p:cTn id="31" dur="1" fill="hold">
                                          <p:stCondLst>
                                            <p:cond delay="0"/>
                                          </p:stCondLst>
                                        </p:cTn>
                                        <p:tgtEl>
                                          <p:spTgt spid="149"/>
                                        </p:tgtEl>
                                        <p:attrNameLst>
                                          <p:attrName>style.visibility</p:attrName>
                                        </p:attrNameLst>
                                      </p:cBhvr>
                                      <p:to>
                                        <p:strVal val="visible"/>
                                      </p:to>
                                    </p:set>
                                    <p:animEffect transition="in" filter="fade">
                                      <p:cBhvr>
                                        <p:cTn id="32" dur="650"/>
                                        <p:tgtEl>
                                          <p:spTgt spid="149"/>
                                        </p:tgtEl>
                                      </p:cBhvr>
                                    </p:animEffect>
                                    <p:anim calcmode="lin" valueType="num">
                                      <p:cBhvr>
                                        <p:cTn id="33" dur="650" fill="hold"/>
                                        <p:tgtEl>
                                          <p:spTgt spid="149"/>
                                        </p:tgtEl>
                                        <p:attrNameLst>
                                          <p:attrName>ppt_x</p:attrName>
                                        </p:attrNameLst>
                                      </p:cBhvr>
                                      <p:tavLst>
                                        <p:tav tm="0">
                                          <p:val>
                                            <p:strVal val="#ppt_x"/>
                                          </p:val>
                                        </p:tav>
                                        <p:tav tm="100000">
                                          <p:val>
                                            <p:strVal val="#ppt_x"/>
                                          </p:val>
                                        </p:tav>
                                      </p:tavLst>
                                    </p:anim>
                                    <p:anim calcmode="lin" valueType="num">
                                      <p:cBhvr>
                                        <p:cTn id="34" dur="650" fill="hold"/>
                                        <p:tgtEl>
                                          <p:spTgt spid="14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590"/>
                                  </p:stCondLst>
                                  <p:childTnLst>
                                    <p:set>
                                      <p:cBhvr>
                                        <p:cTn id="36" dur="1" fill="hold">
                                          <p:stCondLst>
                                            <p:cond delay="0"/>
                                          </p:stCondLst>
                                        </p:cTn>
                                        <p:tgtEl>
                                          <p:spTgt spid="150"/>
                                        </p:tgtEl>
                                        <p:attrNameLst>
                                          <p:attrName>style.visibility</p:attrName>
                                        </p:attrNameLst>
                                      </p:cBhvr>
                                      <p:to>
                                        <p:strVal val="visible"/>
                                      </p:to>
                                    </p:set>
                                    <p:animEffect transition="in" filter="fade">
                                      <p:cBhvr>
                                        <p:cTn id="37" dur="650"/>
                                        <p:tgtEl>
                                          <p:spTgt spid="150"/>
                                        </p:tgtEl>
                                      </p:cBhvr>
                                    </p:animEffect>
                                    <p:anim calcmode="lin" valueType="num">
                                      <p:cBhvr>
                                        <p:cTn id="38" dur="650" fill="hold"/>
                                        <p:tgtEl>
                                          <p:spTgt spid="150"/>
                                        </p:tgtEl>
                                        <p:attrNameLst>
                                          <p:attrName>ppt_x</p:attrName>
                                        </p:attrNameLst>
                                      </p:cBhvr>
                                      <p:tavLst>
                                        <p:tav tm="0">
                                          <p:val>
                                            <p:strVal val="#ppt_x"/>
                                          </p:val>
                                        </p:tav>
                                        <p:tav tm="100000">
                                          <p:val>
                                            <p:strVal val="#ppt_x"/>
                                          </p:val>
                                        </p:tav>
                                      </p:tavLst>
                                    </p:anim>
                                    <p:anim calcmode="lin" valueType="num">
                                      <p:cBhvr>
                                        <p:cTn id="39" dur="650" fill="hold"/>
                                        <p:tgtEl>
                                          <p:spTgt spid="15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590"/>
                                  </p:stCondLst>
                                  <p:childTnLst>
                                    <p:set>
                                      <p:cBhvr>
                                        <p:cTn id="41" dur="1" fill="hold">
                                          <p:stCondLst>
                                            <p:cond delay="0"/>
                                          </p:stCondLst>
                                        </p:cTn>
                                        <p:tgtEl>
                                          <p:spTgt spid="151"/>
                                        </p:tgtEl>
                                        <p:attrNameLst>
                                          <p:attrName>style.visibility</p:attrName>
                                        </p:attrNameLst>
                                      </p:cBhvr>
                                      <p:to>
                                        <p:strVal val="visible"/>
                                      </p:to>
                                    </p:set>
                                    <p:animEffect transition="in" filter="fade">
                                      <p:cBhvr>
                                        <p:cTn id="42" dur="650"/>
                                        <p:tgtEl>
                                          <p:spTgt spid="151"/>
                                        </p:tgtEl>
                                      </p:cBhvr>
                                    </p:animEffect>
                                    <p:anim calcmode="lin" valueType="num">
                                      <p:cBhvr>
                                        <p:cTn id="43" dur="650" fill="hold"/>
                                        <p:tgtEl>
                                          <p:spTgt spid="151"/>
                                        </p:tgtEl>
                                        <p:attrNameLst>
                                          <p:attrName>ppt_x</p:attrName>
                                        </p:attrNameLst>
                                      </p:cBhvr>
                                      <p:tavLst>
                                        <p:tav tm="0">
                                          <p:val>
                                            <p:strVal val="#ppt_x"/>
                                          </p:val>
                                        </p:tav>
                                        <p:tav tm="100000">
                                          <p:val>
                                            <p:strVal val="#ppt_x"/>
                                          </p:val>
                                        </p:tav>
                                      </p:tavLst>
                                    </p:anim>
                                    <p:anim calcmode="lin" valueType="num">
                                      <p:cBhvr>
                                        <p:cTn id="44" dur="650" fill="hold"/>
                                        <p:tgtEl>
                                          <p:spTgt spid="15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590"/>
                                  </p:stCondLst>
                                  <p:childTnLst>
                                    <p:set>
                                      <p:cBhvr>
                                        <p:cTn id="46" dur="1" fill="hold">
                                          <p:stCondLst>
                                            <p:cond delay="0"/>
                                          </p:stCondLst>
                                        </p:cTn>
                                        <p:tgtEl>
                                          <p:spTgt spid="152"/>
                                        </p:tgtEl>
                                        <p:attrNameLst>
                                          <p:attrName>style.visibility</p:attrName>
                                        </p:attrNameLst>
                                      </p:cBhvr>
                                      <p:to>
                                        <p:strVal val="visible"/>
                                      </p:to>
                                    </p:set>
                                    <p:animEffect transition="in" filter="fade">
                                      <p:cBhvr>
                                        <p:cTn id="47" dur="650"/>
                                        <p:tgtEl>
                                          <p:spTgt spid="152"/>
                                        </p:tgtEl>
                                      </p:cBhvr>
                                    </p:animEffect>
                                    <p:anim calcmode="lin" valueType="num">
                                      <p:cBhvr>
                                        <p:cTn id="48" dur="650" fill="hold"/>
                                        <p:tgtEl>
                                          <p:spTgt spid="152"/>
                                        </p:tgtEl>
                                        <p:attrNameLst>
                                          <p:attrName>ppt_x</p:attrName>
                                        </p:attrNameLst>
                                      </p:cBhvr>
                                      <p:tavLst>
                                        <p:tav tm="0">
                                          <p:val>
                                            <p:strVal val="#ppt_x"/>
                                          </p:val>
                                        </p:tav>
                                        <p:tav tm="100000">
                                          <p:val>
                                            <p:strVal val="#ppt_x"/>
                                          </p:val>
                                        </p:tav>
                                      </p:tavLst>
                                    </p:anim>
                                    <p:anim calcmode="lin" valueType="num">
                                      <p:cBhvr>
                                        <p:cTn id="49" dur="650" fill="hold"/>
                                        <p:tgtEl>
                                          <p:spTgt spid="15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810"/>
                                  </p:stCondLst>
                                  <p:childTnLst>
                                    <p:set>
                                      <p:cBhvr>
                                        <p:cTn id="51" dur="1" fill="hold">
                                          <p:stCondLst>
                                            <p:cond delay="0"/>
                                          </p:stCondLst>
                                        </p:cTn>
                                        <p:tgtEl>
                                          <p:spTgt spid="153"/>
                                        </p:tgtEl>
                                        <p:attrNameLst>
                                          <p:attrName>style.visibility</p:attrName>
                                        </p:attrNameLst>
                                      </p:cBhvr>
                                      <p:to>
                                        <p:strVal val="visible"/>
                                      </p:to>
                                    </p:set>
                                    <p:animEffect transition="in" filter="fade">
                                      <p:cBhvr>
                                        <p:cTn id="52" dur="650"/>
                                        <p:tgtEl>
                                          <p:spTgt spid="153"/>
                                        </p:tgtEl>
                                      </p:cBhvr>
                                    </p:animEffect>
                                    <p:anim calcmode="lin" valueType="num">
                                      <p:cBhvr>
                                        <p:cTn id="53" dur="650" fill="hold"/>
                                        <p:tgtEl>
                                          <p:spTgt spid="153"/>
                                        </p:tgtEl>
                                        <p:attrNameLst>
                                          <p:attrName>ppt_x</p:attrName>
                                        </p:attrNameLst>
                                      </p:cBhvr>
                                      <p:tavLst>
                                        <p:tav tm="0">
                                          <p:val>
                                            <p:strVal val="#ppt_x"/>
                                          </p:val>
                                        </p:tav>
                                        <p:tav tm="100000">
                                          <p:val>
                                            <p:strVal val="#ppt_x"/>
                                          </p:val>
                                        </p:tav>
                                      </p:tavLst>
                                    </p:anim>
                                    <p:anim calcmode="lin" valueType="num">
                                      <p:cBhvr>
                                        <p:cTn id="54" dur="650" fill="hold"/>
                                        <p:tgtEl>
                                          <p:spTgt spid="153"/>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810"/>
                                  </p:stCondLst>
                                  <p:childTnLst>
                                    <p:set>
                                      <p:cBhvr>
                                        <p:cTn id="56" dur="1" fill="hold">
                                          <p:stCondLst>
                                            <p:cond delay="0"/>
                                          </p:stCondLst>
                                        </p:cTn>
                                        <p:tgtEl>
                                          <p:spTgt spid="154"/>
                                        </p:tgtEl>
                                        <p:attrNameLst>
                                          <p:attrName>style.visibility</p:attrName>
                                        </p:attrNameLst>
                                      </p:cBhvr>
                                      <p:to>
                                        <p:strVal val="visible"/>
                                      </p:to>
                                    </p:set>
                                    <p:animEffect transition="in" filter="fade">
                                      <p:cBhvr>
                                        <p:cTn id="57" dur="650"/>
                                        <p:tgtEl>
                                          <p:spTgt spid="154"/>
                                        </p:tgtEl>
                                      </p:cBhvr>
                                    </p:animEffect>
                                    <p:anim calcmode="lin" valueType="num">
                                      <p:cBhvr>
                                        <p:cTn id="58" dur="650" fill="hold"/>
                                        <p:tgtEl>
                                          <p:spTgt spid="154"/>
                                        </p:tgtEl>
                                        <p:attrNameLst>
                                          <p:attrName>ppt_x</p:attrName>
                                        </p:attrNameLst>
                                      </p:cBhvr>
                                      <p:tavLst>
                                        <p:tav tm="0">
                                          <p:val>
                                            <p:strVal val="#ppt_x"/>
                                          </p:val>
                                        </p:tav>
                                        <p:tav tm="100000">
                                          <p:val>
                                            <p:strVal val="#ppt_x"/>
                                          </p:val>
                                        </p:tav>
                                      </p:tavLst>
                                    </p:anim>
                                    <p:anim calcmode="lin" valueType="num">
                                      <p:cBhvr>
                                        <p:cTn id="59" dur="650" fill="hold"/>
                                        <p:tgtEl>
                                          <p:spTgt spid="154"/>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810"/>
                                  </p:stCondLst>
                                  <p:childTnLst>
                                    <p:set>
                                      <p:cBhvr>
                                        <p:cTn id="61" dur="1" fill="hold">
                                          <p:stCondLst>
                                            <p:cond delay="0"/>
                                          </p:stCondLst>
                                        </p:cTn>
                                        <p:tgtEl>
                                          <p:spTgt spid="155"/>
                                        </p:tgtEl>
                                        <p:attrNameLst>
                                          <p:attrName>style.visibility</p:attrName>
                                        </p:attrNameLst>
                                      </p:cBhvr>
                                      <p:to>
                                        <p:strVal val="visible"/>
                                      </p:to>
                                    </p:set>
                                    <p:animEffect transition="in" filter="fade">
                                      <p:cBhvr>
                                        <p:cTn id="62" dur="650"/>
                                        <p:tgtEl>
                                          <p:spTgt spid="155"/>
                                        </p:tgtEl>
                                      </p:cBhvr>
                                    </p:animEffect>
                                    <p:anim calcmode="lin" valueType="num">
                                      <p:cBhvr>
                                        <p:cTn id="63" dur="650" fill="hold"/>
                                        <p:tgtEl>
                                          <p:spTgt spid="155"/>
                                        </p:tgtEl>
                                        <p:attrNameLst>
                                          <p:attrName>ppt_x</p:attrName>
                                        </p:attrNameLst>
                                      </p:cBhvr>
                                      <p:tavLst>
                                        <p:tav tm="0">
                                          <p:val>
                                            <p:strVal val="#ppt_x"/>
                                          </p:val>
                                        </p:tav>
                                        <p:tav tm="100000">
                                          <p:val>
                                            <p:strVal val="#ppt_x"/>
                                          </p:val>
                                        </p:tav>
                                      </p:tavLst>
                                    </p:anim>
                                    <p:anim calcmode="lin" valueType="num">
                                      <p:cBhvr>
                                        <p:cTn id="64" dur="650" fill="hold"/>
                                        <p:tgtEl>
                                          <p:spTgt spid="155"/>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810"/>
                                  </p:stCondLst>
                                  <p:childTnLst>
                                    <p:set>
                                      <p:cBhvr>
                                        <p:cTn id="66" dur="1" fill="hold">
                                          <p:stCondLst>
                                            <p:cond delay="0"/>
                                          </p:stCondLst>
                                        </p:cTn>
                                        <p:tgtEl>
                                          <p:spTgt spid="156"/>
                                        </p:tgtEl>
                                        <p:attrNameLst>
                                          <p:attrName>style.visibility</p:attrName>
                                        </p:attrNameLst>
                                      </p:cBhvr>
                                      <p:to>
                                        <p:strVal val="visible"/>
                                      </p:to>
                                    </p:set>
                                    <p:animEffect transition="in" filter="fade">
                                      <p:cBhvr>
                                        <p:cTn id="67" dur="650"/>
                                        <p:tgtEl>
                                          <p:spTgt spid="156"/>
                                        </p:tgtEl>
                                      </p:cBhvr>
                                    </p:animEffect>
                                    <p:anim calcmode="lin" valueType="num">
                                      <p:cBhvr>
                                        <p:cTn id="68" dur="650" fill="hold"/>
                                        <p:tgtEl>
                                          <p:spTgt spid="156"/>
                                        </p:tgtEl>
                                        <p:attrNameLst>
                                          <p:attrName>ppt_x</p:attrName>
                                        </p:attrNameLst>
                                      </p:cBhvr>
                                      <p:tavLst>
                                        <p:tav tm="0">
                                          <p:val>
                                            <p:strVal val="#ppt_x"/>
                                          </p:val>
                                        </p:tav>
                                        <p:tav tm="100000">
                                          <p:val>
                                            <p:strVal val="#ppt_x"/>
                                          </p:val>
                                        </p:tav>
                                      </p:tavLst>
                                    </p:anim>
                                    <p:anim calcmode="lin" valueType="num">
                                      <p:cBhvr>
                                        <p:cTn id="69" dur="650" fill="hold"/>
                                        <p:tgtEl>
                                          <p:spTgt spid="156"/>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10" presetClass="exit" presetSubtype="0" fill="hold" grpId="1" nodeType="clickEffect">
                                  <p:stCondLst>
                                    <p:cond delay="0"/>
                                  </p:stCondLst>
                                  <p:childTnLst>
                                    <p:animEffect transition="out" filter="fade">
                                      <p:cBhvr>
                                        <p:cTn id="73" dur="300"/>
                                        <p:tgtEl>
                                          <p:spTgt spid="144"/>
                                        </p:tgtEl>
                                      </p:cBhvr>
                                    </p:animEffect>
                                    <p:set>
                                      <p:cBhvr>
                                        <p:cTn id="74" dur="1" fill="hold">
                                          <p:stCondLst>
                                            <p:cond delay="299"/>
                                          </p:stCondLst>
                                        </p:cTn>
                                        <p:tgtEl>
                                          <p:spTgt spid="144"/>
                                        </p:tgtEl>
                                        <p:attrNameLst>
                                          <p:attrName>style.visibility</p:attrName>
                                        </p:attrNameLst>
                                      </p:cBhvr>
                                      <p:to>
                                        <p:strVal val="hidden"/>
                                      </p:to>
                                    </p:set>
                                  </p:childTnLst>
                                </p:cTn>
                              </p:par>
                              <p:par>
                                <p:cTn id="75" presetID="10" presetClass="exit" presetSubtype="0" fill="hold" grpId="1" nodeType="withEffect">
                                  <p:stCondLst>
                                    <p:cond delay="0"/>
                                  </p:stCondLst>
                                  <p:childTnLst>
                                    <p:animEffect transition="out" filter="fade">
                                      <p:cBhvr>
                                        <p:cTn id="76" dur="300"/>
                                        <p:tgtEl>
                                          <p:spTgt spid="145"/>
                                        </p:tgtEl>
                                      </p:cBhvr>
                                    </p:animEffect>
                                    <p:set>
                                      <p:cBhvr>
                                        <p:cTn id="77" dur="1" fill="hold">
                                          <p:stCondLst>
                                            <p:cond delay="299"/>
                                          </p:stCondLst>
                                        </p:cTn>
                                        <p:tgtEl>
                                          <p:spTgt spid="145"/>
                                        </p:tgtEl>
                                        <p:attrNameLst>
                                          <p:attrName>style.visibility</p:attrName>
                                        </p:attrNameLst>
                                      </p:cBhvr>
                                      <p:to>
                                        <p:strVal val="hidden"/>
                                      </p:to>
                                    </p:set>
                                  </p:childTnLst>
                                </p:cTn>
                              </p:par>
                              <p:par>
                                <p:cTn id="78" presetID="10" presetClass="exit" presetSubtype="0" fill="hold" grpId="1" nodeType="withEffect">
                                  <p:stCondLst>
                                    <p:cond delay="0"/>
                                  </p:stCondLst>
                                  <p:childTnLst>
                                    <p:animEffect transition="out" filter="fade">
                                      <p:cBhvr>
                                        <p:cTn id="79" dur="300"/>
                                        <p:tgtEl>
                                          <p:spTgt spid="146"/>
                                        </p:tgtEl>
                                      </p:cBhvr>
                                    </p:animEffect>
                                    <p:set>
                                      <p:cBhvr>
                                        <p:cTn id="80" dur="1" fill="hold">
                                          <p:stCondLst>
                                            <p:cond delay="299"/>
                                          </p:stCondLst>
                                        </p:cTn>
                                        <p:tgtEl>
                                          <p:spTgt spid="146"/>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300"/>
                                        <p:tgtEl>
                                          <p:spTgt spid="147"/>
                                        </p:tgtEl>
                                      </p:cBhvr>
                                    </p:animEffect>
                                    <p:set>
                                      <p:cBhvr>
                                        <p:cTn id="83" dur="1" fill="hold">
                                          <p:stCondLst>
                                            <p:cond delay="299"/>
                                          </p:stCondLst>
                                        </p:cTn>
                                        <p:tgtEl>
                                          <p:spTgt spid="147"/>
                                        </p:tgtEl>
                                        <p:attrNameLst>
                                          <p:attrName>style.visibility</p:attrName>
                                        </p:attrNameLst>
                                      </p:cBhvr>
                                      <p:to>
                                        <p:strVal val="hidden"/>
                                      </p:to>
                                    </p:set>
                                  </p:childTnLst>
                                </p:cTn>
                              </p:par>
                              <p:par>
                                <p:cTn id="84" presetID="10" presetClass="exit" presetSubtype="0" fill="hold" grpId="1" nodeType="withEffect">
                                  <p:stCondLst>
                                    <p:cond delay="0"/>
                                  </p:stCondLst>
                                  <p:childTnLst>
                                    <p:animEffect transition="out" filter="fade">
                                      <p:cBhvr>
                                        <p:cTn id="85" dur="300"/>
                                        <p:tgtEl>
                                          <p:spTgt spid="148"/>
                                        </p:tgtEl>
                                      </p:cBhvr>
                                    </p:animEffect>
                                    <p:set>
                                      <p:cBhvr>
                                        <p:cTn id="86" dur="1" fill="hold">
                                          <p:stCondLst>
                                            <p:cond delay="299"/>
                                          </p:stCondLst>
                                        </p:cTn>
                                        <p:tgtEl>
                                          <p:spTgt spid="148"/>
                                        </p:tgtEl>
                                        <p:attrNameLst>
                                          <p:attrName>style.visibility</p:attrName>
                                        </p:attrNameLst>
                                      </p:cBhvr>
                                      <p:to>
                                        <p:strVal val="hidden"/>
                                      </p:to>
                                    </p:set>
                                  </p:childTnLst>
                                </p:cTn>
                              </p:par>
                              <p:par>
                                <p:cTn id="87" presetID="10" presetClass="exit" presetSubtype="0" fill="hold" grpId="1" nodeType="withEffect">
                                  <p:stCondLst>
                                    <p:cond delay="0"/>
                                  </p:stCondLst>
                                  <p:childTnLst>
                                    <p:animEffect transition="out" filter="fade">
                                      <p:cBhvr>
                                        <p:cTn id="88" dur="300"/>
                                        <p:tgtEl>
                                          <p:spTgt spid="149"/>
                                        </p:tgtEl>
                                      </p:cBhvr>
                                    </p:animEffect>
                                    <p:set>
                                      <p:cBhvr>
                                        <p:cTn id="89" dur="1" fill="hold">
                                          <p:stCondLst>
                                            <p:cond delay="299"/>
                                          </p:stCondLst>
                                        </p:cTn>
                                        <p:tgtEl>
                                          <p:spTgt spid="149"/>
                                        </p:tgtEl>
                                        <p:attrNameLst>
                                          <p:attrName>style.visibility</p:attrName>
                                        </p:attrNameLst>
                                      </p:cBhvr>
                                      <p:to>
                                        <p:strVal val="hidden"/>
                                      </p:to>
                                    </p:set>
                                  </p:childTnLst>
                                </p:cTn>
                              </p:par>
                              <p:par>
                                <p:cTn id="90" presetID="10" presetClass="exit" presetSubtype="0" fill="hold" grpId="1" nodeType="withEffect">
                                  <p:stCondLst>
                                    <p:cond delay="0"/>
                                  </p:stCondLst>
                                  <p:childTnLst>
                                    <p:animEffect transition="out" filter="fade">
                                      <p:cBhvr>
                                        <p:cTn id="91" dur="300"/>
                                        <p:tgtEl>
                                          <p:spTgt spid="150"/>
                                        </p:tgtEl>
                                      </p:cBhvr>
                                    </p:animEffect>
                                    <p:set>
                                      <p:cBhvr>
                                        <p:cTn id="92" dur="1" fill="hold">
                                          <p:stCondLst>
                                            <p:cond delay="299"/>
                                          </p:stCondLst>
                                        </p:cTn>
                                        <p:tgtEl>
                                          <p:spTgt spid="150"/>
                                        </p:tgtEl>
                                        <p:attrNameLst>
                                          <p:attrName>style.visibility</p:attrName>
                                        </p:attrNameLst>
                                      </p:cBhvr>
                                      <p:to>
                                        <p:strVal val="hidden"/>
                                      </p:to>
                                    </p:set>
                                  </p:childTnLst>
                                </p:cTn>
                              </p:par>
                              <p:par>
                                <p:cTn id="93" presetID="10" presetClass="exit" presetSubtype="0" fill="hold" grpId="1" nodeType="withEffect">
                                  <p:stCondLst>
                                    <p:cond delay="0"/>
                                  </p:stCondLst>
                                  <p:childTnLst>
                                    <p:animEffect transition="out" filter="fade">
                                      <p:cBhvr>
                                        <p:cTn id="94" dur="300"/>
                                        <p:tgtEl>
                                          <p:spTgt spid="151"/>
                                        </p:tgtEl>
                                      </p:cBhvr>
                                    </p:animEffect>
                                    <p:set>
                                      <p:cBhvr>
                                        <p:cTn id="95" dur="1" fill="hold">
                                          <p:stCondLst>
                                            <p:cond delay="299"/>
                                          </p:stCondLst>
                                        </p:cTn>
                                        <p:tgtEl>
                                          <p:spTgt spid="151"/>
                                        </p:tgtEl>
                                        <p:attrNameLst>
                                          <p:attrName>style.visibility</p:attrName>
                                        </p:attrNameLst>
                                      </p:cBhvr>
                                      <p:to>
                                        <p:strVal val="hidden"/>
                                      </p:to>
                                    </p:set>
                                  </p:childTnLst>
                                </p:cTn>
                              </p:par>
                              <p:par>
                                <p:cTn id="96" presetID="10" presetClass="exit" presetSubtype="0" fill="hold" grpId="1" nodeType="withEffect">
                                  <p:stCondLst>
                                    <p:cond delay="0"/>
                                  </p:stCondLst>
                                  <p:childTnLst>
                                    <p:animEffect transition="out" filter="fade">
                                      <p:cBhvr>
                                        <p:cTn id="97" dur="300"/>
                                        <p:tgtEl>
                                          <p:spTgt spid="152"/>
                                        </p:tgtEl>
                                      </p:cBhvr>
                                    </p:animEffect>
                                    <p:set>
                                      <p:cBhvr>
                                        <p:cTn id="98" dur="1" fill="hold">
                                          <p:stCondLst>
                                            <p:cond delay="299"/>
                                          </p:stCondLst>
                                        </p:cTn>
                                        <p:tgtEl>
                                          <p:spTgt spid="152"/>
                                        </p:tgtEl>
                                        <p:attrNameLst>
                                          <p:attrName>style.visibility</p:attrName>
                                        </p:attrNameLst>
                                      </p:cBhvr>
                                      <p:to>
                                        <p:strVal val="hidden"/>
                                      </p:to>
                                    </p:set>
                                  </p:childTnLst>
                                </p:cTn>
                              </p:par>
                              <p:par>
                                <p:cTn id="99" presetID="10" presetClass="exit" presetSubtype="0" fill="hold" grpId="1" nodeType="withEffect">
                                  <p:stCondLst>
                                    <p:cond delay="0"/>
                                  </p:stCondLst>
                                  <p:childTnLst>
                                    <p:animEffect transition="out" filter="fade">
                                      <p:cBhvr>
                                        <p:cTn id="100" dur="300"/>
                                        <p:tgtEl>
                                          <p:spTgt spid="153"/>
                                        </p:tgtEl>
                                      </p:cBhvr>
                                    </p:animEffect>
                                    <p:set>
                                      <p:cBhvr>
                                        <p:cTn id="101" dur="1" fill="hold">
                                          <p:stCondLst>
                                            <p:cond delay="299"/>
                                          </p:stCondLst>
                                        </p:cTn>
                                        <p:tgtEl>
                                          <p:spTgt spid="153"/>
                                        </p:tgtEl>
                                        <p:attrNameLst>
                                          <p:attrName>style.visibility</p:attrName>
                                        </p:attrNameLst>
                                      </p:cBhvr>
                                      <p:to>
                                        <p:strVal val="hidden"/>
                                      </p:to>
                                    </p:set>
                                  </p:childTnLst>
                                </p:cTn>
                              </p:par>
                              <p:par>
                                <p:cTn id="102" presetID="10" presetClass="exit" presetSubtype="0" fill="hold" grpId="1" nodeType="withEffect">
                                  <p:stCondLst>
                                    <p:cond delay="0"/>
                                  </p:stCondLst>
                                  <p:childTnLst>
                                    <p:animEffect transition="out" filter="fade">
                                      <p:cBhvr>
                                        <p:cTn id="103" dur="300"/>
                                        <p:tgtEl>
                                          <p:spTgt spid="154"/>
                                        </p:tgtEl>
                                      </p:cBhvr>
                                    </p:animEffect>
                                    <p:set>
                                      <p:cBhvr>
                                        <p:cTn id="104" dur="1" fill="hold">
                                          <p:stCondLst>
                                            <p:cond delay="299"/>
                                          </p:stCondLst>
                                        </p:cTn>
                                        <p:tgtEl>
                                          <p:spTgt spid="154"/>
                                        </p:tgtEl>
                                        <p:attrNameLst>
                                          <p:attrName>style.visibility</p:attrName>
                                        </p:attrNameLst>
                                      </p:cBhvr>
                                      <p:to>
                                        <p:strVal val="hidden"/>
                                      </p:to>
                                    </p:set>
                                  </p:childTnLst>
                                </p:cTn>
                              </p:par>
                              <p:par>
                                <p:cTn id="105" presetID="10" presetClass="exit" presetSubtype="0" fill="hold" grpId="1" nodeType="withEffect">
                                  <p:stCondLst>
                                    <p:cond delay="0"/>
                                  </p:stCondLst>
                                  <p:childTnLst>
                                    <p:animEffect transition="out" filter="fade">
                                      <p:cBhvr>
                                        <p:cTn id="106" dur="300"/>
                                        <p:tgtEl>
                                          <p:spTgt spid="155"/>
                                        </p:tgtEl>
                                      </p:cBhvr>
                                    </p:animEffect>
                                    <p:set>
                                      <p:cBhvr>
                                        <p:cTn id="107" dur="1" fill="hold">
                                          <p:stCondLst>
                                            <p:cond delay="299"/>
                                          </p:stCondLst>
                                        </p:cTn>
                                        <p:tgtEl>
                                          <p:spTgt spid="155"/>
                                        </p:tgtEl>
                                        <p:attrNameLst>
                                          <p:attrName>style.visibility</p:attrName>
                                        </p:attrNameLst>
                                      </p:cBhvr>
                                      <p:to>
                                        <p:strVal val="hidden"/>
                                      </p:to>
                                    </p:set>
                                  </p:childTnLst>
                                </p:cTn>
                              </p:par>
                              <p:par>
                                <p:cTn id="108" presetID="10" presetClass="exit" presetSubtype="0" fill="hold" grpId="1" nodeType="withEffect">
                                  <p:stCondLst>
                                    <p:cond delay="0"/>
                                  </p:stCondLst>
                                  <p:childTnLst>
                                    <p:animEffect transition="out" filter="fade">
                                      <p:cBhvr>
                                        <p:cTn id="109" dur="300"/>
                                        <p:tgtEl>
                                          <p:spTgt spid="156"/>
                                        </p:tgtEl>
                                      </p:cBhvr>
                                    </p:animEffect>
                                    <p:set>
                                      <p:cBhvr>
                                        <p:cTn id="110" dur="1" fill="hold">
                                          <p:stCondLst>
                                            <p:cond delay="299"/>
                                          </p:stCondLst>
                                        </p:cTn>
                                        <p:tgtEl>
                                          <p:spTgt spid="156"/>
                                        </p:tgtEl>
                                        <p:attrNameLst>
                                          <p:attrName>style.visibility</p:attrName>
                                        </p:attrNameLst>
                                      </p:cBhvr>
                                      <p:to>
                                        <p:strVal val="hidden"/>
                                      </p:to>
                                    </p:set>
                                  </p:childTnLst>
                                </p:cTn>
                              </p:par>
                              <p:par>
                                <p:cTn id="111" presetID="42" presetClass="entr" presetSubtype="0" fill="hold" grpId="0" nodeType="withEffect">
                                  <p:stCondLst>
                                    <p:cond delay="250"/>
                                  </p:stCondLst>
                                  <p:childTnLst>
                                    <p:set>
                                      <p:cBhvr>
                                        <p:cTn id="112" dur="1" fill="hold">
                                          <p:stCondLst>
                                            <p:cond delay="0"/>
                                          </p:stCondLst>
                                        </p:cTn>
                                        <p:tgtEl>
                                          <p:spTgt spid="20"/>
                                        </p:tgtEl>
                                        <p:attrNameLst>
                                          <p:attrName>style.visibility</p:attrName>
                                        </p:attrNameLst>
                                      </p:cBhvr>
                                      <p:to>
                                        <p:strVal val="visible"/>
                                      </p:to>
                                    </p:set>
                                    <p:animEffect transition="in" filter="fade">
                                      <p:cBhvr>
                                        <p:cTn id="113" dur="650"/>
                                        <p:tgtEl>
                                          <p:spTgt spid="20"/>
                                        </p:tgtEl>
                                      </p:cBhvr>
                                    </p:animEffect>
                                    <p:anim calcmode="lin" valueType="num">
                                      <p:cBhvr>
                                        <p:cTn id="114" dur="650" fill="hold"/>
                                        <p:tgtEl>
                                          <p:spTgt spid="20"/>
                                        </p:tgtEl>
                                        <p:attrNameLst>
                                          <p:attrName>ppt_x</p:attrName>
                                        </p:attrNameLst>
                                      </p:cBhvr>
                                      <p:tavLst>
                                        <p:tav tm="0">
                                          <p:val>
                                            <p:strVal val="#ppt_x"/>
                                          </p:val>
                                        </p:tav>
                                        <p:tav tm="100000">
                                          <p:val>
                                            <p:strVal val="#ppt_x"/>
                                          </p:val>
                                        </p:tav>
                                      </p:tavLst>
                                    </p:anim>
                                    <p:anim calcmode="lin" valueType="num">
                                      <p:cBhvr>
                                        <p:cTn id="115" dur="650" fill="hold"/>
                                        <p:tgtEl>
                                          <p:spTgt spid="20"/>
                                        </p:tgtEl>
                                        <p:attrNameLst>
                                          <p:attrName>ppt_y</p:attrName>
                                        </p:attrNameLst>
                                      </p:cBhvr>
                                      <p:tavLst>
                                        <p:tav tm="0">
                                          <p:val>
                                            <p:strVal val="#ppt_y+.1"/>
                                          </p:val>
                                        </p:tav>
                                        <p:tav tm="100000">
                                          <p:val>
                                            <p:strVal val="#ppt_y"/>
                                          </p:val>
                                        </p:tav>
                                      </p:tavLst>
                                    </p:anim>
                                  </p:childTnLst>
                                </p:cTn>
                              </p:par>
                              <p:par>
                                <p:cTn id="116" presetID="42" presetClass="entr" presetSubtype="0" fill="hold" grpId="0" nodeType="withEffect">
                                  <p:stCondLst>
                                    <p:cond delay="250"/>
                                  </p:stCondLst>
                                  <p:childTnLst>
                                    <p:set>
                                      <p:cBhvr>
                                        <p:cTn id="117" dur="1" fill="hold">
                                          <p:stCondLst>
                                            <p:cond delay="0"/>
                                          </p:stCondLst>
                                        </p:cTn>
                                        <p:tgtEl>
                                          <p:spTgt spid="21"/>
                                        </p:tgtEl>
                                        <p:attrNameLst>
                                          <p:attrName>style.visibility</p:attrName>
                                        </p:attrNameLst>
                                      </p:cBhvr>
                                      <p:to>
                                        <p:strVal val="visible"/>
                                      </p:to>
                                    </p:set>
                                    <p:animEffect transition="in" filter="fade">
                                      <p:cBhvr>
                                        <p:cTn id="118" dur="650"/>
                                        <p:tgtEl>
                                          <p:spTgt spid="21"/>
                                        </p:tgtEl>
                                      </p:cBhvr>
                                    </p:animEffect>
                                    <p:anim calcmode="lin" valueType="num">
                                      <p:cBhvr>
                                        <p:cTn id="119" dur="650" fill="hold"/>
                                        <p:tgtEl>
                                          <p:spTgt spid="21"/>
                                        </p:tgtEl>
                                        <p:attrNameLst>
                                          <p:attrName>ppt_x</p:attrName>
                                        </p:attrNameLst>
                                      </p:cBhvr>
                                      <p:tavLst>
                                        <p:tav tm="0">
                                          <p:val>
                                            <p:strVal val="#ppt_x"/>
                                          </p:val>
                                        </p:tav>
                                        <p:tav tm="100000">
                                          <p:val>
                                            <p:strVal val="#ppt_x"/>
                                          </p:val>
                                        </p:tav>
                                      </p:tavLst>
                                    </p:anim>
                                    <p:anim calcmode="lin" valueType="num">
                                      <p:cBhvr>
                                        <p:cTn id="120" dur="650" fill="hold"/>
                                        <p:tgtEl>
                                          <p:spTgt spid="21"/>
                                        </p:tgtEl>
                                        <p:attrNameLst>
                                          <p:attrName>ppt_y</p:attrName>
                                        </p:attrNameLst>
                                      </p:cBhvr>
                                      <p:tavLst>
                                        <p:tav tm="0">
                                          <p:val>
                                            <p:strVal val="#ppt_y+.1"/>
                                          </p:val>
                                        </p:tav>
                                        <p:tav tm="100000">
                                          <p:val>
                                            <p:strVal val="#ppt_y"/>
                                          </p:val>
                                        </p:tav>
                                      </p:tavLst>
                                    </p:anim>
                                  </p:childTnLst>
                                </p:cTn>
                              </p:par>
                              <p:par>
                                <p:cTn id="121" presetID="42" presetClass="entr" presetSubtype="0" fill="hold" grpId="0" nodeType="withEffect">
                                  <p:stCondLst>
                                    <p:cond delay="250"/>
                                  </p:stCondLst>
                                  <p:childTnLst>
                                    <p:set>
                                      <p:cBhvr>
                                        <p:cTn id="122" dur="1" fill="hold">
                                          <p:stCondLst>
                                            <p:cond delay="0"/>
                                          </p:stCondLst>
                                        </p:cTn>
                                        <p:tgtEl>
                                          <p:spTgt spid="22"/>
                                        </p:tgtEl>
                                        <p:attrNameLst>
                                          <p:attrName>style.visibility</p:attrName>
                                        </p:attrNameLst>
                                      </p:cBhvr>
                                      <p:to>
                                        <p:strVal val="visible"/>
                                      </p:to>
                                    </p:set>
                                    <p:animEffect transition="in" filter="fade">
                                      <p:cBhvr>
                                        <p:cTn id="123" dur="650"/>
                                        <p:tgtEl>
                                          <p:spTgt spid="22"/>
                                        </p:tgtEl>
                                      </p:cBhvr>
                                    </p:animEffect>
                                    <p:anim calcmode="lin" valueType="num">
                                      <p:cBhvr>
                                        <p:cTn id="124" dur="650" fill="hold"/>
                                        <p:tgtEl>
                                          <p:spTgt spid="22"/>
                                        </p:tgtEl>
                                        <p:attrNameLst>
                                          <p:attrName>ppt_x</p:attrName>
                                        </p:attrNameLst>
                                      </p:cBhvr>
                                      <p:tavLst>
                                        <p:tav tm="0">
                                          <p:val>
                                            <p:strVal val="#ppt_x"/>
                                          </p:val>
                                        </p:tav>
                                        <p:tav tm="100000">
                                          <p:val>
                                            <p:strVal val="#ppt_x"/>
                                          </p:val>
                                        </p:tav>
                                      </p:tavLst>
                                    </p:anim>
                                    <p:anim calcmode="lin" valueType="num">
                                      <p:cBhvr>
                                        <p:cTn id="125" dur="650" fill="hold"/>
                                        <p:tgtEl>
                                          <p:spTgt spid="22"/>
                                        </p:tgtEl>
                                        <p:attrNameLst>
                                          <p:attrName>ppt_y</p:attrName>
                                        </p:attrNameLst>
                                      </p:cBhvr>
                                      <p:tavLst>
                                        <p:tav tm="0">
                                          <p:val>
                                            <p:strVal val="#ppt_y+.1"/>
                                          </p:val>
                                        </p:tav>
                                        <p:tav tm="100000">
                                          <p:val>
                                            <p:strVal val="#ppt_y"/>
                                          </p:val>
                                        </p:tav>
                                      </p:tavLst>
                                    </p:anim>
                                  </p:childTnLst>
                                </p:cTn>
                              </p:par>
                              <p:par>
                                <p:cTn id="126" presetID="42" presetClass="entr" presetSubtype="0" fill="hold" grpId="0" nodeType="withEffect">
                                  <p:stCondLst>
                                    <p:cond delay="250"/>
                                  </p:stCondLst>
                                  <p:childTnLst>
                                    <p:set>
                                      <p:cBhvr>
                                        <p:cTn id="127" dur="1" fill="hold">
                                          <p:stCondLst>
                                            <p:cond delay="0"/>
                                          </p:stCondLst>
                                        </p:cTn>
                                        <p:tgtEl>
                                          <p:spTgt spid="23"/>
                                        </p:tgtEl>
                                        <p:attrNameLst>
                                          <p:attrName>style.visibility</p:attrName>
                                        </p:attrNameLst>
                                      </p:cBhvr>
                                      <p:to>
                                        <p:strVal val="visible"/>
                                      </p:to>
                                    </p:set>
                                    <p:animEffect transition="in" filter="fade">
                                      <p:cBhvr>
                                        <p:cTn id="128" dur="650"/>
                                        <p:tgtEl>
                                          <p:spTgt spid="23"/>
                                        </p:tgtEl>
                                      </p:cBhvr>
                                    </p:animEffect>
                                    <p:anim calcmode="lin" valueType="num">
                                      <p:cBhvr>
                                        <p:cTn id="129" dur="650" fill="hold"/>
                                        <p:tgtEl>
                                          <p:spTgt spid="23"/>
                                        </p:tgtEl>
                                        <p:attrNameLst>
                                          <p:attrName>ppt_x</p:attrName>
                                        </p:attrNameLst>
                                      </p:cBhvr>
                                      <p:tavLst>
                                        <p:tav tm="0">
                                          <p:val>
                                            <p:strVal val="#ppt_x"/>
                                          </p:val>
                                        </p:tav>
                                        <p:tav tm="100000">
                                          <p:val>
                                            <p:strVal val="#ppt_x"/>
                                          </p:val>
                                        </p:tav>
                                      </p:tavLst>
                                    </p:anim>
                                    <p:anim calcmode="lin" valueType="num">
                                      <p:cBhvr>
                                        <p:cTn id="130" dur="650" fill="hold"/>
                                        <p:tgtEl>
                                          <p:spTgt spid="23"/>
                                        </p:tgtEl>
                                        <p:attrNameLst>
                                          <p:attrName>ppt_y</p:attrName>
                                        </p:attrNameLst>
                                      </p:cBhvr>
                                      <p:tavLst>
                                        <p:tav tm="0">
                                          <p:val>
                                            <p:strVal val="#ppt_y+.1"/>
                                          </p:val>
                                        </p:tav>
                                        <p:tav tm="100000">
                                          <p:val>
                                            <p:strVal val="#ppt_y"/>
                                          </p:val>
                                        </p:tav>
                                      </p:tavLst>
                                    </p:anim>
                                  </p:childTnLst>
                                </p:cTn>
                              </p:par>
                              <p:par>
                                <p:cTn id="131" presetID="42" presetClass="entr" presetSubtype="0" fill="hold" grpId="0" nodeType="withEffect">
                                  <p:stCondLst>
                                    <p:cond delay="250"/>
                                  </p:stCondLst>
                                  <p:childTnLst>
                                    <p:set>
                                      <p:cBhvr>
                                        <p:cTn id="132" dur="1" fill="hold">
                                          <p:stCondLst>
                                            <p:cond delay="0"/>
                                          </p:stCondLst>
                                        </p:cTn>
                                        <p:tgtEl>
                                          <p:spTgt spid="24"/>
                                        </p:tgtEl>
                                        <p:attrNameLst>
                                          <p:attrName>style.visibility</p:attrName>
                                        </p:attrNameLst>
                                      </p:cBhvr>
                                      <p:to>
                                        <p:strVal val="visible"/>
                                      </p:to>
                                    </p:set>
                                    <p:animEffect transition="in" filter="fade">
                                      <p:cBhvr>
                                        <p:cTn id="133" dur="650"/>
                                        <p:tgtEl>
                                          <p:spTgt spid="24"/>
                                        </p:tgtEl>
                                      </p:cBhvr>
                                    </p:animEffect>
                                    <p:anim calcmode="lin" valueType="num">
                                      <p:cBhvr>
                                        <p:cTn id="134" dur="650" fill="hold"/>
                                        <p:tgtEl>
                                          <p:spTgt spid="24"/>
                                        </p:tgtEl>
                                        <p:attrNameLst>
                                          <p:attrName>ppt_x</p:attrName>
                                        </p:attrNameLst>
                                      </p:cBhvr>
                                      <p:tavLst>
                                        <p:tav tm="0">
                                          <p:val>
                                            <p:strVal val="#ppt_x"/>
                                          </p:val>
                                        </p:tav>
                                        <p:tav tm="100000">
                                          <p:val>
                                            <p:strVal val="#ppt_x"/>
                                          </p:val>
                                        </p:tav>
                                      </p:tavLst>
                                    </p:anim>
                                    <p:anim calcmode="lin" valueType="num">
                                      <p:cBhvr>
                                        <p:cTn id="135" dur="650" fill="hold"/>
                                        <p:tgtEl>
                                          <p:spTgt spid="24"/>
                                        </p:tgtEl>
                                        <p:attrNameLst>
                                          <p:attrName>ppt_y</p:attrName>
                                        </p:attrNameLst>
                                      </p:cBhvr>
                                      <p:tavLst>
                                        <p:tav tm="0">
                                          <p:val>
                                            <p:strVal val="#ppt_y+.1"/>
                                          </p:val>
                                        </p:tav>
                                        <p:tav tm="100000">
                                          <p:val>
                                            <p:strVal val="#ppt_y"/>
                                          </p:val>
                                        </p:tav>
                                      </p:tavLst>
                                    </p:anim>
                                  </p:childTnLst>
                                </p:cTn>
                              </p:par>
                              <p:par>
                                <p:cTn id="136" presetID="42" presetClass="entr" presetSubtype="0" fill="hold" grpId="0" nodeType="withEffect">
                                  <p:stCondLst>
                                    <p:cond delay="250"/>
                                  </p:stCondLst>
                                  <p:childTnLst>
                                    <p:set>
                                      <p:cBhvr>
                                        <p:cTn id="137" dur="1" fill="hold">
                                          <p:stCondLst>
                                            <p:cond delay="0"/>
                                          </p:stCondLst>
                                        </p:cTn>
                                        <p:tgtEl>
                                          <p:spTgt spid="25"/>
                                        </p:tgtEl>
                                        <p:attrNameLst>
                                          <p:attrName>style.visibility</p:attrName>
                                        </p:attrNameLst>
                                      </p:cBhvr>
                                      <p:to>
                                        <p:strVal val="visible"/>
                                      </p:to>
                                    </p:set>
                                    <p:animEffect transition="in" filter="fade">
                                      <p:cBhvr>
                                        <p:cTn id="138" dur="650"/>
                                        <p:tgtEl>
                                          <p:spTgt spid="25"/>
                                        </p:tgtEl>
                                      </p:cBhvr>
                                    </p:animEffect>
                                    <p:anim calcmode="lin" valueType="num">
                                      <p:cBhvr>
                                        <p:cTn id="139" dur="650" fill="hold"/>
                                        <p:tgtEl>
                                          <p:spTgt spid="25"/>
                                        </p:tgtEl>
                                        <p:attrNameLst>
                                          <p:attrName>ppt_x</p:attrName>
                                        </p:attrNameLst>
                                      </p:cBhvr>
                                      <p:tavLst>
                                        <p:tav tm="0">
                                          <p:val>
                                            <p:strVal val="#ppt_x"/>
                                          </p:val>
                                        </p:tav>
                                        <p:tav tm="100000">
                                          <p:val>
                                            <p:strVal val="#ppt_x"/>
                                          </p:val>
                                        </p:tav>
                                      </p:tavLst>
                                    </p:anim>
                                    <p:anim calcmode="lin" valueType="num">
                                      <p:cBhvr>
                                        <p:cTn id="140" dur="650" fill="hold"/>
                                        <p:tgtEl>
                                          <p:spTgt spid="25"/>
                                        </p:tgtEl>
                                        <p:attrNameLst>
                                          <p:attrName>ppt_y</p:attrName>
                                        </p:attrNameLst>
                                      </p:cBhvr>
                                      <p:tavLst>
                                        <p:tav tm="0">
                                          <p:val>
                                            <p:strVal val="#ppt_y+.1"/>
                                          </p:val>
                                        </p:tav>
                                        <p:tav tm="100000">
                                          <p:val>
                                            <p:strVal val="#ppt_y"/>
                                          </p:val>
                                        </p:tav>
                                      </p:tavLst>
                                    </p:anim>
                                  </p:childTnLst>
                                </p:cTn>
                              </p:par>
                              <p:par>
                                <p:cTn id="141" presetID="42" presetClass="entr" presetSubtype="0" fill="hold" grpId="0" nodeType="withEffect">
                                  <p:stCondLst>
                                    <p:cond delay="250"/>
                                  </p:stCondLst>
                                  <p:childTnLst>
                                    <p:set>
                                      <p:cBhvr>
                                        <p:cTn id="142" dur="1" fill="hold">
                                          <p:stCondLst>
                                            <p:cond delay="0"/>
                                          </p:stCondLst>
                                        </p:cTn>
                                        <p:tgtEl>
                                          <p:spTgt spid="26"/>
                                        </p:tgtEl>
                                        <p:attrNameLst>
                                          <p:attrName>style.visibility</p:attrName>
                                        </p:attrNameLst>
                                      </p:cBhvr>
                                      <p:to>
                                        <p:strVal val="visible"/>
                                      </p:to>
                                    </p:set>
                                    <p:animEffect transition="in" filter="fade">
                                      <p:cBhvr>
                                        <p:cTn id="143" dur="650"/>
                                        <p:tgtEl>
                                          <p:spTgt spid="26"/>
                                        </p:tgtEl>
                                      </p:cBhvr>
                                    </p:animEffect>
                                    <p:anim calcmode="lin" valueType="num">
                                      <p:cBhvr>
                                        <p:cTn id="144" dur="650" fill="hold"/>
                                        <p:tgtEl>
                                          <p:spTgt spid="26"/>
                                        </p:tgtEl>
                                        <p:attrNameLst>
                                          <p:attrName>ppt_x</p:attrName>
                                        </p:attrNameLst>
                                      </p:cBhvr>
                                      <p:tavLst>
                                        <p:tav tm="0">
                                          <p:val>
                                            <p:strVal val="#ppt_x"/>
                                          </p:val>
                                        </p:tav>
                                        <p:tav tm="100000">
                                          <p:val>
                                            <p:strVal val="#ppt_x"/>
                                          </p:val>
                                        </p:tav>
                                      </p:tavLst>
                                    </p:anim>
                                    <p:anim calcmode="lin" valueType="num">
                                      <p:cBhvr>
                                        <p:cTn id="145" dur="650" fill="hold"/>
                                        <p:tgtEl>
                                          <p:spTgt spid="26"/>
                                        </p:tgtEl>
                                        <p:attrNameLst>
                                          <p:attrName>ppt_y</p:attrName>
                                        </p:attrNameLst>
                                      </p:cBhvr>
                                      <p:tavLst>
                                        <p:tav tm="0">
                                          <p:val>
                                            <p:strVal val="#ppt_y+.1"/>
                                          </p:val>
                                        </p:tav>
                                        <p:tav tm="100000">
                                          <p:val>
                                            <p:strVal val="#ppt_y"/>
                                          </p:val>
                                        </p:tav>
                                      </p:tavLst>
                                    </p:anim>
                                  </p:childTnLst>
                                </p:cTn>
                              </p:par>
                              <p:par>
                                <p:cTn id="146" presetID="42" presetClass="entr" presetSubtype="0" fill="hold" grpId="0" nodeType="withEffect">
                                  <p:stCondLst>
                                    <p:cond delay="250"/>
                                  </p:stCondLst>
                                  <p:childTnLst>
                                    <p:set>
                                      <p:cBhvr>
                                        <p:cTn id="147" dur="1" fill="hold">
                                          <p:stCondLst>
                                            <p:cond delay="0"/>
                                          </p:stCondLst>
                                        </p:cTn>
                                        <p:tgtEl>
                                          <p:spTgt spid="27"/>
                                        </p:tgtEl>
                                        <p:attrNameLst>
                                          <p:attrName>style.visibility</p:attrName>
                                        </p:attrNameLst>
                                      </p:cBhvr>
                                      <p:to>
                                        <p:strVal val="visible"/>
                                      </p:to>
                                    </p:set>
                                    <p:animEffect transition="in" filter="fade">
                                      <p:cBhvr>
                                        <p:cTn id="148" dur="650"/>
                                        <p:tgtEl>
                                          <p:spTgt spid="27"/>
                                        </p:tgtEl>
                                      </p:cBhvr>
                                    </p:animEffect>
                                    <p:anim calcmode="lin" valueType="num">
                                      <p:cBhvr>
                                        <p:cTn id="149" dur="650" fill="hold"/>
                                        <p:tgtEl>
                                          <p:spTgt spid="27"/>
                                        </p:tgtEl>
                                        <p:attrNameLst>
                                          <p:attrName>ppt_x</p:attrName>
                                        </p:attrNameLst>
                                      </p:cBhvr>
                                      <p:tavLst>
                                        <p:tav tm="0">
                                          <p:val>
                                            <p:strVal val="#ppt_x"/>
                                          </p:val>
                                        </p:tav>
                                        <p:tav tm="100000">
                                          <p:val>
                                            <p:strVal val="#ppt_x"/>
                                          </p:val>
                                        </p:tav>
                                      </p:tavLst>
                                    </p:anim>
                                    <p:anim calcmode="lin" valueType="num">
                                      <p:cBhvr>
                                        <p:cTn id="150" dur="650" fill="hold"/>
                                        <p:tgtEl>
                                          <p:spTgt spid="27"/>
                                        </p:tgtEl>
                                        <p:attrNameLst>
                                          <p:attrName>ppt_y</p:attrName>
                                        </p:attrNameLst>
                                      </p:cBhvr>
                                      <p:tavLst>
                                        <p:tav tm="0">
                                          <p:val>
                                            <p:strVal val="#ppt_y+.1"/>
                                          </p:val>
                                        </p:tav>
                                        <p:tav tm="100000">
                                          <p:val>
                                            <p:strVal val="#ppt_y"/>
                                          </p:val>
                                        </p:tav>
                                      </p:tavLst>
                                    </p:anim>
                                  </p:childTnLst>
                                </p:cTn>
                              </p:par>
                              <p:par>
                                <p:cTn id="151" presetID="42" presetClass="entr" presetSubtype="0" fill="hold" grpId="0" nodeType="withEffect">
                                  <p:stCondLst>
                                    <p:cond delay="250"/>
                                  </p:stCondLst>
                                  <p:childTnLst>
                                    <p:set>
                                      <p:cBhvr>
                                        <p:cTn id="152" dur="1" fill="hold">
                                          <p:stCondLst>
                                            <p:cond delay="0"/>
                                          </p:stCondLst>
                                        </p:cTn>
                                        <p:tgtEl>
                                          <p:spTgt spid="28"/>
                                        </p:tgtEl>
                                        <p:attrNameLst>
                                          <p:attrName>style.visibility</p:attrName>
                                        </p:attrNameLst>
                                      </p:cBhvr>
                                      <p:to>
                                        <p:strVal val="visible"/>
                                      </p:to>
                                    </p:set>
                                    <p:animEffect transition="in" filter="fade">
                                      <p:cBhvr>
                                        <p:cTn id="153" dur="650"/>
                                        <p:tgtEl>
                                          <p:spTgt spid="28"/>
                                        </p:tgtEl>
                                      </p:cBhvr>
                                    </p:animEffect>
                                    <p:anim calcmode="lin" valueType="num">
                                      <p:cBhvr>
                                        <p:cTn id="154" dur="650" fill="hold"/>
                                        <p:tgtEl>
                                          <p:spTgt spid="28"/>
                                        </p:tgtEl>
                                        <p:attrNameLst>
                                          <p:attrName>ppt_x</p:attrName>
                                        </p:attrNameLst>
                                      </p:cBhvr>
                                      <p:tavLst>
                                        <p:tav tm="0">
                                          <p:val>
                                            <p:strVal val="#ppt_x"/>
                                          </p:val>
                                        </p:tav>
                                        <p:tav tm="100000">
                                          <p:val>
                                            <p:strVal val="#ppt_x"/>
                                          </p:val>
                                        </p:tav>
                                      </p:tavLst>
                                    </p:anim>
                                    <p:anim calcmode="lin" valueType="num">
                                      <p:cBhvr>
                                        <p:cTn id="155" dur="650" fill="hold"/>
                                        <p:tgtEl>
                                          <p:spTgt spid="28"/>
                                        </p:tgtEl>
                                        <p:attrNameLst>
                                          <p:attrName>ppt_y</p:attrName>
                                        </p:attrNameLst>
                                      </p:cBhvr>
                                      <p:tavLst>
                                        <p:tav tm="0">
                                          <p:val>
                                            <p:strVal val="#ppt_y+.1"/>
                                          </p:val>
                                        </p:tav>
                                        <p:tav tm="100000">
                                          <p:val>
                                            <p:strVal val="#ppt_y"/>
                                          </p:val>
                                        </p:tav>
                                      </p:tavLst>
                                    </p:anim>
                                  </p:childTnLst>
                                </p:cTn>
                              </p:par>
                              <p:par>
                                <p:cTn id="156" presetID="42" presetClass="entr" presetSubtype="0" fill="hold" grpId="0" nodeType="withEffect">
                                  <p:stCondLst>
                                    <p:cond delay="250"/>
                                  </p:stCondLst>
                                  <p:childTnLst>
                                    <p:set>
                                      <p:cBhvr>
                                        <p:cTn id="157" dur="1" fill="hold">
                                          <p:stCondLst>
                                            <p:cond delay="0"/>
                                          </p:stCondLst>
                                        </p:cTn>
                                        <p:tgtEl>
                                          <p:spTgt spid="29"/>
                                        </p:tgtEl>
                                        <p:attrNameLst>
                                          <p:attrName>style.visibility</p:attrName>
                                        </p:attrNameLst>
                                      </p:cBhvr>
                                      <p:to>
                                        <p:strVal val="visible"/>
                                      </p:to>
                                    </p:set>
                                    <p:animEffect transition="in" filter="fade">
                                      <p:cBhvr>
                                        <p:cTn id="158" dur="650"/>
                                        <p:tgtEl>
                                          <p:spTgt spid="29"/>
                                        </p:tgtEl>
                                      </p:cBhvr>
                                    </p:animEffect>
                                    <p:anim calcmode="lin" valueType="num">
                                      <p:cBhvr>
                                        <p:cTn id="159" dur="650" fill="hold"/>
                                        <p:tgtEl>
                                          <p:spTgt spid="29"/>
                                        </p:tgtEl>
                                        <p:attrNameLst>
                                          <p:attrName>ppt_x</p:attrName>
                                        </p:attrNameLst>
                                      </p:cBhvr>
                                      <p:tavLst>
                                        <p:tav tm="0">
                                          <p:val>
                                            <p:strVal val="#ppt_x"/>
                                          </p:val>
                                        </p:tav>
                                        <p:tav tm="100000">
                                          <p:val>
                                            <p:strVal val="#ppt_x"/>
                                          </p:val>
                                        </p:tav>
                                      </p:tavLst>
                                    </p:anim>
                                    <p:anim calcmode="lin" valueType="num">
                                      <p:cBhvr>
                                        <p:cTn id="160" dur="650" fill="hold"/>
                                        <p:tgtEl>
                                          <p:spTgt spid="29"/>
                                        </p:tgtEl>
                                        <p:attrNameLst>
                                          <p:attrName>ppt_y</p:attrName>
                                        </p:attrNameLst>
                                      </p:cBhvr>
                                      <p:tavLst>
                                        <p:tav tm="0">
                                          <p:val>
                                            <p:strVal val="#ppt_y+.1"/>
                                          </p:val>
                                        </p:tav>
                                        <p:tav tm="100000">
                                          <p:val>
                                            <p:strVal val="#ppt_y"/>
                                          </p:val>
                                        </p:tav>
                                      </p:tavLst>
                                    </p:anim>
                                  </p:childTnLst>
                                </p:cTn>
                              </p:par>
                              <p:par>
                                <p:cTn id="161" presetID="42" presetClass="entr" presetSubtype="0" fill="hold" grpId="0" nodeType="withEffect">
                                  <p:stCondLst>
                                    <p:cond delay="250"/>
                                  </p:stCondLst>
                                  <p:childTnLst>
                                    <p:set>
                                      <p:cBhvr>
                                        <p:cTn id="162" dur="1" fill="hold">
                                          <p:stCondLst>
                                            <p:cond delay="0"/>
                                          </p:stCondLst>
                                        </p:cTn>
                                        <p:tgtEl>
                                          <p:spTgt spid="30"/>
                                        </p:tgtEl>
                                        <p:attrNameLst>
                                          <p:attrName>style.visibility</p:attrName>
                                        </p:attrNameLst>
                                      </p:cBhvr>
                                      <p:to>
                                        <p:strVal val="visible"/>
                                      </p:to>
                                    </p:set>
                                    <p:animEffect transition="in" filter="fade">
                                      <p:cBhvr>
                                        <p:cTn id="163" dur="650"/>
                                        <p:tgtEl>
                                          <p:spTgt spid="30"/>
                                        </p:tgtEl>
                                      </p:cBhvr>
                                    </p:animEffect>
                                    <p:anim calcmode="lin" valueType="num">
                                      <p:cBhvr>
                                        <p:cTn id="164" dur="650" fill="hold"/>
                                        <p:tgtEl>
                                          <p:spTgt spid="30"/>
                                        </p:tgtEl>
                                        <p:attrNameLst>
                                          <p:attrName>ppt_x</p:attrName>
                                        </p:attrNameLst>
                                      </p:cBhvr>
                                      <p:tavLst>
                                        <p:tav tm="0">
                                          <p:val>
                                            <p:strVal val="#ppt_x"/>
                                          </p:val>
                                        </p:tav>
                                        <p:tav tm="100000">
                                          <p:val>
                                            <p:strVal val="#ppt_x"/>
                                          </p:val>
                                        </p:tav>
                                      </p:tavLst>
                                    </p:anim>
                                    <p:anim calcmode="lin" valueType="num">
                                      <p:cBhvr>
                                        <p:cTn id="165" dur="650" fill="hold"/>
                                        <p:tgtEl>
                                          <p:spTgt spid="30"/>
                                        </p:tgtEl>
                                        <p:attrNameLst>
                                          <p:attrName>ppt_y</p:attrName>
                                        </p:attrNameLst>
                                      </p:cBhvr>
                                      <p:tavLst>
                                        <p:tav tm="0">
                                          <p:val>
                                            <p:strVal val="#ppt_y+.1"/>
                                          </p:val>
                                        </p:tav>
                                        <p:tav tm="100000">
                                          <p:val>
                                            <p:strVal val="#ppt_y"/>
                                          </p:val>
                                        </p:tav>
                                      </p:tavLst>
                                    </p:anim>
                                  </p:childTnLst>
                                </p:cTn>
                              </p:par>
                              <p:par>
                                <p:cTn id="166" presetID="42" presetClass="entr" presetSubtype="0" fill="hold" grpId="0" nodeType="withEffect">
                                  <p:stCondLst>
                                    <p:cond delay="250"/>
                                  </p:stCondLst>
                                  <p:childTnLst>
                                    <p:set>
                                      <p:cBhvr>
                                        <p:cTn id="167" dur="1" fill="hold">
                                          <p:stCondLst>
                                            <p:cond delay="0"/>
                                          </p:stCondLst>
                                        </p:cTn>
                                        <p:tgtEl>
                                          <p:spTgt spid="31"/>
                                        </p:tgtEl>
                                        <p:attrNameLst>
                                          <p:attrName>style.visibility</p:attrName>
                                        </p:attrNameLst>
                                      </p:cBhvr>
                                      <p:to>
                                        <p:strVal val="visible"/>
                                      </p:to>
                                    </p:set>
                                    <p:animEffect transition="in" filter="fade">
                                      <p:cBhvr>
                                        <p:cTn id="168" dur="650"/>
                                        <p:tgtEl>
                                          <p:spTgt spid="31"/>
                                        </p:tgtEl>
                                      </p:cBhvr>
                                    </p:animEffect>
                                    <p:anim calcmode="lin" valueType="num">
                                      <p:cBhvr>
                                        <p:cTn id="169" dur="650" fill="hold"/>
                                        <p:tgtEl>
                                          <p:spTgt spid="31"/>
                                        </p:tgtEl>
                                        <p:attrNameLst>
                                          <p:attrName>ppt_x</p:attrName>
                                        </p:attrNameLst>
                                      </p:cBhvr>
                                      <p:tavLst>
                                        <p:tav tm="0">
                                          <p:val>
                                            <p:strVal val="#ppt_x"/>
                                          </p:val>
                                        </p:tav>
                                        <p:tav tm="100000">
                                          <p:val>
                                            <p:strVal val="#ppt_x"/>
                                          </p:val>
                                        </p:tav>
                                      </p:tavLst>
                                    </p:anim>
                                    <p:anim calcmode="lin" valueType="num">
                                      <p:cBhvr>
                                        <p:cTn id="170" dur="650" fill="hold"/>
                                        <p:tgtEl>
                                          <p:spTgt spid="31"/>
                                        </p:tgtEl>
                                        <p:attrNameLst>
                                          <p:attrName>ppt_y</p:attrName>
                                        </p:attrNameLst>
                                      </p:cBhvr>
                                      <p:tavLst>
                                        <p:tav tm="0">
                                          <p:val>
                                            <p:strVal val="#ppt_y+.1"/>
                                          </p:val>
                                        </p:tav>
                                        <p:tav tm="100000">
                                          <p:val>
                                            <p:strVal val="#ppt_y"/>
                                          </p:val>
                                        </p:tav>
                                      </p:tavLst>
                                    </p:anim>
                                  </p:childTnLst>
                                </p:cTn>
                              </p:par>
                              <p:par>
                                <p:cTn id="171" presetID="42" presetClass="entr" presetSubtype="0" fill="hold" grpId="0" nodeType="withEffect">
                                  <p:stCondLst>
                                    <p:cond delay="250"/>
                                  </p:stCondLst>
                                  <p:childTnLst>
                                    <p:set>
                                      <p:cBhvr>
                                        <p:cTn id="172" dur="1" fill="hold">
                                          <p:stCondLst>
                                            <p:cond delay="0"/>
                                          </p:stCondLst>
                                        </p:cTn>
                                        <p:tgtEl>
                                          <p:spTgt spid="32"/>
                                        </p:tgtEl>
                                        <p:attrNameLst>
                                          <p:attrName>style.visibility</p:attrName>
                                        </p:attrNameLst>
                                      </p:cBhvr>
                                      <p:to>
                                        <p:strVal val="visible"/>
                                      </p:to>
                                    </p:set>
                                    <p:animEffect transition="in" filter="fade">
                                      <p:cBhvr>
                                        <p:cTn id="173" dur="650"/>
                                        <p:tgtEl>
                                          <p:spTgt spid="32"/>
                                        </p:tgtEl>
                                      </p:cBhvr>
                                    </p:animEffect>
                                    <p:anim calcmode="lin" valueType="num">
                                      <p:cBhvr>
                                        <p:cTn id="174" dur="650" fill="hold"/>
                                        <p:tgtEl>
                                          <p:spTgt spid="32"/>
                                        </p:tgtEl>
                                        <p:attrNameLst>
                                          <p:attrName>ppt_x</p:attrName>
                                        </p:attrNameLst>
                                      </p:cBhvr>
                                      <p:tavLst>
                                        <p:tav tm="0">
                                          <p:val>
                                            <p:strVal val="#ppt_x"/>
                                          </p:val>
                                        </p:tav>
                                        <p:tav tm="100000">
                                          <p:val>
                                            <p:strVal val="#ppt_x"/>
                                          </p:val>
                                        </p:tav>
                                      </p:tavLst>
                                    </p:anim>
                                    <p:anim calcmode="lin" valueType="num">
                                      <p:cBhvr>
                                        <p:cTn id="175" dur="650" fill="hold"/>
                                        <p:tgtEl>
                                          <p:spTgt spid="32"/>
                                        </p:tgtEl>
                                        <p:attrNameLst>
                                          <p:attrName>ppt_y</p:attrName>
                                        </p:attrNameLst>
                                      </p:cBhvr>
                                      <p:tavLst>
                                        <p:tav tm="0">
                                          <p:val>
                                            <p:strVal val="#ppt_y+.1"/>
                                          </p:val>
                                        </p:tav>
                                        <p:tav tm="100000">
                                          <p:val>
                                            <p:strVal val="#ppt_y"/>
                                          </p:val>
                                        </p:tav>
                                      </p:tavLst>
                                    </p:anim>
                                  </p:childTnLst>
                                </p:cTn>
                              </p:par>
                              <p:par>
                                <p:cTn id="176" presetID="42" presetClass="entr" presetSubtype="0" fill="hold" grpId="0" nodeType="withEffect">
                                  <p:stCondLst>
                                    <p:cond delay="250"/>
                                  </p:stCondLst>
                                  <p:childTnLst>
                                    <p:set>
                                      <p:cBhvr>
                                        <p:cTn id="177" dur="1" fill="hold">
                                          <p:stCondLst>
                                            <p:cond delay="0"/>
                                          </p:stCondLst>
                                        </p:cTn>
                                        <p:tgtEl>
                                          <p:spTgt spid="33"/>
                                        </p:tgtEl>
                                        <p:attrNameLst>
                                          <p:attrName>style.visibility</p:attrName>
                                        </p:attrNameLst>
                                      </p:cBhvr>
                                      <p:to>
                                        <p:strVal val="visible"/>
                                      </p:to>
                                    </p:set>
                                    <p:animEffect transition="in" filter="fade">
                                      <p:cBhvr>
                                        <p:cTn id="178" dur="650"/>
                                        <p:tgtEl>
                                          <p:spTgt spid="33"/>
                                        </p:tgtEl>
                                      </p:cBhvr>
                                    </p:animEffect>
                                    <p:anim calcmode="lin" valueType="num">
                                      <p:cBhvr>
                                        <p:cTn id="179" dur="650" fill="hold"/>
                                        <p:tgtEl>
                                          <p:spTgt spid="33"/>
                                        </p:tgtEl>
                                        <p:attrNameLst>
                                          <p:attrName>ppt_x</p:attrName>
                                        </p:attrNameLst>
                                      </p:cBhvr>
                                      <p:tavLst>
                                        <p:tav tm="0">
                                          <p:val>
                                            <p:strVal val="#ppt_x"/>
                                          </p:val>
                                        </p:tav>
                                        <p:tav tm="100000">
                                          <p:val>
                                            <p:strVal val="#ppt_x"/>
                                          </p:val>
                                        </p:tav>
                                      </p:tavLst>
                                    </p:anim>
                                    <p:anim calcmode="lin" valueType="num">
                                      <p:cBhvr>
                                        <p:cTn id="180" dur="650" fill="hold"/>
                                        <p:tgtEl>
                                          <p:spTgt spid="33"/>
                                        </p:tgtEl>
                                        <p:attrNameLst>
                                          <p:attrName>ppt_y</p:attrName>
                                        </p:attrNameLst>
                                      </p:cBhvr>
                                      <p:tavLst>
                                        <p:tav tm="0">
                                          <p:val>
                                            <p:strVal val="#ppt_y+.1"/>
                                          </p:val>
                                        </p:tav>
                                        <p:tav tm="100000">
                                          <p:val>
                                            <p:strVal val="#ppt_y"/>
                                          </p:val>
                                        </p:tav>
                                      </p:tavLst>
                                    </p:anim>
                                  </p:childTnLst>
                                </p:cTn>
                              </p:par>
                              <p:par>
                                <p:cTn id="181" presetID="42" presetClass="entr" presetSubtype="0" fill="hold" grpId="0" nodeType="withEffect">
                                  <p:stCondLst>
                                    <p:cond delay="250"/>
                                  </p:stCondLst>
                                  <p:childTnLst>
                                    <p:set>
                                      <p:cBhvr>
                                        <p:cTn id="182" dur="1" fill="hold">
                                          <p:stCondLst>
                                            <p:cond delay="0"/>
                                          </p:stCondLst>
                                        </p:cTn>
                                        <p:tgtEl>
                                          <p:spTgt spid="34"/>
                                        </p:tgtEl>
                                        <p:attrNameLst>
                                          <p:attrName>style.visibility</p:attrName>
                                        </p:attrNameLst>
                                      </p:cBhvr>
                                      <p:to>
                                        <p:strVal val="visible"/>
                                      </p:to>
                                    </p:set>
                                    <p:animEffect transition="in" filter="fade">
                                      <p:cBhvr>
                                        <p:cTn id="183" dur="650"/>
                                        <p:tgtEl>
                                          <p:spTgt spid="34"/>
                                        </p:tgtEl>
                                      </p:cBhvr>
                                    </p:animEffect>
                                    <p:anim calcmode="lin" valueType="num">
                                      <p:cBhvr>
                                        <p:cTn id="184" dur="650" fill="hold"/>
                                        <p:tgtEl>
                                          <p:spTgt spid="34"/>
                                        </p:tgtEl>
                                        <p:attrNameLst>
                                          <p:attrName>ppt_x</p:attrName>
                                        </p:attrNameLst>
                                      </p:cBhvr>
                                      <p:tavLst>
                                        <p:tav tm="0">
                                          <p:val>
                                            <p:strVal val="#ppt_x"/>
                                          </p:val>
                                        </p:tav>
                                        <p:tav tm="100000">
                                          <p:val>
                                            <p:strVal val="#ppt_x"/>
                                          </p:val>
                                        </p:tav>
                                      </p:tavLst>
                                    </p:anim>
                                    <p:anim calcmode="lin" valueType="num">
                                      <p:cBhvr>
                                        <p:cTn id="185" dur="650" fill="hold"/>
                                        <p:tgtEl>
                                          <p:spTgt spid="34"/>
                                        </p:tgtEl>
                                        <p:attrNameLst>
                                          <p:attrName>ppt_y</p:attrName>
                                        </p:attrNameLst>
                                      </p:cBhvr>
                                      <p:tavLst>
                                        <p:tav tm="0">
                                          <p:val>
                                            <p:strVal val="#ppt_y+.1"/>
                                          </p:val>
                                        </p:tav>
                                        <p:tav tm="100000">
                                          <p:val>
                                            <p:strVal val="#ppt_y"/>
                                          </p:val>
                                        </p:tav>
                                      </p:tavLst>
                                    </p:anim>
                                  </p:childTnLst>
                                </p:cTn>
                              </p:par>
                              <p:par>
                                <p:cTn id="186" presetID="42" presetClass="entr" presetSubtype="0" fill="hold" grpId="0" nodeType="withEffect">
                                  <p:stCondLst>
                                    <p:cond delay="250"/>
                                  </p:stCondLst>
                                  <p:childTnLst>
                                    <p:set>
                                      <p:cBhvr>
                                        <p:cTn id="187" dur="1" fill="hold">
                                          <p:stCondLst>
                                            <p:cond delay="0"/>
                                          </p:stCondLst>
                                        </p:cTn>
                                        <p:tgtEl>
                                          <p:spTgt spid="35"/>
                                        </p:tgtEl>
                                        <p:attrNameLst>
                                          <p:attrName>style.visibility</p:attrName>
                                        </p:attrNameLst>
                                      </p:cBhvr>
                                      <p:to>
                                        <p:strVal val="visible"/>
                                      </p:to>
                                    </p:set>
                                    <p:animEffect transition="in" filter="fade">
                                      <p:cBhvr>
                                        <p:cTn id="188" dur="650"/>
                                        <p:tgtEl>
                                          <p:spTgt spid="35"/>
                                        </p:tgtEl>
                                      </p:cBhvr>
                                    </p:animEffect>
                                    <p:anim calcmode="lin" valueType="num">
                                      <p:cBhvr>
                                        <p:cTn id="189" dur="650" fill="hold"/>
                                        <p:tgtEl>
                                          <p:spTgt spid="35"/>
                                        </p:tgtEl>
                                        <p:attrNameLst>
                                          <p:attrName>ppt_x</p:attrName>
                                        </p:attrNameLst>
                                      </p:cBhvr>
                                      <p:tavLst>
                                        <p:tav tm="0">
                                          <p:val>
                                            <p:strVal val="#ppt_x"/>
                                          </p:val>
                                        </p:tav>
                                        <p:tav tm="100000">
                                          <p:val>
                                            <p:strVal val="#ppt_x"/>
                                          </p:val>
                                        </p:tav>
                                      </p:tavLst>
                                    </p:anim>
                                    <p:anim calcmode="lin" valueType="num">
                                      <p:cBhvr>
                                        <p:cTn id="190" dur="650" fill="hold"/>
                                        <p:tgtEl>
                                          <p:spTgt spid="35"/>
                                        </p:tgtEl>
                                        <p:attrNameLst>
                                          <p:attrName>ppt_y</p:attrName>
                                        </p:attrNameLst>
                                      </p:cBhvr>
                                      <p:tavLst>
                                        <p:tav tm="0">
                                          <p:val>
                                            <p:strVal val="#ppt_y+.1"/>
                                          </p:val>
                                        </p:tav>
                                        <p:tav tm="100000">
                                          <p:val>
                                            <p:strVal val="#ppt_y"/>
                                          </p:val>
                                        </p:tav>
                                      </p:tavLst>
                                    </p:anim>
                                  </p:childTnLst>
                                </p:cTn>
                              </p:par>
                              <p:par>
                                <p:cTn id="191" presetID="42" presetClass="entr" presetSubtype="0" fill="hold" grpId="0" nodeType="withEffect">
                                  <p:stCondLst>
                                    <p:cond delay="250"/>
                                  </p:stCondLst>
                                  <p:childTnLst>
                                    <p:set>
                                      <p:cBhvr>
                                        <p:cTn id="192" dur="1" fill="hold">
                                          <p:stCondLst>
                                            <p:cond delay="0"/>
                                          </p:stCondLst>
                                        </p:cTn>
                                        <p:tgtEl>
                                          <p:spTgt spid="36"/>
                                        </p:tgtEl>
                                        <p:attrNameLst>
                                          <p:attrName>style.visibility</p:attrName>
                                        </p:attrNameLst>
                                      </p:cBhvr>
                                      <p:to>
                                        <p:strVal val="visible"/>
                                      </p:to>
                                    </p:set>
                                    <p:animEffect transition="in" filter="fade">
                                      <p:cBhvr>
                                        <p:cTn id="193" dur="650"/>
                                        <p:tgtEl>
                                          <p:spTgt spid="36"/>
                                        </p:tgtEl>
                                      </p:cBhvr>
                                    </p:animEffect>
                                    <p:anim calcmode="lin" valueType="num">
                                      <p:cBhvr>
                                        <p:cTn id="194" dur="650" fill="hold"/>
                                        <p:tgtEl>
                                          <p:spTgt spid="36"/>
                                        </p:tgtEl>
                                        <p:attrNameLst>
                                          <p:attrName>ppt_x</p:attrName>
                                        </p:attrNameLst>
                                      </p:cBhvr>
                                      <p:tavLst>
                                        <p:tav tm="0">
                                          <p:val>
                                            <p:strVal val="#ppt_x"/>
                                          </p:val>
                                        </p:tav>
                                        <p:tav tm="100000">
                                          <p:val>
                                            <p:strVal val="#ppt_x"/>
                                          </p:val>
                                        </p:tav>
                                      </p:tavLst>
                                    </p:anim>
                                    <p:anim calcmode="lin" valueType="num">
                                      <p:cBhvr>
                                        <p:cTn id="195" dur="650" fill="hold"/>
                                        <p:tgtEl>
                                          <p:spTgt spid="36"/>
                                        </p:tgtEl>
                                        <p:attrNameLst>
                                          <p:attrName>ppt_y</p:attrName>
                                        </p:attrNameLst>
                                      </p:cBhvr>
                                      <p:tavLst>
                                        <p:tav tm="0">
                                          <p:val>
                                            <p:strVal val="#ppt_y+.1"/>
                                          </p:val>
                                        </p:tav>
                                        <p:tav tm="100000">
                                          <p:val>
                                            <p:strVal val="#ppt_y"/>
                                          </p:val>
                                        </p:tav>
                                      </p:tavLst>
                                    </p:anim>
                                  </p:childTnLst>
                                </p:cTn>
                              </p:par>
                              <p:par>
                                <p:cTn id="196" presetID="42" presetClass="entr" presetSubtype="0" fill="hold" grpId="0" nodeType="withEffect">
                                  <p:stCondLst>
                                    <p:cond delay="250"/>
                                  </p:stCondLst>
                                  <p:childTnLst>
                                    <p:set>
                                      <p:cBhvr>
                                        <p:cTn id="197" dur="1" fill="hold">
                                          <p:stCondLst>
                                            <p:cond delay="0"/>
                                          </p:stCondLst>
                                        </p:cTn>
                                        <p:tgtEl>
                                          <p:spTgt spid="37"/>
                                        </p:tgtEl>
                                        <p:attrNameLst>
                                          <p:attrName>style.visibility</p:attrName>
                                        </p:attrNameLst>
                                      </p:cBhvr>
                                      <p:to>
                                        <p:strVal val="visible"/>
                                      </p:to>
                                    </p:set>
                                    <p:animEffect transition="in" filter="fade">
                                      <p:cBhvr>
                                        <p:cTn id="198" dur="650"/>
                                        <p:tgtEl>
                                          <p:spTgt spid="37"/>
                                        </p:tgtEl>
                                      </p:cBhvr>
                                    </p:animEffect>
                                    <p:anim calcmode="lin" valueType="num">
                                      <p:cBhvr>
                                        <p:cTn id="199" dur="650" fill="hold"/>
                                        <p:tgtEl>
                                          <p:spTgt spid="37"/>
                                        </p:tgtEl>
                                        <p:attrNameLst>
                                          <p:attrName>ppt_x</p:attrName>
                                        </p:attrNameLst>
                                      </p:cBhvr>
                                      <p:tavLst>
                                        <p:tav tm="0">
                                          <p:val>
                                            <p:strVal val="#ppt_x"/>
                                          </p:val>
                                        </p:tav>
                                        <p:tav tm="100000">
                                          <p:val>
                                            <p:strVal val="#ppt_x"/>
                                          </p:val>
                                        </p:tav>
                                      </p:tavLst>
                                    </p:anim>
                                    <p:anim calcmode="lin" valueType="num">
                                      <p:cBhvr>
                                        <p:cTn id="200" dur="650" fill="hold"/>
                                        <p:tgtEl>
                                          <p:spTgt spid="37"/>
                                        </p:tgtEl>
                                        <p:attrNameLst>
                                          <p:attrName>ppt_y</p:attrName>
                                        </p:attrNameLst>
                                      </p:cBhvr>
                                      <p:tavLst>
                                        <p:tav tm="0">
                                          <p:val>
                                            <p:strVal val="#ppt_y+.1"/>
                                          </p:val>
                                        </p:tav>
                                        <p:tav tm="100000">
                                          <p:val>
                                            <p:strVal val="#ppt_y"/>
                                          </p:val>
                                        </p:tav>
                                      </p:tavLst>
                                    </p:anim>
                                  </p:childTnLst>
                                </p:cTn>
                              </p:par>
                              <p:par>
                                <p:cTn id="201" presetID="42" presetClass="entr" presetSubtype="0" fill="hold" grpId="0" nodeType="withEffect">
                                  <p:stCondLst>
                                    <p:cond delay="250"/>
                                  </p:stCondLst>
                                  <p:childTnLst>
                                    <p:set>
                                      <p:cBhvr>
                                        <p:cTn id="202" dur="1" fill="hold">
                                          <p:stCondLst>
                                            <p:cond delay="0"/>
                                          </p:stCondLst>
                                        </p:cTn>
                                        <p:tgtEl>
                                          <p:spTgt spid="38"/>
                                        </p:tgtEl>
                                        <p:attrNameLst>
                                          <p:attrName>style.visibility</p:attrName>
                                        </p:attrNameLst>
                                      </p:cBhvr>
                                      <p:to>
                                        <p:strVal val="visible"/>
                                      </p:to>
                                    </p:set>
                                    <p:animEffect transition="in" filter="fade">
                                      <p:cBhvr>
                                        <p:cTn id="203" dur="650"/>
                                        <p:tgtEl>
                                          <p:spTgt spid="38"/>
                                        </p:tgtEl>
                                      </p:cBhvr>
                                    </p:animEffect>
                                    <p:anim calcmode="lin" valueType="num">
                                      <p:cBhvr>
                                        <p:cTn id="204" dur="650" fill="hold"/>
                                        <p:tgtEl>
                                          <p:spTgt spid="38"/>
                                        </p:tgtEl>
                                        <p:attrNameLst>
                                          <p:attrName>ppt_x</p:attrName>
                                        </p:attrNameLst>
                                      </p:cBhvr>
                                      <p:tavLst>
                                        <p:tav tm="0">
                                          <p:val>
                                            <p:strVal val="#ppt_x"/>
                                          </p:val>
                                        </p:tav>
                                        <p:tav tm="100000">
                                          <p:val>
                                            <p:strVal val="#ppt_x"/>
                                          </p:val>
                                        </p:tav>
                                      </p:tavLst>
                                    </p:anim>
                                    <p:anim calcmode="lin" valueType="num">
                                      <p:cBhvr>
                                        <p:cTn id="205" dur="650" fill="hold"/>
                                        <p:tgtEl>
                                          <p:spTgt spid="38"/>
                                        </p:tgtEl>
                                        <p:attrNameLst>
                                          <p:attrName>ppt_y</p:attrName>
                                        </p:attrNameLst>
                                      </p:cBhvr>
                                      <p:tavLst>
                                        <p:tav tm="0">
                                          <p:val>
                                            <p:strVal val="#ppt_y+.1"/>
                                          </p:val>
                                        </p:tav>
                                        <p:tav tm="100000">
                                          <p:val>
                                            <p:strVal val="#ppt_y"/>
                                          </p:val>
                                        </p:tav>
                                      </p:tavLst>
                                    </p:anim>
                                  </p:childTnLst>
                                </p:cTn>
                              </p:par>
                              <p:par>
                                <p:cTn id="206" presetID="42" presetClass="entr" presetSubtype="0" fill="hold" grpId="0" nodeType="withEffect">
                                  <p:stCondLst>
                                    <p:cond delay="250"/>
                                  </p:stCondLst>
                                  <p:childTnLst>
                                    <p:set>
                                      <p:cBhvr>
                                        <p:cTn id="207" dur="1" fill="hold">
                                          <p:stCondLst>
                                            <p:cond delay="0"/>
                                          </p:stCondLst>
                                        </p:cTn>
                                        <p:tgtEl>
                                          <p:spTgt spid="39"/>
                                        </p:tgtEl>
                                        <p:attrNameLst>
                                          <p:attrName>style.visibility</p:attrName>
                                        </p:attrNameLst>
                                      </p:cBhvr>
                                      <p:to>
                                        <p:strVal val="visible"/>
                                      </p:to>
                                    </p:set>
                                    <p:animEffect transition="in" filter="fade">
                                      <p:cBhvr>
                                        <p:cTn id="208" dur="650"/>
                                        <p:tgtEl>
                                          <p:spTgt spid="39"/>
                                        </p:tgtEl>
                                      </p:cBhvr>
                                    </p:animEffect>
                                    <p:anim calcmode="lin" valueType="num">
                                      <p:cBhvr>
                                        <p:cTn id="209" dur="650" fill="hold"/>
                                        <p:tgtEl>
                                          <p:spTgt spid="39"/>
                                        </p:tgtEl>
                                        <p:attrNameLst>
                                          <p:attrName>ppt_x</p:attrName>
                                        </p:attrNameLst>
                                      </p:cBhvr>
                                      <p:tavLst>
                                        <p:tav tm="0">
                                          <p:val>
                                            <p:strVal val="#ppt_x"/>
                                          </p:val>
                                        </p:tav>
                                        <p:tav tm="100000">
                                          <p:val>
                                            <p:strVal val="#ppt_x"/>
                                          </p:val>
                                        </p:tav>
                                      </p:tavLst>
                                    </p:anim>
                                    <p:anim calcmode="lin" valueType="num">
                                      <p:cBhvr>
                                        <p:cTn id="210" dur="650" fill="hold"/>
                                        <p:tgtEl>
                                          <p:spTgt spid="39"/>
                                        </p:tgtEl>
                                        <p:attrNameLst>
                                          <p:attrName>ppt_y</p:attrName>
                                        </p:attrNameLst>
                                      </p:cBhvr>
                                      <p:tavLst>
                                        <p:tav tm="0">
                                          <p:val>
                                            <p:strVal val="#ppt_y+.1"/>
                                          </p:val>
                                        </p:tav>
                                        <p:tav tm="100000">
                                          <p:val>
                                            <p:strVal val="#ppt_y"/>
                                          </p:val>
                                        </p:tav>
                                      </p:tavLst>
                                    </p:anim>
                                  </p:childTnLst>
                                </p:cTn>
                              </p:par>
                              <p:par>
                                <p:cTn id="211" presetID="42" presetClass="entr" presetSubtype="0" fill="hold" grpId="0" nodeType="withEffect">
                                  <p:stCondLst>
                                    <p:cond delay="250"/>
                                  </p:stCondLst>
                                  <p:childTnLst>
                                    <p:set>
                                      <p:cBhvr>
                                        <p:cTn id="212" dur="1" fill="hold">
                                          <p:stCondLst>
                                            <p:cond delay="0"/>
                                          </p:stCondLst>
                                        </p:cTn>
                                        <p:tgtEl>
                                          <p:spTgt spid="40"/>
                                        </p:tgtEl>
                                        <p:attrNameLst>
                                          <p:attrName>style.visibility</p:attrName>
                                        </p:attrNameLst>
                                      </p:cBhvr>
                                      <p:to>
                                        <p:strVal val="visible"/>
                                      </p:to>
                                    </p:set>
                                    <p:animEffect transition="in" filter="fade">
                                      <p:cBhvr>
                                        <p:cTn id="213" dur="650"/>
                                        <p:tgtEl>
                                          <p:spTgt spid="40"/>
                                        </p:tgtEl>
                                      </p:cBhvr>
                                    </p:animEffect>
                                    <p:anim calcmode="lin" valueType="num">
                                      <p:cBhvr>
                                        <p:cTn id="214" dur="650" fill="hold"/>
                                        <p:tgtEl>
                                          <p:spTgt spid="40"/>
                                        </p:tgtEl>
                                        <p:attrNameLst>
                                          <p:attrName>ppt_x</p:attrName>
                                        </p:attrNameLst>
                                      </p:cBhvr>
                                      <p:tavLst>
                                        <p:tav tm="0">
                                          <p:val>
                                            <p:strVal val="#ppt_x"/>
                                          </p:val>
                                        </p:tav>
                                        <p:tav tm="100000">
                                          <p:val>
                                            <p:strVal val="#ppt_x"/>
                                          </p:val>
                                        </p:tav>
                                      </p:tavLst>
                                    </p:anim>
                                    <p:anim calcmode="lin" valueType="num">
                                      <p:cBhvr>
                                        <p:cTn id="215" dur="650" fill="hold"/>
                                        <p:tgtEl>
                                          <p:spTgt spid="40"/>
                                        </p:tgtEl>
                                        <p:attrNameLst>
                                          <p:attrName>ppt_y</p:attrName>
                                        </p:attrNameLst>
                                      </p:cBhvr>
                                      <p:tavLst>
                                        <p:tav tm="0">
                                          <p:val>
                                            <p:strVal val="#ppt_y+.1"/>
                                          </p:val>
                                        </p:tav>
                                        <p:tav tm="100000">
                                          <p:val>
                                            <p:strVal val="#ppt_y"/>
                                          </p:val>
                                        </p:tav>
                                      </p:tavLst>
                                    </p:anim>
                                  </p:childTnLst>
                                </p:cTn>
                              </p:par>
                              <p:par>
                                <p:cTn id="216" presetID="42" presetClass="entr" presetSubtype="0" fill="hold" grpId="0" nodeType="withEffect">
                                  <p:stCondLst>
                                    <p:cond delay="250"/>
                                  </p:stCondLst>
                                  <p:childTnLst>
                                    <p:set>
                                      <p:cBhvr>
                                        <p:cTn id="217" dur="1" fill="hold">
                                          <p:stCondLst>
                                            <p:cond delay="0"/>
                                          </p:stCondLst>
                                        </p:cTn>
                                        <p:tgtEl>
                                          <p:spTgt spid="41"/>
                                        </p:tgtEl>
                                        <p:attrNameLst>
                                          <p:attrName>style.visibility</p:attrName>
                                        </p:attrNameLst>
                                      </p:cBhvr>
                                      <p:to>
                                        <p:strVal val="visible"/>
                                      </p:to>
                                    </p:set>
                                    <p:animEffect transition="in" filter="fade">
                                      <p:cBhvr>
                                        <p:cTn id="218" dur="650"/>
                                        <p:tgtEl>
                                          <p:spTgt spid="41"/>
                                        </p:tgtEl>
                                      </p:cBhvr>
                                    </p:animEffect>
                                    <p:anim calcmode="lin" valueType="num">
                                      <p:cBhvr>
                                        <p:cTn id="219" dur="650" fill="hold"/>
                                        <p:tgtEl>
                                          <p:spTgt spid="41"/>
                                        </p:tgtEl>
                                        <p:attrNameLst>
                                          <p:attrName>ppt_x</p:attrName>
                                        </p:attrNameLst>
                                      </p:cBhvr>
                                      <p:tavLst>
                                        <p:tav tm="0">
                                          <p:val>
                                            <p:strVal val="#ppt_x"/>
                                          </p:val>
                                        </p:tav>
                                        <p:tav tm="100000">
                                          <p:val>
                                            <p:strVal val="#ppt_x"/>
                                          </p:val>
                                        </p:tav>
                                      </p:tavLst>
                                    </p:anim>
                                    <p:anim calcmode="lin" valueType="num">
                                      <p:cBhvr>
                                        <p:cTn id="220" dur="650" fill="hold"/>
                                        <p:tgtEl>
                                          <p:spTgt spid="41"/>
                                        </p:tgtEl>
                                        <p:attrNameLst>
                                          <p:attrName>ppt_y</p:attrName>
                                        </p:attrNameLst>
                                      </p:cBhvr>
                                      <p:tavLst>
                                        <p:tav tm="0">
                                          <p:val>
                                            <p:strVal val="#ppt_y+.1"/>
                                          </p:val>
                                        </p:tav>
                                        <p:tav tm="100000">
                                          <p:val>
                                            <p:strVal val="#ppt_y"/>
                                          </p:val>
                                        </p:tav>
                                      </p:tavLst>
                                    </p:anim>
                                  </p:childTnLst>
                                </p:cTn>
                              </p:par>
                              <p:par>
                                <p:cTn id="221" presetID="42" presetClass="entr" presetSubtype="0" fill="hold" grpId="0" nodeType="withEffect">
                                  <p:stCondLst>
                                    <p:cond delay="250"/>
                                  </p:stCondLst>
                                  <p:childTnLst>
                                    <p:set>
                                      <p:cBhvr>
                                        <p:cTn id="222" dur="1" fill="hold">
                                          <p:stCondLst>
                                            <p:cond delay="0"/>
                                          </p:stCondLst>
                                        </p:cTn>
                                        <p:tgtEl>
                                          <p:spTgt spid="42"/>
                                        </p:tgtEl>
                                        <p:attrNameLst>
                                          <p:attrName>style.visibility</p:attrName>
                                        </p:attrNameLst>
                                      </p:cBhvr>
                                      <p:to>
                                        <p:strVal val="visible"/>
                                      </p:to>
                                    </p:set>
                                    <p:animEffect transition="in" filter="fade">
                                      <p:cBhvr>
                                        <p:cTn id="223" dur="650"/>
                                        <p:tgtEl>
                                          <p:spTgt spid="42"/>
                                        </p:tgtEl>
                                      </p:cBhvr>
                                    </p:animEffect>
                                    <p:anim calcmode="lin" valueType="num">
                                      <p:cBhvr>
                                        <p:cTn id="224" dur="650" fill="hold"/>
                                        <p:tgtEl>
                                          <p:spTgt spid="42"/>
                                        </p:tgtEl>
                                        <p:attrNameLst>
                                          <p:attrName>ppt_x</p:attrName>
                                        </p:attrNameLst>
                                      </p:cBhvr>
                                      <p:tavLst>
                                        <p:tav tm="0">
                                          <p:val>
                                            <p:strVal val="#ppt_x"/>
                                          </p:val>
                                        </p:tav>
                                        <p:tav tm="100000">
                                          <p:val>
                                            <p:strVal val="#ppt_x"/>
                                          </p:val>
                                        </p:tav>
                                      </p:tavLst>
                                    </p:anim>
                                    <p:anim calcmode="lin" valueType="num">
                                      <p:cBhvr>
                                        <p:cTn id="225" dur="650" fill="hold"/>
                                        <p:tgtEl>
                                          <p:spTgt spid="42"/>
                                        </p:tgtEl>
                                        <p:attrNameLst>
                                          <p:attrName>ppt_y</p:attrName>
                                        </p:attrNameLst>
                                      </p:cBhvr>
                                      <p:tavLst>
                                        <p:tav tm="0">
                                          <p:val>
                                            <p:strVal val="#ppt_y+.1"/>
                                          </p:val>
                                        </p:tav>
                                        <p:tav tm="100000">
                                          <p:val>
                                            <p:strVal val="#ppt_y"/>
                                          </p:val>
                                        </p:tav>
                                      </p:tavLst>
                                    </p:anim>
                                  </p:childTnLst>
                                </p:cTn>
                              </p:par>
                              <p:par>
                                <p:cTn id="226" presetID="42" presetClass="entr" presetSubtype="0" fill="hold" grpId="0" nodeType="withEffect">
                                  <p:stCondLst>
                                    <p:cond delay="250"/>
                                  </p:stCondLst>
                                  <p:childTnLst>
                                    <p:set>
                                      <p:cBhvr>
                                        <p:cTn id="227" dur="1" fill="hold">
                                          <p:stCondLst>
                                            <p:cond delay="0"/>
                                          </p:stCondLst>
                                        </p:cTn>
                                        <p:tgtEl>
                                          <p:spTgt spid="43"/>
                                        </p:tgtEl>
                                        <p:attrNameLst>
                                          <p:attrName>style.visibility</p:attrName>
                                        </p:attrNameLst>
                                      </p:cBhvr>
                                      <p:to>
                                        <p:strVal val="visible"/>
                                      </p:to>
                                    </p:set>
                                    <p:animEffect transition="in" filter="fade">
                                      <p:cBhvr>
                                        <p:cTn id="228" dur="650"/>
                                        <p:tgtEl>
                                          <p:spTgt spid="43"/>
                                        </p:tgtEl>
                                      </p:cBhvr>
                                    </p:animEffect>
                                    <p:anim calcmode="lin" valueType="num">
                                      <p:cBhvr>
                                        <p:cTn id="229" dur="650" fill="hold"/>
                                        <p:tgtEl>
                                          <p:spTgt spid="43"/>
                                        </p:tgtEl>
                                        <p:attrNameLst>
                                          <p:attrName>ppt_x</p:attrName>
                                        </p:attrNameLst>
                                      </p:cBhvr>
                                      <p:tavLst>
                                        <p:tav tm="0">
                                          <p:val>
                                            <p:strVal val="#ppt_x"/>
                                          </p:val>
                                        </p:tav>
                                        <p:tav tm="100000">
                                          <p:val>
                                            <p:strVal val="#ppt_x"/>
                                          </p:val>
                                        </p:tav>
                                      </p:tavLst>
                                    </p:anim>
                                    <p:anim calcmode="lin" valueType="num">
                                      <p:cBhvr>
                                        <p:cTn id="230" dur="650" fill="hold"/>
                                        <p:tgtEl>
                                          <p:spTgt spid="43"/>
                                        </p:tgtEl>
                                        <p:attrNameLst>
                                          <p:attrName>ppt_y</p:attrName>
                                        </p:attrNameLst>
                                      </p:cBhvr>
                                      <p:tavLst>
                                        <p:tav tm="0">
                                          <p:val>
                                            <p:strVal val="#ppt_y+.1"/>
                                          </p:val>
                                        </p:tav>
                                        <p:tav tm="100000">
                                          <p:val>
                                            <p:strVal val="#ppt_y"/>
                                          </p:val>
                                        </p:tav>
                                      </p:tavLst>
                                    </p:anim>
                                  </p:childTnLst>
                                </p:cTn>
                              </p:par>
                              <p:par>
                                <p:cTn id="231" presetID="42" presetClass="entr" presetSubtype="0" fill="hold" grpId="0" nodeType="withEffect">
                                  <p:stCondLst>
                                    <p:cond delay="250"/>
                                  </p:stCondLst>
                                  <p:childTnLst>
                                    <p:set>
                                      <p:cBhvr>
                                        <p:cTn id="232" dur="1" fill="hold">
                                          <p:stCondLst>
                                            <p:cond delay="0"/>
                                          </p:stCondLst>
                                        </p:cTn>
                                        <p:tgtEl>
                                          <p:spTgt spid="44"/>
                                        </p:tgtEl>
                                        <p:attrNameLst>
                                          <p:attrName>style.visibility</p:attrName>
                                        </p:attrNameLst>
                                      </p:cBhvr>
                                      <p:to>
                                        <p:strVal val="visible"/>
                                      </p:to>
                                    </p:set>
                                    <p:animEffect transition="in" filter="fade">
                                      <p:cBhvr>
                                        <p:cTn id="233" dur="650"/>
                                        <p:tgtEl>
                                          <p:spTgt spid="44"/>
                                        </p:tgtEl>
                                      </p:cBhvr>
                                    </p:animEffect>
                                    <p:anim calcmode="lin" valueType="num">
                                      <p:cBhvr>
                                        <p:cTn id="234" dur="650" fill="hold"/>
                                        <p:tgtEl>
                                          <p:spTgt spid="44"/>
                                        </p:tgtEl>
                                        <p:attrNameLst>
                                          <p:attrName>ppt_x</p:attrName>
                                        </p:attrNameLst>
                                      </p:cBhvr>
                                      <p:tavLst>
                                        <p:tav tm="0">
                                          <p:val>
                                            <p:strVal val="#ppt_x"/>
                                          </p:val>
                                        </p:tav>
                                        <p:tav tm="100000">
                                          <p:val>
                                            <p:strVal val="#ppt_x"/>
                                          </p:val>
                                        </p:tav>
                                      </p:tavLst>
                                    </p:anim>
                                    <p:anim calcmode="lin" valueType="num">
                                      <p:cBhvr>
                                        <p:cTn id="235" dur="650" fill="hold"/>
                                        <p:tgtEl>
                                          <p:spTgt spid="44"/>
                                        </p:tgtEl>
                                        <p:attrNameLst>
                                          <p:attrName>ppt_y</p:attrName>
                                        </p:attrNameLst>
                                      </p:cBhvr>
                                      <p:tavLst>
                                        <p:tav tm="0">
                                          <p:val>
                                            <p:strVal val="#ppt_y+.1"/>
                                          </p:val>
                                        </p:tav>
                                        <p:tav tm="100000">
                                          <p:val>
                                            <p:strVal val="#ppt_y"/>
                                          </p:val>
                                        </p:tav>
                                      </p:tavLst>
                                    </p:anim>
                                  </p:childTnLst>
                                </p:cTn>
                              </p:par>
                              <p:par>
                                <p:cTn id="236" presetID="42" presetClass="entr" presetSubtype="0" fill="hold" grpId="0" nodeType="withEffect">
                                  <p:stCondLst>
                                    <p:cond delay="250"/>
                                  </p:stCondLst>
                                  <p:childTnLst>
                                    <p:set>
                                      <p:cBhvr>
                                        <p:cTn id="237" dur="1" fill="hold">
                                          <p:stCondLst>
                                            <p:cond delay="0"/>
                                          </p:stCondLst>
                                        </p:cTn>
                                        <p:tgtEl>
                                          <p:spTgt spid="45"/>
                                        </p:tgtEl>
                                        <p:attrNameLst>
                                          <p:attrName>style.visibility</p:attrName>
                                        </p:attrNameLst>
                                      </p:cBhvr>
                                      <p:to>
                                        <p:strVal val="visible"/>
                                      </p:to>
                                    </p:set>
                                    <p:animEffect transition="in" filter="fade">
                                      <p:cBhvr>
                                        <p:cTn id="238" dur="650"/>
                                        <p:tgtEl>
                                          <p:spTgt spid="45"/>
                                        </p:tgtEl>
                                      </p:cBhvr>
                                    </p:animEffect>
                                    <p:anim calcmode="lin" valueType="num">
                                      <p:cBhvr>
                                        <p:cTn id="239" dur="650" fill="hold"/>
                                        <p:tgtEl>
                                          <p:spTgt spid="45"/>
                                        </p:tgtEl>
                                        <p:attrNameLst>
                                          <p:attrName>ppt_x</p:attrName>
                                        </p:attrNameLst>
                                      </p:cBhvr>
                                      <p:tavLst>
                                        <p:tav tm="0">
                                          <p:val>
                                            <p:strVal val="#ppt_x"/>
                                          </p:val>
                                        </p:tav>
                                        <p:tav tm="100000">
                                          <p:val>
                                            <p:strVal val="#ppt_x"/>
                                          </p:val>
                                        </p:tav>
                                      </p:tavLst>
                                    </p:anim>
                                    <p:anim calcmode="lin" valueType="num">
                                      <p:cBhvr>
                                        <p:cTn id="240" dur="650" fill="hold"/>
                                        <p:tgtEl>
                                          <p:spTgt spid="45"/>
                                        </p:tgtEl>
                                        <p:attrNameLst>
                                          <p:attrName>ppt_y</p:attrName>
                                        </p:attrNameLst>
                                      </p:cBhvr>
                                      <p:tavLst>
                                        <p:tav tm="0">
                                          <p:val>
                                            <p:strVal val="#ppt_y+.1"/>
                                          </p:val>
                                        </p:tav>
                                        <p:tav tm="100000">
                                          <p:val>
                                            <p:strVal val="#ppt_y"/>
                                          </p:val>
                                        </p:tav>
                                      </p:tavLst>
                                    </p:anim>
                                  </p:childTnLst>
                                </p:cTn>
                              </p:par>
                              <p:par>
                                <p:cTn id="241" presetID="42" presetClass="entr" presetSubtype="0" fill="hold" grpId="0" nodeType="withEffect">
                                  <p:stCondLst>
                                    <p:cond delay="250"/>
                                  </p:stCondLst>
                                  <p:childTnLst>
                                    <p:set>
                                      <p:cBhvr>
                                        <p:cTn id="242" dur="1" fill="hold">
                                          <p:stCondLst>
                                            <p:cond delay="0"/>
                                          </p:stCondLst>
                                        </p:cTn>
                                        <p:tgtEl>
                                          <p:spTgt spid="46"/>
                                        </p:tgtEl>
                                        <p:attrNameLst>
                                          <p:attrName>style.visibility</p:attrName>
                                        </p:attrNameLst>
                                      </p:cBhvr>
                                      <p:to>
                                        <p:strVal val="visible"/>
                                      </p:to>
                                    </p:set>
                                    <p:animEffect transition="in" filter="fade">
                                      <p:cBhvr>
                                        <p:cTn id="243" dur="650"/>
                                        <p:tgtEl>
                                          <p:spTgt spid="46"/>
                                        </p:tgtEl>
                                      </p:cBhvr>
                                    </p:animEffect>
                                    <p:anim calcmode="lin" valueType="num">
                                      <p:cBhvr>
                                        <p:cTn id="244" dur="650" fill="hold"/>
                                        <p:tgtEl>
                                          <p:spTgt spid="46"/>
                                        </p:tgtEl>
                                        <p:attrNameLst>
                                          <p:attrName>ppt_x</p:attrName>
                                        </p:attrNameLst>
                                      </p:cBhvr>
                                      <p:tavLst>
                                        <p:tav tm="0">
                                          <p:val>
                                            <p:strVal val="#ppt_x"/>
                                          </p:val>
                                        </p:tav>
                                        <p:tav tm="100000">
                                          <p:val>
                                            <p:strVal val="#ppt_x"/>
                                          </p:val>
                                        </p:tav>
                                      </p:tavLst>
                                    </p:anim>
                                    <p:anim calcmode="lin" valueType="num">
                                      <p:cBhvr>
                                        <p:cTn id="245" dur="650" fill="hold"/>
                                        <p:tgtEl>
                                          <p:spTgt spid="46"/>
                                        </p:tgtEl>
                                        <p:attrNameLst>
                                          <p:attrName>ppt_y</p:attrName>
                                        </p:attrNameLst>
                                      </p:cBhvr>
                                      <p:tavLst>
                                        <p:tav tm="0">
                                          <p:val>
                                            <p:strVal val="#ppt_y+.1"/>
                                          </p:val>
                                        </p:tav>
                                        <p:tav tm="100000">
                                          <p:val>
                                            <p:strVal val="#ppt_y"/>
                                          </p:val>
                                        </p:tav>
                                      </p:tavLst>
                                    </p:anim>
                                  </p:childTnLst>
                                </p:cTn>
                              </p:par>
                              <p:par>
                                <p:cTn id="246" presetID="42" presetClass="entr" presetSubtype="0" fill="hold" grpId="0" nodeType="withEffect">
                                  <p:stCondLst>
                                    <p:cond delay="250"/>
                                  </p:stCondLst>
                                  <p:childTnLst>
                                    <p:set>
                                      <p:cBhvr>
                                        <p:cTn id="247" dur="1" fill="hold">
                                          <p:stCondLst>
                                            <p:cond delay="0"/>
                                          </p:stCondLst>
                                        </p:cTn>
                                        <p:tgtEl>
                                          <p:spTgt spid="47"/>
                                        </p:tgtEl>
                                        <p:attrNameLst>
                                          <p:attrName>style.visibility</p:attrName>
                                        </p:attrNameLst>
                                      </p:cBhvr>
                                      <p:to>
                                        <p:strVal val="visible"/>
                                      </p:to>
                                    </p:set>
                                    <p:animEffect transition="in" filter="fade">
                                      <p:cBhvr>
                                        <p:cTn id="248" dur="650"/>
                                        <p:tgtEl>
                                          <p:spTgt spid="47"/>
                                        </p:tgtEl>
                                      </p:cBhvr>
                                    </p:animEffect>
                                    <p:anim calcmode="lin" valueType="num">
                                      <p:cBhvr>
                                        <p:cTn id="249" dur="650" fill="hold"/>
                                        <p:tgtEl>
                                          <p:spTgt spid="47"/>
                                        </p:tgtEl>
                                        <p:attrNameLst>
                                          <p:attrName>ppt_x</p:attrName>
                                        </p:attrNameLst>
                                      </p:cBhvr>
                                      <p:tavLst>
                                        <p:tav tm="0">
                                          <p:val>
                                            <p:strVal val="#ppt_x"/>
                                          </p:val>
                                        </p:tav>
                                        <p:tav tm="100000">
                                          <p:val>
                                            <p:strVal val="#ppt_x"/>
                                          </p:val>
                                        </p:tav>
                                      </p:tavLst>
                                    </p:anim>
                                    <p:anim calcmode="lin" valueType="num">
                                      <p:cBhvr>
                                        <p:cTn id="250" dur="650" fill="hold"/>
                                        <p:tgtEl>
                                          <p:spTgt spid="47"/>
                                        </p:tgtEl>
                                        <p:attrNameLst>
                                          <p:attrName>ppt_y</p:attrName>
                                        </p:attrNameLst>
                                      </p:cBhvr>
                                      <p:tavLst>
                                        <p:tav tm="0">
                                          <p:val>
                                            <p:strVal val="#ppt_y+.1"/>
                                          </p:val>
                                        </p:tav>
                                        <p:tav tm="100000">
                                          <p:val>
                                            <p:strVal val="#ppt_y"/>
                                          </p:val>
                                        </p:tav>
                                      </p:tavLst>
                                    </p:anim>
                                  </p:childTnLst>
                                </p:cTn>
                              </p:par>
                              <p:par>
                                <p:cTn id="251" presetID="42" presetClass="entr" presetSubtype="0" fill="hold" grpId="0" nodeType="withEffect">
                                  <p:stCondLst>
                                    <p:cond delay="250"/>
                                  </p:stCondLst>
                                  <p:childTnLst>
                                    <p:set>
                                      <p:cBhvr>
                                        <p:cTn id="252" dur="1" fill="hold">
                                          <p:stCondLst>
                                            <p:cond delay="0"/>
                                          </p:stCondLst>
                                        </p:cTn>
                                        <p:tgtEl>
                                          <p:spTgt spid="48"/>
                                        </p:tgtEl>
                                        <p:attrNameLst>
                                          <p:attrName>style.visibility</p:attrName>
                                        </p:attrNameLst>
                                      </p:cBhvr>
                                      <p:to>
                                        <p:strVal val="visible"/>
                                      </p:to>
                                    </p:set>
                                    <p:animEffect transition="in" filter="fade">
                                      <p:cBhvr>
                                        <p:cTn id="253" dur="650"/>
                                        <p:tgtEl>
                                          <p:spTgt spid="48"/>
                                        </p:tgtEl>
                                      </p:cBhvr>
                                    </p:animEffect>
                                    <p:anim calcmode="lin" valueType="num">
                                      <p:cBhvr>
                                        <p:cTn id="254" dur="650" fill="hold"/>
                                        <p:tgtEl>
                                          <p:spTgt spid="48"/>
                                        </p:tgtEl>
                                        <p:attrNameLst>
                                          <p:attrName>ppt_x</p:attrName>
                                        </p:attrNameLst>
                                      </p:cBhvr>
                                      <p:tavLst>
                                        <p:tav tm="0">
                                          <p:val>
                                            <p:strVal val="#ppt_x"/>
                                          </p:val>
                                        </p:tav>
                                        <p:tav tm="100000">
                                          <p:val>
                                            <p:strVal val="#ppt_x"/>
                                          </p:val>
                                        </p:tav>
                                      </p:tavLst>
                                    </p:anim>
                                    <p:anim calcmode="lin" valueType="num">
                                      <p:cBhvr>
                                        <p:cTn id="255" dur="650" fill="hold"/>
                                        <p:tgtEl>
                                          <p:spTgt spid="48"/>
                                        </p:tgtEl>
                                        <p:attrNameLst>
                                          <p:attrName>ppt_y</p:attrName>
                                        </p:attrNameLst>
                                      </p:cBhvr>
                                      <p:tavLst>
                                        <p:tav tm="0">
                                          <p:val>
                                            <p:strVal val="#ppt_y+.1"/>
                                          </p:val>
                                        </p:tav>
                                        <p:tav tm="100000">
                                          <p:val>
                                            <p:strVal val="#ppt_y"/>
                                          </p:val>
                                        </p:tav>
                                      </p:tavLst>
                                    </p:anim>
                                  </p:childTnLst>
                                </p:cTn>
                              </p:par>
                              <p:par>
                                <p:cTn id="256" presetID="42" presetClass="entr" presetSubtype="0" fill="hold" grpId="0" nodeType="withEffect">
                                  <p:stCondLst>
                                    <p:cond delay="250"/>
                                  </p:stCondLst>
                                  <p:childTnLst>
                                    <p:set>
                                      <p:cBhvr>
                                        <p:cTn id="257" dur="1" fill="hold">
                                          <p:stCondLst>
                                            <p:cond delay="0"/>
                                          </p:stCondLst>
                                        </p:cTn>
                                        <p:tgtEl>
                                          <p:spTgt spid="49"/>
                                        </p:tgtEl>
                                        <p:attrNameLst>
                                          <p:attrName>style.visibility</p:attrName>
                                        </p:attrNameLst>
                                      </p:cBhvr>
                                      <p:to>
                                        <p:strVal val="visible"/>
                                      </p:to>
                                    </p:set>
                                    <p:animEffect transition="in" filter="fade">
                                      <p:cBhvr>
                                        <p:cTn id="258" dur="650"/>
                                        <p:tgtEl>
                                          <p:spTgt spid="49"/>
                                        </p:tgtEl>
                                      </p:cBhvr>
                                    </p:animEffect>
                                    <p:anim calcmode="lin" valueType="num">
                                      <p:cBhvr>
                                        <p:cTn id="259" dur="650" fill="hold"/>
                                        <p:tgtEl>
                                          <p:spTgt spid="49"/>
                                        </p:tgtEl>
                                        <p:attrNameLst>
                                          <p:attrName>ppt_x</p:attrName>
                                        </p:attrNameLst>
                                      </p:cBhvr>
                                      <p:tavLst>
                                        <p:tav tm="0">
                                          <p:val>
                                            <p:strVal val="#ppt_x"/>
                                          </p:val>
                                        </p:tav>
                                        <p:tav tm="100000">
                                          <p:val>
                                            <p:strVal val="#ppt_x"/>
                                          </p:val>
                                        </p:tav>
                                      </p:tavLst>
                                    </p:anim>
                                    <p:anim calcmode="lin" valueType="num">
                                      <p:cBhvr>
                                        <p:cTn id="260" dur="650" fill="hold"/>
                                        <p:tgtEl>
                                          <p:spTgt spid="49"/>
                                        </p:tgtEl>
                                        <p:attrNameLst>
                                          <p:attrName>ppt_y</p:attrName>
                                        </p:attrNameLst>
                                      </p:cBhvr>
                                      <p:tavLst>
                                        <p:tav tm="0">
                                          <p:val>
                                            <p:strVal val="#ppt_y+.1"/>
                                          </p:val>
                                        </p:tav>
                                        <p:tav tm="100000">
                                          <p:val>
                                            <p:strVal val="#ppt_y"/>
                                          </p:val>
                                        </p:tav>
                                      </p:tavLst>
                                    </p:anim>
                                  </p:childTnLst>
                                </p:cTn>
                              </p:par>
                              <p:par>
                                <p:cTn id="261" presetID="42" presetClass="entr" presetSubtype="0" fill="hold" grpId="0" nodeType="withEffect">
                                  <p:stCondLst>
                                    <p:cond delay="250"/>
                                  </p:stCondLst>
                                  <p:childTnLst>
                                    <p:set>
                                      <p:cBhvr>
                                        <p:cTn id="262" dur="1" fill="hold">
                                          <p:stCondLst>
                                            <p:cond delay="0"/>
                                          </p:stCondLst>
                                        </p:cTn>
                                        <p:tgtEl>
                                          <p:spTgt spid="50"/>
                                        </p:tgtEl>
                                        <p:attrNameLst>
                                          <p:attrName>style.visibility</p:attrName>
                                        </p:attrNameLst>
                                      </p:cBhvr>
                                      <p:to>
                                        <p:strVal val="visible"/>
                                      </p:to>
                                    </p:set>
                                    <p:animEffect transition="in" filter="fade">
                                      <p:cBhvr>
                                        <p:cTn id="263" dur="650"/>
                                        <p:tgtEl>
                                          <p:spTgt spid="50"/>
                                        </p:tgtEl>
                                      </p:cBhvr>
                                    </p:animEffect>
                                    <p:anim calcmode="lin" valueType="num">
                                      <p:cBhvr>
                                        <p:cTn id="264" dur="650" fill="hold"/>
                                        <p:tgtEl>
                                          <p:spTgt spid="50"/>
                                        </p:tgtEl>
                                        <p:attrNameLst>
                                          <p:attrName>ppt_x</p:attrName>
                                        </p:attrNameLst>
                                      </p:cBhvr>
                                      <p:tavLst>
                                        <p:tav tm="0">
                                          <p:val>
                                            <p:strVal val="#ppt_x"/>
                                          </p:val>
                                        </p:tav>
                                        <p:tav tm="100000">
                                          <p:val>
                                            <p:strVal val="#ppt_x"/>
                                          </p:val>
                                        </p:tav>
                                      </p:tavLst>
                                    </p:anim>
                                    <p:anim calcmode="lin" valueType="num">
                                      <p:cBhvr>
                                        <p:cTn id="265" dur="650" fill="hold"/>
                                        <p:tgtEl>
                                          <p:spTgt spid="50"/>
                                        </p:tgtEl>
                                        <p:attrNameLst>
                                          <p:attrName>ppt_y</p:attrName>
                                        </p:attrNameLst>
                                      </p:cBhvr>
                                      <p:tavLst>
                                        <p:tav tm="0">
                                          <p:val>
                                            <p:strVal val="#ppt_y+.1"/>
                                          </p:val>
                                        </p:tav>
                                        <p:tav tm="100000">
                                          <p:val>
                                            <p:strVal val="#ppt_y"/>
                                          </p:val>
                                        </p:tav>
                                      </p:tavLst>
                                    </p:anim>
                                  </p:childTnLst>
                                </p:cTn>
                              </p:par>
                              <p:par>
                                <p:cTn id="266" presetID="42" presetClass="entr" presetSubtype="0" fill="hold" grpId="0" nodeType="withEffect">
                                  <p:stCondLst>
                                    <p:cond delay="250"/>
                                  </p:stCondLst>
                                  <p:childTnLst>
                                    <p:set>
                                      <p:cBhvr>
                                        <p:cTn id="267" dur="1" fill="hold">
                                          <p:stCondLst>
                                            <p:cond delay="0"/>
                                          </p:stCondLst>
                                        </p:cTn>
                                        <p:tgtEl>
                                          <p:spTgt spid="51"/>
                                        </p:tgtEl>
                                        <p:attrNameLst>
                                          <p:attrName>style.visibility</p:attrName>
                                        </p:attrNameLst>
                                      </p:cBhvr>
                                      <p:to>
                                        <p:strVal val="visible"/>
                                      </p:to>
                                    </p:set>
                                    <p:animEffect transition="in" filter="fade">
                                      <p:cBhvr>
                                        <p:cTn id="268" dur="650"/>
                                        <p:tgtEl>
                                          <p:spTgt spid="51"/>
                                        </p:tgtEl>
                                      </p:cBhvr>
                                    </p:animEffect>
                                    <p:anim calcmode="lin" valueType="num">
                                      <p:cBhvr>
                                        <p:cTn id="269" dur="650" fill="hold"/>
                                        <p:tgtEl>
                                          <p:spTgt spid="51"/>
                                        </p:tgtEl>
                                        <p:attrNameLst>
                                          <p:attrName>ppt_x</p:attrName>
                                        </p:attrNameLst>
                                      </p:cBhvr>
                                      <p:tavLst>
                                        <p:tav tm="0">
                                          <p:val>
                                            <p:strVal val="#ppt_x"/>
                                          </p:val>
                                        </p:tav>
                                        <p:tav tm="100000">
                                          <p:val>
                                            <p:strVal val="#ppt_x"/>
                                          </p:val>
                                        </p:tav>
                                      </p:tavLst>
                                    </p:anim>
                                    <p:anim calcmode="lin" valueType="num">
                                      <p:cBhvr>
                                        <p:cTn id="270" dur="650" fill="hold"/>
                                        <p:tgtEl>
                                          <p:spTgt spid="51"/>
                                        </p:tgtEl>
                                        <p:attrNameLst>
                                          <p:attrName>ppt_y</p:attrName>
                                        </p:attrNameLst>
                                      </p:cBhvr>
                                      <p:tavLst>
                                        <p:tav tm="0">
                                          <p:val>
                                            <p:strVal val="#ppt_y+.1"/>
                                          </p:val>
                                        </p:tav>
                                        <p:tav tm="100000">
                                          <p:val>
                                            <p:strVal val="#ppt_y"/>
                                          </p:val>
                                        </p:tav>
                                      </p:tavLst>
                                    </p:anim>
                                  </p:childTnLst>
                                </p:cTn>
                              </p:par>
                              <p:par>
                                <p:cTn id="271" presetID="42" presetClass="entr" presetSubtype="0" fill="hold" grpId="0" nodeType="withEffect">
                                  <p:stCondLst>
                                    <p:cond delay="250"/>
                                  </p:stCondLst>
                                  <p:childTnLst>
                                    <p:set>
                                      <p:cBhvr>
                                        <p:cTn id="272" dur="1" fill="hold">
                                          <p:stCondLst>
                                            <p:cond delay="0"/>
                                          </p:stCondLst>
                                        </p:cTn>
                                        <p:tgtEl>
                                          <p:spTgt spid="52"/>
                                        </p:tgtEl>
                                        <p:attrNameLst>
                                          <p:attrName>style.visibility</p:attrName>
                                        </p:attrNameLst>
                                      </p:cBhvr>
                                      <p:to>
                                        <p:strVal val="visible"/>
                                      </p:to>
                                    </p:set>
                                    <p:animEffect transition="in" filter="fade">
                                      <p:cBhvr>
                                        <p:cTn id="273" dur="650"/>
                                        <p:tgtEl>
                                          <p:spTgt spid="52"/>
                                        </p:tgtEl>
                                      </p:cBhvr>
                                    </p:animEffect>
                                    <p:anim calcmode="lin" valueType="num">
                                      <p:cBhvr>
                                        <p:cTn id="274" dur="650" fill="hold"/>
                                        <p:tgtEl>
                                          <p:spTgt spid="52"/>
                                        </p:tgtEl>
                                        <p:attrNameLst>
                                          <p:attrName>ppt_x</p:attrName>
                                        </p:attrNameLst>
                                      </p:cBhvr>
                                      <p:tavLst>
                                        <p:tav tm="0">
                                          <p:val>
                                            <p:strVal val="#ppt_x"/>
                                          </p:val>
                                        </p:tav>
                                        <p:tav tm="100000">
                                          <p:val>
                                            <p:strVal val="#ppt_x"/>
                                          </p:val>
                                        </p:tav>
                                      </p:tavLst>
                                    </p:anim>
                                    <p:anim calcmode="lin" valueType="num">
                                      <p:cBhvr>
                                        <p:cTn id="275" dur="650" fill="hold"/>
                                        <p:tgtEl>
                                          <p:spTgt spid="52"/>
                                        </p:tgtEl>
                                        <p:attrNameLst>
                                          <p:attrName>ppt_y</p:attrName>
                                        </p:attrNameLst>
                                      </p:cBhvr>
                                      <p:tavLst>
                                        <p:tav tm="0">
                                          <p:val>
                                            <p:strVal val="#ppt_y+.1"/>
                                          </p:val>
                                        </p:tav>
                                        <p:tav tm="100000">
                                          <p:val>
                                            <p:strVal val="#ppt_y"/>
                                          </p:val>
                                        </p:tav>
                                      </p:tavLst>
                                    </p:anim>
                                  </p:childTnLst>
                                </p:cTn>
                              </p:par>
                              <p:par>
                                <p:cTn id="276" presetID="42" presetClass="entr" presetSubtype="0" fill="hold" grpId="0" nodeType="withEffect">
                                  <p:stCondLst>
                                    <p:cond delay="250"/>
                                  </p:stCondLst>
                                  <p:childTnLst>
                                    <p:set>
                                      <p:cBhvr>
                                        <p:cTn id="277" dur="1" fill="hold">
                                          <p:stCondLst>
                                            <p:cond delay="0"/>
                                          </p:stCondLst>
                                        </p:cTn>
                                        <p:tgtEl>
                                          <p:spTgt spid="53"/>
                                        </p:tgtEl>
                                        <p:attrNameLst>
                                          <p:attrName>style.visibility</p:attrName>
                                        </p:attrNameLst>
                                      </p:cBhvr>
                                      <p:to>
                                        <p:strVal val="visible"/>
                                      </p:to>
                                    </p:set>
                                    <p:animEffect transition="in" filter="fade">
                                      <p:cBhvr>
                                        <p:cTn id="278" dur="650"/>
                                        <p:tgtEl>
                                          <p:spTgt spid="53"/>
                                        </p:tgtEl>
                                      </p:cBhvr>
                                    </p:animEffect>
                                    <p:anim calcmode="lin" valueType="num">
                                      <p:cBhvr>
                                        <p:cTn id="279" dur="650" fill="hold"/>
                                        <p:tgtEl>
                                          <p:spTgt spid="53"/>
                                        </p:tgtEl>
                                        <p:attrNameLst>
                                          <p:attrName>ppt_x</p:attrName>
                                        </p:attrNameLst>
                                      </p:cBhvr>
                                      <p:tavLst>
                                        <p:tav tm="0">
                                          <p:val>
                                            <p:strVal val="#ppt_x"/>
                                          </p:val>
                                        </p:tav>
                                        <p:tav tm="100000">
                                          <p:val>
                                            <p:strVal val="#ppt_x"/>
                                          </p:val>
                                        </p:tav>
                                      </p:tavLst>
                                    </p:anim>
                                    <p:anim calcmode="lin" valueType="num">
                                      <p:cBhvr>
                                        <p:cTn id="280" dur="650" fill="hold"/>
                                        <p:tgtEl>
                                          <p:spTgt spid="53"/>
                                        </p:tgtEl>
                                        <p:attrNameLst>
                                          <p:attrName>ppt_y</p:attrName>
                                        </p:attrNameLst>
                                      </p:cBhvr>
                                      <p:tavLst>
                                        <p:tav tm="0">
                                          <p:val>
                                            <p:strVal val="#ppt_y+.1"/>
                                          </p:val>
                                        </p:tav>
                                        <p:tav tm="100000">
                                          <p:val>
                                            <p:strVal val="#ppt_y"/>
                                          </p:val>
                                        </p:tav>
                                      </p:tavLst>
                                    </p:anim>
                                  </p:childTnLst>
                                </p:cTn>
                              </p:par>
                              <p:par>
                                <p:cTn id="281" presetID="42" presetClass="entr" presetSubtype="0" fill="hold" grpId="0" nodeType="withEffect">
                                  <p:stCondLst>
                                    <p:cond delay="250"/>
                                  </p:stCondLst>
                                  <p:childTnLst>
                                    <p:set>
                                      <p:cBhvr>
                                        <p:cTn id="282" dur="1" fill="hold">
                                          <p:stCondLst>
                                            <p:cond delay="0"/>
                                          </p:stCondLst>
                                        </p:cTn>
                                        <p:tgtEl>
                                          <p:spTgt spid="54"/>
                                        </p:tgtEl>
                                        <p:attrNameLst>
                                          <p:attrName>style.visibility</p:attrName>
                                        </p:attrNameLst>
                                      </p:cBhvr>
                                      <p:to>
                                        <p:strVal val="visible"/>
                                      </p:to>
                                    </p:set>
                                    <p:animEffect transition="in" filter="fade">
                                      <p:cBhvr>
                                        <p:cTn id="283" dur="650"/>
                                        <p:tgtEl>
                                          <p:spTgt spid="54"/>
                                        </p:tgtEl>
                                      </p:cBhvr>
                                    </p:animEffect>
                                    <p:anim calcmode="lin" valueType="num">
                                      <p:cBhvr>
                                        <p:cTn id="284" dur="650" fill="hold"/>
                                        <p:tgtEl>
                                          <p:spTgt spid="54"/>
                                        </p:tgtEl>
                                        <p:attrNameLst>
                                          <p:attrName>ppt_x</p:attrName>
                                        </p:attrNameLst>
                                      </p:cBhvr>
                                      <p:tavLst>
                                        <p:tav tm="0">
                                          <p:val>
                                            <p:strVal val="#ppt_x"/>
                                          </p:val>
                                        </p:tav>
                                        <p:tav tm="100000">
                                          <p:val>
                                            <p:strVal val="#ppt_x"/>
                                          </p:val>
                                        </p:tav>
                                      </p:tavLst>
                                    </p:anim>
                                    <p:anim calcmode="lin" valueType="num">
                                      <p:cBhvr>
                                        <p:cTn id="285" dur="650" fill="hold"/>
                                        <p:tgtEl>
                                          <p:spTgt spid="54"/>
                                        </p:tgtEl>
                                        <p:attrNameLst>
                                          <p:attrName>ppt_y</p:attrName>
                                        </p:attrNameLst>
                                      </p:cBhvr>
                                      <p:tavLst>
                                        <p:tav tm="0">
                                          <p:val>
                                            <p:strVal val="#ppt_y+.1"/>
                                          </p:val>
                                        </p:tav>
                                        <p:tav tm="100000">
                                          <p:val>
                                            <p:strVal val="#ppt_y"/>
                                          </p:val>
                                        </p:tav>
                                      </p:tavLst>
                                    </p:anim>
                                  </p:childTnLst>
                                </p:cTn>
                              </p:par>
                              <p:par>
                                <p:cTn id="286" presetID="42" presetClass="entr" presetSubtype="0" fill="hold" grpId="0" nodeType="withEffect">
                                  <p:stCondLst>
                                    <p:cond delay="250"/>
                                  </p:stCondLst>
                                  <p:childTnLst>
                                    <p:set>
                                      <p:cBhvr>
                                        <p:cTn id="287" dur="1" fill="hold">
                                          <p:stCondLst>
                                            <p:cond delay="0"/>
                                          </p:stCondLst>
                                        </p:cTn>
                                        <p:tgtEl>
                                          <p:spTgt spid="55"/>
                                        </p:tgtEl>
                                        <p:attrNameLst>
                                          <p:attrName>style.visibility</p:attrName>
                                        </p:attrNameLst>
                                      </p:cBhvr>
                                      <p:to>
                                        <p:strVal val="visible"/>
                                      </p:to>
                                    </p:set>
                                    <p:animEffect transition="in" filter="fade">
                                      <p:cBhvr>
                                        <p:cTn id="288" dur="650"/>
                                        <p:tgtEl>
                                          <p:spTgt spid="55"/>
                                        </p:tgtEl>
                                      </p:cBhvr>
                                    </p:animEffect>
                                    <p:anim calcmode="lin" valueType="num">
                                      <p:cBhvr>
                                        <p:cTn id="289" dur="650" fill="hold"/>
                                        <p:tgtEl>
                                          <p:spTgt spid="55"/>
                                        </p:tgtEl>
                                        <p:attrNameLst>
                                          <p:attrName>ppt_x</p:attrName>
                                        </p:attrNameLst>
                                      </p:cBhvr>
                                      <p:tavLst>
                                        <p:tav tm="0">
                                          <p:val>
                                            <p:strVal val="#ppt_x"/>
                                          </p:val>
                                        </p:tav>
                                        <p:tav tm="100000">
                                          <p:val>
                                            <p:strVal val="#ppt_x"/>
                                          </p:val>
                                        </p:tav>
                                      </p:tavLst>
                                    </p:anim>
                                    <p:anim calcmode="lin" valueType="num">
                                      <p:cBhvr>
                                        <p:cTn id="290" dur="650" fill="hold"/>
                                        <p:tgtEl>
                                          <p:spTgt spid="55"/>
                                        </p:tgtEl>
                                        <p:attrNameLst>
                                          <p:attrName>ppt_y</p:attrName>
                                        </p:attrNameLst>
                                      </p:cBhvr>
                                      <p:tavLst>
                                        <p:tav tm="0">
                                          <p:val>
                                            <p:strVal val="#ppt_y+.1"/>
                                          </p:val>
                                        </p:tav>
                                        <p:tav tm="100000">
                                          <p:val>
                                            <p:strVal val="#ppt_y"/>
                                          </p:val>
                                        </p:tav>
                                      </p:tavLst>
                                    </p:anim>
                                  </p:childTnLst>
                                </p:cTn>
                              </p:par>
                              <p:par>
                                <p:cTn id="291" presetID="42" presetClass="entr" presetSubtype="0" fill="hold" grpId="0" nodeType="withEffect">
                                  <p:stCondLst>
                                    <p:cond delay="250"/>
                                  </p:stCondLst>
                                  <p:childTnLst>
                                    <p:set>
                                      <p:cBhvr>
                                        <p:cTn id="292" dur="1" fill="hold">
                                          <p:stCondLst>
                                            <p:cond delay="0"/>
                                          </p:stCondLst>
                                        </p:cTn>
                                        <p:tgtEl>
                                          <p:spTgt spid="56"/>
                                        </p:tgtEl>
                                        <p:attrNameLst>
                                          <p:attrName>style.visibility</p:attrName>
                                        </p:attrNameLst>
                                      </p:cBhvr>
                                      <p:to>
                                        <p:strVal val="visible"/>
                                      </p:to>
                                    </p:set>
                                    <p:animEffect transition="in" filter="fade">
                                      <p:cBhvr>
                                        <p:cTn id="293" dur="650"/>
                                        <p:tgtEl>
                                          <p:spTgt spid="56"/>
                                        </p:tgtEl>
                                      </p:cBhvr>
                                    </p:animEffect>
                                    <p:anim calcmode="lin" valueType="num">
                                      <p:cBhvr>
                                        <p:cTn id="294" dur="650" fill="hold"/>
                                        <p:tgtEl>
                                          <p:spTgt spid="56"/>
                                        </p:tgtEl>
                                        <p:attrNameLst>
                                          <p:attrName>ppt_x</p:attrName>
                                        </p:attrNameLst>
                                      </p:cBhvr>
                                      <p:tavLst>
                                        <p:tav tm="0">
                                          <p:val>
                                            <p:strVal val="#ppt_x"/>
                                          </p:val>
                                        </p:tav>
                                        <p:tav tm="100000">
                                          <p:val>
                                            <p:strVal val="#ppt_x"/>
                                          </p:val>
                                        </p:tav>
                                      </p:tavLst>
                                    </p:anim>
                                    <p:anim calcmode="lin" valueType="num">
                                      <p:cBhvr>
                                        <p:cTn id="295" dur="650" fill="hold"/>
                                        <p:tgtEl>
                                          <p:spTgt spid="56"/>
                                        </p:tgtEl>
                                        <p:attrNameLst>
                                          <p:attrName>ppt_y</p:attrName>
                                        </p:attrNameLst>
                                      </p:cBhvr>
                                      <p:tavLst>
                                        <p:tav tm="0">
                                          <p:val>
                                            <p:strVal val="#ppt_y+.1"/>
                                          </p:val>
                                        </p:tav>
                                        <p:tav tm="100000">
                                          <p:val>
                                            <p:strVal val="#ppt_y"/>
                                          </p:val>
                                        </p:tav>
                                      </p:tavLst>
                                    </p:anim>
                                  </p:childTnLst>
                                </p:cTn>
                              </p:par>
                              <p:par>
                                <p:cTn id="296" presetID="42" presetClass="entr" presetSubtype="0" fill="hold" grpId="0" nodeType="withEffect">
                                  <p:stCondLst>
                                    <p:cond delay="250"/>
                                  </p:stCondLst>
                                  <p:childTnLst>
                                    <p:set>
                                      <p:cBhvr>
                                        <p:cTn id="297" dur="1" fill="hold">
                                          <p:stCondLst>
                                            <p:cond delay="0"/>
                                          </p:stCondLst>
                                        </p:cTn>
                                        <p:tgtEl>
                                          <p:spTgt spid="57"/>
                                        </p:tgtEl>
                                        <p:attrNameLst>
                                          <p:attrName>style.visibility</p:attrName>
                                        </p:attrNameLst>
                                      </p:cBhvr>
                                      <p:to>
                                        <p:strVal val="visible"/>
                                      </p:to>
                                    </p:set>
                                    <p:animEffect transition="in" filter="fade">
                                      <p:cBhvr>
                                        <p:cTn id="298" dur="650"/>
                                        <p:tgtEl>
                                          <p:spTgt spid="57"/>
                                        </p:tgtEl>
                                      </p:cBhvr>
                                    </p:animEffect>
                                    <p:anim calcmode="lin" valueType="num">
                                      <p:cBhvr>
                                        <p:cTn id="299" dur="650" fill="hold"/>
                                        <p:tgtEl>
                                          <p:spTgt spid="57"/>
                                        </p:tgtEl>
                                        <p:attrNameLst>
                                          <p:attrName>ppt_x</p:attrName>
                                        </p:attrNameLst>
                                      </p:cBhvr>
                                      <p:tavLst>
                                        <p:tav tm="0">
                                          <p:val>
                                            <p:strVal val="#ppt_x"/>
                                          </p:val>
                                        </p:tav>
                                        <p:tav tm="100000">
                                          <p:val>
                                            <p:strVal val="#ppt_x"/>
                                          </p:val>
                                        </p:tav>
                                      </p:tavLst>
                                    </p:anim>
                                    <p:anim calcmode="lin" valueType="num">
                                      <p:cBhvr>
                                        <p:cTn id="300" dur="650" fill="hold"/>
                                        <p:tgtEl>
                                          <p:spTgt spid="57"/>
                                        </p:tgtEl>
                                        <p:attrNameLst>
                                          <p:attrName>ppt_y</p:attrName>
                                        </p:attrNameLst>
                                      </p:cBhvr>
                                      <p:tavLst>
                                        <p:tav tm="0">
                                          <p:val>
                                            <p:strVal val="#ppt_y+.1"/>
                                          </p:val>
                                        </p:tav>
                                        <p:tav tm="100000">
                                          <p:val>
                                            <p:strVal val="#ppt_y"/>
                                          </p:val>
                                        </p:tav>
                                      </p:tavLst>
                                    </p:anim>
                                  </p:childTnLst>
                                </p:cTn>
                              </p:par>
                              <p:par>
                                <p:cTn id="301" presetID="42" presetClass="entr" presetSubtype="0" fill="hold" grpId="0" nodeType="withEffect">
                                  <p:stCondLst>
                                    <p:cond delay="250"/>
                                  </p:stCondLst>
                                  <p:childTnLst>
                                    <p:set>
                                      <p:cBhvr>
                                        <p:cTn id="302" dur="1" fill="hold">
                                          <p:stCondLst>
                                            <p:cond delay="0"/>
                                          </p:stCondLst>
                                        </p:cTn>
                                        <p:tgtEl>
                                          <p:spTgt spid="58"/>
                                        </p:tgtEl>
                                        <p:attrNameLst>
                                          <p:attrName>style.visibility</p:attrName>
                                        </p:attrNameLst>
                                      </p:cBhvr>
                                      <p:to>
                                        <p:strVal val="visible"/>
                                      </p:to>
                                    </p:set>
                                    <p:animEffect transition="in" filter="fade">
                                      <p:cBhvr>
                                        <p:cTn id="303" dur="650"/>
                                        <p:tgtEl>
                                          <p:spTgt spid="58"/>
                                        </p:tgtEl>
                                      </p:cBhvr>
                                    </p:animEffect>
                                    <p:anim calcmode="lin" valueType="num">
                                      <p:cBhvr>
                                        <p:cTn id="304" dur="650" fill="hold"/>
                                        <p:tgtEl>
                                          <p:spTgt spid="58"/>
                                        </p:tgtEl>
                                        <p:attrNameLst>
                                          <p:attrName>ppt_x</p:attrName>
                                        </p:attrNameLst>
                                      </p:cBhvr>
                                      <p:tavLst>
                                        <p:tav tm="0">
                                          <p:val>
                                            <p:strVal val="#ppt_x"/>
                                          </p:val>
                                        </p:tav>
                                        <p:tav tm="100000">
                                          <p:val>
                                            <p:strVal val="#ppt_x"/>
                                          </p:val>
                                        </p:tav>
                                      </p:tavLst>
                                    </p:anim>
                                    <p:anim calcmode="lin" valueType="num">
                                      <p:cBhvr>
                                        <p:cTn id="305" dur="650" fill="hold"/>
                                        <p:tgtEl>
                                          <p:spTgt spid="58"/>
                                        </p:tgtEl>
                                        <p:attrNameLst>
                                          <p:attrName>ppt_y</p:attrName>
                                        </p:attrNameLst>
                                      </p:cBhvr>
                                      <p:tavLst>
                                        <p:tav tm="0">
                                          <p:val>
                                            <p:strVal val="#ppt_y+.1"/>
                                          </p:val>
                                        </p:tav>
                                        <p:tav tm="100000">
                                          <p:val>
                                            <p:strVal val="#ppt_y"/>
                                          </p:val>
                                        </p:tav>
                                      </p:tavLst>
                                    </p:anim>
                                  </p:childTnLst>
                                </p:cTn>
                              </p:par>
                              <p:par>
                                <p:cTn id="306" presetID="42" presetClass="entr" presetSubtype="0" fill="hold" grpId="0" nodeType="withEffect">
                                  <p:stCondLst>
                                    <p:cond delay="250"/>
                                  </p:stCondLst>
                                  <p:childTnLst>
                                    <p:set>
                                      <p:cBhvr>
                                        <p:cTn id="307" dur="1" fill="hold">
                                          <p:stCondLst>
                                            <p:cond delay="0"/>
                                          </p:stCondLst>
                                        </p:cTn>
                                        <p:tgtEl>
                                          <p:spTgt spid="59"/>
                                        </p:tgtEl>
                                        <p:attrNameLst>
                                          <p:attrName>style.visibility</p:attrName>
                                        </p:attrNameLst>
                                      </p:cBhvr>
                                      <p:to>
                                        <p:strVal val="visible"/>
                                      </p:to>
                                    </p:set>
                                    <p:animEffect transition="in" filter="fade">
                                      <p:cBhvr>
                                        <p:cTn id="308" dur="650"/>
                                        <p:tgtEl>
                                          <p:spTgt spid="59"/>
                                        </p:tgtEl>
                                      </p:cBhvr>
                                    </p:animEffect>
                                    <p:anim calcmode="lin" valueType="num">
                                      <p:cBhvr>
                                        <p:cTn id="309" dur="650" fill="hold"/>
                                        <p:tgtEl>
                                          <p:spTgt spid="59"/>
                                        </p:tgtEl>
                                        <p:attrNameLst>
                                          <p:attrName>ppt_x</p:attrName>
                                        </p:attrNameLst>
                                      </p:cBhvr>
                                      <p:tavLst>
                                        <p:tav tm="0">
                                          <p:val>
                                            <p:strVal val="#ppt_x"/>
                                          </p:val>
                                        </p:tav>
                                        <p:tav tm="100000">
                                          <p:val>
                                            <p:strVal val="#ppt_x"/>
                                          </p:val>
                                        </p:tav>
                                      </p:tavLst>
                                    </p:anim>
                                    <p:anim calcmode="lin" valueType="num">
                                      <p:cBhvr>
                                        <p:cTn id="310" dur="650" fill="hold"/>
                                        <p:tgtEl>
                                          <p:spTgt spid="59"/>
                                        </p:tgtEl>
                                        <p:attrNameLst>
                                          <p:attrName>ppt_y</p:attrName>
                                        </p:attrNameLst>
                                      </p:cBhvr>
                                      <p:tavLst>
                                        <p:tav tm="0">
                                          <p:val>
                                            <p:strVal val="#ppt_y+.1"/>
                                          </p:val>
                                        </p:tav>
                                        <p:tav tm="100000">
                                          <p:val>
                                            <p:strVal val="#ppt_y"/>
                                          </p:val>
                                        </p:tav>
                                      </p:tavLst>
                                    </p:anim>
                                  </p:childTnLst>
                                </p:cTn>
                              </p:par>
                              <p:par>
                                <p:cTn id="311" presetID="42" presetClass="entr" presetSubtype="0" fill="hold" grpId="0" nodeType="withEffect">
                                  <p:stCondLst>
                                    <p:cond delay="250"/>
                                  </p:stCondLst>
                                  <p:childTnLst>
                                    <p:set>
                                      <p:cBhvr>
                                        <p:cTn id="312" dur="1" fill="hold">
                                          <p:stCondLst>
                                            <p:cond delay="0"/>
                                          </p:stCondLst>
                                        </p:cTn>
                                        <p:tgtEl>
                                          <p:spTgt spid="60"/>
                                        </p:tgtEl>
                                        <p:attrNameLst>
                                          <p:attrName>style.visibility</p:attrName>
                                        </p:attrNameLst>
                                      </p:cBhvr>
                                      <p:to>
                                        <p:strVal val="visible"/>
                                      </p:to>
                                    </p:set>
                                    <p:animEffect transition="in" filter="fade">
                                      <p:cBhvr>
                                        <p:cTn id="313" dur="650"/>
                                        <p:tgtEl>
                                          <p:spTgt spid="60"/>
                                        </p:tgtEl>
                                      </p:cBhvr>
                                    </p:animEffect>
                                    <p:anim calcmode="lin" valueType="num">
                                      <p:cBhvr>
                                        <p:cTn id="314" dur="650" fill="hold"/>
                                        <p:tgtEl>
                                          <p:spTgt spid="60"/>
                                        </p:tgtEl>
                                        <p:attrNameLst>
                                          <p:attrName>ppt_x</p:attrName>
                                        </p:attrNameLst>
                                      </p:cBhvr>
                                      <p:tavLst>
                                        <p:tav tm="0">
                                          <p:val>
                                            <p:strVal val="#ppt_x"/>
                                          </p:val>
                                        </p:tav>
                                        <p:tav tm="100000">
                                          <p:val>
                                            <p:strVal val="#ppt_x"/>
                                          </p:val>
                                        </p:tav>
                                      </p:tavLst>
                                    </p:anim>
                                    <p:anim calcmode="lin" valueType="num">
                                      <p:cBhvr>
                                        <p:cTn id="315" dur="650" fill="hold"/>
                                        <p:tgtEl>
                                          <p:spTgt spid="60"/>
                                        </p:tgtEl>
                                        <p:attrNameLst>
                                          <p:attrName>ppt_y</p:attrName>
                                        </p:attrNameLst>
                                      </p:cBhvr>
                                      <p:tavLst>
                                        <p:tav tm="0">
                                          <p:val>
                                            <p:strVal val="#ppt_y+.1"/>
                                          </p:val>
                                        </p:tav>
                                        <p:tav tm="100000">
                                          <p:val>
                                            <p:strVal val="#ppt_y"/>
                                          </p:val>
                                        </p:tav>
                                      </p:tavLst>
                                    </p:anim>
                                  </p:childTnLst>
                                </p:cTn>
                              </p:par>
                              <p:par>
                                <p:cTn id="316" presetID="42" presetClass="entr" presetSubtype="0" fill="hold" grpId="0" nodeType="withEffect">
                                  <p:stCondLst>
                                    <p:cond delay="250"/>
                                  </p:stCondLst>
                                  <p:childTnLst>
                                    <p:set>
                                      <p:cBhvr>
                                        <p:cTn id="317" dur="1" fill="hold">
                                          <p:stCondLst>
                                            <p:cond delay="0"/>
                                          </p:stCondLst>
                                        </p:cTn>
                                        <p:tgtEl>
                                          <p:spTgt spid="61"/>
                                        </p:tgtEl>
                                        <p:attrNameLst>
                                          <p:attrName>style.visibility</p:attrName>
                                        </p:attrNameLst>
                                      </p:cBhvr>
                                      <p:to>
                                        <p:strVal val="visible"/>
                                      </p:to>
                                    </p:set>
                                    <p:animEffect transition="in" filter="fade">
                                      <p:cBhvr>
                                        <p:cTn id="318" dur="650"/>
                                        <p:tgtEl>
                                          <p:spTgt spid="61"/>
                                        </p:tgtEl>
                                      </p:cBhvr>
                                    </p:animEffect>
                                    <p:anim calcmode="lin" valueType="num">
                                      <p:cBhvr>
                                        <p:cTn id="319" dur="650" fill="hold"/>
                                        <p:tgtEl>
                                          <p:spTgt spid="61"/>
                                        </p:tgtEl>
                                        <p:attrNameLst>
                                          <p:attrName>ppt_x</p:attrName>
                                        </p:attrNameLst>
                                      </p:cBhvr>
                                      <p:tavLst>
                                        <p:tav tm="0">
                                          <p:val>
                                            <p:strVal val="#ppt_x"/>
                                          </p:val>
                                        </p:tav>
                                        <p:tav tm="100000">
                                          <p:val>
                                            <p:strVal val="#ppt_x"/>
                                          </p:val>
                                        </p:tav>
                                      </p:tavLst>
                                    </p:anim>
                                    <p:anim calcmode="lin" valueType="num">
                                      <p:cBhvr>
                                        <p:cTn id="320" dur="650" fill="hold"/>
                                        <p:tgtEl>
                                          <p:spTgt spid="61"/>
                                        </p:tgtEl>
                                        <p:attrNameLst>
                                          <p:attrName>ppt_y</p:attrName>
                                        </p:attrNameLst>
                                      </p:cBhvr>
                                      <p:tavLst>
                                        <p:tav tm="0">
                                          <p:val>
                                            <p:strVal val="#ppt_y+.1"/>
                                          </p:val>
                                        </p:tav>
                                        <p:tav tm="100000">
                                          <p:val>
                                            <p:strVal val="#ppt_y"/>
                                          </p:val>
                                        </p:tav>
                                      </p:tavLst>
                                    </p:anim>
                                  </p:childTnLst>
                                </p:cTn>
                              </p:par>
                              <p:par>
                                <p:cTn id="321" presetID="42" presetClass="entr" presetSubtype="0" fill="hold" grpId="0" nodeType="withEffect">
                                  <p:stCondLst>
                                    <p:cond delay="250"/>
                                  </p:stCondLst>
                                  <p:childTnLst>
                                    <p:set>
                                      <p:cBhvr>
                                        <p:cTn id="322" dur="1" fill="hold">
                                          <p:stCondLst>
                                            <p:cond delay="0"/>
                                          </p:stCondLst>
                                        </p:cTn>
                                        <p:tgtEl>
                                          <p:spTgt spid="62"/>
                                        </p:tgtEl>
                                        <p:attrNameLst>
                                          <p:attrName>style.visibility</p:attrName>
                                        </p:attrNameLst>
                                      </p:cBhvr>
                                      <p:to>
                                        <p:strVal val="visible"/>
                                      </p:to>
                                    </p:set>
                                    <p:animEffect transition="in" filter="fade">
                                      <p:cBhvr>
                                        <p:cTn id="323" dur="650"/>
                                        <p:tgtEl>
                                          <p:spTgt spid="62"/>
                                        </p:tgtEl>
                                      </p:cBhvr>
                                    </p:animEffect>
                                    <p:anim calcmode="lin" valueType="num">
                                      <p:cBhvr>
                                        <p:cTn id="324" dur="650" fill="hold"/>
                                        <p:tgtEl>
                                          <p:spTgt spid="62"/>
                                        </p:tgtEl>
                                        <p:attrNameLst>
                                          <p:attrName>ppt_x</p:attrName>
                                        </p:attrNameLst>
                                      </p:cBhvr>
                                      <p:tavLst>
                                        <p:tav tm="0">
                                          <p:val>
                                            <p:strVal val="#ppt_x"/>
                                          </p:val>
                                        </p:tav>
                                        <p:tav tm="100000">
                                          <p:val>
                                            <p:strVal val="#ppt_x"/>
                                          </p:val>
                                        </p:tav>
                                      </p:tavLst>
                                    </p:anim>
                                    <p:anim calcmode="lin" valueType="num">
                                      <p:cBhvr>
                                        <p:cTn id="325" dur="650" fill="hold"/>
                                        <p:tgtEl>
                                          <p:spTgt spid="62"/>
                                        </p:tgtEl>
                                        <p:attrNameLst>
                                          <p:attrName>ppt_y</p:attrName>
                                        </p:attrNameLst>
                                      </p:cBhvr>
                                      <p:tavLst>
                                        <p:tav tm="0">
                                          <p:val>
                                            <p:strVal val="#ppt_y+.1"/>
                                          </p:val>
                                        </p:tav>
                                        <p:tav tm="100000">
                                          <p:val>
                                            <p:strVal val="#ppt_y"/>
                                          </p:val>
                                        </p:tav>
                                      </p:tavLst>
                                    </p:anim>
                                  </p:childTnLst>
                                </p:cTn>
                              </p:par>
                              <p:par>
                                <p:cTn id="326" presetID="42" presetClass="entr" presetSubtype="0" fill="hold" grpId="0" nodeType="withEffect">
                                  <p:stCondLst>
                                    <p:cond delay="250"/>
                                  </p:stCondLst>
                                  <p:childTnLst>
                                    <p:set>
                                      <p:cBhvr>
                                        <p:cTn id="327" dur="1" fill="hold">
                                          <p:stCondLst>
                                            <p:cond delay="0"/>
                                          </p:stCondLst>
                                        </p:cTn>
                                        <p:tgtEl>
                                          <p:spTgt spid="63"/>
                                        </p:tgtEl>
                                        <p:attrNameLst>
                                          <p:attrName>style.visibility</p:attrName>
                                        </p:attrNameLst>
                                      </p:cBhvr>
                                      <p:to>
                                        <p:strVal val="visible"/>
                                      </p:to>
                                    </p:set>
                                    <p:animEffect transition="in" filter="fade">
                                      <p:cBhvr>
                                        <p:cTn id="328" dur="650"/>
                                        <p:tgtEl>
                                          <p:spTgt spid="63"/>
                                        </p:tgtEl>
                                      </p:cBhvr>
                                    </p:animEffect>
                                    <p:anim calcmode="lin" valueType="num">
                                      <p:cBhvr>
                                        <p:cTn id="329" dur="650" fill="hold"/>
                                        <p:tgtEl>
                                          <p:spTgt spid="63"/>
                                        </p:tgtEl>
                                        <p:attrNameLst>
                                          <p:attrName>ppt_x</p:attrName>
                                        </p:attrNameLst>
                                      </p:cBhvr>
                                      <p:tavLst>
                                        <p:tav tm="0">
                                          <p:val>
                                            <p:strVal val="#ppt_x"/>
                                          </p:val>
                                        </p:tav>
                                        <p:tav tm="100000">
                                          <p:val>
                                            <p:strVal val="#ppt_x"/>
                                          </p:val>
                                        </p:tav>
                                      </p:tavLst>
                                    </p:anim>
                                    <p:anim calcmode="lin" valueType="num">
                                      <p:cBhvr>
                                        <p:cTn id="330" dur="650" fill="hold"/>
                                        <p:tgtEl>
                                          <p:spTgt spid="63"/>
                                        </p:tgtEl>
                                        <p:attrNameLst>
                                          <p:attrName>ppt_y</p:attrName>
                                        </p:attrNameLst>
                                      </p:cBhvr>
                                      <p:tavLst>
                                        <p:tav tm="0">
                                          <p:val>
                                            <p:strVal val="#ppt_y+.1"/>
                                          </p:val>
                                        </p:tav>
                                        <p:tav tm="100000">
                                          <p:val>
                                            <p:strVal val="#ppt_y"/>
                                          </p:val>
                                        </p:tav>
                                      </p:tavLst>
                                    </p:anim>
                                  </p:childTnLst>
                                </p:cTn>
                              </p:par>
                              <p:par>
                                <p:cTn id="331" presetID="42" presetClass="entr" presetSubtype="0" fill="hold" grpId="0" nodeType="withEffect">
                                  <p:stCondLst>
                                    <p:cond delay="250"/>
                                  </p:stCondLst>
                                  <p:childTnLst>
                                    <p:set>
                                      <p:cBhvr>
                                        <p:cTn id="332" dur="1" fill="hold">
                                          <p:stCondLst>
                                            <p:cond delay="0"/>
                                          </p:stCondLst>
                                        </p:cTn>
                                        <p:tgtEl>
                                          <p:spTgt spid="64"/>
                                        </p:tgtEl>
                                        <p:attrNameLst>
                                          <p:attrName>style.visibility</p:attrName>
                                        </p:attrNameLst>
                                      </p:cBhvr>
                                      <p:to>
                                        <p:strVal val="visible"/>
                                      </p:to>
                                    </p:set>
                                    <p:animEffect transition="in" filter="fade">
                                      <p:cBhvr>
                                        <p:cTn id="333" dur="650"/>
                                        <p:tgtEl>
                                          <p:spTgt spid="64"/>
                                        </p:tgtEl>
                                      </p:cBhvr>
                                    </p:animEffect>
                                    <p:anim calcmode="lin" valueType="num">
                                      <p:cBhvr>
                                        <p:cTn id="334" dur="650" fill="hold"/>
                                        <p:tgtEl>
                                          <p:spTgt spid="64"/>
                                        </p:tgtEl>
                                        <p:attrNameLst>
                                          <p:attrName>ppt_x</p:attrName>
                                        </p:attrNameLst>
                                      </p:cBhvr>
                                      <p:tavLst>
                                        <p:tav tm="0">
                                          <p:val>
                                            <p:strVal val="#ppt_x"/>
                                          </p:val>
                                        </p:tav>
                                        <p:tav tm="100000">
                                          <p:val>
                                            <p:strVal val="#ppt_x"/>
                                          </p:val>
                                        </p:tav>
                                      </p:tavLst>
                                    </p:anim>
                                    <p:anim calcmode="lin" valueType="num">
                                      <p:cBhvr>
                                        <p:cTn id="335" dur="650" fill="hold"/>
                                        <p:tgtEl>
                                          <p:spTgt spid="64"/>
                                        </p:tgtEl>
                                        <p:attrNameLst>
                                          <p:attrName>ppt_y</p:attrName>
                                        </p:attrNameLst>
                                      </p:cBhvr>
                                      <p:tavLst>
                                        <p:tav tm="0">
                                          <p:val>
                                            <p:strVal val="#ppt_y+.1"/>
                                          </p:val>
                                        </p:tav>
                                        <p:tav tm="100000">
                                          <p:val>
                                            <p:strVal val="#ppt_y"/>
                                          </p:val>
                                        </p:tav>
                                      </p:tavLst>
                                    </p:anim>
                                  </p:childTnLst>
                                </p:cTn>
                              </p:par>
                              <p:par>
                                <p:cTn id="336" presetID="42" presetClass="entr" presetSubtype="0" fill="hold" grpId="0" nodeType="withEffect">
                                  <p:stCondLst>
                                    <p:cond delay="250"/>
                                  </p:stCondLst>
                                  <p:childTnLst>
                                    <p:set>
                                      <p:cBhvr>
                                        <p:cTn id="337" dur="1" fill="hold">
                                          <p:stCondLst>
                                            <p:cond delay="0"/>
                                          </p:stCondLst>
                                        </p:cTn>
                                        <p:tgtEl>
                                          <p:spTgt spid="65"/>
                                        </p:tgtEl>
                                        <p:attrNameLst>
                                          <p:attrName>style.visibility</p:attrName>
                                        </p:attrNameLst>
                                      </p:cBhvr>
                                      <p:to>
                                        <p:strVal val="visible"/>
                                      </p:to>
                                    </p:set>
                                    <p:animEffect transition="in" filter="fade">
                                      <p:cBhvr>
                                        <p:cTn id="338" dur="650"/>
                                        <p:tgtEl>
                                          <p:spTgt spid="65"/>
                                        </p:tgtEl>
                                      </p:cBhvr>
                                    </p:animEffect>
                                    <p:anim calcmode="lin" valueType="num">
                                      <p:cBhvr>
                                        <p:cTn id="339" dur="650" fill="hold"/>
                                        <p:tgtEl>
                                          <p:spTgt spid="65"/>
                                        </p:tgtEl>
                                        <p:attrNameLst>
                                          <p:attrName>ppt_x</p:attrName>
                                        </p:attrNameLst>
                                      </p:cBhvr>
                                      <p:tavLst>
                                        <p:tav tm="0">
                                          <p:val>
                                            <p:strVal val="#ppt_x"/>
                                          </p:val>
                                        </p:tav>
                                        <p:tav tm="100000">
                                          <p:val>
                                            <p:strVal val="#ppt_x"/>
                                          </p:val>
                                        </p:tav>
                                      </p:tavLst>
                                    </p:anim>
                                    <p:anim calcmode="lin" valueType="num">
                                      <p:cBhvr>
                                        <p:cTn id="340" dur="650" fill="hold"/>
                                        <p:tgtEl>
                                          <p:spTgt spid="65"/>
                                        </p:tgtEl>
                                        <p:attrNameLst>
                                          <p:attrName>ppt_y</p:attrName>
                                        </p:attrNameLst>
                                      </p:cBhvr>
                                      <p:tavLst>
                                        <p:tav tm="0">
                                          <p:val>
                                            <p:strVal val="#ppt_y+.1"/>
                                          </p:val>
                                        </p:tav>
                                        <p:tav tm="100000">
                                          <p:val>
                                            <p:strVal val="#ppt_y"/>
                                          </p:val>
                                        </p:tav>
                                      </p:tavLst>
                                    </p:anim>
                                  </p:childTnLst>
                                </p:cTn>
                              </p:par>
                              <p:par>
                                <p:cTn id="341" presetID="42" presetClass="entr" presetSubtype="0" fill="hold" grpId="0" nodeType="withEffect">
                                  <p:stCondLst>
                                    <p:cond delay="250"/>
                                  </p:stCondLst>
                                  <p:childTnLst>
                                    <p:set>
                                      <p:cBhvr>
                                        <p:cTn id="342" dur="1" fill="hold">
                                          <p:stCondLst>
                                            <p:cond delay="0"/>
                                          </p:stCondLst>
                                        </p:cTn>
                                        <p:tgtEl>
                                          <p:spTgt spid="66"/>
                                        </p:tgtEl>
                                        <p:attrNameLst>
                                          <p:attrName>style.visibility</p:attrName>
                                        </p:attrNameLst>
                                      </p:cBhvr>
                                      <p:to>
                                        <p:strVal val="visible"/>
                                      </p:to>
                                    </p:set>
                                    <p:animEffect transition="in" filter="fade">
                                      <p:cBhvr>
                                        <p:cTn id="343" dur="650"/>
                                        <p:tgtEl>
                                          <p:spTgt spid="66"/>
                                        </p:tgtEl>
                                      </p:cBhvr>
                                    </p:animEffect>
                                    <p:anim calcmode="lin" valueType="num">
                                      <p:cBhvr>
                                        <p:cTn id="344" dur="650" fill="hold"/>
                                        <p:tgtEl>
                                          <p:spTgt spid="66"/>
                                        </p:tgtEl>
                                        <p:attrNameLst>
                                          <p:attrName>ppt_x</p:attrName>
                                        </p:attrNameLst>
                                      </p:cBhvr>
                                      <p:tavLst>
                                        <p:tav tm="0">
                                          <p:val>
                                            <p:strVal val="#ppt_x"/>
                                          </p:val>
                                        </p:tav>
                                        <p:tav tm="100000">
                                          <p:val>
                                            <p:strVal val="#ppt_x"/>
                                          </p:val>
                                        </p:tav>
                                      </p:tavLst>
                                    </p:anim>
                                    <p:anim calcmode="lin" valueType="num">
                                      <p:cBhvr>
                                        <p:cTn id="345" dur="650" fill="hold"/>
                                        <p:tgtEl>
                                          <p:spTgt spid="66"/>
                                        </p:tgtEl>
                                        <p:attrNameLst>
                                          <p:attrName>ppt_y</p:attrName>
                                        </p:attrNameLst>
                                      </p:cBhvr>
                                      <p:tavLst>
                                        <p:tav tm="0">
                                          <p:val>
                                            <p:strVal val="#ppt_y+.1"/>
                                          </p:val>
                                        </p:tav>
                                        <p:tav tm="100000">
                                          <p:val>
                                            <p:strVal val="#ppt_y"/>
                                          </p:val>
                                        </p:tav>
                                      </p:tavLst>
                                    </p:anim>
                                  </p:childTnLst>
                                </p:cTn>
                              </p:par>
                              <p:par>
                                <p:cTn id="346" presetID="42" presetClass="entr" presetSubtype="0" fill="hold" grpId="0" nodeType="withEffect">
                                  <p:stCondLst>
                                    <p:cond delay="250"/>
                                  </p:stCondLst>
                                  <p:childTnLst>
                                    <p:set>
                                      <p:cBhvr>
                                        <p:cTn id="347" dur="1" fill="hold">
                                          <p:stCondLst>
                                            <p:cond delay="0"/>
                                          </p:stCondLst>
                                        </p:cTn>
                                        <p:tgtEl>
                                          <p:spTgt spid="67"/>
                                        </p:tgtEl>
                                        <p:attrNameLst>
                                          <p:attrName>style.visibility</p:attrName>
                                        </p:attrNameLst>
                                      </p:cBhvr>
                                      <p:to>
                                        <p:strVal val="visible"/>
                                      </p:to>
                                    </p:set>
                                    <p:animEffect transition="in" filter="fade">
                                      <p:cBhvr>
                                        <p:cTn id="348" dur="650"/>
                                        <p:tgtEl>
                                          <p:spTgt spid="67"/>
                                        </p:tgtEl>
                                      </p:cBhvr>
                                    </p:animEffect>
                                    <p:anim calcmode="lin" valueType="num">
                                      <p:cBhvr>
                                        <p:cTn id="349" dur="650" fill="hold"/>
                                        <p:tgtEl>
                                          <p:spTgt spid="67"/>
                                        </p:tgtEl>
                                        <p:attrNameLst>
                                          <p:attrName>ppt_x</p:attrName>
                                        </p:attrNameLst>
                                      </p:cBhvr>
                                      <p:tavLst>
                                        <p:tav tm="0">
                                          <p:val>
                                            <p:strVal val="#ppt_x"/>
                                          </p:val>
                                        </p:tav>
                                        <p:tav tm="100000">
                                          <p:val>
                                            <p:strVal val="#ppt_x"/>
                                          </p:val>
                                        </p:tav>
                                      </p:tavLst>
                                    </p:anim>
                                    <p:anim calcmode="lin" valueType="num">
                                      <p:cBhvr>
                                        <p:cTn id="350" dur="650" fill="hold"/>
                                        <p:tgtEl>
                                          <p:spTgt spid="67"/>
                                        </p:tgtEl>
                                        <p:attrNameLst>
                                          <p:attrName>ppt_y</p:attrName>
                                        </p:attrNameLst>
                                      </p:cBhvr>
                                      <p:tavLst>
                                        <p:tav tm="0">
                                          <p:val>
                                            <p:strVal val="#ppt_y+.1"/>
                                          </p:val>
                                        </p:tav>
                                        <p:tav tm="100000">
                                          <p:val>
                                            <p:strVal val="#ppt_y"/>
                                          </p:val>
                                        </p:tav>
                                      </p:tavLst>
                                    </p:anim>
                                  </p:childTnLst>
                                </p:cTn>
                              </p:par>
                              <p:par>
                                <p:cTn id="351" presetID="42" presetClass="entr" presetSubtype="0" fill="hold" grpId="0" nodeType="withEffect">
                                  <p:stCondLst>
                                    <p:cond delay="250"/>
                                  </p:stCondLst>
                                  <p:childTnLst>
                                    <p:set>
                                      <p:cBhvr>
                                        <p:cTn id="352" dur="1" fill="hold">
                                          <p:stCondLst>
                                            <p:cond delay="0"/>
                                          </p:stCondLst>
                                        </p:cTn>
                                        <p:tgtEl>
                                          <p:spTgt spid="68"/>
                                        </p:tgtEl>
                                        <p:attrNameLst>
                                          <p:attrName>style.visibility</p:attrName>
                                        </p:attrNameLst>
                                      </p:cBhvr>
                                      <p:to>
                                        <p:strVal val="visible"/>
                                      </p:to>
                                    </p:set>
                                    <p:animEffect transition="in" filter="fade">
                                      <p:cBhvr>
                                        <p:cTn id="353" dur="650"/>
                                        <p:tgtEl>
                                          <p:spTgt spid="68"/>
                                        </p:tgtEl>
                                      </p:cBhvr>
                                    </p:animEffect>
                                    <p:anim calcmode="lin" valueType="num">
                                      <p:cBhvr>
                                        <p:cTn id="354" dur="650" fill="hold"/>
                                        <p:tgtEl>
                                          <p:spTgt spid="68"/>
                                        </p:tgtEl>
                                        <p:attrNameLst>
                                          <p:attrName>ppt_x</p:attrName>
                                        </p:attrNameLst>
                                      </p:cBhvr>
                                      <p:tavLst>
                                        <p:tav tm="0">
                                          <p:val>
                                            <p:strVal val="#ppt_x"/>
                                          </p:val>
                                        </p:tav>
                                        <p:tav tm="100000">
                                          <p:val>
                                            <p:strVal val="#ppt_x"/>
                                          </p:val>
                                        </p:tav>
                                      </p:tavLst>
                                    </p:anim>
                                    <p:anim calcmode="lin" valueType="num">
                                      <p:cBhvr>
                                        <p:cTn id="355" dur="650" fill="hold"/>
                                        <p:tgtEl>
                                          <p:spTgt spid="68"/>
                                        </p:tgtEl>
                                        <p:attrNameLst>
                                          <p:attrName>ppt_y</p:attrName>
                                        </p:attrNameLst>
                                      </p:cBhvr>
                                      <p:tavLst>
                                        <p:tav tm="0">
                                          <p:val>
                                            <p:strVal val="#ppt_y+.1"/>
                                          </p:val>
                                        </p:tav>
                                        <p:tav tm="100000">
                                          <p:val>
                                            <p:strVal val="#ppt_y"/>
                                          </p:val>
                                        </p:tav>
                                      </p:tavLst>
                                    </p:anim>
                                  </p:childTnLst>
                                </p:cTn>
                              </p:par>
                              <p:par>
                                <p:cTn id="356" presetID="42" presetClass="entr" presetSubtype="0" fill="hold" grpId="0" nodeType="withEffect">
                                  <p:stCondLst>
                                    <p:cond delay="250"/>
                                  </p:stCondLst>
                                  <p:childTnLst>
                                    <p:set>
                                      <p:cBhvr>
                                        <p:cTn id="357" dur="1" fill="hold">
                                          <p:stCondLst>
                                            <p:cond delay="0"/>
                                          </p:stCondLst>
                                        </p:cTn>
                                        <p:tgtEl>
                                          <p:spTgt spid="69"/>
                                        </p:tgtEl>
                                        <p:attrNameLst>
                                          <p:attrName>style.visibility</p:attrName>
                                        </p:attrNameLst>
                                      </p:cBhvr>
                                      <p:to>
                                        <p:strVal val="visible"/>
                                      </p:to>
                                    </p:set>
                                    <p:animEffect transition="in" filter="fade">
                                      <p:cBhvr>
                                        <p:cTn id="358" dur="650"/>
                                        <p:tgtEl>
                                          <p:spTgt spid="69"/>
                                        </p:tgtEl>
                                      </p:cBhvr>
                                    </p:animEffect>
                                    <p:anim calcmode="lin" valueType="num">
                                      <p:cBhvr>
                                        <p:cTn id="359" dur="650" fill="hold"/>
                                        <p:tgtEl>
                                          <p:spTgt spid="69"/>
                                        </p:tgtEl>
                                        <p:attrNameLst>
                                          <p:attrName>ppt_x</p:attrName>
                                        </p:attrNameLst>
                                      </p:cBhvr>
                                      <p:tavLst>
                                        <p:tav tm="0">
                                          <p:val>
                                            <p:strVal val="#ppt_x"/>
                                          </p:val>
                                        </p:tav>
                                        <p:tav tm="100000">
                                          <p:val>
                                            <p:strVal val="#ppt_x"/>
                                          </p:val>
                                        </p:tav>
                                      </p:tavLst>
                                    </p:anim>
                                    <p:anim calcmode="lin" valueType="num">
                                      <p:cBhvr>
                                        <p:cTn id="360" dur="650" fill="hold"/>
                                        <p:tgtEl>
                                          <p:spTgt spid="69"/>
                                        </p:tgtEl>
                                        <p:attrNameLst>
                                          <p:attrName>ppt_y</p:attrName>
                                        </p:attrNameLst>
                                      </p:cBhvr>
                                      <p:tavLst>
                                        <p:tav tm="0">
                                          <p:val>
                                            <p:strVal val="#ppt_y+.1"/>
                                          </p:val>
                                        </p:tav>
                                        <p:tav tm="100000">
                                          <p:val>
                                            <p:strVal val="#ppt_y"/>
                                          </p:val>
                                        </p:tav>
                                      </p:tavLst>
                                    </p:anim>
                                  </p:childTnLst>
                                </p:cTn>
                              </p:par>
                              <p:par>
                                <p:cTn id="361" presetID="42" presetClass="entr" presetSubtype="0" fill="hold" grpId="0" nodeType="withEffect">
                                  <p:stCondLst>
                                    <p:cond delay="250"/>
                                  </p:stCondLst>
                                  <p:childTnLst>
                                    <p:set>
                                      <p:cBhvr>
                                        <p:cTn id="362" dur="1" fill="hold">
                                          <p:stCondLst>
                                            <p:cond delay="0"/>
                                          </p:stCondLst>
                                        </p:cTn>
                                        <p:tgtEl>
                                          <p:spTgt spid="70"/>
                                        </p:tgtEl>
                                        <p:attrNameLst>
                                          <p:attrName>style.visibility</p:attrName>
                                        </p:attrNameLst>
                                      </p:cBhvr>
                                      <p:to>
                                        <p:strVal val="visible"/>
                                      </p:to>
                                    </p:set>
                                    <p:animEffect transition="in" filter="fade">
                                      <p:cBhvr>
                                        <p:cTn id="363" dur="650"/>
                                        <p:tgtEl>
                                          <p:spTgt spid="70"/>
                                        </p:tgtEl>
                                      </p:cBhvr>
                                    </p:animEffect>
                                    <p:anim calcmode="lin" valueType="num">
                                      <p:cBhvr>
                                        <p:cTn id="364" dur="650" fill="hold"/>
                                        <p:tgtEl>
                                          <p:spTgt spid="70"/>
                                        </p:tgtEl>
                                        <p:attrNameLst>
                                          <p:attrName>ppt_x</p:attrName>
                                        </p:attrNameLst>
                                      </p:cBhvr>
                                      <p:tavLst>
                                        <p:tav tm="0">
                                          <p:val>
                                            <p:strVal val="#ppt_x"/>
                                          </p:val>
                                        </p:tav>
                                        <p:tav tm="100000">
                                          <p:val>
                                            <p:strVal val="#ppt_x"/>
                                          </p:val>
                                        </p:tav>
                                      </p:tavLst>
                                    </p:anim>
                                    <p:anim calcmode="lin" valueType="num">
                                      <p:cBhvr>
                                        <p:cTn id="365" dur="650" fill="hold"/>
                                        <p:tgtEl>
                                          <p:spTgt spid="70"/>
                                        </p:tgtEl>
                                        <p:attrNameLst>
                                          <p:attrName>ppt_y</p:attrName>
                                        </p:attrNameLst>
                                      </p:cBhvr>
                                      <p:tavLst>
                                        <p:tav tm="0">
                                          <p:val>
                                            <p:strVal val="#ppt_y+.1"/>
                                          </p:val>
                                        </p:tav>
                                        <p:tav tm="100000">
                                          <p:val>
                                            <p:strVal val="#ppt_y"/>
                                          </p:val>
                                        </p:tav>
                                      </p:tavLst>
                                    </p:anim>
                                  </p:childTnLst>
                                </p:cTn>
                              </p:par>
                              <p:par>
                                <p:cTn id="366" presetID="42" presetClass="entr" presetSubtype="0" fill="hold" grpId="0" nodeType="withEffect">
                                  <p:stCondLst>
                                    <p:cond delay="250"/>
                                  </p:stCondLst>
                                  <p:childTnLst>
                                    <p:set>
                                      <p:cBhvr>
                                        <p:cTn id="367" dur="1" fill="hold">
                                          <p:stCondLst>
                                            <p:cond delay="0"/>
                                          </p:stCondLst>
                                        </p:cTn>
                                        <p:tgtEl>
                                          <p:spTgt spid="71"/>
                                        </p:tgtEl>
                                        <p:attrNameLst>
                                          <p:attrName>style.visibility</p:attrName>
                                        </p:attrNameLst>
                                      </p:cBhvr>
                                      <p:to>
                                        <p:strVal val="visible"/>
                                      </p:to>
                                    </p:set>
                                    <p:animEffect transition="in" filter="fade">
                                      <p:cBhvr>
                                        <p:cTn id="368" dur="650"/>
                                        <p:tgtEl>
                                          <p:spTgt spid="71"/>
                                        </p:tgtEl>
                                      </p:cBhvr>
                                    </p:animEffect>
                                    <p:anim calcmode="lin" valueType="num">
                                      <p:cBhvr>
                                        <p:cTn id="369" dur="650" fill="hold"/>
                                        <p:tgtEl>
                                          <p:spTgt spid="71"/>
                                        </p:tgtEl>
                                        <p:attrNameLst>
                                          <p:attrName>ppt_x</p:attrName>
                                        </p:attrNameLst>
                                      </p:cBhvr>
                                      <p:tavLst>
                                        <p:tav tm="0">
                                          <p:val>
                                            <p:strVal val="#ppt_x"/>
                                          </p:val>
                                        </p:tav>
                                        <p:tav tm="100000">
                                          <p:val>
                                            <p:strVal val="#ppt_x"/>
                                          </p:val>
                                        </p:tav>
                                      </p:tavLst>
                                    </p:anim>
                                    <p:anim calcmode="lin" valueType="num">
                                      <p:cBhvr>
                                        <p:cTn id="370" dur="650" fill="hold"/>
                                        <p:tgtEl>
                                          <p:spTgt spid="71"/>
                                        </p:tgtEl>
                                        <p:attrNameLst>
                                          <p:attrName>ppt_y</p:attrName>
                                        </p:attrNameLst>
                                      </p:cBhvr>
                                      <p:tavLst>
                                        <p:tav tm="0">
                                          <p:val>
                                            <p:strVal val="#ppt_y+.1"/>
                                          </p:val>
                                        </p:tav>
                                        <p:tav tm="100000">
                                          <p:val>
                                            <p:strVal val="#ppt_y"/>
                                          </p:val>
                                        </p:tav>
                                      </p:tavLst>
                                    </p:anim>
                                  </p:childTnLst>
                                </p:cTn>
                              </p:par>
                              <p:par>
                                <p:cTn id="371" presetID="42" presetClass="entr" presetSubtype="0" fill="hold" grpId="0" nodeType="withEffect">
                                  <p:stCondLst>
                                    <p:cond delay="250"/>
                                  </p:stCondLst>
                                  <p:childTnLst>
                                    <p:set>
                                      <p:cBhvr>
                                        <p:cTn id="372" dur="1" fill="hold">
                                          <p:stCondLst>
                                            <p:cond delay="0"/>
                                          </p:stCondLst>
                                        </p:cTn>
                                        <p:tgtEl>
                                          <p:spTgt spid="72"/>
                                        </p:tgtEl>
                                        <p:attrNameLst>
                                          <p:attrName>style.visibility</p:attrName>
                                        </p:attrNameLst>
                                      </p:cBhvr>
                                      <p:to>
                                        <p:strVal val="visible"/>
                                      </p:to>
                                    </p:set>
                                    <p:animEffect transition="in" filter="fade">
                                      <p:cBhvr>
                                        <p:cTn id="373" dur="650"/>
                                        <p:tgtEl>
                                          <p:spTgt spid="72"/>
                                        </p:tgtEl>
                                      </p:cBhvr>
                                    </p:animEffect>
                                    <p:anim calcmode="lin" valueType="num">
                                      <p:cBhvr>
                                        <p:cTn id="374" dur="650" fill="hold"/>
                                        <p:tgtEl>
                                          <p:spTgt spid="72"/>
                                        </p:tgtEl>
                                        <p:attrNameLst>
                                          <p:attrName>ppt_x</p:attrName>
                                        </p:attrNameLst>
                                      </p:cBhvr>
                                      <p:tavLst>
                                        <p:tav tm="0">
                                          <p:val>
                                            <p:strVal val="#ppt_x"/>
                                          </p:val>
                                        </p:tav>
                                        <p:tav tm="100000">
                                          <p:val>
                                            <p:strVal val="#ppt_x"/>
                                          </p:val>
                                        </p:tav>
                                      </p:tavLst>
                                    </p:anim>
                                    <p:anim calcmode="lin" valueType="num">
                                      <p:cBhvr>
                                        <p:cTn id="375" dur="650" fill="hold"/>
                                        <p:tgtEl>
                                          <p:spTgt spid="72"/>
                                        </p:tgtEl>
                                        <p:attrNameLst>
                                          <p:attrName>ppt_y</p:attrName>
                                        </p:attrNameLst>
                                      </p:cBhvr>
                                      <p:tavLst>
                                        <p:tav tm="0">
                                          <p:val>
                                            <p:strVal val="#ppt_y+.1"/>
                                          </p:val>
                                        </p:tav>
                                        <p:tav tm="100000">
                                          <p:val>
                                            <p:strVal val="#ppt_y"/>
                                          </p:val>
                                        </p:tav>
                                      </p:tavLst>
                                    </p:anim>
                                  </p:childTnLst>
                                </p:cTn>
                              </p:par>
                              <p:par>
                                <p:cTn id="376" presetID="42" presetClass="entr" presetSubtype="0" fill="hold" grpId="0" nodeType="withEffect">
                                  <p:stCondLst>
                                    <p:cond delay="250"/>
                                  </p:stCondLst>
                                  <p:childTnLst>
                                    <p:set>
                                      <p:cBhvr>
                                        <p:cTn id="377" dur="1" fill="hold">
                                          <p:stCondLst>
                                            <p:cond delay="0"/>
                                          </p:stCondLst>
                                        </p:cTn>
                                        <p:tgtEl>
                                          <p:spTgt spid="73"/>
                                        </p:tgtEl>
                                        <p:attrNameLst>
                                          <p:attrName>style.visibility</p:attrName>
                                        </p:attrNameLst>
                                      </p:cBhvr>
                                      <p:to>
                                        <p:strVal val="visible"/>
                                      </p:to>
                                    </p:set>
                                    <p:animEffect transition="in" filter="fade">
                                      <p:cBhvr>
                                        <p:cTn id="378" dur="650"/>
                                        <p:tgtEl>
                                          <p:spTgt spid="73"/>
                                        </p:tgtEl>
                                      </p:cBhvr>
                                    </p:animEffect>
                                    <p:anim calcmode="lin" valueType="num">
                                      <p:cBhvr>
                                        <p:cTn id="379" dur="650" fill="hold"/>
                                        <p:tgtEl>
                                          <p:spTgt spid="73"/>
                                        </p:tgtEl>
                                        <p:attrNameLst>
                                          <p:attrName>ppt_x</p:attrName>
                                        </p:attrNameLst>
                                      </p:cBhvr>
                                      <p:tavLst>
                                        <p:tav tm="0">
                                          <p:val>
                                            <p:strVal val="#ppt_x"/>
                                          </p:val>
                                        </p:tav>
                                        <p:tav tm="100000">
                                          <p:val>
                                            <p:strVal val="#ppt_x"/>
                                          </p:val>
                                        </p:tav>
                                      </p:tavLst>
                                    </p:anim>
                                    <p:anim calcmode="lin" valueType="num">
                                      <p:cBhvr>
                                        <p:cTn id="380" dur="650" fill="hold"/>
                                        <p:tgtEl>
                                          <p:spTgt spid="73"/>
                                        </p:tgtEl>
                                        <p:attrNameLst>
                                          <p:attrName>ppt_y</p:attrName>
                                        </p:attrNameLst>
                                      </p:cBhvr>
                                      <p:tavLst>
                                        <p:tav tm="0">
                                          <p:val>
                                            <p:strVal val="#ppt_y+.1"/>
                                          </p:val>
                                        </p:tav>
                                        <p:tav tm="100000">
                                          <p:val>
                                            <p:strVal val="#ppt_y"/>
                                          </p:val>
                                        </p:tav>
                                      </p:tavLst>
                                    </p:anim>
                                  </p:childTnLst>
                                </p:cTn>
                              </p:par>
                              <p:par>
                                <p:cTn id="381" presetID="42" presetClass="entr" presetSubtype="0" fill="hold" grpId="0" nodeType="withEffect">
                                  <p:stCondLst>
                                    <p:cond delay="250"/>
                                  </p:stCondLst>
                                  <p:childTnLst>
                                    <p:set>
                                      <p:cBhvr>
                                        <p:cTn id="382" dur="1" fill="hold">
                                          <p:stCondLst>
                                            <p:cond delay="0"/>
                                          </p:stCondLst>
                                        </p:cTn>
                                        <p:tgtEl>
                                          <p:spTgt spid="74"/>
                                        </p:tgtEl>
                                        <p:attrNameLst>
                                          <p:attrName>style.visibility</p:attrName>
                                        </p:attrNameLst>
                                      </p:cBhvr>
                                      <p:to>
                                        <p:strVal val="visible"/>
                                      </p:to>
                                    </p:set>
                                    <p:animEffect transition="in" filter="fade">
                                      <p:cBhvr>
                                        <p:cTn id="383" dur="650"/>
                                        <p:tgtEl>
                                          <p:spTgt spid="74"/>
                                        </p:tgtEl>
                                      </p:cBhvr>
                                    </p:animEffect>
                                    <p:anim calcmode="lin" valueType="num">
                                      <p:cBhvr>
                                        <p:cTn id="384" dur="650" fill="hold"/>
                                        <p:tgtEl>
                                          <p:spTgt spid="74"/>
                                        </p:tgtEl>
                                        <p:attrNameLst>
                                          <p:attrName>ppt_x</p:attrName>
                                        </p:attrNameLst>
                                      </p:cBhvr>
                                      <p:tavLst>
                                        <p:tav tm="0">
                                          <p:val>
                                            <p:strVal val="#ppt_x"/>
                                          </p:val>
                                        </p:tav>
                                        <p:tav tm="100000">
                                          <p:val>
                                            <p:strVal val="#ppt_x"/>
                                          </p:val>
                                        </p:tav>
                                      </p:tavLst>
                                    </p:anim>
                                    <p:anim calcmode="lin" valueType="num">
                                      <p:cBhvr>
                                        <p:cTn id="385" dur="650" fill="hold"/>
                                        <p:tgtEl>
                                          <p:spTgt spid="74"/>
                                        </p:tgtEl>
                                        <p:attrNameLst>
                                          <p:attrName>ppt_y</p:attrName>
                                        </p:attrNameLst>
                                      </p:cBhvr>
                                      <p:tavLst>
                                        <p:tav tm="0">
                                          <p:val>
                                            <p:strVal val="#ppt_y+.1"/>
                                          </p:val>
                                        </p:tav>
                                        <p:tav tm="100000">
                                          <p:val>
                                            <p:strVal val="#ppt_y"/>
                                          </p:val>
                                        </p:tav>
                                      </p:tavLst>
                                    </p:anim>
                                  </p:childTnLst>
                                </p:cTn>
                              </p:par>
                              <p:par>
                                <p:cTn id="386" presetID="42" presetClass="entr" presetSubtype="0" fill="hold" grpId="0" nodeType="withEffect">
                                  <p:stCondLst>
                                    <p:cond delay="250"/>
                                  </p:stCondLst>
                                  <p:childTnLst>
                                    <p:set>
                                      <p:cBhvr>
                                        <p:cTn id="387" dur="1" fill="hold">
                                          <p:stCondLst>
                                            <p:cond delay="0"/>
                                          </p:stCondLst>
                                        </p:cTn>
                                        <p:tgtEl>
                                          <p:spTgt spid="75"/>
                                        </p:tgtEl>
                                        <p:attrNameLst>
                                          <p:attrName>style.visibility</p:attrName>
                                        </p:attrNameLst>
                                      </p:cBhvr>
                                      <p:to>
                                        <p:strVal val="visible"/>
                                      </p:to>
                                    </p:set>
                                    <p:animEffect transition="in" filter="fade">
                                      <p:cBhvr>
                                        <p:cTn id="388" dur="650"/>
                                        <p:tgtEl>
                                          <p:spTgt spid="75"/>
                                        </p:tgtEl>
                                      </p:cBhvr>
                                    </p:animEffect>
                                    <p:anim calcmode="lin" valueType="num">
                                      <p:cBhvr>
                                        <p:cTn id="389" dur="650" fill="hold"/>
                                        <p:tgtEl>
                                          <p:spTgt spid="75"/>
                                        </p:tgtEl>
                                        <p:attrNameLst>
                                          <p:attrName>ppt_x</p:attrName>
                                        </p:attrNameLst>
                                      </p:cBhvr>
                                      <p:tavLst>
                                        <p:tav tm="0">
                                          <p:val>
                                            <p:strVal val="#ppt_x"/>
                                          </p:val>
                                        </p:tav>
                                        <p:tav tm="100000">
                                          <p:val>
                                            <p:strVal val="#ppt_x"/>
                                          </p:val>
                                        </p:tav>
                                      </p:tavLst>
                                    </p:anim>
                                    <p:anim calcmode="lin" valueType="num">
                                      <p:cBhvr>
                                        <p:cTn id="390" dur="650" fill="hold"/>
                                        <p:tgtEl>
                                          <p:spTgt spid="75"/>
                                        </p:tgtEl>
                                        <p:attrNameLst>
                                          <p:attrName>ppt_y</p:attrName>
                                        </p:attrNameLst>
                                      </p:cBhvr>
                                      <p:tavLst>
                                        <p:tav tm="0">
                                          <p:val>
                                            <p:strVal val="#ppt_y+.1"/>
                                          </p:val>
                                        </p:tav>
                                        <p:tav tm="100000">
                                          <p:val>
                                            <p:strVal val="#ppt_y"/>
                                          </p:val>
                                        </p:tav>
                                      </p:tavLst>
                                    </p:anim>
                                  </p:childTnLst>
                                </p:cTn>
                              </p:par>
                              <p:par>
                                <p:cTn id="391" presetID="42" presetClass="entr" presetSubtype="0" fill="hold" grpId="0" nodeType="withEffect">
                                  <p:stCondLst>
                                    <p:cond delay="250"/>
                                  </p:stCondLst>
                                  <p:childTnLst>
                                    <p:set>
                                      <p:cBhvr>
                                        <p:cTn id="392" dur="1" fill="hold">
                                          <p:stCondLst>
                                            <p:cond delay="0"/>
                                          </p:stCondLst>
                                        </p:cTn>
                                        <p:tgtEl>
                                          <p:spTgt spid="76"/>
                                        </p:tgtEl>
                                        <p:attrNameLst>
                                          <p:attrName>style.visibility</p:attrName>
                                        </p:attrNameLst>
                                      </p:cBhvr>
                                      <p:to>
                                        <p:strVal val="visible"/>
                                      </p:to>
                                    </p:set>
                                    <p:animEffect transition="in" filter="fade">
                                      <p:cBhvr>
                                        <p:cTn id="393" dur="650"/>
                                        <p:tgtEl>
                                          <p:spTgt spid="76"/>
                                        </p:tgtEl>
                                      </p:cBhvr>
                                    </p:animEffect>
                                    <p:anim calcmode="lin" valueType="num">
                                      <p:cBhvr>
                                        <p:cTn id="394" dur="650" fill="hold"/>
                                        <p:tgtEl>
                                          <p:spTgt spid="76"/>
                                        </p:tgtEl>
                                        <p:attrNameLst>
                                          <p:attrName>ppt_x</p:attrName>
                                        </p:attrNameLst>
                                      </p:cBhvr>
                                      <p:tavLst>
                                        <p:tav tm="0">
                                          <p:val>
                                            <p:strVal val="#ppt_x"/>
                                          </p:val>
                                        </p:tav>
                                        <p:tav tm="100000">
                                          <p:val>
                                            <p:strVal val="#ppt_x"/>
                                          </p:val>
                                        </p:tav>
                                      </p:tavLst>
                                    </p:anim>
                                    <p:anim calcmode="lin" valueType="num">
                                      <p:cBhvr>
                                        <p:cTn id="395" dur="650" fill="hold"/>
                                        <p:tgtEl>
                                          <p:spTgt spid="76"/>
                                        </p:tgtEl>
                                        <p:attrNameLst>
                                          <p:attrName>ppt_y</p:attrName>
                                        </p:attrNameLst>
                                      </p:cBhvr>
                                      <p:tavLst>
                                        <p:tav tm="0">
                                          <p:val>
                                            <p:strVal val="#ppt_y+.1"/>
                                          </p:val>
                                        </p:tav>
                                        <p:tav tm="100000">
                                          <p:val>
                                            <p:strVal val="#ppt_y"/>
                                          </p:val>
                                        </p:tav>
                                      </p:tavLst>
                                    </p:anim>
                                  </p:childTnLst>
                                </p:cTn>
                              </p:par>
                              <p:par>
                                <p:cTn id="396" presetID="42" presetClass="entr" presetSubtype="0" fill="hold" grpId="0" nodeType="withEffect">
                                  <p:stCondLst>
                                    <p:cond delay="250"/>
                                  </p:stCondLst>
                                  <p:childTnLst>
                                    <p:set>
                                      <p:cBhvr>
                                        <p:cTn id="397" dur="1" fill="hold">
                                          <p:stCondLst>
                                            <p:cond delay="0"/>
                                          </p:stCondLst>
                                        </p:cTn>
                                        <p:tgtEl>
                                          <p:spTgt spid="77"/>
                                        </p:tgtEl>
                                        <p:attrNameLst>
                                          <p:attrName>style.visibility</p:attrName>
                                        </p:attrNameLst>
                                      </p:cBhvr>
                                      <p:to>
                                        <p:strVal val="visible"/>
                                      </p:to>
                                    </p:set>
                                    <p:animEffect transition="in" filter="fade">
                                      <p:cBhvr>
                                        <p:cTn id="398" dur="650"/>
                                        <p:tgtEl>
                                          <p:spTgt spid="77"/>
                                        </p:tgtEl>
                                      </p:cBhvr>
                                    </p:animEffect>
                                    <p:anim calcmode="lin" valueType="num">
                                      <p:cBhvr>
                                        <p:cTn id="399" dur="650" fill="hold"/>
                                        <p:tgtEl>
                                          <p:spTgt spid="77"/>
                                        </p:tgtEl>
                                        <p:attrNameLst>
                                          <p:attrName>ppt_x</p:attrName>
                                        </p:attrNameLst>
                                      </p:cBhvr>
                                      <p:tavLst>
                                        <p:tav tm="0">
                                          <p:val>
                                            <p:strVal val="#ppt_x"/>
                                          </p:val>
                                        </p:tav>
                                        <p:tav tm="100000">
                                          <p:val>
                                            <p:strVal val="#ppt_x"/>
                                          </p:val>
                                        </p:tav>
                                      </p:tavLst>
                                    </p:anim>
                                    <p:anim calcmode="lin" valueType="num">
                                      <p:cBhvr>
                                        <p:cTn id="400" dur="650" fill="hold"/>
                                        <p:tgtEl>
                                          <p:spTgt spid="77"/>
                                        </p:tgtEl>
                                        <p:attrNameLst>
                                          <p:attrName>ppt_y</p:attrName>
                                        </p:attrNameLst>
                                      </p:cBhvr>
                                      <p:tavLst>
                                        <p:tav tm="0">
                                          <p:val>
                                            <p:strVal val="#ppt_y+.1"/>
                                          </p:val>
                                        </p:tav>
                                        <p:tav tm="100000">
                                          <p:val>
                                            <p:strVal val="#ppt_y"/>
                                          </p:val>
                                        </p:tav>
                                      </p:tavLst>
                                    </p:anim>
                                  </p:childTnLst>
                                </p:cTn>
                              </p:par>
                              <p:par>
                                <p:cTn id="401" presetID="42" presetClass="entr" presetSubtype="0" fill="hold" grpId="0" nodeType="withEffect">
                                  <p:stCondLst>
                                    <p:cond delay="250"/>
                                  </p:stCondLst>
                                  <p:childTnLst>
                                    <p:set>
                                      <p:cBhvr>
                                        <p:cTn id="402" dur="1" fill="hold">
                                          <p:stCondLst>
                                            <p:cond delay="0"/>
                                          </p:stCondLst>
                                        </p:cTn>
                                        <p:tgtEl>
                                          <p:spTgt spid="78"/>
                                        </p:tgtEl>
                                        <p:attrNameLst>
                                          <p:attrName>style.visibility</p:attrName>
                                        </p:attrNameLst>
                                      </p:cBhvr>
                                      <p:to>
                                        <p:strVal val="visible"/>
                                      </p:to>
                                    </p:set>
                                    <p:animEffect transition="in" filter="fade">
                                      <p:cBhvr>
                                        <p:cTn id="403" dur="650"/>
                                        <p:tgtEl>
                                          <p:spTgt spid="78"/>
                                        </p:tgtEl>
                                      </p:cBhvr>
                                    </p:animEffect>
                                    <p:anim calcmode="lin" valueType="num">
                                      <p:cBhvr>
                                        <p:cTn id="404" dur="650" fill="hold"/>
                                        <p:tgtEl>
                                          <p:spTgt spid="78"/>
                                        </p:tgtEl>
                                        <p:attrNameLst>
                                          <p:attrName>ppt_x</p:attrName>
                                        </p:attrNameLst>
                                      </p:cBhvr>
                                      <p:tavLst>
                                        <p:tav tm="0">
                                          <p:val>
                                            <p:strVal val="#ppt_x"/>
                                          </p:val>
                                        </p:tav>
                                        <p:tav tm="100000">
                                          <p:val>
                                            <p:strVal val="#ppt_x"/>
                                          </p:val>
                                        </p:tav>
                                      </p:tavLst>
                                    </p:anim>
                                    <p:anim calcmode="lin" valueType="num">
                                      <p:cBhvr>
                                        <p:cTn id="405" dur="650" fill="hold"/>
                                        <p:tgtEl>
                                          <p:spTgt spid="78"/>
                                        </p:tgtEl>
                                        <p:attrNameLst>
                                          <p:attrName>ppt_y</p:attrName>
                                        </p:attrNameLst>
                                      </p:cBhvr>
                                      <p:tavLst>
                                        <p:tav tm="0">
                                          <p:val>
                                            <p:strVal val="#ppt_y+.1"/>
                                          </p:val>
                                        </p:tav>
                                        <p:tav tm="100000">
                                          <p:val>
                                            <p:strVal val="#ppt_y"/>
                                          </p:val>
                                        </p:tav>
                                      </p:tavLst>
                                    </p:anim>
                                  </p:childTnLst>
                                </p:cTn>
                              </p:par>
                              <p:par>
                                <p:cTn id="406" presetID="42" presetClass="entr" presetSubtype="0" fill="hold" grpId="0" nodeType="withEffect">
                                  <p:stCondLst>
                                    <p:cond delay="250"/>
                                  </p:stCondLst>
                                  <p:childTnLst>
                                    <p:set>
                                      <p:cBhvr>
                                        <p:cTn id="407" dur="1" fill="hold">
                                          <p:stCondLst>
                                            <p:cond delay="0"/>
                                          </p:stCondLst>
                                        </p:cTn>
                                        <p:tgtEl>
                                          <p:spTgt spid="79"/>
                                        </p:tgtEl>
                                        <p:attrNameLst>
                                          <p:attrName>style.visibility</p:attrName>
                                        </p:attrNameLst>
                                      </p:cBhvr>
                                      <p:to>
                                        <p:strVal val="visible"/>
                                      </p:to>
                                    </p:set>
                                    <p:animEffect transition="in" filter="fade">
                                      <p:cBhvr>
                                        <p:cTn id="408" dur="650"/>
                                        <p:tgtEl>
                                          <p:spTgt spid="79"/>
                                        </p:tgtEl>
                                      </p:cBhvr>
                                    </p:animEffect>
                                    <p:anim calcmode="lin" valueType="num">
                                      <p:cBhvr>
                                        <p:cTn id="409" dur="650" fill="hold"/>
                                        <p:tgtEl>
                                          <p:spTgt spid="79"/>
                                        </p:tgtEl>
                                        <p:attrNameLst>
                                          <p:attrName>ppt_x</p:attrName>
                                        </p:attrNameLst>
                                      </p:cBhvr>
                                      <p:tavLst>
                                        <p:tav tm="0">
                                          <p:val>
                                            <p:strVal val="#ppt_x"/>
                                          </p:val>
                                        </p:tav>
                                        <p:tav tm="100000">
                                          <p:val>
                                            <p:strVal val="#ppt_x"/>
                                          </p:val>
                                        </p:tav>
                                      </p:tavLst>
                                    </p:anim>
                                    <p:anim calcmode="lin" valueType="num">
                                      <p:cBhvr>
                                        <p:cTn id="410" dur="650" fill="hold"/>
                                        <p:tgtEl>
                                          <p:spTgt spid="79"/>
                                        </p:tgtEl>
                                        <p:attrNameLst>
                                          <p:attrName>ppt_y</p:attrName>
                                        </p:attrNameLst>
                                      </p:cBhvr>
                                      <p:tavLst>
                                        <p:tav tm="0">
                                          <p:val>
                                            <p:strVal val="#ppt_y+.1"/>
                                          </p:val>
                                        </p:tav>
                                        <p:tav tm="100000">
                                          <p:val>
                                            <p:strVal val="#ppt_y"/>
                                          </p:val>
                                        </p:tav>
                                      </p:tavLst>
                                    </p:anim>
                                  </p:childTnLst>
                                </p:cTn>
                              </p:par>
                              <p:par>
                                <p:cTn id="411" presetID="42" presetClass="entr" presetSubtype="0" fill="hold" grpId="0" nodeType="withEffect">
                                  <p:stCondLst>
                                    <p:cond delay="250"/>
                                  </p:stCondLst>
                                  <p:childTnLst>
                                    <p:set>
                                      <p:cBhvr>
                                        <p:cTn id="412" dur="1" fill="hold">
                                          <p:stCondLst>
                                            <p:cond delay="0"/>
                                          </p:stCondLst>
                                        </p:cTn>
                                        <p:tgtEl>
                                          <p:spTgt spid="80"/>
                                        </p:tgtEl>
                                        <p:attrNameLst>
                                          <p:attrName>style.visibility</p:attrName>
                                        </p:attrNameLst>
                                      </p:cBhvr>
                                      <p:to>
                                        <p:strVal val="visible"/>
                                      </p:to>
                                    </p:set>
                                    <p:animEffect transition="in" filter="fade">
                                      <p:cBhvr>
                                        <p:cTn id="413" dur="650"/>
                                        <p:tgtEl>
                                          <p:spTgt spid="80"/>
                                        </p:tgtEl>
                                      </p:cBhvr>
                                    </p:animEffect>
                                    <p:anim calcmode="lin" valueType="num">
                                      <p:cBhvr>
                                        <p:cTn id="414" dur="650" fill="hold"/>
                                        <p:tgtEl>
                                          <p:spTgt spid="80"/>
                                        </p:tgtEl>
                                        <p:attrNameLst>
                                          <p:attrName>ppt_x</p:attrName>
                                        </p:attrNameLst>
                                      </p:cBhvr>
                                      <p:tavLst>
                                        <p:tav tm="0">
                                          <p:val>
                                            <p:strVal val="#ppt_x"/>
                                          </p:val>
                                        </p:tav>
                                        <p:tav tm="100000">
                                          <p:val>
                                            <p:strVal val="#ppt_x"/>
                                          </p:val>
                                        </p:tav>
                                      </p:tavLst>
                                    </p:anim>
                                    <p:anim calcmode="lin" valueType="num">
                                      <p:cBhvr>
                                        <p:cTn id="415" dur="650" fill="hold"/>
                                        <p:tgtEl>
                                          <p:spTgt spid="80"/>
                                        </p:tgtEl>
                                        <p:attrNameLst>
                                          <p:attrName>ppt_y</p:attrName>
                                        </p:attrNameLst>
                                      </p:cBhvr>
                                      <p:tavLst>
                                        <p:tav tm="0">
                                          <p:val>
                                            <p:strVal val="#ppt_y+.1"/>
                                          </p:val>
                                        </p:tav>
                                        <p:tav tm="100000">
                                          <p:val>
                                            <p:strVal val="#ppt_y"/>
                                          </p:val>
                                        </p:tav>
                                      </p:tavLst>
                                    </p:anim>
                                  </p:childTnLst>
                                </p:cTn>
                              </p:par>
                              <p:par>
                                <p:cTn id="416" presetID="42" presetClass="entr" presetSubtype="0" fill="hold" grpId="0" nodeType="withEffect">
                                  <p:stCondLst>
                                    <p:cond delay="250"/>
                                  </p:stCondLst>
                                  <p:childTnLst>
                                    <p:set>
                                      <p:cBhvr>
                                        <p:cTn id="417" dur="1" fill="hold">
                                          <p:stCondLst>
                                            <p:cond delay="0"/>
                                          </p:stCondLst>
                                        </p:cTn>
                                        <p:tgtEl>
                                          <p:spTgt spid="81"/>
                                        </p:tgtEl>
                                        <p:attrNameLst>
                                          <p:attrName>style.visibility</p:attrName>
                                        </p:attrNameLst>
                                      </p:cBhvr>
                                      <p:to>
                                        <p:strVal val="visible"/>
                                      </p:to>
                                    </p:set>
                                    <p:animEffect transition="in" filter="fade">
                                      <p:cBhvr>
                                        <p:cTn id="418" dur="650"/>
                                        <p:tgtEl>
                                          <p:spTgt spid="81"/>
                                        </p:tgtEl>
                                      </p:cBhvr>
                                    </p:animEffect>
                                    <p:anim calcmode="lin" valueType="num">
                                      <p:cBhvr>
                                        <p:cTn id="419" dur="650" fill="hold"/>
                                        <p:tgtEl>
                                          <p:spTgt spid="81"/>
                                        </p:tgtEl>
                                        <p:attrNameLst>
                                          <p:attrName>ppt_x</p:attrName>
                                        </p:attrNameLst>
                                      </p:cBhvr>
                                      <p:tavLst>
                                        <p:tav tm="0">
                                          <p:val>
                                            <p:strVal val="#ppt_x"/>
                                          </p:val>
                                        </p:tav>
                                        <p:tav tm="100000">
                                          <p:val>
                                            <p:strVal val="#ppt_x"/>
                                          </p:val>
                                        </p:tav>
                                      </p:tavLst>
                                    </p:anim>
                                    <p:anim calcmode="lin" valueType="num">
                                      <p:cBhvr>
                                        <p:cTn id="420" dur="650" fill="hold"/>
                                        <p:tgtEl>
                                          <p:spTgt spid="81"/>
                                        </p:tgtEl>
                                        <p:attrNameLst>
                                          <p:attrName>ppt_y</p:attrName>
                                        </p:attrNameLst>
                                      </p:cBhvr>
                                      <p:tavLst>
                                        <p:tav tm="0">
                                          <p:val>
                                            <p:strVal val="#ppt_y+.1"/>
                                          </p:val>
                                        </p:tav>
                                        <p:tav tm="100000">
                                          <p:val>
                                            <p:strVal val="#ppt_y"/>
                                          </p:val>
                                        </p:tav>
                                      </p:tavLst>
                                    </p:anim>
                                  </p:childTnLst>
                                </p:cTn>
                              </p:par>
                              <p:par>
                                <p:cTn id="421" presetID="42" presetClass="entr" presetSubtype="0" fill="hold" grpId="0" nodeType="withEffect">
                                  <p:stCondLst>
                                    <p:cond delay="250"/>
                                  </p:stCondLst>
                                  <p:childTnLst>
                                    <p:set>
                                      <p:cBhvr>
                                        <p:cTn id="422" dur="1" fill="hold">
                                          <p:stCondLst>
                                            <p:cond delay="0"/>
                                          </p:stCondLst>
                                        </p:cTn>
                                        <p:tgtEl>
                                          <p:spTgt spid="82"/>
                                        </p:tgtEl>
                                        <p:attrNameLst>
                                          <p:attrName>style.visibility</p:attrName>
                                        </p:attrNameLst>
                                      </p:cBhvr>
                                      <p:to>
                                        <p:strVal val="visible"/>
                                      </p:to>
                                    </p:set>
                                    <p:animEffect transition="in" filter="fade">
                                      <p:cBhvr>
                                        <p:cTn id="423" dur="650"/>
                                        <p:tgtEl>
                                          <p:spTgt spid="82"/>
                                        </p:tgtEl>
                                      </p:cBhvr>
                                    </p:animEffect>
                                    <p:anim calcmode="lin" valueType="num">
                                      <p:cBhvr>
                                        <p:cTn id="424" dur="650" fill="hold"/>
                                        <p:tgtEl>
                                          <p:spTgt spid="82"/>
                                        </p:tgtEl>
                                        <p:attrNameLst>
                                          <p:attrName>ppt_x</p:attrName>
                                        </p:attrNameLst>
                                      </p:cBhvr>
                                      <p:tavLst>
                                        <p:tav tm="0">
                                          <p:val>
                                            <p:strVal val="#ppt_x"/>
                                          </p:val>
                                        </p:tav>
                                        <p:tav tm="100000">
                                          <p:val>
                                            <p:strVal val="#ppt_x"/>
                                          </p:val>
                                        </p:tav>
                                      </p:tavLst>
                                    </p:anim>
                                    <p:anim calcmode="lin" valueType="num">
                                      <p:cBhvr>
                                        <p:cTn id="425" dur="650" fill="hold"/>
                                        <p:tgtEl>
                                          <p:spTgt spid="82"/>
                                        </p:tgtEl>
                                        <p:attrNameLst>
                                          <p:attrName>ppt_y</p:attrName>
                                        </p:attrNameLst>
                                      </p:cBhvr>
                                      <p:tavLst>
                                        <p:tav tm="0">
                                          <p:val>
                                            <p:strVal val="#ppt_y+.1"/>
                                          </p:val>
                                        </p:tav>
                                        <p:tav tm="100000">
                                          <p:val>
                                            <p:strVal val="#ppt_y"/>
                                          </p:val>
                                        </p:tav>
                                      </p:tavLst>
                                    </p:anim>
                                  </p:childTnLst>
                                </p:cTn>
                              </p:par>
                              <p:par>
                                <p:cTn id="426" presetID="42" presetClass="entr" presetSubtype="0" fill="hold" grpId="0" nodeType="withEffect">
                                  <p:stCondLst>
                                    <p:cond delay="250"/>
                                  </p:stCondLst>
                                  <p:childTnLst>
                                    <p:set>
                                      <p:cBhvr>
                                        <p:cTn id="427" dur="1" fill="hold">
                                          <p:stCondLst>
                                            <p:cond delay="0"/>
                                          </p:stCondLst>
                                        </p:cTn>
                                        <p:tgtEl>
                                          <p:spTgt spid="83"/>
                                        </p:tgtEl>
                                        <p:attrNameLst>
                                          <p:attrName>style.visibility</p:attrName>
                                        </p:attrNameLst>
                                      </p:cBhvr>
                                      <p:to>
                                        <p:strVal val="visible"/>
                                      </p:to>
                                    </p:set>
                                    <p:animEffect transition="in" filter="fade">
                                      <p:cBhvr>
                                        <p:cTn id="428" dur="650"/>
                                        <p:tgtEl>
                                          <p:spTgt spid="83"/>
                                        </p:tgtEl>
                                      </p:cBhvr>
                                    </p:animEffect>
                                    <p:anim calcmode="lin" valueType="num">
                                      <p:cBhvr>
                                        <p:cTn id="429" dur="650" fill="hold"/>
                                        <p:tgtEl>
                                          <p:spTgt spid="83"/>
                                        </p:tgtEl>
                                        <p:attrNameLst>
                                          <p:attrName>ppt_x</p:attrName>
                                        </p:attrNameLst>
                                      </p:cBhvr>
                                      <p:tavLst>
                                        <p:tav tm="0">
                                          <p:val>
                                            <p:strVal val="#ppt_x"/>
                                          </p:val>
                                        </p:tav>
                                        <p:tav tm="100000">
                                          <p:val>
                                            <p:strVal val="#ppt_x"/>
                                          </p:val>
                                        </p:tav>
                                      </p:tavLst>
                                    </p:anim>
                                    <p:anim calcmode="lin" valueType="num">
                                      <p:cBhvr>
                                        <p:cTn id="430" dur="650" fill="hold"/>
                                        <p:tgtEl>
                                          <p:spTgt spid="83"/>
                                        </p:tgtEl>
                                        <p:attrNameLst>
                                          <p:attrName>ppt_y</p:attrName>
                                        </p:attrNameLst>
                                      </p:cBhvr>
                                      <p:tavLst>
                                        <p:tav tm="0">
                                          <p:val>
                                            <p:strVal val="#ppt_y+.1"/>
                                          </p:val>
                                        </p:tav>
                                        <p:tav tm="100000">
                                          <p:val>
                                            <p:strVal val="#ppt_y"/>
                                          </p:val>
                                        </p:tav>
                                      </p:tavLst>
                                    </p:anim>
                                  </p:childTnLst>
                                </p:cTn>
                              </p:par>
                              <p:par>
                                <p:cTn id="431" presetID="42" presetClass="entr" presetSubtype="0" fill="hold" grpId="0" nodeType="withEffect">
                                  <p:stCondLst>
                                    <p:cond delay="250"/>
                                  </p:stCondLst>
                                  <p:childTnLst>
                                    <p:set>
                                      <p:cBhvr>
                                        <p:cTn id="432" dur="1" fill="hold">
                                          <p:stCondLst>
                                            <p:cond delay="0"/>
                                          </p:stCondLst>
                                        </p:cTn>
                                        <p:tgtEl>
                                          <p:spTgt spid="84"/>
                                        </p:tgtEl>
                                        <p:attrNameLst>
                                          <p:attrName>style.visibility</p:attrName>
                                        </p:attrNameLst>
                                      </p:cBhvr>
                                      <p:to>
                                        <p:strVal val="visible"/>
                                      </p:to>
                                    </p:set>
                                    <p:animEffect transition="in" filter="fade">
                                      <p:cBhvr>
                                        <p:cTn id="433" dur="650"/>
                                        <p:tgtEl>
                                          <p:spTgt spid="84"/>
                                        </p:tgtEl>
                                      </p:cBhvr>
                                    </p:animEffect>
                                    <p:anim calcmode="lin" valueType="num">
                                      <p:cBhvr>
                                        <p:cTn id="434" dur="650" fill="hold"/>
                                        <p:tgtEl>
                                          <p:spTgt spid="84"/>
                                        </p:tgtEl>
                                        <p:attrNameLst>
                                          <p:attrName>ppt_x</p:attrName>
                                        </p:attrNameLst>
                                      </p:cBhvr>
                                      <p:tavLst>
                                        <p:tav tm="0">
                                          <p:val>
                                            <p:strVal val="#ppt_x"/>
                                          </p:val>
                                        </p:tav>
                                        <p:tav tm="100000">
                                          <p:val>
                                            <p:strVal val="#ppt_x"/>
                                          </p:val>
                                        </p:tav>
                                      </p:tavLst>
                                    </p:anim>
                                    <p:anim calcmode="lin" valueType="num">
                                      <p:cBhvr>
                                        <p:cTn id="435" dur="650" fill="hold"/>
                                        <p:tgtEl>
                                          <p:spTgt spid="84"/>
                                        </p:tgtEl>
                                        <p:attrNameLst>
                                          <p:attrName>ppt_y</p:attrName>
                                        </p:attrNameLst>
                                      </p:cBhvr>
                                      <p:tavLst>
                                        <p:tav tm="0">
                                          <p:val>
                                            <p:strVal val="#ppt_y+.1"/>
                                          </p:val>
                                        </p:tav>
                                        <p:tav tm="100000">
                                          <p:val>
                                            <p:strVal val="#ppt_y"/>
                                          </p:val>
                                        </p:tav>
                                      </p:tavLst>
                                    </p:anim>
                                  </p:childTnLst>
                                </p:cTn>
                              </p:par>
                              <p:par>
                                <p:cTn id="436" presetID="42" presetClass="entr" presetSubtype="0" fill="hold" grpId="0" nodeType="withEffect">
                                  <p:stCondLst>
                                    <p:cond delay="250"/>
                                  </p:stCondLst>
                                  <p:childTnLst>
                                    <p:set>
                                      <p:cBhvr>
                                        <p:cTn id="437" dur="1" fill="hold">
                                          <p:stCondLst>
                                            <p:cond delay="0"/>
                                          </p:stCondLst>
                                        </p:cTn>
                                        <p:tgtEl>
                                          <p:spTgt spid="85"/>
                                        </p:tgtEl>
                                        <p:attrNameLst>
                                          <p:attrName>style.visibility</p:attrName>
                                        </p:attrNameLst>
                                      </p:cBhvr>
                                      <p:to>
                                        <p:strVal val="visible"/>
                                      </p:to>
                                    </p:set>
                                    <p:animEffect transition="in" filter="fade">
                                      <p:cBhvr>
                                        <p:cTn id="438" dur="650"/>
                                        <p:tgtEl>
                                          <p:spTgt spid="85"/>
                                        </p:tgtEl>
                                      </p:cBhvr>
                                    </p:animEffect>
                                    <p:anim calcmode="lin" valueType="num">
                                      <p:cBhvr>
                                        <p:cTn id="439" dur="650" fill="hold"/>
                                        <p:tgtEl>
                                          <p:spTgt spid="85"/>
                                        </p:tgtEl>
                                        <p:attrNameLst>
                                          <p:attrName>ppt_x</p:attrName>
                                        </p:attrNameLst>
                                      </p:cBhvr>
                                      <p:tavLst>
                                        <p:tav tm="0">
                                          <p:val>
                                            <p:strVal val="#ppt_x"/>
                                          </p:val>
                                        </p:tav>
                                        <p:tav tm="100000">
                                          <p:val>
                                            <p:strVal val="#ppt_x"/>
                                          </p:val>
                                        </p:tav>
                                      </p:tavLst>
                                    </p:anim>
                                    <p:anim calcmode="lin" valueType="num">
                                      <p:cBhvr>
                                        <p:cTn id="440" dur="650" fill="hold"/>
                                        <p:tgtEl>
                                          <p:spTgt spid="85"/>
                                        </p:tgtEl>
                                        <p:attrNameLst>
                                          <p:attrName>ppt_y</p:attrName>
                                        </p:attrNameLst>
                                      </p:cBhvr>
                                      <p:tavLst>
                                        <p:tav tm="0">
                                          <p:val>
                                            <p:strVal val="#ppt_y+.1"/>
                                          </p:val>
                                        </p:tav>
                                        <p:tav tm="100000">
                                          <p:val>
                                            <p:strVal val="#ppt_y"/>
                                          </p:val>
                                        </p:tav>
                                      </p:tavLst>
                                    </p:anim>
                                  </p:childTnLst>
                                </p:cTn>
                              </p:par>
                              <p:par>
                                <p:cTn id="441" presetID="42" presetClass="entr" presetSubtype="0" fill="hold" grpId="0" nodeType="withEffect">
                                  <p:stCondLst>
                                    <p:cond delay="250"/>
                                  </p:stCondLst>
                                  <p:childTnLst>
                                    <p:set>
                                      <p:cBhvr>
                                        <p:cTn id="442" dur="1" fill="hold">
                                          <p:stCondLst>
                                            <p:cond delay="0"/>
                                          </p:stCondLst>
                                        </p:cTn>
                                        <p:tgtEl>
                                          <p:spTgt spid="86"/>
                                        </p:tgtEl>
                                        <p:attrNameLst>
                                          <p:attrName>style.visibility</p:attrName>
                                        </p:attrNameLst>
                                      </p:cBhvr>
                                      <p:to>
                                        <p:strVal val="visible"/>
                                      </p:to>
                                    </p:set>
                                    <p:animEffect transition="in" filter="fade">
                                      <p:cBhvr>
                                        <p:cTn id="443" dur="650"/>
                                        <p:tgtEl>
                                          <p:spTgt spid="86"/>
                                        </p:tgtEl>
                                      </p:cBhvr>
                                    </p:animEffect>
                                    <p:anim calcmode="lin" valueType="num">
                                      <p:cBhvr>
                                        <p:cTn id="444" dur="650" fill="hold"/>
                                        <p:tgtEl>
                                          <p:spTgt spid="86"/>
                                        </p:tgtEl>
                                        <p:attrNameLst>
                                          <p:attrName>ppt_x</p:attrName>
                                        </p:attrNameLst>
                                      </p:cBhvr>
                                      <p:tavLst>
                                        <p:tav tm="0">
                                          <p:val>
                                            <p:strVal val="#ppt_x"/>
                                          </p:val>
                                        </p:tav>
                                        <p:tav tm="100000">
                                          <p:val>
                                            <p:strVal val="#ppt_x"/>
                                          </p:val>
                                        </p:tav>
                                      </p:tavLst>
                                    </p:anim>
                                    <p:anim calcmode="lin" valueType="num">
                                      <p:cBhvr>
                                        <p:cTn id="445" dur="650" fill="hold"/>
                                        <p:tgtEl>
                                          <p:spTgt spid="86"/>
                                        </p:tgtEl>
                                        <p:attrNameLst>
                                          <p:attrName>ppt_y</p:attrName>
                                        </p:attrNameLst>
                                      </p:cBhvr>
                                      <p:tavLst>
                                        <p:tav tm="0">
                                          <p:val>
                                            <p:strVal val="#ppt_y+.1"/>
                                          </p:val>
                                        </p:tav>
                                        <p:tav tm="100000">
                                          <p:val>
                                            <p:strVal val="#ppt_y"/>
                                          </p:val>
                                        </p:tav>
                                      </p:tavLst>
                                    </p:anim>
                                  </p:childTnLst>
                                </p:cTn>
                              </p:par>
                              <p:par>
                                <p:cTn id="446" presetID="42" presetClass="entr" presetSubtype="0" fill="hold" grpId="0" nodeType="withEffect">
                                  <p:stCondLst>
                                    <p:cond delay="250"/>
                                  </p:stCondLst>
                                  <p:childTnLst>
                                    <p:set>
                                      <p:cBhvr>
                                        <p:cTn id="447" dur="1" fill="hold">
                                          <p:stCondLst>
                                            <p:cond delay="0"/>
                                          </p:stCondLst>
                                        </p:cTn>
                                        <p:tgtEl>
                                          <p:spTgt spid="87"/>
                                        </p:tgtEl>
                                        <p:attrNameLst>
                                          <p:attrName>style.visibility</p:attrName>
                                        </p:attrNameLst>
                                      </p:cBhvr>
                                      <p:to>
                                        <p:strVal val="visible"/>
                                      </p:to>
                                    </p:set>
                                    <p:animEffect transition="in" filter="fade">
                                      <p:cBhvr>
                                        <p:cTn id="448" dur="650"/>
                                        <p:tgtEl>
                                          <p:spTgt spid="87"/>
                                        </p:tgtEl>
                                      </p:cBhvr>
                                    </p:animEffect>
                                    <p:anim calcmode="lin" valueType="num">
                                      <p:cBhvr>
                                        <p:cTn id="449" dur="650" fill="hold"/>
                                        <p:tgtEl>
                                          <p:spTgt spid="87"/>
                                        </p:tgtEl>
                                        <p:attrNameLst>
                                          <p:attrName>ppt_x</p:attrName>
                                        </p:attrNameLst>
                                      </p:cBhvr>
                                      <p:tavLst>
                                        <p:tav tm="0">
                                          <p:val>
                                            <p:strVal val="#ppt_x"/>
                                          </p:val>
                                        </p:tav>
                                        <p:tav tm="100000">
                                          <p:val>
                                            <p:strVal val="#ppt_x"/>
                                          </p:val>
                                        </p:tav>
                                      </p:tavLst>
                                    </p:anim>
                                    <p:anim calcmode="lin" valueType="num">
                                      <p:cBhvr>
                                        <p:cTn id="450" dur="650" fill="hold"/>
                                        <p:tgtEl>
                                          <p:spTgt spid="87"/>
                                        </p:tgtEl>
                                        <p:attrNameLst>
                                          <p:attrName>ppt_y</p:attrName>
                                        </p:attrNameLst>
                                      </p:cBhvr>
                                      <p:tavLst>
                                        <p:tav tm="0">
                                          <p:val>
                                            <p:strVal val="#ppt_y+.1"/>
                                          </p:val>
                                        </p:tav>
                                        <p:tav tm="100000">
                                          <p:val>
                                            <p:strVal val="#ppt_y"/>
                                          </p:val>
                                        </p:tav>
                                      </p:tavLst>
                                    </p:anim>
                                  </p:childTnLst>
                                </p:cTn>
                              </p:par>
                              <p:par>
                                <p:cTn id="451" presetID="42" presetClass="entr" presetSubtype="0" fill="hold" grpId="0" nodeType="withEffect">
                                  <p:stCondLst>
                                    <p:cond delay="250"/>
                                  </p:stCondLst>
                                  <p:childTnLst>
                                    <p:set>
                                      <p:cBhvr>
                                        <p:cTn id="452" dur="1" fill="hold">
                                          <p:stCondLst>
                                            <p:cond delay="0"/>
                                          </p:stCondLst>
                                        </p:cTn>
                                        <p:tgtEl>
                                          <p:spTgt spid="88"/>
                                        </p:tgtEl>
                                        <p:attrNameLst>
                                          <p:attrName>style.visibility</p:attrName>
                                        </p:attrNameLst>
                                      </p:cBhvr>
                                      <p:to>
                                        <p:strVal val="visible"/>
                                      </p:to>
                                    </p:set>
                                    <p:animEffect transition="in" filter="fade">
                                      <p:cBhvr>
                                        <p:cTn id="453" dur="650"/>
                                        <p:tgtEl>
                                          <p:spTgt spid="88"/>
                                        </p:tgtEl>
                                      </p:cBhvr>
                                    </p:animEffect>
                                    <p:anim calcmode="lin" valueType="num">
                                      <p:cBhvr>
                                        <p:cTn id="454" dur="650" fill="hold"/>
                                        <p:tgtEl>
                                          <p:spTgt spid="88"/>
                                        </p:tgtEl>
                                        <p:attrNameLst>
                                          <p:attrName>ppt_x</p:attrName>
                                        </p:attrNameLst>
                                      </p:cBhvr>
                                      <p:tavLst>
                                        <p:tav tm="0">
                                          <p:val>
                                            <p:strVal val="#ppt_x"/>
                                          </p:val>
                                        </p:tav>
                                        <p:tav tm="100000">
                                          <p:val>
                                            <p:strVal val="#ppt_x"/>
                                          </p:val>
                                        </p:tav>
                                      </p:tavLst>
                                    </p:anim>
                                    <p:anim calcmode="lin" valueType="num">
                                      <p:cBhvr>
                                        <p:cTn id="455" dur="650" fill="hold"/>
                                        <p:tgtEl>
                                          <p:spTgt spid="88"/>
                                        </p:tgtEl>
                                        <p:attrNameLst>
                                          <p:attrName>ppt_y</p:attrName>
                                        </p:attrNameLst>
                                      </p:cBhvr>
                                      <p:tavLst>
                                        <p:tav tm="0">
                                          <p:val>
                                            <p:strVal val="#ppt_y+.1"/>
                                          </p:val>
                                        </p:tav>
                                        <p:tav tm="100000">
                                          <p:val>
                                            <p:strVal val="#ppt_y"/>
                                          </p:val>
                                        </p:tav>
                                      </p:tavLst>
                                    </p:anim>
                                  </p:childTnLst>
                                </p:cTn>
                              </p:par>
                              <p:par>
                                <p:cTn id="456" presetID="42" presetClass="entr" presetSubtype="0" fill="hold" grpId="0" nodeType="withEffect">
                                  <p:stCondLst>
                                    <p:cond delay="250"/>
                                  </p:stCondLst>
                                  <p:childTnLst>
                                    <p:set>
                                      <p:cBhvr>
                                        <p:cTn id="457" dur="1" fill="hold">
                                          <p:stCondLst>
                                            <p:cond delay="0"/>
                                          </p:stCondLst>
                                        </p:cTn>
                                        <p:tgtEl>
                                          <p:spTgt spid="89"/>
                                        </p:tgtEl>
                                        <p:attrNameLst>
                                          <p:attrName>style.visibility</p:attrName>
                                        </p:attrNameLst>
                                      </p:cBhvr>
                                      <p:to>
                                        <p:strVal val="visible"/>
                                      </p:to>
                                    </p:set>
                                    <p:animEffect transition="in" filter="fade">
                                      <p:cBhvr>
                                        <p:cTn id="458" dur="650"/>
                                        <p:tgtEl>
                                          <p:spTgt spid="89"/>
                                        </p:tgtEl>
                                      </p:cBhvr>
                                    </p:animEffect>
                                    <p:anim calcmode="lin" valueType="num">
                                      <p:cBhvr>
                                        <p:cTn id="459" dur="650" fill="hold"/>
                                        <p:tgtEl>
                                          <p:spTgt spid="89"/>
                                        </p:tgtEl>
                                        <p:attrNameLst>
                                          <p:attrName>ppt_x</p:attrName>
                                        </p:attrNameLst>
                                      </p:cBhvr>
                                      <p:tavLst>
                                        <p:tav tm="0">
                                          <p:val>
                                            <p:strVal val="#ppt_x"/>
                                          </p:val>
                                        </p:tav>
                                        <p:tav tm="100000">
                                          <p:val>
                                            <p:strVal val="#ppt_x"/>
                                          </p:val>
                                        </p:tav>
                                      </p:tavLst>
                                    </p:anim>
                                    <p:anim calcmode="lin" valueType="num">
                                      <p:cBhvr>
                                        <p:cTn id="460" dur="650" fill="hold"/>
                                        <p:tgtEl>
                                          <p:spTgt spid="89"/>
                                        </p:tgtEl>
                                        <p:attrNameLst>
                                          <p:attrName>ppt_y</p:attrName>
                                        </p:attrNameLst>
                                      </p:cBhvr>
                                      <p:tavLst>
                                        <p:tav tm="0">
                                          <p:val>
                                            <p:strVal val="#ppt_y+.1"/>
                                          </p:val>
                                        </p:tav>
                                        <p:tav tm="100000">
                                          <p:val>
                                            <p:strVal val="#ppt_y"/>
                                          </p:val>
                                        </p:tav>
                                      </p:tavLst>
                                    </p:anim>
                                  </p:childTnLst>
                                </p:cTn>
                              </p:par>
                              <p:par>
                                <p:cTn id="461" presetID="42" presetClass="entr" presetSubtype="0" fill="hold" grpId="0" nodeType="withEffect">
                                  <p:stCondLst>
                                    <p:cond delay="250"/>
                                  </p:stCondLst>
                                  <p:childTnLst>
                                    <p:set>
                                      <p:cBhvr>
                                        <p:cTn id="462" dur="1" fill="hold">
                                          <p:stCondLst>
                                            <p:cond delay="0"/>
                                          </p:stCondLst>
                                        </p:cTn>
                                        <p:tgtEl>
                                          <p:spTgt spid="90"/>
                                        </p:tgtEl>
                                        <p:attrNameLst>
                                          <p:attrName>style.visibility</p:attrName>
                                        </p:attrNameLst>
                                      </p:cBhvr>
                                      <p:to>
                                        <p:strVal val="visible"/>
                                      </p:to>
                                    </p:set>
                                    <p:animEffect transition="in" filter="fade">
                                      <p:cBhvr>
                                        <p:cTn id="463" dur="650"/>
                                        <p:tgtEl>
                                          <p:spTgt spid="90"/>
                                        </p:tgtEl>
                                      </p:cBhvr>
                                    </p:animEffect>
                                    <p:anim calcmode="lin" valueType="num">
                                      <p:cBhvr>
                                        <p:cTn id="464" dur="650" fill="hold"/>
                                        <p:tgtEl>
                                          <p:spTgt spid="90"/>
                                        </p:tgtEl>
                                        <p:attrNameLst>
                                          <p:attrName>ppt_x</p:attrName>
                                        </p:attrNameLst>
                                      </p:cBhvr>
                                      <p:tavLst>
                                        <p:tav tm="0">
                                          <p:val>
                                            <p:strVal val="#ppt_x"/>
                                          </p:val>
                                        </p:tav>
                                        <p:tav tm="100000">
                                          <p:val>
                                            <p:strVal val="#ppt_x"/>
                                          </p:val>
                                        </p:tav>
                                      </p:tavLst>
                                    </p:anim>
                                    <p:anim calcmode="lin" valueType="num">
                                      <p:cBhvr>
                                        <p:cTn id="465" dur="650" fill="hold"/>
                                        <p:tgtEl>
                                          <p:spTgt spid="90"/>
                                        </p:tgtEl>
                                        <p:attrNameLst>
                                          <p:attrName>ppt_y</p:attrName>
                                        </p:attrNameLst>
                                      </p:cBhvr>
                                      <p:tavLst>
                                        <p:tav tm="0">
                                          <p:val>
                                            <p:strVal val="#ppt_y+.1"/>
                                          </p:val>
                                        </p:tav>
                                        <p:tav tm="100000">
                                          <p:val>
                                            <p:strVal val="#ppt_y"/>
                                          </p:val>
                                        </p:tav>
                                      </p:tavLst>
                                    </p:anim>
                                  </p:childTnLst>
                                </p:cTn>
                              </p:par>
                              <p:par>
                                <p:cTn id="466" presetID="42" presetClass="entr" presetSubtype="0" fill="hold" grpId="0" nodeType="withEffect">
                                  <p:stCondLst>
                                    <p:cond delay="250"/>
                                  </p:stCondLst>
                                  <p:childTnLst>
                                    <p:set>
                                      <p:cBhvr>
                                        <p:cTn id="467" dur="1" fill="hold">
                                          <p:stCondLst>
                                            <p:cond delay="0"/>
                                          </p:stCondLst>
                                        </p:cTn>
                                        <p:tgtEl>
                                          <p:spTgt spid="91"/>
                                        </p:tgtEl>
                                        <p:attrNameLst>
                                          <p:attrName>style.visibility</p:attrName>
                                        </p:attrNameLst>
                                      </p:cBhvr>
                                      <p:to>
                                        <p:strVal val="visible"/>
                                      </p:to>
                                    </p:set>
                                    <p:animEffect transition="in" filter="fade">
                                      <p:cBhvr>
                                        <p:cTn id="468" dur="650"/>
                                        <p:tgtEl>
                                          <p:spTgt spid="91"/>
                                        </p:tgtEl>
                                      </p:cBhvr>
                                    </p:animEffect>
                                    <p:anim calcmode="lin" valueType="num">
                                      <p:cBhvr>
                                        <p:cTn id="469" dur="650" fill="hold"/>
                                        <p:tgtEl>
                                          <p:spTgt spid="91"/>
                                        </p:tgtEl>
                                        <p:attrNameLst>
                                          <p:attrName>ppt_x</p:attrName>
                                        </p:attrNameLst>
                                      </p:cBhvr>
                                      <p:tavLst>
                                        <p:tav tm="0">
                                          <p:val>
                                            <p:strVal val="#ppt_x"/>
                                          </p:val>
                                        </p:tav>
                                        <p:tav tm="100000">
                                          <p:val>
                                            <p:strVal val="#ppt_x"/>
                                          </p:val>
                                        </p:tav>
                                      </p:tavLst>
                                    </p:anim>
                                    <p:anim calcmode="lin" valueType="num">
                                      <p:cBhvr>
                                        <p:cTn id="470" dur="650" fill="hold"/>
                                        <p:tgtEl>
                                          <p:spTgt spid="91"/>
                                        </p:tgtEl>
                                        <p:attrNameLst>
                                          <p:attrName>ppt_y</p:attrName>
                                        </p:attrNameLst>
                                      </p:cBhvr>
                                      <p:tavLst>
                                        <p:tav tm="0">
                                          <p:val>
                                            <p:strVal val="#ppt_y+.1"/>
                                          </p:val>
                                        </p:tav>
                                        <p:tav tm="100000">
                                          <p:val>
                                            <p:strVal val="#ppt_y"/>
                                          </p:val>
                                        </p:tav>
                                      </p:tavLst>
                                    </p:anim>
                                  </p:childTnLst>
                                </p:cTn>
                              </p:par>
                              <p:par>
                                <p:cTn id="471" presetID="42" presetClass="entr" presetSubtype="0" fill="hold" grpId="0" nodeType="withEffect">
                                  <p:stCondLst>
                                    <p:cond delay="250"/>
                                  </p:stCondLst>
                                  <p:childTnLst>
                                    <p:set>
                                      <p:cBhvr>
                                        <p:cTn id="472" dur="1" fill="hold">
                                          <p:stCondLst>
                                            <p:cond delay="0"/>
                                          </p:stCondLst>
                                        </p:cTn>
                                        <p:tgtEl>
                                          <p:spTgt spid="92"/>
                                        </p:tgtEl>
                                        <p:attrNameLst>
                                          <p:attrName>style.visibility</p:attrName>
                                        </p:attrNameLst>
                                      </p:cBhvr>
                                      <p:to>
                                        <p:strVal val="visible"/>
                                      </p:to>
                                    </p:set>
                                    <p:animEffect transition="in" filter="fade">
                                      <p:cBhvr>
                                        <p:cTn id="473" dur="650"/>
                                        <p:tgtEl>
                                          <p:spTgt spid="92"/>
                                        </p:tgtEl>
                                      </p:cBhvr>
                                    </p:animEffect>
                                    <p:anim calcmode="lin" valueType="num">
                                      <p:cBhvr>
                                        <p:cTn id="474" dur="650" fill="hold"/>
                                        <p:tgtEl>
                                          <p:spTgt spid="92"/>
                                        </p:tgtEl>
                                        <p:attrNameLst>
                                          <p:attrName>ppt_x</p:attrName>
                                        </p:attrNameLst>
                                      </p:cBhvr>
                                      <p:tavLst>
                                        <p:tav tm="0">
                                          <p:val>
                                            <p:strVal val="#ppt_x"/>
                                          </p:val>
                                        </p:tav>
                                        <p:tav tm="100000">
                                          <p:val>
                                            <p:strVal val="#ppt_x"/>
                                          </p:val>
                                        </p:tav>
                                      </p:tavLst>
                                    </p:anim>
                                    <p:anim calcmode="lin" valueType="num">
                                      <p:cBhvr>
                                        <p:cTn id="475" dur="650" fill="hold"/>
                                        <p:tgtEl>
                                          <p:spTgt spid="92"/>
                                        </p:tgtEl>
                                        <p:attrNameLst>
                                          <p:attrName>ppt_y</p:attrName>
                                        </p:attrNameLst>
                                      </p:cBhvr>
                                      <p:tavLst>
                                        <p:tav tm="0">
                                          <p:val>
                                            <p:strVal val="#ppt_y+.1"/>
                                          </p:val>
                                        </p:tav>
                                        <p:tav tm="100000">
                                          <p:val>
                                            <p:strVal val="#ppt_y"/>
                                          </p:val>
                                        </p:tav>
                                      </p:tavLst>
                                    </p:anim>
                                  </p:childTnLst>
                                </p:cTn>
                              </p:par>
                              <p:par>
                                <p:cTn id="476" presetID="42" presetClass="entr" presetSubtype="0" fill="hold" grpId="0" nodeType="withEffect">
                                  <p:stCondLst>
                                    <p:cond delay="250"/>
                                  </p:stCondLst>
                                  <p:childTnLst>
                                    <p:set>
                                      <p:cBhvr>
                                        <p:cTn id="477" dur="1" fill="hold">
                                          <p:stCondLst>
                                            <p:cond delay="0"/>
                                          </p:stCondLst>
                                        </p:cTn>
                                        <p:tgtEl>
                                          <p:spTgt spid="93"/>
                                        </p:tgtEl>
                                        <p:attrNameLst>
                                          <p:attrName>style.visibility</p:attrName>
                                        </p:attrNameLst>
                                      </p:cBhvr>
                                      <p:to>
                                        <p:strVal val="visible"/>
                                      </p:to>
                                    </p:set>
                                    <p:animEffect transition="in" filter="fade">
                                      <p:cBhvr>
                                        <p:cTn id="478" dur="650"/>
                                        <p:tgtEl>
                                          <p:spTgt spid="93"/>
                                        </p:tgtEl>
                                      </p:cBhvr>
                                    </p:animEffect>
                                    <p:anim calcmode="lin" valueType="num">
                                      <p:cBhvr>
                                        <p:cTn id="479" dur="650" fill="hold"/>
                                        <p:tgtEl>
                                          <p:spTgt spid="93"/>
                                        </p:tgtEl>
                                        <p:attrNameLst>
                                          <p:attrName>ppt_x</p:attrName>
                                        </p:attrNameLst>
                                      </p:cBhvr>
                                      <p:tavLst>
                                        <p:tav tm="0">
                                          <p:val>
                                            <p:strVal val="#ppt_x"/>
                                          </p:val>
                                        </p:tav>
                                        <p:tav tm="100000">
                                          <p:val>
                                            <p:strVal val="#ppt_x"/>
                                          </p:val>
                                        </p:tav>
                                      </p:tavLst>
                                    </p:anim>
                                    <p:anim calcmode="lin" valueType="num">
                                      <p:cBhvr>
                                        <p:cTn id="480" dur="650" fill="hold"/>
                                        <p:tgtEl>
                                          <p:spTgt spid="93"/>
                                        </p:tgtEl>
                                        <p:attrNameLst>
                                          <p:attrName>ppt_y</p:attrName>
                                        </p:attrNameLst>
                                      </p:cBhvr>
                                      <p:tavLst>
                                        <p:tav tm="0">
                                          <p:val>
                                            <p:strVal val="#ppt_y+.1"/>
                                          </p:val>
                                        </p:tav>
                                        <p:tav tm="100000">
                                          <p:val>
                                            <p:strVal val="#ppt_y"/>
                                          </p:val>
                                        </p:tav>
                                      </p:tavLst>
                                    </p:anim>
                                  </p:childTnLst>
                                </p:cTn>
                              </p:par>
                              <p:par>
                                <p:cTn id="481" presetID="42" presetClass="entr" presetSubtype="0" fill="hold" grpId="0" nodeType="withEffect">
                                  <p:stCondLst>
                                    <p:cond delay="250"/>
                                  </p:stCondLst>
                                  <p:childTnLst>
                                    <p:set>
                                      <p:cBhvr>
                                        <p:cTn id="482" dur="1" fill="hold">
                                          <p:stCondLst>
                                            <p:cond delay="0"/>
                                          </p:stCondLst>
                                        </p:cTn>
                                        <p:tgtEl>
                                          <p:spTgt spid="94"/>
                                        </p:tgtEl>
                                        <p:attrNameLst>
                                          <p:attrName>style.visibility</p:attrName>
                                        </p:attrNameLst>
                                      </p:cBhvr>
                                      <p:to>
                                        <p:strVal val="visible"/>
                                      </p:to>
                                    </p:set>
                                    <p:animEffect transition="in" filter="fade">
                                      <p:cBhvr>
                                        <p:cTn id="483" dur="650"/>
                                        <p:tgtEl>
                                          <p:spTgt spid="94"/>
                                        </p:tgtEl>
                                      </p:cBhvr>
                                    </p:animEffect>
                                    <p:anim calcmode="lin" valueType="num">
                                      <p:cBhvr>
                                        <p:cTn id="484" dur="650" fill="hold"/>
                                        <p:tgtEl>
                                          <p:spTgt spid="94"/>
                                        </p:tgtEl>
                                        <p:attrNameLst>
                                          <p:attrName>ppt_x</p:attrName>
                                        </p:attrNameLst>
                                      </p:cBhvr>
                                      <p:tavLst>
                                        <p:tav tm="0">
                                          <p:val>
                                            <p:strVal val="#ppt_x"/>
                                          </p:val>
                                        </p:tav>
                                        <p:tav tm="100000">
                                          <p:val>
                                            <p:strVal val="#ppt_x"/>
                                          </p:val>
                                        </p:tav>
                                      </p:tavLst>
                                    </p:anim>
                                    <p:anim calcmode="lin" valueType="num">
                                      <p:cBhvr>
                                        <p:cTn id="485" dur="650" fill="hold"/>
                                        <p:tgtEl>
                                          <p:spTgt spid="94"/>
                                        </p:tgtEl>
                                        <p:attrNameLst>
                                          <p:attrName>ppt_y</p:attrName>
                                        </p:attrNameLst>
                                      </p:cBhvr>
                                      <p:tavLst>
                                        <p:tav tm="0">
                                          <p:val>
                                            <p:strVal val="#ppt_y+.1"/>
                                          </p:val>
                                        </p:tav>
                                        <p:tav tm="100000">
                                          <p:val>
                                            <p:strVal val="#ppt_y"/>
                                          </p:val>
                                        </p:tav>
                                      </p:tavLst>
                                    </p:anim>
                                  </p:childTnLst>
                                </p:cTn>
                              </p:par>
                              <p:par>
                                <p:cTn id="486" presetID="42" presetClass="entr" presetSubtype="0" fill="hold" grpId="0" nodeType="withEffect">
                                  <p:stCondLst>
                                    <p:cond delay="250"/>
                                  </p:stCondLst>
                                  <p:childTnLst>
                                    <p:set>
                                      <p:cBhvr>
                                        <p:cTn id="487" dur="1" fill="hold">
                                          <p:stCondLst>
                                            <p:cond delay="0"/>
                                          </p:stCondLst>
                                        </p:cTn>
                                        <p:tgtEl>
                                          <p:spTgt spid="95"/>
                                        </p:tgtEl>
                                        <p:attrNameLst>
                                          <p:attrName>style.visibility</p:attrName>
                                        </p:attrNameLst>
                                      </p:cBhvr>
                                      <p:to>
                                        <p:strVal val="visible"/>
                                      </p:to>
                                    </p:set>
                                    <p:animEffect transition="in" filter="fade">
                                      <p:cBhvr>
                                        <p:cTn id="488" dur="650"/>
                                        <p:tgtEl>
                                          <p:spTgt spid="95"/>
                                        </p:tgtEl>
                                      </p:cBhvr>
                                    </p:animEffect>
                                    <p:anim calcmode="lin" valueType="num">
                                      <p:cBhvr>
                                        <p:cTn id="489" dur="650" fill="hold"/>
                                        <p:tgtEl>
                                          <p:spTgt spid="95"/>
                                        </p:tgtEl>
                                        <p:attrNameLst>
                                          <p:attrName>ppt_x</p:attrName>
                                        </p:attrNameLst>
                                      </p:cBhvr>
                                      <p:tavLst>
                                        <p:tav tm="0">
                                          <p:val>
                                            <p:strVal val="#ppt_x"/>
                                          </p:val>
                                        </p:tav>
                                        <p:tav tm="100000">
                                          <p:val>
                                            <p:strVal val="#ppt_x"/>
                                          </p:val>
                                        </p:tav>
                                      </p:tavLst>
                                    </p:anim>
                                    <p:anim calcmode="lin" valueType="num">
                                      <p:cBhvr>
                                        <p:cTn id="490" dur="650" fill="hold"/>
                                        <p:tgtEl>
                                          <p:spTgt spid="95"/>
                                        </p:tgtEl>
                                        <p:attrNameLst>
                                          <p:attrName>ppt_y</p:attrName>
                                        </p:attrNameLst>
                                      </p:cBhvr>
                                      <p:tavLst>
                                        <p:tav tm="0">
                                          <p:val>
                                            <p:strVal val="#ppt_y+.1"/>
                                          </p:val>
                                        </p:tav>
                                        <p:tav tm="100000">
                                          <p:val>
                                            <p:strVal val="#ppt_y"/>
                                          </p:val>
                                        </p:tav>
                                      </p:tavLst>
                                    </p:anim>
                                  </p:childTnLst>
                                </p:cTn>
                              </p:par>
                              <p:par>
                                <p:cTn id="491" presetID="42" presetClass="entr" presetSubtype="0" fill="hold" grpId="0" nodeType="withEffect">
                                  <p:stCondLst>
                                    <p:cond delay="250"/>
                                  </p:stCondLst>
                                  <p:childTnLst>
                                    <p:set>
                                      <p:cBhvr>
                                        <p:cTn id="492" dur="1" fill="hold">
                                          <p:stCondLst>
                                            <p:cond delay="0"/>
                                          </p:stCondLst>
                                        </p:cTn>
                                        <p:tgtEl>
                                          <p:spTgt spid="96"/>
                                        </p:tgtEl>
                                        <p:attrNameLst>
                                          <p:attrName>style.visibility</p:attrName>
                                        </p:attrNameLst>
                                      </p:cBhvr>
                                      <p:to>
                                        <p:strVal val="visible"/>
                                      </p:to>
                                    </p:set>
                                    <p:animEffect transition="in" filter="fade">
                                      <p:cBhvr>
                                        <p:cTn id="493" dur="650"/>
                                        <p:tgtEl>
                                          <p:spTgt spid="96"/>
                                        </p:tgtEl>
                                      </p:cBhvr>
                                    </p:animEffect>
                                    <p:anim calcmode="lin" valueType="num">
                                      <p:cBhvr>
                                        <p:cTn id="494" dur="650" fill="hold"/>
                                        <p:tgtEl>
                                          <p:spTgt spid="96"/>
                                        </p:tgtEl>
                                        <p:attrNameLst>
                                          <p:attrName>ppt_x</p:attrName>
                                        </p:attrNameLst>
                                      </p:cBhvr>
                                      <p:tavLst>
                                        <p:tav tm="0">
                                          <p:val>
                                            <p:strVal val="#ppt_x"/>
                                          </p:val>
                                        </p:tav>
                                        <p:tav tm="100000">
                                          <p:val>
                                            <p:strVal val="#ppt_x"/>
                                          </p:val>
                                        </p:tav>
                                      </p:tavLst>
                                    </p:anim>
                                    <p:anim calcmode="lin" valueType="num">
                                      <p:cBhvr>
                                        <p:cTn id="495" dur="650" fill="hold"/>
                                        <p:tgtEl>
                                          <p:spTgt spid="96"/>
                                        </p:tgtEl>
                                        <p:attrNameLst>
                                          <p:attrName>ppt_y</p:attrName>
                                        </p:attrNameLst>
                                      </p:cBhvr>
                                      <p:tavLst>
                                        <p:tav tm="0">
                                          <p:val>
                                            <p:strVal val="#ppt_y+.1"/>
                                          </p:val>
                                        </p:tav>
                                        <p:tav tm="100000">
                                          <p:val>
                                            <p:strVal val="#ppt_y"/>
                                          </p:val>
                                        </p:tav>
                                      </p:tavLst>
                                    </p:anim>
                                  </p:childTnLst>
                                </p:cTn>
                              </p:par>
                              <p:par>
                                <p:cTn id="496" presetID="42" presetClass="entr" presetSubtype="0" fill="hold" grpId="0" nodeType="withEffect">
                                  <p:stCondLst>
                                    <p:cond delay="250"/>
                                  </p:stCondLst>
                                  <p:childTnLst>
                                    <p:set>
                                      <p:cBhvr>
                                        <p:cTn id="497" dur="1" fill="hold">
                                          <p:stCondLst>
                                            <p:cond delay="0"/>
                                          </p:stCondLst>
                                        </p:cTn>
                                        <p:tgtEl>
                                          <p:spTgt spid="97"/>
                                        </p:tgtEl>
                                        <p:attrNameLst>
                                          <p:attrName>style.visibility</p:attrName>
                                        </p:attrNameLst>
                                      </p:cBhvr>
                                      <p:to>
                                        <p:strVal val="visible"/>
                                      </p:to>
                                    </p:set>
                                    <p:animEffect transition="in" filter="fade">
                                      <p:cBhvr>
                                        <p:cTn id="498" dur="650"/>
                                        <p:tgtEl>
                                          <p:spTgt spid="97"/>
                                        </p:tgtEl>
                                      </p:cBhvr>
                                    </p:animEffect>
                                    <p:anim calcmode="lin" valueType="num">
                                      <p:cBhvr>
                                        <p:cTn id="499" dur="650" fill="hold"/>
                                        <p:tgtEl>
                                          <p:spTgt spid="97"/>
                                        </p:tgtEl>
                                        <p:attrNameLst>
                                          <p:attrName>ppt_x</p:attrName>
                                        </p:attrNameLst>
                                      </p:cBhvr>
                                      <p:tavLst>
                                        <p:tav tm="0">
                                          <p:val>
                                            <p:strVal val="#ppt_x"/>
                                          </p:val>
                                        </p:tav>
                                        <p:tav tm="100000">
                                          <p:val>
                                            <p:strVal val="#ppt_x"/>
                                          </p:val>
                                        </p:tav>
                                      </p:tavLst>
                                    </p:anim>
                                    <p:anim calcmode="lin" valueType="num">
                                      <p:cBhvr>
                                        <p:cTn id="500" dur="650" fill="hold"/>
                                        <p:tgtEl>
                                          <p:spTgt spid="97"/>
                                        </p:tgtEl>
                                        <p:attrNameLst>
                                          <p:attrName>ppt_y</p:attrName>
                                        </p:attrNameLst>
                                      </p:cBhvr>
                                      <p:tavLst>
                                        <p:tav tm="0">
                                          <p:val>
                                            <p:strVal val="#ppt_y+.1"/>
                                          </p:val>
                                        </p:tav>
                                        <p:tav tm="100000">
                                          <p:val>
                                            <p:strVal val="#ppt_y"/>
                                          </p:val>
                                        </p:tav>
                                      </p:tavLst>
                                    </p:anim>
                                  </p:childTnLst>
                                </p:cTn>
                              </p:par>
                              <p:par>
                                <p:cTn id="501" presetID="42" presetClass="entr" presetSubtype="0" fill="hold" grpId="0" nodeType="withEffect">
                                  <p:stCondLst>
                                    <p:cond delay="250"/>
                                  </p:stCondLst>
                                  <p:childTnLst>
                                    <p:set>
                                      <p:cBhvr>
                                        <p:cTn id="502" dur="1" fill="hold">
                                          <p:stCondLst>
                                            <p:cond delay="0"/>
                                          </p:stCondLst>
                                        </p:cTn>
                                        <p:tgtEl>
                                          <p:spTgt spid="98"/>
                                        </p:tgtEl>
                                        <p:attrNameLst>
                                          <p:attrName>style.visibility</p:attrName>
                                        </p:attrNameLst>
                                      </p:cBhvr>
                                      <p:to>
                                        <p:strVal val="visible"/>
                                      </p:to>
                                    </p:set>
                                    <p:animEffect transition="in" filter="fade">
                                      <p:cBhvr>
                                        <p:cTn id="503" dur="650"/>
                                        <p:tgtEl>
                                          <p:spTgt spid="98"/>
                                        </p:tgtEl>
                                      </p:cBhvr>
                                    </p:animEffect>
                                    <p:anim calcmode="lin" valueType="num">
                                      <p:cBhvr>
                                        <p:cTn id="504" dur="650" fill="hold"/>
                                        <p:tgtEl>
                                          <p:spTgt spid="98"/>
                                        </p:tgtEl>
                                        <p:attrNameLst>
                                          <p:attrName>ppt_x</p:attrName>
                                        </p:attrNameLst>
                                      </p:cBhvr>
                                      <p:tavLst>
                                        <p:tav tm="0">
                                          <p:val>
                                            <p:strVal val="#ppt_x"/>
                                          </p:val>
                                        </p:tav>
                                        <p:tav tm="100000">
                                          <p:val>
                                            <p:strVal val="#ppt_x"/>
                                          </p:val>
                                        </p:tav>
                                      </p:tavLst>
                                    </p:anim>
                                    <p:anim calcmode="lin" valueType="num">
                                      <p:cBhvr>
                                        <p:cTn id="505" dur="650" fill="hold"/>
                                        <p:tgtEl>
                                          <p:spTgt spid="98"/>
                                        </p:tgtEl>
                                        <p:attrNameLst>
                                          <p:attrName>ppt_y</p:attrName>
                                        </p:attrNameLst>
                                      </p:cBhvr>
                                      <p:tavLst>
                                        <p:tav tm="0">
                                          <p:val>
                                            <p:strVal val="#ppt_y+.1"/>
                                          </p:val>
                                        </p:tav>
                                        <p:tav tm="100000">
                                          <p:val>
                                            <p:strVal val="#ppt_y"/>
                                          </p:val>
                                        </p:tav>
                                      </p:tavLst>
                                    </p:anim>
                                  </p:childTnLst>
                                </p:cTn>
                              </p:par>
                              <p:par>
                                <p:cTn id="506" presetID="42" presetClass="entr" presetSubtype="0" fill="hold" grpId="0" nodeType="withEffect">
                                  <p:stCondLst>
                                    <p:cond delay="250"/>
                                  </p:stCondLst>
                                  <p:childTnLst>
                                    <p:set>
                                      <p:cBhvr>
                                        <p:cTn id="507" dur="1" fill="hold">
                                          <p:stCondLst>
                                            <p:cond delay="0"/>
                                          </p:stCondLst>
                                        </p:cTn>
                                        <p:tgtEl>
                                          <p:spTgt spid="99"/>
                                        </p:tgtEl>
                                        <p:attrNameLst>
                                          <p:attrName>style.visibility</p:attrName>
                                        </p:attrNameLst>
                                      </p:cBhvr>
                                      <p:to>
                                        <p:strVal val="visible"/>
                                      </p:to>
                                    </p:set>
                                    <p:animEffect transition="in" filter="fade">
                                      <p:cBhvr>
                                        <p:cTn id="508" dur="650"/>
                                        <p:tgtEl>
                                          <p:spTgt spid="99"/>
                                        </p:tgtEl>
                                      </p:cBhvr>
                                    </p:animEffect>
                                    <p:anim calcmode="lin" valueType="num">
                                      <p:cBhvr>
                                        <p:cTn id="509" dur="650" fill="hold"/>
                                        <p:tgtEl>
                                          <p:spTgt spid="99"/>
                                        </p:tgtEl>
                                        <p:attrNameLst>
                                          <p:attrName>ppt_x</p:attrName>
                                        </p:attrNameLst>
                                      </p:cBhvr>
                                      <p:tavLst>
                                        <p:tav tm="0">
                                          <p:val>
                                            <p:strVal val="#ppt_x"/>
                                          </p:val>
                                        </p:tav>
                                        <p:tav tm="100000">
                                          <p:val>
                                            <p:strVal val="#ppt_x"/>
                                          </p:val>
                                        </p:tav>
                                      </p:tavLst>
                                    </p:anim>
                                    <p:anim calcmode="lin" valueType="num">
                                      <p:cBhvr>
                                        <p:cTn id="510" dur="650" fill="hold"/>
                                        <p:tgtEl>
                                          <p:spTgt spid="99"/>
                                        </p:tgtEl>
                                        <p:attrNameLst>
                                          <p:attrName>ppt_y</p:attrName>
                                        </p:attrNameLst>
                                      </p:cBhvr>
                                      <p:tavLst>
                                        <p:tav tm="0">
                                          <p:val>
                                            <p:strVal val="#ppt_y+.1"/>
                                          </p:val>
                                        </p:tav>
                                        <p:tav tm="100000">
                                          <p:val>
                                            <p:strVal val="#ppt_y"/>
                                          </p:val>
                                        </p:tav>
                                      </p:tavLst>
                                    </p:anim>
                                  </p:childTnLst>
                                </p:cTn>
                              </p:par>
                              <p:par>
                                <p:cTn id="511" presetID="42" presetClass="entr" presetSubtype="0" fill="hold" grpId="0" nodeType="withEffect">
                                  <p:stCondLst>
                                    <p:cond delay="250"/>
                                  </p:stCondLst>
                                  <p:childTnLst>
                                    <p:set>
                                      <p:cBhvr>
                                        <p:cTn id="512" dur="1" fill="hold">
                                          <p:stCondLst>
                                            <p:cond delay="0"/>
                                          </p:stCondLst>
                                        </p:cTn>
                                        <p:tgtEl>
                                          <p:spTgt spid="100"/>
                                        </p:tgtEl>
                                        <p:attrNameLst>
                                          <p:attrName>style.visibility</p:attrName>
                                        </p:attrNameLst>
                                      </p:cBhvr>
                                      <p:to>
                                        <p:strVal val="visible"/>
                                      </p:to>
                                    </p:set>
                                    <p:animEffect transition="in" filter="fade">
                                      <p:cBhvr>
                                        <p:cTn id="513" dur="650"/>
                                        <p:tgtEl>
                                          <p:spTgt spid="100"/>
                                        </p:tgtEl>
                                      </p:cBhvr>
                                    </p:animEffect>
                                    <p:anim calcmode="lin" valueType="num">
                                      <p:cBhvr>
                                        <p:cTn id="514" dur="650" fill="hold"/>
                                        <p:tgtEl>
                                          <p:spTgt spid="100"/>
                                        </p:tgtEl>
                                        <p:attrNameLst>
                                          <p:attrName>ppt_x</p:attrName>
                                        </p:attrNameLst>
                                      </p:cBhvr>
                                      <p:tavLst>
                                        <p:tav tm="0">
                                          <p:val>
                                            <p:strVal val="#ppt_x"/>
                                          </p:val>
                                        </p:tav>
                                        <p:tav tm="100000">
                                          <p:val>
                                            <p:strVal val="#ppt_x"/>
                                          </p:val>
                                        </p:tav>
                                      </p:tavLst>
                                    </p:anim>
                                    <p:anim calcmode="lin" valueType="num">
                                      <p:cBhvr>
                                        <p:cTn id="515" dur="650" fill="hold"/>
                                        <p:tgtEl>
                                          <p:spTgt spid="100"/>
                                        </p:tgtEl>
                                        <p:attrNameLst>
                                          <p:attrName>ppt_y</p:attrName>
                                        </p:attrNameLst>
                                      </p:cBhvr>
                                      <p:tavLst>
                                        <p:tav tm="0">
                                          <p:val>
                                            <p:strVal val="#ppt_y+.1"/>
                                          </p:val>
                                        </p:tav>
                                        <p:tav tm="100000">
                                          <p:val>
                                            <p:strVal val="#ppt_y"/>
                                          </p:val>
                                        </p:tav>
                                      </p:tavLst>
                                    </p:anim>
                                  </p:childTnLst>
                                </p:cTn>
                              </p:par>
                              <p:par>
                                <p:cTn id="516" presetID="42" presetClass="entr" presetSubtype="0" fill="hold" grpId="0" nodeType="withEffect">
                                  <p:stCondLst>
                                    <p:cond delay="250"/>
                                  </p:stCondLst>
                                  <p:childTnLst>
                                    <p:set>
                                      <p:cBhvr>
                                        <p:cTn id="517" dur="1" fill="hold">
                                          <p:stCondLst>
                                            <p:cond delay="0"/>
                                          </p:stCondLst>
                                        </p:cTn>
                                        <p:tgtEl>
                                          <p:spTgt spid="101"/>
                                        </p:tgtEl>
                                        <p:attrNameLst>
                                          <p:attrName>style.visibility</p:attrName>
                                        </p:attrNameLst>
                                      </p:cBhvr>
                                      <p:to>
                                        <p:strVal val="visible"/>
                                      </p:to>
                                    </p:set>
                                    <p:animEffect transition="in" filter="fade">
                                      <p:cBhvr>
                                        <p:cTn id="518" dur="650"/>
                                        <p:tgtEl>
                                          <p:spTgt spid="101"/>
                                        </p:tgtEl>
                                      </p:cBhvr>
                                    </p:animEffect>
                                    <p:anim calcmode="lin" valueType="num">
                                      <p:cBhvr>
                                        <p:cTn id="519" dur="650" fill="hold"/>
                                        <p:tgtEl>
                                          <p:spTgt spid="101"/>
                                        </p:tgtEl>
                                        <p:attrNameLst>
                                          <p:attrName>ppt_x</p:attrName>
                                        </p:attrNameLst>
                                      </p:cBhvr>
                                      <p:tavLst>
                                        <p:tav tm="0">
                                          <p:val>
                                            <p:strVal val="#ppt_x"/>
                                          </p:val>
                                        </p:tav>
                                        <p:tav tm="100000">
                                          <p:val>
                                            <p:strVal val="#ppt_x"/>
                                          </p:val>
                                        </p:tav>
                                      </p:tavLst>
                                    </p:anim>
                                    <p:anim calcmode="lin" valueType="num">
                                      <p:cBhvr>
                                        <p:cTn id="520" dur="650" fill="hold"/>
                                        <p:tgtEl>
                                          <p:spTgt spid="101"/>
                                        </p:tgtEl>
                                        <p:attrNameLst>
                                          <p:attrName>ppt_y</p:attrName>
                                        </p:attrNameLst>
                                      </p:cBhvr>
                                      <p:tavLst>
                                        <p:tav tm="0">
                                          <p:val>
                                            <p:strVal val="#ppt_y+.1"/>
                                          </p:val>
                                        </p:tav>
                                        <p:tav tm="100000">
                                          <p:val>
                                            <p:strVal val="#ppt_y"/>
                                          </p:val>
                                        </p:tav>
                                      </p:tavLst>
                                    </p:anim>
                                  </p:childTnLst>
                                </p:cTn>
                              </p:par>
                              <p:par>
                                <p:cTn id="521" presetID="42" presetClass="entr" presetSubtype="0" fill="hold" grpId="0" nodeType="withEffect">
                                  <p:stCondLst>
                                    <p:cond delay="250"/>
                                  </p:stCondLst>
                                  <p:childTnLst>
                                    <p:set>
                                      <p:cBhvr>
                                        <p:cTn id="522" dur="1" fill="hold">
                                          <p:stCondLst>
                                            <p:cond delay="0"/>
                                          </p:stCondLst>
                                        </p:cTn>
                                        <p:tgtEl>
                                          <p:spTgt spid="102"/>
                                        </p:tgtEl>
                                        <p:attrNameLst>
                                          <p:attrName>style.visibility</p:attrName>
                                        </p:attrNameLst>
                                      </p:cBhvr>
                                      <p:to>
                                        <p:strVal val="visible"/>
                                      </p:to>
                                    </p:set>
                                    <p:animEffect transition="in" filter="fade">
                                      <p:cBhvr>
                                        <p:cTn id="523" dur="650"/>
                                        <p:tgtEl>
                                          <p:spTgt spid="102"/>
                                        </p:tgtEl>
                                      </p:cBhvr>
                                    </p:animEffect>
                                    <p:anim calcmode="lin" valueType="num">
                                      <p:cBhvr>
                                        <p:cTn id="524" dur="650" fill="hold"/>
                                        <p:tgtEl>
                                          <p:spTgt spid="102"/>
                                        </p:tgtEl>
                                        <p:attrNameLst>
                                          <p:attrName>ppt_x</p:attrName>
                                        </p:attrNameLst>
                                      </p:cBhvr>
                                      <p:tavLst>
                                        <p:tav tm="0">
                                          <p:val>
                                            <p:strVal val="#ppt_x"/>
                                          </p:val>
                                        </p:tav>
                                        <p:tav tm="100000">
                                          <p:val>
                                            <p:strVal val="#ppt_x"/>
                                          </p:val>
                                        </p:tav>
                                      </p:tavLst>
                                    </p:anim>
                                    <p:anim calcmode="lin" valueType="num">
                                      <p:cBhvr>
                                        <p:cTn id="525" dur="650" fill="hold"/>
                                        <p:tgtEl>
                                          <p:spTgt spid="102"/>
                                        </p:tgtEl>
                                        <p:attrNameLst>
                                          <p:attrName>ppt_y</p:attrName>
                                        </p:attrNameLst>
                                      </p:cBhvr>
                                      <p:tavLst>
                                        <p:tav tm="0">
                                          <p:val>
                                            <p:strVal val="#ppt_y+.1"/>
                                          </p:val>
                                        </p:tav>
                                        <p:tav tm="100000">
                                          <p:val>
                                            <p:strVal val="#ppt_y"/>
                                          </p:val>
                                        </p:tav>
                                      </p:tavLst>
                                    </p:anim>
                                  </p:childTnLst>
                                </p:cTn>
                              </p:par>
                              <p:par>
                                <p:cTn id="526" presetID="42" presetClass="entr" presetSubtype="0" fill="hold" grpId="0" nodeType="withEffect">
                                  <p:stCondLst>
                                    <p:cond delay="250"/>
                                  </p:stCondLst>
                                  <p:childTnLst>
                                    <p:set>
                                      <p:cBhvr>
                                        <p:cTn id="527" dur="1" fill="hold">
                                          <p:stCondLst>
                                            <p:cond delay="0"/>
                                          </p:stCondLst>
                                        </p:cTn>
                                        <p:tgtEl>
                                          <p:spTgt spid="103"/>
                                        </p:tgtEl>
                                        <p:attrNameLst>
                                          <p:attrName>style.visibility</p:attrName>
                                        </p:attrNameLst>
                                      </p:cBhvr>
                                      <p:to>
                                        <p:strVal val="visible"/>
                                      </p:to>
                                    </p:set>
                                    <p:animEffect transition="in" filter="fade">
                                      <p:cBhvr>
                                        <p:cTn id="528" dur="650"/>
                                        <p:tgtEl>
                                          <p:spTgt spid="103"/>
                                        </p:tgtEl>
                                      </p:cBhvr>
                                    </p:animEffect>
                                    <p:anim calcmode="lin" valueType="num">
                                      <p:cBhvr>
                                        <p:cTn id="529" dur="650" fill="hold"/>
                                        <p:tgtEl>
                                          <p:spTgt spid="103"/>
                                        </p:tgtEl>
                                        <p:attrNameLst>
                                          <p:attrName>ppt_x</p:attrName>
                                        </p:attrNameLst>
                                      </p:cBhvr>
                                      <p:tavLst>
                                        <p:tav tm="0">
                                          <p:val>
                                            <p:strVal val="#ppt_x"/>
                                          </p:val>
                                        </p:tav>
                                        <p:tav tm="100000">
                                          <p:val>
                                            <p:strVal val="#ppt_x"/>
                                          </p:val>
                                        </p:tav>
                                      </p:tavLst>
                                    </p:anim>
                                    <p:anim calcmode="lin" valueType="num">
                                      <p:cBhvr>
                                        <p:cTn id="530" dur="650" fill="hold"/>
                                        <p:tgtEl>
                                          <p:spTgt spid="103"/>
                                        </p:tgtEl>
                                        <p:attrNameLst>
                                          <p:attrName>ppt_y</p:attrName>
                                        </p:attrNameLst>
                                      </p:cBhvr>
                                      <p:tavLst>
                                        <p:tav tm="0">
                                          <p:val>
                                            <p:strVal val="#ppt_y+.1"/>
                                          </p:val>
                                        </p:tav>
                                        <p:tav tm="100000">
                                          <p:val>
                                            <p:strVal val="#ppt_y"/>
                                          </p:val>
                                        </p:tav>
                                      </p:tavLst>
                                    </p:anim>
                                  </p:childTnLst>
                                </p:cTn>
                              </p:par>
                              <p:par>
                                <p:cTn id="531" presetID="42" presetClass="entr" presetSubtype="0" fill="hold" grpId="0" nodeType="withEffect">
                                  <p:stCondLst>
                                    <p:cond delay="250"/>
                                  </p:stCondLst>
                                  <p:childTnLst>
                                    <p:set>
                                      <p:cBhvr>
                                        <p:cTn id="532" dur="1" fill="hold">
                                          <p:stCondLst>
                                            <p:cond delay="0"/>
                                          </p:stCondLst>
                                        </p:cTn>
                                        <p:tgtEl>
                                          <p:spTgt spid="104"/>
                                        </p:tgtEl>
                                        <p:attrNameLst>
                                          <p:attrName>style.visibility</p:attrName>
                                        </p:attrNameLst>
                                      </p:cBhvr>
                                      <p:to>
                                        <p:strVal val="visible"/>
                                      </p:to>
                                    </p:set>
                                    <p:animEffect transition="in" filter="fade">
                                      <p:cBhvr>
                                        <p:cTn id="533" dur="650"/>
                                        <p:tgtEl>
                                          <p:spTgt spid="104"/>
                                        </p:tgtEl>
                                      </p:cBhvr>
                                    </p:animEffect>
                                    <p:anim calcmode="lin" valueType="num">
                                      <p:cBhvr>
                                        <p:cTn id="534" dur="650" fill="hold"/>
                                        <p:tgtEl>
                                          <p:spTgt spid="104"/>
                                        </p:tgtEl>
                                        <p:attrNameLst>
                                          <p:attrName>ppt_x</p:attrName>
                                        </p:attrNameLst>
                                      </p:cBhvr>
                                      <p:tavLst>
                                        <p:tav tm="0">
                                          <p:val>
                                            <p:strVal val="#ppt_x"/>
                                          </p:val>
                                        </p:tav>
                                        <p:tav tm="100000">
                                          <p:val>
                                            <p:strVal val="#ppt_x"/>
                                          </p:val>
                                        </p:tav>
                                      </p:tavLst>
                                    </p:anim>
                                    <p:anim calcmode="lin" valueType="num">
                                      <p:cBhvr>
                                        <p:cTn id="535" dur="650" fill="hold"/>
                                        <p:tgtEl>
                                          <p:spTgt spid="104"/>
                                        </p:tgtEl>
                                        <p:attrNameLst>
                                          <p:attrName>ppt_y</p:attrName>
                                        </p:attrNameLst>
                                      </p:cBhvr>
                                      <p:tavLst>
                                        <p:tav tm="0">
                                          <p:val>
                                            <p:strVal val="#ppt_y+.1"/>
                                          </p:val>
                                        </p:tav>
                                        <p:tav tm="100000">
                                          <p:val>
                                            <p:strVal val="#ppt_y"/>
                                          </p:val>
                                        </p:tav>
                                      </p:tavLst>
                                    </p:anim>
                                  </p:childTnLst>
                                </p:cTn>
                              </p:par>
                              <p:par>
                                <p:cTn id="536" presetID="42" presetClass="entr" presetSubtype="0" fill="hold" grpId="0" nodeType="withEffect">
                                  <p:stCondLst>
                                    <p:cond delay="250"/>
                                  </p:stCondLst>
                                  <p:childTnLst>
                                    <p:set>
                                      <p:cBhvr>
                                        <p:cTn id="537" dur="1" fill="hold">
                                          <p:stCondLst>
                                            <p:cond delay="0"/>
                                          </p:stCondLst>
                                        </p:cTn>
                                        <p:tgtEl>
                                          <p:spTgt spid="105"/>
                                        </p:tgtEl>
                                        <p:attrNameLst>
                                          <p:attrName>style.visibility</p:attrName>
                                        </p:attrNameLst>
                                      </p:cBhvr>
                                      <p:to>
                                        <p:strVal val="visible"/>
                                      </p:to>
                                    </p:set>
                                    <p:animEffect transition="in" filter="fade">
                                      <p:cBhvr>
                                        <p:cTn id="538" dur="650"/>
                                        <p:tgtEl>
                                          <p:spTgt spid="105"/>
                                        </p:tgtEl>
                                      </p:cBhvr>
                                    </p:animEffect>
                                    <p:anim calcmode="lin" valueType="num">
                                      <p:cBhvr>
                                        <p:cTn id="539" dur="650" fill="hold"/>
                                        <p:tgtEl>
                                          <p:spTgt spid="105"/>
                                        </p:tgtEl>
                                        <p:attrNameLst>
                                          <p:attrName>ppt_x</p:attrName>
                                        </p:attrNameLst>
                                      </p:cBhvr>
                                      <p:tavLst>
                                        <p:tav tm="0">
                                          <p:val>
                                            <p:strVal val="#ppt_x"/>
                                          </p:val>
                                        </p:tav>
                                        <p:tav tm="100000">
                                          <p:val>
                                            <p:strVal val="#ppt_x"/>
                                          </p:val>
                                        </p:tav>
                                      </p:tavLst>
                                    </p:anim>
                                    <p:anim calcmode="lin" valueType="num">
                                      <p:cBhvr>
                                        <p:cTn id="540" dur="650" fill="hold"/>
                                        <p:tgtEl>
                                          <p:spTgt spid="105"/>
                                        </p:tgtEl>
                                        <p:attrNameLst>
                                          <p:attrName>ppt_y</p:attrName>
                                        </p:attrNameLst>
                                      </p:cBhvr>
                                      <p:tavLst>
                                        <p:tav tm="0">
                                          <p:val>
                                            <p:strVal val="#ppt_y+.1"/>
                                          </p:val>
                                        </p:tav>
                                        <p:tav tm="100000">
                                          <p:val>
                                            <p:strVal val="#ppt_y"/>
                                          </p:val>
                                        </p:tav>
                                      </p:tavLst>
                                    </p:anim>
                                  </p:childTnLst>
                                </p:cTn>
                              </p:par>
                              <p:par>
                                <p:cTn id="541" presetID="42" presetClass="entr" presetSubtype="0" fill="hold" grpId="0" nodeType="withEffect">
                                  <p:stCondLst>
                                    <p:cond delay="250"/>
                                  </p:stCondLst>
                                  <p:childTnLst>
                                    <p:set>
                                      <p:cBhvr>
                                        <p:cTn id="542" dur="1" fill="hold">
                                          <p:stCondLst>
                                            <p:cond delay="0"/>
                                          </p:stCondLst>
                                        </p:cTn>
                                        <p:tgtEl>
                                          <p:spTgt spid="106"/>
                                        </p:tgtEl>
                                        <p:attrNameLst>
                                          <p:attrName>style.visibility</p:attrName>
                                        </p:attrNameLst>
                                      </p:cBhvr>
                                      <p:to>
                                        <p:strVal val="visible"/>
                                      </p:to>
                                    </p:set>
                                    <p:animEffect transition="in" filter="fade">
                                      <p:cBhvr>
                                        <p:cTn id="543" dur="650"/>
                                        <p:tgtEl>
                                          <p:spTgt spid="106"/>
                                        </p:tgtEl>
                                      </p:cBhvr>
                                    </p:animEffect>
                                    <p:anim calcmode="lin" valueType="num">
                                      <p:cBhvr>
                                        <p:cTn id="544" dur="650" fill="hold"/>
                                        <p:tgtEl>
                                          <p:spTgt spid="106"/>
                                        </p:tgtEl>
                                        <p:attrNameLst>
                                          <p:attrName>ppt_x</p:attrName>
                                        </p:attrNameLst>
                                      </p:cBhvr>
                                      <p:tavLst>
                                        <p:tav tm="0">
                                          <p:val>
                                            <p:strVal val="#ppt_x"/>
                                          </p:val>
                                        </p:tav>
                                        <p:tav tm="100000">
                                          <p:val>
                                            <p:strVal val="#ppt_x"/>
                                          </p:val>
                                        </p:tav>
                                      </p:tavLst>
                                    </p:anim>
                                    <p:anim calcmode="lin" valueType="num">
                                      <p:cBhvr>
                                        <p:cTn id="545" dur="650" fill="hold"/>
                                        <p:tgtEl>
                                          <p:spTgt spid="106"/>
                                        </p:tgtEl>
                                        <p:attrNameLst>
                                          <p:attrName>ppt_y</p:attrName>
                                        </p:attrNameLst>
                                      </p:cBhvr>
                                      <p:tavLst>
                                        <p:tav tm="0">
                                          <p:val>
                                            <p:strVal val="#ppt_y+.1"/>
                                          </p:val>
                                        </p:tav>
                                        <p:tav tm="100000">
                                          <p:val>
                                            <p:strVal val="#ppt_y"/>
                                          </p:val>
                                        </p:tav>
                                      </p:tavLst>
                                    </p:anim>
                                  </p:childTnLst>
                                </p:cTn>
                              </p:par>
                              <p:par>
                                <p:cTn id="546" presetID="42" presetClass="entr" presetSubtype="0" fill="hold" grpId="0" nodeType="withEffect">
                                  <p:stCondLst>
                                    <p:cond delay="250"/>
                                  </p:stCondLst>
                                  <p:childTnLst>
                                    <p:set>
                                      <p:cBhvr>
                                        <p:cTn id="547" dur="1" fill="hold">
                                          <p:stCondLst>
                                            <p:cond delay="0"/>
                                          </p:stCondLst>
                                        </p:cTn>
                                        <p:tgtEl>
                                          <p:spTgt spid="107"/>
                                        </p:tgtEl>
                                        <p:attrNameLst>
                                          <p:attrName>style.visibility</p:attrName>
                                        </p:attrNameLst>
                                      </p:cBhvr>
                                      <p:to>
                                        <p:strVal val="visible"/>
                                      </p:to>
                                    </p:set>
                                    <p:animEffect transition="in" filter="fade">
                                      <p:cBhvr>
                                        <p:cTn id="548" dur="650"/>
                                        <p:tgtEl>
                                          <p:spTgt spid="107"/>
                                        </p:tgtEl>
                                      </p:cBhvr>
                                    </p:animEffect>
                                    <p:anim calcmode="lin" valueType="num">
                                      <p:cBhvr>
                                        <p:cTn id="549" dur="650" fill="hold"/>
                                        <p:tgtEl>
                                          <p:spTgt spid="107"/>
                                        </p:tgtEl>
                                        <p:attrNameLst>
                                          <p:attrName>ppt_x</p:attrName>
                                        </p:attrNameLst>
                                      </p:cBhvr>
                                      <p:tavLst>
                                        <p:tav tm="0">
                                          <p:val>
                                            <p:strVal val="#ppt_x"/>
                                          </p:val>
                                        </p:tav>
                                        <p:tav tm="100000">
                                          <p:val>
                                            <p:strVal val="#ppt_x"/>
                                          </p:val>
                                        </p:tav>
                                      </p:tavLst>
                                    </p:anim>
                                    <p:anim calcmode="lin" valueType="num">
                                      <p:cBhvr>
                                        <p:cTn id="550" dur="650" fill="hold"/>
                                        <p:tgtEl>
                                          <p:spTgt spid="107"/>
                                        </p:tgtEl>
                                        <p:attrNameLst>
                                          <p:attrName>ppt_y</p:attrName>
                                        </p:attrNameLst>
                                      </p:cBhvr>
                                      <p:tavLst>
                                        <p:tav tm="0">
                                          <p:val>
                                            <p:strVal val="#ppt_y+.1"/>
                                          </p:val>
                                        </p:tav>
                                        <p:tav tm="100000">
                                          <p:val>
                                            <p:strVal val="#ppt_y"/>
                                          </p:val>
                                        </p:tav>
                                      </p:tavLst>
                                    </p:anim>
                                  </p:childTnLst>
                                </p:cTn>
                              </p:par>
                              <p:par>
                                <p:cTn id="551" presetID="42" presetClass="entr" presetSubtype="0" fill="hold" grpId="0" nodeType="withEffect">
                                  <p:stCondLst>
                                    <p:cond delay="250"/>
                                  </p:stCondLst>
                                  <p:childTnLst>
                                    <p:set>
                                      <p:cBhvr>
                                        <p:cTn id="552" dur="1" fill="hold">
                                          <p:stCondLst>
                                            <p:cond delay="0"/>
                                          </p:stCondLst>
                                        </p:cTn>
                                        <p:tgtEl>
                                          <p:spTgt spid="108"/>
                                        </p:tgtEl>
                                        <p:attrNameLst>
                                          <p:attrName>style.visibility</p:attrName>
                                        </p:attrNameLst>
                                      </p:cBhvr>
                                      <p:to>
                                        <p:strVal val="visible"/>
                                      </p:to>
                                    </p:set>
                                    <p:animEffect transition="in" filter="fade">
                                      <p:cBhvr>
                                        <p:cTn id="553" dur="650"/>
                                        <p:tgtEl>
                                          <p:spTgt spid="108"/>
                                        </p:tgtEl>
                                      </p:cBhvr>
                                    </p:animEffect>
                                    <p:anim calcmode="lin" valueType="num">
                                      <p:cBhvr>
                                        <p:cTn id="554" dur="650" fill="hold"/>
                                        <p:tgtEl>
                                          <p:spTgt spid="108"/>
                                        </p:tgtEl>
                                        <p:attrNameLst>
                                          <p:attrName>ppt_x</p:attrName>
                                        </p:attrNameLst>
                                      </p:cBhvr>
                                      <p:tavLst>
                                        <p:tav tm="0">
                                          <p:val>
                                            <p:strVal val="#ppt_x"/>
                                          </p:val>
                                        </p:tav>
                                        <p:tav tm="100000">
                                          <p:val>
                                            <p:strVal val="#ppt_x"/>
                                          </p:val>
                                        </p:tav>
                                      </p:tavLst>
                                    </p:anim>
                                    <p:anim calcmode="lin" valueType="num">
                                      <p:cBhvr>
                                        <p:cTn id="555" dur="650" fill="hold"/>
                                        <p:tgtEl>
                                          <p:spTgt spid="108"/>
                                        </p:tgtEl>
                                        <p:attrNameLst>
                                          <p:attrName>ppt_y</p:attrName>
                                        </p:attrNameLst>
                                      </p:cBhvr>
                                      <p:tavLst>
                                        <p:tav tm="0">
                                          <p:val>
                                            <p:strVal val="#ppt_y+.1"/>
                                          </p:val>
                                        </p:tav>
                                        <p:tav tm="100000">
                                          <p:val>
                                            <p:strVal val="#ppt_y"/>
                                          </p:val>
                                        </p:tav>
                                      </p:tavLst>
                                    </p:anim>
                                  </p:childTnLst>
                                </p:cTn>
                              </p:par>
                              <p:par>
                                <p:cTn id="556" presetID="42" presetClass="entr" presetSubtype="0" fill="hold" grpId="0" nodeType="withEffect">
                                  <p:stCondLst>
                                    <p:cond delay="250"/>
                                  </p:stCondLst>
                                  <p:childTnLst>
                                    <p:set>
                                      <p:cBhvr>
                                        <p:cTn id="557" dur="1" fill="hold">
                                          <p:stCondLst>
                                            <p:cond delay="0"/>
                                          </p:stCondLst>
                                        </p:cTn>
                                        <p:tgtEl>
                                          <p:spTgt spid="109"/>
                                        </p:tgtEl>
                                        <p:attrNameLst>
                                          <p:attrName>style.visibility</p:attrName>
                                        </p:attrNameLst>
                                      </p:cBhvr>
                                      <p:to>
                                        <p:strVal val="visible"/>
                                      </p:to>
                                    </p:set>
                                    <p:animEffect transition="in" filter="fade">
                                      <p:cBhvr>
                                        <p:cTn id="558" dur="650"/>
                                        <p:tgtEl>
                                          <p:spTgt spid="109"/>
                                        </p:tgtEl>
                                      </p:cBhvr>
                                    </p:animEffect>
                                    <p:anim calcmode="lin" valueType="num">
                                      <p:cBhvr>
                                        <p:cTn id="559" dur="650" fill="hold"/>
                                        <p:tgtEl>
                                          <p:spTgt spid="109"/>
                                        </p:tgtEl>
                                        <p:attrNameLst>
                                          <p:attrName>ppt_x</p:attrName>
                                        </p:attrNameLst>
                                      </p:cBhvr>
                                      <p:tavLst>
                                        <p:tav tm="0">
                                          <p:val>
                                            <p:strVal val="#ppt_x"/>
                                          </p:val>
                                        </p:tav>
                                        <p:tav tm="100000">
                                          <p:val>
                                            <p:strVal val="#ppt_x"/>
                                          </p:val>
                                        </p:tav>
                                      </p:tavLst>
                                    </p:anim>
                                    <p:anim calcmode="lin" valueType="num">
                                      <p:cBhvr>
                                        <p:cTn id="560" dur="650" fill="hold"/>
                                        <p:tgtEl>
                                          <p:spTgt spid="109"/>
                                        </p:tgtEl>
                                        <p:attrNameLst>
                                          <p:attrName>ppt_y</p:attrName>
                                        </p:attrNameLst>
                                      </p:cBhvr>
                                      <p:tavLst>
                                        <p:tav tm="0">
                                          <p:val>
                                            <p:strVal val="#ppt_y+.1"/>
                                          </p:val>
                                        </p:tav>
                                        <p:tav tm="100000">
                                          <p:val>
                                            <p:strVal val="#ppt_y"/>
                                          </p:val>
                                        </p:tav>
                                      </p:tavLst>
                                    </p:anim>
                                  </p:childTnLst>
                                </p:cTn>
                              </p:par>
                              <p:par>
                                <p:cTn id="561" presetID="42" presetClass="entr" presetSubtype="0" fill="hold" grpId="0" nodeType="withEffect">
                                  <p:stCondLst>
                                    <p:cond delay="250"/>
                                  </p:stCondLst>
                                  <p:childTnLst>
                                    <p:set>
                                      <p:cBhvr>
                                        <p:cTn id="562" dur="1" fill="hold">
                                          <p:stCondLst>
                                            <p:cond delay="0"/>
                                          </p:stCondLst>
                                        </p:cTn>
                                        <p:tgtEl>
                                          <p:spTgt spid="110"/>
                                        </p:tgtEl>
                                        <p:attrNameLst>
                                          <p:attrName>style.visibility</p:attrName>
                                        </p:attrNameLst>
                                      </p:cBhvr>
                                      <p:to>
                                        <p:strVal val="visible"/>
                                      </p:to>
                                    </p:set>
                                    <p:animEffect transition="in" filter="fade">
                                      <p:cBhvr>
                                        <p:cTn id="563" dur="650"/>
                                        <p:tgtEl>
                                          <p:spTgt spid="110"/>
                                        </p:tgtEl>
                                      </p:cBhvr>
                                    </p:animEffect>
                                    <p:anim calcmode="lin" valueType="num">
                                      <p:cBhvr>
                                        <p:cTn id="564" dur="650" fill="hold"/>
                                        <p:tgtEl>
                                          <p:spTgt spid="110"/>
                                        </p:tgtEl>
                                        <p:attrNameLst>
                                          <p:attrName>ppt_x</p:attrName>
                                        </p:attrNameLst>
                                      </p:cBhvr>
                                      <p:tavLst>
                                        <p:tav tm="0">
                                          <p:val>
                                            <p:strVal val="#ppt_x"/>
                                          </p:val>
                                        </p:tav>
                                        <p:tav tm="100000">
                                          <p:val>
                                            <p:strVal val="#ppt_x"/>
                                          </p:val>
                                        </p:tav>
                                      </p:tavLst>
                                    </p:anim>
                                    <p:anim calcmode="lin" valueType="num">
                                      <p:cBhvr>
                                        <p:cTn id="565" dur="650" fill="hold"/>
                                        <p:tgtEl>
                                          <p:spTgt spid="110"/>
                                        </p:tgtEl>
                                        <p:attrNameLst>
                                          <p:attrName>ppt_y</p:attrName>
                                        </p:attrNameLst>
                                      </p:cBhvr>
                                      <p:tavLst>
                                        <p:tav tm="0">
                                          <p:val>
                                            <p:strVal val="#ppt_y+.1"/>
                                          </p:val>
                                        </p:tav>
                                        <p:tav tm="100000">
                                          <p:val>
                                            <p:strVal val="#ppt_y"/>
                                          </p:val>
                                        </p:tav>
                                      </p:tavLst>
                                    </p:anim>
                                  </p:childTnLst>
                                </p:cTn>
                              </p:par>
                              <p:par>
                                <p:cTn id="566" presetID="42" presetClass="entr" presetSubtype="0" fill="hold" grpId="0" nodeType="withEffect">
                                  <p:stCondLst>
                                    <p:cond delay="250"/>
                                  </p:stCondLst>
                                  <p:childTnLst>
                                    <p:set>
                                      <p:cBhvr>
                                        <p:cTn id="567" dur="1" fill="hold">
                                          <p:stCondLst>
                                            <p:cond delay="0"/>
                                          </p:stCondLst>
                                        </p:cTn>
                                        <p:tgtEl>
                                          <p:spTgt spid="111"/>
                                        </p:tgtEl>
                                        <p:attrNameLst>
                                          <p:attrName>style.visibility</p:attrName>
                                        </p:attrNameLst>
                                      </p:cBhvr>
                                      <p:to>
                                        <p:strVal val="visible"/>
                                      </p:to>
                                    </p:set>
                                    <p:animEffect transition="in" filter="fade">
                                      <p:cBhvr>
                                        <p:cTn id="568" dur="650"/>
                                        <p:tgtEl>
                                          <p:spTgt spid="111"/>
                                        </p:tgtEl>
                                      </p:cBhvr>
                                    </p:animEffect>
                                    <p:anim calcmode="lin" valueType="num">
                                      <p:cBhvr>
                                        <p:cTn id="569" dur="650" fill="hold"/>
                                        <p:tgtEl>
                                          <p:spTgt spid="111"/>
                                        </p:tgtEl>
                                        <p:attrNameLst>
                                          <p:attrName>ppt_x</p:attrName>
                                        </p:attrNameLst>
                                      </p:cBhvr>
                                      <p:tavLst>
                                        <p:tav tm="0">
                                          <p:val>
                                            <p:strVal val="#ppt_x"/>
                                          </p:val>
                                        </p:tav>
                                        <p:tav tm="100000">
                                          <p:val>
                                            <p:strVal val="#ppt_x"/>
                                          </p:val>
                                        </p:tav>
                                      </p:tavLst>
                                    </p:anim>
                                    <p:anim calcmode="lin" valueType="num">
                                      <p:cBhvr>
                                        <p:cTn id="570" dur="650" fill="hold"/>
                                        <p:tgtEl>
                                          <p:spTgt spid="111"/>
                                        </p:tgtEl>
                                        <p:attrNameLst>
                                          <p:attrName>ppt_y</p:attrName>
                                        </p:attrNameLst>
                                      </p:cBhvr>
                                      <p:tavLst>
                                        <p:tav tm="0">
                                          <p:val>
                                            <p:strVal val="#ppt_y+.1"/>
                                          </p:val>
                                        </p:tav>
                                        <p:tav tm="100000">
                                          <p:val>
                                            <p:strVal val="#ppt_y"/>
                                          </p:val>
                                        </p:tav>
                                      </p:tavLst>
                                    </p:anim>
                                  </p:childTnLst>
                                </p:cTn>
                              </p:par>
                              <p:par>
                                <p:cTn id="571" presetID="42" presetClass="entr" presetSubtype="0" fill="hold" grpId="0" nodeType="withEffect">
                                  <p:stCondLst>
                                    <p:cond delay="250"/>
                                  </p:stCondLst>
                                  <p:childTnLst>
                                    <p:set>
                                      <p:cBhvr>
                                        <p:cTn id="572" dur="1" fill="hold">
                                          <p:stCondLst>
                                            <p:cond delay="0"/>
                                          </p:stCondLst>
                                        </p:cTn>
                                        <p:tgtEl>
                                          <p:spTgt spid="112"/>
                                        </p:tgtEl>
                                        <p:attrNameLst>
                                          <p:attrName>style.visibility</p:attrName>
                                        </p:attrNameLst>
                                      </p:cBhvr>
                                      <p:to>
                                        <p:strVal val="visible"/>
                                      </p:to>
                                    </p:set>
                                    <p:animEffect transition="in" filter="fade">
                                      <p:cBhvr>
                                        <p:cTn id="573" dur="650"/>
                                        <p:tgtEl>
                                          <p:spTgt spid="112"/>
                                        </p:tgtEl>
                                      </p:cBhvr>
                                    </p:animEffect>
                                    <p:anim calcmode="lin" valueType="num">
                                      <p:cBhvr>
                                        <p:cTn id="574" dur="650" fill="hold"/>
                                        <p:tgtEl>
                                          <p:spTgt spid="112"/>
                                        </p:tgtEl>
                                        <p:attrNameLst>
                                          <p:attrName>ppt_x</p:attrName>
                                        </p:attrNameLst>
                                      </p:cBhvr>
                                      <p:tavLst>
                                        <p:tav tm="0">
                                          <p:val>
                                            <p:strVal val="#ppt_x"/>
                                          </p:val>
                                        </p:tav>
                                        <p:tav tm="100000">
                                          <p:val>
                                            <p:strVal val="#ppt_x"/>
                                          </p:val>
                                        </p:tav>
                                      </p:tavLst>
                                    </p:anim>
                                    <p:anim calcmode="lin" valueType="num">
                                      <p:cBhvr>
                                        <p:cTn id="575" dur="650" fill="hold"/>
                                        <p:tgtEl>
                                          <p:spTgt spid="112"/>
                                        </p:tgtEl>
                                        <p:attrNameLst>
                                          <p:attrName>ppt_y</p:attrName>
                                        </p:attrNameLst>
                                      </p:cBhvr>
                                      <p:tavLst>
                                        <p:tav tm="0">
                                          <p:val>
                                            <p:strVal val="#ppt_y+.1"/>
                                          </p:val>
                                        </p:tav>
                                        <p:tav tm="100000">
                                          <p:val>
                                            <p:strVal val="#ppt_y"/>
                                          </p:val>
                                        </p:tav>
                                      </p:tavLst>
                                    </p:anim>
                                  </p:childTnLst>
                                </p:cTn>
                              </p:par>
                              <p:par>
                                <p:cTn id="576" presetID="42" presetClass="entr" presetSubtype="0" fill="hold" grpId="0" nodeType="withEffect">
                                  <p:stCondLst>
                                    <p:cond delay="250"/>
                                  </p:stCondLst>
                                  <p:childTnLst>
                                    <p:set>
                                      <p:cBhvr>
                                        <p:cTn id="577" dur="1" fill="hold">
                                          <p:stCondLst>
                                            <p:cond delay="0"/>
                                          </p:stCondLst>
                                        </p:cTn>
                                        <p:tgtEl>
                                          <p:spTgt spid="116"/>
                                        </p:tgtEl>
                                        <p:attrNameLst>
                                          <p:attrName>style.visibility</p:attrName>
                                        </p:attrNameLst>
                                      </p:cBhvr>
                                      <p:to>
                                        <p:strVal val="visible"/>
                                      </p:to>
                                    </p:set>
                                    <p:animEffect transition="in" filter="fade">
                                      <p:cBhvr>
                                        <p:cTn id="578" dur="650"/>
                                        <p:tgtEl>
                                          <p:spTgt spid="116"/>
                                        </p:tgtEl>
                                      </p:cBhvr>
                                    </p:animEffect>
                                    <p:anim calcmode="lin" valueType="num">
                                      <p:cBhvr>
                                        <p:cTn id="579" dur="650" fill="hold"/>
                                        <p:tgtEl>
                                          <p:spTgt spid="116"/>
                                        </p:tgtEl>
                                        <p:attrNameLst>
                                          <p:attrName>ppt_x</p:attrName>
                                        </p:attrNameLst>
                                      </p:cBhvr>
                                      <p:tavLst>
                                        <p:tav tm="0">
                                          <p:val>
                                            <p:strVal val="#ppt_x"/>
                                          </p:val>
                                        </p:tav>
                                        <p:tav tm="100000">
                                          <p:val>
                                            <p:strVal val="#ppt_x"/>
                                          </p:val>
                                        </p:tav>
                                      </p:tavLst>
                                    </p:anim>
                                    <p:anim calcmode="lin" valueType="num">
                                      <p:cBhvr>
                                        <p:cTn id="580" dur="650" fill="hold"/>
                                        <p:tgtEl>
                                          <p:spTgt spid="116"/>
                                        </p:tgtEl>
                                        <p:attrNameLst>
                                          <p:attrName>ppt_y</p:attrName>
                                        </p:attrNameLst>
                                      </p:cBhvr>
                                      <p:tavLst>
                                        <p:tav tm="0">
                                          <p:val>
                                            <p:strVal val="#ppt_y+.1"/>
                                          </p:val>
                                        </p:tav>
                                        <p:tav tm="100000">
                                          <p:val>
                                            <p:strVal val="#ppt_y"/>
                                          </p:val>
                                        </p:tav>
                                      </p:tavLst>
                                    </p:anim>
                                  </p:childTnLst>
                                </p:cTn>
                              </p:par>
                              <p:par>
                                <p:cTn id="581" presetID="42" presetClass="entr" presetSubtype="0" fill="hold" grpId="0" nodeType="withEffect">
                                  <p:stCondLst>
                                    <p:cond delay="250"/>
                                  </p:stCondLst>
                                  <p:childTnLst>
                                    <p:set>
                                      <p:cBhvr>
                                        <p:cTn id="582" dur="1" fill="hold">
                                          <p:stCondLst>
                                            <p:cond delay="0"/>
                                          </p:stCondLst>
                                        </p:cTn>
                                        <p:tgtEl>
                                          <p:spTgt spid="117"/>
                                        </p:tgtEl>
                                        <p:attrNameLst>
                                          <p:attrName>style.visibility</p:attrName>
                                        </p:attrNameLst>
                                      </p:cBhvr>
                                      <p:to>
                                        <p:strVal val="visible"/>
                                      </p:to>
                                    </p:set>
                                    <p:animEffect transition="in" filter="fade">
                                      <p:cBhvr>
                                        <p:cTn id="583" dur="650"/>
                                        <p:tgtEl>
                                          <p:spTgt spid="117"/>
                                        </p:tgtEl>
                                      </p:cBhvr>
                                    </p:animEffect>
                                    <p:anim calcmode="lin" valueType="num">
                                      <p:cBhvr>
                                        <p:cTn id="584" dur="650" fill="hold"/>
                                        <p:tgtEl>
                                          <p:spTgt spid="117"/>
                                        </p:tgtEl>
                                        <p:attrNameLst>
                                          <p:attrName>ppt_x</p:attrName>
                                        </p:attrNameLst>
                                      </p:cBhvr>
                                      <p:tavLst>
                                        <p:tav tm="0">
                                          <p:val>
                                            <p:strVal val="#ppt_x"/>
                                          </p:val>
                                        </p:tav>
                                        <p:tav tm="100000">
                                          <p:val>
                                            <p:strVal val="#ppt_x"/>
                                          </p:val>
                                        </p:tav>
                                      </p:tavLst>
                                    </p:anim>
                                    <p:anim calcmode="lin" valueType="num">
                                      <p:cBhvr>
                                        <p:cTn id="585" dur="650" fill="hold"/>
                                        <p:tgtEl>
                                          <p:spTgt spid="117"/>
                                        </p:tgtEl>
                                        <p:attrNameLst>
                                          <p:attrName>ppt_y</p:attrName>
                                        </p:attrNameLst>
                                      </p:cBhvr>
                                      <p:tavLst>
                                        <p:tav tm="0">
                                          <p:val>
                                            <p:strVal val="#ppt_y+.1"/>
                                          </p:val>
                                        </p:tav>
                                        <p:tav tm="100000">
                                          <p:val>
                                            <p:strVal val="#ppt_y"/>
                                          </p:val>
                                        </p:tav>
                                      </p:tavLst>
                                    </p:anim>
                                  </p:childTnLst>
                                </p:cTn>
                              </p:par>
                              <p:par>
                                <p:cTn id="586" presetID="42" presetClass="entr" presetSubtype="0" fill="hold" grpId="0" nodeType="withEffect">
                                  <p:stCondLst>
                                    <p:cond delay="250"/>
                                  </p:stCondLst>
                                  <p:childTnLst>
                                    <p:set>
                                      <p:cBhvr>
                                        <p:cTn id="587" dur="1" fill="hold">
                                          <p:stCondLst>
                                            <p:cond delay="0"/>
                                          </p:stCondLst>
                                        </p:cTn>
                                        <p:tgtEl>
                                          <p:spTgt spid="118"/>
                                        </p:tgtEl>
                                        <p:attrNameLst>
                                          <p:attrName>style.visibility</p:attrName>
                                        </p:attrNameLst>
                                      </p:cBhvr>
                                      <p:to>
                                        <p:strVal val="visible"/>
                                      </p:to>
                                    </p:set>
                                    <p:animEffect transition="in" filter="fade">
                                      <p:cBhvr>
                                        <p:cTn id="588" dur="650"/>
                                        <p:tgtEl>
                                          <p:spTgt spid="118"/>
                                        </p:tgtEl>
                                      </p:cBhvr>
                                    </p:animEffect>
                                    <p:anim calcmode="lin" valueType="num">
                                      <p:cBhvr>
                                        <p:cTn id="589" dur="650" fill="hold"/>
                                        <p:tgtEl>
                                          <p:spTgt spid="118"/>
                                        </p:tgtEl>
                                        <p:attrNameLst>
                                          <p:attrName>ppt_x</p:attrName>
                                        </p:attrNameLst>
                                      </p:cBhvr>
                                      <p:tavLst>
                                        <p:tav tm="0">
                                          <p:val>
                                            <p:strVal val="#ppt_x"/>
                                          </p:val>
                                        </p:tav>
                                        <p:tav tm="100000">
                                          <p:val>
                                            <p:strVal val="#ppt_x"/>
                                          </p:val>
                                        </p:tav>
                                      </p:tavLst>
                                    </p:anim>
                                    <p:anim calcmode="lin" valueType="num">
                                      <p:cBhvr>
                                        <p:cTn id="590" dur="650" fill="hold"/>
                                        <p:tgtEl>
                                          <p:spTgt spid="118"/>
                                        </p:tgtEl>
                                        <p:attrNameLst>
                                          <p:attrName>ppt_y</p:attrName>
                                        </p:attrNameLst>
                                      </p:cBhvr>
                                      <p:tavLst>
                                        <p:tav tm="0">
                                          <p:val>
                                            <p:strVal val="#ppt_y+.1"/>
                                          </p:val>
                                        </p:tav>
                                        <p:tav tm="100000">
                                          <p:val>
                                            <p:strVal val="#ppt_y"/>
                                          </p:val>
                                        </p:tav>
                                      </p:tavLst>
                                    </p:anim>
                                  </p:childTnLst>
                                </p:cTn>
                              </p:par>
                              <p:par>
                                <p:cTn id="591" presetID="42" presetClass="entr" presetSubtype="0" fill="hold" grpId="0" nodeType="withEffect">
                                  <p:stCondLst>
                                    <p:cond delay="250"/>
                                  </p:stCondLst>
                                  <p:childTnLst>
                                    <p:set>
                                      <p:cBhvr>
                                        <p:cTn id="592" dur="1" fill="hold">
                                          <p:stCondLst>
                                            <p:cond delay="0"/>
                                          </p:stCondLst>
                                        </p:cTn>
                                        <p:tgtEl>
                                          <p:spTgt spid="119"/>
                                        </p:tgtEl>
                                        <p:attrNameLst>
                                          <p:attrName>style.visibility</p:attrName>
                                        </p:attrNameLst>
                                      </p:cBhvr>
                                      <p:to>
                                        <p:strVal val="visible"/>
                                      </p:to>
                                    </p:set>
                                    <p:animEffect transition="in" filter="fade">
                                      <p:cBhvr>
                                        <p:cTn id="593" dur="650"/>
                                        <p:tgtEl>
                                          <p:spTgt spid="119"/>
                                        </p:tgtEl>
                                      </p:cBhvr>
                                    </p:animEffect>
                                    <p:anim calcmode="lin" valueType="num">
                                      <p:cBhvr>
                                        <p:cTn id="594" dur="650" fill="hold"/>
                                        <p:tgtEl>
                                          <p:spTgt spid="119"/>
                                        </p:tgtEl>
                                        <p:attrNameLst>
                                          <p:attrName>ppt_x</p:attrName>
                                        </p:attrNameLst>
                                      </p:cBhvr>
                                      <p:tavLst>
                                        <p:tav tm="0">
                                          <p:val>
                                            <p:strVal val="#ppt_x"/>
                                          </p:val>
                                        </p:tav>
                                        <p:tav tm="100000">
                                          <p:val>
                                            <p:strVal val="#ppt_x"/>
                                          </p:val>
                                        </p:tav>
                                      </p:tavLst>
                                    </p:anim>
                                    <p:anim calcmode="lin" valueType="num">
                                      <p:cBhvr>
                                        <p:cTn id="595" dur="650" fill="hold"/>
                                        <p:tgtEl>
                                          <p:spTgt spid="119"/>
                                        </p:tgtEl>
                                        <p:attrNameLst>
                                          <p:attrName>ppt_y</p:attrName>
                                        </p:attrNameLst>
                                      </p:cBhvr>
                                      <p:tavLst>
                                        <p:tav tm="0">
                                          <p:val>
                                            <p:strVal val="#ppt_y+.1"/>
                                          </p:val>
                                        </p:tav>
                                        <p:tav tm="100000">
                                          <p:val>
                                            <p:strVal val="#ppt_y"/>
                                          </p:val>
                                        </p:tav>
                                      </p:tavLst>
                                    </p:anim>
                                  </p:childTnLst>
                                </p:cTn>
                              </p:par>
                              <p:par>
                                <p:cTn id="596" presetID="42" presetClass="entr" presetSubtype="0" fill="hold" grpId="0" nodeType="withEffect">
                                  <p:stCondLst>
                                    <p:cond delay="370"/>
                                  </p:stCondLst>
                                  <p:childTnLst>
                                    <p:set>
                                      <p:cBhvr>
                                        <p:cTn id="597" dur="1" fill="hold">
                                          <p:stCondLst>
                                            <p:cond delay="0"/>
                                          </p:stCondLst>
                                        </p:cTn>
                                        <p:tgtEl>
                                          <p:spTgt spid="113"/>
                                        </p:tgtEl>
                                        <p:attrNameLst>
                                          <p:attrName>style.visibility</p:attrName>
                                        </p:attrNameLst>
                                      </p:cBhvr>
                                      <p:to>
                                        <p:strVal val="visible"/>
                                      </p:to>
                                    </p:set>
                                    <p:animEffect transition="in" filter="fade">
                                      <p:cBhvr>
                                        <p:cTn id="598" dur="650"/>
                                        <p:tgtEl>
                                          <p:spTgt spid="113"/>
                                        </p:tgtEl>
                                      </p:cBhvr>
                                    </p:animEffect>
                                    <p:anim calcmode="lin" valueType="num">
                                      <p:cBhvr>
                                        <p:cTn id="599" dur="650" fill="hold"/>
                                        <p:tgtEl>
                                          <p:spTgt spid="113"/>
                                        </p:tgtEl>
                                        <p:attrNameLst>
                                          <p:attrName>ppt_x</p:attrName>
                                        </p:attrNameLst>
                                      </p:cBhvr>
                                      <p:tavLst>
                                        <p:tav tm="0">
                                          <p:val>
                                            <p:strVal val="#ppt_x"/>
                                          </p:val>
                                        </p:tav>
                                        <p:tav tm="100000">
                                          <p:val>
                                            <p:strVal val="#ppt_x"/>
                                          </p:val>
                                        </p:tav>
                                      </p:tavLst>
                                    </p:anim>
                                    <p:anim calcmode="lin" valueType="num">
                                      <p:cBhvr>
                                        <p:cTn id="600" dur="650" fill="hold"/>
                                        <p:tgtEl>
                                          <p:spTgt spid="113"/>
                                        </p:tgtEl>
                                        <p:attrNameLst>
                                          <p:attrName>ppt_y</p:attrName>
                                        </p:attrNameLst>
                                      </p:cBhvr>
                                      <p:tavLst>
                                        <p:tav tm="0">
                                          <p:val>
                                            <p:strVal val="#ppt_y+.1"/>
                                          </p:val>
                                        </p:tav>
                                        <p:tav tm="100000">
                                          <p:val>
                                            <p:strVal val="#ppt_y"/>
                                          </p:val>
                                        </p:tav>
                                      </p:tavLst>
                                    </p:anim>
                                  </p:childTnLst>
                                </p:cTn>
                              </p:par>
                              <p:par>
                                <p:cTn id="601" presetID="42" presetClass="entr" presetSubtype="0" fill="hold" grpId="0" nodeType="withEffect">
                                  <p:stCondLst>
                                    <p:cond delay="370"/>
                                  </p:stCondLst>
                                  <p:childTnLst>
                                    <p:set>
                                      <p:cBhvr>
                                        <p:cTn id="602" dur="1" fill="hold">
                                          <p:stCondLst>
                                            <p:cond delay="0"/>
                                          </p:stCondLst>
                                        </p:cTn>
                                        <p:tgtEl>
                                          <p:spTgt spid="114"/>
                                        </p:tgtEl>
                                        <p:attrNameLst>
                                          <p:attrName>style.visibility</p:attrName>
                                        </p:attrNameLst>
                                      </p:cBhvr>
                                      <p:to>
                                        <p:strVal val="visible"/>
                                      </p:to>
                                    </p:set>
                                    <p:animEffect transition="in" filter="fade">
                                      <p:cBhvr>
                                        <p:cTn id="603" dur="650"/>
                                        <p:tgtEl>
                                          <p:spTgt spid="114"/>
                                        </p:tgtEl>
                                      </p:cBhvr>
                                    </p:animEffect>
                                    <p:anim calcmode="lin" valueType="num">
                                      <p:cBhvr>
                                        <p:cTn id="604" dur="650" fill="hold"/>
                                        <p:tgtEl>
                                          <p:spTgt spid="114"/>
                                        </p:tgtEl>
                                        <p:attrNameLst>
                                          <p:attrName>ppt_x</p:attrName>
                                        </p:attrNameLst>
                                      </p:cBhvr>
                                      <p:tavLst>
                                        <p:tav tm="0">
                                          <p:val>
                                            <p:strVal val="#ppt_x"/>
                                          </p:val>
                                        </p:tav>
                                        <p:tav tm="100000">
                                          <p:val>
                                            <p:strVal val="#ppt_x"/>
                                          </p:val>
                                        </p:tav>
                                      </p:tavLst>
                                    </p:anim>
                                    <p:anim calcmode="lin" valueType="num">
                                      <p:cBhvr>
                                        <p:cTn id="605" dur="650" fill="hold"/>
                                        <p:tgtEl>
                                          <p:spTgt spid="114"/>
                                        </p:tgtEl>
                                        <p:attrNameLst>
                                          <p:attrName>ppt_y</p:attrName>
                                        </p:attrNameLst>
                                      </p:cBhvr>
                                      <p:tavLst>
                                        <p:tav tm="0">
                                          <p:val>
                                            <p:strVal val="#ppt_y+.1"/>
                                          </p:val>
                                        </p:tav>
                                        <p:tav tm="100000">
                                          <p:val>
                                            <p:strVal val="#ppt_y"/>
                                          </p:val>
                                        </p:tav>
                                      </p:tavLst>
                                    </p:anim>
                                  </p:childTnLst>
                                </p:cTn>
                              </p:par>
                              <p:par>
                                <p:cTn id="606" presetID="42" presetClass="entr" presetSubtype="0" fill="hold" grpId="0" nodeType="withEffect">
                                  <p:stCondLst>
                                    <p:cond delay="370"/>
                                  </p:stCondLst>
                                  <p:childTnLst>
                                    <p:set>
                                      <p:cBhvr>
                                        <p:cTn id="607" dur="1" fill="hold">
                                          <p:stCondLst>
                                            <p:cond delay="0"/>
                                          </p:stCondLst>
                                        </p:cTn>
                                        <p:tgtEl>
                                          <p:spTgt spid="115"/>
                                        </p:tgtEl>
                                        <p:attrNameLst>
                                          <p:attrName>style.visibility</p:attrName>
                                        </p:attrNameLst>
                                      </p:cBhvr>
                                      <p:to>
                                        <p:strVal val="visible"/>
                                      </p:to>
                                    </p:set>
                                    <p:animEffect transition="in" filter="fade">
                                      <p:cBhvr>
                                        <p:cTn id="608" dur="650"/>
                                        <p:tgtEl>
                                          <p:spTgt spid="115"/>
                                        </p:tgtEl>
                                      </p:cBhvr>
                                    </p:animEffect>
                                    <p:anim calcmode="lin" valueType="num">
                                      <p:cBhvr>
                                        <p:cTn id="609" dur="650" fill="hold"/>
                                        <p:tgtEl>
                                          <p:spTgt spid="115"/>
                                        </p:tgtEl>
                                        <p:attrNameLst>
                                          <p:attrName>ppt_x</p:attrName>
                                        </p:attrNameLst>
                                      </p:cBhvr>
                                      <p:tavLst>
                                        <p:tav tm="0">
                                          <p:val>
                                            <p:strVal val="#ppt_x"/>
                                          </p:val>
                                        </p:tav>
                                        <p:tav tm="100000">
                                          <p:val>
                                            <p:strVal val="#ppt_x"/>
                                          </p:val>
                                        </p:tav>
                                      </p:tavLst>
                                    </p:anim>
                                    <p:anim calcmode="lin" valueType="num">
                                      <p:cBhvr>
                                        <p:cTn id="610" dur="650" fill="hold"/>
                                        <p:tgtEl>
                                          <p:spTgt spid="115"/>
                                        </p:tgtEl>
                                        <p:attrNameLst>
                                          <p:attrName>ppt_y</p:attrName>
                                        </p:attrNameLst>
                                      </p:cBhvr>
                                      <p:tavLst>
                                        <p:tav tm="0">
                                          <p:val>
                                            <p:strVal val="#ppt_y+.1"/>
                                          </p:val>
                                        </p:tav>
                                        <p:tav tm="100000">
                                          <p:val>
                                            <p:strVal val="#ppt_y"/>
                                          </p:val>
                                        </p:tav>
                                      </p:tavLst>
                                    </p:anim>
                                  </p:childTnLst>
                                </p:cTn>
                              </p:par>
                            </p:childTnLst>
                          </p:cTn>
                        </p:par>
                      </p:childTnLst>
                    </p:cTn>
                  </p:par>
                  <p:par>
                    <p:cTn id="611" fill="hold">
                      <p:stCondLst>
                        <p:cond delay="indefinite"/>
                      </p:stCondLst>
                      <p:childTnLst>
                        <p:par>
                          <p:cTn id="612" fill="hold">
                            <p:stCondLst>
                              <p:cond delay="0"/>
                            </p:stCondLst>
                            <p:childTnLst>
                              <p:par>
                                <p:cTn id="613" presetID="1" presetClass="entr" presetSubtype="0" fill="hold" nodeType="clickEffect">
                                  <p:stCondLst>
                                    <p:cond delay="0"/>
                                  </p:stCondLst>
                                  <p:childTnLst>
                                    <p:set>
                                      <p:cBhvr>
                                        <p:cTn id="614" dur="1" fill="hold">
                                          <p:stCondLst>
                                            <p:cond delay="0"/>
                                          </p:stCondLst>
                                        </p:cTn>
                                        <p:tgtEl>
                                          <p:spTgt spid="13"/>
                                        </p:tgtEl>
                                        <p:attrNameLst>
                                          <p:attrName>style.visibility</p:attrName>
                                        </p:attrNameLst>
                                      </p:cBhvr>
                                      <p:to>
                                        <p:strVal val="visible"/>
                                      </p:to>
                                    </p:set>
                                  </p:childTnLst>
                                </p:cTn>
                              </p:par>
                              <p:par>
                                <p:cTn id="615" presetID="10" presetClass="exit" presetSubtype="0" fill="hold" nodeType="withEffect">
                                  <p:stCondLst>
                                    <p:cond delay="0"/>
                                  </p:stCondLst>
                                  <p:childTnLst>
                                    <p:animEffect transition="out" filter="fade">
                                      <p:cBhvr>
                                        <p:cTn id="616" dur="420"/>
                                        <p:tgtEl>
                                          <p:spTgt spid="14"/>
                                        </p:tgtEl>
                                      </p:cBhvr>
                                    </p:animEffect>
                                    <p:set>
                                      <p:cBhvr>
                                        <p:cTn id="617" dur="1" fill="hold">
                                          <p:stCondLst>
                                            <p:cond delay="419"/>
                                          </p:stCondLst>
                                        </p:cTn>
                                        <p:tgtEl>
                                          <p:spTgt spid="14"/>
                                        </p:tgtEl>
                                        <p:attrNameLst>
                                          <p:attrName>style.visibility</p:attrName>
                                        </p:attrNameLst>
                                      </p:cBhvr>
                                      <p:to>
                                        <p:strVal val="hidden"/>
                                      </p:to>
                                    </p:set>
                                  </p:childTnLst>
                                </p:cTn>
                              </p:par>
                              <p:par>
                                <p:cTn id="618" presetID="42" presetClass="entr" presetSubtype="0" fill="hold" grpId="0" nodeType="withEffect">
                                  <p:stCondLst>
                                    <p:cond delay="0"/>
                                  </p:stCondLst>
                                  <p:childTnLst>
                                    <p:set>
                                      <p:cBhvr>
                                        <p:cTn id="619" dur="1" fill="hold">
                                          <p:stCondLst>
                                            <p:cond delay="0"/>
                                          </p:stCondLst>
                                        </p:cTn>
                                        <p:tgtEl>
                                          <p:spTgt spid="120"/>
                                        </p:tgtEl>
                                        <p:attrNameLst>
                                          <p:attrName>style.visibility</p:attrName>
                                        </p:attrNameLst>
                                      </p:cBhvr>
                                      <p:to>
                                        <p:strVal val="visible"/>
                                      </p:to>
                                    </p:set>
                                    <p:animEffect transition="in" filter="fade">
                                      <p:cBhvr>
                                        <p:cTn id="620" dur="650"/>
                                        <p:tgtEl>
                                          <p:spTgt spid="120"/>
                                        </p:tgtEl>
                                      </p:cBhvr>
                                    </p:animEffect>
                                    <p:anim calcmode="lin" valueType="num">
                                      <p:cBhvr>
                                        <p:cTn id="621" dur="650" fill="hold"/>
                                        <p:tgtEl>
                                          <p:spTgt spid="120"/>
                                        </p:tgtEl>
                                        <p:attrNameLst>
                                          <p:attrName>ppt_x</p:attrName>
                                        </p:attrNameLst>
                                      </p:cBhvr>
                                      <p:tavLst>
                                        <p:tav tm="0">
                                          <p:val>
                                            <p:strVal val="#ppt_x"/>
                                          </p:val>
                                        </p:tav>
                                        <p:tav tm="100000">
                                          <p:val>
                                            <p:strVal val="#ppt_x"/>
                                          </p:val>
                                        </p:tav>
                                      </p:tavLst>
                                    </p:anim>
                                    <p:anim calcmode="lin" valueType="num">
                                      <p:cBhvr>
                                        <p:cTn id="622" dur="650" fill="hold"/>
                                        <p:tgtEl>
                                          <p:spTgt spid="120"/>
                                        </p:tgtEl>
                                        <p:attrNameLst>
                                          <p:attrName>ppt_y</p:attrName>
                                        </p:attrNameLst>
                                      </p:cBhvr>
                                      <p:tavLst>
                                        <p:tav tm="0">
                                          <p:val>
                                            <p:strVal val="#ppt_y+.1"/>
                                          </p:val>
                                        </p:tav>
                                        <p:tav tm="100000">
                                          <p:val>
                                            <p:strVal val="#ppt_y"/>
                                          </p:val>
                                        </p:tav>
                                      </p:tavLst>
                                    </p:anim>
                                  </p:childTnLst>
                                </p:cTn>
                              </p:par>
                              <p:par>
                                <p:cTn id="623" presetID="42" presetClass="entr" presetSubtype="0" fill="hold" grpId="0" nodeType="withEffect">
                                  <p:stCondLst>
                                    <p:cond delay="0"/>
                                  </p:stCondLst>
                                  <p:childTnLst>
                                    <p:set>
                                      <p:cBhvr>
                                        <p:cTn id="624" dur="1" fill="hold">
                                          <p:stCondLst>
                                            <p:cond delay="0"/>
                                          </p:stCondLst>
                                        </p:cTn>
                                        <p:tgtEl>
                                          <p:spTgt spid="121"/>
                                        </p:tgtEl>
                                        <p:attrNameLst>
                                          <p:attrName>style.visibility</p:attrName>
                                        </p:attrNameLst>
                                      </p:cBhvr>
                                      <p:to>
                                        <p:strVal val="visible"/>
                                      </p:to>
                                    </p:set>
                                    <p:animEffect transition="in" filter="fade">
                                      <p:cBhvr>
                                        <p:cTn id="625" dur="650"/>
                                        <p:tgtEl>
                                          <p:spTgt spid="121"/>
                                        </p:tgtEl>
                                      </p:cBhvr>
                                    </p:animEffect>
                                    <p:anim calcmode="lin" valueType="num">
                                      <p:cBhvr>
                                        <p:cTn id="626" dur="650" fill="hold"/>
                                        <p:tgtEl>
                                          <p:spTgt spid="121"/>
                                        </p:tgtEl>
                                        <p:attrNameLst>
                                          <p:attrName>ppt_x</p:attrName>
                                        </p:attrNameLst>
                                      </p:cBhvr>
                                      <p:tavLst>
                                        <p:tav tm="0">
                                          <p:val>
                                            <p:strVal val="#ppt_x"/>
                                          </p:val>
                                        </p:tav>
                                        <p:tav tm="100000">
                                          <p:val>
                                            <p:strVal val="#ppt_x"/>
                                          </p:val>
                                        </p:tav>
                                      </p:tavLst>
                                    </p:anim>
                                    <p:anim calcmode="lin" valueType="num">
                                      <p:cBhvr>
                                        <p:cTn id="627" dur="650" fill="hold"/>
                                        <p:tgtEl>
                                          <p:spTgt spid="121"/>
                                        </p:tgtEl>
                                        <p:attrNameLst>
                                          <p:attrName>ppt_y</p:attrName>
                                        </p:attrNameLst>
                                      </p:cBhvr>
                                      <p:tavLst>
                                        <p:tav tm="0">
                                          <p:val>
                                            <p:strVal val="#ppt_y+.1"/>
                                          </p:val>
                                        </p:tav>
                                        <p:tav tm="100000">
                                          <p:val>
                                            <p:strVal val="#ppt_y"/>
                                          </p:val>
                                        </p:tav>
                                      </p:tavLst>
                                    </p:anim>
                                  </p:childTnLst>
                                </p:cTn>
                              </p:par>
                              <p:par>
                                <p:cTn id="628" presetID="42" presetClass="entr" presetSubtype="0" fill="hold" grpId="0" nodeType="withEffect">
                                  <p:stCondLst>
                                    <p:cond delay="0"/>
                                  </p:stCondLst>
                                  <p:childTnLst>
                                    <p:set>
                                      <p:cBhvr>
                                        <p:cTn id="629" dur="1" fill="hold">
                                          <p:stCondLst>
                                            <p:cond delay="0"/>
                                          </p:stCondLst>
                                        </p:cTn>
                                        <p:tgtEl>
                                          <p:spTgt spid="125"/>
                                        </p:tgtEl>
                                        <p:attrNameLst>
                                          <p:attrName>style.visibility</p:attrName>
                                        </p:attrNameLst>
                                      </p:cBhvr>
                                      <p:to>
                                        <p:strVal val="visible"/>
                                      </p:to>
                                    </p:set>
                                    <p:animEffect transition="in" filter="fade">
                                      <p:cBhvr>
                                        <p:cTn id="630" dur="650"/>
                                        <p:tgtEl>
                                          <p:spTgt spid="125"/>
                                        </p:tgtEl>
                                      </p:cBhvr>
                                    </p:animEffect>
                                    <p:anim calcmode="lin" valueType="num">
                                      <p:cBhvr>
                                        <p:cTn id="631" dur="650" fill="hold"/>
                                        <p:tgtEl>
                                          <p:spTgt spid="125"/>
                                        </p:tgtEl>
                                        <p:attrNameLst>
                                          <p:attrName>ppt_x</p:attrName>
                                        </p:attrNameLst>
                                      </p:cBhvr>
                                      <p:tavLst>
                                        <p:tav tm="0">
                                          <p:val>
                                            <p:strVal val="#ppt_x"/>
                                          </p:val>
                                        </p:tav>
                                        <p:tav tm="100000">
                                          <p:val>
                                            <p:strVal val="#ppt_x"/>
                                          </p:val>
                                        </p:tav>
                                      </p:tavLst>
                                    </p:anim>
                                    <p:anim calcmode="lin" valueType="num">
                                      <p:cBhvr>
                                        <p:cTn id="632" dur="650" fill="hold"/>
                                        <p:tgtEl>
                                          <p:spTgt spid="125"/>
                                        </p:tgtEl>
                                        <p:attrNameLst>
                                          <p:attrName>ppt_y</p:attrName>
                                        </p:attrNameLst>
                                      </p:cBhvr>
                                      <p:tavLst>
                                        <p:tav tm="0">
                                          <p:val>
                                            <p:strVal val="#ppt_y+.1"/>
                                          </p:val>
                                        </p:tav>
                                        <p:tav tm="100000">
                                          <p:val>
                                            <p:strVal val="#ppt_y"/>
                                          </p:val>
                                        </p:tav>
                                      </p:tavLst>
                                    </p:anim>
                                  </p:childTnLst>
                                </p:cTn>
                              </p:par>
                              <p:par>
                                <p:cTn id="633" presetID="42" presetClass="entr" presetSubtype="0" fill="hold" grpId="0" nodeType="withEffect">
                                  <p:stCondLst>
                                    <p:cond delay="0"/>
                                  </p:stCondLst>
                                  <p:childTnLst>
                                    <p:set>
                                      <p:cBhvr>
                                        <p:cTn id="634" dur="1" fill="hold">
                                          <p:stCondLst>
                                            <p:cond delay="0"/>
                                          </p:stCondLst>
                                        </p:cTn>
                                        <p:tgtEl>
                                          <p:spTgt spid="126"/>
                                        </p:tgtEl>
                                        <p:attrNameLst>
                                          <p:attrName>style.visibility</p:attrName>
                                        </p:attrNameLst>
                                      </p:cBhvr>
                                      <p:to>
                                        <p:strVal val="visible"/>
                                      </p:to>
                                    </p:set>
                                    <p:animEffect transition="in" filter="fade">
                                      <p:cBhvr>
                                        <p:cTn id="635" dur="650"/>
                                        <p:tgtEl>
                                          <p:spTgt spid="126"/>
                                        </p:tgtEl>
                                      </p:cBhvr>
                                    </p:animEffect>
                                    <p:anim calcmode="lin" valueType="num">
                                      <p:cBhvr>
                                        <p:cTn id="636" dur="650" fill="hold"/>
                                        <p:tgtEl>
                                          <p:spTgt spid="126"/>
                                        </p:tgtEl>
                                        <p:attrNameLst>
                                          <p:attrName>ppt_x</p:attrName>
                                        </p:attrNameLst>
                                      </p:cBhvr>
                                      <p:tavLst>
                                        <p:tav tm="0">
                                          <p:val>
                                            <p:strVal val="#ppt_x"/>
                                          </p:val>
                                        </p:tav>
                                        <p:tav tm="100000">
                                          <p:val>
                                            <p:strVal val="#ppt_x"/>
                                          </p:val>
                                        </p:tav>
                                      </p:tavLst>
                                    </p:anim>
                                    <p:anim calcmode="lin" valueType="num">
                                      <p:cBhvr>
                                        <p:cTn id="637" dur="650" fill="hold"/>
                                        <p:tgtEl>
                                          <p:spTgt spid="126"/>
                                        </p:tgtEl>
                                        <p:attrNameLst>
                                          <p:attrName>ppt_y</p:attrName>
                                        </p:attrNameLst>
                                      </p:cBhvr>
                                      <p:tavLst>
                                        <p:tav tm="0">
                                          <p:val>
                                            <p:strVal val="#ppt_y+.1"/>
                                          </p:val>
                                        </p:tav>
                                        <p:tav tm="100000">
                                          <p:val>
                                            <p:strVal val="#ppt_y"/>
                                          </p:val>
                                        </p:tav>
                                      </p:tavLst>
                                    </p:anim>
                                  </p:childTnLst>
                                </p:cTn>
                              </p:par>
                              <p:par>
                                <p:cTn id="638" presetID="42" presetClass="entr" presetSubtype="0" fill="hold" grpId="0" nodeType="withEffect">
                                  <p:stCondLst>
                                    <p:cond delay="0"/>
                                  </p:stCondLst>
                                  <p:childTnLst>
                                    <p:set>
                                      <p:cBhvr>
                                        <p:cTn id="639" dur="1" fill="hold">
                                          <p:stCondLst>
                                            <p:cond delay="0"/>
                                          </p:stCondLst>
                                        </p:cTn>
                                        <p:tgtEl>
                                          <p:spTgt spid="127"/>
                                        </p:tgtEl>
                                        <p:attrNameLst>
                                          <p:attrName>style.visibility</p:attrName>
                                        </p:attrNameLst>
                                      </p:cBhvr>
                                      <p:to>
                                        <p:strVal val="visible"/>
                                      </p:to>
                                    </p:set>
                                    <p:animEffect transition="in" filter="fade">
                                      <p:cBhvr>
                                        <p:cTn id="640" dur="650"/>
                                        <p:tgtEl>
                                          <p:spTgt spid="127"/>
                                        </p:tgtEl>
                                      </p:cBhvr>
                                    </p:animEffect>
                                    <p:anim calcmode="lin" valueType="num">
                                      <p:cBhvr>
                                        <p:cTn id="641" dur="650" fill="hold"/>
                                        <p:tgtEl>
                                          <p:spTgt spid="127"/>
                                        </p:tgtEl>
                                        <p:attrNameLst>
                                          <p:attrName>ppt_x</p:attrName>
                                        </p:attrNameLst>
                                      </p:cBhvr>
                                      <p:tavLst>
                                        <p:tav tm="0">
                                          <p:val>
                                            <p:strVal val="#ppt_x"/>
                                          </p:val>
                                        </p:tav>
                                        <p:tav tm="100000">
                                          <p:val>
                                            <p:strVal val="#ppt_x"/>
                                          </p:val>
                                        </p:tav>
                                      </p:tavLst>
                                    </p:anim>
                                    <p:anim calcmode="lin" valueType="num">
                                      <p:cBhvr>
                                        <p:cTn id="642" dur="650" fill="hold"/>
                                        <p:tgtEl>
                                          <p:spTgt spid="127"/>
                                        </p:tgtEl>
                                        <p:attrNameLst>
                                          <p:attrName>ppt_y</p:attrName>
                                        </p:attrNameLst>
                                      </p:cBhvr>
                                      <p:tavLst>
                                        <p:tav tm="0">
                                          <p:val>
                                            <p:strVal val="#ppt_y+.1"/>
                                          </p:val>
                                        </p:tav>
                                        <p:tav tm="100000">
                                          <p:val>
                                            <p:strVal val="#ppt_y"/>
                                          </p:val>
                                        </p:tav>
                                      </p:tavLst>
                                    </p:anim>
                                  </p:childTnLst>
                                </p:cTn>
                              </p:par>
                              <p:par>
                                <p:cTn id="643" presetID="42" presetClass="entr" presetSubtype="0" fill="hold" grpId="0" nodeType="withEffect">
                                  <p:stCondLst>
                                    <p:cond delay="0"/>
                                  </p:stCondLst>
                                  <p:childTnLst>
                                    <p:set>
                                      <p:cBhvr>
                                        <p:cTn id="644" dur="1" fill="hold">
                                          <p:stCondLst>
                                            <p:cond delay="0"/>
                                          </p:stCondLst>
                                        </p:cTn>
                                        <p:tgtEl>
                                          <p:spTgt spid="128"/>
                                        </p:tgtEl>
                                        <p:attrNameLst>
                                          <p:attrName>style.visibility</p:attrName>
                                        </p:attrNameLst>
                                      </p:cBhvr>
                                      <p:to>
                                        <p:strVal val="visible"/>
                                      </p:to>
                                    </p:set>
                                    <p:animEffect transition="in" filter="fade">
                                      <p:cBhvr>
                                        <p:cTn id="645" dur="650"/>
                                        <p:tgtEl>
                                          <p:spTgt spid="128"/>
                                        </p:tgtEl>
                                      </p:cBhvr>
                                    </p:animEffect>
                                    <p:anim calcmode="lin" valueType="num">
                                      <p:cBhvr>
                                        <p:cTn id="646" dur="650" fill="hold"/>
                                        <p:tgtEl>
                                          <p:spTgt spid="128"/>
                                        </p:tgtEl>
                                        <p:attrNameLst>
                                          <p:attrName>ppt_x</p:attrName>
                                        </p:attrNameLst>
                                      </p:cBhvr>
                                      <p:tavLst>
                                        <p:tav tm="0">
                                          <p:val>
                                            <p:strVal val="#ppt_x"/>
                                          </p:val>
                                        </p:tav>
                                        <p:tav tm="100000">
                                          <p:val>
                                            <p:strVal val="#ppt_x"/>
                                          </p:val>
                                        </p:tav>
                                      </p:tavLst>
                                    </p:anim>
                                    <p:anim calcmode="lin" valueType="num">
                                      <p:cBhvr>
                                        <p:cTn id="647" dur="650" fill="hold"/>
                                        <p:tgtEl>
                                          <p:spTgt spid="128"/>
                                        </p:tgtEl>
                                        <p:attrNameLst>
                                          <p:attrName>ppt_y</p:attrName>
                                        </p:attrNameLst>
                                      </p:cBhvr>
                                      <p:tavLst>
                                        <p:tav tm="0">
                                          <p:val>
                                            <p:strVal val="#ppt_y+.1"/>
                                          </p:val>
                                        </p:tav>
                                        <p:tav tm="100000">
                                          <p:val>
                                            <p:strVal val="#ppt_y"/>
                                          </p:val>
                                        </p:tav>
                                      </p:tavLst>
                                    </p:anim>
                                  </p:childTnLst>
                                </p:cTn>
                              </p:par>
                              <p:par>
                                <p:cTn id="648" presetID="42" presetClass="entr" presetSubtype="0" fill="hold" grpId="0" nodeType="withEffect">
                                  <p:stCondLst>
                                    <p:cond delay="0"/>
                                  </p:stCondLst>
                                  <p:childTnLst>
                                    <p:set>
                                      <p:cBhvr>
                                        <p:cTn id="649" dur="1" fill="hold">
                                          <p:stCondLst>
                                            <p:cond delay="0"/>
                                          </p:stCondLst>
                                        </p:cTn>
                                        <p:tgtEl>
                                          <p:spTgt spid="129"/>
                                        </p:tgtEl>
                                        <p:attrNameLst>
                                          <p:attrName>style.visibility</p:attrName>
                                        </p:attrNameLst>
                                      </p:cBhvr>
                                      <p:to>
                                        <p:strVal val="visible"/>
                                      </p:to>
                                    </p:set>
                                    <p:animEffect transition="in" filter="fade">
                                      <p:cBhvr>
                                        <p:cTn id="650" dur="650"/>
                                        <p:tgtEl>
                                          <p:spTgt spid="129"/>
                                        </p:tgtEl>
                                      </p:cBhvr>
                                    </p:animEffect>
                                    <p:anim calcmode="lin" valueType="num">
                                      <p:cBhvr>
                                        <p:cTn id="651" dur="650" fill="hold"/>
                                        <p:tgtEl>
                                          <p:spTgt spid="129"/>
                                        </p:tgtEl>
                                        <p:attrNameLst>
                                          <p:attrName>ppt_x</p:attrName>
                                        </p:attrNameLst>
                                      </p:cBhvr>
                                      <p:tavLst>
                                        <p:tav tm="0">
                                          <p:val>
                                            <p:strVal val="#ppt_x"/>
                                          </p:val>
                                        </p:tav>
                                        <p:tav tm="100000">
                                          <p:val>
                                            <p:strVal val="#ppt_x"/>
                                          </p:val>
                                        </p:tav>
                                      </p:tavLst>
                                    </p:anim>
                                    <p:anim calcmode="lin" valueType="num">
                                      <p:cBhvr>
                                        <p:cTn id="652" dur="650" fill="hold"/>
                                        <p:tgtEl>
                                          <p:spTgt spid="129"/>
                                        </p:tgtEl>
                                        <p:attrNameLst>
                                          <p:attrName>ppt_y</p:attrName>
                                        </p:attrNameLst>
                                      </p:cBhvr>
                                      <p:tavLst>
                                        <p:tav tm="0">
                                          <p:val>
                                            <p:strVal val="#ppt_y+.1"/>
                                          </p:val>
                                        </p:tav>
                                        <p:tav tm="100000">
                                          <p:val>
                                            <p:strVal val="#ppt_y"/>
                                          </p:val>
                                        </p:tav>
                                      </p:tavLst>
                                    </p:anim>
                                  </p:childTnLst>
                                </p:cTn>
                              </p:par>
                              <p:par>
                                <p:cTn id="653" presetID="42" presetClass="entr" presetSubtype="0" fill="hold" grpId="0" nodeType="withEffect">
                                  <p:stCondLst>
                                    <p:cond delay="0"/>
                                  </p:stCondLst>
                                  <p:childTnLst>
                                    <p:set>
                                      <p:cBhvr>
                                        <p:cTn id="654" dur="1" fill="hold">
                                          <p:stCondLst>
                                            <p:cond delay="0"/>
                                          </p:stCondLst>
                                        </p:cTn>
                                        <p:tgtEl>
                                          <p:spTgt spid="130"/>
                                        </p:tgtEl>
                                        <p:attrNameLst>
                                          <p:attrName>style.visibility</p:attrName>
                                        </p:attrNameLst>
                                      </p:cBhvr>
                                      <p:to>
                                        <p:strVal val="visible"/>
                                      </p:to>
                                    </p:set>
                                    <p:animEffect transition="in" filter="fade">
                                      <p:cBhvr>
                                        <p:cTn id="655" dur="650"/>
                                        <p:tgtEl>
                                          <p:spTgt spid="130"/>
                                        </p:tgtEl>
                                      </p:cBhvr>
                                    </p:animEffect>
                                    <p:anim calcmode="lin" valueType="num">
                                      <p:cBhvr>
                                        <p:cTn id="656" dur="650" fill="hold"/>
                                        <p:tgtEl>
                                          <p:spTgt spid="130"/>
                                        </p:tgtEl>
                                        <p:attrNameLst>
                                          <p:attrName>ppt_x</p:attrName>
                                        </p:attrNameLst>
                                      </p:cBhvr>
                                      <p:tavLst>
                                        <p:tav tm="0">
                                          <p:val>
                                            <p:strVal val="#ppt_x"/>
                                          </p:val>
                                        </p:tav>
                                        <p:tav tm="100000">
                                          <p:val>
                                            <p:strVal val="#ppt_x"/>
                                          </p:val>
                                        </p:tav>
                                      </p:tavLst>
                                    </p:anim>
                                    <p:anim calcmode="lin" valueType="num">
                                      <p:cBhvr>
                                        <p:cTn id="657" dur="650" fill="hold"/>
                                        <p:tgtEl>
                                          <p:spTgt spid="130"/>
                                        </p:tgtEl>
                                        <p:attrNameLst>
                                          <p:attrName>ppt_y</p:attrName>
                                        </p:attrNameLst>
                                      </p:cBhvr>
                                      <p:tavLst>
                                        <p:tav tm="0">
                                          <p:val>
                                            <p:strVal val="#ppt_y+.1"/>
                                          </p:val>
                                        </p:tav>
                                        <p:tav tm="100000">
                                          <p:val>
                                            <p:strVal val="#ppt_y"/>
                                          </p:val>
                                        </p:tav>
                                      </p:tavLst>
                                    </p:anim>
                                  </p:childTnLst>
                                </p:cTn>
                              </p:par>
                              <p:par>
                                <p:cTn id="658" presetID="42" presetClass="entr" presetSubtype="0" fill="hold" grpId="0" nodeType="withEffect">
                                  <p:stCondLst>
                                    <p:cond delay="0"/>
                                  </p:stCondLst>
                                  <p:childTnLst>
                                    <p:set>
                                      <p:cBhvr>
                                        <p:cTn id="659" dur="1" fill="hold">
                                          <p:stCondLst>
                                            <p:cond delay="0"/>
                                          </p:stCondLst>
                                        </p:cTn>
                                        <p:tgtEl>
                                          <p:spTgt spid="131"/>
                                        </p:tgtEl>
                                        <p:attrNameLst>
                                          <p:attrName>style.visibility</p:attrName>
                                        </p:attrNameLst>
                                      </p:cBhvr>
                                      <p:to>
                                        <p:strVal val="visible"/>
                                      </p:to>
                                    </p:set>
                                    <p:animEffect transition="in" filter="fade">
                                      <p:cBhvr>
                                        <p:cTn id="660" dur="650"/>
                                        <p:tgtEl>
                                          <p:spTgt spid="131"/>
                                        </p:tgtEl>
                                      </p:cBhvr>
                                    </p:animEffect>
                                    <p:anim calcmode="lin" valueType="num">
                                      <p:cBhvr>
                                        <p:cTn id="661" dur="650" fill="hold"/>
                                        <p:tgtEl>
                                          <p:spTgt spid="131"/>
                                        </p:tgtEl>
                                        <p:attrNameLst>
                                          <p:attrName>ppt_x</p:attrName>
                                        </p:attrNameLst>
                                      </p:cBhvr>
                                      <p:tavLst>
                                        <p:tav tm="0">
                                          <p:val>
                                            <p:strVal val="#ppt_x"/>
                                          </p:val>
                                        </p:tav>
                                        <p:tav tm="100000">
                                          <p:val>
                                            <p:strVal val="#ppt_x"/>
                                          </p:val>
                                        </p:tav>
                                      </p:tavLst>
                                    </p:anim>
                                    <p:anim calcmode="lin" valueType="num">
                                      <p:cBhvr>
                                        <p:cTn id="662" dur="650" fill="hold"/>
                                        <p:tgtEl>
                                          <p:spTgt spid="131"/>
                                        </p:tgtEl>
                                        <p:attrNameLst>
                                          <p:attrName>ppt_y</p:attrName>
                                        </p:attrNameLst>
                                      </p:cBhvr>
                                      <p:tavLst>
                                        <p:tav tm="0">
                                          <p:val>
                                            <p:strVal val="#ppt_y+.1"/>
                                          </p:val>
                                        </p:tav>
                                        <p:tav tm="100000">
                                          <p:val>
                                            <p:strVal val="#ppt_y"/>
                                          </p:val>
                                        </p:tav>
                                      </p:tavLst>
                                    </p:anim>
                                  </p:childTnLst>
                                </p:cTn>
                              </p:par>
                              <p:par>
                                <p:cTn id="663" presetID="42" presetClass="entr" presetSubtype="0" fill="hold" grpId="0" nodeType="withEffect">
                                  <p:stCondLst>
                                    <p:cond delay="0"/>
                                  </p:stCondLst>
                                  <p:childTnLst>
                                    <p:set>
                                      <p:cBhvr>
                                        <p:cTn id="664" dur="1" fill="hold">
                                          <p:stCondLst>
                                            <p:cond delay="0"/>
                                          </p:stCondLst>
                                        </p:cTn>
                                        <p:tgtEl>
                                          <p:spTgt spid="132"/>
                                        </p:tgtEl>
                                        <p:attrNameLst>
                                          <p:attrName>style.visibility</p:attrName>
                                        </p:attrNameLst>
                                      </p:cBhvr>
                                      <p:to>
                                        <p:strVal val="visible"/>
                                      </p:to>
                                    </p:set>
                                    <p:animEffect transition="in" filter="fade">
                                      <p:cBhvr>
                                        <p:cTn id="665" dur="650"/>
                                        <p:tgtEl>
                                          <p:spTgt spid="132"/>
                                        </p:tgtEl>
                                      </p:cBhvr>
                                    </p:animEffect>
                                    <p:anim calcmode="lin" valueType="num">
                                      <p:cBhvr>
                                        <p:cTn id="666" dur="650" fill="hold"/>
                                        <p:tgtEl>
                                          <p:spTgt spid="132"/>
                                        </p:tgtEl>
                                        <p:attrNameLst>
                                          <p:attrName>ppt_x</p:attrName>
                                        </p:attrNameLst>
                                      </p:cBhvr>
                                      <p:tavLst>
                                        <p:tav tm="0">
                                          <p:val>
                                            <p:strVal val="#ppt_x"/>
                                          </p:val>
                                        </p:tav>
                                        <p:tav tm="100000">
                                          <p:val>
                                            <p:strVal val="#ppt_x"/>
                                          </p:val>
                                        </p:tav>
                                      </p:tavLst>
                                    </p:anim>
                                    <p:anim calcmode="lin" valueType="num">
                                      <p:cBhvr>
                                        <p:cTn id="667" dur="650" fill="hold"/>
                                        <p:tgtEl>
                                          <p:spTgt spid="132"/>
                                        </p:tgtEl>
                                        <p:attrNameLst>
                                          <p:attrName>ppt_y</p:attrName>
                                        </p:attrNameLst>
                                      </p:cBhvr>
                                      <p:tavLst>
                                        <p:tav tm="0">
                                          <p:val>
                                            <p:strVal val="#ppt_y+.1"/>
                                          </p:val>
                                        </p:tav>
                                        <p:tav tm="100000">
                                          <p:val>
                                            <p:strVal val="#ppt_y"/>
                                          </p:val>
                                        </p:tav>
                                      </p:tavLst>
                                    </p:anim>
                                  </p:childTnLst>
                                </p:cTn>
                              </p:par>
                              <p:par>
                                <p:cTn id="668" presetID="42" presetClass="entr" presetSubtype="0" fill="hold" grpId="0" nodeType="withEffect">
                                  <p:stCondLst>
                                    <p:cond delay="0"/>
                                  </p:stCondLst>
                                  <p:childTnLst>
                                    <p:set>
                                      <p:cBhvr>
                                        <p:cTn id="669" dur="1" fill="hold">
                                          <p:stCondLst>
                                            <p:cond delay="0"/>
                                          </p:stCondLst>
                                        </p:cTn>
                                        <p:tgtEl>
                                          <p:spTgt spid="133"/>
                                        </p:tgtEl>
                                        <p:attrNameLst>
                                          <p:attrName>style.visibility</p:attrName>
                                        </p:attrNameLst>
                                      </p:cBhvr>
                                      <p:to>
                                        <p:strVal val="visible"/>
                                      </p:to>
                                    </p:set>
                                    <p:animEffect transition="in" filter="fade">
                                      <p:cBhvr>
                                        <p:cTn id="670" dur="650"/>
                                        <p:tgtEl>
                                          <p:spTgt spid="133"/>
                                        </p:tgtEl>
                                      </p:cBhvr>
                                    </p:animEffect>
                                    <p:anim calcmode="lin" valueType="num">
                                      <p:cBhvr>
                                        <p:cTn id="671" dur="650" fill="hold"/>
                                        <p:tgtEl>
                                          <p:spTgt spid="133"/>
                                        </p:tgtEl>
                                        <p:attrNameLst>
                                          <p:attrName>ppt_x</p:attrName>
                                        </p:attrNameLst>
                                      </p:cBhvr>
                                      <p:tavLst>
                                        <p:tav tm="0">
                                          <p:val>
                                            <p:strVal val="#ppt_x"/>
                                          </p:val>
                                        </p:tav>
                                        <p:tav tm="100000">
                                          <p:val>
                                            <p:strVal val="#ppt_x"/>
                                          </p:val>
                                        </p:tav>
                                      </p:tavLst>
                                    </p:anim>
                                    <p:anim calcmode="lin" valueType="num">
                                      <p:cBhvr>
                                        <p:cTn id="672" dur="650" fill="hold"/>
                                        <p:tgtEl>
                                          <p:spTgt spid="133"/>
                                        </p:tgtEl>
                                        <p:attrNameLst>
                                          <p:attrName>ppt_y</p:attrName>
                                        </p:attrNameLst>
                                      </p:cBhvr>
                                      <p:tavLst>
                                        <p:tav tm="0">
                                          <p:val>
                                            <p:strVal val="#ppt_y+.1"/>
                                          </p:val>
                                        </p:tav>
                                        <p:tav tm="100000">
                                          <p:val>
                                            <p:strVal val="#ppt_y"/>
                                          </p:val>
                                        </p:tav>
                                      </p:tavLst>
                                    </p:anim>
                                  </p:childTnLst>
                                </p:cTn>
                              </p:par>
                              <p:par>
                                <p:cTn id="673" presetID="42" presetClass="entr" presetSubtype="0" fill="hold" grpId="0" nodeType="withEffect">
                                  <p:stCondLst>
                                    <p:cond delay="0"/>
                                  </p:stCondLst>
                                  <p:childTnLst>
                                    <p:set>
                                      <p:cBhvr>
                                        <p:cTn id="674" dur="1" fill="hold">
                                          <p:stCondLst>
                                            <p:cond delay="0"/>
                                          </p:stCondLst>
                                        </p:cTn>
                                        <p:tgtEl>
                                          <p:spTgt spid="134"/>
                                        </p:tgtEl>
                                        <p:attrNameLst>
                                          <p:attrName>style.visibility</p:attrName>
                                        </p:attrNameLst>
                                      </p:cBhvr>
                                      <p:to>
                                        <p:strVal val="visible"/>
                                      </p:to>
                                    </p:set>
                                    <p:animEffect transition="in" filter="fade">
                                      <p:cBhvr>
                                        <p:cTn id="675" dur="650"/>
                                        <p:tgtEl>
                                          <p:spTgt spid="134"/>
                                        </p:tgtEl>
                                      </p:cBhvr>
                                    </p:animEffect>
                                    <p:anim calcmode="lin" valueType="num">
                                      <p:cBhvr>
                                        <p:cTn id="676" dur="650" fill="hold"/>
                                        <p:tgtEl>
                                          <p:spTgt spid="134"/>
                                        </p:tgtEl>
                                        <p:attrNameLst>
                                          <p:attrName>ppt_x</p:attrName>
                                        </p:attrNameLst>
                                      </p:cBhvr>
                                      <p:tavLst>
                                        <p:tav tm="0">
                                          <p:val>
                                            <p:strVal val="#ppt_x"/>
                                          </p:val>
                                        </p:tav>
                                        <p:tav tm="100000">
                                          <p:val>
                                            <p:strVal val="#ppt_x"/>
                                          </p:val>
                                        </p:tav>
                                      </p:tavLst>
                                    </p:anim>
                                    <p:anim calcmode="lin" valueType="num">
                                      <p:cBhvr>
                                        <p:cTn id="677" dur="650" fill="hold"/>
                                        <p:tgtEl>
                                          <p:spTgt spid="134"/>
                                        </p:tgtEl>
                                        <p:attrNameLst>
                                          <p:attrName>ppt_y</p:attrName>
                                        </p:attrNameLst>
                                      </p:cBhvr>
                                      <p:tavLst>
                                        <p:tav tm="0">
                                          <p:val>
                                            <p:strVal val="#ppt_y+.1"/>
                                          </p:val>
                                        </p:tav>
                                        <p:tav tm="100000">
                                          <p:val>
                                            <p:strVal val="#ppt_y"/>
                                          </p:val>
                                        </p:tav>
                                      </p:tavLst>
                                    </p:anim>
                                  </p:childTnLst>
                                </p:cTn>
                              </p:par>
                              <p:par>
                                <p:cTn id="678" presetID="42" presetClass="entr" presetSubtype="0" fill="hold" grpId="0" nodeType="withEffect">
                                  <p:stCondLst>
                                    <p:cond delay="0"/>
                                  </p:stCondLst>
                                  <p:childTnLst>
                                    <p:set>
                                      <p:cBhvr>
                                        <p:cTn id="679" dur="1" fill="hold">
                                          <p:stCondLst>
                                            <p:cond delay="0"/>
                                          </p:stCondLst>
                                        </p:cTn>
                                        <p:tgtEl>
                                          <p:spTgt spid="135"/>
                                        </p:tgtEl>
                                        <p:attrNameLst>
                                          <p:attrName>style.visibility</p:attrName>
                                        </p:attrNameLst>
                                      </p:cBhvr>
                                      <p:to>
                                        <p:strVal val="visible"/>
                                      </p:to>
                                    </p:set>
                                    <p:animEffect transition="in" filter="fade">
                                      <p:cBhvr>
                                        <p:cTn id="680" dur="650"/>
                                        <p:tgtEl>
                                          <p:spTgt spid="135"/>
                                        </p:tgtEl>
                                      </p:cBhvr>
                                    </p:animEffect>
                                    <p:anim calcmode="lin" valueType="num">
                                      <p:cBhvr>
                                        <p:cTn id="681" dur="650" fill="hold"/>
                                        <p:tgtEl>
                                          <p:spTgt spid="135"/>
                                        </p:tgtEl>
                                        <p:attrNameLst>
                                          <p:attrName>ppt_x</p:attrName>
                                        </p:attrNameLst>
                                      </p:cBhvr>
                                      <p:tavLst>
                                        <p:tav tm="0">
                                          <p:val>
                                            <p:strVal val="#ppt_x"/>
                                          </p:val>
                                        </p:tav>
                                        <p:tav tm="100000">
                                          <p:val>
                                            <p:strVal val="#ppt_x"/>
                                          </p:val>
                                        </p:tav>
                                      </p:tavLst>
                                    </p:anim>
                                    <p:anim calcmode="lin" valueType="num">
                                      <p:cBhvr>
                                        <p:cTn id="682" dur="650" fill="hold"/>
                                        <p:tgtEl>
                                          <p:spTgt spid="135"/>
                                        </p:tgtEl>
                                        <p:attrNameLst>
                                          <p:attrName>ppt_y</p:attrName>
                                        </p:attrNameLst>
                                      </p:cBhvr>
                                      <p:tavLst>
                                        <p:tav tm="0">
                                          <p:val>
                                            <p:strVal val="#ppt_y+.1"/>
                                          </p:val>
                                        </p:tav>
                                        <p:tav tm="100000">
                                          <p:val>
                                            <p:strVal val="#ppt_y"/>
                                          </p:val>
                                        </p:tav>
                                      </p:tavLst>
                                    </p:anim>
                                  </p:childTnLst>
                                </p:cTn>
                              </p:par>
                              <p:par>
                                <p:cTn id="683" presetID="42" presetClass="entr" presetSubtype="0" fill="hold" grpId="0" nodeType="withEffect">
                                  <p:stCondLst>
                                    <p:cond delay="120"/>
                                  </p:stCondLst>
                                  <p:childTnLst>
                                    <p:set>
                                      <p:cBhvr>
                                        <p:cTn id="684" dur="1" fill="hold">
                                          <p:stCondLst>
                                            <p:cond delay="0"/>
                                          </p:stCondLst>
                                        </p:cTn>
                                        <p:tgtEl>
                                          <p:spTgt spid="122"/>
                                        </p:tgtEl>
                                        <p:attrNameLst>
                                          <p:attrName>style.visibility</p:attrName>
                                        </p:attrNameLst>
                                      </p:cBhvr>
                                      <p:to>
                                        <p:strVal val="visible"/>
                                      </p:to>
                                    </p:set>
                                    <p:animEffect transition="in" filter="fade">
                                      <p:cBhvr>
                                        <p:cTn id="685" dur="650"/>
                                        <p:tgtEl>
                                          <p:spTgt spid="122"/>
                                        </p:tgtEl>
                                      </p:cBhvr>
                                    </p:animEffect>
                                    <p:anim calcmode="lin" valueType="num">
                                      <p:cBhvr>
                                        <p:cTn id="686" dur="650" fill="hold"/>
                                        <p:tgtEl>
                                          <p:spTgt spid="122"/>
                                        </p:tgtEl>
                                        <p:attrNameLst>
                                          <p:attrName>ppt_x</p:attrName>
                                        </p:attrNameLst>
                                      </p:cBhvr>
                                      <p:tavLst>
                                        <p:tav tm="0">
                                          <p:val>
                                            <p:strVal val="#ppt_x"/>
                                          </p:val>
                                        </p:tav>
                                        <p:tav tm="100000">
                                          <p:val>
                                            <p:strVal val="#ppt_x"/>
                                          </p:val>
                                        </p:tav>
                                      </p:tavLst>
                                    </p:anim>
                                    <p:anim calcmode="lin" valueType="num">
                                      <p:cBhvr>
                                        <p:cTn id="687" dur="650" fill="hold"/>
                                        <p:tgtEl>
                                          <p:spTgt spid="122"/>
                                        </p:tgtEl>
                                        <p:attrNameLst>
                                          <p:attrName>ppt_y</p:attrName>
                                        </p:attrNameLst>
                                      </p:cBhvr>
                                      <p:tavLst>
                                        <p:tav tm="0">
                                          <p:val>
                                            <p:strVal val="#ppt_y+.1"/>
                                          </p:val>
                                        </p:tav>
                                        <p:tav tm="100000">
                                          <p:val>
                                            <p:strVal val="#ppt_y"/>
                                          </p:val>
                                        </p:tav>
                                      </p:tavLst>
                                    </p:anim>
                                  </p:childTnLst>
                                </p:cTn>
                              </p:par>
                              <p:par>
                                <p:cTn id="688" presetID="42" presetClass="entr" presetSubtype="0" fill="hold" grpId="0" nodeType="withEffect">
                                  <p:stCondLst>
                                    <p:cond delay="120"/>
                                  </p:stCondLst>
                                  <p:childTnLst>
                                    <p:set>
                                      <p:cBhvr>
                                        <p:cTn id="689" dur="1" fill="hold">
                                          <p:stCondLst>
                                            <p:cond delay="0"/>
                                          </p:stCondLst>
                                        </p:cTn>
                                        <p:tgtEl>
                                          <p:spTgt spid="123"/>
                                        </p:tgtEl>
                                        <p:attrNameLst>
                                          <p:attrName>style.visibility</p:attrName>
                                        </p:attrNameLst>
                                      </p:cBhvr>
                                      <p:to>
                                        <p:strVal val="visible"/>
                                      </p:to>
                                    </p:set>
                                    <p:animEffect transition="in" filter="fade">
                                      <p:cBhvr>
                                        <p:cTn id="690" dur="650"/>
                                        <p:tgtEl>
                                          <p:spTgt spid="123"/>
                                        </p:tgtEl>
                                      </p:cBhvr>
                                    </p:animEffect>
                                    <p:anim calcmode="lin" valueType="num">
                                      <p:cBhvr>
                                        <p:cTn id="691" dur="650" fill="hold"/>
                                        <p:tgtEl>
                                          <p:spTgt spid="123"/>
                                        </p:tgtEl>
                                        <p:attrNameLst>
                                          <p:attrName>ppt_x</p:attrName>
                                        </p:attrNameLst>
                                      </p:cBhvr>
                                      <p:tavLst>
                                        <p:tav tm="0">
                                          <p:val>
                                            <p:strVal val="#ppt_x"/>
                                          </p:val>
                                        </p:tav>
                                        <p:tav tm="100000">
                                          <p:val>
                                            <p:strVal val="#ppt_x"/>
                                          </p:val>
                                        </p:tav>
                                      </p:tavLst>
                                    </p:anim>
                                    <p:anim calcmode="lin" valueType="num">
                                      <p:cBhvr>
                                        <p:cTn id="692" dur="650" fill="hold"/>
                                        <p:tgtEl>
                                          <p:spTgt spid="123"/>
                                        </p:tgtEl>
                                        <p:attrNameLst>
                                          <p:attrName>ppt_y</p:attrName>
                                        </p:attrNameLst>
                                      </p:cBhvr>
                                      <p:tavLst>
                                        <p:tav tm="0">
                                          <p:val>
                                            <p:strVal val="#ppt_y+.1"/>
                                          </p:val>
                                        </p:tav>
                                        <p:tav tm="100000">
                                          <p:val>
                                            <p:strVal val="#ppt_y"/>
                                          </p:val>
                                        </p:tav>
                                      </p:tavLst>
                                    </p:anim>
                                  </p:childTnLst>
                                </p:cTn>
                              </p:par>
                              <p:par>
                                <p:cTn id="693" presetID="42" presetClass="entr" presetSubtype="0" fill="hold" grpId="0" nodeType="withEffect">
                                  <p:stCondLst>
                                    <p:cond delay="120"/>
                                  </p:stCondLst>
                                  <p:childTnLst>
                                    <p:set>
                                      <p:cBhvr>
                                        <p:cTn id="694" dur="1" fill="hold">
                                          <p:stCondLst>
                                            <p:cond delay="0"/>
                                          </p:stCondLst>
                                        </p:cTn>
                                        <p:tgtEl>
                                          <p:spTgt spid="124"/>
                                        </p:tgtEl>
                                        <p:attrNameLst>
                                          <p:attrName>style.visibility</p:attrName>
                                        </p:attrNameLst>
                                      </p:cBhvr>
                                      <p:to>
                                        <p:strVal val="visible"/>
                                      </p:to>
                                    </p:set>
                                    <p:animEffect transition="in" filter="fade">
                                      <p:cBhvr>
                                        <p:cTn id="695" dur="650"/>
                                        <p:tgtEl>
                                          <p:spTgt spid="124"/>
                                        </p:tgtEl>
                                      </p:cBhvr>
                                    </p:animEffect>
                                    <p:anim calcmode="lin" valueType="num">
                                      <p:cBhvr>
                                        <p:cTn id="696" dur="650" fill="hold"/>
                                        <p:tgtEl>
                                          <p:spTgt spid="124"/>
                                        </p:tgtEl>
                                        <p:attrNameLst>
                                          <p:attrName>ppt_x</p:attrName>
                                        </p:attrNameLst>
                                      </p:cBhvr>
                                      <p:tavLst>
                                        <p:tav tm="0">
                                          <p:val>
                                            <p:strVal val="#ppt_x"/>
                                          </p:val>
                                        </p:tav>
                                        <p:tav tm="100000">
                                          <p:val>
                                            <p:strVal val="#ppt_x"/>
                                          </p:val>
                                        </p:tav>
                                      </p:tavLst>
                                    </p:anim>
                                    <p:anim calcmode="lin" valueType="num">
                                      <p:cBhvr>
                                        <p:cTn id="697" dur="650" fill="hold"/>
                                        <p:tgtEl>
                                          <p:spTgt spid="124"/>
                                        </p:tgtEl>
                                        <p:attrNameLst>
                                          <p:attrName>ppt_y</p:attrName>
                                        </p:attrNameLst>
                                      </p:cBhvr>
                                      <p:tavLst>
                                        <p:tav tm="0">
                                          <p:val>
                                            <p:strVal val="#ppt_y+.1"/>
                                          </p:val>
                                        </p:tav>
                                        <p:tav tm="100000">
                                          <p:val>
                                            <p:strVal val="#ppt_y"/>
                                          </p:val>
                                        </p:tav>
                                      </p:tavLst>
                                    </p:anim>
                                  </p:childTnLst>
                                </p:cTn>
                              </p:par>
                              <p:par>
                                <p:cTn id="698" presetID="42" presetClass="entr" presetSubtype="0" fill="hold" grpId="0" nodeType="withEffect">
                                  <p:stCondLst>
                                    <p:cond delay="240"/>
                                  </p:stCondLst>
                                  <p:childTnLst>
                                    <p:set>
                                      <p:cBhvr>
                                        <p:cTn id="699" dur="1" fill="hold">
                                          <p:stCondLst>
                                            <p:cond delay="0"/>
                                          </p:stCondLst>
                                        </p:cTn>
                                        <p:tgtEl>
                                          <p:spTgt spid="136"/>
                                        </p:tgtEl>
                                        <p:attrNameLst>
                                          <p:attrName>style.visibility</p:attrName>
                                        </p:attrNameLst>
                                      </p:cBhvr>
                                      <p:to>
                                        <p:strVal val="visible"/>
                                      </p:to>
                                    </p:set>
                                    <p:animEffect transition="in" filter="fade">
                                      <p:cBhvr>
                                        <p:cTn id="700" dur="650"/>
                                        <p:tgtEl>
                                          <p:spTgt spid="136"/>
                                        </p:tgtEl>
                                      </p:cBhvr>
                                    </p:animEffect>
                                    <p:anim calcmode="lin" valueType="num">
                                      <p:cBhvr>
                                        <p:cTn id="701" dur="650" fill="hold"/>
                                        <p:tgtEl>
                                          <p:spTgt spid="136"/>
                                        </p:tgtEl>
                                        <p:attrNameLst>
                                          <p:attrName>ppt_x</p:attrName>
                                        </p:attrNameLst>
                                      </p:cBhvr>
                                      <p:tavLst>
                                        <p:tav tm="0">
                                          <p:val>
                                            <p:strVal val="#ppt_x"/>
                                          </p:val>
                                        </p:tav>
                                        <p:tav tm="100000">
                                          <p:val>
                                            <p:strVal val="#ppt_x"/>
                                          </p:val>
                                        </p:tav>
                                      </p:tavLst>
                                    </p:anim>
                                    <p:anim calcmode="lin" valueType="num">
                                      <p:cBhvr>
                                        <p:cTn id="702" dur="650" fill="hold"/>
                                        <p:tgtEl>
                                          <p:spTgt spid="136"/>
                                        </p:tgtEl>
                                        <p:attrNameLst>
                                          <p:attrName>ppt_y</p:attrName>
                                        </p:attrNameLst>
                                      </p:cBhvr>
                                      <p:tavLst>
                                        <p:tav tm="0">
                                          <p:val>
                                            <p:strVal val="#ppt_y+.1"/>
                                          </p:val>
                                        </p:tav>
                                        <p:tav tm="100000">
                                          <p:val>
                                            <p:strVal val="#ppt_y"/>
                                          </p:val>
                                        </p:tav>
                                      </p:tavLst>
                                    </p:anim>
                                  </p:childTnLst>
                                </p:cTn>
                              </p:par>
                              <p:par>
                                <p:cTn id="703" presetID="42" presetClass="entr" presetSubtype="0" fill="hold" grpId="0" nodeType="withEffect">
                                  <p:stCondLst>
                                    <p:cond delay="240"/>
                                  </p:stCondLst>
                                  <p:childTnLst>
                                    <p:set>
                                      <p:cBhvr>
                                        <p:cTn id="704" dur="1" fill="hold">
                                          <p:stCondLst>
                                            <p:cond delay="0"/>
                                          </p:stCondLst>
                                        </p:cTn>
                                        <p:tgtEl>
                                          <p:spTgt spid="137"/>
                                        </p:tgtEl>
                                        <p:attrNameLst>
                                          <p:attrName>style.visibility</p:attrName>
                                        </p:attrNameLst>
                                      </p:cBhvr>
                                      <p:to>
                                        <p:strVal val="visible"/>
                                      </p:to>
                                    </p:set>
                                    <p:animEffect transition="in" filter="fade">
                                      <p:cBhvr>
                                        <p:cTn id="705" dur="650"/>
                                        <p:tgtEl>
                                          <p:spTgt spid="137"/>
                                        </p:tgtEl>
                                      </p:cBhvr>
                                    </p:animEffect>
                                    <p:anim calcmode="lin" valueType="num">
                                      <p:cBhvr>
                                        <p:cTn id="706" dur="650" fill="hold"/>
                                        <p:tgtEl>
                                          <p:spTgt spid="137"/>
                                        </p:tgtEl>
                                        <p:attrNameLst>
                                          <p:attrName>ppt_x</p:attrName>
                                        </p:attrNameLst>
                                      </p:cBhvr>
                                      <p:tavLst>
                                        <p:tav tm="0">
                                          <p:val>
                                            <p:strVal val="#ppt_x"/>
                                          </p:val>
                                        </p:tav>
                                        <p:tav tm="100000">
                                          <p:val>
                                            <p:strVal val="#ppt_x"/>
                                          </p:val>
                                        </p:tav>
                                      </p:tavLst>
                                    </p:anim>
                                    <p:anim calcmode="lin" valueType="num">
                                      <p:cBhvr>
                                        <p:cTn id="707" dur="650" fill="hold"/>
                                        <p:tgtEl>
                                          <p:spTgt spid="137"/>
                                        </p:tgtEl>
                                        <p:attrNameLst>
                                          <p:attrName>ppt_y</p:attrName>
                                        </p:attrNameLst>
                                      </p:cBhvr>
                                      <p:tavLst>
                                        <p:tav tm="0">
                                          <p:val>
                                            <p:strVal val="#ppt_y+.1"/>
                                          </p:val>
                                        </p:tav>
                                        <p:tav tm="100000">
                                          <p:val>
                                            <p:strVal val="#ppt_y"/>
                                          </p:val>
                                        </p:tav>
                                      </p:tavLst>
                                    </p:anim>
                                  </p:childTnLst>
                                </p:cTn>
                              </p:par>
                              <p:par>
                                <p:cTn id="708" presetID="42" presetClass="entr" presetSubtype="0" fill="hold" grpId="0" nodeType="withEffect">
                                  <p:stCondLst>
                                    <p:cond delay="240"/>
                                  </p:stCondLst>
                                  <p:childTnLst>
                                    <p:set>
                                      <p:cBhvr>
                                        <p:cTn id="709" dur="1" fill="hold">
                                          <p:stCondLst>
                                            <p:cond delay="0"/>
                                          </p:stCondLst>
                                        </p:cTn>
                                        <p:tgtEl>
                                          <p:spTgt spid="141"/>
                                        </p:tgtEl>
                                        <p:attrNameLst>
                                          <p:attrName>style.visibility</p:attrName>
                                        </p:attrNameLst>
                                      </p:cBhvr>
                                      <p:to>
                                        <p:strVal val="visible"/>
                                      </p:to>
                                    </p:set>
                                    <p:animEffect transition="in" filter="fade">
                                      <p:cBhvr>
                                        <p:cTn id="710" dur="650"/>
                                        <p:tgtEl>
                                          <p:spTgt spid="141"/>
                                        </p:tgtEl>
                                      </p:cBhvr>
                                    </p:animEffect>
                                    <p:anim calcmode="lin" valueType="num">
                                      <p:cBhvr>
                                        <p:cTn id="711" dur="650" fill="hold"/>
                                        <p:tgtEl>
                                          <p:spTgt spid="141"/>
                                        </p:tgtEl>
                                        <p:attrNameLst>
                                          <p:attrName>ppt_x</p:attrName>
                                        </p:attrNameLst>
                                      </p:cBhvr>
                                      <p:tavLst>
                                        <p:tav tm="0">
                                          <p:val>
                                            <p:strVal val="#ppt_x"/>
                                          </p:val>
                                        </p:tav>
                                        <p:tav tm="100000">
                                          <p:val>
                                            <p:strVal val="#ppt_x"/>
                                          </p:val>
                                        </p:tav>
                                      </p:tavLst>
                                    </p:anim>
                                    <p:anim calcmode="lin" valueType="num">
                                      <p:cBhvr>
                                        <p:cTn id="712" dur="650" fill="hold"/>
                                        <p:tgtEl>
                                          <p:spTgt spid="141"/>
                                        </p:tgtEl>
                                        <p:attrNameLst>
                                          <p:attrName>ppt_y</p:attrName>
                                        </p:attrNameLst>
                                      </p:cBhvr>
                                      <p:tavLst>
                                        <p:tav tm="0">
                                          <p:val>
                                            <p:strVal val="#ppt_y+.1"/>
                                          </p:val>
                                        </p:tav>
                                        <p:tav tm="100000">
                                          <p:val>
                                            <p:strVal val="#ppt_y"/>
                                          </p:val>
                                        </p:tav>
                                      </p:tavLst>
                                    </p:anim>
                                  </p:childTnLst>
                                </p:cTn>
                              </p:par>
                              <p:par>
                                <p:cTn id="713" presetID="42" presetClass="entr" presetSubtype="0" fill="hold" grpId="0" nodeType="withEffect">
                                  <p:stCondLst>
                                    <p:cond delay="240"/>
                                  </p:stCondLst>
                                  <p:childTnLst>
                                    <p:set>
                                      <p:cBhvr>
                                        <p:cTn id="714" dur="1" fill="hold">
                                          <p:stCondLst>
                                            <p:cond delay="0"/>
                                          </p:stCondLst>
                                        </p:cTn>
                                        <p:tgtEl>
                                          <p:spTgt spid="142"/>
                                        </p:tgtEl>
                                        <p:attrNameLst>
                                          <p:attrName>style.visibility</p:attrName>
                                        </p:attrNameLst>
                                      </p:cBhvr>
                                      <p:to>
                                        <p:strVal val="visible"/>
                                      </p:to>
                                    </p:set>
                                    <p:animEffect transition="in" filter="fade">
                                      <p:cBhvr>
                                        <p:cTn id="715" dur="650"/>
                                        <p:tgtEl>
                                          <p:spTgt spid="142"/>
                                        </p:tgtEl>
                                      </p:cBhvr>
                                    </p:animEffect>
                                    <p:anim calcmode="lin" valueType="num">
                                      <p:cBhvr>
                                        <p:cTn id="716" dur="650" fill="hold"/>
                                        <p:tgtEl>
                                          <p:spTgt spid="142"/>
                                        </p:tgtEl>
                                        <p:attrNameLst>
                                          <p:attrName>ppt_x</p:attrName>
                                        </p:attrNameLst>
                                      </p:cBhvr>
                                      <p:tavLst>
                                        <p:tav tm="0">
                                          <p:val>
                                            <p:strVal val="#ppt_x"/>
                                          </p:val>
                                        </p:tav>
                                        <p:tav tm="100000">
                                          <p:val>
                                            <p:strVal val="#ppt_x"/>
                                          </p:val>
                                        </p:tav>
                                      </p:tavLst>
                                    </p:anim>
                                    <p:anim calcmode="lin" valueType="num">
                                      <p:cBhvr>
                                        <p:cTn id="717" dur="650" fill="hold"/>
                                        <p:tgtEl>
                                          <p:spTgt spid="142"/>
                                        </p:tgtEl>
                                        <p:attrNameLst>
                                          <p:attrName>ppt_y</p:attrName>
                                        </p:attrNameLst>
                                      </p:cBhvr>
                                      <p:tavLst>
                                        <p:tav tm="0">
                                          <p:val>
                                            <p:strVal val="#ppt_y+.1"/>
                                          </p:val>
                                        </p:tav>
                                        <p:tav tm="100000">
                                          <p:val>
                                            <p:strVal val="#ppt_y"/>
                                          </p:val>
                                        </p:tav>
                                      </p:tavLst>
                                    </p:anim>
                                  </p:childTnLst>
                                </p:cTn>
                              </p:par>
                              <p:par>
                                <p:cTn id="718" presetID="42" presetClass="entr" presetSubtype="0" fill="hold" grpId="0" nodeType="withEffect">
                                  <p:stCondLst>
                                    <p:cond delay="240"/>
                                  </p:stCondLst>
                                  <p:childTnLst>
                                    <p:set>
                                      <p:cBhvr>
                                        <p:cTn id="719" dur="1" fill="hold">
                                          <p:stCondLst>
                                            <p:cond delay="0"/>
                                          </p:stCondLst>
                                        </p:cTn>
                                        <p:tgtEl>
                                          <p:spTgt spid="143"/>
                                        </p:tgtEl>
                                        <p:attrNameLst>
                                          <p:attrName>style.visibility</p:attrName>
                                        </p:attrNameLst>
                                      </p:cBhvr>
                                      <p:to>
                                        <p:strVal val="visible"/>
                                      </p:to>
                                    </p:set>
                                    <p:animEffect transition="in" filter="fade">
                                      <p:cBhvr>
                                        <p:cTn id="720" dur="650"/>
                                        <p:tgtEl>
                                          <p:spTgt spid="143"/>
                                        </p:tgtEl>
                                      </p:cBhvr>
                                    </p:animEffect>
                                    <p:anim calcmode="lin" valueType="num">
                                      <p:cBhvr>
                                        <p:cTn id="721" dur="650" fill="hold"/>
                                        <p:tgtEl>
                                          <p:spTgt spid="143"/>
                                        </p:tgtEl>
                                        <p:attrNameLst>
                                          <p:attrName>ppt_x</p:attrName>
                                        </p:attrNameLst>
                                      </p:cBhvr>
                                      <p:tavLst>
                                        <p:tav tm="0">
                                          <p:val>
                                            <p:strVal val="#ppt_x"/>
                                          </p:val>
                                        </p:tav>
                                        <p:tav tm="100000">
                                          <p:val>
                                            <p:strVal val="#ppt_x"/>
                                          </p:val>
                                        </p:tav>
                                      </p:tavLst>
                                    </p:anim>
                                    <p:anim calcmode="lin" valueType="num">
                                      <p:cBhvr>
                                        <p:cTn id="722" dur="650" fill="hold"/>
                                        <p:tgtEl>
                                          <p:spTgt spid="143"/>
                                        </p:tgtEl>
                                        <p:attrNameLst>
                                          <p:attrName>ppt_y</p:attrName>
                                        </p:attrNameLst>
                                      </p:cBhvr>
                                      <p:tavLst>
                                        <p:tav tm="0">
                                          <p:val>
                                            <p:strVal val="#ppt_y+.1"/>
                                          </p:val>
                                        </p:tav>
                                        <p:tav tm="100000">
                                          <p:val>
                                            <p:strVal val="#ppt_y"/>
                                          </p:val>
                                        </p:tav>
                                      </p:tavLst>
                                    </p:anim>
                                  </p:childTnLst>
                                </p:cTn>
                              </p:par>
                              <p:par>
                                <p:cTn id="723" presetID="42" presetClass="entr" presetSubtype="0" fill="hold" grpId="0" nodeType="withEffect">
                                  <p:stCondLst>
                                    <p:cond delay="360"/>
                                  </p:stCondLst>
                                  <p:childTnLst>
                                    <p:set>
                                      <p:cBhvr>
                                        <p:cTn id="724" dur="1" fill="hold">
                                          <p:stCondLst>
                                            <p:cond delay="0"/>
                                          </p:stCondLst>
                                        </p:cTn>
                                        <p:tgtEl>
                                          <p:spTgt spid="138"/>
                                        </p:tgtEl>
                                        <p:attrNameLst>
                                          <p:attrName>style.visibility</p:attrName>
                                        </p:attrNameLst>
                                      </p:cBhvr>
                                      <p:to>
                                        <p:strVal val="visible"/>
                                      </p:to>
                                    </p:set>
                                    <p:animEffect transition="in" filter="fade">
                                      <p:cBhvr>
                                        <p:cTn id="725" dur="650"/>
                                        <p:tgtEl>
                                          <p:spTgt spid="138"/>
                                        </p:tgtEl>
                                      </p:cBhvr>
                                    </p:animEffect>
                                    <p:anim calcmode="lin" valueType="num">
                                      <p:cBhvr>
                                        <p:cTn id="726" dur="650" fill="hold"/>
                                        <p:tgtEl>
                                          <p:spTgt spid="138"/>
                                        </p:tgtEl>
                                        <p:attrNameLst>
                                          <p:attrName>ppt_x</p:attrName>
                                        </p:attrNameLst>
                                      </p:cBhvr>
                                      <p:tavLst>
                                        <p:tav tm="0">
                                          <p:val>
                                            <p:strVal val="#ppt_x"/>
                                          </p:val>
                                        </p:tav>
                                        <p:tav tm="100000">
                                          <p:val>
                                            <p:strVal val="#ppt_x"/>
                                          </p:val>
                                        </p:tav>
                                      </p:tavLst>
                                    </p:anim>
                                    <p:anim calcmode="lin" valueType="num">
                                      <p:cBhvr>
                                        <p:cTn id="727" dur="650" fill="hold"/>
                                        <p:tgtEl>
                                          <p:spTgt spid="138"/>
                                        </p:tgtEl>
                                        <p:attrNameLst>
                                          <p:attrName>ppt_y</p:attrName>
                                        </p:attrNameLst>
                                      </p:cBhvr>
                                      <p:tavLst>
                                        <p:tav tm="0">
                                          <p:val>
                                            <p:strVal val="#ppt_y+.1"/>
                                          </p:val>
                                        </p:tav>
                                        <p:tav tm="100000">
                                          <p:val>
                                            <p:strVal val="#ppt_y"/>
                                          </p:val>
                                        </p:tav>
                                      </p:tavLst>
                                    </p:anim>
                                  </p:childTnLst>
                                </p:cTn>
                              </p:par>
                              <p:par>
                                <p:cTn id="728" presetID="42" presetClass="entr" presetSubtype="0" fill="hold" grpId="0" nodeType="withEffect">
                                  <p:stCondLst>
                                    <p:cond delay="360"/>
                                  </p:stCondLst>
                                  <p:childTnLst>
                                    <p:set>
                                      <p:cBhvr>
                                        <p:cTn id="729" dur="1" fill="hold">
                                          <p:stCondLst>
                                            <p:cond delay="0"/>
                                          </p:stCondLst>
                                        </p:cTn>
                                        <p:tgtEl>
                                          <p:spTgt spid="139"/>
                                        </p:tgtEl>
                                        <p:attrNameLst>
                                          <p:attrName>style.visibility</p:attrName>
                                        </p:attrNameLst>
                                      </p:cBhvr>
                                      <p:to>
                                        <p:strVal val="visible"/>
                                      </p:to>
                                    </p:set>
                                    <p:animEffect transition="in" filter="fade">
                                      <p:cBhvr>
                                        <p:cTn id="730" dur="650"/>
                                        <p:tgtEl>
                                          <p:spTgt spid="139"/>
                                        </p:tgtEl>
                                      </p:cBhvr>
                                    </p:animEffect>
                                    <p:anim calcmode="lin" valueType="num">
                                      <p:cBhvr>
                                        <p:cTn id="731" dur="650" fill="hold"/>
                                        <p:tgtEl>
                                          <p:spTgt spid="139"/>
                                        </p:tgtEl>
                                        <p:attrNameLst>
                                          <p:attrName>ppt_x</p:attrName>
                                        </p:attrNameLst>
                                      </p:cBhvr>
                                      <p:tavLst>
                                        <p:tav tm="0">
                                          <p:val>
                                            <p:strVal val="#ppt_x"/>
                                          </p:val>
                                        </p:tav>
                                        <p:tav tm="100000">
                                          <p:val>
                                            <p:strVal val="#ppt_x"/>
                                          </p:val>
                                        </p:tav>
                                      </p:tavLst>
                                    </p:anim>
                                    <p:anim calcmode="lin" valueType="num">
                                      <p:cBhvr>
                                        <p:cTn id="732" dur="650" fill="hold"/>
                                        <p:tgtEl>
                                          <p:spTgt spid="139"/>
                                        </p:tgtEl>
                                        <p:attrNameLst>
                                          <p:attrName>ppt_y</p:attrName>
                                        </p:attrNameLst>
                                      </p:cBhvr>
                                      <p:tavLst>
                                        <p:tav tm="0">
                                          <p:val>
                                            <p:strVal val="#ppt_y+.1"/>
                                          </p:val>
                                        </p:tav>
                                        <p:tav tm="100000">
                                          <p:val>
                                            <p:strVal val="#ppt_y"/>
                                          </p:val>
                                        </p:tav>
                                      </p:tavLst>
                                    </p:anim>
                                  </p:childTnLst>
                                </p:cTn>
                              </p:par>
                              <p:par>
                                <p:cTn id="733" presetID="42" presetClass="entr" presetSubtype="0" fill="hold" grpId="0" nodeType="withEffect">
                                  <p:stCondLst>
                                    <p:cond delay="360"/>
                                  </p:stCondLst>
                                  <p:childTnLst>
                                    <p:set>
                                      <p:cBhvr>
                                        <p:cTn id="734" dur="1" fill="hold">
                                          <p:stCondLst>
                                            <p:cond delay="0"/>
                                          </p:stCondLst>
                                        </p:cTn>
                                        <p:tgtEl>
                                          <p:spTgt spid="140"/>
                                        </p:tgtEl>
                                        <p:attrNameLst>
                                          <p:attrName>style.visibility</p:attrName>
                                        </p:attrNameLst>
                                      </p:cBhvr>
                                      <p:to>
                                        <p:strVal val="visible"/>
                                      </p:to>
                                    </p:set>
                                    <p:animEffect transition="in" filter="fade">
                                      <p:cBhvr>
                                        <p:cTn id="735" dur="650"/>
                                        <p:tgtEl>
                                          <p:spTgt spid="140"/>
                                        </p:tgtEl>
                                      </p:cBhvr>
                                    </p:animEffect>
                                    <p:anim calcmode="lin" valueType="num">
                                      <p:cBhvr>
                                        <p:cTn id="736" dur="650" fill="hold"/>
                                        <p:tgtEl>
                                          <p:spTgt spid="140"/>
                                        </p:tgtEl>
                                        <p:attrNameLst>
                                          <p:attrName>ppt_x</p:attrName>
                                        </p:attrNameLst>
                                      </p:cBhvr>
                                      <p:tavLst>
                                        <p:tav tm="0">
                                          <p:val>
                                            <p:strVal val="#ppt_x"/>
                                          </p:val>
                                        </p:tav>
                                        <p:tav tm="100000">
                                          <p:val>
                                            <p:strVal val="#ppt_x"/>
                                          </p:val>
                                        </p:tav>
                                      </p:tavLst>
                                    </p:anim>
                                    <p:anim calcmode="lin" valueType="num">
                                      <p:cBhvr>
                                        <p:cTn id="737" dur="650" fill="hold"/>
                                        <p:tgtEl>
                                          <p:spTgt spid="1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p:bldP spid="23" grpId="0" animBg="1"/>
      <p:bldP spid="24" grpId="0" animBg="1"/>
      <p:bldP spid="25" grpId="0"/>
      <p:bldP spid="26" grpId="0" animBg="1"/>
      <p:bldP spid="27" grpId="0" animBg="1"/>
      <p:bldP spid="28" grpId="0"/>
      <p:bldP spid="29" grpId="0" animBg="1"/>
      <p:bldP spid="30" grpId="0" animBg="1"/>
      <p:bldP spid="31" grpId="0"/>
      <p:bldP spid="32" grpId="0" animBg="1"/>
      <p:bldP spid="33" grpId="0" animBg="1"/>
      <p:bldP spid="34" grpId="0"/>
      <p:bldP spid="35" grpId="0" animBg="1"/>
      <p:bldP spid="36" grpId="0" animBg="1"/>
      <p:bldP spid="37" grpId="0"/>
      <p:bldP spid="38" grpId="0" animBg="1"/>
      <p:bldP spid="39" grpId="0" animBg="1"/>
      <p:bldP spid="40" grpId="0" animBg="1"/>
      <p:bldP spid="41" grpId="0"/>
      <p:bldP spid="42" grpId="0" animBg="1"/>
      <p:bldP spid="43" grpId="0" animBg="1"/>
      <p:bldP spid="44" grpId="0"/>
      <p:bldP spid="45" grpId="0" animBg="1"/>
      <p:bldP spid="46" grpId="0" animBg="1"/>
      <p:bldP spid="47" grpId="0"/>
      <p:bldP spid="48" grpId="0" animBg="1"/>
      <p:bldP spid="49" grpId="0" animBg="1"/>
      <p:bldP spid="50" grpId="0"/>
      <p:bldP spid="51" grpId="0" animBg="1"/>
      <p:bldP spid="52" grpId="0" animBg="1"/>
      <p:bldP spid="53" grpId="0"/>
      <p:bldP spid="54" grpId="0" animBg="1"/>
      <p:bldP spid="55" grpId="0" animBg="1"/>
      <p:bldP spid="56" grpId="0" animBg="1"/>
      <p:bldP spid="57" grpId="0" animBg="1"/>
      <p:bldP spid="58" grpId="0" animBg="1"/>
      <p:bldP spid="59" grpId="0"/>
      <p:bldP spid="60" grpId="0" animBg="1"/>
      <p:bldP spid="61" grpId="0" animBg="1"/>
      <p:bldP spid="62" grpId="0" animBg="1"/>
      <p:bldP spid="63" grpId="0" animBg="1"/>
      <p:bldP spid="64" grpId="0" animBg="1"/>
      <p:bldP spid="65" grpId="0" animBg="1"/>
      <p:bldP spid="66" grpId="0"/>
      <p:bldP spid="67" grpId="0" animBg="1"/>
      <p:bldP spid="68" grpId="0" animBg="1"/>
      <p:bldP spid="69" grpId="0"/>
      <p:bldP spid="70" grpId="0" animBg="1"/>
      <p:bldP spid="71" grpId="0" animBg="1"/>
      <p:bldP spid="72" grpId="0"/>
      <p:bldP spid="73" grpId="0" animBg="1"/>
      <p:bldP spid="74" grpId="0" animBg="1"/>
      <p:bldP spid="75" grpId="0"/>
      <p:bldP spid="76" grpId="0" animBg="1"/>
      <p:bldP spid="77" grpId="0" animBg="1"/>
      <p:bldP spid="78" grpId="0"/>
      <p:bldP spid="79" grpId="0" animBg="1"/>
      <p:bldP spid="80" grpId="0" animBg="1"/>
      <p:bldP spid="81" grpId="0" animBg="1"/>
      <p:bldP spid="82" grpId="0" animBg="1"/>
      <p:bldP spid="83" grpId="0" animBg="1"/>
      <p:bldP spid="84" grpId="0"/>
      <p:bldP spid="85" grpId="0" animBg="1"/>
      <p:bldP spid="86" grpId="0" animBg="1"/>
      <p:bldP spid="87" grpId="0" animBg="1"/>
      <p:bldP spid="88" grpId="0" animBg="1"/>
      <p:bldP spid="89" grpId="0" animBg="1"/>
      <p:bldP spid="90" grpId="0" animBg="1"/>
      <p:bldP spid="91" grpId="0"/>
      <p:bldP spid="92" grpId="0" animBg="1"/>
      <p:bldP spid="93" grpId="0" animBg="1"/>
      <p:bldP spid="94" grpId="0"/>
      <p:bldP spid="95" grpId="0" animBg="1"/>
      <p:bldP spid="96" grpId="0" animBg="1"/>
      <p:bldP spid="97" grpId="0"/>
      <p:bldP spid="98" grpId="0" animBg="1"/>
      <p:bldP spid="99" grpId="0" animBg="1"/>
      <p:bldP spid="100" grpId="0"/>
      <p:bldP spid="101" grpId="0" animBg="1"/>
      <p:bldP spid="102" grpId="0" animBg="1"/>
      <p:bldP spid="103" grpId="0"/>
      <p:bldP spid="104" grpId="0" animBg="1"/>
      <p:bldP spid="105" grpId="0" animBg="1"/>
      <p:bldP spid="106" grpId="0" animBg="1"/>
      <p:bldP spid="107" grpId="0" animBg="1"/>
      <p:bldP spid="108" grpId="0" animBg="1"/>
      <p:bldP spid="109" grpId="0"/>
      <p:bldP spid="110" grpId="0" animBg="1"/>
      <p:bldP spid="111" grpId="0" animBg="1"/>
      <p:bldP spid="112" grpId="0" animBg="1"/>
      <p:bldP spid="113" grpId="0" animBg="1"/>
      <p:bldP spid="114" grpId="0"/>
      <p:bldP spid="115" grpId="0"/>
      <p:bldP spid="116" grpId="0" animBg="1"/>
      <p:bldP spid="117" grpId="0" animBg="1"/>
      <p:bldP spid="118" grpId="0" animBg="1"/>
      <p:bldP spid="119" grpId="0"/>
      <p:bldP spid="120" grpId="0" animBg="1"/>
      <p:bldP spid="121" grpId="0"/>
      <p:bldP spid="122" grpId="0" animBg="1"/>
      <p:bldP spid="123" grpId="0"/>
      <p:bldP spid="124" grpId="0"/>
      <p:bldP spid="125" grpId="0"/>
      <p:bldP spid="126" grpId="0"/>
      <p:bldP spid="127" grpId="0" animBg="1"/>
      <p:bldP spid="128" grpId="0" animBg="1"/>
      <p:bldP spid="129" grpId="0" animBg="1"/>
      <p:bldP spid="130" grpId="0"/>
      <p:bldP spid="131" grpId="0"/>
      <p:bldP spid="132" grpId="0" animBg="1"/>
      <p:bldP spid="133" grpId="0" animBg="1"/>
      <p:bldP spid="134" grpId="0" animBg="1"/>
      <p:bldP spid="135" grpId="0"/>
      <p:bldP spid="136" grpId="0" animBg="1"/>
      <p:bldP spid="137" grpId="0"/>
      <p:bldP spid="138" grpId="0" animBg="1"/>
      <p:bldP spid="139" grpId="0"/>
      <p:bldP spid="140" grpId="0"/>
      <p:bldP spid="141" grpId="0"/>
      <p:bldP spid="142" grpId="0"/>
      <p:bldP spid="143" grpId="0"/>
      <p:bldP spid="144" grpId="0"/>
      <p:bldP spid="144" grpId="1"/>
      <p:bldP spid="145" grpId="0" animBg="1"/>
      <p:bldP spid="145" grpId="1" animBg="1"/>
      <p:bldP spid="146" grpId="0"/>
      <p:bldP spid="146" grpId="1"/>
      <p:bldP spid="147" grpId="0"/>
      <p:bldP spid="147" grpId="1"/>
      <p:bldP spid="148" grpId="0"/>
      <p:bldP spid="148" grpId="1"/>
      <p:bldP spid="149" grpId="0" animBg="1"/>
      <p:bldP spid="149" grpId="1" animBg="1"/>
      <p:bldP spid="150" grpId="0"/>
      <p:bldP spid="150" grpId="1"/>
      <p:bldP spid="151" grpId="0"/>
      <p:bldP spid="151" grpId="1"/>
      <p:bldP spid="152" grpId="0"/>
      <p:bldP spid="152" grpId="1"/>
      <p:bldP spid="153" grpId="0" animBg="1"/>
      <p:bldP spid="153" grpId="1" animBg="1"/>
      <p:bldP spid="154" grpId="0"/>
      <p:bldP spid="154" grpId="1"/>
      <p:bldP spid="155" grpId="0"/>
      <p:bldP spid="155" grpId="1"/>
      <p:bldP spid="156" grpId="0"/>
      <p:bldP spid="156" grpId="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3</a:t>
            </a:r>
          </a:p>
        </p:txBody>
      </p:sp>
      <p:sp>
        <p:nvSpPr>
          <p:cNvPr id="4" name="!!rotulo"/>
          <p:cNvSpPr txBox="1"/>
          <p:nvPr/>
        </p:nvSpPr>
        <p:spPr>
          <a:xfrm>
            <a:off x="1149032" y="282141"/>
            <a:ext cx="1971865"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Verificación y validación</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Validación 2: la membrana de Cook y el bloqueo del Q4</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ok:c5ed7e3e80"/>
          <p:cNvSpPr/>
          <p:nvPr/>
        </p:nvSpPr>
        <p:spPr>
          <a:xfrm>
            <a:off x="565150" y="1270000"/>
            <a:ext cx="4572000" cy="3048000"/>
          </a:xfrm>
          <a:prstGeom prst="roundRect">
            <a:avLst>
              <a:gd name="adj" fmla="val 2916"/>
            </a:avLst>
          </a:prstGeom>
          <a:solidFill>
            <a:srgbClr val="2125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cook:e9b9116f7b">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65150" y="1270000"/>
            <a:ext cx="4572000" cy="3048000"/>
          </a:xfrm>
          <a:prstGeom prst="rect">
            <a:avLst/>
          </a:prstGeom>
        </p:spPr>
      </p:pic>
      <p:sp>
        <p:nvSpPr>
          <p:cNvPr id="14" name="!!cook:0050333816"/>
          <p:cNvSpPr txBox="1"/>
          <p:nvPr/>
        </p:nvSpPr>
        <p:spPr>
          <a:xfrm>
            <a:off x="539750" y="1373499"/>
            <a:ext cx="2336800" cy="205740"/>
          </a:xfrm>
          <a:prstGeom prst="rect">
            <a:avLst/>
          </a:prstGeom>
          <a:noFill/>
        </p:spPr>
        <p:txBody>
          <a:bodyPr wrap="square" lIns="0" rIns="0" tIns="0" bIns="0" anchor="t"/>
          <a:lstStyle/>
          <a:p>
            <a:pPr algn="ctr">
              <a:lnSpc>
                <a:spcPts val="1620"/>
              </a:lnSpc>
              <a:spcBef>
                <a:spcPts val="0"/>
              </a:spcBef>
              <a:spcAft>
                <a:spcPts val="0"/>
              </a:spcAft>
            </a:pPr>
            <a:r>
              <a:rPr sz="1350" b="1" i="0">
                <a:solidFill>
                  <a:srgbClr val="F1F3F5"/>
                </a:solidFill>
                <a:latin typeface="Calibri"/>
              </a:rPr>
              <a:t>Q4: sus bordes quedan rectos</a:t>
            </a:r>
          </a:p>
        </p:txBody>
      </p:sp>
      <p:sp>
        <p:nvSpPr>
          <p:cNvPr id="15" name="!!cook:78195e3500"/>
          <p:cNvSpPr txBox="1"/>
          <p:nvPr/>
        </p:nvSpPr>
        <p:spPr>
          <a:xfrm>
            <a:off x="2825750" y="1373499"/>
            <a:ext cx="2336800" cy="205740"/>
          </a:xfrm>
          <a:prstGeom prst="rect">
            <a:avLst/>
          </a:prstGeom>
          <a:noFill/>
        </p:spPr>
        <p:txBody>
          <a:bodyPr wrap="square" lIns="0" rIns="0" tIns="0" bIns="0" anchor="t"/>
          <a:lstStyle/>
          <a:p>
            <a:pPr algn="ctr">
              <a:lnSpc>
                <a:spcPts val="1620"/>
              </a:lnSpc>
              <a:spcBef>
                <a:spcPts val="0"/>
              </a:spcBef>
              <a:spcAft>
                <a:spcPts val="0"/>
              </a:spcAft>
            </a:pPr>
            <a:r>
              <a:rPr sz="1350" b="1" i="0">
                <a:solidFill>
                  <a:srgbClr val="F1F3F5"/>
                </a:solidFill>
                <a:latin typeface="Calibri"/>
              </a:rPr>
              <a:t>Q9: sus bordes se curvan</a:t>
            </a:r>
          </a:p>
        </p:txBody>
      </p:sp>
      <p:sp>
        <p:nvSpPr>
          <p:cNvPr id="16" name="!!cook:cd36303fd8"/>
          <p:cNvSpPr txBox="1"/>
          <p:nvPr/>
        </p:nvSpPr>
        <p:spPr>
          <a:xfrm>
            <a:off x="565150" y="4384707"/>
            <a:ext cx="4663440" cy="198438"/>
          </a:xfrm>
          <a:prstGeom prst="rect">
            <a:avLst/>
          </a:prstGeom>
          <a:noFill/>
        </p:spPr>
        <p:txBody>
          <a:bodyPr wrap="square" lIns="0" rIns="0" tIns="0" bIns="0" anchor="t"/>
          <a:lstStyle/>
          <a:p>
            <a:pPr algn="l">
              <a:lnSpc>
                <a:spcPts val="1562"/>
              </a:lnSpc>
              <a:spcBef>
                <a:spcPts val="0"/>
              </a:spcBef>
              <a:spcAft>
                <a:spcPts val="0"/>
              </a:spcAft>
            </a:pPr>
            <a:r>
              <a:rPr sz="1250" b="0" i="0">
                <a:solidFill>
                  <a:srgbClr val="3F4A5A"/>
                </a:solidFill>
                <a:latin typeface="Calibri"/>
              </a:rPr>
              <a:t>En flexión pura, el Q4 resulta demasiado rígido</a:t>
            </a:r>
          </a:p>
        </p:txBody>
      </p:sp>
      <p:sp>
        <p:nvSpPr>
          <p:cNvPr id="17" name="!!cook:6b50f2bf10"/>
          <p:cNvSpPr txBox="1"/>
          <p:nvPr/>
        </p:nvSpPr>
        <p:spPr>
          <a:xfrm>
            <a:off x="565150" y="4702207"/>
            <a:ext cx="4663440" cy="198438"/>
          </a:xfrm>
          <a:prstGeom prst="rect">
            <a:avLst/>
          </a:prstGeom>
          <a:noFill/>
        </p:spPr>
        <p:txBody>
          <a:bodyPr wrap="square" lIns="0" rIns="0" tIns="0" bIns="0" anchor="t"/>
          <a:lstStyle/>
          <a:p>
            <a:pPr algn="l">
              <a:lnSpc>
                <a:spcPts val="1562"/>
              </a:lnSpc>
              <a:spcBef>
                <a:spcPts val="0"/>
              </a:spcBef>
              <a:spcAft>
                <a:spcPts val="0"/>
              </a:spcAft>
            </a:pPr>
            <a:r>
              <a:rPr sz="1250" b="0" i="0">
                <a:solidFill>
                  <a:srgbClr val="3F4A5A"/>
                </a:solidFill>
                <a:latin typeface="Calibri"/>
              </a:rPr>
              <a:t>Contraste externo: Štembera y Füssl [26, p. 28], cuatro nodos</a:t>
            </a:r>
          </a:p>
        </p:txBody>
      </p:sp>
      <p:sp>
        <p:nvSpPr>
          <p:cNvPr id="18" name="!!cook:fa0d19a5f2"/>
          <p:cNvSpPr txBox="1"/>
          <p:nvPr/>
        </p:nvSpPr>
        <p:spPr>
          <a:xfrm>
            <a:off x="628650" y="5008816"/>
            <a:ext cx="1249362" cy="152400"/>
          </a:xfrm>
          <a:prstGeom prst="rect">
            <a:avLst/>
          </a:prstGeom>
          <a:noFill/>
        </p:spPr>
        <p:txBody>
          <a:bodyPr wrap="square" lIns="0" rIns="0" tIns="0" bIns="0" anchor="t"/>
          <a:lstStyle/>
          <a:p>
            <a:pPr algn="l">
              <a:lnSpc>
                <a:spcPts val="1200"/>
              </a:lnSpc>
              <a:spcBef>
                <a:spcPts val="0"/>
              </a:spcBef>
              <a:spcAft>
                <a:spcPts val="0"/>
              </a:spcAft>
            </a:pPr>
            <a:r>
              <a:rPr sz="1200" b="1" i="0">
                <a:solidFill>
                  <a:srgbClr val="5B6575"/>
                </a:solidFill>
                <a:latin typeface="Calibri"/>
              </a:rPr>
              <a:t>N</a:t>
            </a:r>
          </a:p>
        </p:txBody>
      </p:sp>
      <p:sp>
        <p:nvSpPr>
          <p:cNvPr id="19" name="!!cook:2370f48d73"/>
          <p:cNvSpPr txBox="1"/>
          <p:nvPr/>
        </p:nvSpPr>
        <p:spPr>
          <a:xfrm>
            <a:off x="1903412" y="5008816"/>
            <a:ext cx="572960" cy="152400"/>
          </a:xfrm>
          <a:prstGeom prst="rect">
            <a:avLst/>
          </a:prstGeom>
          <a:noFill/>
        </p:spPr>
        <p:txBody>
          <a:bodyPr wrap="square" lIns="0" rIns="0" tIns="0" bIns="0" anchor="t"/>
          <a:lstStyle/>
          <a:p>
            <a:pPr algn="r">
              <a:lnSpc>
                <a:spcPts val="1200"/>
              </a:lnSpc>
              <a:spcBef>
                <a:spcPts val="0"/>
              </a:spcBef>
              <a:spcAft>
                <a:spcPts val="0"/>
              </a:spcAft>
            </a:pPr>
            <a:r>
              <a:rPr sz="1200" b="1" i="0">
                <a:solidFill>
                  <a:srgbClr val="5B6575"/>
                </a:solidFill>
                <a:latin typeface="Calibri"/>
              </a:rPr>
              <a:t>2</a:t>
            </a:r>
          </a:p>
        </p:txBody>
      </p:sp>
      <p:sp>
        <p:nvSpPr>
          <p:cNvPr id="20" name="!!cook:1810cbe8c3"/>
          <p:cNvSpPr txBox="1"/>
          <p:nvPr/>
        </p:nvSpPr>
        <p:spPr>
          <a:xfrm>
            <a:off x="2552573" y="5008816"/>
            <a:ext cx="572960" cy="152400"/>
          </a:xfrm>
          <a:prstGeom prst="rect">
            <a:avLst/>
          </a:prstGeom>
          <a:noFill/>
        </p:spPr>
        <p:txBody>
          <a:bodyPr wrap="square" lIns="0" rIns="0" tIns="0" bIns="0" anchor="t"/>
          <a:lstStyle/>
          <a:p>
            <a:pPr algn="r">
              <a:lnSpc>
                <a:spcPts val="1200"/>
              </a:lnSpc>
              <a:spcBef>
                <a:spcPts val="0"/>
              </a:spcBef>
              <a:spcAft>
                <a:spcPts val="0"/>
              </a:spcAft>
            </a:pPr>
            <a:r>
              <a:rPr sz="1200" b="1" i="0">
                <a:solidFill>
                  <a:srgbClr val="5B6575"/>
                </a:solidFill>
                <a:latin typeface="Calibri"/>
              </a:rPr>
              <a:t>4</a:t>
            </a:r>
          </a:p>
        </p:txBody>
      </p:sp>
      <p:sp>
        <p:nvSpPr>
          <p:cNvPr id="21" name="!!cook:8ee8ae3434"/>
          <p:cNvSpPr txBox="1"/>
          <p:nvPr/>
        </p:nvSpPr>
        <p:spPr>
          <a:xfrm>
            <a:off x="3201797" y="5008816"/>
            <a:ext cx="572960" cy="152400"/>
          </a:xfrm>
          <a:prstGeom prst="rect">
            <a:avLst/>
          </a:prstGeom>
          <a:noFill/>
        </p:spPr>
        <p:txBody>
          <a:bodyPr wrap="square" lIns="0" rIns="0" tIns="0" bIns="0" anchor="t"/>
          <a:lstStyle/>
          <a:p>
            <a:pPr algn="r">
              <a:lnSpc>
                <a:spcPts val="1200"/>
              </a:lnSpc>
              <a:spcBef>
                <a:spcPts val="0"/>
              </a:spcBef>
              <a:spcAft>
                <a:spcPts val="0"/>
              </a:spcAft>
            </a:pPr>
            <a:r>
              <a:rPr sz="1200" b="1" i="0">
                <a:solidFill>
                  <a:srgbClr val="5B6575"/>
                </a:solidFill>
                <a:latin typeface="Calibri"/>
              </a:rPr>
              <a:t>8</a:t>
            </a:r>
          </a:p>
        </p:txBody>
      </p:sp>
      <p:sp>
        <p:nvSpPr>
          <p:cNvPr id="22" name="!!cook:edcbef218e"/>
          <p:cNvSpPr txBox="1"/>
          <p:nvPr/>
        </p:nvSpPr>
        <p:spPr>
          <a:xfrm>
            <a:off x="3850958" y="5008816"/>
            <a:ext cx="572960" cy="152400"/>
          </a:xfrm>
          <a:prstGeom prst="rect">
            <a:avLst/>
          </a:prstGeom>
          <a:noFill/>
        </p:spPr>
        <p:txBody>
          <a:bodyPr wrap="square" lIns="0" rIns="0" tIns="0" bIns="0" anchor="t"/>
          <a:lstStyle/>
          <a:p>
            <a:pPr algn="r">
              <a:lnSpc>
                <a:spcPts val="1200"/>
              </a:lnSpc>
              <a:spcBef>
                <a:spcPts val="0"/>
              </a:spcBef>
              <a:spcAft>
                <a:spcPts val="0"/>
              </a:spcAft>
            </a:pPr>
            <a:r>
              <a:rPr sz="1200" b="1" i="0">
                <a:solidFill>
                  <a:srgbClr val="5B6575"/>
                </a:solidFill>
                <a:latin typeface="Calibri"/>
              </a:rPr>
              <a:t>16</a:t>
            </a:r>
          </a:p>
        </p:txBody>
      </p:sp>
      <p:sp>
        <p:nvSpPr>
          <p:cNvPr id="23" name="!!cook:8d23c8c2dc"/>
          <p:cNvSpPr txBox="1"/>
          <p:nvPr/>
        </p:nvSpPr>
        <p:spPr>
          <a:xfrm>
            <a:off x="4500182" y="5008816"/>
            <a:ext cx="573468" cy="152400"/>
          </a:xfrm>
          <a:prstGeom prst="rect">
            <a:avLst/>
          </a:prstGeom>
          <a:noFill/>
        </p:spPr>
        <p:txBody>
          <a:bodyPr wrap="square" lIns="0" rIns="0" tIns="0" bIns="0" anchor="t"/>
          <a:lstStyle/>
          <a:p>
            <a:pPr algn="r">
              <a:lnSpc>
                <a:spcPts val="1200"/>
              </a:lnSpc>
              <a:spcBef>
                <a:spcPts val="0"/>
              </a:spcBef>
              <a:spcAft>
                <a:spcPts val="0"/>
              </a:spcAft>
            </a:pPr>
            <a:r>
              <a:rPr sz="1200" b="1" i="0">
                <a:solidFill>
                  <a:srgbClr val="5B6575"/>
                </a:solidFill>
                <a:latin typeface="Calibri"/>
              </a:rPr>
              <a:t>32</a:t>
            </a:r>
          </a:p>
        </p:txBody>
      </p:sp>
      <p:sp>
        <p:nvSpPr>
          <p:cNvPr id="24" name="!!cook:61e7e8ccb3"/>
          <p:cNvSpPr/>
          <p:nvPr/>
        </p:nvSpPr>
        <p:spPr>
          <a:xfrm>
            <a:off x="565150" y="5202238"/>
            <a:ext cx="1325562" cy="285750"/>
          </a:xfrm>
          <a:prstGeom prst="roundRect">
            <a:avLst>
              <a:gd name="adj" fmla="val 22222"/>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ok:bc849a8c70"/>
          <p:cNvSpPr txBox="1"/>
          <p:nvPr/>
        </p:nvSpPr>
        <p:spPr>
          <a:xfrm>
            <a:off x="628650" y="5253293"/>
            <a:ext cx="1249362" cy="193802"/>
          </a:xfrm>
          <a:prstGeom prst="rect">
            <a:avLst/>
          </a:prstGeom>
          <a:noFill/>
        </p:spPr>
        <p:txBody>
          <a:bodyPr wrap="square" lIns="0" rIns="0" tIns="0" bIns="0" anchor="t"/>
          <a:lstStyle/>
          <a:p>
            <a:pPr algn="l">
              <a:lnSpc>
                <a:spcPts val="1526"/>
              </a:lnSpc>
              <a:spcBef>
                <a:spcPts val="0"/>
              </a:spcBef>
              <a:spcAft>
                <a:spcPts val="0"/>
              </a:spcAft>
            </a:pPr>
            <a:r>
              <a:rPr sz="1250" b="1" i="0">
                <a:solidFill>
                  <a:srgbClr val="0A58CA"/>
                </a:solidFill>
                <a:latin typeface="Calibri"/>
              </a:rPr>
              <a:t>EduFEM, Q4</a:t>
            </a:r>
          </a:p>
        </p:txBody>
      </p:sp>
      <p:sp>
        <p:nvSpPr>
          <p:cNvPr id="26" name="!!cook:8aacb34aed"/>
          <p:cNvSpPr/>
          <p:nvPr/>
        </p:nvSpPr>
        <p:spPr>
          <a:xfrm>
            <a:off x="1890712" y="520223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ook:23ddd2f687"/>
          <p:cNvSpPr txBox="1"/>
          <p:nvPr/>
        </p:nvSpPr>
        <p:spPr>
          <a:xfrm>
            <a:off x="1903412" y="524595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11,845</a:t>
            </a:r>
          </a:p>
        </p:txBody>
      </p:sp>
      <p:sp>
        <p:nvSpPr>
          <p:cNvPr id="28" name="!!cook:61aa18e0bb"/>
          <p:cNvSpPr/>
          <p:nvPr/>
        </p:nvSpPr>
        <p:spPr>
          <a:xfrm>
            <a:off x="2539873" y="520223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ok:bc9ed4d853"/>
          <p:cNvSpPr txBox="1"/>
          <p:nvPr/>
        </p:nvSpPr>
        <p:spPr>
          <a:xfrm>
            <a:off x="2552573" y="524595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18,299</a:t>
            </a:r>
          </a:p>
        </p:txBody>
      </p:sp>
      <p:sp>
        <p:nvSpPr>
          <p:cNvPr id="30" name="!!cook:7568b52a87"/>
          <p:cNvSpPr/>
          <p:nvPr/>
        </p:nvSpPr>
        <p:spPr>
          <a:xfrm>
            <a:off x="3189097" y="520223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ook:62ed377bbc"/>
          <p:cNvSpPr txBox="1"/>
          <p:nvPr/>
        </p:nvSpPr>
        <p:spPr>
          <a:xfrm>
            <a:off x="3201797" y="524595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22,079</a:t>
            </a:r>
          </a:p>
        </p:txBody>
      </p:sp>
      <p:sp>
        <p:nvSpPr>
          <p:cNvPr id="32" name="!!cook:26b036b248"/>
          <p:cNvSpPr/>
          <p:nvPr/>
        </p:nvSpPr>
        <p:spPr>
          <a:xfrm>
            <a:off x="3838258" y="520223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ook:05f22ba383"/>
          <p:cNvSpPr txBox="1"/>
          <p:nvPr/>
        </p:nvSpPr>
        <p:spPr>
          <a:xfrm>
            <a:off x="3850958" y="524595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23,430</a:t>
            </a:r>
          </a:p>
        </p:txBody>
      </p:sp>
      <p:sp>
        <p:nvSpPr>
          <p:cNvPr id="34" name="!!cook:8d3665c925"/>
          <p:cNvSpPr/>
          <p:nvPr/>
        </p:nvSpPr>
        <p:spPr>
          <a:xfrm>
            <a:off x="4487482" y="5202238"/>
            <a:ext cx="649668" cy="285750"/>
          </a:xfrm>
          <a:prstGeom prst="roundRect">
            <a:avLst>
              <a:gd name="adj" fmla="val 22222"/>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ook:9c0cbca5b9"/>
          <p:cNvSpPr txBox="1"/>
          <p:nvPr/>
        </p:nvSpPr>
        <p:spPr>
          <a:xfrm>
            <a:off x="4500182" y="5245955"/>
            <a:ext cx="573468"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23,818</a:t>
            </a:r>
          </a:p>
        </p:txBody>
      </p:sp>
      <p:sp>
        <p:nvSpPr>
          <p:cNvPr id="36" name="!!cook:785b635b62"/>
          <p:cNvSpPr/>
          <p:nvPr/>
        </p:nvSpPr>
        <p:spPr>
          <a:xfrm>
            <a:off x="565150" y="5513388"/>
            <a:ext cx="1325562" cy="285750"/>
          </a:xfrm>
          <a:prstGeom prst="roundRect">
            <a:avLst>
              <a:gd name="adj" fmla="val 22222"/>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ook:25911d7da3"/>
          <p:cNvSpPr txBox="1"/>
          <p:nvPr/>
        </p:nvSpPr>
        <p:spPr>
          <a:xfrm>
            <a:off x="628650" y="5564443"/>
            <a:ext cx="1249362" cy="193802"/>
          </a:xfrm>
          <a:prstGeom prst="rect">
            <a:avLst/>
          </a:prstGeom>
          <a:noFill/>
        </p:spPr>
        <p:txBody>
          <a:bodyPr wrap="square" lIns="0" rIns="0" tIns="0" bIns="0" anchor="t"/>
          <a:lstStyle/>
          <a:p>
            <a:pPr algn="l">
              <a:lnSpc>
                <a:spcPts val="1526"/>
              </a:lnSpc>
              <a:spcBef>
                <a:spcPts val="0"/>
              </a:spcBef>
              <a:spcAft>
                <a:spcPts val="0"/>
              </a:spcAft>
            </a:pPr>
            <a:r>
              <a:rPr sz="1250" b="1" i="0">
                <a:solidFill>
                  <a:srgbClr val="1F2937"/>
                </a:solidFill>
                <a:latin typeface="Calibri"/>
              </a:rPr>
              <a:t>Štembera y Füssl</a:t>
            </a:r>
          </a:p>
        </p:txBody>
      </p:sp>
      <p:sp>
        <p:nvSpPr>
          <p:cNvPr id="38" name="!!cook:b1f6f379f1"/>
          <p:cNvSpPr/>
          <p:nvPr/>
        </p:nvSpPr>
        <p:spPr>
          <a:xfrm>
            <a:off x="1890712" y="551338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ook:601ca28bbe"/>
          <p:cNvSpPr txBox="1"/>
          <p:nvPr/>
        </p:nvSpPr>
        <p:spPr>
          <a:xfrm>
            <a:off x="1903412" y="555710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11,845</a:t>
            </a:r>
          </a:p>
        </p:txBody>
      </p:sp>
      <p:sp>
        <p:nvSpPr>
          <p:cNvPr id="40" name="!!cook:11f632c913"/>
          <p:cNvSpPr/>
          <p:nvPr/>
        </p:nvSpPr>
        <p:spPr>
          <a:xfrm>
            <a:off x="2539873" y="551338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ook:280a8d96c5"/>
          <p:cNvSpPr txBox="1"/>
          <p:nvPr/>
        </p:nvSpPr>
        <p:spPr>
          <a:xfrm>
            <a:off x="2552573" y="555710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18,299</a:t>
            </a:r>
          </a:p>
        </p:txBody>
      </p:sp>
      <p:sp>
        <p:nvSpPr>
          <p:cNvPr id="42" name="!!cook:277ade77b9"/>
          <p:cNvSpPr/>
          <p:nvPr/>
        </p:nvSpPr>
        <p:spPr>
          <a:xfrm>
            <a:off x="3189097" y="551338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ook:67af514827"/>
          <p:cNvSpPr txBox="1"/>
          <p:nvPr/>
        </p:nvSpPr>
        <p:spPr>
          <a:xfrm>
            <a:off x="3201797" y="555710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22,079</a:t>
            </a:r>
          </a:p>
        </p:txBody>
      </p:sp>
      <p:sp>
        <p:nvSpPr>
          <p:cNvPr id="44" name="!!cook:881f9285b6"/>
          <p:cNvSpPr/>
          <p:nvPr/>
        </p:nvSpPr>
        <p:spPr>
          <a:xfrm>
            <a:off x="3838258" y="5513388"/>
            <a:ext cx="649160" cy="28575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ook:d1360a8999"/>
          <p:cNvSpPr txBox="1"/>
          <p:nvPr/>
        </p:nvSpPr>
        <p:spPr>
          <a:xfrm>
            <a:off x="3850958" y="5557105"/>
            <a:ext cx="572960"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23,430</a:t>
            </a:r>
          </a:p>
        </p:txBody>
      </p:sp>
      <p:sp>
        <p:nvSpPr>
          <p:cNvPr id="46" name="!!cook:35e1406fc4"/>
          <p:cNvSpPr/>
          <p:nvPr/>
        </p:nvSpPr>
        <p:spPr>
          <a:xfrm>
            <a:off x="4487482" y="5513388"/>
            <a:ext cx="649668" cy="285750"/>
          </a:xfrm>
          <a:prstGeom prst="roundRect">
            <a:avLst>
              <a:gd name="adj" fmla="val 22222"/>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ook:dd893f0adf"/>
          <p:cNvSpPr txBox="1"/>
          <p:nvPr/>
        </p:nvSpPr>
        <p:spPr>
          <a:xfrm>
            <a:off x="4500182" y="5557105"/>
            <a:ext cx="573468" cy="209296"/>
          </a:xfrm>
          <a:prstGeom prst="rect">
            <a:avLst/>
          </a:prstGeom>
          <a:noFill/>
        </p:spPr>
        <p:txBody>
          <a:bodyPr wrap="square" lIns="0" rIns="0" tIns="0" bIns="0" anchor="t"/>
          <a:lstStyle/>
          <a:p>
            <a:pPr algn="r">
              <a:lnSpc>
                <a:spcPts val="1648"/>
              </a:lnSpc>
              <a:spcBef>
                <a:spcPts val="0"/>
              </a:spcBef>
              <a:spcAft>
                <a:spcPts val="0"/>
              </a:spcAft>
            </a:pPr>
            <a:r>
              <a:rPr sz="1350" b="1" i="0">
                <a:solidFill>
                  <a:srgbClr val="198754"/>
                </a:solidFill>
                <a:latin typeface="Calibri"/>
              </a:rPr>
              <a:t>23,818</a:t>
            </a:r>
          </a:p>
        </p:txBody>
      </p:sp>
      <p:sp>
        <p:nvSpPr>
          <p:cNvPr id="48" name="!!cook:ea318d893a"/>
          <p:cNvSpPr txBox="1"/>
          <p:nvPr/>
        </p:nvSpPr>
        <p:spPr>
          <a:xfrm>
            <a:off x="761873" y="5867311"/>
            <a:ext cx="4462780" cy="213360"/>
          </a:xfrm>
          <a:prstGeom prst="rect">
            <a:avLst/>
          </a:prstGeom>
          <a:noFill/>
        </p:spPr>
        <p:txBody>
          <a:bodyPr wrap="square" lIns="0" rIns="0" tIns="0" bIns="0" anchor="t"/>
          <a:lstStyle/>
          <a:p>
            <a:pPr algn="l">
              <a:lnSpc>
                <a:spcPts val="1680"/>
              </a:lnSpc>
              <a:spcBef>
                <a:spcPts val="0"/>
              </a:spcBef>
              <a:spcAft>
                <a:spcPts val="0"/>
              </a:spcAft>
            </a:pPr>
            <a:r>
              <a:rPr sz="1400" b="1" i="0">
                <a:solidFill>
                  <a:srgbClr val="198754"/>
                </a:solidFill>
                <a:latin typeface="Calibri"/>
              </a:rPr>
              <a:t>Los mismos valores, hasta la última cifra publicada</a:t>
            </a:r>
          </a:p>
        </p:txBody>
      </p:sp>
      <p:sp>
        <p:nvSpPr>
          <p:cNvPr id="49" name="!!cook:8909c14038"/>
          <p:cNvSpPr txBox="1"/>
          <p:nvPr/>
        </p:nvSpPr>
        <p:spPr>
          <a:xfrm>
            <a:off x="565150" y="5867311"/>
            <a:ext cx="184023" cy="213360"/>
          </a:xfrm>
          <a:prstGeom prst="rect">
            <a:avLst/>
          </a:prstGeom>
          <a:noFill/>
        </p:spPr>
        <p:txBody>
          <a:bodyPr wrap="square" lIns="0" rIns="0" tIns="0" bIns="0" anchor="t"/>
          <a:lstStyle/>
          <a:p>
            <a:pPr algn="l">
              <a:lnSpc>
                <a:spcPts val="1680"/>
              </a:lnSpc>
              <a:spcBef>
                <a:spcPts val="0"/>
              </a:spcBef>
              <a:spcAft>
                <a:spcPts val="0"/>
              </a:spcAft>
            </a:pPr>
            <a:r>
              <a:rPr sz="1400" b="1" i="0">
                <a:solidFill>
                  <a:srgbClr val="198754"/>
                </a:solidFill>
                <a:latin typeface="Calibri"/>
              </a:rPr>
              <a:t>✓</a:t>
            </a:r>
          </a:p>
        </p:txBody>
      </p:sp>
      <p:sp>
        <p:nvSpPr>
          <p:cNvPr id="50" name="!!cook:2e217043be"/>
          <p:cNvSpPr/>
          <p:nvPr/>
        </p:nvSpPr>
        <p:spPr>
          <a:xfrm>
            <a:off x="568325" y="1273175"/>
            <a:ext cx="4565650" cy="4057650"/>
          </a:xfrm>
          <a:prstGeom prst="roundRect">
            <a:avLst>
              <a:gd name="adj" fmla="val 2112"/>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cook:aad375e99d" descr="fe53bb13d524a5dd.png"/>
          <p:cNvPicPr>
            <a:picLocks noChangeAspect="1"/>
          </p:cNvPicPr>
          <p:nvPr/>
        </p:nvPicPr>
        <p:blipFill>
          <a:blip r:embed="rId5"/>
          <a:stretch>
            <a:fillRect/>
          </a:stretch>
        </p:blipFill>
        <p:spPr>
          <a:xfrm>
            <a:off x="571500" y="1276350"/>
            <a:ext cx="4559300" cy="4051300"/>
          </a:xfrm>
          <a:prstGeom prst="rect">
            <a:avLst/>
          </a:prstGeom>
        </p:spPr>
      </p:pic>
      <p:sp>
        <p:nvSpPr>
          <p:cNvPr id="52" name="!!cook:a090c2fcae"/>
          <p:cNvSpPr txBox="1"/>
          <p:nvPr/>
        </p:nvSpPr>
        <p:spPr>
          <a:xfrm>
            <a:off x="3785870" y="4109695"/>
            <a:ext cx="1205230" cy="251460"/>
          </a:xfrm>
          <a:prstGeom prst="rect">
            <a:avLst/>
          </a:prstGeom>
          <a:noFill/>
        </p:spPr>
        <p:txBody>
          <a:bodyPr wrap="square" lIns="0" rIns="0" tIns="0" bIns="0" anchor="t"/>
          <a:lstStyle/>
          <a:p>
            <a:pPr algn="r">
              <a:lnSpc>
                <a:spcPts val="1980"/>
              </a:lnSpc>
              <a:spcBef>
                <a:spcPts val="0"/>
              </a:spcBef>
              <a:spcAft>
                <a:spcPts val="0"/>
              </a:spcAft>
            </a:pPr>
            <a:r>
              <a:rPr sz="1800" b="1" i="0">
                <a:solidFill>
                  <a:srgbClr val="B4500A"/>
                </a:solidFill>
                <a:latin typeface="Calibri"/>
              </a:rPr>
              <a:t>Q9 · N = 8</a:t>
            </a:r>
          </a:p>
        </p:txBody>
      </p:sp>
      <p:sp>
        <p:nvSpPr>
          <p:cNvPr id="53" name="!!cook:edb05cd3fc"/>
          <p:cNvSpPr txBox="1"/>
          <p:nvPr/>
        </p:nvSpPr>
        <p:spPr>
          <a:xfrm>
            <a:off x="3785870" y="4379925"/>
            <a:ext cx="1205230" cy="198120"/>
          </a:xfrm>
          <a:prstGeom prst="rect">
            <a:avLst/>
          </a:prstGeom>
          <a:noFill/>
        </p:spPr>
        <p:txBody>
          <a:bodyPr wrap="square" lIns="0" rIns="0" tIns="0" bIns="0" anchor="t"/>
          <a:lstStyle/>
          <a:p>
            <a:pPr algn="r">
              <a:lnSpc>
                <a:spcPts val="1560"/>
              </a:lnSpc>
              <a:spcBef>
                <a:spcPts val="0"/>
              </a:spcBef>
              <a:spcAft>
                <a:spcPts val="0"/>
              </a:spcAft>
            </a:pPr>
            <a:r>
              <a:rPr sz="1300" b="1" i="0">
                <a:solidFill>
                  <a:srgbClr val="3F4A5A"/>
                </a:solidFill>
                <a:latin typeface="Calibri"/>
              </a:rPr>
              <a:t>578 GDL</a:t>
            </a:r>
          </a:p>
        </p:txBody>
      </p:sp>
      <p:sp>
        <p:nvSpPr>
          <p:cNvPr id="54" name="!!cook:1efda8e033"/>
          <p:cNvSpPr txBox="1"/>
          <p:nvPr/>
        </p:nvSpPr>
        <p:spPr>
          <a:xfrm>
            <a:off x="3785870" y="4660887"/>
            <a:ext cx="1205230" cy="265430"/>
          </a:xfrm>
          <a:prstGeom prst="rect">
            <a:avLst/>
          </a:prstGeom>
          <a:noFill/>
        </p:spPr>
        <p:txBody>
          <a:bodyPr wrap="square" lIns="0" rIns="0" tIns="0" bIns="0" anchor="t"/>
          <a:lstStyle/>
          <a:p>
            <a:pPr algn="r">
              <a:lnSpc>
                <a:spcPts val="2090"/>
              </a:lnSpc>
              <a:spcBef>
                <a:spcPts val="0"/>
              </a:spcBef>
              <a:spcAft>
                <a:spcPts val="0"/>
              </a:spcAft>
            </a:pPr>
            <a:r>
              <a:rPr sz="1900" b="1" i="0">
                <a:solidFill>
                  <a:srgbClr val="1F2937"/>
                </a:solidFill>
                <a:latin typeface="Calibri"/>
              </a:rPr>
              <a:t>u</a:t>
            </a:r>
            <a:r>
              <a:rPr sz="1900" b="1" i="0" baseline="-25000">
                <a:solidFill>
                  <a:srgbClr val="1F2937"/>
                </a:solidFill>
                <a:latin typeface="Calibri"/>
              </a:rPr>
              <a:t>y</a:t>
            </a:r>
            <a:r>
              <a:rPr sz="1900" b="1" i="0">
                <a:solidFill>
                  <a:srgbClr val="1F2937"/>
                </a:solidFill>
                <a:latin typeface="Calibri"/>
              </a:rPr>
              <a:t> = 23,925</a:t>
            </a:r>
          </a:p>
        </p:txBody>
      </p:sp>
      <p:sp>
        <p:nvSpPr>
          <p:cNvPr id="55" name="!!cook:379c661ac5"/>
          <p:cNvSpPr txBox="1"/>
          <p:nvPr/>
        </p:nvSpPr>
        <p:spPr>
          <a:xfrm>
            <a:off x="3785870" y="5002720"/>
            <a:ext cx="1205230" cy="209550"/>
          </a:xfrm>
          <a:prstGeom prst="rect">
            <a:avLst/>
          </a:prstGeom>
          <a:noFill/>
        </p:spPr>
        <p:txBody>
          <a:bodyPr wrap="square" lIns="0" rIns="0" tIns="0" bIns="0" anchor="t"/>
          <a:lstStyle/>
          <a:p>
            <a:pPr algn="r">
              <a:lnSpc>
                <a:spcPts val="1650"/>
              </a:lnSpc>
              <a:spcBef>
                <a:spcPts val="0"/>
              </a:spcBef>
              <a:spcAft>
                <a:spcPts val="0"/>
              </a:spcAft>
            </a:pPr>
            <a:r>
              <a:rPr sz="1500" b="1" i="0">
                <a:solidFill>
                  <a:srgbClr val="B4500A"/>
                </a:solidFill>
                <a:latin typeface="Calibri"/>
              </a:rPr>
              <a:t>error −0,144 %</a:t>
            </a:r>
          </a:p>
        </p:txBody>
      </p:sp>
      <p:sp>
        <p:nvSpPr>
          <p:cNvPr id="56" name="!!cook:44692ac1d7"/>
          <p:cNvSpPr/>
          <p:nvPr/>
        </p:nvSpPr>
        <p:spPr>
          <a:xfrm>
            <a:off x="565150" y="5422900"/>
            <a:ext cx="4572000" cy="901700"/>
          </a:xfrm>
          <a:prstGeom prst="roundRect">
            <a:avLst>
              <a:gd name="adj" fmla="val 9859"/>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ook:44692ac1d7·2"/>
          <p:cNvSpPr/>
          <p:nvPr/>
        </p:nvSpPr>
        <p:spPr>
          <a:xfrm>
            <a:off x="565150" y="5422900"/>
            <a:ext cx="457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ook:44692ac1d7·3"/>
          <p:cNvSpPr/>
          <p:nvPr/>
        </p:nvSpPr>
        <p:spPr>
          <a:xfrm>
            <a:off x="5130800" y="5422900"/>
            <a:ext cx="6350" cy="90170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ook:44692ac1d7·4"/>
          <p:cNvSpPr/>
          <p:nvPr/>
        </p:nvSpPr>
        <p:spPr>
          <a:xfrm>
            <a:off x="565150" y="6318250"/>
            <a:ext cx="457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ook:44692ac1d7·5"/>
          <p:cNvSpPr/>
          <p:nvPr/>
        </p:nvSpPr>
        <p:spPr>
          <a:xfrm>
            <a:off x="565150" y="5422900"/>
            <a:ext cx="50800" cy="901700"/>
          </a:xfrm>
          <a:prstGeom prst="rect">
            <a:avLst/>
          </a:prstGeom>
          <a:solidFill>
            <a:srgbClr val="B450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ook:8f8e0d9022"/>
          <p:cNvSpPr txBox="1"/>
          <p:nvPr/>
        </p:nvSpPr>
        <p:spPr>
          <a:xfrm>
            <a:off x="768350" y="5519204"/>
            <a:ext cx="4294251" cy="232410"/>
          </a:xfrm>
          <a:prstGeom prst="rect">
            <a:avLst/>
          </a:prstGeom>
          <a:noFill/>
        </p:spPr>
        <p:txBody>
          <a:bodyPr wrap="square" lIns="0" rIns="0" tIns="0" bIns="0" anchor="t"/>
          <a:lstStyle/>
          <a:p>
            <a:pPr algn="l">
              <a:lnSpc>
                <a:spcPts val="1830"/>
              </a:lnSpc>
              <a:spcBef>
                <a:spcPts val="0"/>
              </a:spcBef>
              <a:spcAft>
                <a:spcPts val="0"/>
              </a:spcAft>
            </a:pPr>
            <a:r>
              <a:rPr sz="1500" b="1" i="0">
                <a:solidFill>
                  <a:srgbClr val="B4500A"/>
                </a:solidFill>
                <a:latin typeface="Calibri"/>
              </a:rPr>
              <a:t>Q9</a:t>
            </a:r>
            <a:r>
              <a:rPr sz="1500" b="0" i="0">
                <a:solidFill>
                  <a:srgbClr val="1F2937"/>
                </a:solidFill>
                <a:latin typeface="Calibri"/>
              </a:rPr>
              <a:t>: con N = 8, error de</a:t>
            </a:r>
            <a:r>
              <a:rPr sz="1500" b="1" i="0">
                <a:solidFill>
                  <a:srgbClr val="B4500A"/>
                </a:solidFill>
                <a:latin typeface="Calibri"/>
              </a:rPr>
              <a:t> 0,144 %</a:t>
            </a:r>
            <a:r>
              <a:rPr sz="1250" b="0" i="0">
                <a:solidFill>
                  <a:srgbClr val="5B6575"/>
                </a:solidFill>
                <a:latin typeface="Calibri"/>
              </a:rPr>
              <a:t> (umbral 1,5 %)</a:t>
            </a:r>
          </a:p>
        </p:txBody>
      </p:sp>
      <p:sp>
        <p:nvSpPr>
          <p:cNvPr id="62" name="!!cook:a7d734dd0f"/>
          <p:cNvSpPr txBox="1"/>
          <p:nvPr/>
        </p:nvSpPr>
        <p:spPr>
          <a:xfrm>
            <a:off x="768350" y="5803233"/>
            <a:ext cx="4294251" cy="428625"/>
          </a:xfrm>
          <a:prstGeom prst="rect">
            <a:avLst/>
          </a:prstGeom>
          <a:noFill/>
        </p:spPr>
        <p:txBody>
          <a:bodyPr wrap="square" lIns="0" rIns="0" tIns="0" bIns="0" anchor="t"/>
          <a:lstStyle/>
          <a:p>
            <a:pPr algn="l">
              <a:lnSpc>
                <a:spcPts val="1688"/>
              </a:lnSpc>
              <a:spcBef>
                <a:spcPts val="0"/>
              </a:spcBef>
              <a:spcAft>
                <a:spcPts val="0"/>
              </a:spcAft>
            </a:pPr>
            <a:r>
              <a:rPr sz="1350" b="0" i="0">
                <a:solidFill>
                  <a:srgbClr val="3F4A5A"/>
                </a:solidFill>
                <a:latin typeface="Calibri"/>
              </a:rPr>
              <a:t>Con 578 GDL, su error es</a:t>
            </a:r>
            <a:r>
              <a:rPr sz="1350" b="1" i="0">
                <a:solidFill>
                  <a:srgbClr val="B4500A"/>
                </a:solidFill>
                <a:latin typeface="Calibri"/>
              </a:rPr>
              <a:t> más de diez veces menor</a:t>
            </a:r>
            <a:r>
              <a:rPr sz="1350" b="0" i="0">
                <a:solidFill>
                  <a:srgbClr val="3F4A5A"/>
                </a:solidFill>
                <a:latin typeface="Calibri"/>
              </a:rPr>
              <a:t> que el</a:t>
            </a:r>
            <a:br/>
            <a:r>
              <a:rPr sz="1350" b="0" i="0">
                <a:solidFill>
                  <a:srgbClr val="3F4A5A"/>
                </a:solidFill>
                <a:latin typeface="Calibri"/>
              </a:rPr>
              <a:t>del Q4 (−0,144 % frente a −2,210 %)</a:t>
            </a:r>
          </a:p>
        </p:txBody>
      </p:sp>
      <p:pic>
        <p:nvPicPr>
          <p:cNvPr id="63" name="!!cook:61354b6150" descr="3999b5323c4a7ee6.png"/>
          <p:cNvPicPr>
            <a:picLocks noChangeAspect="1"/>
          </p:cNvPicPr>
          <p:nvPr/>
        </p:nvPicPr>
        <p:blipFill>
          <a:blip r:embed="rId6"/>
          <a:stretch>
            <a:fillRect/>
          </a:stretch>
        </p:blipFill>
        <p:spPr>
          <a:xfrm>
            <a:off x="571500" y="1276350"/>
            <a:ext cx="4559300" cy="4051300"/>
          </a:xfrm>
          <a:prstGeom prst="rect">
            <a:avLst/>
          </a:prstGeom>
        </p:spPr>
      </p:pic>
      <p:sp>
        <p:nvSpPr>
          <p:cNvPr id="64" name="!!cook:6d54987735"/>
          <p:cNvSpPr txBox="1"/>
          <p:nvPr/>
        </p:nvSpPr>
        <p:spPr>
          <a:xfrm>
            <a:off x="3785870" y="4109695"/>
            <a:ext cx="1205230" cy="251460"/>
          </a:xfrm>
          <a:prstGeom prst="rect">
            <a:avLst/>
          </a:prstGeom>
          <a:noFill/>
        </p:spPr>
        <p:txBody>
          <a:bodyPr wrap="square" lIns="0" rIns="0" tIns="0" bIns="0" anchor="t"/>
          <a:lstStyle/>
          <a:p>
            <a:pPr algn="r">
              <a:lnSpc>
                <a:spcPts val="1980"/>
              </a:lnSpc>
              <a:spcBef>
                <a:spcPts val="0"/>
              </a:spcBef>
              <a:spcAft>
                <a:spcPts val="0"/>
              </a:spcAft>
            </a:pPr>
            <a:r>
              <a:rPr sz="1800" b="1" i="0">
                <a:solidFill>
                  <a:srgbClr val="0A58CA"/>
                </a:solidFill>
                <a:latin typeface="Calibri"/>
              </a:rPr>
              <a:t>Q4 · N = 32</a:t>
            </a:r>
          </a:p>
        </p:txBody>
      </p:sp>
      <p:sp>
        <p:nvSpPr>
          <p:cNvPr id="65" name="!!cook:dfd7d83fd4"/>
          <p:cNvSpPr txBox="1"/>
          <p:nvPr/>
        </p:nvSpPr>
        <p:spPr>
          <a:xfrm>
            <a:off x="3785870" y="4379925"/>
            <a:ext cx="1205230" cy="198120"/>
          </a:xfrm>
          <a:prstGeom prst="rect">
            <a:avLst/>
          </a:prstGeom>
          <a:noFill/>
        </p:spPr>
        <p:txBody>
          <a:bodyPr wrap="square" lIns="0" rIns="0" tIns="0" bIns="0" anchor="t"/>
          <a:lstStyle/>
          <a:p>
            <a:pPr algn="r">
              <a:lnSpc>
                <a:spcPts val="1560"/>
              </a:lnSpc>
              <a:spcBef>
                <a:spcPts val="0"/>
              </a:spcBef>
              <a:spcAft>
                <a:spcPts val="0"/>
              </a:spcAft>
            </a:pPr>
            <a:r>
              <a:rPr sz="1300" b="1" i="0">
                <a:solidFill>
                  <a:srgbClr val="3F4A5A"/>
                </a:solidFill>
                <a:latin typeface="Calibri"/>
              </a:rPr>
              <a:t>2178 GDL</a:t>
            </a:r>
          </a:p>
        </p:txBody>
      </p:sp>
      <p:sp>
        <p:nvSpPr>
          <p:cNvPr id="66" name="!!cook:671ae58ed8"/>
          <p:cNvSpPr txBox="1"/>
          <p:nvPr/>
        </p:nvSpPr>
        <p:spPr>
          <a:xfrm>
            <a:off x="3785870" y="4660887"/>
            <a:ext cx="1205230" cy="265430"/>
          </a:xfrm>
          <a:prstGeom prst="rect">
            <a:avLst/>
          </a:prstGeom>
          <a:noFill/>
        </p:spPr>
        <p:txBody>
          <a:bodyPr wrap="square" lIns="0" rIns="0" tIns="0" bIns="0" anchor="t"/>
          <a:lstStyle/>
          <a:p>
            <a:pPr algn="r">
              <a:lnSpc>
                <a:spcPts val="2090"/>
              </a:lnSpc>
              <a:spcBef>
                <a:spcPts val="0"/>
              </a:spcBef>
              <a:spcAft>
                <a:spcPts val="0"/>
              </a:spcAft>
            </a:pPr>
            <a:r>
              <a:rPr sz="1900" b="1" i="0">
                <a:solidFill>
                  <a:srgbClr val="1F2937"/>
                </a:solidFill>
                <a:latin typeface="Calibri"/>
              </a:rPr>
              <a:t>u</a:t>
            </a:r>
            <a:r>
              <a:rPr sz="1900" b="1" i="0" baseline="-25000">
                <a:solidFill>
                  <a:srgbClr val="1F2937"/>
                </a:solidFill>
                <a:latin typeface="Calibri"/>
              </a:rPr>
              <a:t>y</a:t>
            </a:r>
            <a:r>
              <a:rPr sz="1900" b="1" i="0">
                <a:solidFill>
                  <a:srgbClr val="1F2937"/>
                </a:solidFill>
                <a:latin typeface="Calibri"/>
              </a:rPr>
              <a:t> = 23,818</a:t>
            </a:r>
          </a:p>
        </p:txBody>
      </p:sp>
      <p:sp>
        <p:nvSpPr>
          <p:cNvPr id="67" name="!!cook:63470d8404"/>
          <p:cNvSpPr txBox="1"/>
          <p:nvPr/>
        </p:nvSpPr>
        <p:spPr>
          <a:xfrm>
            <a:off x="3785870" y="5002720"/>
            <a:ext cx="1205230" cy="209550"/>
          </a:xfrm>
          <a:prstGeom prst="rect">
            <a:avLst/>
          </a:prstGeom>
          <a:noFill/>
        </p:spPr>
        <p:txBody>
          <a:bodyPr wrap="square" lIns="0" rIns="0" tIns="0" bIns="0" anchor="t"/>
          <a:lstStyle/>
          <a:p>
            <a:pPr algn="r">
              <a:lnSpc>
                <a:spcPts val="1650"/>
              </a:lnSpc>
              <a:spcBef>
                <a:spcPts val="0"/>
              </a:spcBef>
              <a:spcAft>
                <a:spcPts val="0"/>
              </a:spcAft>
            </a:pPr>
            <a:r>
              <a:rPr sz="1500" b="1" i="0">
                <a:solidFill>
                  <a:srgbClr val="0A58CA"/>
                </a:solidFill>
                <a:latin typeface="Calibri"/>
              </a:rPr>
              <a:t>error −0,594 %</a:t>
            </a:r>
          </a:p>
        </p:txBody>
      </p:sp>
      <p:sp>
        <p:nvSpPr>
          <p:cNvPr id="68" name="!!cook:27159b337e"/>
          <p:cNvSpPr/>
          <p:nvPr/>
        </p:nvSpPr>
        <p:spPr>
          <a:xfrm>
            <a:off x="565150" y="5422900"/>
            <a:ext cx="4572000" cy="901700"/>
          </a:xfrm>
          <a:prstGeom prst="roundRect">
            <a:avLst>
              <a:gd name="adj" fmla="val 9859"/>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ook:27159b337e·2"/>
          <p:cNvSpPr/>
          <p:nvPr/>
        </p:nvSpPr>
        <p:spPr>
          <a:xfrm>
            <a:off x="565150" y="5422900"/>
            <a:ext cx="457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ook:27159b337e·3"/>
          <p:cNvSpPr/>
          <p:nvPr/>
        </p:nvSpPr>
        <p:spPr>
          <a:xfrm>
            <a:off x="5130800" y="5422900"/>
            <a:ext cx="6350" cy="90170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ook:27159b337e·4"/>
          <p:cNvSpPr/>
          <p:nvPr/>
        </p:nvSpPr>
        <p:spPr>
          <a:xfrm>
            <a:off x="565150" y="6318250"/>
            <a:ext cx="45720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ook:27159b337e·5"/>
          <p:cNvSpPr/>
          <p:nvPr/>
        </p:nvSpPr>
        <p:spPr>
          <a:xfrm>
            <a:off x="565150" y="5422900"/>
            <a:ext cx="50800" cy="901700"/>
          </a:xfrm>
          <a:prstGeom prst="rect">
            <a:avLst/>
          </a:prstGeom>
          <a:solidFill>
            <a:srgbClr val="0A5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ook:fd950745fa"/>
          <p:cNvSpPr txBox="1"/>
          <p:nvPr/>
        </p:nvSpPr>
        <p:spPr>
          <a:xfrm>
            <a:off x="768350" y="5519204"/>
            <a:ext cx="4294251" cy="232410"/>
          </a:xfrm>
          <a:prstGeom prst="rect">
            <a:avLst/>
          </a:prstGeom>
          <a:noFill/>
        </p:spPr>
        <p:txBody>
          <a:bodyPr wrap="square" lIns="0" rIns="0" tIns="0" bIns="0" anchor="t"/>
          <a:lstStyle/>
          <a:p>
            <a:pPr algn="l">
              <a:lnSpc>
                <a:spcPts val="1830"/>
              </a:lnSpc>
              <a:spcBef>
                <a:spcPts val="0"/>
              </a:spcBef>
              <a:spcAft>
                <a:spcPts val="0"/>
              </a:spcAft>
            </a:pPr>
            <a:r>
              <a:rPr sz="1500" b="1" i="0">
                <a:solidFill>
                  <a:srgbClr val="0A58CA"/>
                </a:solidFill>
                <a:latin typeface="Calibri"/>
              </a:rPr>
              <a:t>Q4</a:t>
            </a:r>
            <a:r>
              <a:rPr sz="1500" b="0" i="0">
                <a:solidFill>
                  <a:srgbClr val="1F2937"/>
                </a:solidFill>
                <a:latin typeface="Calibri"/>
              </a:rPr>
              <a:t>: se queda corto y se acerca despacio</a:t>
            </a:r>
          </a:p>
        </p:txBody>
      </p:sp>
      <p:sp>
        <p:nvSpPr>
          <p:cNvPr id="74" name="!!cook:dcd45c4d01"/>
          <p:cNvSpPr txBox="1"/>
          <p:nvPr/>
        </p:nvSpPr>
        <p:spPr>
          <a:xfrm>
            <a:off x="768350" y="5857220"/>
            <a:ext cx="1791906" cy="217043"/>
          </a:xfrm>
          <a:prstGeom prst="rect">
            <a:avLst/>
          </a:prstGeom>
          <a:noFill/>
        </p:spPr>
        <p:txBody>
          <a:bodyPr wrap="square" lIns="0" rIns="0" tIns="0" bIns="0" anchor="t"/>
          <a:lstStyle/>
          <a:p>
            <a:pPr algn="l">
              <a:lnSpc>
                <a:spcPts val="1709"/>
              </a:lnSpc>
              <a:spcBef>
                <a:spcPts val="0"/>
              </a:spcBef>
              <a:spcAft>
                <a:spcPts val="0"/>
              </a:spcAft>
            </a:pPr>
            <a:r>
              <a:rPr sz="1900" b="1" i="0">
                <a:solidFill>
                  <a:srgbClr val="0A58CA"/>
                </a:solidFill>
                <a:latin typeface="Calibri"/>
              </a:rPr>
              <a:t>−50,563 %</a:t>
            </a:r>
            <a:r>
              <a:rPr sz="1400" b="0" i="0">
                <a:solidFill>
                  <a:srgbClr val="3F4A5A"/>
                </a:solidFill>
                <a:latin typeface="Calibri"/>
              </a:rPr>
              <a:t> con N = 2</a:t>
            </a:r>
          </a:p>
        </p:txBody>
      </p:sp>
      <p:sp>
        <p:nvSpPr>
          <p:cNvPr id="75" name="!!cook:7f0178c201"/>
          <p:cNvSpPr txBox="1"/>
          <p:nvPr/>
        </p:nvSpPr>
        <p:spPr>
          <a:xfrm>
            <a:off x="2763456" y="5857220"/>
            <a:ext cx="1759648" cy="217043"/>
          </a:xfrm>
          <a:prstGeom prst="rect">
            <a:avLst/>
          </a:prstGeom>
          <a:noFill/>
        </p:spPr>
        <p:txBody>
          <a:bodyPr wrap="square" lIns="0" rIns="0" tIns="0" bIns="0" anchor="t"/>
          <a:lstStyle/>
          <a:p>
            <a:pPr algn="l">
              <a:lnSpc>
                <a:spcPts val="1709"/>
              </a:lnSpc>
              <a:spcBef>
                <a:spcPts val="0"/>
              </a:spcBef>
              <a:spcAft>
                <a:spcPts val="0"/>
              </a:spcAft>
            </a:pPr>
            <a:r>
              <a:rPr sz="1900" b="1" i="0">
                <a:solidFill>
                  <a:srgbClr val="0A58CA"/>
                </a:solidFill>
                <a:latin typeface="Calibri"/>
              </a:rPr>
              <a:t>−0,594 %</a:t>
            </a:r>
            <a:r>
              <a:rPr sz="1400" b="0" i="0">
                <a:solidFill>
                  <a:srgbClr val="3F4A5A"/>
                </a:solidFill>
                <a:latin typeface="Calibri"/>
              </a:rPr>
              <a:t> con N = 32</a:t>
            </a:r>
          </a:p>
        </p:txBody>
      </p:sp>
      <p:sp>
        <p:nvSpPr>
          <p:cNvPr id="76" name="!!cook:0c8d4794f3"/>
          <p:cNvSpPr/>
          <p:nvPr/>
        </p:nvSpPr>
        <p:spPr>
          <a:xfrm>
            <a:off x="5407025" y="1273175"/>
            <a:ext cx="6216650" cy="4438650"/>
          </a:xfrm>
          <a:prstGeom prst="roundRect">
            <a:avLst>
              <a:gd name="adj" fmla="val 1645"/>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7" name="!!cook:afd0c36feb" descr="996fcef50c685420.png"/>
          <p:cNvPicPr>
            <a:picLocks noChangeAspect="1"/>
          </p:cNvPicPr>
          <p:nvPr/>
        </p:nvPicPr>
        <p:blipFill>
          <a:blip r:embed="rId7"/>
          <a:stretch>
            <a:fillRect/>
          </a:stretch>
        </p:blipFill>
        <p:spPr>
          <a:xfrm>
            <a:off x="5410200" y="1276350"/>
            <a:ext cx="6210300" cy="4432300"/>
          </a:xfrm>
          <a:prstGeom prst="rect">
            <a:avLst/>
          </a:prstGeom>
        </p:spPr>
      </p:pic>
      <p:pic>
        <p:nvPicPr>
          <p:cNvPr id="78" name="!!cook:b5991a7099" descr="5034aae286463057.png"/>
          <p:cNvPicPr>
            <a:picLocks noChangeAspect="1"/>
          </p:cNvPicPr>
          <p:nvPr/>
        </p:nvPicPr>
        <p:blipFill>
          <a:blip r:embed="rId8"/>
          <a:stretch>
            <a:fillRect/>
          </a:stretch>
        </p:blipFill>
        <p:spPr>
          <a:xfrm>
            <a:off x="5410200" y="1276350"/>
            <a:ext cx="6210300" cy="4432300"/>
          </a:xfrm>
          <a:prstGeom prst="rect">
            <a:avLst/>
          </a:prstGeom>
        </p:spPr>
      </p:pic>
      <p:pic>
        <p:nvPicPr>
          <p:cNvPr id="79" name="!!cook:042e7f044d" descr="da6112b516750f82.png"/>
          <p:cNvPicPr>
            <a:picLocks noChangeAspect="1"/>
          </p:cNvPicPr>
          <p:nvPr/>
        </p:nvPicPr>
        <p:blipFill>
          <a:blip r:embed="rId9"/>
          <a:stretch>
            <a:fillRect/>
          </a:stretch>
        </p:blipFill>
        <p:spPr>
          <a:xfrm>
            <a:off x="5410200" y="1276350"/>
            <a:ext cx="6210300" cy="4432300"/>
          </a:xfrm>
          <a:prstGeom prst="rect">
            <a:avLst/>
          </a:prstGeom>
        </p:spPr>
      </p:pic>
      <p:pic>
        <p:nvPicPr>
          <p:cNvPr id="80" name="!!cook:2481674506" descr="583e5389210f9cb2.png"/>
          <p:cNvPicPr>
            <a:picLocks noChangeAspect="1"/>
          </p:cNvPicPr>
          <p:nvPr/>
        </p:nvPicPr>
        <p:blipFill>
          <a:blip r:embed="rId10"/>
          <a:stretch>
            <a:fillRect/>
          </a:stretch>
        </p:blipFill>
        <p:spPr>
          <a:xfrm>
            <a:off x="5410200" y="1276350"/>
            <a:ext cx="6210300" cy="4432300"/>
          </a:xfrm>
          <a:prstGeom prst="rect">
            <a:avLst/>
          </a:prstGeom>
        </p:spPr>
      </p:pic>
      <p:pic>
        <p:nvPicPr>
          <p:cNvPr id="81" name="!!cook:9a99c818bb" descr="92a757768f832a61.png"/>
          <p:cNvPicPr>
            <a:picLocks noChangeAspect="1"/>
          </p:cNvPicPr>
          <p:nvPr/>
        </p:nvPicPr>
        <p:blipFill>
          <a:blip r:embed="rId11"/>
          <a:stretch>
            <a:fillRect/>
          </a:stretch>
        </p:blipFill>
        <p:spPr>
          <a:xfrm>
            <a:off x="5410200" y="1276350"/>
            <a:ext cx="6210300" cy="4432300"/>
          </a:xfrm>
          <a:prstGeom prst="rect">
            <a:avLst/>
          </a:prstGeom>
        </p:spPr>
      </p:pic>
      <p:sp>
        <p:nvSpPr>
          <p:cNvPr id="82" name="!!cook:88ebc426bd"/>
          <p:cNvSpPr/>
          <p:nvPr/>
        </p:nvSpPr>
        <p:spPr>
          <a:xfrm>
            <a:off x="10851578" y="1327150"/>
            <a:ext cx="692722" cy="192976"/>
          </a:xfrm>
          <a:prstGeom prst="roundRect">
            <a:avLst>
              <a:gd name="adj" fmla="val 2632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ook:a996ba771c"/>
          <p:cNvSpPr txBox="1"/>
          <p:nvPr/>
        </p:nvSpPr>
        <p:spPr>
          <a:xfrm>
            <a:off x="10915078" y="1340574"/>
            <a:ext cx="616522"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Figura 3.4</a:t>
            </a:r>
          </a:p>
        </p:txBody>
      </p:sp>
      <p:sp>
        <p:nvSpPr>
          <p:cNvPr id="84" name="!!cook:89b1c51b65"/>
          <p:cNvSpPr/>
          <p:nvPr/>
        </p:nvSpPr>
        <p:spPr>
          <a:xfrm>
            <a:off x="5413375" y="5813425"/>
            <a:ext cx="2308924" cy="3365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ook:561e131d50"/>
          <p:cNvSpPr txBox="1"/>
          <p:nvPr/>
        </p:nvSpPr>
        <p:spPr>
          <a:xfrm>
            <a:off x="5524500" y="5899405"/>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86" name="!!cook:717ca46287"/>
          <p:cNvSpPr txBox="1"/>
          <p:nvPr/>
        </p:nvSpPr>
        <p:spPr>
          <a:xfrm>
            <a:off x="5708523" y="5889880"/>
            <a:ext cx="1953450"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Exactitud del Q9 · se cumple</a:t>
            </a:r>
          </a:p>
        </p:txBody>
      </p:sp>
      <p:sp>
        <p:nvSpPr>
          <p:cNvPr id="87" name="!!cook:49e2402379"/>
          <p:cNvSpPr/>
          <p:nvPr/>
        </p:nvSpPr>
        <p:spPr>
          <a:xfrm>
            <a:off x="7830248" y="5813425"/>
            <a:ext cx="3304984" cy="3365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cook:75a90df334"/>
          <p:cNvSpPr txBox="1"/>
          <p:nvPr/>
        </p:nvSpPr>
        <p:spPr>
          <a:xfrm>
            <a:off x="7941373" y="5899405"/>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89" name="!!cook:aaa43c616a"/>
          <p:cNvSpPr txBox="1"/>
          <p:nvPr/>
        </p:nvSpPr>
        <p:spPr>
          <a:xfrm>
            <a:off x="8125396" y="5889880"/>
            <a:ext cx="2956624"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Bloqueo del Q4, en las 5 mallas · se cumple</a:t>
            </a:r>
          </a:p>
        </p:txBody>
      </p:sp>
      <p:pic>
        <p:nvPicPr>
          <p:cNvPr id="90" name="!!cook:119f4a333b" descr="2abe32ef83833cd6.png"/>
          <p:cNvPicPr>
            <a:picLocks noChangeAspect="1"/>
          </p:cNvPicPr>
          <p:nvPr/>
        </p:nvPicPr>
        <p:blipFill>
          <a:blip r:embed="rId12"/>
          <a:stretch>
            <a:fillRect/>
          </a:stretch>
        </p:blipFill>
        <p:spPr>
          <a:xfrm>
            <a:off x="571500" y="1276350"/>
            <a:ext cx="4559300" cy="4051300"/>
          </a:xfrm>
          <a:prstGeom prst="rect">
            <a:avLst/>
          </a:prstGeom>
        </p:spPr>
      </p:pic>
      <p:sp>
        <p:nvSpPr>
          <p:cNvPr id="91" name="!!cook:14bc68b509"/>
          <p:cNvSpPr/>
          <p:nvPr/>
        </p:nvSpPr>
        <p:spPr>
          <a:xfrm>
            <a:off x="5407025" y="1273175"/>
            <a:ext cx="6216650" cy="4438650"/>
          </a:xfrm>
          <a:prstGeom prst="roundRect">
            <a:avLst>
              <a:gd name="adj" fmla="val 164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cook:ab458c12fb"/>
          <p:cNvSpPr txBox="1"/>
          <p:nvPr/>
        </p:nvSpPr>
        <p:spPr>
          <a:xfrm>
            <a:off x="5765800" y="1536040"/>
            <a:ext cx="5609082"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5B6575"/>
                </a:solidFill>
                <a:latin typeface="Calibri"/>
              </a:rPr>
              <a:t>Un clásico de la literatura [26, p. 27]</a:t>
            </a:r>
          </a:p>
        </p:txBody>
      </p:sp>
      <p:sp>
        <p:nvSpPr>
          <p:cNvPr id="93" name="!!cook:d38fbab127"/>
          <p:cNvSpPr txBox="1"/>
          <p:nvPr/>
        </p:nvSpPr>
        <p:spPr>
          <a:xfrm>
            <a:off x="5765800" y="1988960"/>
            <a:ext cx="5609082" cy="650240"/>
          </a:xfrm>
          <a:prstGeom prst="rect">
            <a:avLst/>
          </a:prstGeom>
          <a:noFill/>
        </p:spPr>
        <p:txBody>
          <a:bodyPr wrap="square" lIns="0" rIns="0" tIns="0" bIns="0" anchor="t"/>
          <a:lstStyle/>
          <a:p>
            <a:pPr algn="l">
              <a:lnSpc>
                <a:spcPts val="2560"/>
              </a:lnSpc>
              <a:spcBef>
                <a:spcPts val="0"/>
              </a:spcBef>
              <a:spcAft>
                <a:spcPts val="0"/>
              </a:spcAft>
            </a:pPr>
            <a:r>
              <a:rPr sz="2000" b="0" i="0">
                <a:solidFill>
                  <a:srgbClr val="3F4A5A"/>
                </a:solidFill>
                <a:latin typeface="Calibri"/>
              </a:rPr>
              <a:t>Un trapecio que combina</a:t>
            </a:r>
            <a:r>
              <a:rPr sz="2000" b="1" i="0">
                <a:solidFill>
                  <a:srgbClr val="1B2A4A"/>
                </a:solidFill>
                <a:latin typeface="Calibri"/>
              </a:rPr>
              <a:t> flexión, cortante y</a:t>
            </a:r>
            <a:br/>
            <a:r>
              <a:rPr sz="2000" b="1" i="0">
                <a:solidFill>
                  <a:srgbClr val="1B2A4A"/>
                </a:solidFill>
                <a:latin typeface="Calibri"/>
              </a:rPr>
              <a:t>distorsión</a:t>
            </a:r>
          </a:p>
        </p:txBody>
      </p:sp>
      <p:sp>
        <p:nvSpPr>
          <p:cNvPr id="94" name="!!cook:f2cd3ee3a4"/>
          <p:cNvSpPr/>
          <p:nvPr/>
        </p:nvSpPr>
        <p:spPr>
          <a:xfrm>
            <a:off x="5772150" y="2920873"/>
            <a:ext cx="5486400" cy="1728470"/>
          </a:xfrm>
          <a:prstGeom prst="roundRect">
            <a:avLst>
              <a:gd name="adj" fmla="val 551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cook:701c17fce3"/>
          <p:cNvSpPr txBox="1"/>
          <p:nvPr/>
        </p:nvSpPr>
        <p:spPr>
          <a:xfrm>
            <a:off x="6007100" y="3168777"/>
            <a:ext cx="5116830" cy="977900"/>
          </a:xfrm>
          <a:prstGeom prst="rect">
            <a:avLst/>
          </a:prstGeom>
          <a:noFill/>
        </p:spPr>
        <p:txBody>
          <a:bodyPr wrap="square" lIns="0" rIns="0" tIns="0" bIns="0" anchor="t"/>
          <a:lstStyle/>
          <a:p>
            <a:pPr algn="l">
              <a:lnSpc>
                <a:spcPts val="7700"/>
              </a:lnSpc>
              <a:spcBef>
                <a:spcPts val="0"/>
              </a:spcBef>
              <a:spcAft>
                <a:spcPts val="0"/>
              </a:spcAft>
            </a:pPr>
            <a:r>
              <a:rPr sz="7000" b="1" i="0">
                <a:solidFill>
                  <a:srgbClr val="198754"/>
                </a:solidFill>
                <a:latin typeface="Calibri"/>
              </a:rPr>
              <a:t>23,96</a:t>
            </a:r>
          </a:p>
        </p:txBody>
      </p:sp>
      <p:sp>
        <p:nvSpPr>
          <p:cNvPr id="96" name="!!cook:8f8c0fe285"/>
          <p:cNvSpPr txBox="1"/>
          <p:nvPr/>
        </p:nvSpPr>
        <p:spPr>
          <a:xfrm>
            <a:off x="6007100" y="4147058"/>
            <a:ext cx="5116830" cy="269875"/>
          </a:xfrm>
          <a:prstGeom prst="rect">
            <a:avLst/>
          </a:prstGeom>
          <a:noFill/>
        </p:spPr>
        <p:txBody>
          <a:bodyPr wrap="square" lIns="0" rIns="0" tIns="0" bIns="0" anchor="t"/>
          <a:lstStyle/>
          <a:p>
            <a:pPr algn="l">
              <a:lnSpc>
                <a:spcPts val="2125"/>
              </a:lnSpc>
              <a:spcBef>
                <a:spcPts val="0"/>
              </a:spcBef>
              <a:spcAft>
                <a:spcPts val="0"/>
              </a:spcAft>
            </a:pPr>
            <a:r>
              <a:rPr sz="1700" b="0" i="0">
                <a:solidFill>
                  <a:srgbClr val="1F2937"/>
                </a:solidFill>
                <a:latin typeface="Calibri"/>
              </a:rPr>
              <a:t>valor de referencia, de uso extendido, de u</a:t>
            </a:r>
            <a:r>
              <a:rPr sz="1700" b="0" i="0" baseline="-25000">
                <a:solidFill>
                  <a:srgbClr val="1F2937"/>
                </a:solidFill>
                <a:latin typeface="Calibri"/>
              </a:rPr>
              <a:t>y</a:t>
            </a:r>
            <a:r>
              <a:rPr sz="1700" b="0" i="0">
                <a:solidFill>
                  <a:srgbClr val="1F2937"/>
                </a:solidFill>
                <a:latin typeface="Calibri"/>
              </a:rPr>
              <a:t> en (48; 52)</a:t>
            </a:r>
          </a:p>
        </p:txBody>
      </p:sp>
      <p:sp>
        <p:nvSpPr>
          <p:cNvPr id="97" name="!!cook:608c47f17e"/>
          <p:cNvSpPr txBox="1"/>
          <p:nvPr/>
        </p:nvSpPr>
        <p:spPr>
          <a:xfrm>
            <a:off x="5765800" y="4933850"/>
            <a:ext cx="5609082" cy="519684"/>
          </a:xfrm>
          <a:prstGeom prst="rect">
            <a:avLst/>
          </a:prstGeom>
          <a:noFill/>
        </p:spPr>
        <p:txBody>
          <a:bodyPr wrap="square" lIns="0" rIns="0" tIns="0" bIns="0" anchor="t"/>
          <a:lstStyle/>
          <a:p>
            <a:pPr algn="l">
              <a:lnSpc>
                <a:spcPts val="2046"/>
              </a:lnSpc>
              <a:spcBef>
                <a:spcPts val="0"/>
              </a:spcBef>
              <a:spcAft>
                <a:spcPts val="0"/>
              </a:spcAft>
            </a:pPr>
            <a:r>
              <a:rPr sz="1550" b="0" i="0">
                <a:solidFill>
                  <a:srgbClr val="3F4A5A"/>
                </a:solidFill>
                <a:latin typeface="Calibri"/>
              </a:rPr>
              <a:t>Lo corroboran una extrapolación propia (≈ 23,97) y el valor</a:t>
            </a:r>
            <a:br/>
            <a:r>
              <a:rPr sz="1550" b="0" i="0">
                <a:solidFill>
                  <a:srgbClr val="3F4A5A"/>
                </a:solidFill>
                <a:latin typeface="Calibri"/>
              </a:rPr>
              <a:t>publicado, 23,965 [26, p. 28]</a:t>
            </a:r>
          </a:p>
        </p:txBody>
      </p:sp>
      <p:sp>
        <p:nvSpPr>
          <p:cNvPr id="98"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ie-izq"/>
          <p:cNvSpPr txBox="1"/>
          <p:nvPr/>
        </p:nvSpPr>
        <p:spPr>
          <a:xfrm>
            <a:off x="565150" y="6535420"/>
            <a:ext cx="4773549"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01" name="!!pie-cen"/>
          <p:cNvSpPr txBox="1"/>
          <p:nvPr/>
        </p:nvSpPr>
        <p:spPr>
          <a:xfrm>
            <a:off x="5219700" y="6535420"/>
            <a:ext cx="175260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3.5 · Tabla 3.4 · Figura 3.4</a:t>
            </a:r>
          </a:p>
        </p:txBody>
      </p:sp>
      <p:sp>
        <p:nvSpPr>
          <p:cNvPr id="102" name="!!pie-der"/>
          <p:cNvSpPr txBox="1"/>
          <p:nvPr/>
        </p:nvSpPr>
        <p:spPr>
          <a:xfrm>
            <a:off x="6853301" y="6535420"/>
            <a:ext cx="4773549"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22</a:t>
            </a:r>
          </a:p>
        </p:txBody>
      </p:sp>
      <p:sp>
        <p:nvSpPr>
          <p:cNvPr id="103" name="!!cook:31b8312914">
            <a:hlinkClick action="ppaction://hlinksldjump" r:id="rId1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cook:01b7d89d9e">
            <a:hlinkClick action="ppaction://hlinksldjump" r:id="rId14"/>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cook:c7d17a55c0">
            <a:hlinkClick action="ppaction://hlinksldjump" r:id="rId15"/>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cook:b8453b05cd">
            <a:hlinkClick action="ppaction://hlinksldjump" r:id="rId16"/>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cook:36e88799ae">
            <a:hlinkClick action="ppaction://hlinksldjump" r:id="rId17"/>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650"/>
                                        <p:tgtEl>
                                          <p:spTgt spid="94"/>
                                        </p:tgtEl>
                                      </p:cBhvr>
                                    </p:animEffect>
                                    <p:anim calcmode="lin" valueType="num">
                                      <p:cBhvr>
                                        <p:cTn id="8" dur="650" fill="hold"/>
                                        <p:tgtEl>
                                          <p:spTgt spid="94"/>
                                        </p:tgtEl>
                                        <p:attrNameLst>
                                          <p:attrName>ppt_x</p:attrName>
                                        </p:attrNameLst>
                                      </p:cBhvr>
                                      <p:tavLst>
                                        <p:tav tm="0">
                                          <p:val>
                                            <p:strVal val="#ppt_x"/>
                                          </p:val>
                                        </p:tav>
                                        <p:tav tm="100000">
                                          <p:val>
                                            <p:strVal val="#ppt_x"/>
                                          </p:val>
                                        </p:tav>
                                      </p:tavLst>
                                    </p:anim>
                                    <p:anim calcmode="lin" valueType="num">
                                      <p:cBhvr>
                                        <p:cTn id="9" dur="650" fill="hold"/>
                                        <p:tgtEl>
                                          <p:spTgt spid="9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95"/>
                                        </p:tgtEl>
                                        <p:attrNameLst>
                                          <p:attrName>style.visibility</p:attrName>
                                        </p:attrNameLst>
                                      </p:cBhvr>
                                      <p:to>
                                        <p:strVal val="visible"/>
                                      </p:to>
                                    </p:set>
                                    <p:animEffect transition="in" filter="fade">
                                      <p:cBhvr>
                                        <p:cTn id="12" dur="650"/>
                                        <p:tgtEl>
                                          <p:spTgt spid="95"/>
                                        </p:tgtEl>
                                      </p:cBhvr>
                                    </p:animEffect>
                                    <p:anim calcmode="lin" valueType="num">
                                      <p:cBhvr>
                                        <p:cTn id="13" dur="650" fill="hold"/>
                                        <p:tgtEl>
                                          <p:spTgt spid="95"/>
                                        </p:tgtEl>
                                        <p:attrNameLst>
                                          <p:attrName>ppt_x</p:attrName>
                                        </p:attrNameLst>
                                      </p:cBhvr>
                                      <p:tavLst>
                                        <p:tav tm="0">
                                          <p:val>
                                            <p:strVal val="#ppt_x"/>
                                          </p:val>
                                        </p:tav>
                                        <p:tav tm="100000">
                                          <p:val>
                                            <p:strVal val="#ppt_x"/>
                                          </p:val>
                                        </p:tav>
                                      </p:tavLst>
                                    </p:anim>
                                    <p:anim calcmode="lin" valueType="num">
                                      <p:cBhvr>
                                        <p:cTn id="14" dur="650" fill="hold"/>
                                        <p:tgtEl>
                                          <p:spTgt spid="9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96"/>
                                        </p:tgtEl>
                                        <p:attrNameLst>
                                          <p:attrName>style.visibility</p:attrName>
                                        </p:attrNameLst>
                                      </p:cBhvr>
                                      <p:to>
                                        <p:strVal val="visible"/>
                                      </p:to>
                                    </p:set>
                                    <p:animEffect transition="in" filter="fade">
                                      <p:cBhvr>
                                        <p:cTn id="17" dur="650"/>
                                        <p:tgtEl>
                                          <p:spTgt spid="96"/>
                                        </p:tgtEl>
                                      </p:cBhvr>
                                    </p:animEffect>
                                    <p:anim calcmode="lin" valueType="num">
                                      <p:cBhvr>
                                        <p:cTn id="18" dur="650" fill="hold"/>
                                        <p:tgtEl>
                                          <p:spTgt spid="96"/>
                                        </p:tgtEl>
                                        <p:attrNameLst>
                                          <p:attrName>ppt_x</p:attrName>
                                        </p:attrNameLst>
                                      </p:cBhvr>
                                      <p:tavLst>
                                        <p:tav tm="0">
                                          <p:val>
                                            <p:strVal val="#ppt_x"/>
                                          </p:val>
                                        </p:tav>
                                        <p:tav tm="100000">
                                          <p:val>
                                            <p:strVal val="#ppt_x"/>
                                          </p:val>
                                        </p:tav>
                                      </p:tavLst>
                                    </p:anim>
                                    <p:anim calcmode="lin" valueType="num">
                                      <p:cBhvr>
                                        <p:cTn id="19" dur="650" fill="hold"/>
                                        <p:tgtEl>
                                          <p:spTgt spid="9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370"/>
                                  </p:stCondLst>
                                  <p:childTnLst>
                                    <p:set>
                                      <p:cBhvr>
                                        <p:cTn id="21" dur="1" fill="hold">
                                          <p:stCondLst>
                                            <p:cond delay="0"/>
                                          </p:stCondLst>
                                        </p:cTn>
                                        <p:tgtEl>
                                          <p:spTgt spid="97"/>
                                        </p:tgtEl>
                                        <p:attrNameLst>
                                          <p:attrName>style.visibility</p:attrName>
                                        </p:attrNameLst>
                                      </p:cBhvr>
                                      <p:to>
                                        <p:strVal val="visible"/>
                                      </p:to>
                                    </p:set>
                                    <p:animEffect transition="in" filter="fade">
                                      <p:cBhvr>
                                        <p:cTn id="22" dur="650"/>
                                        <p:tgtEl>
                                          <p:spTgt spid="97"/>
                                        </p:tgtEl>
                                      </p:cBhvr>
                                    </p:animEffect>
                                    <p:anim calcmode="lin" valueType="num">
                                      <p:cBhvr>
                                        <p:cTn id="23" dur="650" fill="hold"/>
                                        <p:tgtEl>
                                          <p:spTgt spid="97"/>
                                        </p:tgtEl>
                                        <p:attrNameLst>
                                          <p:attrName>ppt_x</p:attrName>
                                        </p:attrNameLst>
                                      </p:cBhvr>
                                      <p:tavLst>
                                        <p:tav tm="0">
                                          <p:val>
                                            <p:strVal val="#ppt_x"/>
                                          </p:val>
                                        </p:tav>
                                        <p:tav tm="100000">
                                          <p:val>
                                            <p:strVal val="#ppt_x"/>
                                          </p:val>
                                        </p:tav>
                                      </p:tavLst>
                                    </p:anim>
                                    <p:anim calcmode="lin" valueType="num">
                                      <p:cBhvr>
                                        <p:cTn id="24" dur="650" fill="hold"/>
                                        <p:tgtEl>
                                          <p:spTgt spid="9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0" nodeType="clickEffect">
                                  <p:stCondLst>
                                    <p:cond delay="0"/>
                                  </p:stCondLst>
                                  <p:childTnLst>
                                    <p:animEffect transition="out" filter="fade">
                                      <p:cBhvr>
                                        <p:cTn id="28" dur="300"/>
                                        <p:tgtEl>
                                          <p:spTgt spid="91"/>
                                        </p:tgtEl>
                                      </p:cBhvr>
                                    </p:animEffect>
                                    <p:set>
                                      <p:cBhvr>
                                        <p:cTn id="29" dur="1" fill="hold">
                                          <p:stCondLst>
                                            <p:cond delay="299"/>
                                          </p:stCondLst>
                                        </p:cTn>
                                        <p:tgtEl>
                                          <p:spTgt spid="91"/>
                                        </p:tgtEl>
                                        <p:attrNameLst>
                                          <p:attrName>style.visibility</p:attrName>
                                        </p:attrNameLst>
                                      </p:cBhvr>
                                      <p:to>
                                        <p:strVal val="hidden"/>
                                      </p:to>
                                    </p:set>
                                  </p:childTnLst>
                                </p:cTn>
                              </p:par>
                              <p:par>
                                <p:cTn id="30" presetID="10" presetClass="exit" presetSubtype="0" fill="hold" grpId="0" nodeType="withEffect">
                                  <p:stCondLst>
                                    <p:cond delay="0"/>
                                  </p:stCondLst>
                                  <p:childTnLst>
                                    <p:animEffect transition="out" filter="fade">
                                      <p:cBhvr>
                                        <p:cTn id="31" dur="300"/>
                                        <p:tgtEl>
                                          <p:spTgt spid="92"/>
                                        </p:tgtEl>
                                      </p:cBhvr>
                                    </p:animEffect>
                                    <p:set>
                                      <p:cBhvr>
                                        <p:cTn id="32" dur="1" fill="hold">
                                          <p:stCondLst>
                                            <p:cond delay="299"/>
                                          </p:stCondLst>
                                        </p:cTn>
                                        <p:tgtEl>
                                          <p:spTgt spid="92"/>
                                        </p:tgtEl>
                                        <p:attrNameLst>
                                          <p:attrName>style.visibility</p:attrName>
                                        </p:attrNameLst>
                                      </p:cBhvr>
                                      <p:to>
                                        <p:strVal val="hidden"/>
                                      </p:to>
                                    </p:set>
                                  </p:childTnLst>
                                </p:cTn>
                              </p:par>
                              <p:par>
                                <p:cTn id="33" presetID="10" presetClass="exit" presetSubtype="0" fill="hold" grpId="0" nodeType="withEffect">
                                  <p:stCondLst>
                                    <p:cond delay="0"/>
                                  </p:stCondLst>
                                  <p:childTnLst>
                                    <p:animEffect transition="out" filter="fade">
                                      <p:cBhvr>
                                        <p:cTn id="34" dur="300"/>
                                        <p:tgtEl>
                                          <p:spTgt spid="93"/>
                                        </p:tgtEl>
                                      </p:cBhvr>
                                    </p:animEffect>
                                    <p:set>
                                      <p:cBhvr>
                                        <p:cTn id="35" dur="1" fill="hold">
                                          <p:stCondLst>
                                            <p:cond delay="299"/>
                                          </p:stCondLst>
                                        </p:cTn>
                                        <p:tgtEl>
                                          <p:spTgt spid="93"/>
                                        </p:tgtEl>
                                        <p:attrNameLst>
                                          <p:attrName>style.visibility</p:attrName>
                                        </p:attrNameLst>
                                      </p:cBhvr>
                                      <p:to>
                                        <p:strVal val="hidden"/>
                                      </p:to>
                                    </p:set>
                                  </p:childTnLst>
                                </p:cTn>
                              </p:par>
                              <p:par>
                                <p:cTn id="36" presetID="10" presetClass="exit" presetSubtype="0" fill="hold" grpId="1" nodeType="withEffect">
                                  <p:stCondLst>
                                    <p:cond delay="0"/>
                                  </p:stCondLst>
                                  <p:childTnLst>
                                    <p:animEffect transition="out" filter="fade">
                                      <p:cBhvr>
                                        <p:cTn id="37" dur="300"/>
                                        <p:tgtEl>
                                          <p:spTgt spid="94"/>
                                        </p:tgtEl>
                                      </p:cBhvr>
                                    </p:animEffect>
                                    <p:set>
                                      <p:cBhvr>
                                        <p:cTn id="38" dur="1" fill="hold">
                                          <p:stCondLst>
                                            <p:cond delay="299"/>
                                          </p:stCondLst>
                                        </p:cTn>
                                        <p:tgtEl>
                                          <p:spTgt spid="94"/>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300"/>
                                        <p:tgtEl>
                                          <p:spTgt spid="95"/>
                                        </p:tgtEl>
                                      </p:cBhvr>
                                    </p:animEffect>
                                    <p:set>
                                      <p:cBhvr>
                                        <p:cTn id="41" dur="1" fill="hold">
                                          <p:stCondLst>
                                            <p:cond delay="299"/>
                                          </p:stCondLst>
                                        </p:cTn>
                                        <p:tgtEl>
                                          <p:spTgt spid="95"/>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300"/>
                                        <p:tgtEl>
                                          <p:spTgt spid="96"/>
                                        </p:tgtEl>
                                      </p:cBhvr>
                                    </p:animEffect>
                                    <p:set>
                                      <p:cBhvr>
                                        <p:cTn id="44" dur="1" fill="hold">
                                          <p:stCondLst>
                                            <p:cond delay="299"/>
                                          </p:stCondLst>
                                        </p:cTn>
                                        <p:tgtEl>
                                          <p:spTgt spid="96"/>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300"/>
                                        <p:tgtEl>
                                          <p:spTgt spid="97"/>
                                        </p:tgtEl>
                                      </p:cBhvr>
                                    </p:animEffect>
                                    <p:set>
                                      <p:cBhvr>
                                        <p:cTn id="47" dur="1" fill="hold">
                                          <p:stCondLst>
                                            <p:cond delay="299"/>
                                          </p:stCondLst>
                                        </p:cTn>
                                        <p:tgtEl>
                                          <p:spTgt spid="97"/>
                                        </p:tgtEl>
                                        <p:attrNameLst>
                                          <p:attrName>style.visibility</p:attrName>
                                        </p:attrNameLst>
                                      </p:cBhvr>
                                      <p:to>
                                        <p:strVal val="hidden"/>
                                      </p:to>
                                    </p:set>
                                  </p:childTnLst>
                                </p:cTn>
                              </p:par>
                              <p:par>
                                <p:cTn id="48" presetID="1" presetClass="entr" presetSubtype="0" fill="hold" nodeType="withEffect">
                                  <p:stCondLst>
                                    <p:cond delay="0"/>
                                  </p:stCondLst>
                                  <p:childTnLst>
                                    <p:set>
                                      <p:cBhvr>
                                        <p:cTn id="49" dur="1" fill="hold">
                                          <p:stCondLst>
                                            <p:cond delay="0"/>
                                          </p:stCondLst>
                                        </p:cTn>
                                        <p:tgtEl>
                                          <p:spTgt spid="63"/>
                                        </p:tgtEl>
                                        <p:attrNameLst>
                                          <p:attrName>style.visibility</p:attrName>
                                        </p:attrNameLst>
                                      </p:cBhvr>
                                      <p:to>
                                        <p:strVal val="visible"/>
                                      </p:to>
                                    </p:set>
                                  </p:childTnLst>
                                </p:cTn>
                              </p:par>
                              <p:par>
                                <p:cTn id="50" presetID="10" presetClass="exit" presetSubtype="0" fill="hold" nodeType="withEffect">
                                  <p:stCondLst>
                                    <p:cond delay="0"/>
                                  </p:stCondLst>
                                  <p:childTnLst>
                                    <p:animEffect transition="out" filter="fade">
                                      <p:cBhvr>
                                        <p:cTn id="51" dur="420"/>
                                        <p:tgtEl>
                                          <p:spTgt spid="90"/>
                                        </p:tgtEl>
                                      </p:cBhvr>
                                    </p:animEffect>
                                    <p:set>
                                      <p:cBhvr>
                                        <p:cTn id="52" dur="1" fill="hold">
                                          <p:stCondLst>
                                            <p:cond delay="419"/>
                                          </p:stCondLst>
                                        </p:cTn>
                                        <p:tgtEl>
                                          <p:spTgt spid="90"/>
                                        </p:tgtEl>
                                        <p:attrNameLst>
                                          <p:attrName>style.visibility</p:attrName>
                                        </p:attrNameLst>
                                      </p:cBhvr>
                                      <p:to>
                                        <p:strVal val="hidden"/>
                                      </p:to>
                                    </p:set>
                                  </p:childTnLst>
                                </p:cTn>
                              </p:par>
                              <p:par>
                                <p:cTn id="53" presetID="42" presetClass="entr" presetSubtype="0" fill="hold" grpId="0" nodeType="withEffect">
                                  <p:stCondLst>
                                    <p:cond delay="250"/>
                                  </p:stCondLst>
                                  <p:childTnLst>
                                    <p:set>
                                      <p:cBhvr>
                                        <p:cTn id="54" dur="1" fill="hold">
                                          <p:stCondLst>
                                            <p:cond delay="0"/>
                                          </p:stCondLst>
                                        </p:cTn>
                                        <p:tgtEl>
                                          <p:spTgt spid="64"/>
                                        </p:tgtEl>
                                        <p:attrNameLst>
                                          <p:attrName>style.visibility</p:attrName>
                                        </p:attrNameLst>
                                      </p:cBhvr>
                                      <p:to>
                                        <p:strVal val="visible"/>
                                      </p:to>
                                    </p:set>
                                    <p:animEffect transition="in" filter="fade">
                                      <p:cBhvr>
                                        <p:cTn id="55" dur="650"/>
                                        <p:tgtEl>
                                          <p:spTgt spid="64"/>
                                        </p:tgtEl>
                                      </p:cBhvr>
                                    </p:animEffect>
                                    <p:anim calcmode="lin" valueType="num">
                                      <p:cBhvr>
                                        <p:cTn id="56" dur="650" fill="hold"/>
                                        <p:tgtEl>
                                          <p:spTgt spid="64"/>
                                        </p:tgtEl>
                                        <p:attrNameLst>
                                          <p:attrName>ppt_x</p:attrName>
                                        </p:attrNameLst>
                                      </p:cBhvr>
                                      <p:tavLst>
                                        <p:tav tm="0">
                                          <p:val>
                                            <p:strVal val="#ppt_x"/>
                                          </p:val>
                                        </p:tav>
                                        <p:tav tm="100000">
                                          <p:val>
                                            <p:strVal val="#ppt_x"/>
                                          </p:val>
                                        </p:tav>
                                      </p:tavLst>
                                    </p:anim>
                                    <p:anim calcmode="lin" valueType="num">
                                      <p:cBhvr>
                                        <p:cTn id="57" dur="650" fill="hold"/>
                                        <p:tgtEl>
                                          <p:spTgt spid="64"/>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250"/>
                                  </p:stCondLst>
                                  <p:childTnLst>
                                    <p:set>
                                      <p:cBhvr>
                                        <p:cTn id="59" dur="1" fill="hold">
                                          <p:stCondLst>
                                            <p:cond delay="0"/>
                                          </p:stCondLst>
                                        </p:cTn>
                                        <p:tgtEl>
                                          <p:spTgt spid="65"/>
                                        </p:tgtEl>
                                        <p:attrNameLst>
                                          <p:attrName>style.visibility</p:attrName>
                                        </p:attrNameLst>
                                      </p:cBhvr>
                                      <p:to>
                                        <p:strVal val="visible"/>
                                      </p:to>
                                    </p:set>
                                    <p:animEffect transition="in" filter="fade">
                                      <p:cBhvr>
                                        <p:cTn id="60" dur="650"/>
                                        <p:tgtEl>
                                          <p:spTgt spid="65"/>
                                        </p:tgtEl>
                                      </p:cBhvr>
                                    </p:animEffect>
                                    <p:anim calcmode="lin" valueType="num">
                                      <p:cBhvr>
                                        <p:cTn id="61" dur="650" fill="hold"/>
                                        <p:tgtEl>
                                          <p:spTgt spid="65"/>
                                        </p:tgtEl>
                                        <p:attrNameLst>
                                          <p:attrName>ppt_x</p:attrName>
                                        </p:attrNameLst>
                                      </p:cBhvr>
                                      <p:tavLst>
                                        <p:tav tm="0">
                                          <p:val>
                                            <p:strVal val="#ppt_x"/>
                                          </p:val>
                                        </p:tav>
                                        <p:tav tm="100000">
                                          <p:val>
                                            <p:strVal val="#ppt_x"/>
                                          </p:val>
                                        </p:tav>
                                      </p:tavLst>
                                    </p:anim>
                                    <p:anim calcmode="lin" valueType="num">
                                      <p:cBhvr>
                                        <p:cTn id="62" dur="650" fill="hold"/>
                                        <p:tgtEl>
                                          <p:spTgt spid="65"/>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250"/>
                                  </p:stCondLst>
                                  <p:childTnLst>
                                    <p:set>
                                      <p:cBhvr>
                                        <p:cTn id="64" dur="1" fill="hold">
                                          <p:stCondLst>
                                            <p:cond delay="0"/>
                                          </p:stCondLst>
                                        </p:cTn>
                                        <p:tgtEl>
                                          <p:spTgt spid="66"/>
                                        </p:tgtEl>
                                        <p:attrNameLst>
                                          <p:attrName>style.visibility</p:attrName>
                                        </p:attrNameLst>
                                      </p:cBhvr>
                                      <p:to>
                                        <p:strVal val="visible"/>
                                      </p:to>
                                    </p:set>
                                    <p:animEffect transition="in" filter="fade">
                                      <p:cBhvr>
                                        <p:cTn id="65" dur="650"/>
                                        <p:tgtEl>
                                          <p:spTgt spid="66"/>
                                        </p:tgtEl>
                                      </p:cBhvr>
                                    </p:animEffect>
                                    <p:anim calcmode="lin" valueType="num">
                                      <p:cBhvr>
                                        <p:cTn id="66" dur="650" fill="hold"/>
                                        <p:tgtEl>
                                          <p:spTgt spid="66"/>
                                        </p:tgtEl>
                                        <p:attrNameLst>
                                          <p:attrName>ppt_x</p:attrName>
                                        </p:attrNameLst>
                                      </p:cBhvr>
                                      <p:tavLst>
                                        <p:tav tm="0">
                                          <p:val>
                                            <p:strVal val="#ppt_x"/>
                                          </p:val>
                                        </p:tav>
                                        <p:tav tm="100000">
                                          <p:val>
                                            <p:strVal val="#ppt_x"/>
                                          </p:val>
                                        </p:tav>
                                      </p:tavLst>
                                    </p:anim>
                                    <p:anim calcmode="lin" valueType="num">
                                      <p:cBhvr>
                                        <p:cTn id="67" dur="650" fill="hold"/>
                                        <p:tgtEl>
                                          <p:spTgt spid="6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250"/>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650"/>
                                        <p:tgtEl>
                                          <p:spTgt spid="67"/>
                                        </p:tgtEl>
                                      </p:cBhvr>
                                    </p:animEffect>
                                    <p:anim calcmode="lin" valueType="num">
                                      <p:cBhvr>
                                        <p:cTn id="71" dur="650" fill="hold"/>
                                        <p:tgtEl>
                                          <p:spTgt spid="67"/>
                                        </p:tgtEl>
                                        <p:attrNameLst>
                                          <p:attrName>ppt_x</p:attrName>
                                        </p:attrNameLst>
                                      </p:cBhvr>
                                      <p:tavLst>
                                        <p:tav tm="0">
                                          <p:val>
                                            <p:strVal val="#ppt_x"/>
                                          </p:val>
                                        </p:tav>
                                        <p:tav tm="100000">
                                          <p:val>
                                            <p:strVal val="#ppt_x"/>
                                          </p:val>
                                        </p:tav>
                                      </p:tavLst>
                                    </p:anim>
                                    <p:anim calcmode="lin" valueType="num">
                                      <p:cBhvr>
                                        <p:cTn id="72" dur="650" fill="hold"/>
                                        <p:tgtEl>
                                          <p:spTgt spid="6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370"/>
                                  </p:stCondLst>
                                  <p:childTnLst>
                                    <p:set>
                                      <p:cBhvr>
                                        <p:cTn id="74" dur="1" fill="hold">
                                          <p:stCondLst>
                                            <p:cond delay="0"/>
                                          </p:stCondLst>
                                        </p:cTn>
                                        <p:tgtEl>
                                          <p:spTgt spid="68"/>
                                        </p:tgtEl>
                                        <p:attrNameLst>
                                          <p:attrName>style.visibility</p:attrName>
                                        </p:attrNameLst>
                                      </p:cBhvr>
                                      <p:to>
                                        <p:strVal val="visible"/>
                                      </p:to>
                                    </p:set>
                                    <p:animEffect transition="in" filter="fade">
                                      <p:cBhvr>
                                        <p:cTn id="75" dur="650"/>
                                        <p:tgtEl>
                                          <p:spTgt spid="68"/>
                                        </p:tgtEl>
                                      </p:cBhvr>
                                    </p:animEffect>
                                    <p:anim calcmode="lin" valueType="num">
                                      <p:cBhvr>
                                        <p:cTn id="76" dur="650" fill="hold"/>
                                        <p:tgtEl>
                                          <p:spTgt spid="68"/>
                                        </p:tgtEl>
                                        <p:attrNameLst>
                                          <p:attrName>ppt_x</p:attrName>
                                        </p:attrNameLst>
                                      </p:cBhvr>
                                      <p:tavLst>
                                        <p:tav tm="0">
                                          <p:val>
                                            <p:strVal val="#ppt_x"/>
                                          </p:val>
                                        </p:tav>
                                        <p:tav tm="100000">
                                          <p:val>
                                            <p:strVal val="#ppt_x"/>
                                          </p:val>
                                        </p:tav>
                                      </p:tavLst>
                                    </p:anim>
                                    <p:anim calcmode="lin" valueType="num">
                                      <p:cBhvr>
                                        <p:cTn id="77" dur="650" fill="hold"/>
                                        <p:tgtEl>
                                          <p:spTgt spid="6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370"/>
                                  </p:stCondLst>
                                  <p:childTnLst>
                                    <p:set>
                                      <p:cBhvr>
                                        <p:cTn id="79" dur="1" fill="hold">
                                          <p:stCondLst>
                                            <p:cond delay="0"/>
                                          </p:stCondLst>
                                        </p:cTn>
                                        <p:tgtEl>
                                          <p:spTgt spid="69"/>
                                        </p:tgtEl>
                                        <p:attrNameLst>
                                          <p:attrName>style.visibility</p:attrName>
                                        </p:attrNameLst>
                                      </p:cBhvr>
                                      <p:to>
                                        <p:strVal val="visible"/>
                                      </p:to>
                                    </p:set>
                                    <p:animEffect transition="in" filter="fade">
                                      <p:cBhvr>
                                        <p:cTn id="80" dur="650"/>
                                        <p:tgtEl>
                                          <p:spTgt spid="69"/>
                                        </p:tgtEl>
                                      </p:cBhvr>
                                    </p:animEffect>
                                    <p:anim calcmode="lin" valueType="num">
                                      <p:cBhvr>
                                        <p:cTn id="81" dur="650" fill="hold"/>
                                        <p:tgtEl>
                                          <p:spTgt spid="69"/>
                                        </p:tgtEl>
                                        <p:attrNameLst>
                                          <p:attrName>ppt_x</p:attrName>
                                        </p:attrNameLst>
                                      </p:cBhvr>
                                      <p:tavLst>
                                        <p:tav tm="0">
                                          <p:val>
                                            <p:strVal val="#ppt_x"/>
                                          </p:val>
                                        </p:tav>
                                        <p:tav tm="100000">
                                          <p:val>
                                            <p:strVal val="#ppt_x"/>
                                          </p:val>
                                        </p:tav>
                                      </p:tavLst>
                                    </p:anim>
                                    <p:anim calcmode="lin" valueType="num">
                                      <p:cBhvr>
                                        <p:cTn id="82" dur="650" fill="hold"/>
                                        <p:tgtEl>
                                          <p:spTgt spid="6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370"/>
                                  </p:stCondLst>
                                  <p:childTnLst>
                                    <p:set>
                                      <p:cBhvr>
                                        <p:cTn id="84" dur="1" fill="hold">
                                          <p:stCondLst>
                                            <p:cond delay="0"/>
                                          </p:stCondLst>
                                        </p:cTn>
                                        <p:tgtEl>
                                          <p:spTgt spid="70"/>
                                        </p:tgtEl>
                                        <p:attrNameLst>
                                          <p:attrName>style.visibility</p:attrName>
                                        </p:attrNameLst>
                                      </p:cBhvr>
                                      <p:to>
                                        <p:strVal val="visible"/>
                                      </p:to>
                                    </p:set>
                                    <p:animEffect transition="in" filter="fade">
                                      <p:cBhvr>
                                        <p:cTn id="85" dur="650"/>
                                        <p:tgtEl>
                                          <p:spTgt spid="70"/>
                                        </p:tgtEl>
                                      </p:cBhvr>
                                    </p:animEffect>
                                    <p:anim calcmode="lin" valueType="num">
                                      <p:cBhvr>
                                        <p:cTn id="86" dur="650" fill="hold"/>
                                        <p:tgtEl>
                                          <p:spTgt spid="70"/>
                                        </p:tgtEl>
                                        <p:attrNameLst>
                                          <p:attrName>ppt_x</p:attrName>
                                        </p:attrNameLst>
                                      </p:cBhvr>
                                      <p:tavLst>
                                        <p:tav tm="0">
                                          <p:val>
                                            <p:strVal val="#ppt_x"/>
                                          </p:val>
                                        </p:tav>
                                        <p:tav tm="100000">
                                          <p:val>
                                            <p:strVal val="#ppt_x"/>
                                          </p:val>
                                        </p:tav>
                                      </p:tavLst>
                                    </p:anim>
                                    <p:anim calcmode="lin" valueType="num">
                                      <p:cBhvr>
                                        <p:cTn id="87" dur="650" fill="hold"/>
                                        <p:tgtEl>
                                          <p:spTgt spid="70"/>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370"/>
                                  </p:stCondLst>
                                  <p:childTnLst>
                                    <p:set>
                                      <p:cBhvr>
                                        <p:cTn id="89" dur="1" fill="hold">
                                          <p:stCondLst>
                                            <p:cond delay="0"/>
                                          </p:stCondLst>
                                        </p:cTn>
                                        <p:tgtEl>
                                          <p:spTgt spid="71"/>
                                        </p:tgtEl>
                                        <p:attrNameLst>
                                          <p:attrName>style.visibility</p:attrName>
                                        </p:attrNameLst>
                                      </p:cBhvr>
                                      <p:to>
                                        <p:strVal val="visible"/>
                                      </p:to>
                                    </p:set>
                                    <p:animEffect transition="in" filter="fade">
                                      <p:cBhvr>
                                        <p:cTn id="90" dur="650"/>
                                        <p:tgtEl>
                                          <p:spTgt spid="71"/>
                                        </p:tgtEl>
                                      </p:cBhvr>
                                    </p:animEffect>
                                    <p:anim calcmode="lin" valueType="num">
                                      <p:cBhvr>
                                        <p:cTn id="91" dur="650" fill="hold"/>
                                        <p:tgtEl>
                                          <p:spTgt spid="71"/>
                                        </p:tgtEl>
                                        <p:attrNameLst>
                                          <p:attrName>ppt_x</p:attrName>
                                        </p:attrNameLst>
                                      </p:cBhvr>
                                      <p:tavLst>
                                        <p:tav tm="0">
                                          <p:val>
                                            <p:strVal val="#ppt_x"/>
                                          </p:val>
                                        </p:tav>
                                        <p:tav tm="100000">
                                          <p:val>
                                            <p:strVal val="#ppt_x"/>
                                          </p:val>
                                        </p:tav>
                                      </p:tavLst>
                                    </p:anim>
                                    <p:anim calcmode="lin" valueType="num">
                                      <p:cBhvr>
                                        <p:cTn id="92" dur="650" fill="hold"/>
                                        <p:tgtEl>
                                          <p:spTgt spid="71"/>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370"/>
                                  </p:stCondLst>
                                  <p:childTnLst>
                                    <p:set>
                                      <p:cBhvr>
                                        <p:cTn id="94" dur="1" fill="hold">
                                          <p:stCondLst>
                                            <p:cond delay="0"/>
                                          </p:stCondLst>
                                        </p:cTn>
                                        <p:tgtEl>
                                          <p:spTgt spid="72"/>
                                        </p:tgtEl>
                                        <p:attrNameLst>
                                          <p:attrName>style.visibility</p:attrName>
                                        </p:attrNameLst>
                                      </p:cBhvr>
                                      <p:to>
                                        <p:strVal val="visible"/>
                                      </p:to>
                                    </p:set>
                                    <p:animEffect transition="in" filter="fade">
                                      <p:cBhvr>
                                        <p:cTn id="95" dur="650"/>
                                        <p:tgtEl>
                                          <p:spTgt spid="72"/>
                                        </p:tgtEl>
                                      </p:cBhvr>
                                    </p:animEffect>
                                    <p:anim calcmode="lin" valueType="num">
                                      <p:cBhvr>
                                        <p:cTn id="96" dur="650" fill="hold"/>
                                        <p:tgtEl>
                                          <p:spTgt spid="72"/>
                                        </p:tgtEl>
                                        <p:attrNameLst>
                                          <p:attrName>ppt_x</p:attrName>
                                        </p:attrNameLst>
                                      </p:cBhvr>
                                      <p:tavLst>
                                        <p:tav tm="0">
                                          <p:val>
                                            <p:strVal val="#ppt_x"/>
                                          </p:val>
                                        </p:tav>
                                        <p:tav tm="100000">
                                          <p:val>
                                            <p:strVal val="#ppt_x"/>
                                          </p:val>
                                        </p:tav>
                                      </p:tavLst>
                                    </p:anim>
                                    <p:anim calcmode="lin" valueType="num">
                                      <p:cBhvr>
                                        <p:cTn id="97" dur="650" fill="hold"/>
                                        <p:tgtEl>
                                          <p:spTgt spid="72"/>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370"/>
                                  </p:stCondLst>
                                  <p:childTnLst>
                                    <p:set>
                                      <p:cBhvr>
                                        <p:cTn id="99" dur="1" fill="hold">
                                          <p:stCondLst>
                                            <p:cond delay="0"/>
                                          </p:stCondLst>
                                        </p:cTn>
                                        <p:tgtEl>
                                          <p:spTgt spid="73"/>
                                        </p:tgtEl>
                                        <p:attrNameLst>
                                          <p:attrName>style.visibility</p:attrName>
                                        </p:attrNameLst>
                                      </p:cBhvr>
                                      <p:to>
                                        <p:strVal val="visible"/>
                                      </p:to>
                                    </p:set>
                                    <p:animEffect transition="in" filter="fade">
                                      <p:cBhvr>
                                        <p:cTn id="100" dur="650"/>
                                        <p:tgtEl>
                                          <p:spTgt spid="73"/>
                                        </p:tgtEl>
                                      </p:cBhvr>
                                    </p:animEffect>
                                    <p:anim calcmode="lin" valueType="num">
                                      <p:cBhvr>
                                        <p:cTn id="101" dur="650" fill="hold"/>
                                        <p:tgtEl>
                                          <p:spTgt spid="73"/>
                                        </p:tgtEl>
                                        <p:attrNameLst>
                                          <p:attrName>ppt_x</p:attrName>
                                        </p:attrNameLst>
                                      </p:cBhvr>
                                      <p:tavLst>
                                        <p:tav tm="0">
                                          <p:val>
                                            <p:strVal val="#ppt_x"/>
                                          </p:val>
                                        </p:tav>
                                        <p:tav tm="100000">
                                          <p:val>
                                            <p:strVal val="#ppt_x"/>
                                          </p:val>
                                        </p:tav>
                                      </p:tavLst>
                                    </p:anim>
                                    <p:anim calcmode="lin" valueType="num">
                                      <p:cBhvr>
                                        <p:cTn id="102" dur="650" fill="hold"/>
                                        <p:tgtEl>
                                          <p:spTgt spid="73"/>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370"/>
                                  </p:stCondLst>
                                  <p:childTnLst>
                                    <p:set>
                                      <p:cBhvr>
                                        <p:cTn id="104" dur="1" fill="hold">
                                          <p:stCondLst>
                                            <p:cond delay="0"/>
                                          </p:stCondLst>
                                        </p:cTn>
                                        <p:tgtEl>
                                          <p:spTgt spid="74"/>
                                        </p:tgtEl>
                                        <p:attrNameLst>
                                          <p:attrName>style.visibility</p:attrName>
                                        </p:attrNameLst>
                                      </p:cBhvr>
                                      <p:to>
                                        <p:strVal val="visible"/>
                                      </p:to>
                                    </p:set>
                                    <p:animEffect transition="in" filter="fade">
                                      <p:cBhvr>
                                        <p:cTn id="105" dur="650"/>
                                        <p:tgtEl>
                                          <p:spTgt spid="74"/>
                                        </p:tgtEl>
                                      </p:cBhvr>
                                    </p:animEffect>
                                    <p:anim calcmode="lin" valueType="num">
                                      <p:cBhvr>
                                        <p:cTn id="106" dur="650" fill="hold"/>
                                        <p:tgtEl>
                                          <p:spTgt spid="74"/>
                                        </p:tgtEl>
                                        <p:attrNameLst>
                                          <p:attrName>ppt_x</p:attrName>
                                        </p:attrNameLst>
                                      </p:cBhvr>
                                      <p:tavLst>
                                        <p:tav tm="0">
                                          <p:val>
                                            <p:strVal val="#ppt_x"/>
                                          </p:val>
                                        </p:tav>
                                        <p:tav tm="100000">
                                          <p:val>
                                            <p:strVal val="#ppt_x"/>
                                          </p:val>
                                        </p:tav>
                                      </p:tavLst>
                                    </p:anim>
                                    <p:anim calcmode="lin" valueType="num">
                                      <p:cBhvr>
                                        <p:cTn id="107" dur="650" fill="hold"/>
                                        <p:tgtEl>
                                          <p:spTgt spid="74"/>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370"/>
                                  </p:stCondLst>
                                  <p:childTnLst>
                                    <p:set>
                                      <p:cBhvr>
                                        <p:cTn id="109" dur="1" fill="hold">
                                          <p:stCondLst>
                                            <p:cond delay="0"/>
                                          </p:stCondLst>
                                        </p:cTn>
                                        <p:tgtEl>
                                          <p:spTgt spid="75"/>
                                        </p:tgtEl>
                                        <p:attrNameLst>
                                          <p:attrName>style.visibility</p:attrName>
                                        </p:attrNameLst>
                                      </p:cBhvr>
                                      <p:to>
                                        <p:strVal val="visible"/>
                                      </p:to>
                                    </p:set>
                                    <p:animEffect transition="in" filter="fade">
                                      <p:cBhvr>
                                        <p:cTn id="110" dur="650"/>
                                        <p:tgtEl>
                                          <p:spTgt spid="75"/>
                                        </p:tgtEl>
                                      </p:cBhvr>
                                    </p:animEffect>
                                    <p:anim calcmode="lin" valueType="num">
                                      <p:cBhvr>
                                        <p:cTn id="111" dur="650" fill="hold"/>
                                        <p:tgtEl>
                                          <p:spTgt spid="75"/>
                                        </p:tgtEl>
                                        <p:attrNameLst>
                                          <p:attrName>ppt_x</p:attrName>
                                        </p:attrNameLst>
                                      </p:cBhvr>
                                      <p:tavLst>
                                        <p:tav tm="0">
                                          <p:val>
                                            <p:strVal val="#ppt_x"/>
                                          </p:val>
                                        </p:tav>
                                        <p:tav tm="100000">
                                          <p:val>
                                            <p:strVal val="#ppt_x"/>
                                          </p:val>
                                        </p:tav>
                                      </p:tavLst>
                                    </p:anim>
                                    <p:anim calcmode="lin" valueType="num">
                                      <p:cBhvr>
                                        <p:cTn id="112" dur="650" fill="hold"/>
                                        <p:tgtEl>
                                          <p:spTgt spid="75"/>
                                        </p:tgtEl>
                                        <p:attrNameLst>
                                          <p:attrName>ppt_y</p:attrName>
                                        </p:attrNameLst>
                                      </p:cBhvr>
                                      <p:tavLst>
                                        <p:tav tm="0">
                                          <p:val>
                                            <p:strVal val="#ppt_y+.1"/>
                                          </p:val>
                                        </p:tav>
                                        <p:tav tm="100000">
                                          <p:val>
                                            <p:strVal val="#ppt_y"/>
                                          </p:val>
                                        </p:tav>
                                      </p:tavLst>
                                    </p:anim>
                                  </p:childTnLst>
                                </p:cTn>
                              </p:par>
                              <p:par>
                                <p:cTn id="113" presetID="53" presetClass="entr" presetSubtype="16" fill="hold" grpId="0" nodeType="withEffect">
                                  <p:stCondLst>
                                    <p:cond delay="490"/>
                                  </p:stCondLst>
                                  <p:childTnLst>
                                    <p:set>
                                      <p:cBhvr>
                                        <p:cTn id="114" dur="1" fill="hold">
                                          <p:stCondLst>
                                            <p:cond delay="0"/>
                                          </p:stCondLst>
                                        </p:cTn>
                                        <p:tgtEl>
                                          <p:spTgt spid="76"/>
                                        </p:tgtEl>
                                        <p:attrNameLst>
                                          <p:attrName>style.visibility</p:attrName>
                                        </p:attrNameLst>
                                      </p:cBhvr>
                                      <p:to>
                                        <p:strVal val="visible"/>
                                      </p:to>
                                    </p:set>
                                    <p:anim calcmode="lin" valueType="num">
                                      <p:cBhvr>
                                        <p:cTn id="115" dur="750" fill="hold"/>
                                        <p:tgtEl>
                                          <p:spTgt spid="76"/>
                                        </p:tgtEl>
                                        <p:attrNameLst>
                                          <p:attrName>ppt_w</p:attrName>
                                        </p:attrNameLst>
                                      </p:cBhvr>
                                      <p:tavLst>
                                        <p:tav tm="0">
                                          <p:val>
                                            <p:fltVal val="0"/>
                                          </p:val>
                                        </p:tav>
                                        <p:tav tm="100000">
                                          <p:val>
                                            <p:strVal val="#ppt_w"/>
                                          </p:val>
                                        </p:tav>
                                      </p:tavLst>
                                    </p:anim>
                                    <p:anim calcmode="lin" valueType="num">
                                      <p:cBhvr>
                                        <p:cTn id="116" dur="750" fill="hold"/>
                                        <p:tgtEl>
                                          <p:spTgt spid="76"/>
                                        </p:tgtEl>
                                        <p:attrNameLst>
                                          <p:attrName>ppt_h</p:attrName>
                                        </p:attrNameLst>
                                      </p:cBhvr>
                                      <p:tavLst>
                                        <p:tav tm="0">
                                          <p:val>
                                            <p:fltVal val="0"/>
                                          </p:val>
                                        </p:tav>
                                        <p:tav tm="100000">
                                          <p:val>
                                            <p:strVal val="#ppt_h"/>
                                          </p:val>
                                        </p:tav>
                                      </p:tavLst>
                                    </p:anim>
                                    <p:animEffect transition="in" filter="fade">
                                      <p:cBhvr>
                                        <p:cTn id="117" dur="750"/>
                                        <p:tgtEl>
                                          <p:spTgt spid="76"/>
                                        </p:tgtEl>
                                      </p:cBhvr>
                                    </p:animEffect>
                                  </p:childTnLst>
                                </p:cTn>
                              </p:par>
                              <p:par>
                                <p:cTn id="118" presetID="53" presetClass="entr" presetSubtype="16" fill="hold" nodeType="withEffect">
                                  <p:stCondLst>
                                    <p:cond delay="490"/>
                                  </p:stCondLst>
                                  <p:childTnLst>
                                    <p:set>
                                      <p:cBhvr>
                                        <p:cTn id="119" dur="1" fill="hold">
                                          <p:stCondLst>
                                            <p:cond delay="0"/>
                                          </p:stCondLst>
                                        </p:cTn>
                                        <p:tgtEl>
                                          <p:spTgt spid="80"/>
                                        </p:tgtEl>
                                        <p:attrNameLst>
                                          <p:attrName>style.visibility</p:attrName>
                                        </p:attrNameLst>
                                      </p:cBhvr>
                                      <p:to>
                                        <p:strVal val="visible"/>
                                      </p:to>
                                    </p:set>
                                    <p:anim calcmode="lin" valueType="num">
                                      <p:cBhvr>
                                        <p:cTn id="120" dur="750" fill="hold"/>
                                        <p:tgtEl>
                                          <p:spTgt spid="80"/>
                                        </p:tgtEl>
                                        <p:attrNameLst>
                                          <p:attrName>ppt_w</p:attrName>
                                        </p:attrNameLst>
                                      </p:cBhvr>
                                      <p:tavLst>
                                        <p:tav tm="0">
                                          <p:val>
                                            <p:fltVal val="0"/>
                                          </p:val>
                                        </p:tav>
                                        <p:tav tm="100000">
                                          <p:val>
                                            <p:strVal val="#ppt_w"/>
                                          </p:val>
                                        </p:tav>
                                      </p:tavLst>
                                    </p:anim>
                                    <p:anim calcmode="lin" valueType="num">
                                      <p:cBhvr>
                                        <p:cTn id="121" dur="750" fill="hold"/>
                                        <p:tgtEl>
                                          <p:spTgt spid="80"/>
                                        </p:tgtEl>
                                        <p:attrNameLst>
                                          <p:attrName>ppt_h</p:attrName>
                                        </p:attrNameLst>
                                      </p:cBhvr>
                                      <p:tavLst>
                                        <p:tav tm="0">
                                          <p:val>
                                            <p:fltVal val="0"/>
                                          </p:val>
                                        </p:tav>
                                        <p:tav tm="100000">
                                          <p:val>
                                            <p:strVal val="#ppt_h"/>
                                          </p:val>
                                        </p:tav>
                                      </p:tavLst>
                                    </p:anim>
                                    <p:animEffect transition="in" filter="fade">
                                      <p:cBhvr>
                                        <p:cTn id="122" dur="750"/>
                                        <p:tgtEl>
                                          <p:spTgt spid="80"/>
                                        </p:tgtEl>
                                      </p:cBhvr>
                                    </p:animEffect>
                                  </p:childTnLst>
                                </p:cTn>
                              </p:par>
                              <p:par>
                                <p:cTn id="123" presetID="53" presetClass="entr" presetSubtype="16" fill="hold" nodeType="withEffect">
                                  <p:stCondLst>
                                    <p:cond delay="490"/>
                                  </p:stCondLst>
                                  <p:childTnLst>
                                    <p:set>
                                      <p:cBhvr>
                                        <p:cTn id="124" dur="1" fill="hold">
                                          <p:stCondLst>
                                            <p:cond delay="0"/>
                                          </p:stCondLst>
                                        </p:cTn>
                                        <p:tgtEl>
                                          <p:spTgt spid="81"/>
                                        </p:tgtEl>
                                        <p:attrNameLst>
                                          <p:attrName>style.visibility</p:attrName>
                                        </p:attrNameLst>
                                      </p:cBhvr>
                                      <p:to>
                                        <p:strVal val="visible"/>
                                      </p:to>
                                    </p:set>
                                    <p:anim calcmode="lin" valueType="num">
                                      <p:cBhvr>
                                        <p:cTn id="125" dur="750" fill="hold"/>
                                        <p:tgtEl>
                                          <p:spTgt spid="81"/>
                                        </p:tgtEl>
                                        <p:attrNameLst>
                                          <p:attrName>ppt_w</p:attrName>
                                        </p:attrNameLst>
                                      </p:cBhvr>
                                      <p:tavLst>
                                        <p:tav tm="0">
                                          <p:val>
                                            <p:fltVal val="0"/>
                                          </p:val>
                                        </p:tav>
                                        <p:tav tm="100000">
                                          <p:val>
                                            <p:strVal val="#ppt_w"/>
                                          </p:val>
                                        </p:tav>
                                      </p:tavLst>
                                    </p:anim>
                                    <p:anim calcmode="lin" valueType="num">
                                      <p:cBhvr>
                                        <p:cTn id="126" dur="750" fill="hold"/>
                                        <p:tgtEl>
                                          <p:spTgt spid="81"/>
                                        </p:tgtEl>
                                        <p:attrNameLst>
                                          <p:attrName>ppt_h</p:attrName>
                                        </p:attrNameLst>
                                      </p:cBhvr>
                                      <p:tavLst>
                                        <p:tav tm="0">
                                          <p:val>
                                            <p:fltVal val="0"/>
                                          </p:val>
                                        </p:tav>
                                        <p:tav tm="100000">
                                          <p:val>
                                            <p:strVal val="#ppt_h"/>
                                          </p:val>
                                        </p:tav>
                                      </p:tavLst>
                                    </p:anim>
                                    <p:animEffect transition="in" filter="fade">
                                      <p:cBhvr>
                                        <p:cTn id="127" dur="750"/>
                                        <p:tgtEl>
                                          <p:spTgt spid="81"/>
                                        </p:tgtEl>
                                      </p:cBhvr>
                                    </p:animEffect>
                                  </p:childTnLst>
                                </p:cTn>
                              </p:par>
                              <p:par>
                                <p:cTn id="128" presetID="53" presetClass="entr" presetSubtype="16" fill="hold" grpId="0" nodeType="withEffect">
                                  <p:stCondLst>
                                    <p:cond delay="490"/>
                                  </p:stCondLst>
                                  <p:childTnLst>
                                    <p:set>
                                      <p:cBhvr>
                                        <p:cTn id="129" dur="1" fill="hold">
                                          <p:stCondLst>
                                            <p:cond delay="0"/>
                                          </p:stCondLst>
                                        </p:cTn>
                                        <p:tgtEl>
                                          <p:spTgt spid="82"/>
                                        </p:tgtEl>
                                        <p:attrNameLst>
                                          <p:attrName>style.visibility</p:attrName>
                                        </p:attrNameLst>
                                      </p:cBhvr>
                                      <p:to>
                                        <p:strVal val="visible"/>
                                      </p:to>
                                    </p:set>
                                    <p:anim calcmode="lin" valueType="num">
                                      <p:cBhvr>
                                        <p:cTn id="130" dur="750" fill="hold"/>
                                        <p:tgtEl>
                                          <p:spTgt spid="82"/>
                                        </p:tgtEl>
                                        <p:attrNameLst>
                                          <p:attrName>ppt_w</p:attrName>
                                        </p:attrNameLst>
                                      </p:cBhvr>
                                      <p:tavLst>
                                        <p:tav tm="0">
                                          <p:val>
                                            <p:fltVal val="0"/>
                                          </p:val>
                                        </p:tav>
                                        <p:tav tm="100000">
                                          <p:val>
                                            <p:strVal val="#ppt_w"/>
                                          </p:val>
                                        </p:tav>
                                      </p:tavLst>
                                    </p:anim>
                                    <p:anim calcmode="lin" valueType="num">
                                      <p:cBhvr>
                                        <p:cTn id="131" dur="750" fill="hold"/>
                                        <p:tgtEl>
                                          <p:spTgt spid="82"/>
                                        </p:tgtEl>
                                        <p:attrNameLst>
                                          <p:attrName>ppt_h</p:attrName>
                                        </p:attrNameLst>
                                      </p:cBhvr>
                                      <p:tavLst>
                                        <p:tav tm="0">
                                          <p:val>
                                            <p:fltVal val="0"/>
                                          </p:val>
                                        </p:tav>
                                        <p:tav tm="100000">
                                          <p:val>
                                            <p:strVal val="#ppt_h"/>
                                          </p:val>
                                        </p:tav>
                                      </p:tavLst>
                                    </p:anim>
                                    <p:animEffect transition="in" filter="fade">
                                      <p:cBhvr>
                                        <p:cTn id="132" dur="750"/>
                                        <p:tgtEl>
                                          <p:spTgt spid="82"/>
                                        </p:tgtEl>
                                      </p:cBhvr>
                                    </p:animEffect>
                                  </p:childTnLst>
                                </p:cTn>
                              </p:par>
                              <p:par>
                                <p:cTn id="133" presetID="53" presetClass="entr" presetSubtype="16" fill="hold" grpId="0" nodeType="withEffect">
                                  <p:stCondLst>
                                    <p:cond delay="490"/>
                                  </p:stCondLst>
                                  <p:childTnLst>
                                    <p:set>
                                      <p:cBhvr>
                                        <p:cTn id="134" dur="1" fill="hold">
                                          <p:stCondLst>
                                            <p:cond delay="0"/>
                                          </p:stCondLst>
                                        </p:cTn>
                                        <p:tgtEl>
                                          <p:spTgt spid="83"/>
                                        </p:tgtEl>
                                        <p:attrNameLst>
                                          <p:attrName>style.visibility</p:attrName>
                                        </p:attrNameLst>
                                      </p:cBhvr>
                                      <p:to>
                                        <p:strVal val="visible"/>
                                      </p:to>
                                    </p:set>
                                    <p:anim calcmode="lin" valueType="num">
                                      <p:cBhvr>
                                        <p:cTn id="135" dur="750" fill="hold"/>
                                        <p:tgtEl>
                                          <p:spTgt spid="83"/>
                                        </p:tgtEl>
                                        <p:attrNameLst>
                                          <p:attrName>ppt_w</p:attrName>
                                        </p:attrNameLst>
                                      </p:cBhvr>
                                      <p:tavLst>
                                        <p:tav tm="0">
                                          <p:val>
                                            <p:fltVal val="0"/>
                                          </p:val>
                                        </p:tav>
                                        <p:tav tm="100000">
                                          <p:val>
                                            <p:strVal val="#ppt_w"/>
                                          </p:val>
                                        </p:tav>
                                      </p:tavLst>
                                    </p:anim>
                                    <p:anim calcmode="lin" valueType="num">
                                      <p:cBhvr>
                                        <p:cTn id="136" dur="750" fill="hold"/>
                                        <p:tgtEl>
                                          <p:spTgt spid="83"/>
                                        </p:tgtEl>
                                        <p:attrNameLst>
                                          <p:attrName>ppt_h</p:attrName>
                                        </p:attrNameLst>
                                      </p:cBhvr>
                                      <p:tavLst>
                                        <p:tav tm="0">
                                          <p:val>
                                            <p:fltVal val="0"/>
                                          </p:val>
                                        </p:tav>
                                        <p:tav tm="100000">
                                          <p:val>
                                            <p:strVal val="#ppt_h"/>
                                          </p:val>
                                        </p:tav>
                                      </p:tavLst>
                                    </p:anim>
                                    <p:animEffect transition="in" filter="fade">
                                      <p:cBhvr>
                                        <p:cTn id="137" dur="750"/>
                                        <p:tgtEl>
                                          <p:spTgt spid="83"/>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xit" presetSubtype="0" fill="hold" grpId="1" nodeType="clickEffect">
                                  <p:stCondLst>
                                    <p:cond delay="0"/>
                                  </p:stCondLst>
                                  <p:childTnLst>
                                    <p:animEffect transition="out" filter="fade">
                                      <p:cBhvr>
                                        <p:cTn id="141" dur="300"/>
                                        <p:tgtEl>
                                          <p:spTgt spid="68"/>
                                        </p:tgtEl>
                                      </p:cBhvr>
                                    </p:animEffect>
                                    <p:set>
                                      <p:cBhvr>
                                        <p:cTn id="142" dur="1" fill="hold">
                                          <p:stCondLst>
                                            <p:cond delay="299"/>
                                          </p:stCondLst>
                                        </p:cTn>
                                        <p:tgtEl>
                                          <p:spTgt spid="68"/>
                                        </p:tgtEl>
                                        <p:attrNameLst>
                                          <p:attrName>style.visibility</p:attrName>
                                        </p:attrNameLst>
                                      </p:cBhvr>
                                      <p:to>
                                        <p:strVal val="hidden"/>
                                      </p:to>
                                    </p:set>
                                  </p:childTnLst>
                                </p:cTn>
                              </p:par>
                              <p:par>
                                <p:cTn id="143" presetID="10" presetClass="exit" presetSubtype="0" fill="hold" grpId="1" nodeType="withEffect">
                                  <p:stCondLst>
                                    <p:cond delay="0"/>
                                  </p:stCondLst>
                                  <p:childTnLst>
                                    <p:animEffect transition="out" filter="fade">
                                      <p:cBhvr>
                                        <p:cTn id="144" dur="300"/>
                                        <p:tgtEl>
                                          <p:spTgt spid="69"/>
                                        </p:tgtEl>
                                      </p:cBhvr>
                                    </p:animEffect>
                                    <p:set>
                                      <p:cBhvr>
                                        <p:cTn id="145" dur="1" fill="hold">
                                          <p:stCondLst>
                                            <p:cond delay="299"/>
                                          </p:stCondLst>
                                        </p:cTn>
                                        <p:tgtEl>
                                          <p:spTgt spid="69"/>
                                        </p:tgtEl>
                                        <p:attrNameLst>
                                          <p:attrName>style.visibility</p:attrName>
                                        </p:attrNameLst>
                                      </p:cBhvr>
                                      <p:to>
                                        <p:strVal val="hidden"/>
                                      </p:to>
                                    </p:set>
                                  </p:childTnLst>
                                </p:cTn>
                              </p:par>
                              <p:par>
                                <p:cTn id="146" presetID="10" presetClass="exit" presetSubtype="0" fill="hold" grpId="1" nodeType="withEffect">
                                  <p:stCondLst>
                                    <p:cond delay="0"/>
                                  </p:stCondLst>
                                  <p:childTnLst>
                                    <p:animEffect transition="out" filter="fade">
                                      <p:cBhvr>
                                        <p:cTn id="147" dur="300"/>
                                        <p:tgtEl>
                                          <p:spTgt spid="70"/>
                                        </p:tgtEl>
                                      </p:cBhvr>
                                    </p:animEffect>
                                    <p:set>
                                      <p:cBhvr>
                                        <p:cTn id="148" dur="1" fill="hold">
                                          <p:stCondLst>
                                            <p:cond delay="299"/>
                                          </p:stCondLst>
                                        </p:cTn>
                                        <p:tgtEl>
                                          <p:spTgt spid="70"/>
                                        </p:tgtEl>
                                        <p:attrNameLst>
                                          <p:attrName>style.visibility</p:attrName>
                                        </p:attrNameLst>
                                      </p:cBhvr>
                                      <p:to>
                                        <p:strVal val="hidden"/>
                                      </p:to>
                                    </p:set>
                                  </p:childTnLst>
                                </p:cTn>
                              </p:par>
                              <p:par>
                                <p:cTn id="149" presetID="10" presetClass="exit" presetSubtype="0" fill="hold" grpId="1" nodeType="withEffect">
                                  <p:stCondLst>
                                    <p:cond delay="0"/>
                                  </p:stCondLst>
                                  <p:childTnLst>
                                    <p:animEffect transition="out" filter="fade">
                                      <p:cBhvr>
                                        <p:cTn id="150" dur="300"/>
                                        <p:tgtEl>
                                          <p:spTgt spid="71"/>
                                        </p:tgtEl>
                                      </p:cBhvr>
                                    </p:animEffect>
                                    <p:set>
                                      <p:cBhvr>
                                        <p:cTn id="151" dur="1" fill="hold">
                                          <p:stCondLst>
                                            <p:cond delay="299"/>
                                          </p:stCondLst>
                                        </p:cTn>
                                        <p:tgtEl>
                                          <p:spTgt spid="71"/>
                                        </p:tgtEl>
                                        <p:attrNameLst>
                                          <p:attrName>style.visibility</p:attrName>
                                        </p:attrNameLst>
                                      </p:cBhvr>
                                      <p:to>
                                        <p:strVal val="hidden"/>
                                      </p:to>
                                    </p:set>
                                  </p:childTnLst>
                                </p:cTn>
                              </p:par>
                              <p:par>
                                <p:cTn id="152" presetID="10" presetClass="exit" presetSubtype="0" fill="hold" grpId="1" nodeType="withEffect">
                                  <p:stCondLst>
                                    <p:cond delay="0"/>
                                  </p:stCondLst>
                                  <p:childTnLst>
                                    <p:animEffect transition="out" filter="fade">
                                      <p:cBhvr>
                                        <p:cTn id="153" dur="300"/>
                                        <p:tgtEl>
                                          <p:spTgt spid="72"/>
                                        </p:tgtEl>
                                      </p:cBhvr>
                                    </p:animEffect>
                                    <p:set>
                                      <p:cBhvr>
                                        <p:cTn id="154" dur="1" fill="hold">
                                          <p:stCondLst>
                                            <p:cond delay="299"/>
                                          </p:stCondLst>
                                        </p:cTn>
                                        <p:tgtEl>
                                          <p:spTgt spid="72"/>
                                        </p:tgtEl>
                                        <p:attrNameLst>
                                          <p:attrName>style.visibility</p:attrName>
                                        </p:attrNameLst>
                                      </p:cBhvr>
                                      <p:to>
                                        <p:strVal val="hidden"/>
                                      </p:to>
                                    </p:set>
                                  </p:childTnLst>
                                </p:cTn>
                              </p:par>
                              <p:par>
                                <p:cTn id="155" presetID="10" presetClass="exit" presetSubtype="0" fill="hold" grpId="1" nodeType="withEffect">
                                  <p:stCondLst>
                                    <p:cond delay="0"/>
                                  </p:stCondLst>
                                  <p:childTnLst>
                                    <p:animEffect transition="out" filter="fade">
                                      <p:cBhvr>
                                        <p:cTn id="156" dur="300"/>
                                        <p:tgtEl>
                                          <p:spTgt spid="73"/>
                                        </p:tgtEl>
                                      </p:cBhvr>
                                    </p:animEffect>
                                    <p:set>
                                      <p:cBhvr>
                                        <p:cTn id="157" dur="1" fill="hold">
                                          <p:stCondLst>
                                            <p:cond delay="299"/>
                                          </p:stCondLst>
                                        </p:cTn>
                                        <p:tgtEl>
                                          <p:spTgt spid="73"/>
                                        </p:tgtEl>
                                        <p:attrNameLst>
                                          <p:attrName>style.visibility</p:attrName>
                                        </p:attrNameLst>
                                      </p:cBhvr>
                                      <p:to>
                                        <p:strVal val="hidden"/>
                                      </p:to>
                                    </p:set>
                                  </p:childTnLst>
                                </p:cTn>
                              </p:par>
                              <p:par>
                                <p:cTn id="158" presetID="10" presetClass="exit" presetSubtype="0" fill="hold" grpId="1" nodeType="withEffect">
                                  <p:stCondLst>
                                    <p:cond delay="0"/>
                                  </p:stCondLst>
                                  <p:childTnLst>
                                    <p:animEffect transition="out" filter="fade">
                                      <p:cBhvr>
                                        <p:cTn id="159" dur="300"/>
                                        <p:tgtEl>
                                          <p:spTgt spid="74"/>
                                        </p:tgtEl>
                                      </p:cBhvr>
                                    </p:animEffect>
                                    <p:set>
                                      <p:cBhvr>
                                        <p:cTn id="160" dur="1" fill="hold">
                                          <p:stCondLst>
                                            <p:cond delay="299"/>
                                          </p:stCondLst>
                                        </p:cTn>
                                        <p:tgtEl>
                                          <p:spTgt spid="74"/>
                                        </p:tgtEl>
                                        <p:attrNameLst>
                                          <p:attrName>style.visibility</p:attrName>
                                        </p:attrNameLst>
                                      </p:cBhvr>
                                      <p:to>
                                        <p:strVal val="hidden"/>
                                      </p:to>
                                    </p:set>
                                  </p:childTnLst>
                                </p:cTn>
                              </p:par>
                              <p:par>
                                <p:cTn id="161" presetID="10" presetClass="exit" presetSubtype="0" fill="hold" grpId="1" nodeType="withEffect">
                                  <p:stCondLst>
                                    <p:cond delay="0"/>
                                  </p:stCondLst>
                                  <p:childTnLst>
                                    <p:animEffect transition="out" filter="fade">
                                      <p:cBhvr>
                                        <p:cTn id="162" dur="300"/>
                                        <p:tgtEl>
                                          <p:spTgt spid="75"/>
                                        </p:tgtEl>
                                      </p:cBhvr>
                                    </p:animEffect>
                                    <p:set>
                                      <p:cBhvr>
                                        <p:cTn id="163" dur="1" fill="hold">
                                          <p:stCondLst>
                                            <p:cond delay="299"/>
                                          </p:stCondLst>
                                        </p:cTn>
                                        <p:tgtEl>
                                          <p:spTgt spid="75"/>
                                        </p:tgtEl>
                                        <p:attrNameLst>
                                          <p:attrName>style.visibility</p:attrName>
                                        </p:attrNameLst>
                                      </p:cBhvr>
                                      <p:to>
                                        <p:strVal val="hidden"/>
                                      </p:to>
                                    </p:set>
                                  </p:childTnLst>
                                </p:cTn>
                              </p:par>
                              <p:par>
                                <p:cTn id="164" presetID="1" presetClass="entr" presetSubtype="0" fill="hold" nodeType="withEffect">
                                  <p:stCondLst>
                                    <p:cond delay="0"/>
                                  </p:stCondLst>
                                  <p:childTnLst>
                                    <p:set>
                                      <p:cBhvr>
                                        <p:cTn id="165" dur="1" fill="hold">
                                          <p:stCondLst>
                                            <p:cond delay="0"/>
                                          </p:stCondLst>
                                        </p:cTn>
                                        <p:tgtEl>
                                          <p:spTgt spid="51"/>
                                        </p:tgtEl>
                                        <p:attrNameLst>
                                          <p:attrName>style.visibility</p:attrName>
                                        </p:attrNameLst>
                                      </p:cBhvr>
                                      <p:to>
                                        <p:strVal val="visible"/>
                                      </p:to>
                                    </p:set>
                                  </p:childTnLst>
                                </p:cTn>
                              </p:par>
                              <p:par>
                                <p:cTn id="166" presetID="1" presetClass="entr" presetSubtype="0" fill="hold" grpId="0" nodeType="withEffect">
                                  <p:stCondLst>
                                    <p:cond delay="0"/>
                                  </p:stCondLst>
                                  <p:childTnLst>
                                    <p:set>
                                      <p:cBhvr>
                                        <p:cTn id="167" dur="1" fill="hold">
                                          <p:stCondLst>
                                            <p:cond delay="0"/>
                                          </p:stCondLst>
                                        </p:cTn>
                                        <p:tgtEl>
                                          <p:spTgt spid="52"/>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53"/>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54"/>
                                        </p:tgtEl>
                                        <p:attrNameLst>
                                          <p:attrName>style.visibility</p:attrName>
                                        </p:attrNameLst>
                                      </p:cBhvr>
                                      <p:to>
                                        <p:strVal val="visible"/>
                                      </p:to>
                                    </p:set>
                                  </p:childTnLst>
                                </p:cTn>
                              </p:par>
                              <p:par>
                                <p:cTn id="172" presetID="1" presetClass="entr" presetSubtype="0" fill="hold" grpId="0" nodeType="withEffect">
                                  <p:stCondLst>
                                    <p:cond delay="0"/>
                                  </p:stCondLst>
                                  <p:childTnLst>
                                    <p:set>
                                      <p:cBhvr>
                                        <p:cTn id="173" dur="1" fill="hold">
                                          <p:stCondLst>
                                            <p:cond delay="0"/>
                                          </p:stCondLst>
                                        </p:cTn>
                                        <p:tgtEl>
                                          <p:spTgt spid="55"/>
                                        </p:tgtEl>
                                        <p:attrNameLst>
                                          <p:attrName>style.visibility</p:attrName>
                                        </p:attrNameLst>
                                      </p:cBhvr>
                                      <p:to>
                                        <p:strVal val="visible"/>
                                      </p:to>
                                    </p:set>
                                  </p:childTnLst>
                                </p:cTn>
                              </p:par>
                              <p:par>
                                <p:cTn id="174" presetID="1" presetClass="entr" presetSubtype="0" fill="hold" nodeType="withEffect">
                                  <p:stCondLst>
                                    <p:cond delay="0"/>
                                  </p:stCondLst>
                                  <p:childTnLst>
                                    <p:set>
                                      <p:cBhvr>
                                        <p:cTn id="175" dur="1" fill="hold">
                                          <p:stCondLst>
                                            <p:cond delay="0"/>
                                          </p:stCondLst>
                                        </p:cTn>
                                        <p:tgtEl>
                                          <p:spTgt spid="77"/>
                                        </p:tgtEl>
                                        <p:attrNameLst>
                                          <p:attrName>style.visibility</p:attrName>
                                        </p:attrNameLst>
                                      </p:cBhvr>
                                      <p:to>
                                        <p:strVal val="visible"/>
                                      </p:to>
                                    </p:set>
                                  </p:childTnLst>
                                </p:cTn>
                              </p:par>
                              <p:par>
                                <p:cTn id="176" presetID="1" presetClass="entr" presetSubtype="0" fill="hold" nodeType="withEffect">
                                  <p:stCondLst>
                                    <p:cond delay="0"/>
                                  </p:stCondLst>
                                  <p:childTnLst>
                                    <p:set>
                                      <p:cBhvr>
                                        <p:cTn id="177" dur="1" fill="hold">
                                          <p:stCondLst>
                                            <p:cond delay="0"/>
                                          </p:stCondLst>
                                        </p:cTn>
                                        <p:tgtEl>
                                          <p:spTgt spid="79"/>
                                        </p:tgtEl>
                                        <p:attrNameLst>
                                          <p:attrName>style.visibility</p:attrName>
                                        </p:attrNameLst>
                                      </p:cBhvr>
                                      <p:to>
                                        <p:strVal val="visible"/>
                                      </p:to>
                                    </p:set>
                                  </p:childTnLst>
                                </p:cTn>
                              </p:par>
                              <p:par>
                                <p:cTn id="178" presetID="10" presetClass="exit" presetSubtype="0" fill="hold" nodeType="withEffect">
                                  <p:stCondLst>
                                    <p:cond delay="0"/>
                                  </p:stCondLst>
                                  <p:childTnLst>
                                    <p:animEffect transition="out" filter="fade">
                                      <p:cBhvr>
                                        <p:cTn id="179" dur="420"/>
                                        <p:tgtEl>
                                          <p:spTgt spid="63"/>
                                        </p:tgtEl>
                                      </p:cBhvr>
                                    </p:animEffect>
                                    <p:set>
                                      <p:cBhvr>
                                        <p:cTn id="180" dur="1" fill="hold">
                                          <p:stCondLst>
                                            <p:cond delay="419"/>
                                          </p:stCondLst>
                                        </p:cTn>
                                        <p:tgtEl>
                                          <p:spTgt spid="63"/>
                                        </p:tgtEl>
                                        <p:attrNameLst>
                                          <p:attrName>style.visibility</p:attrName>
                                        </p:attrNameLst>
                                      </p:cBhvr>
                                      <p:to>
                                        <p:strVal val="hidden"/>
                                      </p:to>
                                    </p:set>
                                  </p:childTnLst>
                                </p:cTn>
                              </p:par>
                              <p:par>
                                <p:cTn id="181" presetID="10" presetClass="exit" presetSubtype="0" fill="hold" grpId="1" nodeType="withEffect">
                                  <p:stCondLst>
                                    <p:cond delay="0"/>
                                  </p:stCondLst>
                                  <p:childTnLst>
                                    <p:animEffect transition="out" filter="fade">
                                      <p:cBhvr>
                                        <p:cTn id="182" dur="420"/>
                                        <p:tgtEl>
                                          <p:spTgt spid="64"/>
                                        </p:tgtEl>
                                      </p:cBhvr>
                                    </p:animEffect>
                                    <p:set>
                                      <p:cBhvr>
                                        <p:cTn id="183" dur="1" fill="hold">
                                          <p:stCondLst>
                                            <p:cond delay="419"/>
                                          </p:stCondLst>
                                        </p:cTn>
                                        <p:tgtEl>
                                          <p:spTgt spid="64"/>
                                        </p:tgtEl>
                                        <p:attrNameLst>
                                          <p:attrName>style.visibility</p:attrName>
                                        </p:attrNameLst>
                                      </p:cBhvr>
                                      <p:to>
                                        <p:strVal val="hidden"/>
                                      </p:to>
                                    </p:set>
                                  </p:childTnLst>
                                </p:cTn>
                              </p:par>
                              <p:par>
                                <p:cTn id="184" presetID="10" presetClass="exit" presetSubtype="0" fill="hold" grpId="1" nodeType="withEffect">
                                  <p:stCondLst>
                                    <p:cond delay="0"/>
                                  </p:stCondLst>
                                  <p:childTnLst>
                                    <p:animEffect transition="out" filter="fade">
                                      <p:cBhvr>
                                        <p:cTn id="185" dur="420"/>
                                        <p:tgtEl>
                                          <p:spTgt spid="65"/>
                                        </p:tgtEl>
                                      </p:cBhvr>
                                    </p:animEffect>
                                    <p:set>
                                      <p:cBhvr>
                                        <p:cTn id="186" dur="1" fill="hold">
                                          <p:stCondLst>
                                            <p:cond delay="419"/>
                                          </p:stCondLst>
                                        </p:cTn>
                                        <p:tgtEl>
                                          <p:spTgt spid="65"/>
                                        </p:tgtEl>
                                        <p:attrNameLst>
                                          <p:attrName>style.visibility</p:attrName>
                                        </p:attrNameLst>
                                      </p:cBhvr>
                                      <p:to>
                                        <p:strVal val="hidden"/>
                                      </p:to>
                                    </p:set>
                                  </p:childTnLst>
                                </p:cTn>
                              </p:par>
                              <p:par>
                                <p:cTn id="187" presetID="10" presetClass="exit" presetSubtype="0" fill="hold" grpId="1" nodeType="withEffect">
                                  <p:stCondLst>
                                    <p:cond delay="0"/>
                                  </p:stCondLst>
                                  <p:childTnLst>
                                    <p:animEffect transition="out" filter="fade">
                                      <p:cBhvr>
                                        <p:cTn id="188" dur="420"/>
                                        <p:tgtEl>
                                          <p:spTgt spid="66"/>
                                        </p:tgtEl>
                                      </p:cBhvr>
                                    </p:animEffect>
                                    <p:set>
                                      <p:cBhvr>
                                        <p:cTn id="189" dur="1" fill="hold">
                                          <p:stCondLst>
                                            <p:cond delay="419"/>
                                          </p:stCondLst>
                                        </p:cTn>
                                        <p:tgtEl>
                                          <p:spTgt spid="66"/>
                                        </p:tgtEl>
                                        <p:attrNameLst>
                                          <p:attrName>style.visibility</p:attrName>
                                        </p:attrNameLst>
                                      </p:cBhvr>
                                      <p:to>
                                        <p:strVal val="hidden"/>
                                      </p:to>
                                    </p:set>
                                  </p:childTnLst>
                                </p:cTn>
                              </p:par>
                              <p:par>
                                <p:cTn id="190" presetID="10" presetClass="exit" presetSubtype="0" fill="hold" grpId="1" nodeType="withEffect">
                                  <p:stCondLst>
                                    <p:cond delay="0"/>
                                  </p:stCondLst>
                                  <p:childTnLst>
                                    <p:animEffect transition="out" filter="fade">
                                      <p:cBhvr>
                                        <p:cTn id="191" dur="420"/>
                                        <p:tgtEl>
                                          <p:spTgt spid="67"/>
                                        </p:tgtEl>
                                      </p:cBhvr>
                                    </p:animEffect>
                                    <p:set>
                                      <p:cBhvr>
                                        <p:cTn id="192" dur="1" fill="hold">
                                          <p:stCondLst>
                                            <p:cond delay="419"/>
                                          </p:stCondLst>
                                        </p:cTn>
                                        <p:tgtEl>
                                          <p:spTgt spid="67"/>
                                        </p:tgtEl>
                                        <p:attrNameLst>
                                          <p:attrName>style.visibility</p:attrName>
                                        </p:attrNameLst>
                                      </p:cBhvr>
                                      <p:to>
                                        <p:strVal val="hidden"/>
                                      </p:to>
                                    </p:set>
                                  </p:childTnLst>
                                </p:cTn>
                              </p:par>
                              <p:par>
                                <p:cTn id="193" presetID="10" presetClass="exit" presetSubtype="0" fill="hold" nodeType="withEffect">
                                  <p:stCondLst>
                                    <p:cond delay="0"/>
                                  </p:stCondLst>
                                  <p:childTnLst>
                                    <p:animEffect transition="out" filter="fade">
                                      <p:cBhvr>
                                        <p:cTn id="194" dur="420"/>
                                        <p:tgtEl>
                                          <p:spTgt spid="80"/>
                                        </p:tgtEl>
                                      </p:cBhvr>
                                    </p:animEffect>
                                    <p:set>
                                      <p:cBhvr>
                                        <p:cTn id="195" dur="1" fill="hold">
                                          <p:stCondLst>
                                            <p:cond delay="419"/>
                                          </p:stCondLst>
                                        </p:cTn>
                                        <p:tgtEl>
                                          <p:spTgt spid="80"/>
                                        </p:tgtEl>
                                        <p:attrNameLst>
                                          <p:attrName>style.visibility</p:attrName>
                                        </p:attrNameLst>
                                      </p:cBhvr>
                                      <p:to>
                                        <p:strVal val="hidden"/>
                                      </p:to>
                                    </p:set>
                                  </p:childTnLst>
                                </p:cTn>
                              </p:par>
                              <p:par>
                                <p:cTn id="196" presetID="10" presetClass="exit" presetSubtype="0" fill="hold" nodeType="withEffect">
                                  <p:stCondLst>
                                    <p:cond delay="0"/>
                                  </p:stCondLst>
                                  <p:childTnLst>
                                    <p:animEffect transition="out" filter="fade">
                                      <p:cBhvr>
                                        <p:cTn id="197" dur="420"/>
                                        <p:tgtEl>
                                          <p:spTgt spid="81"/>
                                        </p:tgtEl>
                                      </p:cBhvr>
                                    </p:animEffect>
                                    <p:set>
                                      <p:cBhvr>
                                        <p:cTn id="198" dur="1" fill="hold">
                                          <p:stCondLst>
                                            <p:cond delay="419"/>
                                          </p:stCondLst>
                                        </p:cTn>
                                        <p:tgtEl>
                                          <p:spTgt spid="81"/>
                                        </p:tgtEl>
                                        <p:attrNameLst>
                                          <p:attrName>style.visibility</p:attrName>
                                        </p:attrNameLst>
                                      </p:cBhvr>
                                      <p:to>
                                        <p:strVal val="hidden"/>
                                      </p:to>
                                    </p:set>
                                  </p:childTnLst>
                                </p:cTn>
                              </p:par>
                              <p:par>
                                <p:cTn id="199" presetID="42" presetClass="entr" presetSubtype="0" fill="hold" grpId="0" nodeType="withEffect">
                                  <p:stCondLst>
                                    <p:cond delay="250"/>
                                  </p:stCondLst>
                                  <p:childTnLst>
                                    <p:set>
                                      <p:cBhvr>
                                        <p:cTn id="200" dur="1" fill="hold">
                                          <p:stCondLst>
                                            <p:cond delay="0"/>
                                          </p:stCondLst>
                                        </p:cTn>
                                        <p:tgtEl>
                                          <p:spTgt spid="56"/>
                                        </p:tgtEl>
                                        <p:attrNameLst>
                                          <p:attrName>style.visibility</p:attrName>
                                        </p:attrNameLst>
                                      </p:cBhvr>
                                      <p:to>
                                        <p:strVal val="visible"/>
                                      </p:to>
                                    </p:set>
                                    <p:animEffect transition="in" filter="fade">
                                      <p:cBhvr>
                                        <p:cTn id="201" dur="650"/>
                                        <p:tgtEl>
                                          <p:spTgt spid="56"/>
                                        </p:tgtEl>
                                      </p:cBhvr>
                                    </p:animEffect>
                                    <p:anim calcmode="lin" valueType="num">
                                      <p:cBhvr>
                                        <p:cTn id="202" dur="650" fill="hold"/>
                                        <p:tgtEl>
                                          <p:spTgt spid="56"/>
                                        </p:tgtEl>
                                        <p:attrNameLst>
                                          <p:attrName>ppt_x</p:attrName>
                                        </p:attrNameLst>
                                      </p:cBhvr>
                                      <p:tavLst>
                                        <p:tav tm="0">
                                          <p:val>
                                            <p:strVal val="#ppt_x"/>
                                          </p:val>
                                        </p:tav>
                                        <p:tav tm="100000">
                                          <p:val>
                                            <p:strVal val="#ppt_x"/>
                                          </p:val>
                                        </p:tav>
                                      </p:tavLst>
                                    </p:anim>
                                    <p:anim calcmode="lin" valueType="num">
                                      <p:cBhvr>
                                        <p:cTn id="203" dur="650" fill="hold"/>
                                        <p:tgtEl>
                                          <p:spTgt spid="56"/>
                                        </p:tgtEl>
                                        <p:attrNameLst>
                                          <p:attrName>ppt_y</p:attrName>
                                        </p:attrNameLst>
                                      </p:cBhvr>
                                      <p:tavLst>
                                        <p:tav tm="0">
                                          <p:val>
                                            <p:strVal val="#ppt_y+.1"/>
                                          </p:val>
                                        </p:tav>
                                        <p:tav tm="100000">
                                          <p:val>
                                            <p:strVal val="#ppt_y"/>
                                          </p:val>
                                        </p:tav>
                                      </p:tavLst>
                                    </p:anim>
                                  </p:childTnLst>
                                </p:cTn>
                              </p:par>
                              <p:par>
                                <p:cTn id="204" presetID="42" presetClass="entr" presetSubtype="0" fill="hold" grpId="0" nodeType="withEffect">
                                  <p:stCondLst>
                                    <p:cond delay="250"/>
                                  </p:stCondLst>
                                  <p:childTnLst>
                                    <p:set>
                                      <p:cBhvr>
                                        <p:cTn id="205" dur="1" fill="hold">
                                          <p:stCondLst>
                                            <p:cond delay="0"/>
                                          </p:stCondLst>
                                        </p:cTn>
                                        <p:tgtEl>
                                          <p:spTgt spid="57"/>
                                        </p:tgtEl>
                                        <p:attrNameLst>
                                          <p:attrName>style.visibility</p:attrName>
                                        </p:attrNameLst>
                                      </p:cBhvr>
                                      <p:to>
                                        <p:strVal val="visible"/>
                                      </p:to>
                                    </p:set>
                                    <p:animEffect transition="in" filter="fade">
                                      <p:cBhvr>
                                        <p:cTn id="206" dur="650"/>
                                        <p:tgtEl>
                                          <p:spTgt spid="57"/>
                                        </p:tgtEl>
                                      </p:cBhvr>
                                    </p:animEffect>
                                    <p:anim calcmode="lin" valueType="num">
                                      <p:cBhvr>
                                        <p:cTn id="207" dur="650" fill="hold"/>
                                        <p:tgtEl>
                                          <p:spTgt spid="57"/>
                                        </p:tgtEl>
                                        <p:attrNameLst>
                                          <p:attrName>ppt_x</p:attrName>
                                        </p:attrNameLst>
                                      </p:cBhvr>
                                      <p:tavLst>
                                        <p:tav tm="0">
                                          <p:val>
                                            <p:strVal val="#ppt_x"/>
                                          </p:val>
                                        </p:tav>
                                        <p:tav tm="100000">
                                          <p:val>
                                            <p:strVal val="#ppt_x"/>
                                          </p:val>
                                        </p:tav>
                                      </p:tavLst>
                                    </p:anim>
                                    <p:anim calcmode="lin" valueType="num">
                                      <p:cBhvr>
                                        <p:cTn id="208" dur="650" fill="hold"/>
                                        <p:tgtEl>
                                          <p:spTgt spid="57"/>
                                        </p:tgtEl>
                                        <p:attrNameLst>
                                          <p:attrName>ppt_y</p:attrName>
                                        </p:attrNameLst>
                                      </p:cBhvr>
                                      <p:tavLst>
                                        <p:tav tm="0">
                                          <p:val>
                                            <p:strVal val="#ppt_y+.1"/>
                                          </p:val>
                                        </p:tav>
                                        <p:tav tm="100000">
                                          <p:val>
                                            <p:strVal val="#ppt_y"/>
                                          </p:val>
                                        </p:tav>
                                      </p:tavLst>
                                    </p:anim>
                                  </p:childTnLst>
                                </p:cTn>
                              </p:par>
                              <p:par>
                                <p:cTn id="209" presetID="42" presetClass="entr" presetSubtype="0" fill="hold" grpId="0" nodeType="withEffect">
                                  <p:stCondLst>
                                    <p:cond delay="250"/>
                                  </p:stCondLst>
                                  <p:childTnLst>
                                    <p:set>
                                      <p:cBhvr>
                                        <p:cTn id="210" dur="1" fill="hold">
                                          <p:stCondLst>
                                            <p:cond delay="0"/>
                                          </p:stCondLst>
                                        </p:cTn>
                                        <p:tgtEl>
                                          <p:spTgt spid="58"/>
                                        </p:tgtEl>
                                        <p:attrNameLst>
                                          <p:attrName>style.visibility</p:attrName>
                                        </p:attrNameLst>
                                      </p:cBhvr>
                                      <p:to>
                                        <p:strVal val="visible"/>
                                      </p:to>
                                    </p:set>
                                    <p:animEffect transition="in" filter="fade">
                                      <p:cBhvr>
                                        <p:cTn id="211" dur="650"/>
                                        <p:tgtEl>
                                          <p:spTgt spid="58"/>
                                        </p:tgtEl>
                                      </p:cBhvr>
                                    </p:animEffect>
                                    <p:anim calcmode="lin" valueType="num">
                                      <p:cBhvr>
                                        <p:cTn id="212" dur="650" fill="hold"/>
                                        <p:tgtEl>
                                          <p:spTgt spid="58"/>
                                        </p:tgtEl>
                                        <p:attrNameLst>
                                          <p:attrName>ppt_x</p:attrName>
                                        </p:attrNameLst>
                                      </p:cBhvr>
                                      <p:tavLst>
                                        <p:tav tm="0">
                                          <p:val>
                                            <p:strVal val="#ppt_x"/>
                                          </p:val>
                                        </p:tav>
                                        <p:tav tm="100000">
                                          <p:val>
                                            <p:strVal val="#ppt_x"/>
                                          </p:val>
                                        </p:tav>
                                      </p:tavLst>
                                    </p:anim>
                                    <p:anim calcmode="lin" valueType="num">
                                      <p:cBhvr>
                                        <p:cTn id="213" dur="650" fill="hold"/>
                                        <p:tgtEl>
                                          <p:spTgt spid="58"/>
                                        </p:tgtEl>
                                        <p:attrNameLst>
                                          <p:attrName>ppt_y</p:attrName>
                                        </p:attrNameLst>
                                      </p:cBhvr>
                                      <p:tavLst>
                                        <p:tav tm="0">
                                          <p:val>
                                            <p:strVal val="#ppt_y+.1"/>
                                          </p:val>
                                        </p:tav>
                                        <p:tav tm="100000">
                                          <p:val>
                                            <p:strVal val="#ppt_y"/>
                                          </p:val>
                                        </p:tav>
                                      </p:tavLst>
                                    </p:anim>
                                  </p:childTnLst>
                                </p:cTn>
                              </p:par>
                              <p:par>
                                <p:cTn id="214" presetID="42" presetClass="entr" presetSubtype="0" fill="hold" grpId="0" nodeType="withEffect">
                                  <p:stCondLst>
                                    <p:cond delay="250"/>
                                  </p:stCondLst>
                                  <p:childTnLst>
                                    <p:set>
                                      <p:cBhvr>
                                        <p:cTn id="215" dur="1" fill="hold">
                                          <p:stCondLst>
                                            <p:cond delay="0"/>
                                          </p:stCondLst>
                                        </p:cTn>
                                        <p:tgtEl>
                                          <p:spTgt spid="59"/>
                                        </p:tgtEl>
                                        <p:attrNameLst>
                                          <p:attrName>style.visibility</p:attrName>
                                        </p:attrNameLst>
                                      </p:cBhvr>
                                      <p:to>
                                        <p:strVal val="visible"/>
                                      </p:to>
                                    </p:set>
                                    <p:animEffect transition="in" filter="fade">
                                      <p:cBhvr>
                                        <p:cTn id="216" dur="650"/>
                                        <p:tgtEl>
                                          <p:spTgt spid="59"/>
                                        </p:tgtEl>
                                      </p:cBhvr>
                                    </p:animEffect>
                                    <p:anim calcmode="lin" valueType="num">
                                      <p:cBhvr>
                                        <p:cTn id="217" dur="650" fill="hold"/>
                                        <p:tgtEl>
                                          <p:spTgt spid="59"/>
                                        </p:tgtEl>
                                        <p:attrNameLst>
                                          <p:attrName>ppt_x</p:attrName>
                                        </p:attrNameLst>
                                      </p:cBhvr>
                                      <p:tavLst>
                                        <p:tav tm="0">
                                          <p:val>
                                            <p:strVal val="#ppt_x"/>
                                          </p:val>
                                        </p:tav>
                                        <p:tav tm="100000">
                                          <p:val>
                                            <p:strVal val="#ppt_x"/>
                                          </p:val>
                                        </p:tav>
                                      </p:tavLst>
                                    </p:anim>
                                    <p:anim calcmode="lin" valueType="num">
                                      <p:cBhvr>
                                        <p:cTn id="218" dur="650" fill="hold"/>
                                        <p:tgtEl>
                                          <p:spTgt spid="59"/>
                                        </p:tgtEl>
                                        <p:attrNameLst>
                                          <p:attrName>ppt_y</p:attrName>
                                        </p:attrNameLst>
                                      </p:cBhvr>
                                      <p:tavLst>
                                        <p:tav tm="0">
                                          <p:val>
                                            <p:strVal val="#ppt_y+.1"/>
                                          </p:val>
                                        </p:tav>
                                        <p:tav tm="100000">
                                          <p:val>
                                            <p:strVal val="#ppt_y"/>
                                          </p:val>
                                        </p:tav>
                                      </p:tavLst>
                                    </p:anim>
                                  </p:childTnLst>
                                </p:cTn>
                              </p:par>
                              <p:par>
                                <p:cTn id="219" presetID="42" presetClass="entr" presetSubtype="0" fill="hold" grpId="0" nodeType="withEffect">
                                  <p:stCondLst>
                                    <p:cond delay="250"/>
                                  </p:stCondLst>
                                  <p:childTnLst>
                                    <p:set>
                                      <p:cBhvr>
                                        <p:cTn id="220" dur="1" fill="hold">
                                          <p:stCondLst>
                                            <p:cond delay="0"/>
                                          </p:stCondLst>
                                        </p:cTn>
                                        <p:tgtEl>
                                          <p:spTgt spid="60"/>
                                        </p:tgtEl>
                                        <p:attrNameLst>
                                          <p:attrName>style.visibility</p:attrName>
                                        </p:attrNameLst>
                                      </p:cBhvr>
                                      <p:to>
                                        <p:strVal val="visible"/>
                                      </p:to>
                                    </p:set>
                                    <p:animEffect transition="in" filter="fade">
                                      <p:cBhvr>
                                        <p:cTn id="221" dur="650"/>
                                        <p:tgtEl>
                                          <p:spTgt spid="60"/>
                                        </p:tgtEl>
                                      </p:cBhvr>
                                    </p:animEffect>
                                    <p:anim calcmode="lin" valueType="num">
                                      <p:cBhvr>
                                        <p:cTn id="222" dur="650" fill="hold"/>
                                        <p:tgtEl>
                                          <p:spTgt spid="60"/>
                                        </p:tgtEl>
                                        <p:attrNameLst>
                                          <p:attrName>ppt_x</p:attrName>
                                        </p:attrNameLst>
                                      </p:cBhvr>
                                      <p:tavLst>
                                        <p:tav tm="0">
                                          <p:val>
                                            <p:strVal val="#ppt_x"/>
                                          </p:val>
                                        </p:tav>
                                        <p:tav tm="100000">
                                          <p:val>
                                            <p:strVal val="#ppt_x"/>
                                          </p:val>
                                        </p:tav>
                                      </p:tavLst>
                                    </p:anim>
                                    <p:anim calcmode="lin" valueType="num">
                                      <p:cBhvr>
                                        <p:cTn id="223" dur="650" fill="hold"/>
                                        <p:tgtEl>
                                          <p:spTgt spid="60"/>
                                        </p:tgtEl>
                                        <p:attrNameLst>
                                          <p:attrName>ppt_y</p:attrName>
                                        </p:attrNameLst>
                                      </p:cBhvr>
                                      <p:tavLst>
                                        <p:tav tm="0">
                                          <p:val>
                                            <p:strVal val="#ppt_y+.1"/>
                                          </p:val>
                                        </p:tav>
                                        <p:tav tm="100000">
                                          <p:val>
                                            <p:strVal val="#ppt_y"/>
                                          </p:val>
                                        </p:tav>
                                      </p:tavLst>
                                    </p:anim>
                                  </p:childTnLst>
                                </p:cTn>
                              </p:par>
                              <p:par>
                                <p:cTn id="224" presetID="42" presetClass="entr" presetSubtype="0" fill="hold" grpId="0" nodeType="withEffect">
                                  <p:stCondLst>
                                    <p:cond delay="250"/>
                                  </p:stCondLst>
                                  <p:childTnLst>
                                    <p:set>
                                      <p:cBhvr>
                                        <p:cTn id="225" dur="1" fill="hold">
                                          <p:stCondLst>
                                            <p:cond delay="0"/>
                                          </p:stCondLst>
                                        </p:cTn>
                                        <p:tgtEl>
                                          <p:spTgt spid="61"/>
                                        </p:tgtEl>
                                        <p:attrNameLst>
                                          <p:attrName>style.visibility</p:attrName>
                                        </p:attrNameLst>
                                      </p:cBhvr>
                                      <p:to>
                                        <p:strVal val="visible"/>
                                      </p:to>
                                    </p:set>
                                    <p:animEffect transition="in" filter="fade">
                                      <p:cBhvr>
                                        <p:cTn id="226" dur="650"/>
                                        <p:tgtEl>
                                          <p:spTgt spid="61"/>
                                        </p:tgtEl>
                                      </p:cBhvr>
                                    </p:animEffect>
                                    <p:anim calcmode="lin" valueType="num">
                                      <p:cBhvr>
                                        <p:cTn id="227" dur="650" fill="hold"/>
                                        <p:tgtEl>
                                          <p:spTgt spid="61"/>
                                        </p:tgtEl>
                                        <p:attrNameLst>
                                          <p:attrName>ppt_x</p:attrName>
                                        </p:attrNameLst>
                                      </p:cBhvr>
                                      <p:tavLst>
                                        <p:tav tm="0">
                                          <p:val>
                                            <p:strVal val="#ppt_x"/>
                                          </p:val>
                                        </p:tav>
                                        <p:tav tm="100000">
                                          <p:val>
                                            <p:strVal val="#ppt_x"/>
                                          </p:val>
                                        </p:tav>
                                      </p:tavLst>
                                    </p:anim>
                                    <p:anim calcmode="lin" valueType="num">
                                      <p:cBhvr>
                                        <p:cTn id="228" dur="650" fill="hold"/>
                                        <p:tgtEl>
                                          <p:spTgt spid="61"/>
                                        </p:tgtEl>
                                        <p:attrNameLst>
                                          <p:attrName>ppt_y</p:attrName>
                                        </p:attrNameLst>
                                      </p:cBhvr>
                                      <p:tavLst>
                                        <p:tav tm="0">
                                          <p:val>
                                            <p:strVal val="#ppt_y+.1"/>
                                          </p:val>
                                        </p:tav>
                                        <p:tav tm="100000">
                                          <p:val>
                                            <p:strVal val="#ppt_y"/>
                                          </p:val>
                                        </p:tav>
                                      </p:tavLst>
                                    </p:anim>
                                  </p:childTnLst>
                                </p:cTn>
                              </p:par>
                              <p:par>
                                <p:cTn id="229" presetID="42" presetClass="entr" presetSubtype="0" fill="hold" grpId="0" nodeType="withEffect">
                                  <p:stCondLst>
                                    <p:cond delay="250"/>
                                  </p:stCondLst>
                                  <p:childTnLst>
                                    <p:set>
                                      <p:cBhvr>
                                        <p:cTn id="230" dur="1" fill="hold">
                                          <p:stCondLst>
                                            <p:cond delay="0"/>
                                          </p:stCondLst>
                                        </p:cTn>
                                        <p:tgtEl>
                                          <p:spTgt spid="62"/>
                                        </p:tgtEl>
                                        <p:attrNameLst>
                                          <p:attrName>style.visibility</p:attrName>
                                        </p:attrNameLst>
                                      </p:cBhvr>
                                      <p:to>
                                        <p:strVal val="visible"/>
                                      </p:to>
                                    </p:set>
                                    <p:animEffect transition="in" filter="fade">
                                      <p:cBhvr>
                                        <p:cTn id="231" dur="650"/>
                                        <p:tgtEl>
                                          <p:spTgt spid="62"/>
                                        </p:tgtEl>
                                      </p:cBhvr>
                                    </p:animEffect>
                                    <p:anim calcmode="lin" valueType="num">
                                      <p:cBhvr>
                                        <p:cTn id="232" dur="650" fill="hold"/>
                                        <p:tgtEl>
                                          <p:spTgt spid="62"/>
                                        </p:tgtEl>
                                        <p:attrNameLst>
                                          <p:attrName>ppt_x</p:attrName>
                                        </p:attrNameLst>
                                      </p:cBhvr>
                                      <p:tavLst>
                                        <p:tav tm="0">
                                          <p:val>
                                            <p:strVal val="#ppt_x"/>
                                          </p:val>
                                        </p:tav>
                                        <p:tav tm="100000">
                                          <p:val>
                                            <p:strVal val="#ppt_x"/>
                                          </p:val>
                                        </p:tav>
                                      </p:tavLst>
                                    </p:anim>
                                    <p:anim calcmode="lin" valueType="num">
                                      <p:cBhvr>
                                        <p:cTn id="233" dur="650" fill="hold"/>
                                        <p:tgtEl>
                                          <p:spTgt spid="62"/>
                                        </p:tgtEl>
                                        <p:attrNameLst>
                                          <p:attrName>ppt_y</p:attrName>
                                        </p:attrNameLst>
                                      </p:cBhvr>
                                      <p:tavLst>
                                        <p:tav tm="0">
                                          <p:val>
                                            <p:strVal val="#ppt_y+.1"/>
                                          </p:val>
                                        </p:tav>
                                        <p:tav tm="100000">
                                          <p:val>
                                            <p:strVal val="#ppt_y"/>
                                          </p:val>
                                        </p:tav>
                                      </p:tavLst>
                                    </p:anim>
                                  </p:childTnLst>
                                </p:cTn>
                              </p:par>
                              <p:par>
                                <p:cTn id="234" presetID="42" presetClass="entr" presetSubtype="0" fill="hold" grpId="0" nodeType="withEffect">
                                  <p:stCondLst>
                                    <p:cond delay="370"/>
                                  </p:stCondLst>
                                  <p:childTnLst>
                                    <p:set>
                                      <p:cBhvr>
                                        <p:cTn id="235" dur="1" fill="hold">
                                          <p:stCondLst>
                                            <p:cond delay="0"/>
                                          </p:stCondLst>
                                        </p:cTn>
                                        <p:tgtEl>
                                          <p:spTgt spid="84"/>
                                        </p:tgtEl>
                                        <p:attrNameLst>
                                          <p:attrName>style.visibility</p:attrName>
                                        </p:attrNameLst>
                                      </p:cBhvr>
                                      <p:to>
                                        <p:strVal val="visible"/>
                                      </p:to>
                                    </p:set>
                                    <p:animEffect transition="in" filter="fade">
                                      <p:cBhvr>
                                        <p:cTn id="236" dur="650"/>
                                        <p:tgtEl>
                                          <p:spTgt spid="84"/>
                                        </p:tgtEl>
                                      </p:cBhvr>
                                    </p:animEffect>
                                    <p:anim calcmode="lin" valueType="num">
                                      <p:cBhvr>
                                        <p:cTn id="237" dur="650" fill="hold"/>
                                        <p:tgtEl>
                                          <p:spTgt spid="84"/>
                                        </p:tgtEl>
                                        <p:attrNameLst>
                                          <p:attrName>ppt_x</p:attrName>
                                        </p:attrNameLst>
                                      </p:cBhvr>
                                      <p:tavLst>
                                        <p:tav tm="0">
                                          <p:val>
                                            <p:strVal val="#ppt_x"/>
                                          </p:val>
                                        </p:tav>
                                        <p:tav tm="100000">
                                          <p:val>
                                            <p:strVal val="#ppt_x"/>
                                          </p:val>
                                        </p:tav>
                                      </p:tavLst>
                                    </p:anim>
                                    <p:anim calcmode="lin" valueType="num">
                                      <p:cBhvr>
                                        <p:cTn id="238" dur="650" fill="hold"/>
                                        <p:tgtEl>
                                          <p:spTgt spid="84"/>
                                        </p:tgtEl>
                                        <p:attrNameLst>
                                          <p:attrName>ppt_y</p:attrName>
                                        </p:attrNameLst>
                                      </p:cBhvr>
                                      <p:tavLst>
                                        <p:tav tm="0">
                                          <p:val>
                                            <p:strVal val="#ppt_y+.1"/>
                                          </p:val>
                                        </p:tav>
                                        <p:tav tm="100000">
                                          <p:val>
                                            <p:strVal val="#ppt_y"/>
                                          </p:val>
                                        </p:tav>
                                      </p:tavLst>
                                    </p:anim>
                                  </p:childTnLst>
                                </p:cTn>
                              </p:par>
                              <p:par>
                                <p:cTn id="239" presetID="42" presetClass="entr" presetSubtype="0" fill="hold" grpId="0" nodeType="withEffect">
                                  <p:stCondLst>
                                    <p:cond delay="370"/>
                                  </p:stCondLst>
                                  <p:childTnLst>
                                    <p:set>
                                      <p:cBhvr>
                                        <p:cTn id="240" dur="1" fill="hold">
                                          <p:stCondLst>
                                            <p:cond delay="0"/>
                                          </p:stCondLst>
                                        </p:cTn>
                                        <p:tgtEl>
                                          <p:spTgt spid="85"/>
                                        </p:tgtEl>
                                        <p:attrNameLst>
                                          <p:attrName>style.visibility</p:attrName>
                                        </p:attrNameLst>
                                      </p:cBhvr>
                                      <p:to>
                                        <p:strVal val="visible"/>
                                      </p:to>
                                    </p:set>
                                    <p:animEffect transition="in" filter="fade">
                                      <p:cBhvr>
                                        <p:cTn id="241" dur="650"/>
                                        <p:tgtEl>
                                          <p:spTgt spid="85"/>
                                        </p:tgtEl>
                                      </p:cBhvr>
                                    </p:animEffect>
                                    <p:anim calcmode="lin" valueType="num">
                                      <p:cBhvr>
                                        <p:cTn id="242" dur="650" fill="hold"/>
                                        <p:tgtEl>
                                          <p:spTgt spid="85"/>
                                        </p:tgtEl>
                                        <p:attrNameLst>
                                          <p:attrName>ppt_x</p:attrName>
                                        </p:attrNameLst>
                                      </p:cBhvr>
                                      <p:tavLst>
                                        <p:tav tm="0">
                                          <p:val>
                                            <p:strVal val="#ppt_x"/>
                                          </p:val>
                                        </p:tav>
                                        <p:tav tm="100000">
                                          <p:val>
                                            <p:strVal val="#ppt_x"/>
                                          </p:val>
                                        </p:tav>
                                      </p:tavLst>
                                    </p:anim>
                                    <p:anim calcmode="lin" valueType="num">
                                      <p:cBhvr>
                                        <p:cTn id="243" dur="650" fill="hold"/>
                                        <p:tgtEl>
                                          <p:spTgt spid="85"/>
                                        </p:tgtEl>
                                        <p:attrNameLst>
                                          <p:attrName>ppt_y</p:attrName>
                                        </p:attrNameLst>
                                      </p:cBhvr>
                                      <p:tavLst>
                                        <p:tav tm="0">
                                          <p:val>
                                            <p:strVal val="#ppt_y+.1"/>
                                          </p:val>
                                        </p:tav>
                                        <p:tav tm="100000">
                                          <p:val>
                                            <p:strVal val="#ppt_y"/>
                                          </p:val>
                                        </p:tav>
                                      </p:tavLst>
                                    </p:anim>
                                  </p:childTnLst>
                                </p:cTn>
                              </p:par>
                              <p:par>
                                <p:cTn id="244" presetID="42" presetClass="entr" presetSubtype="0" fill="hold" grpId="0" nodeType="withEffect">
                                  <p:stCondLst>
                                    <p:cond delay="370"/>
                                  </p:stCondLst>
                                  <p:childTnLst>
                                    <p:set>
                                      <p:cBhvr>
                                        <p:cTn id="245" dur="1" fill="hold">
                                          <p:stCondLst>
                                            <p:cond delay="0"/>
                                          </p:stCondLst>
                                        </p:cTn>
                                        <p:tgtEl>
                                          <p:spTgt spid="86"/>
                                        </p:tgtEl>
                                        <p:attrNameLst>
                                          <p:attrName>style.visibility</p:attrName>
                                        </p:attrNameLst>
                                      </p:cBhvr>
                                      <p:to>
                                        <p:strVal val="visible"/>
                                      </p:to>
                                    </p:set>
                                    <p:animEffect transition="in" filter="fade">
                                      <p:cBhvr>
                                        <p:cTn id="246" dur="650"/>
                                        <p:tgtEl>
                                          <p:spTgt spid="86"/>
                                        </p:tgtEl>
                                      </p:cBhvr>
                                    </p:animEffect>
                                    <p:anim calcmode="lin" valueType="num">
                                      <p:cBhvr>
                                        <p:cTn id="247" dur="650" fill="hold"/>
                                        <p:tgtEl>
                                          <p:spTgt spid="86"/>
                                        </p:tgtEl>
                                        <p:attrNameLst>
                                          <p:attrName>ppt_x</p:attrName>
                                        </p:attrNameLst>
                                      </p:cBhvr>
                                      <p:tavLst>
                                        <p:tav tm="0">
                                          <p:val>
                                            <p:strVal val="#ppt_x"/>
                                          </p:val>
                                        </p:tav>
                                        <p:tav tm="100000">
                                          <p:val>
                                            <p:strVal val="#ppt_x"/>
                                          </p:val>
                                        </p:tav>
                                      </p:tavLst>
                                    </p:anim>
                                    <p:anim calcmode="lin" valueType="num">
                                      <p:cBhvr>
                                        <p:cTn id="248" dur="650" fill="hold"/>
                                        <p:tgtEl>
                                          <p:spTgt spid="86"/>
                                        </p:tgtEl>
                                        <p:attrNameLst>
                                          <p:attrName>ppt_y</p:attrName>
                                        </p:attrNameLst>
                                      </p:cBhvr>
                                      <p:tavLst>
                                        <p:tav tm="0">
                                          <p:val>
                                            <p:strVal val="#ppt_y+.1"/>
                                          </p:val>
                                        </p:tav>
                                        <p:tav tm="100000">
                                          <p:val>
                                            <p:strVal val="#ppt_y"/>
                                          </p:val>
                                        </p:tav>
                                      </p:tavLst>
                                    </p:anim>
                                  </p:childTnLst>
                                </p:cTn>
                              </p:par>
                            </p:childTnLst>
                          </p:cTn>
                        </p:par>
                      </p:childTnLst>
                    </p:cTn>
                  </p:par>
                  <p:par>
                    <p:cTn id="249" fill="hold">
                      <p:stCondLst>
                        <p:cond delay="indefinite"/>
                      </p:stCondLst>
                      <p:childTnLst>
                        <p:par>
                          <p:cTn id="250" fill="hold">
                            <p:stCondLst>
                              <p:cond delay="0"/>
                            </p:stCondLst>
                            <p:childTnLst>
                              <p:par>
                                <p:cTn id="251" presetID="10" presetClass="exit" presetSubtype="0" fill="hold" grpId="0" nodeType="clickEffect">
                                  <p:stCondLst>
                                    <p:cond delay="0"/>
                                  </p:stCondLst>
                                  <p:childTnLst>
                                    <p:animEffect transition="out" filter="fade">
                                      <p:cBhvr>
                                        <p:cTn id="252" dur="300"/>
                                        <p:tgtEl>
                                          <p:spTgt spid="50"/>
                                        </p:tgtEl>
                                      </p:cBhvr>
                                    </p:animEffect>
                                    <p:set>
                                      <p:cBhvr>
                                        <p:cTn id="253" dur="1" fill="hold">
                                          <p:stCondLst>
                                            <p:cond delay="299"/>
                                          </p:stCondLst>
                                        </p:cTn>
                                        <p:tgtEl>
                                          <p:spTgt spid="50"/>
                                        </p:tgtEl>
                                        <p:attrNameLst>
                                          <p:attrName>style.visibility</p:attrName>
                                        </p:attrNameLst>
                                      </p:cBhvr>
                                      <p:to>
                                        <p:strVal val="hidden"/>
                                      </p:to>
                                    </p:set>
                                  </p:childTnLst>
                                </p:cTn>
                              </p:par>
                              <p:par>
                                <p:cTn id="254" presetID="10" presetClass="exit" presetSubtype="0" fill="hold" nodeType="withEffect">
                                  <p:stCondLst>
                                    <p:cond delay="0"/>
                                  </p:stCondLst>
                                  <p:childTnLst>
                                    <p:animEffect transition="out" filter="fade">
                                      <p:cBhvr>
                                        <p:cTn id="255" dur="300"/>
                                        <p:tgtEl>
                                          <p:spTgt spid="51"/>
                                        </p:tgtEl>
                                      </p:cBhvr>
                                    </p:animEffect>
                                    <p:set>
                                      <p:cBhvr>
                                        <p:cTn id="256" dur="1" fill="hold">
                                          <p:stCondLst>
                                            <p:cond delay="299"/>
                                          </p:stCondLst>
                                        </p:cTn>
                                        <p:tgtEl>
                                          <p:spTgt spid="51"/>
                                        </p:tgtEl>
                                        <p:attrNameLst>
                                          <p:attrName>style.visibility</p:attrName>
                                        </p:attrNameLst>
                                      </p:cBhvr>
                                      <p:to>
                                        <p:strVal val="hidden"/>
                                      </p:to>
                                    </p:set>
                                  </p:childTnLst>
                                </p:cTn>
                              </p:par>
                              <p:par>
                                <p:cTn id="257" presetID="10" presetClass="exit" presetSubtype="0" fill="hold" grpId="1" nodeType="withEffect">
                                  <p:stCondLst>
                                    <p:cond delay="0"/>
                                  </p:stCondLst>
                                  <p:childTnLst>
                                    <p:animEffect transition="out" filter="fade">
                                      <p:cBhvr>
                                        <p:cTn id="258" dur="300"/>
                                        <p:tgtEl>
                                          <p:spTgt spid="52"/>
                                        </p:tgtEl>
                                      </p:cBhvr>
                                    </p:animEffect>
                                    <p:set>
                                      <p:cBhvr>
                                        <p:cTn id="259" dur="1" fill="hold">
                                          <p:stCondLst>
                                            <p:cond delay="299"/>
                                          </p:stCondLst>
                                        </p:cTn>
                                        <p:tgtEl>
                                          <p:spTgt spid="52"/>
                                        </p:tgtEl>
                                        <p:attrNameLst>
                                          <p:attrName>style.visibility</p:attrName>
                                        </p:attrNameLst>
                                      </p:cBhvr>
                                      <p:to>
                                        <p:strVal val="hidden"/>
                                      </p:to>
                                    </p:set>
                                  </p:childTnLst>
                                </p:cTn>
                              </p:par>
                              <p:par>
                                <p:cTn id="260" presetID="10" presetClass="exit" presetSubtype="0" fill="hold" grpId="1" nodeType="withEffect">
                                  <p:stCondLst>
                                    <p:cond delay="0"/>
                                  </p:stCondLst>
                                  <p:childTnLst>
                                    <p:animEffect transition="out" filter="fade">
                                      <p:cBhvr>
                                        <p:cTn id="261" dur="300"/>
                                        <p:tgtEl>
                                          <p:spTgt spid="53"/>
                                        </p:tgtEl>
                                      </p:cBhvr>
                                    </p:animEffect>
                                    <p:set>
                                      <p:cBhvr>
                                        <p:cTn id="262" dur="1" fill="hold">
                                          <p:stCondLst>
                                            <p:cond delay="299"/>
                                          </p:stCondLst>
                                        </p:cTn>
                                        <p:tgtEl>
                                          <p:spTgt spid="53"/>
                                        </p:tgtEl>
                                        <p:attrNameLst>
                                          <p:attrName>style.visibility</p:attrName>
                                        </p:attrNameLst>
                                      </p:cBhvr>
                                      <p:to>
                                        <p:strVal val="hidden"/>
                                      </p:to>
                                    </p:set>
                                  </p:childTnLst>
                                </p:cTn>
                              </p:par>
                              <p:par>
                                <p:cTn id="263" presetID="10" presetClass="exit" presetSubtype="0" fill="hold" grpId="1" nodeType="withEffect">
                                  <p:stCondLst>
                                    <p:cond delay="0"/>
                                  </p:stCondLst>
                                  <p:childTnLst>
                                    <p:animEffect transition="out" filter="fade">
                                      <p:cBhvr>
                                        <p:cTn id="264" dur="300"/>
                                        <p:tgtEl>
                                          <p:spTgt spid="54"/>
                                        </p:tgtEl>
                                      </p:cBhvr>
                                    </p:animEffect>
                                    <p:set>
                                      <p:cBhvr>
                                        <p:cTn id="265" dur="1" fill="hold">
                                          <p:stCondLst>
                                            <p:cond delay="299"/>
                                          </p:stCondLst>
                                        </p:cTn>
                                        <p:tgtEl>
                                          <p:spTgt spid="54"/>
                                        </p:tgtEl>
                                        <p:attrNameLst>
                                          <p:attrName>style.visibility</p:attrName>
                                        </p:attrNameLst>
                                      </p:cBhvr>
                                      <p:to>
                                        <p:strVal val="hidden"/>
                                      </p:to>
                                    </p:set>
                                  </p:childTnLst>
                                </p:cTn>
                              </p:par>
                              <p:par>
                                <p:cTn id="266" presetID="10" presetClass="exit" presetSubtype="0" fill="hold" grpId="1" nodeType="withEffect">
                                  <p:stCondLst>
                                    <p:cond delay="0"/>
                                  </p:stCondLst>
                                  <p:childTnLst>
                                    <p:animEffect transition="out" filter="fade">
                                      <p:cBhvr>
                                        <p:cTn id="267" dur="300"/>
                                        <p:tgtEl>
                                          <p:spTgt spid="55"/>
                                        </p:tgtEl>
                                      </p:cBhvr>
                                    </p:animEffect>
                                    <p:set>
                                      <p:cBhvr>
                                        <p:cTn id="268" dur="1" fill="hold">
                                          <p:stCondLst>
                                            <p:cond delay="299"/>
                                          </p:stCondLst>
                                        </p:cTn>
                                        <p:tgtEl>
                                          <p:spTgt spid="55"/>
                                        </p:tgtEl>
                                        <p:attrNameLst>
                                          <p:attrName>style.visibility</p:attrName>
                                        </p:attrNameLst>
                                      </p:cBhvr>
                                      <p:to>
                                        <p:strVal val="hidden"/>
                                      </p:to>
                                    </p:set>
                                  </p:childTnLst>
                                </p:cTn>
                              </p:par>
                              <p:par>
                                <p:cTn id="269" presetID="10" presetClass="exit" presetSubtype="0" fill="hold" grpId="1" nodeType="withEffect">
                                  <p:stCondLst>
                                    <p:cond delay="0"/>
                                  </p:stCondLst>
                                  <p:childTnLst>
                                    <p:animEffect transition="out" filter="fade">
                                      <p:cBhvr>
                                        <p:cTn id="270" dur="300"/>
                                        <p:tgtEl>
                                          <p:spTgt spid="56"/>
                                        </p:tgtEl>
                                      </p:cBhvr>
                                    </p:animEffect>
                                    <p:set>
                                      <p:cBhvr>
                                        <p:cTn id="271" dur="1" fill="hold">
                                          <p:stCondLst>
                                            <p:cond delay="299"/>
                                          </p:stCondLst>
                                        </p:cTn>
                                        <p:tgtEl>
                                          <p:spTgt spid="56"/>
                                        </p:tgtEl>
                                        <p:attrNameLst>
                                          <p:attrName>style.visibility</p:attrName>
                                        </p:attrNameLst>
                                      </p:cBhvr>
                                      <p:to>
                                        <p:strVal val="hidden"/>
                                      </p:to>
                                    </p:set>
                                  </p:childTnLst>
                                </p:cTn>
                              </p:par>
                              <p:par>
                                <p:cTn id="272" presetID="10" presetClass="exit" presetSubtype="0" fill="hold" grpId="1" nodeType="withEffect">
                                  <p:stCondLst>
                                    <p:cond delay="0"/>
                                  </p:stCondLst>
                                  <p:childTnLst>
                                    <p:animEffect transition="out" filter="fade">
                                      <p:cBhvr>
                                        <p:cTn id="273" dur="300"/>
                                        <p:tgtEl>
                                          <p:spTgt spid="57"/>
                                        </p:tgtEl>
                                      </p:cBhvr>
                                    </p:animEffect>
                                    <p:set>
                                      <p:cBhvr>
                                        <p:cTn id="274" dur="1" fill="hold">
                                          <p:stCondLst>
                                            <p:cond delay="299"/>
                                          </p:stCondLst>
                                        </p:cTn>
                                        <p:tgtEl>
                                          <p:spTgt spid="57"/>
                                        </p:tgtEl>
                                        <p:attrNameLst>
                                          <p:attrName>style.visibility</p:attrName>
                                        </p:attrNameLst>
                                      </p:cBhvr>
                                      <p:to>
                                        <p:strVal val="hidden"/>
                                      </p:to>
                                    </p:set>
                                  </p:childTnLst>
                                </p:cTn>
                              </p:par>
                              <p:par>
                                <p:cTn id="275" presetID="10" presetClass="exit" presetSubtype="0" fill="hold" grpId="1" nodeType="withEffect">
                                  <p:stCondLst>
                                    <p:cond delay="0"/>
                                  </p:stCondLst>
                                  <p:childTnLst>
                                    <p:animEffect transition="out" filter="fade">
                                      <p:cBhvr>
                                        <p:cTn id="276" dur="300"/>
                                        <p:tgtEl>
                                          <p:spTgt spid="58"/>
                                        </p:tgtEl>
                                      </p:cBhvr>
                                    </p:animEffect>
                                    <p:set>
                                      <p:cBhvr>
                                        <p:cTn id="277" dur="1" fill="hold">
                                          <p:stCondLst>
                                            <p:cond delay="299"/>
                                          </p:stCondLst>
                                        </p:cTn>
                                        <p:tgtEl>
                                          <p:spTgt spid="58"/>
                                        </p:tgtEl>
                                        <p:attrNameLst>
                                          <p:attrName>style.visibility</p:attrName>
                                        </p:attrNameLst>
                                      </p:cBhvr>
                                      <p:to>
                                        <p:strVal val="hidden"/>
                                      </p:to>
                                    </p:set>
                                  </p:childTnLst>
                                </p:cTn>
                              </p:par>
                              <p:par>
                                <p:cTn id="278" presetID="10" presetClass="exit" presetSubtype="0" fill="hold" grpId="1" nodeType="withEffect">
                                  <p:stCondLst>
                                    <p:cond delay="0"/>
                                  </p:stCondLst>
                                  <p:childTnLst>
                                    <p:animEffect transition="out" filter="fade">
                                      <p:cBhvr>
                                        <p:cTn id="279" dur="300"/>
                                        <p:tgtEl>
                                          <p:spTgt spid="59"/>
                                        </p:tgtEl>
                                      </p:cBhvr>
                                    </p:animEffect>
                                    <p:set>
                                      <p:cBhvr>
                                        <p:cTn id="280" dur="1" fill="hold">
                                          <p:stCondLst>
                                            <p:cond delay="299"/>
                                          </p:stCondLst>
                                        </p:cTn>
                                        <p:tgtEl>
                                          <p:spTgt spid="59"/>
                                        </p:tgtEl>
                                        <p:attrNameLst>
                                          <p:attrName>style.visibility</p:attrName>
                                        </p:attrNameLst>
                                      </p:cBhvr>
                                      <p:to>
                                        <p:strVal val="hidden"/>
                                      </p:to>
                                    </p:set>
                                  </p:childTnLst>
                                </p:cTn>
                              </p:par>
                              <p:par>
                                <p:cTn id="281" presetID="10" presetClass="exit" presetSubtype="0" fill="hold" grpId="1" nodeType="withEffect">
                                  <p:stCondLst>
                                    <p:cond delay="0"/>
                                  </p:stCondLst>
                                  <p:childTnLst>
                                    <p:animEffect transition="out" filter="fade">
                                      <p:cBhvr>
                                        <p:cTn id="282" dur="300"/>
                                        <p:tgtEl>
                                          <p:spTgt spid="60"/>
                                        </p:tgtEl>
                                      </p:cBhvr>
                                    </p:animEffect>
                                    <p:set>
                                      <p:cBhvr>
                                        <p:cTn id="283" dur="1" fill="hold">
                                          <p:stCondLst>
                                            <p:cond delay="299"/>
                                          </p:stCondLst>
                                        </p:cTn>
                                        <p:tgtEl>
                                          <p:spTgt spid="60"/>
                                        </p:tgtEl>
                                        <p:attrNameLst>
                                          <p:attrName>style.visibility</p:attrName>
                                        </p:attrNameLst>
                                      </p:cBhvr>
                                      <p:to>
                                        <p:strVal val="hidden"/>
                                      </p:to>
                                    </p:set>
                                  </p:childTnLst>
                                </p:cTn>
                              </p:par>
                              <p:par>
                                <p:cTn id="284" presetID="10" presetClass="exit" presetSubtype="0" fill="hold" grpId="1" nodeType="withEffect">
                                  <p:stCondLst>
                                    <p:cond delay="0"/>
                                  </p:stCondLst>
                                  <p:childTnLst>
                                    <p:animEffect transition="out" filter="fade">
                                      <p:cBhvr>
                                        <p:cTn id="285" dur="300"/>
                                        <p:tgtEl>
                                          <p:spTgt spid="61"/>
                                        </p:tgtEl>
                                      </p:cBhvr>
                                    </p:animEffect>
                                    <p:set>
                                      <p:cBhvr>
                                        <p:cTn id="286" dur="1" fill="hold">
                                          <p:stCondLst>
                                            <p:cond delay="299"/>
                                          </p:stCondLst>
                                        </p:cTn>
                                        <p:tgtEl>
                                          <p:spTgt spid="61"/>
                                        </p:tgtEl>
                                        <p:attrNameLst>
                                          <p:attrName>style.visibility</p:attrName>
                                        </p:attrNameLst>
                                      </p:cBhvr>
                                      <p:to>
                                        <p:strVal val="hidden"/>
                                      </p:to>
                                    </p:set>
                                  </p:childTnLst>
                                </p:cTn>
                              </p:par>
                              <p:par>
                                <p:cTn id="287" presetID="10" presetClass="exit" presetSubtype="0" fill="hold" grpId="1" nodeType="withEffect">
                                  <p:stCondLst>
                                    <p:cond delay="0"/>
                                  </p:stCondLst>
                                  <p:childTnLst>
                                    <p:animEffect transition="out" filter="fade">
                                      <p:cBhvr>
                                        <p:cTn id="288" dur="300"/>
                                        <p:tgtEl>
                                          <p:spTgt spid="62"/>
                                        </p:tgtEl>
                                      </p:cBhvr>
                                    </p:animEffect>
                                    <p:set>
                                      <p:cBhvr>
                                        <p:cTn id="289" dur="1" fill="hold">
                                          <p:stCondLst>
                                            <p:cond delay="299"/>
                                          </p:stCondLst>
                                        </p:cTn>
                                        <p:tgtEl>
                                          <p:spTgt spid="62"/>
                                        </p:tgtEl>
                                        <p:attrNameLst>
                                          <p:attrName>style.visibility</p:attrName>
                                        </p:attrNameLst>
                                      </p:cBhvr>
                                      <p:to>
                                        <p:strVal val="hidden"/>
                                      </p:to>
                                    </p:set>
                                  </p:childTnLst>
                                </p:cTn>
                              </p:par>
                              <p:par>
                                <p:cTn id="290" presetID="1" presetClass="entr" presetSubtype="0" fill="hold" nodeType="withEffect">
                                  <p:stCondLst>
                                    <p:cond delay="0"/>
                                  </p:stCondLst>
                                  <p:childTnLst>
                                    <p:set>
                                      <p:cBhvr>
                                        <p:cTn id="291" dur="1" fill="hold">
                                          <p:stCondLst>
                                            <p:cond delay="0"/>
                                          </p:stCondLst>
                                        </p:cTn>
                                        <p:tgtEl>
                                          <p:spTgt spid="78"/>
                                        </p:tgtEl>
                                        <p:attrNameLst>
                                          <p:attrName>style.visibility</p:attrName>
                                        </p:attrNameLst>
                                      </p:cBhvr>
                                      <p:to>
                                        <p:strVal val="visible"/>
                                      </p:to>
                                    </p:set>
                                  </p:childTnLst>
                                </p:cTn>
                              </p:par>
                              <p:par>
                                <p:cTn id="292" presetID="10" presetClass="exit" presetSubtype="0" fill="hold" nodeType="withEffect">
                                  <p:stCondLst>
                                    <p:cond delay="0"/>
                                  </p:stCondLst>
                                  <p:childTnLst>
                                    <p:animEffect transition="out" filter="fade">
                                      <p:cBhvr>
                                        <p:cTn id="293" dur="420"/>
                                        <p:tgtEl>
                                          <p:spTgt spid="79"/>
                                        </p:tgtEl>
                                      </p:cBhvr>
                                    </p:animEffect>
                                    <p:set>
                                      <p:cBhvr>
                                        <p:cTn id="294" dur="1" fill="hold">
                                          <p:stCondLst>
                                            <p:cond delay="419"/>
                                          </p:stCondLst>
                                        </p:cTn>
                                        <p:tgtEl>
                                          <p:spTgt spid="79"/>
                                        </p:tgtEl>
                                        <p:attrNameLst>
                                          <p:attrName>style.visibility</p:attrName>
                                        </p:attrNameLst>
                                      </p:cBhvr>
                                      <p:to>
                                        <p:strVal val="hidden"/>
                                      </p:to>
                                    </p:set>
                                  </p:childTnLst>
                                </p:cTn>
                              </p:par>
                              <p:par>
                                <p:cTn id="295" presetID="42" presetClass="entr" presetSubtype="0" fill="hold" grpId="0" nodeType="withEffect">
                                  <p:stCondLst>
                                    <p:cond delay="250"/>
                                  </p:stCondLst>
                                  <p:childTnLst>
                                    <p:set>
                                      <p:cBhvr>
                                        <p:cTn id="296" dur="1" fill="hold">
                                          <p:stCondLst>
                                            <p:cond delay="0"/>
                                          </p:stCondLst>
                                        </p:cTn>
                                        <p:tgtEl>
                                          <p:spTgt spid="12"/>
                                        </p:tgtEl>
                                        <p:attrNameLst>
                                          <p:attrName>style.visibility</p:attrName>
                                        </p:attrNameLst>
                                      </p:cBhvr>
                                      <p:to>
                                        <p:strVal val="visible"/>
                                      </p:to>
                                    </p:set>
                                    <p:animEffect transition="in" filter="fade">
                                      <p:cBhvr>
                                        <p:cTn id="297" dur="650"/>
                                        <p:tgtEl>
                                          <p:spTgt spid="12"/>
                                        </p:tgtEl>
                                      </p:cBhvr>
                                    </p:animEffect>
                                    <p:anim calcmode="lin" valueType="num">
                                      <p:cBhvr>
                                        <p:cTn id="298" dur="650" fill="hold"/>
                                        <p:tgtEl>
                                          <p:spTgt spid="12"/>
                                        </p:tgtEl>
                                        <p:attrNameLst>
                                          <p:attrName>ppt_x</p:attrName>
                                        </p:attrNameLst>
                                      </p:cBhvr>
                                      <p:tavLst>
                                        <p:tav tm="0">
                                          <p:val>
                                            <p:strVal val="#ppt_x"/>
                                          </p:val>
                                        </p:tav>
                                        <p:tav tm="100000">
                                          <p:val>
                                            <p:strVal val="#ppt_x"/>
                                          </p:val>
                                        </p:tav>
                                      </p:tavLst>
                                    </p:anim>
                                    <p:anim calcmode="lin" valueType="num">
                                      <p:cBhvr>
                                        <p:cTn id="299" dur="650" fill="hold"/>
                                        <p:tgtEl>
                                          <p:spTgt spid="12"/>
                                        </p:tgtEl>
                                        <p:attrNameLst>
                                          <p:attrName>ppt_y</p:attrName>
                                        </p:attrNameLst>
                                      </p:cBhvr>
                                      <p:tavLst>
                                        <p:tav tm="0">
                                          <p:val>
                                            <p:strVal val="#ppt_y+.1"/>
                                          </p:val>
                                        </p:tav>
                                        <p:tav tm="100000">
                                          <p:val>
                                            <p:strVal val="#ppt_y"/>
                                          </p:val>
                                        </p:tav>
                                      </p:tavLst>
                                    </p:anim>
                                  </p:childTnLst>
                                </p:cTn>
                              </p:par>
                              <p:par>
                                <p:cTn id="300" presetID="42" presetClass="entr" presetSubtype="0" fill="hold" nodeType="withEffect">
                                  <p:stCondLst>
                                    <p:cond delay="250"/>
                                  </p:stCondLst>
                                  <p:childTnLst>
                                    <p:set>
                                      <p:cBhvr>
                                        <p:cTn id="301" dur="1" fill="hold">
                                          <p:stCondLst>
                                            <p:cond delay="0"/>
                                          </p:stCondLst>
                                        </p:cTn>
                                        <p:tgtEl>
                                          <p:spTgt spid="13"/>
                                        </p:tgtEl>
                                        <p:attrNameLst>
                                          <p:attrName>style.visibility</p:attrName>
                                        </p:attrNameLst>
                                      </p:cBhvr>
                                      <p:to>
                                        <p:strVal val="visible"/>
                                      </p:to>
                                    </p:set>
                                    <p:animEffect transition="in" filter="fade">
                                      <p:cBhvr>
                                        <p:cTn id="302" dur="650"/>
                                        <p:tgtEl>
                                          <p:spTgt spid="13"/>
                                        </p:tgtEl>
                                      </p:cBhvr>
                                    </p:animEffect>
                                    <p:anim calcmode="lin" valueType="num">
                                      <p:cBhvr>
                                        <p:cTn id="303" dur="650" fill="hold"/>
                                        <p:tgtEl>
                                          <p:spTgt spid="13"/>
                                        </p:tgtEl>
                                        <p:attrNameLst>
                                          <p:attrName>ppt_x</p:attrName>
                                        </p:attrNameLst>
                                      </p:cBhvr>
                                      <p:tavLst>
                                        <p:tav tm="0">
                                          <p:val>
                                            <p:strVal val="#ppt_x"/>
                                          </p:val>
                                        </p:tav>
                                        <p:tav tm="100000">
                                          <p:val>
                                            <p:strVal val="#ppt_x"/>
                                          </p:val>
                                        </p:tav>
                                      </p:tavLst>
                                    </p:anim>
                                    <p:anim calcmode="lin" valueType="num">
                                      <p:cBhvr>
                                        <p:cTn id="304" dur="650" fill="hold"/>
                                        <p:tgtEl>
                                          <p:spTgt spid="13"/>
                                        </p:tgtEl>
                                        <p:attrNameLst>
                                          <p:attrName>ppt_y</p:attrName>
                                        </p:attrNameLst>
                                      </p:cBhvr>
                                      <p:tavLst>
                                        <p:tav tm="0">
                                          <p:val>
                                            <p:strVal val="#ppt_y+.1"/>
                                          </p:val>
                                        </p:tav>
                                        <p:tav tm="100000">
                                          <p:val>
                                            <p:strVal val="#ppt_y"/>
                                          </p:val>
                                        </p:tav>
                                      </p:tavLst>
                                    </p:anim>
                                  </p:childTnLst>
                                </p:cTn>
                              </p:par>
                              <p:par>
                                <p:cTn id="305" presetID="42" presetClass="entr" presetSubtype="0" fill="hold" grpId="0" nodeType="withEffect">
                                  <p:stCondLst>
                                    <p:cond delay="250"/>
                                  </p:stCondLst>
                                  <p:childTnLst>
                                    <p:set>
                                      <p:cBhvr>
                                        <p:cTn id="306" dur="1" fill="hold">
                                          <p:stCondLst>
                                            <p:cond delay="0"/>
                                          </p:stCondLst>
                                        </p:cTn>
                                        <p:tgtEl>
                                          <p:spTgt spid="14"/>
                                        </p:tgtEl>
                                        <p:attrNameLst>
                                          <p:attrName>style.visibility</p:attrName>
                                        </p:attrNameLst>
                                      </p:cBhvr>
                                      <p:to>
                                        <p:strVal val="visible"/>
                                      </p:to>
                                    </p:set>
                                    <p:animEffect transition="in" filter="fade">
                                      <p:cBhvr>
                                        <p:cTn id="307" dur="650"/>
                                        <p:tgtEl>
                                          <p:spTgt spid="14"/>
                                        </p:tgtEl>
                                      </p:cBhvr>
                                    </p:animEffect>
                                    <p:anim calcmode="lin" valueType="num">
                                      <p:cBhvr>
                                        <p:cTn id="308" dur="650" fill="hold"/>
                                        <p:tgtEl>
                                          <p:spTgt spid="14"/>
                                        </p:tgtEl>
                                        <p:attrNameLst>
                                          <p:attrName>ppt_x</p:attrName>
                                        </p:attrNameLst>
                                      </p:cBhvr>
                                      <p:tavLst>
                                        <p:tav tm="0">
                                          <p:val>
                                            <p:strVal val="#ppt_x"/>
                                          </p:val>
                                        </p:tav>
                                        <p:tav tm="100000">
                                          <p:val>
                                            <p:strVal val="#ppt_x"/>
                                          </p:val>
                                        </p:tav>
                                      </p:tavLst>
                                    </p:anim>
                                    <p:anim calcmode="lin" valueType="num">
                                      <p:cBhvr>
                                        <p:cTn id="309" dur="650" fill="hold"/>
                                        <p:tgtEl>
                                          <p:spTgt spid="14"/>
                                        </p:tgtEl>
                                        <p:attrNameLst>
                                          <p:attrName>ppt_y</p:attrName>
                                        </p:attrNameLst>
                                      </p:cBhvr>
                                      <p:tavLst>
                                        <p:tav tm="0">
                                          <p:val>
                                            <p:strVal val="#ppt_y+.1"/>
                                          </p:val>
                                        </p:tav>
                                        <p:tav tm="100000">
                                          <p:val>
                                            <p:strVal val="#ppt_y"/>
                                          </p:val>
                                        </p:tav>
                                      </p:tavLst>
                                    </p:anim>
                                  </p:childTnLst>
                                </p:cTn>
                              </p:par>
                              <p:par>
                                <p:cTn id="310" presetID="42" presetClass="entr" presetSubtype="0" fill="hold" grpId="0" nodeType="withEffect">
                                  <p:stCondLst>
                                    <p:cond delay="250"/>
                                  </p:stCondLst>
                                  <p:childTnLst>
                                    <p:set>
                                      <p:cBhvr>
                                        <p:cTn id="311" dur="1" fill="hold">
                                          <p:stCondLst>
                                            <p:cond delay="0"/>
                                          </p:stCondLst>
                                        </p:cTn>
                                        <p:tgtEl>
                                          <p:spTgt spid="15"/>
                                        </p:tgtEl>
                                        <p:attrNameLst>
                                          <p:attrName>style.visibility</p:attrName>
                                        </p:attrNameLst>
                                      </p:cBhvr>
                                      <p:to>
                                        <p:strVal val="visible"/>
                                      </p:to>
                                    </p:set>
                                    <p:animEffect transition="in" filter="fade">
                                      <p:cBhvr>
                                        <p:cTn id="312" dur="650"/>
                                        <p:tgtEl>
                                          <p:spTgt spid="15"/>
                                        </p:tgtEl>
                                      </p:cBhvr>
                                    </p:animEffect>
                                    <p:anim calcmode="lin" valueType="num">
                                      <p:cBhvr>
                                        <p:cTn id="313" dur="650" fill="hold"/>
                                        <p:tgtEl>
                                          <p:spTgt spid="15"/>
                                        </p:tgtEl>
                                        <p:attrNameLst>
                                          <p:attrName>ppt_x</p:attrName>
                                        </p:attrNameLst>
                                      </p:cBhvr>
                                      <p:tavLst>
                                        <p:tav tm="0">
                                          <p:val>
                                            <p:strVal val="#ppt_x"/>
                                          </p:val>
                                        </p:tav>
                                        <p:tav tm="100000">
                                          <p:val>
                                            <p:strVal val="#ppt_x"/>
                                          </p:val>
                                        </p:tav>
                                      </p:tavLst>
                                    </p:anim>
                                    <p:anim calcmode="lin" valueType="num">
                                      <p:cBhvr>
                                        <p:cTn id="314" dur="650" fill="hold"/>
                                        <p:tgtEl>
                                          <p:spTgt spid="15"/>
                                        </p:tgtEl>
                                        <p:attrNameLst>
                                          <p:attrName>ppt_y</p:attrName>
                                        </p:attrNameLst>
                                      </p:cBhvr>
                                      <p:tavLst>
                                        <p:tav tm="0">
                                          <p:val>
                                            <p:strVal val="#ppt_y+.1"/>
                                          </p:val>
                                        </p:tav>
                                        <p:tav tm="100000">
                                          <p:val>
                                            <p:strVal val="#ppt_y"/>
                                          </p:val>
                                        </p:tav>
                                      </p:tavLst>
                                    </p:anim>
                                  </p:childTnLst>
                                </p:cTn>
                              </p:par>
                              <p:par>
                                <p:cTn id="315" presetID="1" presetClass="mediacall" presetSubtype="0" fill="hold" nodeType="withEffect">
                                  <p:stCondLst>
                                    <p:cond delay="250"/>
                                  </p:stCondLst>
                                  <p:childTnLst>
                                    <p:cmd type="call" cmd="playFrom(0.0)">
                                      <p:cBhvr>
                                        <p:cTn id="316" dur="60000" fill="hold"/>
                                        <p:tgtEl>
                                          <p:spTgt spid="13"/>
                                        </p:tgtEl>
                                      </p:cBhvr>
                                    </p:cmd>
                                  </p:childTnLst>
                                </p:cTn>
                              </p:par>
                              <p:par>
                                <p:cTn id="317" presetID="42" presetClass="entr" presetSubtype="0" fill="hold" grpId="0" nodeType="withEffect">
                                  <p:stCondLst>
                                    <p:cond delay="370"/>
                                  </p:stCondLst>
                                  <p:childTnLst>
                                    <p:set>
                                      <p:cBhvr>
                                        <p:cTn id="318" dur="1" fill="hold">
                                          <p:stCondLst>
                                            <p:cond delay="0"/>
                                          </p:stCondLst>
                                        </p:cTn>
                                        <p:tgtEl>
                                          <p:spTgt spid="16"/>
                                        </p:tgtEl>
                                        <p:attrNameLst>
                                          <p:attrName>style.visibility</p:attrName>
                                        </p:attrNameLst>
                                      </p:cBhvr>
                                      <p:to>
                                        <p:strVal val="visible"/>
                                      </p:to>
                                    </p:set>
                                    <p:animEffect transition="in" filter="fade">
                                      <p:cBhvr>
                                        <p:cTn id="319" dur="650"/>
                                        <p:tgtEl>
                                          <p:spTgt spid="16"/>
                                        </p:tgtEl>
                                      </p:cBhvr>
                                    </p:animEffect>
                                    <p:anim calcmode="lin" valueType="num">
                                      <p:cBhvr>
                                        <p:cTn id="320" dur="650" fill="hold"/>
                                        <p:tgtEl>
                                          <p:spTgt spid="16"/>
                                        </p:tgtEl>
                                        <p:attrNameLst>
                                          <p:attrName>ppt_x</p:attrName>
                                        </p:attrNameLst>
                                      </p:cBhvr>
                                      <p:tavLst>
                                        <p:tav tm="0">
                                          <p:val>
                                            <p:strVal val="#ppt_x"/>
                                          </p:val>
                                        </p:tav>
                                        <p:tav tm="100000">
                                          <p:val>
                                            <p:strVal val="#ppt_x"/>
                                          </p:val>
                                        </p:tav>
                                      </p:tavLst>
                                    </p:anim>
                                    <p:anim calcmode="lin" valueType="num">
                                      <p:cBhvr>
                                        <p:cTn id="321" dur="650" fill="hold"/>
                                        <p:tgtEl>
                                          <p:spTgt spid="16"/>
                                        </p:tgtEl>
                                        <p:attrNameLst>
                                          <p:attrName>ppt_y</p:attrName>
                                        </p:attrNameLst>
                                      </p:cBhvr>
                                      <p:tavLst>
                                        <p:tav tm="0">
                                          <p:val>
                                            <p:strVal val="#ppt_y+.1"/>
                                          </p:val>
                                        </p:tav>
                                        <p:tav tm="100000">
                                          <p:val>
                                            <p:strVal val="#ppt_y"/>
                                          </p:val>
                                        </p:tav>
                                      </p:tavLst>
                                    </p:anim>
                                  </p:childTnLst>
                                </p:cTn>
                              </p:par>
                              <p:par>
                                <p:cTn id="322" presetID="42" presetClass="entr" presetSubtype="0" fill="hold" grpId="0" nodeType="withEffect">
                                  <p:stCondLst>
                                    <p:cond delay="490"/>
                                  </p:stCondLst>
                                  <p:childTnLst>
                                    <p:set>
                                      <p:cBhvr>
                                        <p:cTn id="323" dur="1" fill="hold">
                                          <p:stCondLst>
                                            <p:cond delay="0"/>
                                          </p:stCondLst>
                                        </p:cTn>
                                        <p:tgtEl>
                                          <p:spTgt spid="17"/>
                                        </p:tgtEl>
                                        <p:attrNameLst>
                                          <p:attrName>style.visibility</p:attrName>
                                        </p:attrNameLst>
                                      </p:cBhvr>
                                      <p:to>
                                        <p:strVal val="visible"/>
                                      </p:to>
                                    </p:set>
                                    <p:animEffect transition="in" filter="fade">
                                      <p:cBhvr>
                                        <p:cTn id="324" dur="650"/>
                                        <p:tgtEl>
                                          <p:spTgt spid="17"/>
                                        </p:tgtEl>
                                      </p:cBhvr>
                                    </p:animEffect>
                                    <p:anim calcmode="lin" valueType="num">
                                      <p:cBhvr>
                                        <p:cTn id="325" dur="650" fill="hold"/>
                                        <p:tgtEl>
                                          <p:spTgt spid="17"/>
                                        </p:tgtEl>
                                        <p:attrNameLst>
                                          <p:attrName>ppt_x</p:attrName>
                                        </p:attrNameLst>
                                      </p:cBhvr>
                                      <p:tavLst>
                                        <p:tav tm="0">
                                          <p:val>
                                            <p:strVal val="#ppt_x"/>
                                          </p:val>
                                        </p:tav>
                                        <p:tav tm="100000">
                                          <p:val>
                                            <p:strVal val="#ppt_x"/>
                                          </p:val>
                                        </p:tav>
                                      </p:tavLst>
                                    </p:anim>
                                    <p:anim calcmode="lin" valueType="num">
                                      <p:cBhvr>
                                        <p:cTn id="326" dur="650" fill="hold"/>
                                        <p:tgtEl>
                                          <p:spTgt spid="17"/>
                                        </p:tgtEl>
                                        <p:attrNameLst>
                                          <p:attrName>ppt_y</p:attrName>
                                        </p:attrNameLst>
                                      </p:cBhvr>
                                      <p:tavLst>
                                        <p:tav tm="0">
                                          <p:val>
                                            <p:strVal val="#ppt_y+.1"/>
                                          </p:val>
                                        </p:tav>
                                        <p:tav tm="100000">
                                          <p:val>
                                            <p:strVal val="#ppt_y"/>
                                          </p:val>
                                        </p:tav>
                                      </p:tavLst>
                                    </p:anim>
                                  </p:childTnLst>
                                </p:cTn>
                              </p:par>
                              <p:par>
                                <p:cTn id="327" presetID="42" presetClass="entr" presetSubtype="0" fill="hold" grpId="0" nodeType="withEffect">
                                  <p:stCondLst>
                                    <p:cond delay="490"/>
                                  </p:stCondLst>
                                  <p:childTnLst>
                                    <p:set>
                                      <p:cBhvr>
                                        <p:cTn id="328" dur="1" fill="hold">
                                          <p:stCondLst>
                                            <p:cond delay="0"/>
                                          </p:stCondLst>
                                        </p:cTn>
                                        <p:tgtEl>
                                          <p:spTgt spid="18"/>
                                        </p:tgtEl>
                                        <p:attrNameLst>
                                          <p:attrName>style.visibility</p:attrName>
                                        </p:attrNameLst>
                                      </p:cBhvr>
                                      <p:to>
                                        <p:strVal val="visible"/>
                                      </p:to>
                                    </p:set>
                                    <p:animEffect transition="in" filter="fade">
                                      <p:cBhvr>
                                        <p:cTn id="329" dur="650"/>
                                        <p:tgtEl>
                                          <p:spTgt spid="18"/>
                                        </p:tgtEl>
                                      </p:cBhvr>
                                    </p:animEffect>
                                    <p:anim calcmode="lin" valueType="num">
                                      <p:cBhvr>
                                        <p:cTn id="330" dur="650" fill="hold"/>
                                        <p:tgtEl>
                                          <p:spTgt spid="18"/>
                                        </p:tgtEl>
                                        <p:attrNameLst>
                                          <p:attrName>ppt_x</p:attrName>
                                        </p:attrNameLst>
                                      </p:cBhvr>
                                      <p:tavLst>
                                        <p:tav tm="0">
                                          <p:val>
                                            <p:strVal val="#ppt_x"/>
                                          </p:val>
                                        </p:tav>
                                        <p:tav tm="100000">
                                          <p:val>
                                            <p:strVal val="#ppt_x"/>
                                          </p:val>
                                        </p:tav>
                                      </p:tavLst>
                                    </p:anim>
                                    <p:anim calcmode="lin" valueType="num">
                                      <p:cBhvr>
                                        <p:cTn id="331" dur="650" fill="hold"/>
                                        <p:tgtEl>
                                          <p:spTgt spid="18"/>
                                        </p:tgtEl>
                                        <p:attrNameLst>
                                          <p:attrName>ppt_y</p:attrName>
                                        </p:attrNameLst>
                                      </p:cBhvr>
                                      <p:tavLst>
                                        <p:tav tm="0">
                                          <p:val>
                                            <p:strVal val="#ppt_y+.1"/>
                                          </p:val>
                                        </p:tav>
                                        <p:tav tm="100000">
                                          <p:val>
                                            <p:strVal val="#ppt_y"/>
                                          </p:val>
                                        </p:tav>
                                      </p:tavLst>
                                    </p:anim>
                                  </p:childTnLst>
                                </p:cTn>
                              </p:par>
                              <p:par>
                                <p:cTn id="332" presetID="42" presetClass="entr" presetSubtype="0" fill="hold" grpId="0" nodeType="withEffect">
                                  <p:stCondLst>
                                    <p:cond delay="490"/>
                                  </p:stCondLst>
                                  <p:childTnLst>
                                    <p:set>
                                      <p:cBhvr>
                                        <p:cTn id="333" dur="1" fill="hold">
                                          <p:stCondLst>
                                            <p:cond delay="0"/>
                                          </p:stCondLst>
                                        </p:cTn>
                                        <p:tgtEl>
                                          <p:spTgt spid="19"/>
                                        </p:tgtEl>
                                        <p:attrNameLst>
                                          <p:attrName>style.visibility</p:attrName>
                                        </p:attrNameLst>
                                      </p:cBhvr>
                                      <p:to>
                                        <p:strVal val="visible"/>
                                      </p:to>
                                    </p:set>
                                    <p:animEffect transition="in" filter="fade">
                                      <p:cBhvr>
                                        <p:cTn id="334" dur="650"/>
                                        <p:tgtEl>
                                          <p:spTgt spid="19"/>
                                        </p:tgtEl>
                                      </p:cBhvr>
                                    </p:animEffect>
                                    <p:anim calcmode="lin" valueType="num">
                                      <p:cBhvr>
                                        <p:cTn id="335" dur="650" fill="hold"/>
                                        <p:tgtEl>
                                          <p:spTgt spid="19"/>
                                        </p:tgtEl>
                                        <p:attrNameLst>
                                          <p:attrName>ppt_x</p:attrName>
                                        </p:attrNameLst>
                                      </p:cBhvr>
                                      <p:tavLst>
                                        <p:tav tm="0">
                                          <p:val>
                                            <p:strVal val="#ppt_x"/>
                                          </p:val>
                                        </p:tav>
                                        <p:tav tm="100000">
                                          <p:val>
                                            <p:strVal val="#ppt_x"/>
                                          </p:val>
                                        </p:tav>
                                      </p:tavLst>
                                    </p:anim>
                                    <p:anim calcmode="lin" valueType="num">
                                      <p:cBhvr>
                                        <p:cTn id="336" dur="650" fill="hold"/>
                                        <p:tgtEl>
                                          <p:spTgt spid="19"/>
                                        </p:tgtEl>
                                        <p:attrNameLst>
                                          <p:attrName>ppt_y</p:attrName>
                                        </p:attrNameLst>
                                      </p:cBhvr>
                                      <p:tavLst>
                                        <p:tav tm="0">
                                          <p:val>
                                            <p:strVal val="#ppt_y+.1"/>
                                          </p:val>
                                        </p:tav>
                                        <p:tav tm="100000">
                                          <p:val>
                                            <p:strVal val="#ppt_y"/>
                                          </p:val>
                                        </p:tav>
                                      </p:tavLst>
                                    </p:anim>
                                  </p:childTnLst>
                                </p:cTn>
                              </p:par>
                              <p:par>
                                <p:cTn id="337" presetID="42" presetClass="entr" presetSubtype="0" fill="hold" grpId="0" nodeType="withEffect">
                                  <p:stCondLst>
                                    <p:cond delay="490"/>
                                  </p:stCondLst>
                                  <p:childTnLst>
                                    <p:set>
                                      <p:cBhvr>
                                        <p:cTn id="338" dur="1" fill="hold">
                                          <p:stCondLst>
                                            <p:cond delay="0"/>
                                          </p:stCondLst>
                                        </p:cTn>
                                        <p:tgtEl>
                                          <p:spTgt spid="20"/>
                                        </p:tgtEl>
                                        <p:attrNameLst>
                                          <p:attrName>style.visibility</p:attrName>
                                        </p:attrNameLst>
                                      </p:cBhvr>
                                      <p:to>
                                        <p:strVal val="visible"/>
                                      </p:to>
                                    </p:set>
                                    <p:animEffect transition="in" filter="fade">
                                      <p:cBhvr>
                                        <p:cTn id="339" dur="650"/>
                                        <p:tgtEl>
                                          <p:spTgt spid="20"/>
                                        </p:tgtEl>
                                      </p:cBhvr>
                                    </p:animEffect>
                                    <p:anim calcmode="lin" valueType="num">
                                      <p:cBhvr>
                                        <p:cTn id="340" dur="650" fill="hold"/>
                                        <p:tgtEl>
                                          <p:spTgt spid="20"/>
                                        </p:tgtEl>
                                        <p:attrNameLst>
                                          <p:attrName>ppt_x</p:attrName>
                                        </p:attrNameLst>
                                      </p:cBhvr>
                                      <p:tavLst>
                                        <p:tav tm="0">
                                          <p:val>
                                            <p:strVal val="#ppt_x"/>
                                          </p:val>
                                        </p:tav>
                                        <p:tav tm="100000">
                                          <p:val>
                                            <p:strVal val="#ppt_x"/>
                                          </p:val>
                                        </p:tav>
                                      </p:tavLst>
                                    </p:anim>
                                    <p:anim calcmode="lin" valueType="num">
                                      <p:cBhvr>
                                        <p:cTn id="341" dur="650" fill="hold"/>
                                        <p:tgtEl>
                                          <p:spTgt spid="20"/>
                                        </p:tgtEl>
                                        <p:attrNameLst>
                                          <p:attrName>ppt_y</p:attrName>
                                        </p:attrNameLst>
                                      </p:cBhvr>
                                      <p:tavLst>
                                        <p:tav tm="0">
                                          <p:val>
                                            <p:strVal val="#ppt_y+.1"/>
                                          </p:val>
                                        </p:tav>
                                        <p:tav tm="100000">
                                          <p:val>
                                            <p:strVal val="#ppt_y"/>
                                          </p:val>
                                        </p:tav>
                                      </p:tavLst>
                                    </p:anim>
                                  </p:childTnLst>
                                </p:cTn>
                              </p:par>
                              <p:par>
                                <p:cTn id="342" presetID="42" presetClass="entr" presetSubtype="0" fill="hold" grpId="0" nodeType="withEffect">
                                  <p:stCondLst>
                                    <p:cond delay="490"/>
                                  </p:stCondLst>
                                  <p:childTnLst>
                                    <p:set>
                                      <p:cBhvr>
                                        <p:cTn id="343" dur="1" fill="hold">
                                          <p:stCondLst>
                                            <p:cond delay="0"/>
                                          </p:stCondLst>
                                        </p:cTn>
                                        <p:tgtEl>
                                          <p:spTgt spid="21"/>
                                        </p:tgtEl>
                                        <p:attrNameLst>
                                          <p:attrName>style.visibility</p:attrName>
                                        </p:attrNameLst>
                                      </p:cBhvr>
                                      <p:to>
                                        <p:strVal val="visible"/>
                                      </p:to>
                                    </p:set>
                                    <p:animEffect transition="in" filter="fade">
                                      <p:cBhvr>
                                        <p:cTn id="344" dur="650"/>
                                        <p:tgtEl>
                                          <p:spTgt spid="21"/>
                                        </p:tgtEl>
                                      </p:cBhvr>
                                    </p:animEffect>
                                    <p:anim calcmode="lin" valueType="num">
                                      <p:cBhvr>
                                        <p:cTn id="345" dur="650" fill="hold"/>
                                        <p:tgtEl>
                                          <p:spTgt spid="21"/>
                                        </p:tgtEl>
                                        <p:attrNameLst>
                                          <p:attrName>ppt_x</p:attrName>
                                        </p:attrNameLst>
                                      </p:cBhvr>
                                      <p:tavLst>
                                        <p:tav tm="0">
                                          <p:val>
                                            <p:strVal val="#ppt_x"/>
                                          </p:val>
                                        </p:tav>
                                        <p:tav tm="100000">
                                          <p:val>
                                            <p:strVal val="#ppt_x"/>
                                          </p:val>
                                        </p:tav>
                                      </p:tavLst>
                                    </p:anim>
                                    <p:anim calcmode="lin" valueType="num">
                                      <p:cBhvr>
                                        <p:cTn id="346" dur="650" fill="hold"/>
                                        <p:tgtEl>
                                          <p:spTgt spid="21"/>
                                        </p:tgtEl>
                                        <p:attrNameLst>
                                          <p:attrName>ppt_y</p:attrName>
                                        </p:attrNameLst>
                                      </p:cBhvr>
                                      <p:tavLst>
                                        <p:tav tm="0">
                                          <p:val>
                                            <p:strVal val="#ppt_y+.1"/>
                                          </p:val>
                                        </p:tav>
                                        <p:tav tm="100000">
                                          <p:val>
                                            <p:strVal val="#ppt_y"/>
                                          </p:val>
                                        </p:tav>
                                      </p:tavLst>
                                    </p:anim>
                                  </p:childTnLst>
                                </p:cTn>
                              </p:par>
                              <p:par>
                                <p:cTn id="347" presetID="42" presetClass="entr" presetSubtype="0" fill="hold" grpId="0" nodeType="withEffect">
                                  <p:stCondLst>
                                    <p:cond delay="490"/>
                                  </p:stCondLst>
                                  <p:childTnLst>
                                    <p:set>
                                      <p:cBhvr>
                                        <p:cTn id="348" dur="1" fill="hold">
                                          <p:stCondLst>
                                            <p:cond delay="0"/>
                                          </p:stCondLst>
                                        </p:cTn>
                                        <p:tgtEl>
                                          <p:spTgt spid="22"/>
                                        </p:tgtEl>
                                        <p:attrNameLst>
                                          <p:attrName>style.visibility</p:attrName>
                                        </p:attrNameLst>
                                      </p:cBhvr>
                                      <p:to>
                                        <p:strVal val="visible"/>
                                      </p:to>
                                    </p:set>
                                    <p:animEffect transition="in" filter="fade">
                                      <p:cBhvr>
                                        <p:cTn id="349" dur="650"/>
                                        <p:tgtEl>
                                          <p:spTgt spid="22"/>
                                        </p:tgtEl>
                                      </p:cBhvr>
                                    </p:animEffect>
                                    <p:anim calcmode="lin" valueType="num">
                                      <p:cBhvr>
                                        <p:cTn id="350" dur="650" fill="hold"/>
                                        <p:tgtEl>
                                          <p:spTgt spid="22"/>
                                        </p:tgtEl>
                                        <p:attrNameLst>
                                          <p:attrName>ppt_x</p:attrName>
                                        </p:attrNameLst>
                                      </p:cBhvr>
                                      <p:tavLst>
                                        <p:tav tm="0">
                                          <p:val>
                                            <p:strVal val="#ppt_x"/>
                                          </p:val>
                                        </p:tav>
                                        <p:tav tm="100000">
                                          <p:val>
                                            <p:strVal val="#ppt_x"/>
                                          </p:val>
                                        </p:tav>
                                      </p:tavLst>
                                    </p:anim>
                                    <p:anim calcmode="lin" valueType="num">
                                      <p:cBhvr>
                                        <p:cTn id="351" dur="650" fill="hold"/>
                                        <p:tgtEl>
                                          <p:spTgt spid="22"/>
                                        </p:tgtEl>
                                        <p:attrNameLst>
                                          <p:attrName>ppt_y</p:attrName>
                                        </p:attrNameLst>
                                      </p:cBhvr>
                                      <p:tavLst>
                                        <p:tav tm="0">
                                          <p:val>
                                            <p:strVal val="#ppt_y+.1"/>
                                          </p:val>
                                        </p:tav>
                                        <p:tav tm="100000">
                                          <p:val>
                                            <p:strVal val="#ppt_y"/>
                                          </p:val>
                                        </p:tav>
                                      </p:tavLst>
                                    </p:anim>
                                  </p:childTnLst>
                                </p:cTn>
                              </p:par>
                              <p:par>
                                <p:cTn id="352" presetID="42" presetClass="entr" presetSubtype="0" fill="hold" grpId="0" nodeType="withEffect">
                                  <p:stCondLst>
                                    <p:cond delay="490"/>
                                  </p:stCondLst>
                                  <p:childTnLst>
                                    <p:set>
                                      <p:cBhvr>
                                        <p:cTn id="353" dur="1" fill="hold">
                                          <p:stCondLst>
                                            <p:cond delay="0"/>
                                          </p:stCondLst>
                                        </p:cTn>
                                        <p:tgtEl>
                                          <p:spTgt spid="23"/>
                                        </p:tgtEl>
                                        <p:attrNameLst>
                                          <p:attrName>style.visibility</p:attrName>
                                        </p:attrNameLst>
                                      </p:cBhvr>
                                      <p:to>
                                        <p:strVal val="visible"/>
                                      </p:to>
                                    </p:set>
                                    <p:animEffect transition="in" filter="fade">
                                      <p:cBhvr>
                                        <p:cTn id="354" dur="650"/>
                                        <p:tgtEl>
                                          <p:spTgt spid="23"/>
                                        </p:tgtEl>
                                      </p:cBhvr>
                                    </p:animEffect>
                                    <p:anim calcmode="lin" valueType="num">
                                      <p:cBhvr>
                                        <p:cTn id="355" dur="650" fill="hold"/>
                                        <p:tgtEl>
                                          <p:spTgt spid="23"/>
                                        </p:tgtEl>
                                        <p:attrNameLst>
                                          <p:attrName>ppt_x</p:attrName>
                                        </p:attrNameLst>
                                      </p:cBhvr>
                                      <p:tavLst>
                                        <p:tav tm="0">
                                          <p:val>
                                            <p:strVal val="#ppt_x"/>
                                          </p:val>
                                        </p:tav>
                                        <p:tav tm="100000">
                                          <p:val>
                                            <p:strVal val="#ppt_x"/>
                                          </p:val>
                                        </p:tav>
                                      </p:tavLst>
                                    </p:anim>
                                    <p:anim calcmode="lin" valueType="num">
                                      <p:cBhvr>
                                        <p:cTn id="356" dur="650" fill="hold"/>
                                        <p:tgtEl>
                                          <p:spTgt spid="23"/>
                                        </p:tgtEl>
                                        <p:attrNameLst>
                                          <p:attrName>ppt_y</p:attrName>
                                        </p:attrNameLst>
                                      </p:cBhvr>
                                      <p:tavLst>
                                        <p:tav tm="0">
                                          <p:val>
                                            <p:strVal val="#ppt_y+.1"/>
                                          </p:val>
                                        </p:tav>
                                        <p:tav tm="100000">
                                          <p:val>
                                            <p:strVal val="#ppt_y"/>
                                          </p:val>
                                        </p:tav>
                                      </p:tavLst>
                                    </p:anim>
                                  </p:childTnLst>
                                </p:cTn>
                              </p:par>
                              <p:par>
                                <p:cTn id="357" presetID="42" presetClass="entr" presetSubtype="0" fill="hold" grpId="0" nodeType="withEffect">
                                  <p:stCondLst>
                                    <p:cond delay="490"/>
                                  </p:stCondLst>
                                  <p:childTnLst>
                                    <p:set>
                                      <p:cBhvr>
                                        <p:cTn id="358" dur="1" fill="hold">
                                          <p:stCondLst>
                                            <p:cond delay="0"/>
                                          </p:stCondLst>
                                        </p:cTn>
                                        <p:tgtEl>
                                          <p:spTgt spid="24"/>
                                        </p:tgtEl>
                                        <p:attrNameLst>
                                          <p:attrName>style.visibility</p:attrName>
                                        </p:attrNameLst>
                                      </p:cBhvr>
                                      <p:to>
                                        <p:strVal val="visible"/>
                                      </p:to>
                                    </p:set>
                                    <p:animEffect transition="in" filter="fade">
                                      <p:cBhvr>
                                        <p:cTn id="359" dur="650"/>
                                        <p:tgtEl>
                                          <p:spTgt spid="24"/>
                                        </p:tgtEl>
                                      </p:cBhvr>
                                    </p:animEffect>
                                    <p:anim calcmode="lin" valueType="num">
                                      <p:cBhvr>
                                        <p:cTn id="360" dur="650" fill="hold"/>
                                        <p:tgtEl>
                                          <p:spTgt spid="24"/>
                                        </p:tgtEl>
                                        <p:attrNameLst>
                                          <p:attrName>ppt_x</p:attrName>
                                        </p:attrNameLst>
                                      </p:cBhvr>
                                      <p:tavLst>
                                        <p:tav tm="0">
                                          <p:val>
                                            <p:strVal val="#ppt_x"/>
                                          </p:val>
                                        </p:tav>
                                        <p:tav tm="100000">
                                          <p:val>
                                            <p:strVal val="#ppt_x"/>
                                          </p:val>
                                        </p:tav>
                                      </p:tavLst>
                                    </p:anim>
                                    <p:anim calcmode="lin" valueType="num">
                                      <p:cBhvr>
                                        <p:cTn id="361" dur="650" fill="hold"/>
                                        <p:tgtEl>
                                          <p:spTgt spid="24"/>
                                        </p:tgtEl>
                                        <p:attrNameLst>
                                          <p:attrName>ppt_y</p:attrName>
                                        </p:attrNameLst>
                                      </p:cBhvr>
                                      <p:tavLst>
                                        <p:tav tm="0">
                                          <p:val>
                                            <p:strVal val="#ppt_y+.1"/>
                                          </p:val>
                                        </p:tav>
                                        <p:tav tm="100000">
                                          <p:val>
                                            <p:strVal val="#ppt_y"/>
                                          </p:val>
                                        </p:tav>
                                      </p:tavLst>
                                    </p:anim>
                                  </p:childTnLst>
                                </p:cTn>
                              </p:par>
                              <p:par>
                                <p:cTn id="362" presetID="42" presetClass="entr" presetSubtype="0" fill="hold" grpId="0" nodeType="withEffect">
                                  <p:stCondLst>
                                    <p:cond delay="490"/>
                                  </p:stCondLst>
                                  <p:childTnLst>
                                    <p:set>
                                      <p:cBhvr>
                                        <p:cTn id="363" dur="1" fill="hold">
                                          <p:stCondLst>
                                            <p:cond delay="0"/>
                                          </p:stCondLst>
                                        </p:cTn>
                                        <p:tgtEl>
                                          <p:spTgt spid="25"/>
                                        </p:tgtEl>
                                        <p:attrNameLst>
                                          <p:attrName>style.visibility</p:attrName>
                                        </p:attrNameLst>
                                      </p:cBhvr>
                                      <p:to>
                                        <p:strVal val="visible"/>
                                      </p:to>
                                    </p:set>
                                    <p:animEffect transition="in" filter="fade">
                                      <p:cBhvr>
                                        <p:cTn id="364" dur="650"/>
                                        <p:tgtEl>
                                          <p:spTgt spid="25"/>
                                        </p:tgtEl>
                                      </p:cBhvr>
                                    </p:animEffect>
                                    <p:anim calcmode="lin" valueType="num">
                                      <p:cBhvr>
                                        <p:cTn id="365" dur="650" fill="hold"/>
                                        <p:tgtEl>
                                          <p:spTgt spid="25"/>
                                        </p:tgtEl>
                                        <p:attrNameLst>
                                          <p:attrName>ppt_x</p:attrName>
                                        </p:attrNameLst>
                                      </p:cBhvr>
                                      <p:tavLst>
                                        <p:tav tm="0">
                                          <p:val>
                                            <p:strVal val="#ppt_x"/>
                                          </p:val>
                                        </p:tav>
                                        <p:tav tm="100000">
                                          <p:val>
                                            <p:strVal val="#ppt_x"/>
                                          </p:val>
                                        </p:tav>
                                      </p:tavLst>
                                    </p:anim>
                                    <p:anim calcmode="lin" valueType="num">
                                      <p:cBhvr>
                                        <p:cTn id="366" dur="650" fill="hold"/>
                                        <p:tgtEl>
                                          <p:spTgt spid="25"/>
                                        </p:tgtEl>
                                        <p:attrNameLst>
                                          <p:attrName>ppt_y</p:attrName>
                                        </p:attrNameLst>
                                      </p:cBhvr>
                                      <p:tavLst>
                                        <p:tav tm="0">
                                          <p:val>
                                            <p:strVal val="#ppt_y+.1"/>
                                          </p:val>
                                        </p:tav>
                                        <p:tav tm="100000">
                                          <p:val>
                                            <p:strVal val="#ppt_y"/>
                                          </p:val>
                                        </p:tav>
                                      </p:tavLst>
                                    </p:anim>
                                  </p:childTnLst>
                                </p:cTn>
                              </p:par>
                              <p:par>
                                <p:cTn id="367" presetID="42" presetClass="entr" presetSubtype="0" fill="hold" grpId="0" nodeType="withEffect">
                                  <p:stCondLst>
                                    <p:cond delay="490"/>
                                  </p:stCondLst>
                                  <p:childTnLst>
                                    <p:set>
                                      <p:cBhvr>
                                        <p:cTn id="368" dur="1" fill="hold">
                                          <p:stCondLst>
                                            <p:cond delay="0"/>
                                          </p:stCondLst>
                                        </p:cTn>
                                        <p:tgtEl>
                                          <p:spTgt spid="26"/>
                                        </p:tgtEl>
                                        <p:attrNameLst>
                                          <p:attrName>style.visibility</p:attrName>
                                        </p:attrNameLst>
                                      </p:cBhvr>
                                      <p:to>
                                        <p:strVal val="visible"/>
                                      </p:to>
                                    </p:set>
                                    <p:animEffect transition="in" filter="fade">
                                      <p:cBhvr>
                                        <p:cTn id="369" dur="650"/>
                                        <p:tgtEl>
                                          <p:spTgt spid="26"/>
                                        </p:tgtEl>
                                      </p:cBhvr>
                                    </p:animEffect>
                                    <p:anim calcmode="lin" valueType="num">
                                      <p:cBhvr>
                                        <p:cTn id="370" dur="650" fill="hold"/>
                                        <p:tgtEl>
                                          <p:spTgt spid="26"/>
                                        </p:tgtEl>
                                        <p:attrNameLst>
                                          <p:attrName>ppt_x</p:attrName>
                                        </p:attrNameLst>
                                      </p:cBhvr>
                                      <p:tavLst>
                                        <p:tav tm="0">
                                          <p:val>
                                            <p:strVal val="#ppt_x"/>
                                          </p:val>
                                        </p:tav>
                                        <p:tav tm="100000">
                                          <p:val>
                                            <p:strVal val="#ppt_x"/>
                                          </p:val>
                                        </p:tav>
                                      </p:tavLst>
                                    </p:anim>
                                    <p:anim calcmode="lin" valueType="num">
                                      <p:cBhvr>
                                        <p:cTn id="371" dur="650" fill="hold"/>
                                        <p:tgtEl>
                                          <p:spTgt spid="26"/>
                                        </p:tgtEl>
                                        <p:attrNameLst>
                                          <p:attrName>ppt_y</p:attrName>
                                        </p:attrNameLst>
                                      </p:cBhvr>
                                      <p:tavLst>
                                        <p:tav tm="0">
                                          <p:val>
                                            <p:strVal val="#ppt_y+.1"/>
                                          </p:val>
                                        </p:tav>
                                        <p:tav tm="100000">
                                          <p:val>
                                            <p:strVal val="#ppt_y"/>
                                          </p:val>
                                        </p:tav>
                                      </p:tavLst>
                                    </p:anim>
                                  </p:childTnLst>
                                </p:cTn>
                              </p:par>
                              <p:par>
                                <p:cTn id="372" presetID="42" presetClass="entr" presetSubtype="0" fill="hold" grpId="0" nodeType="withEffect">
                                  <p:stCondLst>
                                    <p:cond delay="490"/>
                                  </p:stCondLst>
                                  <p:childTnLst>
                                    <p:set>
                                      <p:cBhvr>
                                        <p:cTn id="373" dur="1" fill="hold">
                                          <p:stCondLst>
                                            <p:cond delay="0"/>
                                          </p:stCondLst>
                                        </p:cTn>
                                        <p:tgtEl>
                                          <p:spTgt spid="27"/>
                                        </p:tgtEl>
                                        <p:attrNameLst>
                                          <p:attrName>style.visibility</p:attrName>
                                        </p:attrNameLst>
                                      </p:cBhvr>
                                      <p:to>
                                        <p:strVal val="visible"/>
                                      </p:to>
                                    </p:set>
                                    <p:animEffect transition="in" filter="fade">
                                      <p:cBhvr>
                                        <p:cTn id="374" dur="650"/>
                                        <p:tgtEl>
                                          <p:spTgt spid="27"/>
                                        </p:tgtEl>
                                      </p:cBhvr>
                                    </p:animEffect>
                                    <p:anim calcmode="lin" valueType="num">
                                      <p:cBhvr>
                                        <p:cTn id="375" dur="650" fill="hold"/>
                                        <p:tgtEl>
                                          <p:spTgt spid="27"/>
                                        </p:tgtEl>
                                        <p:attrNameLst>
                                          <p:attrName>ppt_x</p:attrName>
                                        </p:attrNameLst>
                                      </p:cBhvr>
                                      <p:tavLst>
                                        <p:tav tm="0">
                                          <p:val>
                                            <p:strVal val="#ppt_x"/>
                                          </p:val>
                                        </p:tav>
                                        <p:tav tm="100000">
                                          <p:val>
                                            <p:strVal val="#ppt_x"/>
                                          </p:val>
                                        </p:tav>
                                      </p:tavLst>
                                    </p:anim>
                                    <p:anim calcmode="lin" valueType="num">
                                      <p:cBhvr>
                                        <p:cTn id="376" dur="650" fill="hold"/>
                                        <p:tgtEl>
                                          <p:spTgt spid="27"/>
                                        </p:tgtEl>
                                        <p:attrNameLst>
                                          <p:attrName>ppt_y</p:attrName>
                                        </p:attrNameLst>
                                      </p:cBhvr>
                                      <p:tavLst>
                                        <p:tav tm="0">
                                          <p:val>
                                            <p:strVal val="#ppt_y+.1"/>
                                          </p:val>
                                        </p:tav>
                                        <p:tav tm="100000">
                                          <p:val>
                                            <p:strVal val="#ppt_y"/>
                                          </p:val>
                                        </p:tav>
                                      </p:tavLst>
                                    </p:anim>
                                  </p:childTnLst>
                                </p:cTn>
                              </p:par>
                              <p:par>
                                <p:cTn id="377" presetID="42" presetClass="entr" presetSubtype="0" fill="hold" grpId="0" nodeType="withEffect">
                                  <p:stCondLst>
                                    <p:cond delay="490"/>
                                  </p:stCondLst>
                                  <p:childTnLst>
                                    <p:set>
                                      <p:cBhvr>
                                        <p:cTn id="378" dur="1" fill="hold">
                                          <p:stCondLst>
                                            <p:cond delay="0"/>
                                          </p:stCondLst>
                                        </p:cTn>
                                        <p:tgtEl>
                                          <p:spTgt spid="28"/>
                                        </p:tgtEl>
                                        <p:attrNameLst>
                                          <p:attrName>style.visibility</p:attrName>
                                        </p:attrNameLst>
                                      </p:cBhvr>
                                      <p:to>
                                        <p:strVal val="visible"/>
                                      </p:to>
                                    </p:set>
                                    <p:animEffect transition="in" filter="fade">
                                      <p:cBhvr>
                                        <p:cTn id="379" dur="650"/>
                                        <p:tgtEl>
                                          <p:spTgt spid="28"/>
                                        </p:tgtEl>
                                      </p:cBhvr>
                                    </p:animEffect>
                                    <p:anim calcmode="lin" valueType="num">
                                      <p:cBhvr>
                                        <p:cTn id="380" dur="650" fill="hold"/>
                                        <p:tgtEl>
                                          <p:spTgt spid="28"/>
                                        </p:tgtEl>
                                        <p:attrNameLst>
                                          <p:attrName>ppt_x</p:attrName>
                                        </p:attrNameLst>
                                      </p:cBhvr>
                                      <p:tavLst>
                                        <p:tav tm="0">
                                          <p:val>
                                            <p:strVal val="#ppt_x"/>
                                          </p:val>
                                        </p:tav>
                                        <p:tav tm="100000">
                                          <p:val>
                                            <p:strVal val="#ppt_x"/>
                                          </p:val>
                                        </p:tav>
                                      </p:tavLst>
                                    </p:anim>
                                    <p:anim calcmode="lin" valueType="num">
                                      <p:cBhvr>
                                        <p:cTn id="381" dur="650" fill="hold"/>
                                        <p:tgtEl>
                                          <p:spTgt spid="28"/>
                                        </p:tgtEl>
                                        <p:attrNameLst>
                                          <p:attrName>ppt_y</p:attrName>
                                        </p:attrNameLst>
                                      </p:cBhvr>
                                      <p:tavLst>
                                        <p:tav tm="0">
                                          <p:val>
                                            <p:strVal val="#ppt_y+.1"/>
                                          </p:val>
                                        </p:tav>
                                        <p:tav tm="100000">
                                          <p:val>
                                            <p:strVal val="#ppt_y"/>
                                          </p:val>
                                        </p:tav>
                                      </p:tavLst>
                                    </p:anim>
                                  </p:childTnLst>
                                </p:cTn>
                              </p:par>
                              <p:par>
                                <p:cTn id="382" presetID="42" presetClass="entr" presetSubtype="0" fill="hold" grpId="0" nodeType="withEffect">
                                  <p:stCondLst>
                                    <p:cond delay="490"/>
                                  </p:stCondLst>
                                  <p:childTnLst>
                                    <p:set>
                                      <p:cBhvr>
                                        <p:cTn id="383" dur="1" fill="hold">
                                          <p:stCondLst>
                                            <p:cond delay="0"/>
                                          </p:stCondLst>
                                        </p:cTn>
                                        <p:tgtEl>
                                          <p:spTgt spid="29"/>
                                        </p:tgtEl>
                                        <p:attrNameLst>
                                          <p:attrName>style.visibility</p:attrName>
                                        </p:attrNameLst>
                                      </p:cBhvr>
                                      <p:to>
                                        <p:strVal val="visible"/>
                                      </p:to>
                                    </p:set>
                                    <p:animEffect transition="in" filter="fade">
                                      <p:cBhvr>
                                        <p:cTn id="384" dur="650"/>
                                        <p:tgtEl>
                                          <p:spTgt spid="29"/>
                                        </p:tgtEl>
                                      </p:cBhvr>
                                    </p:animEffect>
                                    <p:anim calcmode="lin" valueType="num">
                                      <p:cBhvr>
                                        <p:cTn id="385" dur="650" fill="hold"/>
                                        <p:tgtEl>
                                          <p:spTgt spid="29"/>
                                        </p:tgtEl>
                                        <p:attrNameLst>
                                          <p:attrName>ppt_x</p:attrName>
                                        </p:attrNameLst>
                                      </p:cBhvr>
                                      <p:tavLst>
                                        <p:tav tm="0">
                                          <p:val>
                                            <p:strVal val="#ppt_x"/>
                                          </p:val>
                                        </p:tav>
                                        <p:tav tm="100000">
                                          <p:val>
                                            <p:strVal val="#ppt_x"/>
                                          </p:val>
                                        </p:tav>
                                      </p:tavLst>
                                    </p:anim>
                                    <p:anim calcmode="lin" valueType="num">
                                      <p:cBhvr>
                                        <p:cTn id="386" dur="650" fill="hold"/>
                                        <p:tgtEl>
                                          <p:spTgt spid="29"/>
                                        </p:tgtEl>
                                        <p:attrNameLst>
                                          <p:attrName>ppt_y</p:attrName>
                                        </p:attrNameLst>
                                      </p:cBhvr>
                                      <p:tavLst>
                                        <p:tav tm="0">
                                          <p:val>
                                            <p:strVal val="#ppt_y+.1"/>
                                          </p:val>
                                        </p:tav>
                                        <p:tav tm="100000">
                                          <p:val>
                                            <p:strVal val="#ppt_y"/>
                                          </p:val>
                                        </p:tav>
                                      </p:tavLst>
                                    </p:anim>
                                  </p:childTnLst>
                                </p:cTn>
                              </p:par>
                              <p:par>
                                <p:cTn id="387" presetID="42" presetClass="entr" presetSubtype="0" fill="hold" grpId="0" nodeType="withEffect">
                                  <p:stCondLst>
                                    <p:cond delay="490"/>
                                  </p:stCondLst>
                                  <p:childTnLst>
                                    <p:set>
                                      <p:cBhvr>
                                        <p:cTn id="388" dur="1" fill="hold">
                                          <p:stCondLst>
                                            <p:cond delay="0"/>
                                          </p:stCondLst>
                                        </p:cTn>
                                        <p:tgtEl>
                                          <p:spTgt spid="30"/>
                                        </p:tgtEl>
                                        <p:attrNameLst>
                                          <p:attrName>style.visibility</p:attrName>
                                        </p:attrNameLst>
                                      </p:cBhvr>
                                      <p:to>
                                        <p:strVal val="visible"/>
                                      </p:to>
                                    </p:set>
                                    <p:animEffect transition="in" filter="fade">
                                      <p:cBhvr>
                                        <p:cTn id="389" dur="650"/>
                                        <p:tgtEl>
                                          <p:spTgt spid="30"/>
                                        </p:tgtEl>
                                      </p:cBhvr>
                                    </p:animEffect>
                                    <p:anim calcmode="lin" valueType="num">
                                      <p:cBhvr>
                                        <p:cTn id="390" dur="650" fill="hold"/>
                                        <p:tgtEl>
                                          <p:spTgt spid="30"/>
                                        </p:tgtEl>
                                        <p:attrNameLst>
                                          <p:attrName>ppt_x</p:attrName>
                                        </p:attrNameLst>
                                      </p:cBhvr>
                                      <p:tavLst>
                                        <p:tav tm="0">
                                          <p:val>
                                            <p:strVal val="#ppt_x"/>
                                          </p:val>
                                        </p:tav>
                                        <p:tav tm="100000">
                                          <p:val>
                                            <p:strVal val="#ppt_x"/>
                                          </p:val>
                                        </p:tav>
                                      </p:tavLst>
                                    </p:anim>
                                    <p:anim calcmode="lin" valueType="num">
                                      <p:cBhvr>
                                        <p:cTn id="391" dur="650" fill="hold"/>
                                        <p:tgtEl>
                                          <p:spTgt spid="30"/>
                                        </p:tgtEl>
                                        <p:attrNameLst>
                                          <p:attrName>ppt_y</p:attrName>
                                        </p:attrNameLst>
                                      </p:cBhvr>
                                      <p:tavLst>
                                        <p:tav tm="0">
                                          <p:val>
                                            <p:strVal val="#ppt_y+.1"/>
                                          </p:val>
                                        </p:tav>
                                        <p:tav tm="100000">
                                          <p:val>
                                            <p:strVal val="#ppt_y"/>
                                          </p:val>
                                        </p:tav>
                                      </p:tavLst>
                                    </p:anim>
                                  </p:childTnLst>
                                </p:cTn>
                              </p:par>
                              <p:par>
                                <p:cTn id="392" presetID="42" presetClass="entr" presetSubtype="0" fill="hold" grpId="0" nodeType="withEffect">
                                  <p:stCondLst>
                                    <p:cond delay="490"/>
                                  </p:stCondLst>
                                  <p:childTnLst>
                                    <p:set>
                                      <p:cBhvr>
                                        <p:cTn id="393" dur="1" fill="hold">
                                          <p:stCondLst>
                                            <p:cond delay="0"/>
                                          </p:stCondLst>
                                        </p:cTn>
                                        <p:tgtEl>
                                          <p:spTgt spid="31"/>
                                        </p:tgtEl>
                                        <p:attrNameLst>
                                          <p:attrName>style.visibility</p:attrName>
                                        </p:attrNameLst>
                                      </p:cBhvr>
                                      <p:to>
                                        <p:strVal val="visible"/>
                                      </p:to>
                                    </p:set>
                                    <p:animEffect transition="in" filter="fade">
                                      <p:cBhvr>
                                        <p:cTn id="394" dur="650"/>
                                        <p:tgtEl>
                                          <p:spTgt spid="31"/>
                                        </p:tgtEl>
                                      </p:cBhvr>
                                    </p:animEffect>
                                    <p:anim calcmode="lin" valueType="num">
                                      <p:cBhvr>
                                        <p:cTn id="395" dur="650" fill="hold"/>
                                        <p:tgtEl>
                                          <p:spTgt spid="31"/>
                                        </p:tgtEl>
                                        <p:attrNameLst>
                                          <p:attrName>ppt_x</p:attrName>
                                        </p:attrNameLst>
                                      </p:cBhvr>
                                      <p:tavLst>
                                        <p:tav tm="0">
                                          <p:val>
                                            <p:strVal val="#ppt_x"/>
                                          </p:val>
                                        </p:tav>
                                        <p:tav tm="100000">
                                          <p:val>
                                            <p:strVal val="#ppt_x"/>
                                          </p:val>
                                        </p:tav>
                                      </p:tavLst>
                                    </p:anim>
                                    <p:anim calcmode="lin" valueType="num">
                                      <p:cBhvr>
                                        <p:cTn id="396" dur="650" fill="hold"/>
                                        <p:tgtEl>
                                          <p:spTgt spid="31"/>
                                        </p:tgtEl>
                                        <p:attrNameLst>
                                          <p:attrName>ppt_y</p:attrName>
                                        </p:attrNameLst>
                                      </p:cBhvr>
                                      <p:tavLst>
                                        <p:tav tm="0">
                                          <p:val>
                                            <p:strVal val="#ppt_y+.1"/>
                                          </p:val>
                                        </p:tav>
                                        <p:tav tm="100000">
                                          <p:val>
                                            <p:strVal val="#ppt_y"/>
                                          </p:val>
                                        </p:tav>
                                      </p:tavLst>
                                    </p:anim>
                                  </p:childTnLst>
                                </p:cTn>
                              </p:par>
                              <p:par>
                                <p:cTn id="397" presetID="42" presetClass="entr" presetSubtype="0" fill="hold" grpId="0" nodeType="withEffect">
                                  <p:stCondLst>
                                    <p:cond delay="490"/>
                                  </p:stCondLst>
                                  <p:childTnLst>
                                    <p:set>
                                      <p:cBhvr>
                                        <p:cTn id="398" dur="1" fill="hold">
                                          <p:stCondLst>
                                            <p:cond delay="0"/>
                                          </p:stCondLst>
                                        </p:cTn>
                                        <p:tgtEl>
                                          <p:spTgt spid="32"/>
                                        </p:tgtEl>
                                        <p:attrNameLst>
                                          <p:attrName>style.visibility</p:attrName>
                                        </p:attrNameLst>
                                      </p:cBhvr>
                                      <p:to>
                                        <p:strVal val="visible"/>
                                      </p:to>
                                    </p:set>
                                    <p:animEffect transition="in" filter="fade">
                                      <p:cBhvr>
                                        <p:cTn id="399" dur="650"/>
                                        <p:tgtEl>
                                          <p:spTgt spid="32"/>
                                        </p:tgtEl>
                                      </p:cBhvr>
                                    </p:animEffect>
                                    <p:anim calcmode="lin" valueType="num">
                                      <p:cBhvr>
                                        <p:cTn id="400" dur="650" fill="hold"/>
                                        <p:tgtEl>
                                          <p:spTgt spid="32"/>
                                        </p:tgtEl>
                                        <p:attrNameLst>
                                          <p:attrName>ppt_x</p:attrName>
                                        </p:attrNameLst>
                                      </p:cBhvr>
                                      <p:tavLst>
                                        <p:tav tm="0">
                                          <p:val>
                                            <p:strVal val="#ppt_x"/>
                                          </p:val>
                                        </p:tav>
                                        <p:tav tm="100000">
                                          <p:val>
                                            <p:strVal val="#ppt_x"/>
                                          </p:val>
                                        </p:tav>
                                      </p:tavLst>
                                    </p:anim>
                                    <p:anim calcmode="lin" valueType="num">
                                      <p:cBhvr>
                                        <p:cTn id="401" dur="650" fill="hold"/>
                                        <p:tgtEl>
                                          <p:spTgt spid="32"/>
                                        </p:tgtEl>
                                        <p:attrNameLst>
                                          <p:attrName>ppt_y</p:attrName>
                                        </p:attrNameLst>
                                      </p:cBhvr>
                                      <p:tavLst>
                                        <p:tav tm="0">
                                          <p:val>
                                            <p:strVal val="#ppt_y+.1"/>
                                          </p:val>
                                        </p:tav>
                                        <p:tav tm="100000">
                                          <p:val>
                                            <p:strVal val="#ppt_y"/>
                                          </p:val>
                                        </p:tav>
                                      </p:tavLst>
                                    </p:anim>
                                  </p:childTnLst>
                                </p:cTn>
                              </p:par>
                              <p:par>
                                <p:cTn id="402" presetID="42" presetClass="entr" presetSubtype="0" fill="hold" grpId="0" nodeType="withEffect">
                                  <p:stCondLst>
                                    <p:cond delay="490"/>
                                  </p:stCondLst>
                                  <p:childTnLst>
                                    <p:set>
                                      <p:cBhvr>
                                        <p:cTn id="403" dur="1" fill="hold">
                                          <p:stCondLst>
                                            <p:cond delay="0"/>
                                          </p:stCondLst>
                                        </p:cTn>
                                        <p:tgtEl>
                                          <p:spTgt spid="33"/>
                                        </p:tgtEl>
                                        <p:attrNameLst>
                                          <p:attrName>style.visibility</p:attrName>
                                        </p:attrNameLst>
                                      </p:cBhvr>
                                      <p:to>
                                        <p:strVal val="visible"/>
                                      </p:to>
                                    </p:set>
                                    <p:animEffect transition="in" filter="fade">
                                      <p:cBhvr>
                                        <p:cTn id="404" dur="650"/>
                                        <p:tgtEl>
                                          <p:spTgt spid="33"/>
                                        </p:tgtEl>
                                      </p:cBhvr>
                                    </p:animEffect>
                                    <p:anim calcmode="lin" valueType="num">
                                      <p:cBhvr>
                                        <p:cTn id="405" dur="650" fill="hold"/>
                                        <p:tgtEl>
                                          <p:spTgt spid="33"/>
                                        </p:tgtEl>
                                        <p:attrNameLst>
                                          <p:attrName>ppt_x</p:attrName>
                                        </p:attrNameLst>
                                      </p:cBhvr>
                                      <p:tavLst>
                                        <p:tav tm="0">
                                          <p:val>
                                            <p:strVal val="#ppt_x"/>
                                          </p:val>
                                        </p:tav>
                                        <p:tav tm="100000">
                                          <p:val>
                                            <p:strVal val="#ppt_x"/>
                                          </p:val>
                                        </p:tav>
                                      </p:tavLst>
                                    </p:anim>
                                    <p:anim calcmode="lin" valueType="num">
                                      <p:cBhvr>
                                        <p:cTn id="406" dur="650" fill="hold"/>
                                        <p:tgtEl>
                                          <p:spTgt spid="33"/>
                                        </p:tgtEl>
                                        <p:attrNameLst>
                                          <p:attrName>ppt_y</p:attrName>
                                        </p:attrNameLst>
                                      </p:cBhvr>
                                      <p:tavLst>
                                        <p:tav tm="0">
                                          <p:val>
                                            <p:strVal val="#ppt_y+.1"/>
                                          </p:val>
                                        </p:tav>
                                        <p:tav tm="100000">
                                          <p:val>
                                            <p:strVal val="#ppt_y"/>
                                          </p:val>
                                        </p:tav>
                                      </p:tavLst>
                                    </p:anim>
                                  </p:childTnLst>
                                </p:cTn>
                              </p:par>
                              <p:par>
                                <p:cTn id="407" presetID="42" presetClass="entr" presetSubtype="0" fill="hold" grpId="0" nodeType="withEffect">
                                  <p:stCondLst>
                                    <p:cond delay="490"/>
                                  </p:stCondLst>
                                  <p:childTnLst>
                                    <p:set>
                                      <p:cBhvr>
                                        <p:cTn id="408" dur="1" fill="hold">
                                          <p:stCondLst>
                                            <p:cond delay="0"/>
                                          </p:stCondLst>
                                        </p:cTn>
                                        <p:tgtEl>
                                          <p:spTgt spid="34"/>
                                        </p:tgtEl>
                                        <p:attrNameLst>
                                          <p:attrName>style.visibility</p:attrName>
                                        </p:attrNameLst>
                                      </p:cBhvr>
                                      <p:to>
                                        <p:strVal val="visible"/>
                                      </p:to>
                                    </p:set>
                                    <p:animEffect transition="in" filter="fade">
                                      <p:cBhvr>
                                        <p:cTn id="409" dur="650"/>
                                        <p:tgtEl>
                                          <p:spTgt spid="34"/>
                                        </p:tgtEl>
                                      </p:cBhvr>
                                    </p:animEffect>
                                    <p:anim calcmode="lin" valueType="num">
                                      <p:cBhvr>
                                        <p:cTn id="410" dur="650" fill="hold"/>
                                        <p:tgtEl>
                                          <p:spTgt spid="34"/>
                                        </p:tgtEl>
                                        <p:attrNameLst>
                                          <p:attrName>ppt_x</p:attrName>
                                        </p:attrNameLst>
                                      </p:cBhvr>
                                      <p:tavLst>
                                        <p:tav tm="0">
                                          <p:val>
                                            <p:strVal val="#ppt_x"/>
                                          </p:val>
                                        </p:tav>
                                        <p:tav tm="100000">
                                          <p:val>
                                            <p:strVal val="#ppt_x"/>
                                          </p:val>
                                        </p:tav>
                                      </p:tavLst>
                                    </p:anim>
                                    <p:anim calcmode="lin" valueType="num">
                                      <p:cBhvr>
                                        <p:cTn id="411" dur="650" fill="hold"/>
                                        <p:tgtEl>
                                          <p:spTgt spid="34"/>
                                        </p:tgtEl>
                                        <p:attrNameLst>
                                          <p:attrName>ppt_y</p:attrName>
                                        </p:attrNameLst>
                                      </p:cBhvr>
                                      <p:tavLst>
                                        <p:tav tm="0">
                                          <p:val>
                                            <p:strVal val="#ppt_y+.1"/>
                                          </p:val>
                                        </p:tav>
                                        <p:tav tm="100000">
                                          <p:val>
                                            <p:strVal val="#ppt_y"/>
                                          </p:val>
                                        </p:tav>
                                      </p:tavLst>
                                    </p:anim>
                                  </p:childTnLst>
                                </p:cTn>
                              </p:par>
                              <p:par>
                                <p:cTn id="412" presetID="42" presetClass="entr" presetSubtype="0" fill="hold" grpId="0" nodeType="withEffect">
                                  <p:stCondLst>
                                    <p:cond delay="490"/>
                                  </p:stCondLst>
                                  <p:childTnLst>
                                    <p:set>
                                      <p:cBhvr>
                                        <p:cTn id="413" dur="1" fill="hold">
                                          <p:stCondLst>
                                            <p:cond delay="0"/>
                                          </p:stCondLst>
                                        </p:cTn>
                                        <p:tgtEl>
                                          <p:spTgt spid="35"/>
                                        </p:tgtEl>
                                        <p:attrNameLst>
                                          <p:attrName>style.visibility</p:attrName>
                                        </p:attrNameLst>
                                      </p:cBhvr>
                                      <p:to>
                                        <p:strVal val="visible"/>
                                      </p:to>
                                    </p:set>
                                    <p:animEffect transition="in" filter="fade">
                                      <p:cBhvr>
                                        <p:cTn id="414" dur="650"/>
                                        <p:tgtEl>
                                          <p:spTgt spid="35"/>
                                        </p:tgtEl>
                                      </p:cBhvr>
                                    </p:animEffect>
                                    <p:anim calcmode="lin" valueType="num">
                                      <p:cBhvr>
                                        <p:cTn id="415" dur="650" fill="hold"/>
                                        <p:tgtEl>
                                          <p:spTgt spid="35"/>
                                        </p:tgtEl>
                                        <p:attrNameLst>
                                          <p:attrName>ppt_x</p:attrName>
                                        </p:attrNameLst>
                                      </p:cBhvr>
                                      <p:tavLst>
                                        <p:tav tm="0">
                                          <p:val>
                                            <p:strVal val="#ppt_x"/>
                                          </p:val>
                                        </p:tav>
                                        <p:tav tm="100000">
                                          <p:val>
                                            <p:strVal val="#ppt_x"/>
                                          </p:val>
                                        </p:tav>
                                      </p:tavLst>
                                    </p:anim>
                                    <p:anim calcmode="lin" valueType="num">
                                      <p:cBhvr>
                                        <p:cTn id="416" dur="650" fill="hold"/>
                                        <p:tgtEl>
                                          <p:spTgt spid="35"/>
                                        </p:tgtEl>
                                        <p:attrNameLst>
                                          <p:attrName>ppt_y</p:attrName>
                                        </p:attrNameLst>
                                      </p:cBhvr>
                                      <p:tavLst>
                                        <p:tav tm="0">
                                          <p:val>
                                            <p:strVal val="#ppt_y+.1"/>
                                          </p:val>
                                        </p:tav>
                                        <p:tav tm="100000">
                                          <p:val>
                                            <p:strVal val="#ppt_y"/>
                                          </p:val>
                                        </p:tav>
                                      </p:tavLst>
                                    </p:anim>
                                  </p:childTnLst>
                                </p:cTn>
                              </p:par>
                              <p:par>
                                <p:cTn id="417" presetID="42" presetClass="entr" presetSubtype="0" fill="hold" grpId="0" nodeType="withEffect">
                                  <p:stCondLst>
                                    <p:cond delay="490"/>
                                  </p:stCondLst>
                                  <p:childTnLst>
                                    <p:set>
                                      <p:cBhvr>
                                        <p:cTn id="418" dur="1" fill="hold">
                                          <p:stCondLst>
                                            <p:cond delay="0"/>
                                          </p:stCondLst>
                                        </p:cTn>
                                        <p:tgtEl>
                                          <p:spTgt spid="36"/>
                                        </p:tgtEl>
                                        <p:attrNameLst>
                                          <p:attrName>style.visibility</p:attrName>
                                        </p:attrNameLst>
                                      </p:cBhvr>
                                      <p:to>
                                        <p:strVal val="visible"/>
                                      </p:to>
                                    </p:set>
                                    <p:animEffect transition="in" filter="fade">
                                      <p:cBhvr>
                                        <p:cTn id="419" dur="650"/>
                                        <p:tgtEl>
                                          <p:spTgt spid="36"/>
                                        </p:tgtEl>
                                      </p:cBhvr>
                                    </p:animEffect>
                                    <p:anim calcmode="lin" valueType="num">
                                      <p:cBhvr>
                                        <p:cTn id="420" dur="650" fill="hold"/>
                                        <p:tgtEl>
                                          <p:spTgt spid="36"/>
                                        </p:tgtEl>
                                        <p:attrNameLst>
                                          <p:attrName>ppt_x</p:attrName>
                                        </p:attrNameLst>
                                      </p:cBhvr>
                                      <p:tavLst>
                                        <p:tav tm="0">
                                          <p:val>
                                            <p:strVal val="#ppt_x"/>
                                          </p:val>
                                        </p:tav>
                                        <p:tav tm="100000">
                                          <p:val>
                                            <p:strVal val="#ppt_x"/>
                                          </p:val>
                                        </p:tav>
                                      </p:tavLst>
                                    </p:anim>
                                    <p:anim calcmode="lin" valueType="num">
                                      <p:cBhvr>
                                        <p:cTn id="421" dur="650" fill="hold"/>
                                        <p:tgtEl>
                                          <p:spTgt spid="36"/>
                                        </p:tgtEl>
                                        <p:attrNameLst>
                                          <p:attrName>ppt_y</p:attrName>
                                        </p:attrNameLst>
                                      </p:cBhvr>
                                      <p:tavLst>
                                        <p:tav tm="0">
                                          <p:val>
                                            <p:strVal val="#ppt_y+.1"/>
                                          </p:val>
                                        </p:tav>
                                        <p:tav tm="100000">
                                          <p:val>
                                            <p:strVal val="#ppt_y"/>
                                          </p:val>
                                        </p:tav>
                                      </p:tavLst>
                                    </p:anim>
                                  </p:childTnLst>
                                </p:cTn>
                              </p:par>
                              <p:par>
                                <p:cTn id="422" presetID="42" presetClass="entr" presetSubtype="0" fill="hold" grpId="0" nodeType="withEffect">
                                  <p:stCondLst>
                                    <p:cond delay="490"/>
                                  </p:stCondLst>
                                  <p:childTnLst>
                                    <p:set>
                                      <p:cBhvr>
                                        <p:cTn id="423" dur="1" fill="hold">
                                          <p:stCondLst>
                                            <p:cond delay="0"/>
                                          </p:stCondLst>
                                        </p:cTn>
                                        <p:tgtEl>
                                          <p:spTgt spid="37"/>
                                        </p:tgtEl>
                                        <p:attrNameLst>
                                          <p:attrName>style.visibility</p:attrName>
                                        </p:attrNameLst>
                                      </p:cBhvr>
                                      <p:to>
                                        <p:strVal val="visible"/>
                                      </p:to>
                                    </p:set>
                                    <p:animEffect transition="in" filter="fade">
                                      <p:cBhvr>
                                        <p:cTn id="424" dur="650"/>
                                        <p:tgtEl>
                                          <p:spTgt spid="37"/>
                                        </p:tgtEl>
                                      </p:cBhvr>
                                    </p:animEffect>
                                    <p:anim calcmode="lin" valueType="num">
                                      <p:cBhvr>
                                        <p:cTn id="425" dur="650" fill="hold"/>
                                        <p:tgtEl>
                                          <p:spTgt spid="37"/>
                                        </p:tgtEl>
                                        <p:attrNameLst>
                                          <p:attrName>ppt_x</p:attrName>
                                        </p:attrNameLst>
                                      </p:cBhvr>
                                      <p:tavLst>
                                        <p:tav tm="0">
                                          <p:val>
                                            <p:strVal val="#ppt_x"/>
                                          </p:val>
                                        </p:tav>
                                        <p:tav tm="100000">
                                          <p:val>
                                            <p:strVal val="#ppt_x"/>
                                          </p:val>
                                        </p:tav>
                                      </p:tavLst>
                                    </p:anim>
                                    <p:anim calcmode="lin" valueType="num">
                                      <p:cBhvr>
                                        <p:cTn id="426" dur="650" fill="hold"/>
                                        <p:tgtEl>
                                          <p:spTgt spid="37"/>
                                        </p:tgtEl>
                                        <p:attrNameLst>
                                          <p:attrName>ppt_y</p:attrName>
                                        </p:attrNameLst>
                                      </p:cBhvr>
                                      <p:tavLst>
                                        <p:tav tm="0">
                                          <p:val>
                                            <p:strVal val="#ppt_y+.1"/>
                                          </p:val>
                                        </p:tav>
                                        <p:tav tm="100000">
                                          <p:val>
                                            <p:strVal val="#ppt_y"/>
                                          </p:val>
                                        </p:tav>
                                      </p:tavLst>
                                    </p:anim>
                                  </p:childTnLst>
                                </p:cTn>
                              </p:par>
                              <p:par>
                                <p:cTn id="427" presetID="42" presetClass="entr" presetSubtype="0" fill="hold" grpId="0" nodeType="withEffect">
                                  <p:stCondLst>
                                    <p:cond delay="490"/>
                                  </p:stCondLst>
                                  <p:childTnLst>
                                    <p:set>
                                      <p:cBhvr>
                                        <p:cTn id="428" dur="1" fill="hold">
                                          <p:stCondLst>
                                            <p:cond delay="0"/>
                                          </p:stCondLst>
                                        </p:cTn>
                                        <p:tgtEl>
                                          <p:spTgt spid="38"/>
                                        </p:tgtEl>
                                        <p:attrNameLst>
                                          <p:attrName>style.visibility</p:attrName>
                                        </p:attrNameLst>
                                      </p:cBhvr>
                                      <p:to>
                                        <p:strVal val="visible"/>
                                      </p:to>
                                    </p:set>
                                    <p:animEffect transition="in" filter="fade">
                                      <p:cBhvr>
                                        <p:cTn id="429" dur="650"/>
                                        <p:tgtEl>
                                          <p:spTgt spid="38"/>
                                        </p:tgtEl>
                                      </p:cBhvr>
                                    </p:animEffect>
                                    <p:anim calcmode="lin" valueType="num">
                                      <p:cBhvr>
                                        <p:cTn id="430" dur="650" fill="hold"/>
                                        <p:tgtEl>
                                          <p:spTgt spid="38"/>
                                        </p:tgtEl>
                                        <p:attrNameLst>
                                          <p:attrName>ppt_x</p:attrName>
                                        </p:attrNameLst>
                                      </p:cBhvr>
                                      <p:tavLst>
                                        <p:tav tm="0">
                                          <p:val>
                                            <p:strVal val="#ppt_x"/>
                                          </p:val>
                                        </p:tav>
                                        <p:tav tm="100000">
                                          <p:val>
                                            <p:strVal val="#ppt_x"/>
                                          </p:val>
                                        </p:tav>
                                      </p:tavLst>
                                    </p:anim>
                                    <p:anim calcmode="lin" valueType="num">
                                      <p:cBhvr>
                                        <p:cTn id="431" dur="650" fill="hold"/>
                                        <p:tgtEl>
                                          <p:spTgt spid="38"/>
                                        </p:tgtEl>
                                        <p:attrNameLst>
                                          <p:attrName>ppt_y</p:attrName>
                                        </p:attrNameLst>
                                      </p:cBhvr>
                                      <p:tavLst>
                                        <p:tav tm="0">
                                          <p:val>
                                            <p:strVal val="#ppt_y+.1"/>
                                          </p:val>
                                        </p:tav>
                                        <p:tav tm="100000">
                                          <p:val>
                                            <p:strVal val="#ppt_y"/>
                                          </p:val>
                                        </p:tav>
                                      </p:tavLst>
                                    </p:anim>
                                  </p:childTnLst>
                                </p:cTn>
                              </p:par>
                              <p:par>
                                <p:cTn id="432" presetID="42" presetClass="entr" presetSubtype="0" fill="hold" grpId="0" nodeType="withEffect">
                                  <p:stCondLst>
                                    <p:cond delay="490"/>
                                  </p:stCondLst>
                                  <p:childTnLst>
                                    <p:set>
                                      <p:cBhvr>
                                        <p:cTn id="433" dur="1" fill="hold">
                                          <p:stCondLst>
                                            <p:cond delay="0"/>
                                          </p:stCondLst>
                                        </p:cTn>
                                        <p:tgtEl>
                                          <p:spTgt spid="39"/>
                                        </p:tgtEl>
                                        <p:attrNameLst>
                                          <p:attrName>style.visibility</p:attrName>
                                        </p:attrNameLst>
                                      </p:cBhvr>
                                      <p:to>
                                        <p:strVal val="visible"/>
                                      </p:to>
                                    </p:set>
                                    <p:animEffect transition="in" filter="fade">
                                      <p:cBhvr>
                                        <p:cTn id="434" dur="650"/>
                                        <p:tgtEl>
                                          <p:spTgt spid="39"/>
                                        </p:tgtEl>
                                      </p:cBhvr>
                                    </p:animEffect>
                                    <p:anim calcmode="lin" valueType="num">
                                      <p:cBhvr>
                                        <p:cTn id="435" dur="650" fill="hold"/>
                                        <p:tgtEl>
                                          <p:spTgt spid="39"/>
                                        </p:tgtEl>
                                        <p:attrNameLst>
                                          <p:attrName>ppt_x</p:attrName>
                                        </p:attrNameLst>
                                      </p:cBhvr>
                                      <p:tavLst>
                                        <p:tav tm="0">
                                          <p:val>
                                            <p:strVal val="#ppt_x"/>
                                          </p:val>
                                        </p:tav>
                                        <p:tav tm="100000">
                                          <p:val>
                                            <p:strVal val="#ppt_x"/>
                                          </p:val>
                                        </p:tav>
                                      </p:tavLst>
                                    </p:anim>
                                    <p:anim calcmode="lin" valueType="num">
                                      <p:cBhvr>
                                        <p:cTn id="436" dur="650" fill="hold"/>
                                        <p:tgtEl>
                                          <p:spTgt spid="39"/>
                                        </p:tgtEl>
                                        <p:attrNameLst>
                                          <p:attrName>ppt_y</p:attrName>
                                        </p:attrNameLst>
                                      </p:cBhvr>
                                      <p:tavLst>
                                        <p:tav tm="0">
                                          <p:val>
                                            <p:strVal val="#ppt_y+.1"/>
                                          </p:val>
                                        </p:tav>
                                        <p:tav tm="100000">
                                          <p:val>
                                            <p:strVal val="#ppt_y"/>
                                          </p:val>
                                        </p:tav>
                                      </p:tavLst>
                                    </p:anim>
                                  </p:childTnLst>
                                </p:cTn>
                              </p:par>
                              <p:par>
                                <p:cTn id="437" presetID="42" presetClass="entr" presetSubtype="0" fill="hold" grpId="0" nodeType="withEffect">
                                  <p:stCondLst>
                                    <p:cond delay="490"/>
                                  </p:stCondLst>
                                  <p:childTnLst>
                                    <p:set>
                                      <p:cBhvr>
                                        <p:cTn id="438" dur="1" fill="hold">
                                          <p:stCondLst>
                                            <p:cond delay="0"/>
                                          </p:stCondLst>
                                        </p:cTn>
                                        <p:tgtEl>
                                          <p:spTgt spid="40"/>
                                        </p:tgtEl>
                                        <p:attrNameLst>
                                          <p:attrName>style.visibility</p:attrName>
                                        </p:attrNameLst>
                                      </p:cBhvr>
                                      <p:to>
                                        <p:strVal val="visible"/>
                                      </p:to>
                                    </p:set>
                                    <p:animEffect transition="in" filter="fade">
                                      <p:cBhvr>
                                        <p:cTn id="439" dur="650"/>
                                        <p:tgtEl>
                                          <p:spTgt spid="40"/>
                                        </p:tgtEl>
                                      </p:cBhvr>
                                    </p:animEffect>
                                    <p:anim calcmode="lin" valueType="num">
                                      <p:cBhvr>
                                        <p:cTn id="440" dur="650" fill="hold"/>
                                        <p:tgtEl>
                                          <p:spTgt spid="40"/>
                                        </p:tgtEl>
                                        <p:attrNameLst>
                                          <p:attrName>ppt_x</p:attrName>
                                        </p:attrNameLst>
                                      </p:cBhvr>
                                      <p:tavLst>
                                        <p:tav tm="0">
                                          <p:val>
                                            <p:strVal val="#ppt_x"/>
                                          </p:val>
                                        </p:tav>
                                        <p:tav tm="100000">
                                          <p:val>
                                            <p:strVal val="#ppt_x"/>
                                          </p:val>
                                        </p:tav>
                                      </p:tavLst>
                                    </p:anim>
                                    <p:anim calcmode="lin" valueType="num">
                                      <p:cBhvr>
                                        <p:cTn id="441" dur="650" fill="hold"/>
                                        <p:tgtEl>
                                          <p:spTgt spid="40"/>
                                        </p:tgtEl>
                                        <p:attrNameLst>
                                          <p:attrName>ppt_y</p:attrName>
                                        </p:attrNameLst>
                                      </p:cBhvr>
                                      <p:tavLst>
                                        <p:tav tm="0">
                                          <p:val>
                                            <p:strVal val="#ppt_y+.1"/>
                                          </p:val>
                                        </p:tav>
                                        <p:tav tm="100000">
                                          <p:val>
                                            <p:strVal val="#ppt_y"/>
                                          </p:val>
                                        </p:tav>
                                      </p:tavLst>
                                    </p:anim>
                                  </p:childTnLst>
                                </p:cTn>
                              </p:par>
                              <p:par>
                                <p:cTn id="442" presetID="42" presetClass="entr" presetSubtype="0" fill="hold" grpId="0" nodeType="withEffect">
                                  <p:stCondLst>
                                    <p:cond delay="490"/>
                                  </p:stCondLst>
                                  <p:childTnLst>
                                    <p:set>
                                      <p:cBhvr>
                                        <p:cTn id="443" dur="1" fill="hold">
                                          <p:stCondLst>
                                            <p:cond delay="0"/>
                                          </p:stCondLst>
                                        </p:cTn>
                                        <p:tgtEl>
                                          <p:spTgt spid="41"/>
                                        </p:tgtEl>
                                        <p:attrNameLst>
                                          <p:attrName>style.visibility</p:attrName>
                                        </p:attrNameLst>
                                      </p:cBhvr>
                                      <p:to>
                                        <p:strVal val="visible"/>
                                      </p:to>
                                    </p:set>
                                    <p:animEffect transition="in" filter="fade">
                                      <p:cBhvr>
                                        <p:cTn id="444" dur="650"/>
                                        <p:tgtEl>
                                          <p:spTgt spid="41"/>
                                        </p:tgtEl>
                                      </p:cBhvr>
                                    </p:animEffect>
                                    <p:anim calcmode="lin" valueType="num">
                                      <p:cBhvr>
                                        <p:cTn id="445" dur="650" fill="hold"/>
                                        <p:tgtEl>
                                          <p:spTgt spid="41"/>
                                        </p:tgtEl>
                                        <p:attrNameLst>
                                          <p:attrName>ppt_x</p:attrName>
                                        </p:attrNameLst>
                                      </p:cBhvr>
                                      <p:tavLst>
                                        <p:tav tm="0">
                                          <p:val>
                                            <p:strVal val="#ppt_x"/>
                                          </p:val>
                                        </p:tav>
                                        <p:tav tm="100000">
                                          <p:val>
                                            <p:strVal val="#ppt_x"/>
                                          </p:val>
                                        </p:tav>
                                      </p:tavLst>
                                    </p:anim>
                                    <p:anim calcmode="lin" valueType="num">
                                      <p:cBhvr>
                                        <p:cTn id="446" dur="650" fill="hold"/>
                                        <p:tgtEl>
                                          <p:spTgt spid="41"/>
                                        </p:tgtEl>
                                        <p:attrNameLst>
                                          <p:attrName>ppt_y</p:attrName>
                                        </p:attrNameLst>
                                      </p:cBhvr>
                                      <p:tavLst>
                                        <p:tav tm="0">
                                          <p:val>
                                            <p:strVal val="#ppt_y+.1"/>
                                          </p:val>
                                        </p:tav>
                                        <p:tav tm="100000">
                                          <p:val>
                                            <p:strVal val="#ppt_y"/>
                                          </p:val>
                                        </p:tav>
                                      </p:tavLst>
                                    </p:anim>
                                  </p:childTnLst>
                                </p:cTn>
                              </p:par>
                              <p:par>
                                <p:cTn id="447" presetID="42" presetClass="entr" presetSubtype="0" fill="hold" grpId="0" nodeType="withEffect">
                                  <p:stCondLst>
                                    <p:cond delay="490"/>
                                  </p:stCondLst>
                                  <p:childTnLst>
                                    <p:set>
                                      <p:cBhvr>
                                        <p:cTn id="448" dur="1" fill="hold">
                                          <p:stCondLst>
                                            <p:cond delay="0"/>
                                          </p:stCondLst>
                                        </p:cTn>
                                        <p:tgtEl>
                                          <p:spTgt spid="42"/>
                                        </p:tgtEl>
                                        <p:attrNameLst>
                                          <p:attrName>style.visibility</p:attrName>
                                        </p:attrNameLst>
                                      </p:cBhvr>
                                      <p:to>
                                        <p:strVal val="visible"/>
                                      </p:to>
                                    </p:set>
                                    <p:animEffect transition="in" filter="fade">
                                      <p:cBhvr>
                                        <p:cTn id="449" dur="650"/>
                                        <p:tgtEl>
                                          <p:spTgt spid="42"/>
                                        </p:tgtEl>
                                      </p:cBhvr>
                                    </p:animEffect>
                                    <p:anim calcmode="lin" valueType="num">
                                      <p:cBhvr>
                                        <p:cTn id="450" dur="650" fill="hold"/>
                                        <p:tgtEl>
                                          <p:spTgt spid="42"/>
                                        </p:tgtEl>
                                        <p:attrNameLst>
                                          <p:attrName>ppt_x</p:attrName>
                                        </p:attrNameLst>
                                      </p:cBhvr>
                                      <p:tavLst>
                                        <p:tav tm="0">
                                          <p:val>
                                            <p:strVal val="#ppt_x"/>
                                          </p:val>
                                        </p:tav>
                                        <p:tav tm="100000">
                                          <p:val>
                                            <p:strVal val="#ppt_x"/>
                                          </p:val>
                                        </p:tav>
                                      </p:tavLst>
                                    </p:anim>
                                    <p:anim calcmode="lin" valueType="num">
                                      <p:cBhvr>
                                        <p:cTn id="451" dur="650" fill="hold"/>
                                        <p:tgtEl>
                                          <p:spTgt spid="42"/>
                                        </p:tgtEl>
                                        <p:attrNameLst>
                                          <p:attrName>ppt_y</p:attrName>
                                        </p:attrNameLst>
                                      </p:cBhvr>
                                      <p:tavLst>
                                        <p:tav tm="0">
                                          <p:val>
                                            <p:strVal val="#ppt_y+.1"/>
                                          </p:val>
                                        </p:tav>
                                        <p:tav tm="100000">
                                          <p:val>
                                            <p:strVal val="#ppt_y"/>
                                          </p:val>
                                        </p:tav>
                                      </p:tavLst>
                                    </p:anim>
                                  </p:childTnLst>
                                </p:cTn>
                              </p:par>
                              <p:par>
                                <p:cTn id="452" presetID="42" presetClass="entr" presetSubtype="0" fill="hold" grpId="0" nodeType="withEffect">
                                  <p:stCondLst>
                                    <p:cond delay="490"/>
                                  </p:stCondLst>
                                  <p:childTnLst>
                                    <p:set>
                                      <p:cBhvr>
                                        <p:cTn id="453" dur="1" fill="hold">
                                          <p:stCondLst>
                                            <p:cond delay="0"/>
                                          </p:stCondLst>
                                        </p:cTn>
                                        <p:tgtEl>
                                          <p:spTgt spid="43"/>
                                        </p:tgtEl>
                                        <p:attrNameLst>
                                          <p:attrName>style.visibility</p:attrName>
                                        </p:attrNameLst>
                                      </p:cBhvr>
                                      <p:to>
                                        <p:strVal val="visible"/>
                                      </p:to>
                                    </p:set>
                                    <p:animEffect transition="in" filter="fade">
                                      <p:cBhvr>
                                        <p:cTn id="454" dur="650"/>
                                        <p:tgtEl>
                                          <p:spTgt spid="43"/>
                                        </p:tgtEl>
                                      </p:cBhvr>
                                    </p:animEffect>
                                    <p:anim calcmode="lin" valueType="num">
                                      <p:cBhvr>
                                        <p:cTn id="455" dur="650" fill="hold"/>
                                        <p:tgtEl>
                                          <p:spTgt spid="43"/>
                                        </p:tgtEl>
                                        <p:attrNameLst>
                                          <p:attrName>ppt_x</p:attrName>
                                        </p:attrNameLst>
                                      </p:cBhvr>
                                      <p:tavLst>
                                        <p:tav tm="0">
                                          <p:val>
                                            <p:strVal val="#ppt_x"/>
                                          </p:val>
                                        </p:tav>
                                        <p:tav tm="100000">
                                          <p:val>
                                            <p:strVal val="#ppt_x"/>
                                          </p:val>
                                        </p:tav>
                                      </p:tavLst>
                                    </p:anim>
                                    <p:anim calcmode="lin" valueType="num">
                                      <p:cBhvr>
                                        <p:cTn id="456" dur="650" fill="hold"/>
                                        <p:tgtEl>
                                          <p:spTgt spid="43"/>
                                        </p:tgtEl>
                                        <p:attrNameLst>
                                          <p:attrName>ppt_y</p:attrName>
                                        </p:attrNameLst>
                                      </p:cBhvr>
                                      <p:tavLst>
                                        <p:tav tm="0">
                                          <p:val>
                                            <p:strVal val="#ppt_y+.1"/>
                                          </p:val>
                                        </p:tav>
                                        <p:tav tm="100000">
                                          <p:val>
                                            <p:strVal val="#ppt_y"/>
                                          </p:val>
                                        </p:tav>
                                      </p:tavLst>
                                    </p:anim>
                                  </p:childTnLst>
                                </p:cTn>
                              </p:par>
                              <p:par>
                                <p:cTn id="457" presetID="42" presetClass="entr" presetSubtype="0" fill="hold" grpId="0" nodeType="withEffect">
                                  <p:stCondLst>
                                    <p:cond delay="490"/>
                                  </p:stCondLst>
                                  <p:childTnLst>
                                    <p:set>
                                      <p:cBhvr>
                                        <p:cTn id="458" dur="1" fill="hold">
                                          <p:stCondLst>
                                            <p:cond delay="0"/>
                                          </p:stCondLst>
                                        </p:cTn>
                                        <p:tgtEl>
                                          <p:spTgt spid="44"/>
                                        </p:tgtEl>
                                        <p:attrNameLst>
                                          <p:attrName>style.visibility</p:attrName>
                                        </p:attrNameLst>
                                      </p:cBhvr>
                                      <p:to>
                                        <p:strVal val="visible"/>
                                      </p:to>
                                    </p:set>
                                    <p:animEffect transition="in" filter="fade">
                                      <p:cBhvr>
                                        <p:cTn id="459" dur="650"/>
                                        <p:tgtEl>
                                          <p:spTgt spid="44"/>
                                        </p:tgtEl>
                                      </p:cBhvr>
                                    </p:animEffect>
                                    <p:anim calcmode="lin" valueType="num">
                                      <p:cBhvr>
                                        <p:cTn id="460" dur="650" fill="hold"/>
                                        <p:tgtEl>
                                          <p:spTgt spid="44"/>
                                        </p:tgtEl>
                                        <p:attrNameLst>
                                          <p:attrName>ppt_x</p:attrName>
                                        </p:attrNameLst>
                                      </p:cBhvr>
                                      <p:tavLst>
                                        <p:tav tm="0">
                                          <p:val>
                                            <p:strVal val="#ppt_x"/>
                                          </p:val>
                                        </p:tav>
                                        <p:tav tm="100000">
                                          <p:val>
                                            <p:strVal val="#ppt_x"/>
                                          </p:val>
                                        </p:tav>
                                      </p:tavLst>
                                    </p:anim>
                                    <p:anim calcmode="lin" valueType="num">
                                      <p:cBhvr>
                                        <p:cTn id="461" dur="650" fill="hold"/>
                                        <p:tgtEl>
                                          <p:spTgt spid="44"/>
                                        </p:tgtEl>
                                        <p:attrNameLst>
                                          <p:attrName>ppt_y</p:attrName>
                                        </p:attrNameLst>
                                      </p:cBhvr>
                                      <p:tavLst>
                                        <p:tav tm="0">
                                          <p:val>
                                            <p:strVal val="#ppt_y+.1"/>
                                          </p:val>
                                        </p:tav>
                                        <p:tav tm="100000">
                                          <p:val>
                                            <p:strVal val="#ppt_y"/>
                                          </p:val>
                                        </p:tav>
                                      </p:tavLst>
                                    </p:anim>
                                  </p:childTnLst>
                                </p:cTn>
                              </p:par>
                              <p:par>
                                <p:cTn id="462" presetID="42" presetClass="entr" presetSubtype="0" fill="hold" grpId="0" nodeType="withEffect">
                                  <p:stCondLst>
                                    <p:cond delay="490"/>
                                  </p:stCondLst>
                                  <p:childTnLst>
                                    <p:set>
                                      <p:cBhvr>
                                        <p:cTn id="463" dur="1" fill="hold">
                                          <p:stCondLst>
                                            <p:cond delay="0"/>
                                          </p:stCondLst>
                                        </p:cTn>
                                        <p:tgtEl>
                                          <p:spTgt spid="45"/>
                                        </p:tgtEl>
                                        <p:attrNameLst>
                                          <p:attrName>style.visibility</p:attrName>
                                        </p:attrNameLst>
                                      </p:cBhvr>
                                      <p:to>
                                        <p:strVal val="visible"/>
                                      </p:to>
                                    </p:set>
                                    <p:animEffect transition="in" filter="fade">
                                      <p:cBhvr>
                                        <p:cTn id="464" dur="650"/>
                                        <p:tgtEl>
                                          <p:spTgt spid="45"/>
                                        </p:tgtEl>
                                      </p:cBhvr>
                                    </p:animEffect>
                                    <p:anim calcmode="lin" valueType="num">
                                      <p:cBhvr>
                                        <p:cTn id="465" dur="650" fill="hold"/>
                                        <p:tgtEl>
                                          <p:spTgt spid="45"/>
                                        </p:tgtEl>
                                        <p:attrNameLst>
                                          <p:attrName>ppt_x</p:attrName>
                                        </p:attrNameLst>
                                      </p:cBhvr>
                                      <p:tavLst>
                                        <p:tav tm="0">
                                          <p:val>
                                            <p:strVal val="#ppt_x"/>
                                          </p:val>
                                        </p:tav>
                                        <p:tav tm="100000">
                                          <p:val>
                                            <p:strVal val="#ppt_x"/>
                                          </p:val>
                                        </p:tav>
                                      </p:tavLst>
                                    </p:anim>
                                    <p:anim calcmode="lin" valueType="num">
                                      <p:cBhvr>
                                        <p:cTn id="466" dur="650" fill="hold"/>
                                        <p:tgtEl>
                                          <p:spTgt spid="45"/>
                                        </p:tgtEl>
                                        <p:attrNameLst>
                                          <p:attrName>ppt_y</p:attrName>
                                        </p:attrNameLst>
                                      </p:cBhvr>
                                      <p:tavLst>
                                        <p:tav tm="0">
                                          <p:val>
                                            <p:strVal val="#ppt_y+.1"/>
                                          </p:val>
                                        </p:tav>
                                        <p:tav tm="100000">
                                          <p:val>
                                            <p:strVal val="#ppt_y"/>
                                          </p:val>
                                        </p:tav>
                                      </p:tavLst>
                                    </p:anim>
                                  </p:childTnLst>
                                </p:cTn>
                              </p:par>
                              <p:par>
                                <p:cTn id="467" presetID="42" presetClass="entr" presetSubtype="0" fill="hold" grpId="0" nodeType="withEffect">
                                  <p:stCondLst>
                                    <p:cond delay="490"/>
                                  </p:stCondLst>
                                  <p:childTnLst>
                                    <p:set>
                                      <p:cBhvr>
                                        <p:cTn id="468" dur="1" fill="hold">
                                          <p:stCondLst>
                                            <p:cond delay="0"/>
                                          </p:stCondLst>
                                        </p:cTn>
                                        <p:tgtEl>
                                          <p:spTgt spid="46"/>
                                        </p:tgtEl>
                                        <p:attrNameLst>
                                          <p:attrName>style.visibility</p:attrName>
                                        </p:attrNameLst>
                                      </p:cBhvr>
                                      <p:to>
                                        <p:strVal val="visible"/>
                                      </p:to>
                                    </p:set>
                                    <p:animEffect transition="in" filter="fade">
                                      <p:cBhvr>
                                        <p:cTn id="469" dur="650"/>
                                        <p:tgtEl>
                                          <p:spTgt spid="46"/>
                                        </p:tgtEl>
                                      </p:cBhvr>
                                    </p:animEffect>
                                    <p:anim calcmode="lin" valueType="num">
                                      <p:cBhvr>
                                        <p:cTn id="470" dur="650" fill="hold"/>
                                        <p:tgtEl>
                                          <p:spTgt spid="46"/>
                                        </p:tgtEl>
                                        <p:attrNameLst>
                                          <p:attrName>ppt_x</p:attrName>
                                        </p:attrNameLst>
                                      </p:cBhvr>
                                      <p:tavLst>
                                        <p:tav tm="0">
                                          <p:val>
                                            <p:strVal val="#ppt_x"/>
                                          </p:val>
                                        </p:tav>
                                        <p:tav tm="100000">
                                          <p:val>
                                            <p:strVal val="#ppt_x"/>
                                          </p:val>
                                        </p:tav>
                                      </p:tavLst>
                                    </p:anim>
                                    <p:anim calcmode="lin" valueType="num">
                                      <p:cBhvr>
                                        <p:cTn id="471" dur="650" fill="hold"/>
                                        <p:tgtEl>
                                          <p:spTgt spid="46"/>
                                        </p:tgtEl>
                                        <p:attrNameLst>
                                          <p:attrName>ppt_y</p:attrName>
                                        </p:attrNameLst>
                                      </p:cBhvr>
                                      <p:tavLst>
                                        <p:tav tm="0">
                                          <p:val>
                                            <p:strVal val="#ppt_y+.1"/>
                                          </p:val>
                                        </p:tav>
                                        <p:tav tm="100000">
                                          <p:val>
                                            <p:strVal val="#ppt_y"/>
                                          </p:val>
                                        </p:tav>
                                      </p:tavLst>
                                    </p:anim>
                                  </p:childTnLst>
                                </p:cTn>
                              </p:par>
                              <p:par>
                                <p:cTn id="472" presetID="42" presetClass="entr" presetSubtype="0" fill="hold" grpId="0" nodeType="withEffect">
                                  <p:stCondLst>
                                    <p:cond delay="490"/>
                                  </p:stCondLst>
                                  <p:childTnLst>
                                    <p:set>
                                      <p:cBhvr>
                                        <p:cTn id="473" dur="1" fill="hold">
                                          <p:stCondLst>
                                            <p:cond delay="0"/>
                                          </p:stCondLst>
                                        </p:cTn>
                                        <p:tgtEl>
                                          <p:spTgt spid="47"/>
                                        </p:tgtEl>
                                        <p:attrNameLst>
                                          <p:attrName>style.visibility</p:attrName>
                                        </p:attrNameLst>
                                      </p:cBhvr>
                                      <p:to>
                                        <p:strVal val="visible"/>
                                      </p:to>
                                    </p:set>
                                    <p:animEffect transition="in" filter="fade">
                                      <p:cBhvr>
                                        <p:cTn id="474" dur="650"/>
                                        <p:tgtEl>
                                          <p:spTgt spid="47"/>
                                        </p:tgtEl>
                                      </p:cBhvr>
                                    </p:animEffect>
                                    <p:anim calcmode="lin" valueType="num">
                                      <p:cBhvr>
                                        <p:cTn id="475" dur="650" fill="hold"/>
                                        <p:tgtEl>
                                          <p:spTgt spid="47"/>
                                        </p:tgtEl>
                                        <p:attrNameLst>
                                          <p:attrName>ppt_x</p:attrName>
                                        </p:attrNameLst>
                                      </p:cBhvr>
                                      <p:tavLst>
                                        <p:tav tm="0">
                                          <p:val>
                                            <p:strVal val="#ppt_x"/>
                                          </p:val>
                                        </p:tav>
                                        <p:tav tm="100000">
                                          <p:val>
                                            <p:strVal val="#ppt_x"/>
                                          </p:val>
                                        </p:tav>
                                      </p:tavLst>
                                    </p:anim>
                                    <p:anim calcmode="lin" valueType="num">
                                      <p:cBhvr>
                                        <p:cTn id="476" dur="650" fill="hold"/>
                                        <p:tgtEl>
                                          <p:spTgt spid="47"/>
                                        </p:tgtEl>
                                        <p:attrNameLst>
                                          <p:attrName>ppt_y</p:attrName>
                                        </p:attrNameLst>
                                      </p:cBhvr>
                                      <p:tavLst>
                                        <p:tav tm="0">
                                          <p:val>
                                            <p:strVal val="#ppt_y+.1"/>
                                          </p:val>
                                        </p:tav>
                                        <p:tav tm="100000">
                                          <p:val>
                                            <p:strVal val="#ppt_y"/>
                                          </p:val>
                                        </p:tav>
                                      </p:tavLst>
                                    </p:anim>
                                  </p:childTnLst>
                                </p:cTn>
                              </p:par>
                              <p:par>
                                <p:cTn id="477" presetID="42" presetClass="entr" presetSubtype="0" fill="hold" grpId="0" nodeType="withEffect">
                                  <p:stCondLst>
                                    <p:cond delay="610"/>
                                  </p:stCondLst>
                                  <p:childTnLst>
                                    <p:set>
                                      <p:cBhvr>
                                        <p:cTn id="478" dur="1" fill="hold">
                                          <p:stCondLst>
                                            <p:cond delay="0"/>
                                          </p:stCondLst>
                                        </p:cTn>
                                        <p:tgtEl>
                                          <p:spTgt spid="48"/>
                                        </p:tgtEl>
                                        <p:attrNameLst>
                                          <p:attrName>style.visibility</p:attrName>
                                        </p:attrNameLst>
                                      </p:cBhvr>
                                      <p:to>
                                        <p:strVal val="visible"/>
                                      </p:to>
                                    </p:set>
                                    <p:animEffect transition="in" filter="fade">
                                      <p:cBhvr>
                                        <p:cTn id="479" dur="650"/>
                                        <p:tgtEl>
                                          <p:spTgt spid="48"/>
                                        </p:tgtEl>
                                      </p:cBhvr>
                                    </p:animEffect>
                                    <p:anim calcmode="lin" valueType="num">
                                      <p:cBhvr>
                                        <p:cTn id="480" dur="650" fill="hold"/>
                                        <p:tgtEl>
                                          <p:spTgt spid="48"/>
                                        </p:tgtEl>
                                        <p:attrNameLst>
                                          <p:attrName>ppt_x</p:attrName>
                                        </p:attrNameLst>
                                      </p:cBhvr>
                                      <p:tavLst>
                                        <p:tav tm="0">
                                          <p:val>
                                            <p:strVal val="#ppt_x"/>
                                          </p:val>
                                        </p:tav>
                                        <p:tav tm="100000">
                                          <p:val>
                                            <p:strVal val="#ppt_x"/>
                                          </p:val>
                                        </p:tav>
                                      </p:tavLst>
                                    </p:anim>
                                    <p:anim calcmode="lin" valueType="num">
                                      <p:cBhvr>
                                        <p:cTn id="481" dur="650" fill="hold"/>
                                        <p:tgtEl>
                                          <p:spTgt spid="48"/>
                                        </p:tgtEl>
                                        <p:attrNameLst>
                                          <p:attrName>ppt_y</p:attrName>
                                        </p:attrNameLst>
                                      </p:cBhvr>
                                      <p:tavLst>
                                        <p:tav tm="0">
                                          <p:val>
                                            <p:strVal val="#ppt_y+.1"/>
                                          </p:val>
                                        </p:tav>
                                        <p:tav tm="100000">
                                          <p:val>
                                            <p:strVal val="#ppt_y"/>
                                          </p:val>
                                        </p:tav>
                                      </p:tavLst>
                                    </p:anim>
                                  </p:childTnLst>
                                </p:cTn>
                              </p:par>
                              <p:par>
                                <p:cTn id="482" presetID="42" presetClass="entr" presetSubtype="0" fill="hold" grpId="0" nodeType="withEffect">
                                  <p:stCondLst>
                                    <p:cond delay="610"/>
                                  </p:stCondLst>
                                  <p:childTnLst>
                                    <p:set>
                                      <p:cBhvr>
                                        <p:cTn id="483" dur="1" fill="hold">
                                          <p:stCondLst>
                                            <p:cond delay="0"/>
                                          </p:stCondLst>
                                        </p:cTn>
                                        <p:tgtEl>
                                          <p:spTgt spid="49"/>
                                        </p:tgtEl>
                                        <p:attrNameLst>
                                          <p:attrName>style.visibility</p:attrName>
                                        </p:attrNameLst>
                                      </p:cBhvr>
                                      <p:to>
                                        <p:strVal val="visible"/>
                                      </p:to>
                                    </p:set>
                                    <p:animEffect transition="in" filter="fade">
                                      <p:cBhvr>
                                        <p:cTn id="484" dur="650"/>
                                        <p:tgtEl>
                                          <p:spTgt spid="49"/>
                                        </p:tgtEl>
                                      </p:cBhvr>
                                    </p:animEffect>
                                    <p:anim calcmode="lin" valueType="num">
                                      <p:cBhvr>
                                        <p:cTn id="485" dur="650" fill="hold"/>
                                        <p:tgtEl>
                                          <p:spTgt spid="49"/>
                                        </p:tgtEl>
                                        <p:attrNameLst>
                                          <p:attrName>ppt_x</p:attrName>
                                        </p:attrNameLst>
                                      </p:cBhvr>
                                      <p:tavLst>
                                        <p:tav tm="0">
                                          <p:val>
                                            <p:strVal val="#ppt_x"/>
                                          </p:val>
                                        </p:tav>
                                        <p:tav tm="100000">
                                          <p:val>
                                            <p:strVal val="#ppt_x"/>
                                          </p:val>
                                        </p:tav>
                                      </p:tavLst>
                                    </p:anim>
                                    <p:anim calcmode="lin" valueType="num">
                                      <p:cBhvr>
                                        <p:cTn id="486" dur="650" fill="hold"/>
                                        <p:tgtEl>
                                          <p:spTgt spid="49"/>
                                        </p:tgtEl>
                                        <p:attrNameLst>
                                          <p:attrName>ppt_y</p:attrName>
                                        </p:attrNameLst>
                                      </p:cBhvr>
                                      <p:tavLst>
                                        <p:tav tm="0">
                                          <p:val>
                                            <p:strVal val="#ppt_y+.1"/>
                                          </p:val>
                                        </p:tav>
                                        <p:tav tm="100000">
                                          <p:val>
                                            <p:strVal val="#ppt_y"/>
                                          </p:val>
                                        </p:tav>
                                      </p:tavLst>
                                    </p:anim>
                                  </p:childTnLst>
                                </p:cTn>
                              </p:par>
                              <p:par>
                                <p:cTn id="487" presetID="42" presetClass="entr" presetSubtype="0" fill="hold" grpId="0" nodeType="withEffect">
                                  <p:stCondLst>
                                    <p:cond delay="730"/>
                                  </p:stCondLst>
                                  <p:childTnLst>
                                    <p:set>
                                      <p:cBhvr>
                                        <p:cTn id="488" dur="1" fill="hold">
                                          <p:stCondLst>
                                            <p:cond delay="0"/>
                                          </p:stCondLst>
                                        </p:cTn>
                                        <p:tgtEl>
                                          <p:spTgt spid="87"/>
                                        </p:tgtEl>
                                        <p:attrNameLst>
                                          <p:attrName>style.visibility</p:attrName>
                                        </p:attrNameLst>
                                      </p:cBhvr>
                                      <p:to>
                                        <p:strVal val="visible"/>
                                      </p:to>
                                    </p:set>
                                    <p:animEffect transition="in" filter="fade">
                                      <p:cBhvr>
                                        <p:cTn id="489" dur="650"/>
                                        <p:tgtEl>
                                          <p:spTgt spid="87"/>
                                        </p:tgtEl>
                                      </p:cBhvr>
                                    </p:animEffect>
                                    <p:anim calcmode="lin" valueType="num">
                                      <p:cBhvr>
                                        <p:cTn id="490" dur="650" fill="hold"/>
                                        <p:tgtEl>
                                          <p:spTgt spid="87"/>
                                        </p:tgtEl>
                                        <p:attrNameLst>
                                          <p:attrName>ppt_x</p:attrName>
                                        </p:attrNameLst>
                                      </p:cBhvr>
                                      <p:tavLst>
                                        <p:tav tm="0">
                                          <p:val>
                                            <p:strVal val="#ppt_x"/>
                                          </p:val>
                                        </p:tav>
                                        <p:tav tm="100000">
                                          <p:val>
                                            <p:strVal val="#ppt_x"/>
                                          </p:val>
                                        </p:tav>
                                      </p:tavLst>
                                    </p:anim>
                                    <p:anim calcmode="lin" valueType="num">
                                      <p:cBhvr>
                                        <p:cTn id="491" dur="650" fill="hold"/>
                                        <p:tgtEl>
                                          <p:spTgt spid="87"/>
                                        </p:tgtEl>
                                        <p:attrNameLst>
                                          <p:attrName>ppt_y</p:attrName>
                                        </p:attrNameLst>
                                      </p:cBhvr>
                                      <p:tavLst>
                                        <p:tav tm="0">
                                          <p:val>
                                            <p:strVal val="#ppt_y+.1"/>
                                          </p:val>
                                        </p:tav>
                                        <p:tav tm="100000">
                                          <p:val>
                                            <p:strVal val="#ppt_y"/>
                                          </p:val>
                                        </p:tav>
                                      </p:tavLst>
                                    </p:anim>
                                  </p:childTnLst>
                                </p:cTn>
                              </p:par>
                              <p:par>
                                <p:cTn id="492" presetID="42" presetClass="entr" presetSubtype="0" fill="hold" grpId="0" nodeType="withEffect">
                                  <p:stCondLst>
                                    <p:cond delay="730"/>
                                  </p:stCondLst>
                                  <p:childTnLst>
                                    <p:set>
                                      <p:cBhvr>
                                        <p:cTn id="493" dur="1" fill="hold">
                                          <p:stCondLst>
                                            <p:cond delay="0"/>
                                          </p:stCondLst>
                                        </p:cTn>
                                        <p:tgtEl>
                                          <p:spTgt spid="88"/>
                                        </p:tgtEl>
                                        <p:attrNameLst>
                                          <p:attrName>style.visibility</p:attrName>
                                        </p:attrNameLst>
                                      </p:cBhvr>
                                      <p:to>
                                        <p:strVal val="visible"/>
                                      </p:to>
                                    </p:set>
                                    <p:animEffect transition="in" filter="fade">
                                      <p:cBhvr>
                                        <p:cTn id="494" dur="650"/>
                                        <p:tgtEl>
                                          <p:spTgt spid="88"/>
                                        </p:tgtEl>
                                      </p:cBhvr>
                                    </p:animEffect>
                                    <p:anim calcmode="lin" valueType="num">
                                      <p:cBhvr>
                                        <p:cTn id="495" dur="650" fill="hold"/>
                                        <p:tgtEl>
                                          <p:spTgt spid="88"/>
                                        </p:tgtEl>
                                        <p:attrNameLst>
                                          <p:attrName>ppt_x</p:attrName>
                                        </p:attrNameLst>
                                      </p:cBhvr>
                                      <p:tavLst>
                                        <p:tav tm="0">
                                          <p:val>
                                            <p:strVal val="#ppt_x"/>
                                          </p:val>
                                        </p:tav>
                                        <p:tav tm="100000">
                                          <p:val>
                                            <p:strVal val="#ppt_x"/>
                                          </p:val>
                                        </p:tav>
                                      </p:tavLst>
                                    </p:anim>
                                    <p:anim calcmode="lin" valueType="num">
                                      <p:cBhvr>
                                        <p:cTn id="496" dur="650" fill="hold"/>
                                        <p:tgtEl>
                                          <p:spTgt spid="88"/>
                                        </p:tgtEl>
                                        <p:attrNameLst>
                                          <p:attrName>ppt_y</p:attrName>
                                        </p:attrNameLst>
                                      </p:cBhvr>
                                      <p:tavLst>
                                        <p:tav tm="0">
                                          <p:val>
                                            <p:strVal val="#ppt_y+.1"/>
                                          </p:val>
                                        </p:tav>
                                        <p:tav tm="100000">
                                          <p:val>
                                            <p:strVal val="#ppt_y"/>
                                          </p:val>
                                        </p:tav>
                                      </p:tavLst>
                                    </p:anim>
                                  </p:childTnLst>
                                </p:cTn>
                              </p:par>
                              <p:par>
                                <p:cTn id="497" presetID="42" presetClass="entr" presetSubtype="0" fill="hold" grpId="0" nodeType="withEffect">
                                  <p:stCondLst>
                                    <p:cond delay="730"/>
                                  </p:stCondLst>
                                  <p:childTnLst>
                                    <p:set>
                                      <p:cBhvr>
                                        <p:cTn id="498" dur="1" fill="hold">
                                          <p:stCondLst>
                                            <p:cond delay="0"/>
                                          </p:stCondLst>
                                        </p:cTn>
                                        <p:tgtEl>
                                          <p:spTgt spid="89"/>
                                        </p:tgtEl>
                                        <p:attrNameLst>
                                          <p:attrName>style.visibility</p:attrName>
                                        </p:attrNameLst>
                                      </p:cBhvr>
                                      <p:to>
                                        <p:strVal val="visible"/>
                                      </p:to>
                                    </p:set>
                                    <p:animEffect transition="in" filter="fade">
                                      <p:cBhvr>
                                        <p:cTn id="499" dur="650"/>
                                        <p:tgtEl>
                                          <p:spTgt spid="89"/>
                                        </p:tgtEl>
                                      </p:cBhvr>
                                    </p:animEffect>
                                    <p:anim calcmode="lin" valueType="num">
                                      <p:cBhvr>
                                        <p:cTn id="500" dur="650" fill="hold"/>
                                        <p:tgtEl>
                                          <p:spTgt spid="89"/>
                                        </p:tgtEl>
                                        <p:attrNameLst>
                                          <p:attrName>ppt_x</p:attrName>
                                        </p:attrNameLst>
                                      </p:cBhvr>
                                      <p:tavLst>
                                        <p:tav tm="0">
                                          <p:val>
                                            <p:strVal val="#ppt_x"/>
                                          </p:val>
                                        </p:tav>
                                        <p:tav tm="100000">
                                          <p:val>
                                            <p:strVal val="#ppt_x"/>
                                          </p:val>
                                        </p:tav>
                                      </p:tavLst>
                                    </p:anim>
                                    <p:anim calcmode="lin" valueType="num">
                                      <p:cBhvr>
                                        <p:cTn id="501" dur="650" fill="hold"/>
                                        <p:tgtEl>
                                          <p:spTgt spid="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502" repeatCount="indefinite" fill="hold" display="0">
                  <p:stCondLst>
                    <p:cond delay="indefinite"/>
                  </p:stCondLst>
                  <p:endCondLst>
                    <p:cond evt="onStopAudio" delay="0">
                      <p:tgtEl>
                        <p:sldTgt/>
                      </p:tgtEl>
                    </p:cond>
                  </p:endCondLst>
                </p:cTn>
                <p:tgtEl>
                  <p:spTgt spid="13"/>
                </p:tgtEl>
              </p:cMediaNode>
            </p:video>
          </p:childTnLst>
        </p:cTn>
      </p:par>
    </p:tnLst>
    <p:bldLst>
      <p:bldP spid="12" grpId="0" animBg="1"/>
      <p:bldP spid="14" grpId="0"/>
      <p:bldP spid="15" grpId="0"/>
      <p:bldP spid="16" grpId="0"/>
      <p:bldP spid="17" grpId="0"/>
      <p:bldP spid="18" grpId="0"/>
      <p:bldP spid="19" grpId="0"/>
      <p:bldP spid="20" grpId="0"/>
      <p:bldP spid="21" grpId="0"/>
      <p:bldP spid="22" grpId="0"/>
      <p:bldP spid="23" grpId="0"/>
      <p:bldP spid="24" grpId="0" animBg="1"/>
      <p:bldP spid="25" grpId="0"/>
      <p:bldP spid="26" grpId="0" animBg="1"/>
      <p:bldP spid="27" grpId="0"/>
      <p:bldP spid="28" grpId="0" animBg="1"/>
      <p:bldP spid="29" grpId="0"/>
      <p:bldP spid="30" grpId="0" animBg="1"/>
      <p:bldP spid="31" grpId="0"/>
      <p:bldP spid="32" grpId="0" animBg="1"/>
      <p:bldP spid="33" grpId="0"/>
      <p:bldP spid="34" grpId="0" animBg="1"/>
      <p:bldP spid="35" grpId="0"/>
      <p:bldP spid="36" grpId="0" animBg="1"/>
      <p:bldP spid="37" grpId="0"/>
      <p:bldP spid="38" grpId="0" animBg="1"/>
      <p:bldP spid="39" grpId="0"/>
      <p:bldP spid="40" grpId="0" animBg="1"/>
      <p:bldP spid="41" grpId="0"/>
      <p:bldP spid="42" grpId="0" animBg="1"/>
      <p:bldP spid="43" grpId="0"/>
      <p:bldP spid="44" grpId="0" animBg="1"/>
      <p:bldP spid="45" grpId="0"/>
      <p:bldP spid="46" grpId="0" animBg="1"/>
      <p:bldP spid="47" grpId="0"/>
      <p:bldP spid="48" grpId="0"/>
      <p:bldP spid="49" grpId="0"/>
      <p:bldP spid="50" grpId="0" animBg="1"/>
      <p:bldP spid="52" grpId="0"/>
      <p:bldP spid="52" grpId="1"/>
      <p:bldP spid="53" grpId="0"/>
      <p:bldP spid="53" grpId="1"/>
      <p:bldP spid="54" grpId="0"/>
      <p:bldP spid="54" grpId="1"/>
      <p:bldP spid="55" grpId="0"/>
      <p:bldP spid="55" grpId="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p:bldP spid="61" grpId="1"/>
      <p:bldP spid="62" grpId="0"/>
      <p:bldP spid="62" grpId="1"/>
      <p:bldP spid="64" grpId="0"/>
      <p:bldP spid="64" grpId="1"/>
      <p:bldP spid="65" grpId="0"/>
      <p:bldP spid="65" grpId="1"/>
      <p:bldP spid="66" grpId="0"/>
      <p:bldP spid="66" grpId="1"/>
      <p:bldP spid="67" grpId="0"/>
      <p:bldP spid="67" grpId="1"/>
      <p:bldP spid="68" grpId="0" animBg="1"/>
      <p:bldP spid="68" grpId="1" animBg="1"/>
      <p:bldP spid="69" grpId="0" animBg="1"/>
      <p:bldP spid="69" grpId="1" animBg="1"/>
      <p:bldP spid="70" grpId="0" animBg="1"/>
      <p:bldP spid="70" grpId="1" animBg="1"/>
      <p:bldP spid="71" grpId="0" animBg="1"/>
      <p:bldP spid="71" grpId="1" animBg="1"/>
      <p:bldP spid="72" grpId="0" animBg="1"/>
      <p:bldP spid="72" grpId="1" animBg="1"/>
      <p:bldP spid="73" grpId="0"/>
      <p:bldP spid="73" grpId="1"/>
      <p:bldP spid="74" grpId="0"/>
      <p:bldP spid="74" grpId="1"/>
      <p:bldP spid="75" grpId="0"/>
      <p:bldP spid="75" grpId="1"/>
      <p:bldP spid="76" grpId="0" animBg="1"/>
      <p:bldP spid="82" grpId="0" animBg="1"/>
      <p:bldP spid="83" grpId="0"/>
      <p:bldP spid="84" grpId="0" animBg="1"/>
      <p:bldP spid="85" grpId="0"/>
      <p:bldP spid="86" grpId="0"/>
      <p:bldP spid="87" grpId="0" animBg="1"/>
      <p:bldP spid="88" grpId="0"/>
      <p:bldP spid="89" grpId="0"/>
      <p:bldP spid="91" grpId="0" animBg="1"/>
      <p:bldP spid="92" grpId="0"/>
      <p:bldP spid="93" grpId="0"/>
      <p:bldP spid="94" grpId="0" animBg="1"/>
      <p:bldP spid="94" grpId="1" animBg="1"/>
      <p:bldP spid="95" grpId="0"/>
      <p:bldP spid="95" grpId="1"/>
      <p:bldP spid="96" grpId="0"/>
      <p:bldP spid="96" grpId="1"/>
      <p:bldP spid="97" grpId="0"/>
      <p:bldP spid="97" grpId="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3</a:t>
            </a:r>
          </a:p>
        </p:txBody>
      </p:sp>
      <p:sp>
        <p:nvSpPr>
          <p:cNvPr id="4" name="!!rotulo"/>
          <p:cNvSpPr txBox="1"/>
          <p:nvPr/>
        </p:nvSpPr>
        <p:spPr>
          <a:xfrm>
            <a:off x="1149032" y="282141"/>
            <a:ext cx="1971865"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Verificación y validación</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Trazabilidad: todo el procedimiento, a la vista</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bertura:9e9412b5ba"/>
          <p:cNvSpPr/>
          <p:nvPr/>
        </p:nvSpPr>
        <p:spPr>
          <a:xfrm>
            <a:off x="568325" y="1273175"/>
            <a:ext cx="1761046" cy="577850"/>
          </a:xfrm>
          <a:prstGeom prst="roundRect">
            <a:avLst>
              <a:gd name="adj" fmla="val 1263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obertura:6962699037"/>
          <p:cNvSpPr txBox="1"/>
          <p:nvPr/>
        </p:nvSpPr>
        <p:spPr>
          <a:xfrm>
            <a:off x="685800" y="1357757"/>
            <a:ext cx="173164"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6F42C1"/>
                </a:solidFill>
                <a:latin typeface="Calibri"/>
              </a:rPr>
              <a:t>7</a:t>
            </a:r>
          </a:p>
        </p:txBody>
      </p:sp>
      <p:sp>
        <p:nvSpPr>
          <p:cNvPr id="14" name="!!cobertura:5c42b6b685"/>
          <p:cNvSpPr txBox="1"/>
          <p:nvPr/>
        </p:nvSpPr>
        <p:spPr>
          <a:xfrm>
            <a:off x="858965" y="1381900"/>
            <a:ext cx="321056" cy="198120"/>
          </a:xfrm>
          <a:prstGeom prst="rect">
            <a:avLst/>
          </a:prstGeom>
          <a:noFill/>
        </p:spPr>
        <p:txBody>
          <a:bodyPr wrap="square" lIns="0" rIns="0" tIns="0" bIns="0" anchor="t"/>
          <a:lstStyle/>
          <a:p>
            <a:pPr algn="l">
              <a:lnSpc>
                <a:spcPts val="1560"/>
              </a:lnSpc>
              <a:spcBef>
                <a:spcPts val="0"/>
              </a:spcBef>
              <a:spcAft>
                <a:spcPts val="0"/>
              </a:spcAft>
            </a:pPr>
            <a:r>
              <a:rPr sz="1200" b="1" i="0">
                <a:solidFill>
                  <a:srgbClr val="3F4A5A"/>
                </a:solidFill>
                <a:latin typeface="Calibri"/>
              </a:rPr>
              <a:t>de 7</a:t>
            </a:r>
          </a:p>
        </p:txBody>
      </p:sp>
      <p:sp>
        <p:nvSpPr>
          <p:cNvPr id="15" name="!!cobertura:26fa97e52c"/>
          <p:cNvSpPr txBox="1"/>
          <p:nvPr/>
        </p:nvSpPr>
        <p:spPr>
          <a:xfrm>
            <a:off x="685800" y="1603870"/>
            <a:ext cx="1348296"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módulos</a:t>
            </a:r>
          </a:p>
        </p:txBody>
      </p:sp>
      <p:sp>
        <p:nvSpPr>
          <p:cNvPr id="16" name="!!cobertura:b0ee79e5e7"/>
          <p:cNvSpPr/>
          <p:nvPr/>
        </p:nvSpPr>
        <p:spPr>
          <a:xfrm>
            <a:off x="2034096" y="1454150"/>
            <a:ext cx="215900" cy="215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bertura:3be06a7f26"/>
          <p:cNvSpPr txBox="1"/>
          <p:nvPr/>
        </p:nvSpPr>
        <p:spPr>
          <a:xfrm>
            <a:off x="2094420" y="1509395"/>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8" name="!!cobertura:a93fa8e8f1"/>
          <p:cNvSpPr/>
          <p:nvPr/>
        </p:nvSpPr>
        <p:spPr>
          <a:xfrm>
            <a:off x="2424620" y="1273175"/>
            <a:ext cx="1761109" cy="577850"/>
          </a:xfrm>
          <a:prstGeom prst="roundRect">
            <a:avLst>
              <a:gd name="adj" fmla="val 1263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obertura:73cb85da70"/>
          <p:cNvSpPr txBox="1"/>
          <p:nvPr/>
        </p:nvSpPr>
        <p:spPr>
          <a:xfrm>
            <a:off x="2542096" y="1357757"/>
            <a:ext cx="173164"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6F42C1"/>
                </a:solidFill>
                <a:latin typeface="Calibri"/>
              </a:rPr>
              <a:t>9</a:t>
            </a:r>
          </a:p>
        </p:txBody>
      </p:sp>
      <p:sp>
        <p:nvSpPr>
          <p:cNvPr id="20" name="!!cobertura:ba507e5582"/>
          <p:cNvSpPr txBox="1"/>
          <p:nvPr/>
        </p:nvSpPr>
        <p:spPr>
          <a:xfrm>
            <a:off x="2715196" y="1381900"/>
            <a:ext cx="321056" cy="198120"/>
          </a:xfrm>
          <a:prstGeom prst="rect">
            <a:avLst/>
          </a:prstGeom>
          <a:noFill/>
        </p:spPr>
        <p:txBody>
          <a:bodyPr wrap="square" lIns="0" rIns="0" tIns="0" bIns="0" anchor="t"/>
          <a:lstStyle/>
          <a:p>
            <a:pPr algn="l">
              <a:lnSpc>
                <a:spcPts val="1560"/>
              </a:lnSpc>
              <a:spcBef>
                <a:spcPts val="0"/>
              </a:spcBef>
              <a:spcAft>
                <a:spcPts val="0"/>
              </a:spcAft>
            </a:pPr>
            <a:r>
              <a:rPr sz="1200" b="1" i="0">
                <a:solidFill>
                  <a:srgbClr val="3F4A5A"/>
                </a:solidFill>
                <a:latin typeface="Calibri"/>
              </a:rPr>
              <a:t>de 9</a:t>
            </a:r>
          </a:p>
        </p:txBody>
      </p:sp>
      <p:sp>
        <p:nvSpPr>
          <p:cNvPr id="21" name="!!cobertura:8843cb1dfe"/>
          <p:cNvSpPr txBox="1"/>
          <p:nvPr/>
        </p:nvSpPr>
        <p:spPr>
          <a:xfrm>
            <a:off x="2542096" y="1603870"/>
            <a:ext cx="1348359"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memoria</a:t>
            </a:r>
          </a:p>
        </p:txBody>
      </p:sp>
      <p:sp>
        <p:nvSpPr>
          <p:cNvPr id="22" name="!!cobertura:6745b14c53"/>
          <p:cNvSpPr/>
          <p:nvPr/>
        </p:nvSpPr>
        <p:spPr>
          <a:xfrm>
            <a:off x="3890454" y="1454150"/>
            <a:ext cx="215900" cy="215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bertura:d56943d59e"/>
          <p:cNvSpPr txBox="1"/>
          <p:nvPr/>
        </p:nvSpPr>
        <p:spPr>
          <a:xfrm>
            <a:off x="3950779" y="1509395"/>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4" name="!!cobertura:a85973a5b2"/>
          <p:cNvSpPr/>
          <p:nvPr/>
        </p:nvSpPr>
        <p:spPr>
          <a:xfrm>
            <a:off x="4280980" y="1273175"/>
            <a:ext cx="1761046" cy="577850"/>
          </a:xfrm>
          <a:prstGeom prst="roundRect">
            <a:avLst>
              <a:gd name="adj" fmla="val 1263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bertura:d34be34cd9"/>
          <p:cNvSpPr txBox="1"/>
          <p:nvPr/>
        </p:nvSpPr>
        <p:spPr>
          <a:xfrm>
            <a:off x="4398454" y="1357757"/>
            <a:ext cx="738188"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6F42C1"/>
                </a:solidFill>
                <a:latin typeface="Calibri"/>
              </a:rPr>
              <a:t>Ambas</a:t>
            </a:r>
          </a:p>
        </p:txBody>
      </p:sp>
      <p:sp>
        <p:nvSpPr>
          <p:cNvPr id="26" name="!!cobertura:680a9783b2"/>
          <p:cNvSpPr txBox="1"/>
          <p:nvPr/>
        </p:nvSpPr>
        <p:spPr>
          <a:xfrm>
            <a:off x="4398454" y="1603870"/>
            <a:ext cx="1348296"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post-proceso</a:t>
            </a:r>
          </a:p>
        </p:txBody>
      </p:sp>
      <p:sp>
        <p:nvSpPr>
          <p:cNvPr id="27" name="!!cobertura:a99c625fd6"/>
          <p:cNvSpPr/>
          <p:nvPr/>
        </p:nvSpPr>
        <p:spPr>
          <a:xfrm>
            <a:off x="5746750" y="1454150"/>
            <a:ext cx="215900" cy="215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obertura:47038e9503"/>
          <p:cNvSpPr txBox="1"/>
          <p:nvPr/>
        </p:nvSpPr>
        <p:spPr>
          <a:xfrm>
            <a:off x="5807075" y="1509395"/>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9" name="!!cobertura:b641211c40"/>
          <p:cNvSpPr/>
          <p:nvPr/>
        </p:nvSpPr>
        <p:spPr>
          <a:xfrm>
            <a:off x="6137275" y="1273175"/>
            <a:ext cx="1761109" cy="577850"/>
          </a:xfrm>
          <a:prstGeom prst="roundRect">
            <a:avLst>
              <a:gd name="adj" fmla="val 1263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bertura:f592d422f3"/>
          <p:cNvSpPr txBox="1"/>
          <p:nvPr/>
        </p:nvSpPr>
        <p:spPr>
          <a:xfrm>
            <a:off x="6254750" y="1357757"/>
            <a:ext cx="173164"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6F42C1"/>
                </a:solidFill>
                <a:latin typeface="Calibri"/>
              </a:rPr>
              <a:t>3</a:t>
            </a:r>
          </a:p>
        </p:txBody>
      </p:sp>
      <p:sp>
        <p:nvSpPr>
          <p:cNvPr id="31" name="!!cobertura:527e2c15d5"/>
          <p:cNvSpPr txBox="1"/>
          <p:nvPr/>
        </p:nvSpPr>
        <p:spPr>
          <a:xfrm>
            <a:off x="6427914" y="1381900"/>
            <a:ext cx="321056" cy="198120"/>
          </a:xfrm>
          <a:prstGeom prst="rect">
            <a:avLst/>
          </a:prstGeom>
          <a:noFill/>
        </p:spPr>
        <p:txBody>
          <a:bodyPr wrap="square" lIns="0" rIns="0" tIns="0" bIns="0" anchor="t"/>
          <a:lstStyle/>
          <a:p>
            <a:pPr algn="l">
              <a:lnSpc>
                <a:spcPts val="1560"/>
              </a:lnSpc>
              <a:spcBef>
                <a:spcPts val="0"/>
              </a:spcBef>
              <a:spcAft>
                <a:spcPts val="0"/>
              </a:spcAft>
            </a:pPr>
            <a:r>
              <a:rPr sz="1200" b="1" i="0">
                <a:solidFill>
                  <a:srgbClr val="3F4A5A"/>
                </a:solidFill>
                <a:latin typeface="Calibri"/>
              </a:rPr>
              <a:t>de 3</a:t>
            </a:r>
          </a:p>
        </p:txBody>
      </p:sp>
      <p:sp>
        <p:nvSpPr>
          <p:cNvPr id="32" name="!!cobertura:53a9ce7c7b"/>
          <p:cNvSpPr txBox="1"/>
          <p:nvPr/>
        </p:nvSpPr>
        <p:spPr>
          <a:xfrm>
            <a:off x="6254750" y="1603870"/>
            <a:ext cx="1348359"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lienzo</a:t>
            </a:r>
          </a:p>
        </p:txBody>
      </p:sp>
      <p:sp>
        <p:nvSpPr>
          <p:cNvPr id="33" name="!!cobertura:1b92690cb5"/>
          <p:cNvSpPr/>
          <p:nvPr/>
        </p:nvSpPr>
        <p:spPr>
          <a:xfrm>
            <a:off x="7603109" y="1454150"/>
            <a:ext cx="215900" cy="215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obertura:dd3f88d933"/>
          <p:cNvSpPr txBox="1"/>
          <p:nvPr/>
        </p:nvSpPr>
        <p:spPr>
          <a:xfrm>
            <a:off x="7663434" y="1509395"/>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35" name="!!cobertura:79fe50480d"/>
          <p:cNvSpPr/>
          <p:nvPr/>
        </p:nvSpPr>
        <p:spPr>
          <a:xfrm>
            <a:off x="7996809" y="1276350"/>
            <a:ext cx="1767396" cy="571500"/>
          </a:xfrm>
          <a:prstGeom prst="roundRect">
            <a:avLst>
              <a:gd name="adj" fmla="val 12222"/>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bertura:8c033fe99c"/>
          <p:cNvSpPr txBox="1"/>
          <p:nvPr/>
        </p:nvSpPr>
        <p:spPr>
          <a:xfrm>
            <a:off x="8117459" y="1357757"/>
            <a:ext cx="295466"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198754"/>
                </a:solidFill>
                <a:latin typeface="Calibri"/>
              </a:rPr>
              <a:t>18</a:t>
            </a:r>
          </a:p>
        </p:txBody>
      </p:sp>
      <p:sp>
        <p:nvSpPr>
          <p:cNvPr id="37" name="!!cobertura:076711b060"/>
          <p:cNvSpPr txBox="1"/>
          <p:nvPr/>
        </p:nvSpPr>
        <p:spPr>
          <a:xfrm>
            <a:off x="8412988" y="1381900"/>
            <a:ext cx="398272" cy="198120"/>
          </a:xfrm>
          <a:prstGeom prst="rect">
            <a:avLst/>
          </a:prstGeom>
          <a:noFill/>
        </p:spPr>
        <p:txBody>
          <a:bodyPr wrap="square" lIns="0" rIns="0" tIns="0" bIns="0" anchor="t"/>
          <a:lstStyle/>
          <a:p>
            <a:pPr algn="l">
              <a:lnSpc>
                <a:spcPts val="1560"/>
              </a:lnSpc>
              <a:spcBef>
                <a:spcPts val="0"/>
              </a:spcBef>
              <a:spcAft>
                <a:spcPts val="0"/>
              </a:spcAft>
            </a:pPr>
            <a:r>
              <a:rPr sz="1200" b="1" i="0">
                <a:solidFill>
                  <a:srgbClr val="3F4A5A"/>
                </a:solidFill>
                <a:latin typeface="Calibri"/>
              </a:rPr>
              <a:t>de 18</a:t>
            </a:r>
          </a:p>
        </p:txBody>
      </p:sp>
      <p:sp>
        <p:nvSpPr>
          <p:cNvPr id="38" name="!!cobertura:4933b61b5c"/>
          <p:cNvSpPr txBox="1"/>
          <p:nvPr/>
        </p:nvSpPr>
        <p:spPr>
          <a:xfrm>
            <a:off x="8117459" y="1603870"/>
            <a:ext cx="1348296"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contenidos</a:t>
            </a:r>
          </a:p>
        </p:txBody>
      </p:sp>
      <p:sp>
        <p:nvSpPr>
          <p:cNvPr id="39" name="!!cobertura:2304313be6"/>
          <p:cNvSpPr/>
          <p:nvPr/>
        </p:nvSpPr>
        <p:spPr>
          <a:xfrm>
            <a:off x="9465754" y="1454150"/>
            <a:ext cx="215900" cy="215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obertura:1d4019110b"/>
          <p:cNvSpPr txBox="1"/>
          <p:nvPr/>
        </p:nvSpPr>
        <p:spPr>
          <a:xfrm>
            <a:off x="9526080" y="1509395"/>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41" name="!!cobertura:0a547905b8"/>
          <p:cNvSpPr/>
          <p:nvPr/>
        </p:nvSpPr>
        <p:spPr>
          <a:xfrm>
            <a:off x="9862630" y="1273175"/>
            <a:ext cx="1761046" cy="577850"/>
          </a:xfrm>
          <a:prstGeom prst="roundRect">
            <a:avLst>
              <a:gd name="adj" fmla="val 1263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obertura:d1e6e80eee"/>
          <p:cNvSpPr txBox="1"/>
          <p:nvPr/>
        </p:nvSpPr>
        <p:spPr>
          <a:xfrm>
            <a:off x="9980104" y="1357757"/>
            <a:ext cx="1179322"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6F42C1"/>
                </a:solidFill>
                <a:latin typeface="Calibri"/>
              </a:rPr>
              <a:t>Sin pérdida</a:t>
            </a:r>
          </a:p>
        </p:txBody>
      </p:sp>
      <p:sp>
        <p:nvSpPr>
          <p:cNvPr id="43" name="!!cobertura:4e44aafb08"/>
          <p:cNvSpPr txBox="1"/>
          <p:nvPr/>
        </p:nvSpPr>
        <p:spPr>
          <a:xfrm>
            <a:off x="9980104" y="1603870"/>
            <a:ext cx="1348296"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5B6575"/>
                </a:solidFill>
                <a:latin typeface="Calibri"/>
              </a:rPr>
              <a:t>intercambio</a:t>
            </a:r>
          </a:p>
        </p:txBody>
      </p:sp>
      <p:sp>
        <p:nvSpPr>
          <p:cNvPr id="44" name="!!cobertura:78623584a3"/>
          <p:cNvSpPr/>
          <p:nvPr/>
        </p:nvSpPr>
        <p:spPr>
          <a:xfrm>
            <a:off x="11328400" y="1454150"/>
            <a:ext cx="215900" cy="215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obertura:66bc66b062"/>
          <p:cNvSpPr txBox="1"/>
          <p:nvPr/>
        </p:nvSpPr>
        <p:spPr>
          <a:xfrm>
            <a:off x="11388725" y="1509395"/>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46" name="!!cobertura:8326a4e6cf"/>
          <p:cNvSpPr txBox="1"/>
          <p:nvPr/>
        </p:nvSpPr>
        <p:spPr>
          <a:xfrm>
            <a:off x="565150" y="2037099"/>
            <a:ext cx="2326576" cy="197168"/>
          </a:xfrm>
          <a:prstGeom prst="rect">
            <a:avLst/>
          </a:prstGeom>
          <a:noFill/>
        </p:spPr>
        <p:txBody>
          <a:bodyPr wrap="square" lIns="0" rIns="0" tIns="0" bIns="0" anchor="t"/>
          <a:lstStyle/>
          <a:p>
            <a:pPr algn="l">
              <a:lnSpc>
                <a:spcPts val="1552"/>
              </a:lnSpc>
              <a:spcBef>
                <a:spcPts val="0"/>
              </a:spcBef>
              <a:spcAft>
                <a:spcPts val="0"/>
              </a:spcAft>
            </a:pPr>
            <a:r>
              <a:rPr sz="1550" b="1" i="0">
                <a:solidFill>
                  <a:srgbClr val="198754"/>
                </a:solidFill>
                <a:latin typeface="Calibri"/>
              </a:rPr>
              <a:t>18</a:t>
            </a:r>
            <a:r>
              <a:rPr sz="1350" b="1" i="0">
                <a:solidFill>
                  <a:srgbClr val="198754"/>
                </a:solidFill>
                <a:latin typeface="Calibri"/>
              </a:rPr>
              <a:t> · universo del procedimiento</a:t>
            </a:r>
          </a:p>
        </p:txBody>
      </p:sp>
      <p:sp>
        <p:nvSpPr>
          <p:cNvPr id="47" name="!!cobertura:fe7da22d71"/>
          <p:cNvSpPr txBox="1"/>
          <p:nvPr/>
        </p:nvSpPr>
        <p:spPr>
          <a:xfrm>
            <a:off x="5657850" y="2037099"/>
            <a:ext cx="2347341" cy="197168"/>
          </a:xfrm>
          <a:prstGeom prst="rect">
            <a:avLst/>
          </a:prstGeom>
          <a:noFill/>
        </p:spPr>
        <p:txBody>
          <a:bodyPr wrap="square" lIns="0" rIns="0" tIns="0" bIns="0" anchor="t"/>
          <a:lstStyle/>
          <a:p>
            <a:pPr algn="l">
              <a:lnSpc>
                <a:spcPts val="1552"/>
              </a:lnSpc>
              <a:spcBef>
                <a:spcPts val="0"/>
              </a:spcBef>
              <a:spcAft>
                <a:spcPts val="0"/>
              </a:spcAft>
            </a:pPr>
            <a:r>
              <a:rPr sz="1550" b="1" i="0">
                <a:solidFill>
                  <a:srgbClr val="5B6575"/>
                </a:solidFill>
                <a:latin typeface="Calibri"/>
              </a:rPr>
              <a:t>18</a:t>
            </a:r>
            <a:r>
              <a:rPr sz="1350" b="1" i="0">
                <a:solidFill>
                  <a:srgbClr val="5B6575"/>
                </a:solidFill>
                <a:latin typeface="Calibri"/>
              </a:rPr>
              <a:t> · fuera del alcance disciplinar</a:t>
            </a:r>
          </a:p>
        </p:txBody>
      </p:sp>
      <p:sp>
        <p:nvSpPr>
          <p:cNvPr id="48" name="!!cobertura:5ca63a403a"/>
          <p:cNvSpPr txBox="1"/>
          <p:nvPr/>
        </p:nvSpPr>
        <p:spPr>
          <a:xfrm>
            <a:off x="5657850" y="3383299"/>
            <a:ext cx="2349182" cy="197168"/>
          </a:xfrm>
          <a:prstGeom prst="rect">
            <a:avLst/>
          </a:prstGeom>
          <a:noFill/>
        </p:spPr>
        <p:txBody>
          <a:bodyPr wrap="square" lIns="0" rIns="0" tIns="0" bIns="0" anchor="t"/>
          <a:lstStyle/>
          <a:p>
            <a:pPr algn="l">
              <a:lnSpc>
                <a:spcPts val="1552"/>
              </a:lnSpc>
              <a:spcBef>
                <a:spcPts val="0"/>
              </a:spcBef>
              <a:spcAft>
                <a:spcPts val="0"/>
              </a:spcAft>
            </a:pPr>
            <a:r>
              <a:rPr sz="1550" b="1" i="0">
                <a:solidFill>
                  <a:srgbClr val="1F77B4"/>
                </a:solidFill>
                <a:latin typeface="Calibri"/>
              </a:rPr>
              <a:t>12</a:t>
            </a:r>
            <a:r>
              <a:rPr sz="1350" b="1" i="0">
                <a:solidFill>
                  <a:srgbClr val="1F77B4"/>
                </a:solidFill>
                <a:latin typeface="Calibri"/>
              </a:rPr>
              <a:t> · anteriores al procedimiento</a:t>
            </a:r>
          </a:p>
        </p:txBody>
      </p:sp>
      <p:sp>
        <p:nvSpPr>
          <p:cNvPr id="49" name="!!cobertura:00c5ce52bb"/>
          <p:cNvSpPr txBox="1"/>
          <p:nvPr/>
        </p:nvSpPr>
        <p:spPr>
          <a:xfrm>
            <a:off x="9467850" y="3383299"/>
            <a:ext cx="1146175" cy="197168"/>
          </a:xfrm>
          <a:prstGeom prst="rect">
            <a:avLst/>
          </a:prstGeom>
          <a:noFill/>
        </p:spPr>
        <p:txBody>
          <a:bodyPr wrap="square" lIns="0" rIns="0" tIns="0" bIns="0" anchor="t"/>
          <a:lstStyle/>
          <a:p>
            <a:pPr algn="l">
              <a:lnSpc>
                <a:spcPts val="1552"/>
              </a:lnSpc>
              <a:spcBef>
                <a:spcPts val="0"/>
              </a:spcBef>
              <a:spcAft>
                <a:spcPts val="0"/>
              </a:spcAft>
            </a:pPr>
            <a:r>
              <a:rPr sz="1550" b="1" i="0">
                <a:solidFill>
                  <a:srgbClr val="B02A37"/>
                </a:solidFill>
                <a:latin typeface="Calibri"/>
              </a:rPr>
              <a:t>1</a:t>
            </a:r>
            <a:r>
              <a:rPr sz="1350" b="1" i="0">
                <a:solidFill>
                  <a:srgbClr val="B02A37"/>
                </a:solidFill>
                <a:latin typeface="Calibri"/>
              </a:rPr>
              <a:t> · no expuesto</a:t>
            </a:r>
          </a:p>
        </p:txBody>
      </p:sp>
      <p:sp>
        <p:nvSpPr>
          <p:cNvPr id="50" name="!!cobertura:c5e318fe17"/>
          <p:cNvSpPr txBox="1"/>
          <p:nvPr/>
        </p:nvSpPr>
        <p:spPr>
          <a:xfrm>
            <a:off x="565150" y="3836702"/>
            <a:ext cx="4741164" cy="182562"/>
          </a:xfrm>
          <a:prstGeom prst="rect">
            <a:avLst/>
          </a:prstGeom>
          <a:noFill/>
        </p:spPr>
        <p:txBody>
          <a:bodyPr wrap="square" lIns="0" rIns="0" tIns="0" bIns="0" anchor="t"/>
          <a:lstStyle/>
          <a:p>
            <a:pPr algn="l">
              <a:lnSpc>
                <a:spcPts val="1438"/>
              </a:lnSpc>
              <a:spcBef>
                <a:spcPts val="0"/>
              </a:spcBef>
              <a:spcAft>
                <a:spcPts val="0"/>
              </a:spcAft>
            </a:pPr>
            <a:r>
              <a:rPr sz="1150" b="1" i="0">
                <a:solidFill>
                  <a:srgbClr val="5B6575"/>
                </a:solidFill>
                <a:latin typeface="Calibri"/>
              </a:rPr>
              <a:t>procedimiento de cálculo y su verificación</a:t>
            </a:r>
          </a:p>
        </p:txBody>
      </p:sp>
      <p:sp>
        <p:nvSpPr>
          <p:cNvPr id="51" name="!!cobertura:30b4e0a470"/>
          <p:cNvSpPr txBox="1"/>
          <p:nvPr/>
        </p:nvSpPr>
        <p:spPr>
          <a:xfrm>
            <a:off x="5657850" y="3036602"/>
            <a:ext cx="3698684" cy="182562"/>
          </a:xfrm>
          <a:prstGeom prst="rect">
            <a:avLst/>
          </a:prstGeom>
          <a:noFill/>
        </p:spPr>
        <p:txBody>
          <a:bodyPr wrap="square" lIns="0" rIns="0" tIns="0" bIns="0" anchor="t"/>
          <a:lstStyle/>
          <a:p>
            <a:pPr algn="l">
              <a:lnSpc>
                <a:spcPts val="1438"/>
              </a:lnSpc>
              <a:spcBef>
                <a:spcPts val="0"/>
              </a:spcBef>
              <a:spcAft>
                <a:spcPts val="0"/>
              </a:spcAft>
            </a:pPr>
            <a:r>
              <a:rPr sz="1150" b="1" i="0">
                <a:solidFill>
                  <a:srgbClr val="5B6575"/>
                </a:solidFill>
                <a:latin typeface="Calibri"/>
              </a:rPr>
              <a:t>resortes, barras y vigas, 3D, placas, térmico, CAD, contacto…</a:t>
            </a:r>
          </a:p>
        </p:txBody>
      </p:sp>
      <p:sp>
        <p:nvSpPr>
          <p:cNvPr id="52" name="!!cobertura:0e407ee9d7"/>
          <p:cNvSpPr txBox="1"/>
          <p:nvPr/>
        </p:nvSpPr>
        <p:spPr>
          <a:xfrm>
            <a:off x="5657850" y="4382802"/>
            <a:ext cx="2974530" cy="182562"/>
          </a:xfrm>
          <a:prstGeom prst="rect">
            <a:avLst/>
          </a:prstGeom>
          <a:noFill/>
        </p:spPr>
        <p:txBody>
          <a:bodyPr wrap="square" lIns="0" rIns="0" tIns="0" bIns="0" anchor="t"/>
          <a:lstStyle/>
          <a:p>
            <a:pPr algn="l">
              <a:lnSpc>
                <a:spcPts val="1438"/>
              </a:lnSpc>
              <a:spcBef>
                <a:spcPts val="0"/>
              </a:spcBef>
              <a:spcAft>
                <a:spcPts val="0"/>
              </a:spcAft>
            </a:pPr>
            <a:r>
              <a:rPr sz="1150" b="1" i="0">
                <a:solidFill>
                  <a:srgbClr val="5B6575"/>
                </a:solidFill>
                <a:latin typeface="Calibri"/>
              </a:rPr>
              <a:t>planificar el análisis, materiales, cargas y apoyos</a:t>
            </a:r>
          </a:p>
        </p:txBody>
      </p:sp>
      <p:sp>
        <p:nvSpPr>
          <p:cNvPr id="53" name="!!cobertura:d1ccb50beb"/>
          <p:cNvSpPr txBox="1"/>
          <p:nvPr/>
        </p:nvSpPr>
        <p:spPr>
          <a:xfrm>
            <a:off x="9467850" y="4039902"/>
            <a:ext cx="1803718" cy="182562"/>
          </a:xfrm>
          <a:prstGeom prst="rect">
            <a:avLst/>
          </a:prstGeom>
          <a:noFill/>
        </p:spPr>
        <p:txBody>
          <a:bodyPr wrap="square" lIns="0" rIns="0" tIns="0" bIns="0" anchor="t"/>
          <a:lstStyle/>
          <a:p>
            <a:pPr algn="l">
              <a:lnSpc>
                <a:spcPts val="1438"/>
              </a:lnSpc>
              <a:spcBef>
                <a:spcPts val="0"/>
              </a:spcBef>
              <a:spcAft>
                <a:spcPts val="0"/>
              </a:spcAft>
            </a:pPr>
            <a:r>
              <a:rPr sz="1150" b="1" i="0">
                <a:solidFill>
                  <a:srgbClr val="5B6575"/>
                </a:solidFill>
                <a:latin typeface="Calibri"/>
              </a:rPr>
              <a:t>FEM3: una deducción teórica</a:t>
            </a:r>
          </a:p>
        </p:txBody>
      </p:sp>
      <p:sp>
        <p:nvSpPr>
          <p:cNvPr id="54" name="!!cobertura:f21bb9940f"/>
          <p:cNvSpPr/>
          <p:nvPr/>
        </p:nvSpPr>
        <p:spPr>
          <a:xfrm>
            <a:off x="56610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obertura:aa710af0e5"/>
          <p:cNvSpPr txBox="1"/>
          <p:nvPr/>
        </p:nvSpPr>
        <p:spPr>
          <a:xfrm>
            <a:off x="56388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a:t>
            </a:r>
          </a:p>
        </p:txBody>
      </p:sp>
      <p:sp>
        <p:nvSpPr>
          <p:cNvPr id="56" name="!!cobertura:8ec1b477df"/>
          <p:cNvSpPr/>
          <p:nvPr/>
        </p:nvSpPr>
        <p:spPr>
          <a:xfrm>
            <a:off x="2933700" y="33083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obertura:be1d5e7927"/>
          <p:cNvSpPr txBox="1"/>
          <p:nvPr/>
        </p:nvSpPr>
        <p:spPr>
          <a:xfrm>
            <a:off x="2914650" y="34340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FEM2</a:t>
            </a:r>
          </a:p>
        </p:txBody>
      </p:sp>
      <p:sp>
        <p:nvSpPr>
          <p:cNvPr id="58" name="!!cobertura:d3a840414a"/>
          <p:cNvSpPr/>
          <p:nvPr/>
        </p:nvSpPr>
        <p:spPr>
          <a:xfrm>
            <a:off x="9471025" y="3686175"/>
            <a:ext cx="501650" cy="285750"/>
          </a:xfrm>
          <a:prstGeom prst="roundRect">
            <a:avLst>
              <a:gd name="adj" fmla="val 18888"/>
            </a:avLst>
          </a:prstGeom>
          <a:solidFill>
            <a:srgbClr val="FBEAEC"/>
          </a:solidFill>
          <a:ln w="6350">
            <a:solidFill>
              <a:srgbClr val="B02A37">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obertura:865fd4bc8c"/>
          <p:cNvSpPr txBox="1"/>
          <p:nvPr/>
        </p:nvSpPr>
        <p:spPr>
          <a:xfrm>
            <a:off x="94488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B02A37"/>
                </a:solidFill>
                <a:latin typeface="Calibri"/>
              </a:rPr>
              <a:t>FEM3</a:t>
            </a:r>
          </a:p>
        </p:txBody>
      </p:sp>
      <p:sp>
        <p:nvSpPr>
          <p:cNvPr id="60" name="!!cobertura:ee4c26b2f3"/>
          <p:cNvSpPr/>
          <p:nvPr/>
        </p:nvSpPr>
        <p:spPr>
          <a:xfrm>
            <a:off x="62325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obertura:f8867a9b80"/>
          <p:cNvSpPr txBox="1"/>
          <p:nvPr/>
        </p:nvSpPr>
        <p:spPr>
          <a:xfrm>
            <a:off x="62103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FEM4</a:t>
            </a:r>
          </a:p>
        </p:txBody>
      </p:sp>
      <p:sp>
        <p:nvSpPr>
          <p:cNvPr id="62" name="!!cobertura:6e760bcd60"/>
          <p:cNvSpPr/>
          <p:nvPr/>
        </p:nvSpPr>
        <p:spPr>
          <a:xfrm>
            <a:off x="68040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obertura:33dbe773a3"/>
          <p:cNvSpPr txBox="1"/>
          <p:nvPr/>
        </p:nvSpPr>
        <p:spPr>
          <a:xfrm>
            <a:off x="67818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FEM5</a:t>
            </a:r>
          </a:p>
        </p:txBody>
      </p:sp>
      <p:sp>
        <p:nvSpPr>
          <p:cNvPr id="64" name="!!cobertura:daf00a0182"/>
          <p:cNvSpPr/>
          <p:nvPr/>
        </p:nvSpPr>
        <p:spPr>
          <a:xfrm>
            <a:off x="73755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obertura:6a6d53b24e"/>
          <p:cNvSpPr txBox="1"/>
          <p:nvPr/>
        </p:nvSpPr>
        <p:spPr>
          <a:xfrm>
            <a:off x="73533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FEM6</a:t>
            </a:r>
          </a:p>
        </p:txBody>
      </p:sp>
      <p:sp>
        <p:nvSpPr>
          <p:cNvPr id="66" name="!!cobertura:5c5e063942"/>
          <p:cNvSpPr/>
          <p:nvPr/>
        </p:nvSpPr>
        <p:spPr>
          <a:xfrm>
            <a:off x="79470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obertura:6b840e816e"/>
          <p:cNvSpPr txBox="1"/>
          <p:nvPr/>
        </p:nvSpPr>
        <p:spPr>
          <a:xfrm>
            <a:off x="79248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FEM7</a:t>
            </a:r>
          </a:p>
        </p:txBody>
      </p:sp>
      <p:sp>
        <p:nvSpPr>
          <p:cNvPr id="68" name="!!cobertura:e89c167bc6"/>
          <p:cNvSpPr/>
          <p:nvPr/>
        </p:nvSpPr>
        <p:spPr>
          <a:xfrm>
            <a:off x="3721100" y="33083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obertura:b9250184ca"/>
          <p:cNvSpPr txBox="1"/>
          <p:nvPr/>
        </p:nvSpPr>
        <p:spPr>
          <a:xfrm>
            <a:off x="3702050" y="34340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FEM8</a:t>
            </a:r>
          </a:p>
        </p:txBody>
      </p:sp>
      <p:sp>
        <p:nvSpPr>
          <p:cNvPr id="70" name="!!cobertura:32733950f7"/>
          <p:cNvSpPr/>
          <p:nvPr/>
        </p:nvSpPr>
        <p:spPr>
          <a:xfrm>
            <a:off x="4508500" y="33083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obertura:c98d416ba2"/>
          <p:cNvSpPr txBox="1"/>
          <p:nvPr/>
        </p:nvSpPr>
        <p:spPr>
          <a:xfrm>
            <a:off x="4489450" y="34340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FEM9</a:t>
            </a:r>
          </a:p>
        </p:txBody>
      </p:sp>
      <p:sp>
        <p:nvSpPr>
          <p:cNvPr id="72" name="!!cobertura:b6638e4a36"/>
          <p:cNvSpPr/>
          <p:nvPr/>
        </p:nvSpPr>
        <p:spPr>
          <a:xfrm>
            <a:off x="85185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obertura:e2145083f4"/>
          <p:cNvSpPr txBox="1"/>
          <p:nvPr/>
        </p:nvSpPr>
        <p:spPr>
          <a:xfrm>
            <a:off x="84963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FEM10</a:t>
            </a:r>
          </a:p>
        </p:txBody>
      </p:sp>
      <p:sp>
        <p:nvSpPr>
          <p:cNvPr id="74" name="!!cobertura:06eb75f698"/>
          <p:cNvSpPr/>
          <p:nvPr/>
        </p:nvSpPr>
        <p:spPr>
          <a:xfrm>
            <a:off x="90900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obertura:f0264611eb"/>
          <p:cNvSpPr txBox="1"/>
          <p:nvPr/>
        </p:nvSpPr>
        <p:spPr>
          <a:xfrm>
            <a:off x="90678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FEM11</a:t>
            </a:r>
          </a:p>
        </p:txBody>
      </p:sp>
      <p:sp>
        <p:nvSpPr>
          <p:cNvPr id="76" name="!!cobertura:3d6995bd2a"/>
          <p:cNvSpPr/>
          <p:nvPr/>
        </p:nvSpPr>
        <p:spPr>
          <a:xfrm>
            <a:off x="96615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obertura:98b36475cf"/>
          <p:cNvSpPr txBox="1"/>
          <p:nvPr/>
        </p:nvSpPr>
        <p:spPr>
          <a:xfrm>
            <a:off x="96393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FEM12</a:t>
            </a:r>
          </a:p>
        </p:txBody>
      </p:sp>
      <p:sp>
        <p:nvSpPr>
          <p:cNvPr id="78" name="!!cobertura:7e498dc2fb"/>
          <p:cNvSpPr/>
          <p:nvPr/>
        </p:nvSpPr>
        <p:spPr>
          <a:xfrm>
            <a:off x="10233025" y="23399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obertura:4a9769d45d"/>
          <p:cNvSpPr txBox="1"/>
          <p:nvPr/>
        </p:nvSpPr>
        <p:spPr>
          <a:xfrm>
            <a:off x="10210800" y="24217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FEM13</a:t>
            </a:r>
          </a:p>
        </p:txBody>
      </p:sp>
      <p:sp>
        <p:nvSpPr>
          <p:cNvPr id="80" name="!!cobertura:e6c4cc1293"/>
          <p:cNvSpPr/>
          <p:nvPr/>
        </p:nvSpPr>
        <p:spPr>
          <a:xfrm>
            <a:off x="56610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cobertura:7b4aade7d8"/>
          <p:cNvSpPr txBox="1"/>
          <p:nvPr/>
        </p:nvSpPr>
        <p:spPr>
          <a:xfrm>
            <a:off x="56388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FEM14</a:t>
            </a:r>
          </a:p>
        </p:txBody>
      </p:sp>
      <p:sp>
        <p:nvSpPr>
          <p:cNvPr id="82" name="!!cobertura:89209ba928"/>
          <p:cNvSpPr/>
          <p:nvPr/>
        </p:nvSpPr>
        <p:spPr>
          <a:xfrm>
            <a:off x="62325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obertura:99dda98d8c"/>
          <p:cNvSpPr txBox="1"/>
          <p:nvPr/>
        </p:nvSpPr>
        <p:spPr>
          <a:xfrm>
            <a:off x="62103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FEM15</a:t>
            </a:r>
          </a:p>
        </p:txBody>
      </p:sp>
      <p:sp>
        <p:nvSpPr>
          <p:cNvPr id="84" name="!!cobertura:9eaf5ccb3f"/>
          <p:cNvSpPr/>
          <p:nvPr/>
        </p:nvSpPr>
        <p:spPr>
          <a:xfrm>
            <a:off x="5661025" y="36861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obertura:391890eb44"/>
          <p:cNvSpPr txBox="1"/>
          <p:nvPr/>
        </p:nvSpPr>
        <p:spPr>
          <a:xfrm>
            <a:off x="56388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FEA1</a:t>
            </a:r>
          </a:p>
        </p:txBody>
      </p:sp>
      <p:sp>
        <p:nvSpPr>
          <p:cNvPr id="86" name="!!cobertura:aef076b9fb"/>
          <p:cNvSpPr/>
          <p:nvPr/>
        </p:nvSpPr>
        <p:spPr>
          <a:xfrm>
            <a:off x="6232525" y="36861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obertura:4c584b2472"/>
          <p:cNvSpPr txBox="1"/>
          <p:nvPr/>
        </p:nvSpPr>
        <p:spPr>
          <a:xfrm>
            <a:off x="62103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FEA2</a:t>
            </a:r>
          </a:p>
        </p:txBody>
      </p:sp>
      <p:sp>
        <p:nvSpPr>
          <p:cNvPr id="88" name="!!cobertura:503a14add3"/>
          <p:cNvSpPr/>
          <p:nvPr/>
        </p:nvSpPr>
        <p:spPr>
          <a:xfrm>
            <a:off x="6804025" y="36861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cobertura:a6def0b3ae"/>
          <p:cNvSpPr txBox="1"/>
          <p:nvPr/>
        </p:nvSpPr>
        <p:spPr>
          <a:xfrm>
            <a:off x="67818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FEA3</a:t>
            </a:r>
          </a:p>
        </p:txBody>
      </p:sp>
      <p:sp>
        <p:nvSpPr>
          <p:cNvPr id="90" name="!!cobertura:83490f1201"/>
          <p:cNvSpPr/>
          <p:nvPr/>
        </p:nvSpPr>
        <p:spPr>
          <a:xfrm>
            <a:off x="7375525" y="36861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cobertura:efec3032c2"/>
          <p:cNvSpPr txBox="1"/>
          <p:nvPr/>
        </p:nvSpPr>
        <p:spPr>
          <a:xfrm>
            <a:off x="73533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FEA4</a:t>
            </a:r>
          </a:p>
        </p:txBody>
      </p:sp>
      <p:sp>
        <p:nvSpPr>
          <p:cNvPr id="92" name="!!cobertura:a1faadf324"/>
          <p:cNvSpPr/>
          <p:nvPr/>
        </p:nvSpPr>
        <p:spPr>
          <a:xfrm>
            <a:off x="7947025" y="36861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obertura:8d7954d8b4"/>
          <p:cNvSpPr txBox="1"/>
          <p:nvPr/>
        </p:nvSpPr>
        <p:spPr>
          <a:xfrm>
            <a:off x="79248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FEA5</a:t>
            </a:r>
          </a:p>
        </p:txBody>
      </p:sp>
      <p:sp>
        <p:nvSpPr>
          <p:cNvPr id="94" name="!!cobertura:0644e6a64a"/>
          <p:cNvSpPr/>
          <p:nvPr/>
        </p:nvSpPr>
        <p:spPr>
          <a:xfrm>
            <a:off x="68040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cobertura:17e338a3db"/>
          <p:cNvSpPr txBox="1"/>
          <p:nvPr/>
        </p:nvSpPr>
        <p:spPr>
          <a:xfrm>
            <a:off x="67818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FEA6</a:t>
            </a:r>
          </a:p>
        </p:txBody>
      </p:sp>
      <p:sp>
        <p:nvSpPr>
          <p:cNvPr id="96" name="!!cobertura:441ef5ce1a"/>
          <p:cNvSpPr/>
          <p:nvPr/>
        </p:nvSpPr>
        <p:spPr>
          <a:xfrm>
            <a:off x="73755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cobertura:7e83b093c7"/>
          <p:cNvSpPr txBox="1"/>
          <p:nvPr/>
        </p:nvSpPr>
        <p:spPr>
          <a:xfrm>
            <a:off x="73533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FEA7</a:t>
            </a:r>
          </a:p>
        </p:txBody>
      </p:sp>
      <p:sp>
        <p:nvSpPr>
          <p:cNvPr id="98" name="!!cobertura:52d80e9281"/>
          <p:cNvSpPr/>
          <p:nvPr/>
        </p:nvSpPr>
        <p:spPr>
          <a:xfrm>
            <a:off x="79470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bertura:e3aba86f65"/>
          <p:cNvSpPr txBox="1"/>
          <p:nvPr/>
        </p:nvSpPr>
        <p:spPr>
          <a:xfrm>
            <a:off x="79248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FEA8</a:t>
            </a:r>
          </a:p>
        </p:txBody>
      </p:sp>
      <p:sp>
        <p:nvSpPr>
          <p:cNvPr id="100" name="!!cobertura:8b937e56cd"/>
          <p:cNvSpPr/>
          <p:nvPr/>
        </p:nvSpPr>
        <p:spPr>
          <a:xfrm>
            <a:off x="85185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cobertura:88e35db190"/>
          <p:cNvSpPr txBox="1"/>
          <p:nvPr/>
        </p:nvSpPr>
        <p:spPr>
          <a:xfrm>
            <a:off x="84963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FEA9</a:t>
            </a:r>
          </a:p>
        </p:txBody>
      </p:sp>
      <p:sp>
        <p:nvSpPr>
          <p:cNvPr id="102" name="!!cobertura:512123c4a7"/>
          <p:cNvSpPr/>
          <p:nvPr/>
        </p:nvSpPr>
        <p:spPr>
          <a:xfrm>
            <a:off x="8518525" y="36861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cobertura:cf0410a464"/>
          <p:cNvSpPr txBox="1"/>
          <p:nvPr/>
        </p:nvSpPr>
        <p:spPr>
          <a:xfrm>
            <a:off x="8496300" y="37679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FEA10</a:t>
            </a:r>
          </a:p>
        </p:txBody>
      </p:sp>
      <p:sp>
        <p:nvSpPr>
          <p:cNvPr id="104" name="!!cobertura:6804bc1c5c"/>
          <p:cNvSpPr/>
          <p:nvPr/>
        </p:nvSpPr>
        <p:spPr>
          <a:xfrm>
            <a:off x="5661025" y="40417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cobertura:94020daac1"/>
          <p:cNvSpPr txBox="1"/>
          <p:nvPr/>
        </p:nvSpPr>
        <p:spPr>
          <a:xfrm>
            <a:off x="5638800" y="41235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FEA11</a:t>
            </a:r>
          </a:p>
        </p:txBody>
      </p:sp>
      <p:sp>
        <p:nvSpPr>
          <p:cNvPr id="106" name="!!cobertura:2ed9e8b933"/>
          <p:cNvSpPr/>
          <p:nvPr/>
        </p:nvSpPr>
        <p:spPr>
          <a:xfrm>
            <a:off x="6232525" y="40417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cobertura:1bdaff5109"/>
          <p:cNvSpPr txBox="1"/>
          <p:nvPr/>
        </p:nvSpPr>
        <p:spPr>
          <a:xfrm>
            <a:off x="6210300" y="41235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FEA12</a:t>
            </a:r>
          </a:p>
        </p:txBody>
      </p:sp>
      <p:sp>
        <p:nvSpPr>
          <p:cNvPr id="108" name="!!cobertura:6bfa0131e1"/>
          <p:cNvSpPr/>
          <p:nvPr/>
        </p:nvSpPr>
        <p:spPr>
          <a:xfrm>
            <a:off x="571500" y="23431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cobertura:da6fecb527"/>
          <p:cNvSpPr txBox="1"/>
          <p:nvPr/>
        </p:nvSpPr>
        <p:spPr>
          <a:xfrm>
            <a:off x="552450" y="24688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FEA13</a:t>
            </a:r>
          </a:p>
        </p:txBody>
      </p:sp>
      <p:sp>
        <p:nvSpPr>
          <p:cNvPr id="110" name="!!cobertura:ec36409284"/>
          <p:cNvSpPr/>
          <p:nvPr/>
        </p:nvSpPr>
        <p:spPr>
          <a:xfrm>
            <a:off x="1358900" y="23431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cobertura:c18d2e09b1"/>
          <p:cNvSpPr txBox="1"/>
          <p:nvPr/>
        </p:nvSpPr>
        <p:spPr>
          <a:xfrm>
            <a:off x="1339850" y="24688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FEA14</a:t>
            </a:r>
          </a:p>
        </p:txBody>
      </p:sp>
      <p:sp>
        <p:nvSpPr>
          <p:cNvPr id="112" name="!!cobertura:7f587a414d"/>
          <p:cNvSpPr/>
          <p:nvPr/>
        </p:nvSpPr>
        <p:spPr>
          <a:xfrm>
            <a:off x="2146300" y="23431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cobertura:6df5ef2d59"/>
          <p:cNvSpPr txBox="1"/>
          <p:nvPr/>
        </p:nvSpPr>
        <p:spPr>
          <a:xfrm>
            <a:off x="2127250" y="24688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FEA15</a:t>
            </a:r>
          </a:p>
        </p:txBody>
      </p:sp>
      <p:sp>
        <p:nvSpPr>
          <p:cNvPr id="114" name="!!cobertura:680dca72be"/>
          <p:cNvSpPr/>
          <p:nvPr/>
        </p:nvSpPr>
        <p:spPr>
          <a:xfrm>
            <a:off x="2933700" y="23431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cobertura:6085321bf3"/>
          <p:cNvSpPr txBox="1"/>
          <p:nvPr/>
        </p:nvSpPr>
        <p:spPr>
          <a:xfrm>
            <a:off x="2914650" y="24688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FEA16</a:t>
            </a:r>
          </a:p>
        </p:txBody>
      </p:sp>
      <p:sp>
        <p:nvSpPr>
          <p:cNvPr id="116" name="!!cobertura:694633206a"/>
          <p:cNvSpPr/>
          <p:nvPr/>
        </p:nvSpPr>
        <p:spPr>
          <a:xfrm>
            <a:off x="3721100" y="23431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cobertura:4daf06a7dd"/>
          <p:cNvSpPr txBox="1"/>
          <p:nvPr/>
        </p:nvSpPr>
        <p:spPr>
          <a:xfrm>
            <a:off x="3702050" y="24688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FEA17</a:t>
            </a:r>
          </a:p>
        </p:txBody>
      </p:sp>
      <p:sp>
        <p:nvSpPr>
          <p:cNvPr id="118" name="!!cobertura:07ed8aa2e6"/>
          <p:cNvSpPr/>
          <p:nvPr/>
        </p:nvSpPr>
        <p:spPr>
          <a:xfrm>
            <a:off x="4508500" y="23431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cobertura:1d132106a4"/>
          <p:cNvSpPr txBox="1"/>
          <p:nvPr/>
        </p:nvSpPr>
        <p:spPr>
          <a:xfrm>
            <a:off x="4489450" y="24688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FEA18</a:t>
            </a:r>
          </a:p>
        </p:txBody>
      </p:sp>
      <p:sp>
        <p:nvSpPr>
          <p:cNvPr id="120" name="!!cobertura:6446faa04f"/>
          <p:cNvSpPr/>
          <p:nvPr/>
        </p:nvSpPr>
        <p:spPr>
          <a:xfrm>
            <a:off x="6804025" y="40417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cobertura:98241098bd"/>
          <p:cNvSpPr txBox="1"/>
          <p:nvPr/>
        </p:nvSpPr>
        <p:spPr>
          <a:xfrm>
            <a:off x="6781800" y="41235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FEA19</a:t>
            </a:r>
          </a:p>
        </p:txBody>
      </p:sp>
      <p:sp>
        <p:nvSpPr>
          <p:cNvPr id="122" name="!!cobertura:8e13b15e06"/>
          <p:cNvSpPr/>
          <p:nvPr/>
        </p:nvSpPr>
        <p:spPr>
          <a:xfrm>
            <a:off x="7375525" y="40417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cobertura:c5b1a883d3"/>
          <p:cNvSpPr txBox="1"/>
          <p:nvPr/>
        </p:nvSpPr>
        <p:spPr>
          <a:xfrm>
            <a:off x="7353300" y="41235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FEA20</a:t>
            </a:r>
          </a:p>
        </p:txBody>
      </p:sp>
      <p:sp>
        <p:nvSpPr>
          <p:cNvPr id="124" name="!!cobertura:226fa67599"/>
          <p:cNvSpPr/>
          <p:nvPr/>
        </p:nvSpPr>
        <p:spPr>
          <a:xfrm>
            <a:off x="90900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cobertura:6992f635b4"/>
          <p:cNvSpPr txBox="1"/>
          <p:nvPr/>
        </p:nvSpPr>
        <p:spPr>
          <a:xfrm>
            <a:off x="90678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FEA21</a:t>
            </a:r>
          </a:p>
        </p:txBody>
      </p:sp>
      <p:sp>
        <p:nvSpPr>
          <p:cNvPr id="126" name="!!cobertura:796def4319"/>
          <p:cNvSpPr/>
          <p:nvPr/>
        </p:nvSpPr>
        <p:spPr>
          <a:xfrm>
            <a:off x="96615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cobertura:7a7d1cd9a4"/>
          <p:cNvSpPr txBox="1"/>
          <p:nvPr/>
        </p:nvSpPr>
        <p:spPr>
          <a:xfrm>
            <a:off x="96393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FEA22</a:t>
            </a:r>
          </a:p>
        </p:txBody>
      </p:sp>
      <p:sp>
        <p:nvSpPr>
          <p:cNvPr id="128" name="!!cobertura:2388de6a98"/>
          <p:cNvSpPr/>
          <p:nvPr/>
        </p:nvSpPr>
        <p:spPr>
          <a:xfrm>
            <a:off x="10233025" y="2695575"/>
            <a:ext cx="501650" cy="285750"/>
          </a:xfrm>
          <a:prstGeom prst="roundRect">
            <a:avLst>
              <a:gd name="adj" fmla="val 18888"/>
            </a:avLst>
          </a:prstGeom>
          <a:solidFill>
            <a:srgbClr val="F6F8FC">
              <a:alpha val="62000"/>
            </a:srgbClr>
          </a:solidFill>
          <a:ln w="6350">
            <a:solidFill>
              <a:srgbClr val="DCE3EE">
                <a:alpha val="6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cobertura:f84134302d"/>
          <p:cNvSpPr txBox="1"/>
          <p:nvPr/>
        </p:nvSpPr>
        <p:spPr>
          <a:xfrm>
            <a:off x="10210800" y="27773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5B6575">
                    <a:alpha val="62000"/>
                  </a:srgbClr>
                </a:solidFill>
                <a:latin typeface="Calibri"/>
              </a:rPr>
              <a:t>FEA23</a:t>
            </a:r>
          </a:p>
        </p:txBody>
      </p:sp>
      <p:sp>
        <p:nvSpPr>
          <p:cNvPr id="130" name="!!cobertura:22a6a0d394"/>
          <p:cNvSpPr/>
          <p:nvPr/>
        </p:nvSpPr>
        <p:spPr>
          <a:xfrm>
            <a:off x="7947025" y="40417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cobertura:0d3d50d613"/>
          <p:cNvSpPr txBox="1"/>
          <p:nvPr/>
        </p:nvSpPr>
        <p:spPr>
          <a:xfrm>
            <a:off x="7924800" y="41235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FEA24</a:t>
            </a:r>
          </a:p>
        </p:txBody>
      </p:sp>
      <p:sp>
        <p:nvSpPr>
          <p:cNvPr id="132" name="!!cobertura:1084ca335d"/>
          <p:cNvSpPr/>
          <p:nvPr/>
        </p:nvSpPr>
        <p:spPr>
          <a:xfrm>
            <a:off x="8518525" y="4041775"/>
            <a:ext cx="501650" cy="285750"/>
          </a:xfrm>
          <a:prstGeom prst="roundRect">
            <a:avLst>
              <a:gd name="adj" fmla="val 18888"/>
            </a:avLst>
          </a:prstGeom>
          <a:solidFill>
            <a:srgbClr val="E8F1FA"/>
          </a:solidFill>
          <a:ln w="6350">
            <a:solidFill>
              <a:srgbClr val="1F77B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cobertura:b881b544f0"/>
          <p:cNvSpPr txBox="1"/>
          <p:nvPr/>
        </p:nvSpPr>
        <p:spPr>
          <a:xfrm>
            <a:off x="8496300" y="4123500"/>
            <a:ext cx="546100" cy="139700"/>
          </a:xfrm>
          <a:prstGeom prst="rect">
            <a:avLst/>
          </a:prstGeom>
          <a:noFill/>
        </p:spPr>
        <p:txBody>
          <a:bodyPr wrap="square" lIns="0" rIns="0" tIns="0" bIns="0" anchor="t"/>
          <a:lstStyle/>
          <a:p>
            <a:pPr algn="ctr">
              <a:lnSpc>
                <a:spcPts val="1100"/>
              </a:lnSpc>
              <a:spcBef>
                <a:spcPts val="0"/>
              </a:spcBef>
              <a:spcAft>
                <a:spcPts val="0"/>
              </a:spcAft>
            </a:pPr>
            <a:r>
              <a:rPr sz="1100" b="1" i="0" spc="-11">
                <a:solidFill>
                  <a:srgbClr val="1F77B4"/>
                </a:solidFill>
                <a:latin typeface="Calibri"/>
              </a:rPr>
              <a:t>FEA25</a:t>
            </a:r>
          </a:p>
        </p:txBody>
      </p:sp>
      <p:sp>
        <p:nvSpPr>
          <p:cNvPr id="134" name="!!cobertura:c759124342"/>
          <p:cNvSpPr/>
          <p:nvPr/>
        </p:nvSpPr>
        <p:spPr>
          <a:xfrm>
            <a:off x="571500" y="28257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cobertura:c9976e27ed"/>
          <p:cNvSpPr txBox="1"/>
          <p:nvPr/>
        </p:nvSpPr>
        <p:spPr>
          <a:xfrm>
            <a:off x="552450" y="29514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FEA26</a:t>
            </a:r>
          </a:p>
        </p:txBody>
      </p:sp>
      <p:sp>
        <p:nvSpPr>
          <p:cNvPr id="136" name="!!cobertura:50b04d4b00"/>
          <p:cNvSpPr/>
          <p:nvPr/>
        </p:nvSpPr>
        <p:spPr>
          <a:xfrm>
            <a:off x="1358900" y="28257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cobertura:49046934eb"/>
          <p:cNvSpPr txBox="1"/>
          <p:nvPr/>
        </p:nvSpPr>
        <p:spPr>
          <a:xfrm>
            <a:off x="1339850" y="29514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FEA27</a:t>
            </a:r>
          </a:p>
        </p:txBody>
      </p:sp>
      <p:sp>
        <p:nvSpPr>
          <p:cNvPr id="138" name="!!cobertura:d1806b6dd8"/>
          <p:cNvSpPr/>
          <p:nvPr/>
        </p:nvSpPr>
        <p:spPr>
          <a:xfrm>
            <a:off x="2146300" y="28257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cobertura:c0d3618666"/>
          <p:cNvSpPr txBox="1"/>
          <p:nvPr/>
        </p:nvSpPr>
        <p:spPr>
          <a:xfrm>
            <a:off x="2127250" y="29514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FEA28</a:t>
            </a:r>
          </a:p>
        </p:txBody>
      </p:sp>
      <p:sp>
        <p:nvSpPr>
          <p:cNvPr id="140" name="!!cobertura:43519cd6bf"/>
          <p:cNvSpPr/>
          <p:nvPr/>
        </p:nvSpPr>
        <p:spPr>
          <a:xfrm>
            <a:off x="2933700" y="28257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cobertura:06b11d05cb"/>
          <p:cNvSpPr txBox="1"/>
          <p:nvPr/>
        </p:nvSpPr>
        <p:spPr>
          <a:xfrm>
            <a:off x="2914650" y="29514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FEA29</a:t>
            </a:r>
          </a:p>
        </p:txBody>
      </p:sp>
      <p:sp>
        <p:nvSpPr>
          <p:cNvPr id="142" name="!!cobertura:7c5e02aba5"/>
          <p:cNvSpPr/>
          <p:nvPr/>
        </p:nvSpPr>
        <p:spPr>
          <a:xfrm>
            <a:off x="3721100" y="28257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cobertura:4dcc6562b0"/>
          <p:cNvSpPr txBox="1"/>
          <p:nvPr/>
        </p:nvSpPr>
        <p:spPr>
          <a:xfrm>
            <a:off x="3702050" y="29514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FEA30</a:t>
            </a:r>
          </a:p>
        </p:txBody>
      </p:sp>
      <p:sp>
        <p:nvSpPr>
          <p:cNvPr id="144" name="!!cobertura:c2328380b6"/>
          <p:cNvSpPr/>
          <p:nvPr/>
        </p:nvSpPr>
        <p:spPr>
          <a:xfrm>
            <a:off x="4508500" y="28257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cobertura:377e37d68f"/>
          <p:cNvSpPr txBox="1"/>
          <p:nvPr/>
        </p:nvSpPr>
        <p:spPr>
          <a:xfrm>
            <a:off x="4489450" y="29514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FEA31</a:t>
            </a:r>
          </a:p>
        </p:txBody>
      </p:sp>
      <p:sp>
        <p:nvSpPr>
          <p:cNvPr id="146" name="!!cobertura:4d69cca999"/>
          <p:cNvSpPr/>
          <p:nvPr/>
        </p:nvSpPr>
        <p:spPr>
          <a:xfrm>
            <a:off x="571500" y="33083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cobertura:e2a9d7179e"/>
          <p:cNvSpPr txBox="1"/>
          <p:nvPr/>
        </p:nvSpPr>
        <p:spPr>
          <a:xfrm>
            <a:off x="552450" y="34340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FEA32</a:t>
            </a:r>
          </a:p>
        </p:txBody>
      </p:sp>
      <p:sp>
        <p:nvSpPr>
          <p:cNvPr id="148" name="!!cobertura:5f095ebd92"/>
          <p:cNvSpPr/>
          <p:nvPr/>
        </p:nvSpPr>
        <p:spPr>
          <a:xfrm>
            <a:off x="1358900" y="33083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cobertura:c4f5ac6ac2"/>
          <p:cNvSpPr txBox="1"/>
          <p:nvPr/>
        </p:nvSpPr>
        <p:spPr>
          <a:xfrm>
            <a:off x="1339850" y="34340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FEA33</a:t>
            </a:r>
          </a:p>
        </p:txBody>
      </p:sp>
      <p:sp>
        <p:nvSpPr>
          <p:cNvPr id="150" name="!!cobertura:49f06da79e"/>
          <p:cNvSpPr/>
          <p:nvPr/>
        </p:nvSpPr>
        <p:spPr>
          <a:xfrm>
            <a:off x="2146300" y="3308350"/>
            <a:ext cx="698500" cy="393700"/>
          </a:xfrm>
          <a:prstGeom prst="roundRect">
            <a:avLst>
              <a:gd name="adj" fmla="val 12903"/>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cobertura:38a8dd8105"/>
          <p:cNvSpPr txBox="1"/>
          <p:nvPr/>
        </p:nvSpPr>
        <p:spPr>
          <a:xfrm>
            <a:off x="2127250" y="3434048"/>
            <a:ext cx="736600" cy="171450"/>
          </a:xfrm>
          <a:prstGeom prst="rect">
            <a:avLst/>
          </a:prstGeom>
          <a:noFill/>
        </p:spPr>
        <p:txBody>
          <a:bodyPr wrap="square" lIns="0" rIns="0" tIns="0" bIns="0" anchor="t"/>
          <a:lstStyle/>
          <a:p>
            <a:pPr algn="ctr">
              <a:lnSpc>
                <a:spcPts val="1350"/>
              </a:lnSpc>
              <a:spcBef>
                <a:spcPts val="0"/>
              </a:spcBef>
              <a:spcAft>
                <a:spcPts val="0"/>
              </a:spcAft>
            </a:pPr>
            <a:r>
              <a:rPr sz="1350" b="1" i="0" spc="-14">
                <a:solidFill>
                  <a:srgbClr val="FFFFFF"/>
                </a:solidFill>
                <a:latin typeface="Calibri"/>
              </a:rPr>
              <a:t>FEA34</a:t>
            </a:r>
          </a:p>
        </p:txBody>
      </p:sp>
      <p:sp>
        <p:nvSpPr>
          <p:cNvPr id="152" name="!!cobertura:8631258389"/>
          <p:cNvSpPr txBox="1"/>
          <p:nvPr/>
        </p:nvSpPr>
        <p:spPr>
          <a:xfrm>
            <a:off x="565150" y="4860639"/>
            <a:ext cx="11282934"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5B6575"/>
                </a:solidFill>
                <a:latin typeface="Calibri"/>
              </a:rPr>
              <a:t>Pérez-Santiago y Campos [3, pp. 1162–1163]: 67 expertos de la industria y de la academia; ítems traducidos por el autor</a:t>
            </a:r>
          </a:p>
        </p:txBody>
      </p:sp>
      <p:sp>
        <p:nvSpPr>
          <p:cNvPr id="153" name="!!cobertura:96226b55d5"/>
          <p:cNvSpPr/>
          <p:nvPr/>
        </p:nvSpPr>
        <p:spPr>
          <a:xfrm>
            <a:off x="565150" y="5626100"/>
            <a:ext cx="11061700" cy="445516"/>
          </a:xfrm>
          <a:prstGeom prst="roundRect">
            <a:avLst>
              <a:gd name="adj" fmla="val 19954"/>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cobertura:96226b55d5·2"/>
          <p:cNvSpPr/>
          <p:nvPr/>
        </p:nvSpPr>
        <p:spPr>
          <a:xfrm>
            <a:off x="565150" y="5626100"/>
            <a:ext cx="50800" cy="44551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cobertura:0b39a32314"/>
          <p:cNvSpPr txBox="1"/>
          <p:nvPr/>
        </p:nvSpPr>
        <p:spPr>
          <a:xfrm>
            <a:off x="781050" y="5717233"/>
            <a:ext cx="235522" cy="267716"/>
          </a:xfrm>
          <a:prstGeom prst="rect">
            <a:avLst/>
          </a:prstGeom>
          <a:noFill/>
        </p:spPr>
        <p:txBody>
          <a:bodyPr wrap="square" lIns="0" rIns="0" tIns="0" bIns="0" anchor="t"/>
          <a:lstStyle/>
          <a:p>
            <a:pPr algn="l">
              <a:lnSpc>
                <a:spcPts val="2108"/>
              </a:lnSpc>
              <a:spcBef>
                <a:spcPts val="0"/>
              </a:spcBef>
              <a:spcAft>
                <a:spcPts val="0"/>
              </a:spcAft>
            </a:pPr>
            <a:r>
              <a:rPr sz="1700" b="1" i="0">
                <a:solidFill>
                  <a:srgbClr val="E8741A"/>
                </a:solidFill>
                <a:latin typeface="Calibri"/>
              </a:rPr>
              <a:t>◆</a:t>
            </a:r>
          </a:p>
        </p:txBody>
      </p:sp>
      <p:sp>
        <p:nvSpPr>
          <p:cNvPr id="156" name="!!cobertura:cc5452df56"/>
          <p:cNvSpPr txBox="1"/>
          <p:nvPr/>
        </p:nvSpPr>
        <p:spPr>
          <a:xfrm>
            <a:off x="1092772" y="5726219"/>
            <a:ext cx="10252266" cy="251968"/>
          </a:xfrm>
          <a:prstGeom prst="rect">
            <a:avLst/>
          </a:prstGeom>
          <a:noFill/>
        </p:spPr>
        <p:txBody>
          <a:bodyPr wrap="square" lIns="0" rIns="0" tIns="0" bIns="0" anchor="t"/>
          <a:lstStyle/>
          <a:p>
            <a:pPr algn="l">
              <a:lnSpc>
                <a:spcPts val="1984"/>
              </a:lnSpc>
              <a:spcBef>
                <a:spcPts val="0"/>
              </a:spcBef>
              <a:spcAft>
                <a:spcPts val="0"/>
              </a:spcAft>
            </a:pPr>
            <a:r>
              <a:rPr sz="1600" b="1" i="0">
                <a:solidFill>
                  <a:srgbClr val="1B2A4A"/>
                </a:solidFill>
                <a:latin typeface="Calibri"/>
              </a:rPr>
              <a:t>Prueba</a:t>
            </a:r>
            <a:r>
              <a:rPr sz="1600" b="1" i="0">
                <a:solidFill>
                  <a:srgbClr val="C9620F"/>
                </a:solidFill>
                <a:latin typeface="Calibri"/>
              </a:rPr>
              <a:t> cobertura</a:t>
            </a:r>
            <a:r>
              <a:rPr sz="1600" b="1" i="0">
                <a:solidFill>
                  <a:srgbClr val="1B2A4A"/>
                </a:solidFill>
                <a:latin typeface="Calibri"/>
              </a:rPr>
              <a:t>, no suficiencia ni efecto sobre quien lo usa. El cotejo es del autor, con una</a:t>
            </a:r>
            <a:r>
              <a:rPr sz="1600" b="1" i="0">
                <a:solidFill>
                  <a:srgbClr val="C9620F"/>
                </a:solidFill>
                <a:latin typeface="Calibri"/>
              </a:rPr>
              <a:t> regla de marcado explícita</a:t>
            </a:r>
            <a:r>
              <a:rPr sz="1600" b="1" i="0">
                <a:solidFill>
                  <a:srgbClr val="1B2A4A"/>
                </a:solidFill>
                <a:latin typeface="Calibri"/>
              </a:rPr>
              <a:t>.</a:t>
            </a:r>
          </a:p>
        </p:txBody>
      </p:sp>
      <p:sp>
        <p:nvSpPr>
          <p:cNvPr id="157" name="!!cobertura:e361edd1e4"/>
          <p:cNvSpPr/>
          <p:nvPr/>
        </p:nvSpPr>
        <p:spPr>
          <a:xfrm>
            <a:off x="568325" y="1273175"/>
            <a:ext cx="3579241" cy="2355850"/>
          </a:xfrm>
          <a:prstGeom prst="roundRect">
            <a:avLst>
              <a:gd name="adj" fmla="val 417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8" name="!!cobertura:fe3e034f38" descr="3ff0c443f6d91152.png"/>
          <p:cNvPicPr>
            <a:picLocks noChangeAspect="1"/>
          </p:cNvPicPr>
          <p:nvPr/>
        </p:nvPicPr>
        <p:blipFill>
          <a:blip r:embed="rId2"/>
          <a:stretch>
            <a:fillRect/>
          </a:stretch>
        </p:blipFill>
        <p:spPr>
          <a:xfrm>
            <a:off x="762000" y="1441450"/>
            <a:ext cx="393700" cy="393700"/>
          </a:xfrm>
          <a:prstGeom prst="rect">
            <a:avLst/>
          </a:prstGeom>
        </p:spPr>
      </p:pic>
      <p:sp>
        <p:nvSpPr>
          <p:cNvPr id="159" name="!!cobertura:cba529b095"/>
          <p:cNvSpPr txBox="1"/>
          <p:nvPr/>
        </p:nvSpPr>
        <p:spPr>
          <a:xfrm>
            <a:off x="762000" y="1938614"/>
            <a:ext cx="359791" cy="707136"/>
          </a:xfrm>
          <a:prstGeom prst="rect">
            <a:avLst/>
          </a:prstGeom>
          <a:noFill/>
        </p:spPr>
        <p:txBody>
          <a:bodyPr wrap="square" lIns="0" rIns="0" tIns="0" bIns="0" anchor="t"/>
          <a:lstStyle/>
          <a:p>
            <a:pPr algn="l">
              <a:lnSpc>
                <a:spcPts val="5568"/>
              </a:lnSpc>
              <a:spcBef>
                <a:spcPts val="0"/>
              </a:spcBef>
              <a:spcAft>
                <a:spcPts val="0"/>
              </a:spcAft>
            </a:pPr>
            <a:r>
              <a:rPr sz="4800" b="1" i="0">
                <a:solidFill>
                  <a:srgbClr val="6F42C1"/>
                </a:solidFill>
                <a:latin typeface="Calibri"/>
              </a:rPr>
              <a:t>7</a:t>
            </a:r>
          </a:p>
        </p:txBody>
      </p:sp>
      <p:sp>
        <p:nvSpPr>
          <p:cNvPr id="160" name="!!cobertura:89cf6e6609"/>
          <p:cNvSpPr txBox="1"/>
          <p:nvPr/>
        </p:nvSpPr>
        <p:spPr>
          <a:xfrm>
            <a:off x="1147191" y="2287460"/>
            <a:ext cx="478663"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3F4A5A"/>
                </a:solidFill>
                <a:latin typeface="Calibri"/>
              </a:rPr>
              <a:t>de 7</a:t>
            </a:r>
          </a:p>
        </p:txBody>
      </p:sp>
      <p:sp>
        <p:nvSpPr>
          <p:cNvPr id="161" name="!!cobertura:504bada63d"/>
          <p:cNvSpPr txBox="1"/>
          <p:nvPr/>
        </p:nvSpPr>
        <p:spPr>
          <a:xfrm>
            <a:off x="762000" y="2688402"/>
            <a:ext cx="2521776" cy="247904"/>
          </a:xfrm>
          <a:prstGeom prst="rect">
            <a:avLst/>
          </a:prstGeom>
          <a:noFill/>
        </p:spPr>
        <p:txBody>
          <a:bodyPr wrap="square" lIns="0" rIns="0" tIns="0" bIns="0" anchor="t"/>
          <a:lstStyle/>
          <a:p>
            <a:pPr algn="l">
              <a:lnSpc>
                <a:spcPts val="1952"/>
              </a:lnSpc>
              <a:spcBef>
                <a:spcPts val="0"/>
              </a:spcBef>
              <a:spcAft>
                <a:spcPts val="0"/>
              </a:spcAft>
            </a:pPr>
            <a:r>
              <a:rPr sz="1600" b="0" i="0">
                <a:solidFill>
                  <a:srgbClr val="3F4A5A"/>
                </a:solidFill>
                <a:latin typeface="Calibri"/>
              </a:rPr>
              <a:t>etapas con</a:t>
            </a:r>
            <a:r>
              <a:rPr sz="1600" b="1" i="0">
                <a:solidFill>
                  <a:srgbClr val="1B2A4A"/>
                </a:solidFill>
                <a:latin typeface="Calibri"/>
              </a:rPr>
              <a:t> módulo educativo</a:t>
            </a:r>
          </a:p>
        </p:txBody>
      </p:sp>
      <p:sp>
        <p:nvSpPr>
          <p:cNvPr id="162" name="!!cobertura:b45379cda1"/>
          <p:cNvSpPr txBox="1"/>
          <p:nvPr/>
        </p:nvSpPr>
        <p:spPr>
          <a:xfrm>
            <a:off x="762000" y="2995866"/>
            <a:ext cx="654240"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5B6575"/>
                </a:solidFill>
                <a:latin typeface="Calibri"/>
              </a:rPr>
              <a:t>M1 a M7</a:t>
            </a:r>
          </a:p>
        </p:txBody>
      </p:sp>
      <p:sp>
        <p:nvSpPr>
          <p:cNvPr id="163" name="!!cobertura:ebf864e9aa"/>
          <p:cNvSpPr/>
          <p:nvPr/>
        </p:nvSpPr>
        <p:spPr>
          <a:xfrm>
            <a:off x="3725291" y="1403350"/>
            <a:ext cx="292100" cy="2921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cobertura:73a0927c3a"/>
          <p:cNvSpPr txBox="1"/>
          <p:nvPr/>
        </p:nvSpPr>
        <p:spPr>
          <a:xfrm>
            <a:off x="3809428" y="1480884"/>
            <a:ext cx="174498"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FFFFFF"/>
                </a:solidFill>
                <a:latin typeface="Calibri"/>
              </a:rPr>
              <a:t>✓</a:t>
            </a:r>
          </a:p>
        </p:txBody>
      </p:sp>
      <p:sp>
        <p:nvSpPr>
          <p:cNvPr id="165" name="!!cobertura:49de85e447"/>
          <p:cNvSpPr/>
          <p:nvPr/>
        </p:nvSpPr>
        <p:spPr>
          <a:xfrm>
            <a:off x="4306316" y="1273175"/>
            <a:ext cx="3579304" cy="2355850"/>
          </a:xfrm>
          <a:prstGeom prst="roundRect">
            <a:avLst>
              <a:gd name="adj" fmla="val 417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6" name="!!cobertura:19fd9bdc8c" descr="47880cdd976e0078.png"/>
          <p:cNvPicPr>
            <a:picLocks noChangeAspect="1"/>
          </p:cNvPicPr>
          <p:nvPr/>
        </p:nvPicPr>
        <p:blipFill>
          <a:blip r:embed="rId3"/>
          <a:stretch>
            <a:fillRect/>
          </a:stretch>
        </p:blipFill>
        <p:spPr>
          <a:xfrm>
            <a:off x="4495800" y="1441450"/>
            <a:ext cx="400050" cy="393700"/>
          </a:xfrm>
          <a:prstGeom prst="rect">
            <a:avLst/>
          </a:prstGeom>
        </p:spPr>
      </p:pic>
      <p:sp>
        <p:nvSpPr>
          <p:cNvPr id="167" name="!!cobertura:9d3014d8f1"/>
          <p:cNvSpPr txBox="1"/>
          <p:nvPr/>
        </p:nvSpPr>
        <p:spPr>
          <a:xfrm>
            <a:off x="4499991" y="1938614"/>
            <a:ext cx="359791" cy="707136"/>
          </a:xfrm>
          <a:prstGeom prst="rect">
            <a:avLst/>
          </a:prstGeom>
          <a:noFill/>
        </p:spPr>
        <p:txBody>
          <a:bodyPr wrap="square" lIns="0" rIns="0" tIns="0" bIns="0" anchor="t"/>
          <a:lstStyle/>
          <a:p>
            <a:pPr algn="l">
              <a:lnSpc>
                <a:spcPts val="5568"/>
              </a:lnSpc>
              <a:spcBef>
                <a:spcPts val="0"/>
              </a:spcBef>
              <a:spcAft>
                <a:spcPts val="0"/>
              </a:spcAft>
            </a:pPr>
            <a:r>
              <a:rPr sz="4800" b="1" i="0">
                <a:solidFill>
                  <a:srgbClr val="6F42C1"/>
                </a:solidFill>
                <a:latin typeface="Calibri"/>
              </a:rPr>
              <a:t>9</a:t>
            </a:r>
          </a:p>
        </p:txBody>
      </p:sp>
      <p:sp>
        <p:nvSpPr>
          <p:cNvPr id="168" name="!!cobertura:dc7c3cda52"/>
          <p:cNvSpPr txBox="1"/>
          <p:nvPr/>
        </p:nvSpPr>
        <p:spPr>
          <a:xfrm>
            <a:off x="4885118" y="2287460"/>
            <a:ext cx="478663"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3F4A5A"/>
                </a:solidFill>
                <a:latin typeface="Calibri"/>
              </a:rPr>
              <a:t>de 9</a:t>
            </a:r>
          </a:p>
        </p:txBody>
      </p:sp>
      <p:sp>
        <p:nvSpPr>
          <p:cNvPr id="169" name="!!cobertura:7c0cbebe36"/>
          <p:cNvSpPr txBox="1"/>
          <p:nvPr/>
        </p:nvSpPr>
        <p:spPr>
          <a:xfrm>
            <a:off x="4499991" y="2688402"/>
            <a:ext cx="3255836" cy="495808"/>
          </a:xfrm>
          <a:prstGeom prst="rect">
            <a:avLst/>
          </a:prstGeom>
          <a:noFill/>
        </p:spPr>
        <p:txBody>
          <a:bodyPr wrap="square" lIns="0" rIns="0" tIns="0" bIns="0" anchor="t"/>
          <a:lstStyle/>
          <a:p>
            <a:pPr algn="l">
              <a:lnSpc>
                <a:spcPts val="1952"/>
              </a:lnSpc>
              <a:spcBef>
                <a:spcPts val="0"/>
              </a:spcBef>
              <a:spcAft>
                <a:spcPts val="0"/>
              </a:spcAft>
            </a:pPr>
            <a:r>
              <a:rPr sz="1600" b="0" i="0">
                <a:solidFill>
                  <a:srgbClr val="3F4A5A"/>
                </a:solidFill>
                <a:latin typeface="Calibri"/>
              </a:rPr>
              <a:t>etapas desarrolladas en la</a:t>
            </a:r>
            <a:r>
              <a:rPr sz="1600" b="1" i="0">
                <a:solidFill>
                  <a:srgbClr val="1B2A4A"/>
                </a:solidFill>
                <a:latin typeface="Calibri"/>
              </a:rPr>
              <a:t> memoria</a:t>
            </a:r>
            <a:br/>
            <a:r>
              <a:rPr sz="1600" b="1" i="0">
                <a:solidFill>
                  <a:srgbClr val="1B2A4A"/>
                </a:solidFill>
                <a:latin typeface="Calibri"/>
              </a:rPr>
              <a:t>de cálculo</a:t>
            </a:r>
          </a:p>
        </p:txBody>
      </p:sp>
      <p:sp>
        <p:nvSpPr>
          <p:cNvPr id="170" name="!!cobertura:2b9b60b504"/>
          <p:cNvSpPr/>
          <p:nvPr/>
        </p:nvSpPr>
        <p:spPr>
          <a:xfrm>
            <a:off x="7463346" y="1403350"/>
            <a:ext cx="292100" cy="2921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cobertura:91318f2e27"/>
          <p:cNvSpPr txBox="1"/>
          <p:nvPr/>
        </p:nvSpPr>
        <p:spPr>
          <a:xfrm>
            <a:off x="7547483" y="1480884"/>
            <a:ext cx="174498"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FFFFFF"/>
                </a:solidFill>
                <a:latin typeface="Calibri"/>
              </a:rPr>
              <a:t>✓</a:t>
            </a:r>
          </a:p>
        </p:txBody>
      </p:sp>
      <p:sp>
        <p:nvSpPr>
          <p:cNvPr id="172" name="!!cobertura:565199101a"/>
          <p:cNvSpPr/>
          <p:nvPr/>
        </p:nvSpPr>
        <p:spPr>
          <a:xfrm>
            <a:off x="8044370" y="1273175"/>
            <a:ext cx="3579304" cy="2355850"/>
          </a:xfrm>
          <a:prstGeom prst="roundRect">
            <a:avLst>
              <a:gd name="adj" fmla="val 417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3" name="!!cobertura:9c2dcfe2ef" descr="e595c3f58844c200.png"/>
          <p:cNvPicPr>
            <a:picLocks noChangeAspect="1"/>
          </p:cNvPicPr>
          <p:nvPr/>
        </p:nvPicPr>
        <p:blipFill>
          <a:blip r:embed="rId4"/>
          <a:stretch>
            <a:fillRect/>
          </a:stretch>
        </p:blipFill>
        <p:spPr>
          <a:xfrm>
            <a:off x="8235950" y="1441450"/>
            <a:ext cx="400050" cy="393700"/>
          </a:xfrm>
          <a:prstGeom prst="rect">
            <a:avLst/>
          </a:prstGeom>
        </p:spPr>
      </p:pic>
      <p:sp>
        <p:nvSpPr>
          <p:cNvPr id="174" name="!!cobertura:5923224ba0"/>
          <p:cNvSpPr txBox="1"/>
          <p:nvPr/>
        </p:nvSpPr>
        <p:spPr>
          <a:xfrm>
            <a:off x="8238046" y="1935061"/>
            <a:ext cx="1317054" cy="497840"/>
          </a:xfrm>
          <a:prstGeom prst="rect">
            <a:avLst/>
          </a:prstGeom>
          <a:noFill/>
        </p:spPr>
        <p:txBody>
          <a:bodyPr wrap="square" lIns="0" rIns="0" tIns="0" bIns="0" anchor="t"/>
          <a:lstStyle/>
          <a:p>
            <a:pPr algn="l">
              <a:lnSpc>
                <a:spcPts val="3920"/>
              </a:lnSpc>
              <a:spcBef>
                <a:spcPts val="0"/>
              </a:spcBef>
              <a:spcAft>
                <a:spcPts val="0"/>
              </a:spcAft>
            </a:pPr>
            <a:r>
              <a:rPr sz="3500" b="1" i="0">
                <a:solidFill>
                  <a:srgbClr val="6F42C1"/>
                </a:solidFill>
                <a:latin typeface="Calibri"/>
              </a:rPr>
              <a:t>Ambas</a:t>
            </a:r>
          </a:p>
        </p:txBody>
      </p:sp>
      <p:sp>
        <p:nvSpPr>
          <p:cNvPr id="175" name="!!cobertura:36b35e509c"/>
          <p:cNvSpPr txBox="1"/>
          <p:nvPr/>
        </p:nvSpPr>
        <p:spPr>
          <a:xfrm>
            <a:off x="8238046" y="2479043"/>
            <a:ext cx="3255836" cy="495808"/>
          </a:xfrm>
          <a:prstGeom prst="rect">
            <a:avLst/>
          </a:prstGeom>
          <a:noFill/>
        </p:spPr>
        <p:txBody>
          <a:bodyPr wrap="square" lIns="0" rIns="0" tIns="0" bIns="0" anchor="t"/>
          <a:lstStyle/>
          <a:p>
            <a:pPr algn="l">
              <a:lnSpc>
                <a:spcPts val="1952"/>
              </a:lnSpc>
              <a:spcBef>
                <a:spcPts val="0"/>
              </a:spcBef>
              <a:spcAft>
                <a:spcPts val="0"/>
              </a:spcAft>
            </a:pPr>
            <a:r>
              <a:rPr sz="1600" b="1" i="0">
                <a:solidFill>
                  <a:srgbClr val="1B2A4A"/>
                </a:solidFill>
                <a:latin typeface="Calibri"/>
              </a:rPr>
              <a:t>solución y tensiones</a:t>
            </a:r>
            <a:r>
              <a:rPr sz="1600" b="0" i="0">
                <a:solidFill>
                  <a:srgbClr val="3F4A5A"/>
                </a:solidFill>
                <a:latin typeface="Calibri"/>
              </a:rPr>
              <a:t> en el post-</a:t>
            </a:r>
            <a:br/>
            <a:r>
              <a:rPr sz="1600" b="0" i="0">
                <a:solidFill>
                  <a:srgbClr val="3F4A5A"/>
                </a:solidFill>
                <a:latin typeface="Calibri"/>
              </a:rPr>
              <a:t>proceso</a:t>
            </a:r>
          </a:p>
        </p:txBody>
      </p:sp>
      <p:sp>
        <p:nvSpPr>
          <p:cNvPr id="176" name="!!cobertura:38f00defe5"/>
          <p:cNvSpPr txBox="1"/>
          <p:nvPr/>
        </p:nvSpPr>
        <p:spPr>
          <a:xfrm>
            <a:off x="8238046" y="3034348"/>
            <a:ext cx="2012950"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5B6575"/>
                </a:solidFill>
                <a:latin typeface="Calibri"/>
              </a:rPr>
              <a:t>sin promediar y promediadas</a:t>
            </a:r>
          </a:p>
        </p:txBody>
      </p:sp>
      <p:sp>
        <p:nvSpPr>
          <p:cNvPr id="177" name="!!cobertura:b936b5a24a"/>
          <p:cNvSpPr/>
          <p:nvPr/>
        </p:nvSpPr>
        <p:spPr>
          <a:xfrm>
            <a:off x="11201400" y="1403350"/>
            <a:ext cx="292100" cy="2921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cobertura:e6f38c47c7"/>
          <p:cNvSpPr txBox="1"/>
          <p:nvPr/>
        </p:nvSpPr>
        <p:spPr>
          <a:xfrm>
            <a:off x="11285538" y="1480884"/>
            <a:ext cx="174498"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FFFFFF"/>
                </a:solidFill>
                <a:latin typeface="Calibri"/>
              </a:rPr>
              <a:t>✓</a:t>
            </a:r>
          </a:p>
        </p:txBody>
      </p:sp>
      <p:sp>
        <p:nvSpPr>
          <p:cNvPr id="179" name="!!cobertura:165dd3444d"/>
          <p:cNvSpPr/>
          <p:nvPr/>
        </p:nvSpPr>
        <p:spPr>
          <a:xfrm>
            <a:off x="568325" y="3787775"/>
            <a:ext cx="3579241" cy="2355850"/>
          </a:xfrm>
          <a:prstGeom prst="roundRect">
            <a:avLst>
              <a:gd name="adj" fmla="val 417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0" name="!!cobertura:4b78529a2c" descr="aa57e13131d18ed8.png"/>
          <p:cNvPicPr>
            <a:picLocks noChangeAspect="1"/>
          </p:cNvPicPr>
          <p:nvPr/>
        </p:nvPicPr>
        <p:blipFill>
          <a:blip r:embed="rId5"/>
          <a:stretch>
            <a:fillRect/>
          </a:stretch>
        </p:blipFill>
        <p:spPr>
          <a:xfrm>
            <a:off x="762000" y="3956050"/>
            <a:ext cx="393700" cy="393700"/>
          </a:xfrm>
          <a:prstGeom prst="rect">
            <a:avLst/>
          </a:prstGeom>
        </p:spPr>
      </p:pic>
      <p:sp>
        <p:nvSpPr>
          <p:cNvPr id="181" name="!!cobertura:e726b6b622"/>
          <p:cNvSpPr txBox="1"/>
          <p:nvPr/>
        </p:nvSpPr>
        <p:spPr>
          <a:xfrm>
            <a:off x="762000" y="4453214"/>
            <a:ext cx="359791" cy="707136"/>
          </a:xfrm>
          <a:prstGeom prst="rect">
            <a:avLst/>
          </a:prstGeom>
          <a:noFill/>
        </p:spPr>
        <p:txBody>
          <a:bodyPr wrap="square" lIns="0" rIns="0" tIns="0" bIns="0" anchor="t"/>
          <a:lstStyle/>
          <a:p>
            <a:pPr algn="l">
              <a:lnSpc>
                <a:spcPts val="5568"/>
              </a:lnSpc>
              <a:spcBef>
                <a:spcPts val="0"/>
              </a:spcBef>
              <a:spcAft>
                <a:spcPts val="0"/>
              </a:spcAft>
            </a:pPr>
            <a:r>
              <a:rPr sz="4800" b="1" i="0">
                <a:solidFill>
                  <a:srgbClr val="6F42C1"/>
                </a:solidFill>
                <a:latin typeface="Calibri"/>
              </a:rPr>
              <a:t>3</a:t>
            </a:r>
          </a:p>
        </p:txBody>
      </p:sp>
      <p:sp>
        <p:nvSpPr>
          <p:cNvPr id="182" name="!!cobertura:e1d45552f9"/>
          <p:cNvSpPr txBox="1"/>
          <p:nvPr/>
        </p:nvSpPr>
        <p:spPr>
          <a:xfrm>
            <a:off x="1147191" y="4802060"/>
            <a:ext cx="478663"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3F4A5A"/>
                </a:solidFill>
                <a:latin typeface="Calibri"/>
              </a:rPr>
              <a:t>de 3</a:t>
            </a:r>
          </a:p>
        </p:txBody>
      </p:sp>
      <p:sp>
        <p:nvSpPr>
          <p:cNvPr id="183" name="!!cobertura:8fcf31d034"/>
          <p:cNvSpPr txBox="1"/>
          <p:nvPr/>
        </p:nvSpPr>
        <p:spPr>
          <a:xfrm>
            <a:off x="762000" y="5203002"/>
            <a:ext cx="2409317" cy="247904"/>
          </a:xfrm>
          <a:prstGeom prst="rect">
            <a:avLst/>
          </a:prstGeom>
          <a:noFill/>
        </p:spPr>
        <p:txBody>
          <a:bodyPr wrap="square" lIns="0" rIns="0" tIns="0" bIns="0" anchor="t"/>
          <a:lstStyle/>
          <a:p>
            <a:pPr algn="l">
              <a:lnSpc>
                <a:spcPts val="1952"/>
              </a:lnSpc>
              <a:spcBef>
                <a:spcPts val="0"/>
              </a:spcBef>
              <a:spcAft>
                <a:spcPts val="0"/>
              </a:spcAft>
            </a:pPr>
            <a:r>
              <a:rPr sz="1600" b="0" i="0">
                <a:solidFill>
                  <a:srgbClr val="3F4A5A"/>
                </a:solidFill>
                <a:latin typeface="Calibri"/>
              </a:rPr>
              <a:t>fases sobre</a:t>
            </a:r>
            <a:r>
              <a:rPr sz="1600" b="1" i="0">
                <a:solidFill>
                  <a:srgbClr val="1B2A4A"/>
                </a:solidFill>
                <a:latin typeface="Calibri"/>
              </a:rPr>
              <a:t> un mismo lienzo</a:t>
            </a:r>
          </a:p>
        </p:txBody>
      </p:sp>
      <p:sp>
        <p:nvSpPr>
          <p:cNvPr id="184" name="!!cobertura:08e6ecb21b"/>
          <p:cNvSpPr txBox="1"/>
          <p:nvPr/>
        </p:nvSpPr>
        <p:spPr>
          <a:xfrm>
            <a:off x="762000" y="5510466"/>
            <a:ext cx="2358326" cy="206375"/>
          </a:xfrm>
          <a:prstGeom prst="rect">
            <a:avLst/>
          </a:prstGeom>
          <a:noFill/>
        </p:spPr>
        <p:txBody>
          <a:bodyPr wrap="square" lIns="0" rIns="0" tIns="0" bIns="0" anchor="t"/>
          <a:lstStyle/>
          <a:p>
            <a:pPr algn="l">
              <a:lnSpc>
                <a:spcPts val="1625"/>
              </a:lnSpc>
              <a:spcBef>
                <a:spcPts val="0"/>
              </a:spcBef>
              <a:spcAft>
                <a:spcPts val="0"/>
              </a:spcAft>
            </a:pPr>
            <a:r>
              <a:rPr sz="1300" b="0" i="0">
                <a:solidFill>
                  <a:srgbClr val="5B6575"/>
                </a:solidFill>
                <a:latin typeface="Calibri"/>
              </a:rPr>
              <a:t>en los casos que la interfaz admite</a:t>
            </a:r>
          </a:p>
        </p:txBody>
      </p:sp>
      <p:sp>
        <p:nvSpPr>
          <p:cNvPr id="185" name="!!cobertura:ae9b0d9d63"/>
          <p:cNvSpPr/>
          <p:nvPr/>
        </p:nvSpPr>
        <p:spPr>
          <a:xfrm>
            <a:off x="3725291" y="3917950"/>
            <a:ext cx="292100" cy="2921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cobertura:8c7896fe25"/>
          <p:cNvSpPr txBox="1"/>
          <p:nvPr/>
        </p:nvSpPr>
        <p:spPr>
          <a:xfrm>
            <a:off x="3809428" y="3995484"/>
            <a:ext cx="174498"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FFFFFF"/>
                </a:solidFill>
                <a:latin typeface="Calibri"/>
              </a:rPr>
              <a:t>✓</a:t>
            </a:r>
          </a:p>
        </p:txBody>
      </p:sp>
      <p:sp>
        <p:nvSpPr>
          <p:cNvPr id="187" name="!!cobertura:04483b714a"/>
          <p:cNvSpPr/>
          <p:nvPr/>
        </p:nvSpPr>
        <p:spPr>
          <a:xfrm>
            <a:off x="4309491" y="3790950"/>
            <a:ext cx="3572954" cy="2349500"/>
          </a:xfrm>
          <a:prstGeom prst="roundRect">
            <a:avLst>
              <a:gd name="adj" fmla="val 4054"/>
            </a:avLst>
          </a:prstGeom>
          <a:noFill/>
          <a:ln w="1270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8" name="!!cobertura:fcc053136c" descr="ca3ad51893999dcc.png"/>
          <p:cNvPicPr>
            <a:picLocks noChangeAspect="1"/>
          </p:cNvPicPr>
          <p:nvPr/>
        </p:nvPicPr>
        <p:blipFill>
          <a:blip r:embed="rId6"/>
          <a:stretch>
            <a:fillRect/>
          </a:stretch>
        </p:blipFill>
        <p:spPr>
          <a:xfrm>
            <a:off x="4502150" y="3962400"/>
            <a:ext cx="400050" cy="393700"/>
          </a:xfrm>
          <a:prstGeom prst="rect">
            <a:avLst/>
          </a:prstGeom>
        </p:spPr>
      </p:pic>
      <p:sp>
        <p:nvSpPr>
          <p:cNvPr id="189" name="!!cobertura:4b160b9e47"/>
          <p:cNvSpPr txBox="1"/>
          <p:nvPr/>
        </p:nvSpPr>
        <p:spPr>
          <a:xfrm>
            <a:off x="4506341" y="4459564"/>
            <a:ext cx="484505" cy="707136"/>
          </a:xfrm>
          <a:prstGeom prst="rect">
            <a:avLst/>
          </a:prstGeom>
          <a:noFill/>
        </p:spPr>
        <p:txBody>
          <a:bodyPr wrap="square" lIns="0" rIns="0" tIns="0" bIns="0" anchor="t"/>
          <a:lstStyle/>
          <a:p>
            <a:pPr algn="l">
              <a:lnSpc>
                <a:spcPts val="5568"/>
              </a:lnSpc>
              <a:spcBef>
                <a:spcPts val="0"/>
              </a:spcBef>
              <a:spcAft>
                <a:spcPts val="0"/>
              </a:spcAft>
            </a:pPr>
            <a:r>
              <a:rPr sz="4800" b="1" i="0">
                <a:solidFill>
                  <a:srgbClr val="5B6575"/>
                </a:solidFill>
                <a:latin typeface="Calibri"/>
              </a:rPr>
              <a:t>…</a:t>
            </a:r>
          </a:p>
        </p:txBody>
      </p:sp>
      <p:sp>
        <p:nvSpPr>
          <p:cNvPr id="190" name="!!cobertura:782a084107"/>
          <p:cNvSpPr txBox="1"/>
          <p:nvPr/>
        </p:nvSpPr>
        <p:spPr>
          <a:xfrm>
            <a:off x="5016182" y="4808410"/>
            <a:ext cx="600964" cy="241300"/>
          </a:xfrm>
          <a:prstGeom prst="rect">
            <a:avLst/>
          </a:prstGeom>
          <a:noFill/>
        </p:spPr>
        <p:txBody>
          <a:bodyPr wrap="square" lIns="0" rIns="0" tIns="0" bIns="0" anchor="t"/>
          <a:lstStyle/>
          <a:p>
            <a:pPr algn="l">
              <a:lnSpc>
                <a:spcPts val="1900"/>
              </a:lnSpc>
              <a:spcBef>
                <a:spcPts val="0"/>
              </a:spcBef>
              <a:spcAft>
                <a:spcPts val="0"/>
              </a:spcAft>
            </a:pPr>
            <a:r>
              <a:rPr sz="1900" b="1" i="0">
                <a:solidFill>
                  <a:srgbClr val="3F4A5A"/>
                </a:solidFill>
                <a:latin typeface="Calibri"/>
              </a:rPr>
              <a:t>de 18</a:t>
            </a:r>
          </a:p>
        </p:txBody>
      </p:sp>
      <p:sp>
        <p:nvSpPr>
          <p:cNvPr id="191" name="!!cobertura:3fcca6e5d9"/>
          <p:cNvSpPr txBox="1"/>
          <p:nvPr/>
        </p:nvSpPr>
        <p:spPr>
          <a:xfrm>
            <a:off x="4506341" y="5209352"/>
            <a:ext cx="3242882" cy="495808"/>
          </a:xfrm>
          <a:prstGeom prst="rect">
            <a:avLst/>
          </a:prstGeom>
          <a:noFill/>
        </p:spPr>
        <p:txBody>
          <a:bodyPr wrap="square" lIns="0" rIns="0" tIns="0" bIns="0" anchor="t"/>
          <a:lstStyle/>
          <a:p>
            <a:pPr algn="l">
              <a:lnSpc>
                <a:spcPts val="1952"/>
              </a:lnSpc>
              <a:spcBef>
                <a:spcPts val="0"/>
              </a:spcBef>
              <a:spcAft>
                <a:spcPts val="0"/>
              </a:spcAft>
            </a:pPr>
            <a:r>
              <a:rPr sz="1600" b="0" i="0">
                <a:solidFill>
                  <a:srgbClr val="3F4A5A"/>
                </a:solidFill>
                <a:latin typeface="Calibri"/>
              </a:rPr>
              <a:t>contenidos que exige un</a:t>
            </a:r>
            <a:r>
              <a:rPr sz="1600" b="1" i="0">
                <a:solidFill>
                  <a:srgbClr val="1B2A4A"/>
                </a:solidFill>
                <a:latin typeface="Calibri"/>
              </a:rPr>
              <a:t> consenso de</a:t>
            </a:r>
            <a:br/>
            <a:r>
              <a:rPr sz="1600" b="1" i="0">
                <a:solidFill>
                  <a:srgbClr val="1B2A4A"/>
                </a:solidFill>
                <a:latin typeface="Calibri"/>
              </a:rPr>
              <a:t>expertos</a:t>
            </a:r>
            <a:r>
              <a:rPr sz="1600" b="0" i="0">
                <a:solidFill>
                  <a:srgbClr val="3F4A5A"/>
                </a:solidFill>
                <a:latin typeface="Calibri"/>
              </a:rPr>
              <a:t> [3]</a:t>
            </a:r>
          </a:p>
        </p:txBody>
      </p:sp>
      <p:sp>
        <p:nvSpPr>
          <p:cNvPr id="192" name="!!cobertura:ca248470f1"/>
          <p:cNvSpPr/>
          <p:nvPr/>
        </p:nvSpPr>
        <p:spPr>
          <a:xfrm>
            <a:off x="8044370" y="3787775"/>
            <a:ext cx="3579304" cy="2355850"/>
          </a:xfrm>
          <a:prstGeom prst="roundRect">
            <a:avLst>
              <a:gd name="adj" fmla="val 417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3" name="!!cobertura:cd71caad09" descr="444dac239acad3f1.png"/>
          <p:cNvPicPr>
            <a:picLocks noChangeAspect="1"/>
          </p:cNvPicPr>
          <p:nvPr/>
        </p:nvPicPr>
        <p:blipFill>
          <a:blip r:embed="rId7"/>
          <a:stretch>
            <a:fillRect/>
          </a:stretch>
        </p:blipFill>
        <p:spPr>
          <a:xfrm>
            <a:off x="8235950" y="3956050"/>
            <a:ext cx="400050" cy="393700"/>
          </a:xfrm>
          <a:prstGeom prst="rect">
            <a:avLst/>
          </a:prstGeom>
        </p:spPr>
      </p:pic>
      <p:sp>
        <p:nvSpPr>
          <p:cNvPr id="194" name="!!cobertura:920d2d2b12"/>
          <p:cNvSpPr txBox="1"/>
          <p:nvPr/>
        </p:nvSpPr>
        <p:spPr>
          <a:xfrm>
            <a:off x="8238046" y="4449661"/>
            <a:ext cx="2129663" cy="497840"/>
          </a:xfrm>
          <a:prstGeom prst="rect">
            <a:avLst/>
          </a:prstGeom>
          <a:noFill/>
        </p:spPr>
        <p:txBody>
          <a:bodyPr wrap="square" lIns="0" rIns="0" tIns="0" bIns="0" anchor="t"/>
          <a:lstStyle/>
          <a:p>
            <a:pPr algn="l">
              <a:lnSpc>
                <a:spcPts val="3920"/>
              </a:lnSpc>
              <a:spcBef>
                <a:spcPts val="0"/>
              </a:spcBef>
              <a:spcAft>
                <a:spcPts val="0"/>
              </a:spcAft>
            </a:pPr>
            <a:r>
              <a:rPr sz="3500" b="1" i="0">
                <a:solidFill>
                  <a:srgbClr val="6F42C1"/>
                </a:solidFill>
                <a:latin typeface="Calibri"/>
              </a:rPr>
              <a:t>Sin pérdida</a:t>
            </a:r>
          </a:p>
        </p:txBody>
      </p:sp>
      <p:sp>
        <p:nvSpPr>
          <p:cNvPr id="195" name="!!cobertura:49ce7bcb52"/>
          <p:cNvSpPr txBox="1"/>
          <p:nvPr/>
        </p:nvSpPr>
        <p:spPr>
          <a:xfrm>
            <a:off x="8238046" y="4993643"/>
            <a:ext cx="1846834" cy="247904"/>
          </a:xfrm>
          <a:prstGeom prst="rect">
            <a:avLst/>
          </a:prstGeom>
          <a:noFill/>
        </p:spPr>
        <p:txBody>
          <a:bodyPr wrap="square" lIns="0" rIns="0" tIns="0" bIns="0" anchor="t"/>
          <a:lstStyle/>
          <a:p>
            <a:pPr algn="l">
              <a:lnSpc>
                <a:spcPts val="1952"/>
              </a:lnSpc>
              <a:spcBef>
                <a:spcPts val="0"/>
              </a:spcBef>
              <a:spcAft>
                <a:spcPts val="0"/>
              </a:spcAft>
            </a:pPr>
            <a:r>
              <a:rPr sz="1600" b="1" i="0">
                <a:solidFill>
                  <a:srgbClr val="1B2A4A"/>
                </a:solidFill>
                <a:latin typeface="Calibri"/>
              </a:rPr>
              <a:t>intercambio de datos</a:t>
            </a:r>
          </a:p>
        </p:txBody>
      </p:sp>
      <p:sp>
        <p:nvSpPr>
          <p:cNvPr id="196" name="!!cobertura:3f5d3bcf7a"/>
          <p:cNvSpPr txBox="1"/>
          <p:nvPr/>
        </p:nvSpPr>
        <p:spPr>
          <a:xfrm>
            <a:off x="8238046" y="5301107"/>
            <a:ext cx="3255836" cy="412750"/>
          </a:xfrm>
          <a:prstGeom prst="rect">
            <a:avLst/>
          </a:prstGeom>
          <a:noFill/>
        </p:spPr>
        <p:txBody>
          <a:bodyPr wrap="square" lIns="0" rIns="0" tIns="0" bIns="0" anchor="t"/>
          <a:lstStyle/>
          <a:p>
            <a:pPr algn="l">
              <a:lnSpc>
                <a:spcPts val="1625"/>
              </a:lnSpc>
              <a:spcBef>
                <a:spcPts val="0"/>
              </a:spcBef>
              <a:spcAft>
                <a:spcPts val="0"/>
              </a:spcAft>
            </a:pPr>
            <a:r>
              <a:rPr sz="1300" b="0" i="0">
                <a:solidFill>
                  <a:srgbClr val="5B6575"/>
                </a:solidFill>
                <a:latin typeface="Calibri"/>
              </a:rPr>
              <a:t>hoja de cálculo de ida y vuelta · importación</a:t>
            </a:r>
            <a:br/>
            <a:r>
              <a:rPr sz="1300" b="0" i="0">
                <a:solidFill>
                  <a:srgbClr val="5B6575"/>
                </a:solidFill>
                <a:latin typeface="Calibri"/>
              </a:rPr>
              <a:t>CAD repetible · memoria para Q4 y Q9</a:t>
            </a:r>
          </a:p>
        </p:txBody>
      </p:sp>
      <p:sp>
        <p:nvSpPr>
          <p:cNvPr id="197" name="!!cobertura:77ccfcb45f"/>
          <p:cNvSpPr/>
          <p:nvPr/>
        </p:nvSpPr>
        <p:spPr>
          <a:xfrm>
            <a:off x="11201400" y="3917950"/>
            <a:ext cx="292100" cy="2921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cobertura:4a03def508"/>
          <p:cNvSpPr txBox="1"/>
          <p:nvPr/>
        </p:nvSpPr>
        <p:spPr>
          <a:xfrm>
            <a:off x="11285538" y="3995484"/>
            <a:ext cx="174498"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FFFFFF"/>
                </a:solidFill>
                <a:latin typeface="Calibri"/>
              </a:rPr>
              <a:t>✓</a:t>
            </a:r>
          </a:p>
        </p:txBody>
      </p:sp>
      <p:sp>
        <p:nvSpPr>
          <p:cNvPr id="199"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ie-izq"/>
          <p:cNvSpPr txBox="1"/>
          <p:nvPr/>
        </p:nvSpPr>
        <p:spPr>
          <a:xfrm>
            <a:off x="565150" y="6535420"/>
            <a:ext cx="4723765"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02" name="!!pie-cen"/>
          <p:cNvSpPr txBox="1"/>
          <p:nvPr/>
        </p:nvSpPr>
        <p:spPr>
          <a:xfrm>
            <a:off x="5170868" y="6535420"/>
            <a:ext cx="185013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3.3 y § 3.6 · Tablas 3.6 y 3.7</a:t>
            </a:r>
          </a:p>
        </p:txBody>
      </p:sp>
      <p:sp>
        <p:nvSpPr>
          <p:cNvPr id="203" name="!!pie-der"/>
          <p:cNvSpPr txBox="1"/>
          <p:nvPr/>
        </p:nvSpPr>
        <p:spPr>
          <a:xfrm>
            <a:off x="6903021" y="6535420"/>
            <a:ext cx="472382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23</a:t>
            </a:r>
          </a:p>
        </p:txBody>
      </p:sp>
      <p:sp>
        <p:nvSpPr>
          <p:cNvPr id="204" name="!!cobertura:31b8312914">
            <a:hlinkClick action="ppaction://hlinksldjump" r:id="rId8"/>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cobertura:01b7d89d9e">
            <a:hlinkClick action="ppaction://hlinksldjump" r:id="rId9"/>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cobertura:c7d17a55c0">
            <a:hlinkClick action="ppaction://hlinksldjump" r:id="rId10"/>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cobertura:b8453b05cd">
            <a:hlinkClick action="ppaction://hlinksldjump" r:id="rId11"/>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cobertura:36e88799ae">
            <a:hlinkClick action="ppaction://hlinksldjump" r:id="rId12"/>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50"/>
                                  </p:stCondLst>
                                  <p:childTnLst>
                                    <p:set>
                                      <p:cBhvr>
                                        <p:cTn id="6" dur="1" fill="hold">
                                          <p:stCondLst>
                                            <p:cond delay="0"/>
                                          </p:stCondLst>
                                        </p:cTn>
                                        <p:tgtEl>
                                          <p:spTgt spid="157"/>
                                        </p:tgtEl>
                                        <p:attrNameLst>
                                          <p:attrName>style.visibility</p:attrName>
                                        </p:attrNameLst>
                                      </p:cBhvr>
                                      <p:to>
                                        <p:strVal val="visible"/>
                                      </p:to>
                                    </p:set>
                                    <p:anim calcmode="lin" valueType="num">
                                      <p:cBhvr>
                                        <p:cTn id="7" dur="750" fill="hold"/>
                                        <p:tgtEl>
                                          <p:spTgt spid="157"/>
                                        </p:tgtEl>
                                        <p:attrNameLst>
                                          <p:attrName>ppt_w</p:attrName>
                                        </p:attrNameLst>
                                      </p:cBhvr>
                                      <p:tavLst>
                                        <p:tav tm="0">
                                          <p:val>
                                            <p:fltVal val="0"/>
                                          </p:val>
                                        </p:tav>
                                        <p:tav tm="100000">
                                          <p:val>
                                            <p:strVal val="#ppt_w"/>
                                          </p:val>
                                        </p:tav>
                                      </p:tavLst>
                                    </p:anim>
                                    <p:anim calcmode="lin" valueType="num">
                                      <p:cBhvr>
                                        <p:cTn id="8" dur="750" fill="hold"/>
                                        <p:tgtEl>
                                          <p:spTgt spid="157"/>
                                        </p:tgtEl>
                                        <p:attrNameLst>
                                          <p:attrName>ppt_h</p:attrName>
                                        </p:attrNameLst>
                                      </p:cBhvr>
                                      <p:tavLst>
                                        <p:tav tm="0">
                                          <p:val>
                                            <p:fltVal val="0"/>
                                          </p:val>
                                        </p:tav>
                                        <p:tav tm="100000">
                                          <p:val>
                                            <p:strVal val="#ppt_h"/>
                                          </p:val>
                                        </p:tav>
                                      </p:tavLst>
                                    </p:anim>
                                    <p:animEffect transition="in" filter="fade">
                                      <p:cBhvr>
                                        <p:cTn id="9" dur="750"/>
                                        <p:tgtEl>
                                          <p:spTgt spid="157"/>
                                        </p:tgtEl>
                                      </p:cBhvr>
                                    </p:animEffect>
                                  </p:childTnLst>
                                </p:cTn>
                              </p:par>
                              <p:par>
                                <p:cTn id="10" presetID="53" presetClass="entr" presetSubtype="16" fill="hold" nodeType="withEffect">
                                  <p:stCondLst>
                                    <p:cond delay="150"/>
                                  </p:stCondLst>
                                  <p:childTnLst>
                                    <p:set>
                                      <p:cBhvr>
                                        <p:cTn id="11" dur="1" fill="hold">
                                          <p:stCondLst>
                                            <p:cond delay="0"/>
                                          </p:stCondLst>
                                        </p:cTn>
                                        <p:tgtEl>
                                          <p:spTgt spid="158"/>
                                        </p:tgtEl>
                                        <p:attrNameLst>
                                          <p:attrName>style.visibility</p:attrName>
                                        </p:attrNameLst>
                                      </p:cBhvr>
                                      <p:to>
                                        <p:strVal val="visible"/>
                                      </p:to>
                                    </p:set>
                                    <p:anim calcmode="lin" valueType="num">
                                      <p:cBhvr>
                                        <p:cTn id="12" dur="750" fill="hold"/>
                                        <p:tgtEl>
                                          <p:spTgt spid="158"/>
                                        </p:tgtEl>
                                        <p:attrNameLst>
                                          <p:attrName>ppt_w</p:attrName>
                                        </p:attrNameLst>
                                      </p:cBhvr>
                                      <p:tavLst>
                                        <p:tav tm="0">
                                          <p:val>
                                            <p:fltVal val="0"/>
                                          </p:val>
                                        </p:tav>
                                        <p:tav tm="100000">
                                          <p:val>
                                            <p:strVal val="#ppt_w"/>
                                          </p:val>
                                        </p:tav>
                                      </p:tavLst>
                                    </p:anim>
                                    <p:anim calcmode="lin" valueType="num">
                                      <p:cBhvr>
                                        <p:cTn id="13" dur="750" fill="hold"/>
                                        <p:tgtEl>
                                          <p:spTgt spid="158"/>
                                        </p:tgtEl>
                                        <p:attrNameLst>
                                          <p:attrName>ppt_h</p:attrName>
                                        </p:attrNameLst>
                                      </p:cBhvr>
                                      <p:tavLst>
                                        <p:tav tm="0">
                                          <p:val>
                                            <p:fltVal val="0"/>
                                          </p:val>
                                        </p:tav>
                                        <p:tav tm="100000">
                                          <p:val>
                                            <p:strVal val="#ppt_h"/>
                                          </p:val>
                                        </p:tav>
                                      </p:tavLst>
                                    </p:anim>
                                    <p:animEffect transition="in" filter="fade">
                                      <p:cBhvr>
                                        <p:cTn id="14" dur="750"/>
                                        <p:tgtEl>
                                          <p:spTgt spid="158"/>
                                        </p:tgtEl>
                                      </p:cBhvr>
                                    </p:animEffect>
                                  </p:childTnLst>
                                </p:cTn>
                              </p:par>
                              <p:par>
                                <p:cTn id="15" presetID="53" presetClass="entr" presetSubtype="16" fill="hold" grpId="0" nodeType="withEffect">
                                  <p:stCondLst>
                                    <p:cond delay="150"/>
                                  </p:stCondLst>
                                  <p:childTnLst>
                                    <p:set>
                                      <p:cBhvr>
                                        <p:cTn id="16" dur="1" fill="hold">
                                          <p:stCondLst>
                                            <p:cond delay="0"/>
                                          </p:stCondLst>
                                        </p:cTn>
                                        <p:tgtEl>
                                          <p:spTgt spid="159"/>
                                        </p:tgtEl>
                                        <p:attrNameLst>
                                          <p:attrName>style.visibility</p:attrName>
                                        </p:attrNameLst>
                                      </p:cBhvr>
                                      <p:to>
                                        <p:strVal val="visible"/>
                                      </p:to>
                                    </p:set>
                                    <p:anim calcmode="lin" valueType="num">
                                      <p:cBhvr>
                                        <p:cTn id="17" dur="750" fill="hold"/>
                                        <p:tgtEl>
                                          <p:spTgt spid="159"/>
                                        </p:tgtEl>
                                        <p:attrNameLst>
                                          <p:attrName>ppt_w</p:attrName>
                                        </p:attrNameLst>
                                      </p:cBhvr>
                                      <p:tavLst>
                                        <p:tav tm="0">
                                          <p:val>
                                            <p:fltVal val="0"/>
                                          </p:val>
                                        </p:tav>
                                        <p:tav tm="100000">
                                          <p:val>
                                            <p:strVal val="#ppt_w"/>
                                          </p:val>
                                        </p:tav>
                                      </p:tavLst>
                                    </p:anim>
                                    <p:anim calcmode="lin" valueType="num">
                                      <p:cBhvr>
                                        <p:cTn id="18" dur="750" fill="hold"/>
                                        <p:tgtEl>
                                          <p:spTgt spid="159"/>
                                        </p:tgtEl>
                                        <p:attrNameLst>
                                          <p:attrName>ppt_h</p:attrName>
                                        </p:attrNameLst>
                                      </p:cBhvr>
                                      <p:tavLst>
                                        <p:tav tm="0">
                                          <p:val>
                                            <p:fltVal val="0"/>
                                          </p:val>
                                        </p:tav>
                                        <p:tav tm="100000">
                                          <p:val>
                                            <p:strVal val="#ppt_h"/>
                                          </p:val>
                                        </p:tav>
                                      </p:tavLst>
                                    </p:anim>
                                    <p:animEffect transition="in" filter="fade">
                                      <p:cBhvr>
                                        <p:cTn id="19" dur="750"/>
                                        <p:tgtEl>
                                          <p:spTgt spid="159"/>
                                        </p:tgtEl>
                                      </p:cBhvr>
                                    </p:animEffect>
                                  </p:childTnLst>
                                </p:cTn>
                              </p:par>
                              <p:par>
                                <p:cTn id="20" presetID="53" presetClass="entr" presetSubtype="16" fill="hold" grpId="0" nodeType="withEffect">
                                  <p:stCondLst>
                                    <p:cond delay="150"/>
                                  </p:stCondLst>
                                  <p:childTnLst>
                                    <p:set>
                                      <p:cBhvr>
                                        <p:cTn id="21" dur="1" fill="hold">
                                          <p:stCondLst>
                                            <p:cond delay="0"/>
                                          </p:stCondLst>
                                        </p:cTn>
                                        <p:tgtEl>
                                          <p:spTgt spid="160"/>
                                        </p:tgtEl>
                                        <p:attrNameLst>
                                          <p:attrName>style.visibility</p:attrName>
                                        </p:attrNameLst>
                                      </p:cBhvr>
                                      <p:to>
                                        <p:strVal val="visible"/>
                                      </p:to>
                                    </p:set>
                                    <p:anim calcmode="lin" valueType="num">
                                      <p:cBhvr>
                                        <p:cTn id="22" dur="750" fill="hold"/>
                                        <p:tgtEl>
                                          <p:spTgt spid="160"/>
                                        </p:tgtEl>
                                        <p:attrNameLst>
                                          <p:attrName>ppt_w</p:attrName>
                                        </p:attrNameLst>
                                      </p:cBhvr>
                                      <p:tavLst>
                                        <p:tav tm="0">
                                          <p:val>
                                            <p:fltVal val="0"/>
                                          </p:val>
                                        </p:tav>
                                        <p:tav tm="100000">
                                          <p:val>
                                            <p:strVal val="#ppt_w"/>
                                          </p:val>
                                        </p:tav>
                                      </p:tavLst>
                                    </p:anim>
                                    <p:anim calcmode="lin" valueType="num">
                                      <p:cBhvr>
                                        <p:cTn id="23" dur="750" fill="hold"/>
                                        <p:tgtEl>
                                          <p:spTgt spid="160"/>
                                        </p:tgtEl>
                                        <p:attrNameLst>
                                          <p:attrName>ppt_h</p:attrName>
                                        </p:attrNameLst>
                                      </p:cBhvr>
                                      <p:tavLst>
                                        <p:tav tm="0">
                                          <p:val>
                                            <p:fltVal val="0"/>
                                          </p:val>
                                        </p:tav>
                                        <p:tav tm="100000">
                                          <p:val>
                                            <p:strVal val="#ppt_h"/>
                                          </p:val>
                                        </p:tav>
                                      </p:tavLst>
                                    </p:anim>
                                    <p:animEffect transition="in" filter="fade">
                                      <p:cBhvr>
                                        <p:cTn id="24" dur="750"/>
                                        <p:tgtEl>
                                          <p:spTgt spid="160"/>
                                        </p:tgtEl>
                                      </p:cBhvr>
                                    </p:animEffect>
                                  </p:childTnLst>
                                </p:cTn>
                              </p:par>
                              <p:par>
                                <p:cTn id="25" presetID="53" presetClass="entr" presetSubtype="16" fill="hold" grpId="0" nodeType="withEffect">
                                  <p:stCondLst>
                                    <p:cond delay="150"/>
                                  </p:stCondLst>
                                  <p:childTnLst>
                                    <p:set>
                                      <p:cBhvr>
                                        <p:cTn id="26" dur="1" fill="hold">
                                          <p:stCondLst>
                                            <p:cond delay="0"/>
                                          </p:stCondLst>
                                        </p:cTn>
                                        <p:tgtEl>
                                          <p:spTgt spid="161"/>
                                        </p:tgtEl>
                                        <p:attrNameLst>
                                          <p:attrName>style.visibility</p:attrName>
                                        </p:attrNameLst>
                                      </p:cBhvr>
                                      <p:to>
                                        <p:strVal val="visible"/>
                                      </p:to>
                                    </p:set>
                                    <p:anim calcmode="lin" valueType="num">
                                      <p:cBhvr>
                                        <p:cTn id="27" dur="750" fill="hold"/>
                                        <p:tgtEl>
                                          <p:spTgt spid="161"/>
                                        </p:tgtEl>
                                        <p:attrNameLst>
                                          <p:attrName>ppt_w</p:attrName>
                                        </p:attrNameLst>
                                      </p:cBhvr>
                                      <p:tavLst>
                                        <p:tav tm="0">
                                          <p:val>
                                            <p:fltVal val="0"/>
                                          </p:val>
                                        </p:tav>
                                        <p:tav tm="100000">
                                          <p:val>
                                            <p:strVal val="#ppt_w"/>
                                          </p:val>
                                        </p:tav>
                                      </p:tavLst>
                                    </p:anim>
                                    <p:anim calcmode="lin" valueType="num">
                                      <p:cBhvr>
                                        <p:cTn id="28" dur="750" fill="hold"/>
                                        <p:tgtEl>
                                          <p:spTgt spid="161"/>
                                        </p:tgtEl>
                                        <p:attrNameLst>
                                          <p:attrName>ppt_h</p:attrName>
                                        </p:attrNameLst>
                                      </p:cBhvr>
                                      <p:tavLst>
                                        <p:tav tm="0">
                                          <p:val>
                                            <p:fltVal val="0"/>
                                          </p:val>
                                        </p:tav>
                                        <p:tav tm="100000">
                                          <p:val>
                                            <p:strVal val="#ppt_h"/>
                                          </p:val>
                                        </p:tav>
                                      </p:tavLst>
                                    </p:anim>
                                    <p:animEffect transition="in" filter="fade">
                                      <p:cBhvr>
                                        <p:cTn id="29" dur="750"/>
                                        <p:tgtEl>
                                          <p:spTgt spid="161"/>
                                        </p:tgtEl>
                                      </p:cBhvr>
                                    </p:animEffect>
                                  </p:childTnLst>
                                </p:cTn>
                              </p:par>
                              <p:par>
                                <p:cTn id="30" presetID="53" presetClass="entr" presetSubtype="16" fill="hold" grpId="0" nodeType="withEffect">
                                  <p:stCondLst>
                                    <p:cond delay="150"/>
                                  </p:stCondLst>
                                  <p:childTnLst>
                                    <p:set>
                                      <p:cBhvr>
                                        <p:cTn id="31" dur="1" fill="hold">
                                          <p:stCondLst>
                                            <p:cond delay="0"/>
                                          </p:stCondLst>
                                        </p:cTn>
                                        <p:tgtEl>
                                          <p:spTgt spid="162"/>
                                        </p:tgtEl>
                                        <p:attrNameLst>
                                          <p:attrName>style.visibility</p:attrName>
                                        </p:attrNameLst>
                                      </p:cBhvr>
                                      <p:to>
                                        <p:strVal val="visible"/>
                                      </p:to>
                                    </p:set>
                                    <p:anim calcmode="lin" valueType="num">
                                      <p:cBhvr>
                                        <p:cTn id="32" dur="750" fill="hold"/>
                                        <p:tgtEl>
                                          <p:spTgt spid="162"/>
                                        </p:tgtEl>
                                        <p:attrNameLst>
                                          <p:attrName>ppt_w</p:attrName>
                                        </p:attrNameLst>
                                      </p:cBhvr>
                                      <p:tavLst>
                                        <p:tav tm="0">
                                          <p:val>
                                            <p:fltVal val="0"/>
                                          </p:val>
                                        </p:tav>
                                        <p:tav tm="100000">
                                          <p:val>
                                            <p:strVal val="#ppt_w"/>
                                          </p:val>
                                        </p:tav>
                                      </p:tavLst>
                                    </p:anim>
                                    <p:anim calcmode="lin" valueType="num">
                                      <p:cBhvr>
                                        <p:cTn id="33" dur="750" fill="hold"/>
                                        <p:tgtEl>
                                          <p:spTgt spid="162"/>
                                        </p:tgtEl>
                                        <p:attrNameLst>
                                          <p:attrName>ppt_h</p:attrName>
                                        </p:attrNameLst>
                                      </p:cBhvr>
                                      <p:tavLst>
                                        <p:tav tm="0">
                                          <p:val>
                                            <p:fltVal val="0"/>
                                          </p:val>
                                        </p:tav>
                                        <p:tav tm="100000">
                                          <p:val>
                                            <p:strVal val="#ppt_h"/>
                                          </p:val>
                                        </p:tav>
                                      </p:tavLst>
                                    </p:anim>
                                    <p:animEffect transition="in" filter="fade">
                                      <p:cBhvr>
                                        <p:cTn id="34" dur="750"/>
                                        <p:tgtEl>
                                          <p:spTgt spid="162"/>
                                        </p:tgtEl>
                                      </p:cBhvr>
                                    </p:animEffect>
                                  </p:childTnLst>
                                </p:cTn>
                              </p:par>
                              <p:par>
                                <p:cTn id="35" presetID="53" presetClass="entr" presetSubtype="16" fill="hold" grpId="0" nodeType="withEffect">
                                  <p:stCondLst>
                                    <p:cond delay="150"/>
                                  </p:stCondLst>
                                  <p:childTnLst>
                                    <p:set>
                                      <p:cBhvr>
                                        <p:cTn id="36" dur="1" fill="hold">
                                          <p:stCondLst>
                                            <p:cond delay="0"/>
                                          </p:stCondLst>
                                        </p:cTn>
                                        <p:tgtEl>
                                          <p:spTgt spid="163"/>
                                        </p:tgtEl>
                                        <p:attrNameLst>
                                          <p:attrName>style.visibility</p:attrName>
                                        </p:attrNameLst>
                                      </p:cBhvr>
                                      <p:to>
                                        <p:strVal val="visible"/>
                                      </p:to>
                                    </p:set>
                                    <p:anim calcmode="lin" valueType="num">
                                      <p:cBhvr>
                                        <p:cTn id="37" dur="750" fill="hold"/>
                                        <p:tgtEl>
                                          <p:spTgt spid="163"/>
                                        </p:tgtEl>
                                        <p:attrNameLst>
                                          <p:attrName>ppt_w</p:attrName>
                                        </p:attrNameLst>
                                      </p:cBhvr>
                                      <p:tavLst>
                                        <p:tav tm="0">
                                          <p:val>
                                            <p:fltVal val="0"/>
                                          </p:val>
                                        </p:tav>
                                        <p:tav tm="100000">
                                          <p:val>
                                            <p:strVal val="#ppt_w"/>
                                          </p:val>
                                        </p:tav>
                                      </p:tavLst>
                                    </p:anim>
                                    <p:anim calcmode="lin" valueType="num">
                                      <p:cBhvr>
                                        <p:cTn id="38" dur="750" fill="hold"/>
                                        <p:tgtEl>
                                          <p:spTgt spid="163"/>
                                        </p:tgtEl>
                                        <p:attrNameLst>
                                          <p:attrName>ppt_h</p:attrName>
                                        </p:attrNameLst>
                                      </p:cBhvr>
                                      <p:tavLst>
                                        <p:tav tm="0">
                                          <p:val>
                                            <p:fltVal val="0"/>
                                          </p:val>
                                        </p:tav>
                                        <p:tav tm="100000">
                                          <p:val>
                                            <p:strVal val="#ppt_h"/>
                                          </p:val>
                                        </p:tav>
                                      </p:tavLst>
                                    </p:anim>
                                    <p:animEffect transition="in" filter="fade">
                                      <p:cBhvr>
                                        <p:cTn id="39" dur="750"/>
                                        <p:tgtEl>
                                          <p:spTgt spid="163"/>
                                        </p:tgtEl>
                                      </p:cBhvr>
                                    </p:animEffect>
                                  </p:childTnLst>
                                </p:cTn>
                              </p:par>
                              <p:par>
                                <p:cTn id="40" presetID="53" presetClass="entr" presetSubtype="16" fill="hold" grpId="0" nodeType="withEffect">
                                  <p:stCondLst>
                                    <p:cond delay="150"/>
                                  </p:stCondLst>
                                  <p:childTnLst>
                                    <p:set>
                                      <p:cBhvr>
                                        <p:cTn id="41" dur="1" fill="hold">
                                          <p:stCondLst>
                                            <p:cond delay="0"/>
                                          </p:stCondLst>
                                        </p:cTn>
                                        <p:tgtEl>
                                          <p:spTgt spid="164"/>
                                        </p:tgtEl>
                                        <p:attrNameLst>
                                          <p:attrName>style.visibility</p:attrName>
                                        </p:attrNameLst>
                                      </p:cBhvr>
                                      <p:to>
                                        <p:strVal val="visible"/>
                                      </p:to>
                                    </p:set>
                                    <p:anim calcmode="lin" valueType="num">
                                      <p:cBhvr>
                                        <p:cTn id="42" dur="750" fill="hold"/>
                                        <p:tgtEl>
                                          <p:spTgt spid="164"/>
                                        </p:tgtEl>
                                        <p:attrNameLst>
                                          <p:attrName>ppt_w</p:attrName>
                                        </p:attrNameLst>
                                      </p:cBhvr>
                                      <p:tavLst>
                                        <p:tav tm="0">
                                          <p:val>
                                            <p:fltVal val="0"/>
                                          </p:val>
                                        </p:tav>
                                        <p:tav tm="100000">
                                          <p:val>
                                            <p:strVal val="#ppt_w"/>
                                          </p:val>
                                        </p:tav>
                                      </p:tavLst>
                                    </p:anim>
                                    <p:anim calcmode="lin" valueType="num">
                                      <p:cBhvr>
                                        <p:cTn id="43" dur="750" fill="hold"/>
                                        <p:tgtEl>
                                          <p:spTgt spid="164"/>
                                        </p:tgtEl>
                                        <p:attrNameLst>
                                          <p:attrName>ppt_h</p:attrName>
                                        </p:attrNameLst>
                                      </p:cBhvr>
                                      <p:tavLst>
                                        <p:tav tm="0">
                                          <p:val>
                                            <p:fltVal val="0"/>
                                          </p:val>
                                        </p:tav>
                                        <p:tav tm="100000">
                                          <p:val>
                                            <p:strVal val="#ppt_h"/>
                                          </p:val>
                                        </p:tav>
                                      </p:tavLst>
                                    </p:anim>
                                    <p:animEffect transition="in" filter="fade">
                                      <p:cBhvr>
                                        <p:cTn id="44" dur="750"/>
                                        <p:tgtEl>
                                          <p:spTgt spid="164"/>
                                        </p:tgtEl>
                                      </p:cBhvr>
                                    </p:animEffect>
                                  </p:childTnLst>
                                </p:cTn>
                              </p:par>
                              <p:par>
                                <p:cTn id="45" presetID="53" presetClass="entr" presetSubtype="16" fill="hold" grpId="0" nodeType="withEffect">
                                  <p:stCondLst>
                                    <p:cond delay="370"/>
                                  </p:stCondLst>
                                  <p:childTnLst>
                                    <p:set>
                                      <p:cBhvr>
                                        <p:cTn id="46" dur="1" fill="hold">
                                          <p:stCondLst>
                                            <p:cond delay="0"/>
                                          </p:stCondLst>
                                        </p:cTn>
                                        <p:tgtEl>
                                          <p:spTgt spid="165"/>
                                        </p:tgtEl>
                                        <p:attrNameLst>
                                          <p:attrName>style.visibility</p:attrName>
                                        </p:attrNameLst>
                                      </p:cBhvr>
                                      <p:to>
                                        <p:strVal val="visible"/>
                                      </p:to>
                                    </p:set>
                                    <p:anim calcmode="lin" valueType="num">
                                      <p:cBhvr>
                                        <p:cTn id="47" dur="750" fill="hold"/>
                                        <p:tgtEl>
                                          <p:spTgt spid="165"/>
                                        </p:tgtEl>
                                        <p:attrNameLst>
                                          <p:attrName>ppt_w</p:attrName>
                                        </p:attrNameLst>
                                      </p:cBhvr>
                                      <p:tavLst>
                                        <p:tav tm="0">
                                          <p:val>
                                            <p:fltVal val="0"/>
                                          </p:val>
                                        </p:tav>
                                        <p:tav tm="100000">
                                          <p:val>
                                            <p:strVal val="#ppt_w"/>
                                          </p:val>
                                        </p:tav>
                                      </p:tavLst>
                                    </p:anim>
                                    <p:anim calcmode="lin" valueType="num">
                                      <p:cBhvr>
                                        <p:cTn id="48" dur="750" fill="hold"/>
                                        <p:tgtEl>
                                          <p:spTgt spid="165"/>
                                        </p:tgtEl>
                                        <p:attrNameLst>
                                          <p:attrName>ppt_h</p:attrName>
                                        </p:attrNameLst>
                                      </p:cBhvr>
                                      <p:tavLst>
                                        <p:tav tm="0">
                                          <p:val>
                                            <p:fltVal val="0"/>
                                          </p:val>
                                        </p:tav>
                                        <p:tav tm="100000">
                                          <p:val>
                                            <p:strVal val="#ppt_h"/>
                                          </p:val>
                                        </p:tav>
                                      </p:tavLst>
                                    </p:anim>
                                    <p:animEffect transition="in" filter="fade">
                                      <p:cBhvr>
                                        <p:cTn id="49" dur="750"/>
                                        <p:tgtEl>
                                          <p:spTgt spid="165"/>
                                        </p:tgtEl>
                                      </p:cBhvr>
                                    </p:animEffect>
                                  </p:childTnLst>
                                </p:cTn>
                              </p:par>
                              <p:par>
                                <p:cTn id="50" presetID="53" presetClass="entr" presetSubtype="16" fill="hold" nodeType="withEffect">
                                  <p:stCondLst>
                                    <p:cond delay="370"/>
                                  </p:stCondLst>
                                  <p:childTnLst>
                                    <p:set>
                                      <p:cBhvr>
                                        <p:cTn id="51" dur="1" fill="hold">
                                          <p:stCondLst>
                                            <p:cond delay="0"/>
                                          </p:stCondLst>
                                        </p:cTn>
                                        <p:tgtEl>
                                          <p:spTgt spid="166"/>
                                        </p:tgtEl>
                                        <p:attrNameLst>
                                          <p:attrName>style.visibility</p:attrName>
                                        </p:attrNameLst>
                                      </p:cBhvr>
                                      <p:to>
                                        <p:strVal val="visible"/>
                                      </p:to>
                                    </p:set>
                                    <p:anim calcmode="lin" valueType="num">
                                      <p:cBhvr>
                                        <p:cTn id="52" dur="750" fill="hold"/>
                                        <p:tgtEl>
                                          <p:spTgt spid="166"/>
                                        </p:tgtEl>
                                        <p:attrNameLst>
                                          <p:attrName>ppt_w</p:attrName>
                                        </p:attrNameLst>
                                      </p:cBhvr>
                                      <p:tavLst>
                                        <p:tav tm="0">
                                          <p:val>
                                            <p:fltVal val="0"/>
                                          </p:val>
                                        </p:tav>
                                        <p:tav tm="100000">
                                          <p:val>
                                            <p:strVal val="#ppt_w"/>
                                          </p:val>
                                        </p:tav>
                                      </p:tavLst>
                                    </p:anim>
                                    <p:anim calcmode="lin" valueType="num">
                                      <p:cBhvr>
                                        <p:cTn id="53" dur="750" fill="hold"/>
                                        <p:tgtEl>
                                          <p:spTgt spid="166"/>
                                        </p:tgtEl>
                                        <p:attrNameLst>
                                          <p:attrName>ppt_h</p:attrName>
                                        </p:attrNameLst>
                                      </p:cBhvr>
                                      <p:tavLst>
                                        <p:tav tm="0">
                                          <p:val>
                                            <p:fltVal val="0"/>
                                          </p:val>
                                        </p:tav>
                                        <p:tav tm="100000">
                                          <p:val>
                                            <p:strVal val="#ppt_h"/>
                                          </p:val>
                                        </p:tav>
                                      </p:tavLst>
                                    </p:anim>
                                    <p:animEffect transition="in" filter="fade">
                                      <p:cBhvr>
                                        <p:cTn id="54" dur="750"/>
                                        <p:tgtEl>
                                          <p:spTgt spid="166"/>
                                        </p:tgtEl>
                                      </p:cBhvr>
                                    </p:animEffect>
                                  </p:childTnLst>
                                </p:cTn>
                              </p:par>
                              <p:par>
                                <p:cTn id="55" presetID="53" presetClass="entr" presetSubtype="16" fill="hold" grpId="0" nodeType="withEffect">
                                  <p:stCondLst>
                                    <p:cond delay="370"/>
                                  </p:stCondLst>
                                  <p:childTnLst>
                                    <p:set>
                                      <p:cBhvr>
                                        <p:cTn id="56" dur="1" fill="hold">
                                          <p:stCondLst>
                                            <p:cond delay="0"/>
                                          </p:stCondLst>
                                        </p:cTn>
                                        <p:tgtEl>
                                          <p:spTgt spid="167"/>
                                        </p:tgtEl>
                                        <p:attrNameLst>
                                          <p:attrName>style.visibility</p:attrName>
                                        </p:attrNameLst>
                                      </p:cBhvr>
                                      <p:to>
                                        <p:strVal val="visible"/>
                                      </p:to>
                                    </p:set>
                                    <p:anim calcmode="lin" valueType="num">
                                      <p:cBhvr>
                                        <p:cTn id="57" dur="750" fill="hold"/>
                                        <p:tgtEl>
                                          <p:spTgt spid="167"/>
                                        </p:tgtEl>
                                        <p:attrNameLst>
                                          <p:attrName>ppt_w</p:attrName>
                                        </p:attrNameLst>
                                      </p:cBhvr>
                                      <p:tavLst>
                                        <p:tav tm="0">
                                          <p:val>
                                            <p:fltVal val="0"/>
                                          </p:val>
                                        </p:tav>
                                        <p:tav tm="100000">
                                          <p:val>
                                            <p:strVal val="#ppt_w"/>
                                          </p:val>
                                        </p:tav>
                                      </p:tavLst>
                                    </p:anim>
                                    <p:anim calcmode="lin" valueType="num">
                                      <p:cBhvr>
                                        <p:cTn id="58" dur="750" fill="hold"/>
                                        <p:tgtEl>
                                          <p:spTgt spid="167"/>
                                        </p:tgtEl>
                                        <p:attrNameLst>
                                          <p:attrName>ppt_h</p:attrName>
                                        </p:attrNameLst>
                                      </p:cBhvr>
                                      <p:tavLst>
                                        <p:tav tm="0">
                                          <p:val>
                                            <p:fltVal val="0"/>
                                          </p:val>
                                        </p:tav>
                                        <p:tav tm="100000">
                                          <p:val>
                                            <p:strVal val="#ppt_h"/>
                                          </p:val>
                                        </p:tav>
                                      </p:tavLst>
                                    </p:anim>
                                    <p:animEffect transition="in" filter="fade">
                                      <p:cBhvr>
                                        <p:cTn id="59" dur="750"/>
                                        <p:tgtEl>
                                          <p:spTgt spid="167"/>
                                        </p:tgtEl>
                                      </p:cBhvr>
                                    </p:animEffect>
                                  </p:childTnLst>
                                </p:cTn>
                              </p:par>
                              <p:par>
                                <p:cTn id="60" presetID="53" presetClass="entr" presetSubtype="16" fill="hold" grpId="0" nodeType="withEffect">
                                  <p:stCondLst>
                                    <p:cond delay="370"/>
                                  </p:stCondLst>
                                  <p:childTnLst>
                                    <p:set>
                                      <p:cBhvr>
                                        <p:cTn id="61" dur="1" fill="hold">
                                          <p:stCondLst>
                                            <p:cond delay="0"/>
                                          </p:stCondLst>
                                        </p:cTn>
                                        <p:tgtEl>
                                          <p:spTgt spid="168"/>
                                        </p:tgtEl>
                                        <p:attrNameLst>
                                          <p:attrName>style.visibility</p:attrName>
                                        </p:attrNameLst>
                                      </p:cBhvr>
                                      <p:to>
                                        <p:strVal val="visible"/>
                                      </p:to>
                                    </p:set>
                                    <p:anim calcmode="lin" valueType="num">
                                      <p:cBhvr>
                                        <p:cTn id="62" dur="750" fill="hold"/>
                                        <p:tgtEl>
                                          <p:spTgt spid="168"/>
                                        </p:tgtEl>
                                        <p:attrNameLst>
                                          <p:attrName>ppt_w</p:attrName>
                                        </p:attrNameLst>
                                      </p:cBhvr>
                                      <p:tavLst>
                                        <p:tav tm="0">
                                          <p:val>
                                            <p:fltVal val="0"/>
                                          </p:val>
                                        </p:tav>
                                        <p:tav tm="100000">
                                          <p:val>
                                            <p:strVal val="#ppt_w"/>
                                          </p:val>
                                        </p:tav>
                                      </p:tavLst>
                                    </p:anim>
                                    <p:anim calcmode="lin" valueType="num">
                                      <p:cBhvr>
                                        <p:cTn id="63" dur="750" fill="hold"/>
                                        <p:tgtEl>
                                          <p:spTgt spid="168"/>
                                        </p:tgtEl>
                                        <p:attrNameLst>
                                          <p:attrName>ppt_h</p:attrName>
                                        </p:attrNameLst>
                                      </p:cBhvr>
                                      <p:tavLst>
                                        <p:tav tm="0">
                                          <p:val>
                                            <p:fltVal val="0"/>
                                          </p:val>
                                        </p:tav>
                                        <p:tav tm="100000">
                                          <p:val>
                                            <p:strVal val="#ppt_h"/>
                                          </p:val>
                                        </p:tav>
                                      </p:tavLst>
                                    </p:anim>
                                    <p:animEffect transition="in" filter="fade">
                                      <p:cBhvr>
                                        <p:cTn id="64" dur="750"/>
                                        <p:tgtEl>
                                          <p:spTgt spid="168"/>
                                        </p:tgtEl>
                                      </p:cBhvr>
                                    </p:animEffect>
                                  </p:childTnLst>
                                </p:cTn>
                              </p:par>
                              <p:par>
                                <p:cTn id="65" presetID="53" presetClass="entr" presetSubtype="16" fill="hold" grpId="0" nodeType="withEffect">
                                  <p:stCondLst>
                                    <p:cond delay="370"/>
                                  </p:stCondLst>
                                  <p:childTnLst>
                                    <p:set>
                                      <p:cBhvr>
                                        <p:cTn id="66" dur="1" fill="hold">
                                          <p:stCondLst>
                                            <p:cond delay="0"/>
                                          </p:stCondLst>
                                        </p:cTn>
                                        <p:tgtEl>
                                          <p:spTgt spid="169"/>
                                        </p:tgtEl>
                                        <p:attrNameLst>
                                          <p:attrName>style.visibility</p:attrName>
                                        </p:attrNameLst>
                                      </p:cBhvr>
                                      <p:to>
                                        <p:strVal val="visible"/>
                                      </p:to>
                                    </p:set>
                                    <p:anim calcmode="lin" valueType="num">
                                      <p:cBhvr>
                                        <p:cTn id="67" dur="750" fill="hold"/>
                                        <p:tgtEl>
                                          <p:spTgt spid="169"/>
                                        </p:tgtEl>
                                        <p:attrNameLst>
                                          <p:attrName>ppt_w</p:attrName>
                                        </p:attrNameLst>
                                      </p:cBhvr>
                                      <p:tavLst>
                                        <p:tav tm="0">
                                          <p:val>
                                            <p:fltVal val="0"/>
                                          </p:val>
                                        </p:tav>
                                        <p:tav tm="100000">
                                          <p:val>
                                            <p:strVal val="#ppt_w"/>
                                          </p:val>
                                        </p:tav>
                                      </p:tavLst>
                                    </p:anim>
                                    <p:anim calcmode="lin" valueType="num">
                                      <p:cBhvr>
                                        <p:cTn id="68" dur="750" fill="hold"/>
                                        <p:tgtEl>
                                          <p:spTgt spid="169"/>
                                        </p:tgtEl>
                                        <p:attrNameLst>
                                          <p:attrName>ppt_h</p:attrName>
                                        </p:attrNameLst>
                                      </p:cBhvr>
                                      <p:tavLst>
                                        <p:tav tm="0">
                                          <p:val>
                                            <p:fltVal val="0"/>
                                          </p:val>
                                        </p:tav>
                                        <p:tav tm="100000">
                                          <p:val>
                                            <p:strVal val="#ppt_h"/>
                                          </p:val>
                                        </p:tav>
                                      </p:tavLst>
                                    </p:anim>
                                    <p:animEffect transition="in" filter="fade">
                                      <p:cBhvr>
                                        <p:cTn id="69" dur="750"/>
                                        <p:tgtEl>
                                          <p:spTgt spid="169"/>
                                        </p:tgtEl>
                                      </p:cBhvr>
                                    </p:animEffect>
                                  </p:childTnLst>
                                </p:cTn>
                              </p:par>
                              <p:par>
                                <p:cTn id="70" presetID="53" presetClass="entr" presetSubtype="16" fill="hold" grpId="0" nodeType="withEffect">
                                  <p:stCondLst>
                                    <p:cond delay="370"/>
                                  </p:stCondLst>
                                  <p:childTnLst>
                                    <p:set>
                                      <p:cBhvr>
                                        <p:cTn id="71" dur="1" fill="hold">
                                          <p:stCondLst>
                                            <p:cond delay="0"/>
                                          </p:stCondLst>
                                        </p:cTn>
                                        <p:tgtEl>
                                          <p:spTgt spid="170"/>
                                        </p:tgtEl>
                                        <p:attrNameLst>
                                          <p:attrName>style.visibility</p:attrName>
                                        </p:attrNameLst>
                                      </p:cBhvr>
                                      <p:to>
                                        <p:strVal val="visible"/>
                                      </p:to>
                                    </p:set>
                                    <p:anim calcmode="lin" valueType="num">
                                      <p:cBhvr>
                                        <p:cTn id="72" dur="750" fill="hold"/>
                                        <p:tgtEl>
                                          <p:spTgt spid="170"/>
                                        </p:tgtEl>
                                        <p:attrNameLst>
                                          <p:attrName>ppt_w</p:attrName>
                                        </p:attrNameLst>
                                      </p:cBhvr>
                                      <p:tavLst>
                                        <p:tav tm="0">
                                          <p:val>
                                            <p:fltVal val="0"/>
                                          </p:val>
                                        </p:tav>
                                        <p:tav tm="100000">
                                          <p:val>
                                            <p:strVal val="#ppt_w"/>
                                          </p:val>
                                        </p:tav>
                                      </p:tavLst>
                                    </p:anim>
                                    <p:anim calcmode="lin" valueType="num">
                                      <p:cBhvr>
                                        <p:cTn id="73" dur="750" fill="hold"/>
                                        <p:tgtEl>
                                          <p:spTgt spid="170"/>
                                        </p:tgtEl>
                                        <p:attrNameLst>
                                          <p:attrName>ppt_h</p:attrName>
                                        </p:attrNameLst>
                                      </p:cBhvr>
                                      <p:tavLst>
                                        <p:tav tm="0">
                                          <p:val>
                                            <p:fltVal val="0"/>
                                          </p:val>
                                        </p:tav>
                                        <p:tav tm="100000">
                                          <p:val>
                                            <p:strVal val="#ppt_h"/>
                                          </p:val>
                                        </p:tav>
                                      </p:tavLst>
                                    </p:anim>
                                    <p:animEffect transition="in" filter="fade">
                                      <p:cBhvr>
                                        <p:cTn id="74" dur="750"/>
                                        <p:tgtEl>
                                          <p:spTgt spid="170"/>
                                        </p:tgtEl>
                                      </p:cBhvr>
                                    </p:animEffect>
                                  </p:childTnLst>
                                </p:cTn>
                              </p:par>
                              <p:par>
                                <p:cTn id="75" presetID="53" presetClass="entr" presetSubtype="16" fill="hold" grpId="0" nodeType="withEffect">
                                  <p:stCondLst>
                                    <p:cond delay="370"/>
                                  </p:stCondLst>
                                  <p:childTnLst>
                                    <p:set>
                                      <p:cBhvr>
                                        <p:cTn id="76" dur="1" fill="hold">
                                          <p:stCondLst>
                                            <p:cond delay="0"/>
                                          </p:stCondLst>
                                        </p:cTn>
                                        <p:tgtEl>
                                          <p:spTgt spid="171"/>
                                        </p:tgtEl>
                                        <p:attrNameLst>
                                          <p:attrName>style.visibility</p:attrName>
                                        </p:attrNameLst>
                                      </p:cBhvr>
                                      <p:to>
                                        <p:strVal val="visible"/>
                                      </p:to>
                                    </p:set>
                                    <p:anim calcmode="lin" valueType="num">
                                      <p:cBhvr>
                                        <p:cTn id="77" dur="750" fill="hold"/>
                                        <p:tgtEl>
                                          <p:spTgt spid="171"/>
                                        </p:tgtEl>
                                        <p:attrNameLst>
                                          <p:attrName>ppt_w</p:attrName>
                                        </p:attrNameLst>
                                      </p:cBhvr>
                                      <p:tavLst>
                                        <p:tav tm="0">
                                          <p:val>
                                            <p:fltVal val="0"/>
                                          </p:val>
                                        </p:tav>
                                        <p:tav tm="100000">
                                          <p:val>
                                            <p:strVal val="#ppt_w"/>
                                          </p:val>
                                        </p:tav>
                                      </p:tavLst>
                                    </p:anim>
                                    <p:anim calcmode="lin" valueType="num">
                                      <p:cBhvr>
                                        <p:cTn id="78" dur="750" fill="hold"/>
                                        <p:tgtEl>
                                          <p:spTgt spid="171"/>
                                        </p:tgtEl>
                                        <p:attrNameLst>
                                          <p:attrName>ppt_h</p:attrName>
                                        </p:attrNameLst>
                                      </p:cBhvr>
                                      <p:tavLst>
                                        <p:tav tm="0">
                                          <p:val>
                                            <p:fltVal val="0"/>
                                          </p:val>
                                        </p:tav>
                                        <p:tav tm="100000">
                                          <p:val>
                                            <p:strVal val="#ppt_h"/>
                                          </p:val>
                                        </p:tav>
                                      </p:tavLst>
                                    </p:anim>
                                    <p:animEffect transition="in" filter="fade">
                                      <p:cBhvr>
                                        <p:cTn id="79" dur="750"/>
                                        <p:tgtEl>
                                          <p:spTgt spid="171"/>
                                        </p:tgtEl>
                                      </p:cBhvr>
                                    </p:animEffect>
                                  </p:childTnLst>
                                </p:cTn>
                              </p:par>
                              <p:par>
                                <p:cTn id="80" presetID="53" presetClass="entr" presetSubtype="16" fill="hold" grpId="0" nodeType="withEffect">
                                  <p:stCondLst>
                                    <p:cond delay="590"/>
                                  </p:stCondLst>
                                  <p:childTnLst>
                                    <p:set>
                                      <p:cBhvr>
                                        <p:cTn id="81" dur="1" fill="hold">
                                          <p:stCondLst>
                                            <p:cond delay="0"/>
                                          </p:stCondLst>
                                        </p:cTn>
                                        <p:tgtEl>
                                          <p:spTgt spid="172"/>
                                        </p:tgtEl>
                                        <p:attrNameLst>
                                          <p:attrName>style.visibility</p:attrName>
                                        </p:attrNameLst>
                                      </p:cBhvr>
                                      <p:to>
                                        <p:strVal val="visible"/>
                                      </p:to>
                                    </p:set>
                                    <p:anim calcmode="lin" valueType="num">
                                      <p:cBhvr>
                                        <p:cTn id="82" dur="750" fill="hold"/>
                                        <p:tgtEl>
                                          <p:spTgt spid="172"/>
                                        </p:tgtEl>
                                        <p:attrNameLst>
                                          <p:attrName>ppt_w</p:attrName>
                                        </p:attrNameLst>
                                      </p:cBhvr>
                                      <p:tavLst>
                                        <p:tav tm="0">
                                          <p:val>
                                            <p:fltVal val="0"/>
                                          </p:val>
                                        </p:tav>
                                        <p:tav tm="100000">
                                          <p:val>
                                            <p:strVal val="#ppt_w"/>
                                          </p:val>
                                        </p:tav>
                                      </p:tavLst>
                                    </p:anim>
                                    <p:anim calcmode="lin" valueType="num">
                                      <p:cBhvr>
                                        <p:cTn id="83" dur="750" fill="hold"/>
                                        <p:tgtEl>
                                          <p:spTgt spid="172"/>
                                        </p:tgtEl>
                                        <p:attrNameLst>
                                          <p:attrName>ppt_h</p:attrName>
                                        </p:attrNameLst>
                                      </p:cBhvr>
                                      <p:tavLst>
                                        <p:tav tm="0">
                                          <p:val>
                                            <p:fltVal val="0"/>
                                          </p:val>
                                        </p:tav>
                                        <p:tav tm="100000">
                                          <p:val>
                                            <p:strVal val="#ppt_h"/>
                                          </p:val>
                                        </p:tav>
                                      </p:tavLst>
                                    </p:anim>
                                    <p:animEffect transition="in" filter="fade">
                                      <p:cBhvr>
                                        <p:cTn id="84" dur="750"/>
                                        <p:tgtEl>
                                          <p:spTgt spid="172"/>
                                        </p:tgtEl>
                                      </p:cBhvr>
                                    </p:animEffect>
                                  </p:childTnLst>
                                </p:cTn>
                              </p:par>
                              <p:par>
                                <p:cTn id="85" presetID="53" presetClass="entr" presetSubtype="16" fill="hold" nodeType="withEffect">
                                  <p:stCondLst>
                                    <p:cond delay="590"/>
                                  </p:stCondLst>
                                  <p:childTnLst>
                                    <p:set>
                                      <p:cBhvr>
                                        <p:cTn id="86" dur="1" fill="hold">
                                          <p:stCondLst>
                                            <p:cond delay="0"/>
                                          </p:stCondLst>
                                        </p:cTn>
                                        <p:tgtEl>
                                          <p:spTgt spid="173"/>
                                        </p:tgtEl>
                                        <p:attrNameLst>
                                          <p:attrName>style.visibility</p:attrName>
                                        </p:attrNameLst>
                                      </p:cBhvr>
                                      <p:to>
                                        <p:strVal val="visible"/>
                                      </p:to>
                                    </p:set>
                                    <p:anim calcmode="lin" valueType="num">
                                      <p:cBhvr>
                                        <p:cTn id="87" dur="750" fill="hold"/>
                                        <p:tgtEl>
                                          <p:spTgt spid="173"/>
                                        </p:tgtEl>
                                        <p:attrNameLst>
                                          <p:attrName>ppt_w</p:attrName>
                                        </p:attrNameLst>
                                      </p:cBhvr>
                                      <p:tavLst>
                                        <p:tav tm="0">
                                          <p:val>
                                            <p:fltVal val="0"/>
                                          </p:val>
                                        </p:tav>
                                        <p:tav tm="100000">
                                          <p:val>
                                            <p:strVal val="#ppt_w"/>
                                          </p:val>
                                        </p:tav>
                                      </p:tavLst>
                                    </p:anim>
                                    <p:anim calcmode="lin" valueType="num">
                                      <p:cBhvr>
                                        <p:cTn id="88" dur="750" fill="hold"/>
                                        <p:tgtEl>
                                          <p:spTgt spid="173"/>
                                        </p:tgtEl>
                                        <p:attrNameLst>
                                          <p:attrName>ppt_h</p:attrName>
                                        </p:attrNameLst>
                                      </p:cBhvr>
                                      <p:tavLst>
                                        <p:tav tm="0">
                                          <p:val>
                                            <p:fltVal val="0"/>
                                          </p:val>
                                        </p:tav>
                                        <p:tav tm="100000">
                                          <p:val>
                                            <p:strVal val="#ppt_h"/>
                                          </p:val>
                                        </p:tav>
                                      </p:tavLst>
                                    </p:anim>
                                    <p:animEffect transition="in" filter="fade">
                                      <p:cBhvr>
                                        <p:cTn id="89" dur="750"/>
                                        <p:tgtEl>
                                          <p:spTgt spid="173"/>
                                        </p:tgtEl>
                                      </p:cBhvr>
                                    </p:animEffect>
                                  </p:childTnLst>
                                </p:cTn>
                              </p:par>
                              <p:par>
                                <p:cTn id="90" presetID="53" presetClass="entr" presetSubtype="16" fill="hold" grpId="0" nodeType="withEffect">
                                  <p:stCondLst>
                                    <p:cond delay="590"/>
                                  </p:stCondLst>
                                  <p:childTnLst>
                                    <p:set>
                                      <p:cBhvr>
                                        <p:cTn id="91" dur="1" fill="hold">
                                          <p:stCondLst>
                                            <p:cond delay="0"/>
                                          </p:stCondLst>
                                        </p:cTn>
                                        <p:tgtEl>
                                          <p:spTgt spid="174"/>
                                        </p:tgtEl>
                                        <p:attrNameLst>
                                          <p:attrName>style.visibility</p:attrName>
                                        </p:attrNameLst>
                                      </p:cBhvr>
                                      <p:to>
                                        <p:strVal val="visible"/>
                                      </p:to>
                                    </p:set>
                                    <p:anim calcmode="lin" valueType="num">
                                      <p:cBhvr>
                                        <p:cTn id="92" dur="750" fill="hold"/>
                                        <p:tgtEl>
                                          <p:spTgt spid="174"/>
                                        </p:tgtEl>
                                        <p:attrNameLst>
                                          <p:attrName>ppt_w</p:attrName>
                                        </p:attrNameLst>
                                      </p:cBhvr>
                                      <p:tavLst>
                                        <p:tav tm="0">
                                          <p:val>
                                            <p:fltVal val="0"/>
                                          </p:val>
                                        </p:tav>
                                        <p:tav tm="100000">
                                          <p:val>
                                            <p:strVal val="#ppt_w"/>
                                          </p:val>
                                        </p:tav>
                                      </p:tavLst>
                                    </p:anim>
                                    <p:anim calcmode="lin" valueType="num">
                                      <p:cBhvr>
                                        <p:cTn id="93" dur="750" fill="hold"/>
                                        <p:tgtEl>
                                          <p:spTgt spid="174"/>
                                        </p:tgtEl>
                                        <p:attrNameLst>
                                          <p:attrName>ppt_h</p:attrName>
                                        </p:attrNameLst>
                                      </p:cBhvr>
                                      <p:tavLst>
                                        <p:tav tm="0">
                                          <p:val>
                                            <p:fltVal val="0"/>
                                          </p:val>
                                        </p:tav>
                                        <p:tav tm="100000">
                                          <p:val>
                                            <p:strVal val="#ppt_h"/>
                                          </p:val>
                                        </p:tav>
                                      </p:tavLst>
                                    </p:anim>
                                    <p:animEffect transition="in" filter="fade">
                                      <p:cBhvr>
                                        <p:cTn id="94" dur="750"/>
                                        <p:tgtEl>
                                          <p:spTgt spid="174"/>
                                        </p:tgtEl>
                                      </p:cBhvr>
                                    </p:animEffect>
                                  </p:childTnLst>
                                </p:cTn>
                              </p:par>
                              <p:par>
                                <p:cTn id="95" presetID="53" presetClass="entr" presetSubtype="16" fill="hold" grpId="0" nodeType="withEffect">
                                  <p:stCondLst>
                                    <p:cond delay="590"/>
                                  </p:stCondLst>
                                  <p:childTnLst>
                                    <p:set>
                                      <p:cBhvr>
                                        <p:cTn id="96" dur="1" fill="hold">
                                          <p:stCondLst>
                                            <p:cond delay="0"/>
                                          </p:stCondLst>
                                        </p:cTn>
                                        <p:tgtEl>
                                          <p:spTgt spid="175"/>
                                        </p:tgtEl>
                                        <p:attrNameLst>
                                          <p:attrName>style.visibility</p:attrName>
                                        </p:attrNameLst>
                                      </p:cBhvr>
                                      <p:to>
                                        <p:strVal val="visible"/>
                                      </p:to>
                                    </p:set>
                                    <p:anim calcmode="lin" valueType="num">
                                      <p:cBhvr>
                                        <p:cTn id="97" dur="750" fill="hold"/>
                                        <p:tgtEl>
                                          <p:spTgt spid="175"/>
                                        </p:tgtEl>
                                        <p:attrNameLst>
                                          <p:attrName>ppt_w</p:attrName>
                                        </p:attrNameLst>
                                      </p:cBhvr>
                                      <p:tavLst>
                                        <p:tav tm="0">
                                          <p:val>
                                            <p:fltVal val="0"/>
                                          </p:val>
                                        </p:tav>
                                        <p:tav tm="100000">
                                          <p:val>
                                            <p:strVal val="#ppt_w"/>
                                          </p:val>
                                        </p:tav>
                                      </p:tavLst>
                                    </p:anim>
                                    <p:anim calcmode="lin" valueType="num">
                                      <p:cBhvr>
                                        <p:cTn id="98" dur="750" fill="hold"/>
                                        <p:tgtEl>
                                          <p:spTgt spid="175"/>
                                        </p:tgtEl>
                                        <p:attrNameLst>
                                          <p:attrName>ppt_h</p:attrName>
                                        </p:attrNameLst>
                                      </p:cBhvr>
                                      <p:tavLst>
                                        <p:tav tm="0">
                                          <p:val>
                                            <p:fltVal val="0"/>
                                          </p:val>
                                        </p:tav>
                                        <p:tav tm="100000">
                                          <p:val>
                                            <p:strVal val="#ppt_h"/>
                                          </p:val>
                                        </p:tav>
                                      </p:tavLst>
                                    </p:anim>
                                    <p:animEffect transition="in" filter="fade">
                                      <p:cBhvr>
                                        <p:cTn id="99" dur="750"/>
                                        <p:tgtEl>
                                          <p:spTgt spid="175"/>
                                        </p:tgtEl>
                                      </p:cBhvr>
                                    </p:animEffect>
                                  </p:childTnLst>
                                </p:cTn>
                              </p:par>
                              <p:par>
                                <p:cTn id="100" presetID="53" presetClass="entr" presetSubtype="16" fill="hold" grpId="0" nodeType="withEffect">
                                  <p:stCondLst>
                                    <p:cond delay="590"/>
                                  </p:stCondLst>
                                  <p:childTnLst>
                                    <p:set>
                                      <p:cBhvr>
                                        <p:cTn id="101" dur="1" fill="hold">
                                          <p:stCondLst>
                                            <p:cond delay="0"/>
                                          </p:stCondLst>
                                        </p:cTn>
                                        <p:tgtEl>
                                          <p:spTgt spid="176"/>
                                        </p:tgtEl>
                                        <p:attrNameLst>
                                          <p:attrName>style.visibility</p:attrName>
                                        </p:attrNameLst>
                                      </p:cBhvr>
                                      <p:to>
                                        <p:strVal val="visible"/>
                                      </p:to>
                                    </p:set>
                                    <p:anim calcmode="lin" valueType="num">
                                      <p:cBhvr>
                                        <p:cTn id="102" dur="750" fill="hold"/>
                                        <p:tgtEl>
                                          <p:spTgt spid="176"/>
                                        </p:tgtEl>
                                        <p:attrNameLst>
                                          <p:attrName>ppt_w</p:attrName>
                                        </p:attrNameLst>
                                      </p:cBhvr>
                                      <p:tavLst>
                                        <p:tav tm="0">
                                          <p:val>
                                            <p:fltVal val="0"/>
                                          </p:val>
                                        </p:tav>
                                        <p:tav tm="100000">
                                          <p:val>
                                            <p:strVal val="#ppt_w"/>
                                          </p:val>
                                        </p:tav>
                                      </p:tavLst>
                                    </p:anim>
                                    <p:anim calcmode="lin" valueType="num">
                                      <p:cBhvr>
                                        <p:cTn id="103" dur="750" fill="hold"/>
                                        <p:tgtEl>
                                          <p:spTgt spid="176"/>
                                        </p:tgtEl>
                                        <p:attrNameLst>
                                          <p:attrName>ppt_h</p:attrName>
                                        </p:attrNameLst>
                                      </p:cBhvr>
                                      <p:tavLst>
                                        <p:tav tm="0">
                                          <p:val>
                                            <p:fltVal val="0"/>
                                          </p:val>
                                        </p:tav>
                                        <p:tav tm="100000">
                                          <p:val>
                                            <p:strVal val="#ppt_h"/>
                                          </p:val>
                                        </p:tav>
                                      </p:tavLst>
                                    </p:anim>
                                    <p:animEffect transition="in" filter="fade">
                                      <p:cBhvr>
                                        <p:cTn id="104" dur="750"/>
                                        <p:tgtEl>
                                          <p:spTgt spid="176"/>
                                        </p:tgtEl>
                                      </p:cBhvr>
                                    </p:animEffect>
                                  </p:childTnLst>
                                </p:cTn>
                              </p:par>
                              <p:par>
                                <p:cTn id="105" presetID="53" presetClass="entr" presetSubtype="16" fill="hold" grpId="0" nodeType="withEffect">
                                  <p:stCondLst>
                                    <p:cond delay="590"/>
                                  </p:stCondLst>
                                  <p:childTnLst>
                                    <p:set>
                                      <p:cBhvr>
                                        <p:cTn id="106" dur="1" fill="hold">
                                          <p:stCondLst>
                                            <p:cond delay="0"/>
                                          </p:stCondLst>
                                        </p:cTn>
                                        <p:tgtEl>
                                          <p:spTgt spid="177"/>
                                        </p:tgtEl>
                                        <p:attrNameLst>
                                          <p:attrName>style.visibility</p:attrName>
                                        </p:attrNameLst>
                                      </p:cBhvr>
                                      <p:to>
                                        <p:strVal val="visible"/>
                                      </p:to>
                                    </p:set>
                                    <p:anim calcmode="lin" valueType="num">
                                      <p:cBhvr>
                                        <p:cTn id="107" dur="750" fill="hold"/>
                                        <p:tgtEl>
                                          <p:spTgt spid="177"/>
                                        </p:tgtEl>
                                        <p:attrNameLst>
                                          <p:attrName>ppt_w</p:attrName>
                                        </p:attrNameLst>
                                      </p:cBhvr>
                                      <p:tavLst>
                                        <p:tav tm="0">
                                          <p:val>
                                            <p:fltVal val="0"/>
                                          </p:val>
                                        </p:tav>
                                        <p:tav tm="100000">
                                          <p:val>
                                            <p:strVal val="#ppt_w"/>
                                          </p:val>
                                        </p:tav>
                                      </p:tavLst>
                                    </p:anim>
                                    <p:anim calcmode="lin" valueType="num">
                                      <p:cBhvr>
                                        <p:cTn id="108" dur="750" fill="hold"/>
                                        <p:tgtEl>
                                          <p:spTgt spid="177"/>
                                        </p:tgtEl>
                                        <p:attrNameLst>
                                          <p:attrName>ppt_h</p:attrName>
                                        </p:attrNameLst>
                                      </p:cBhvr>
                                      <p:tavLst>
                                        <p:tav tm="0">
                                          <p:val>
                                            <p:fltVal val="0"/>
                                          </p:val>
                                        </p:tav>
                                        <p:tav tm="100000">
                                          <p:val>
                                            <p:strVal val="#ppt_h"/>
                                          </p:val>
                                        </p:tav>
                                      </p:tavLst>
                                    </p:anim>
                                    <p:animEffect transition="in" filter="fade">
                                      <p:cBhvr>
                                        <p:cTn id="109" dur="750"/>
                                        <p:tgtEl>
                                          <p:spTgt spid="177"/>
                                        </p:tgtEl>
                                      </p:cBhvr>
                                    </p:animEffect>
                                  </p:childTnLst>
                                </p:cTn>
                              </p:par>
                              <p:par>
                                <p:cTn id="110" presetID="53" presetClass="entr" presetSubtype="16" fill="hold" grpId="0" nodeType="withEffect">
                                  <p:stCondLst>
                                    <p:cond delay="590"/>
                                  </p:stCondLst>
                                  <p:childTnLst>
                                    <p:set>
                                      <p:cBhvr>
                                        <p:cTn id="111" dur="1" fill="hold">
                                          <p:stCondLst>
                                            <p:cond delay="0"/>
                                          </p:stCondLst>
                                        </p:cTn>
                                        <p:tgtEl>
                                          <p:spTgt spid="178"/>
                                        </p:tgtEl>
                                        <p:attrNameLst>
                                          <p:attrName>style.visibility</p:attrName>
                                        </p:attrNameLst>
                                      </p:cBhvr>
                                      <p:to>
                                        <p:strVal val="visible"/>
                                      </p:to>
                                    </p:set>
                                    <p:anim calcmode="lin" valueType="num">
                                      <p:cBhvr>
                                        <p:cTn id="112" dur="750" fill="hold"/>
                                        <p:tgtEl>
                                          <p:spTgt spid="178"/>
                                        </p:tgtEl>
                                        <p:attrNameLst>
                                          <p:attrName>ppt_w</p:attrName>
                                        </p:attrNameLst>
                                      </p:cBhvr>
                                      <p:tavLst>
                                        <p:tav tm="0">
                                          <p:val>
                                            <p:fltVal val="0"/>
                                          </p:val>
                                        </p:tav>
                                        <p:tav tm="100000">
                                          <p:val>
                                            <p:strVal val="#ppt_w"/>
                                          </p:val>
                                        </p:tav>
                                      </p:tavLst>
                                    </p:anim>
                                    <p:anim calcmode="lin" valueType="num">
                                      <p:cBhvr>
                                        <p:cTn id="113" dur="750" fill="hold"/>
                                        <p:tgtEl>
                                          <p:spTgt spid="178"/>
                                        </p:tgtEl>
                                        <p:attrNameLst>
                                          <p:attrName>ppt_h</p:attrName>
                                        </p:attrNameLst>
                                      </p:cBhvr>
                                      <p:tavLst>
                                        <p:tav tm="0">
                                          <p:val>
                                            <p:fltVal val="0"/>
                                          </p:val>
                                        </p:tav>
                                        <p:tav tm="100000">
                                          <p:val>
                                            <p:strVal val="#ppt_h"/>
                                          </p:val>
                                        </p:tav>
                                      </p:tavLst>
                                    </p:anim>
                                    <p:animEffect transition="in" filter="fade">
                                      <p:cBhvr>
                                        <p:cTn id="114" dur="750"/>
                                        <p:tgtEl>
                                          <p:spTgt spid="178"/>
                                        </p:tgtEl>
                                      </p:cBhvr>
                                    </p:animEffect>
                                  </p:childTnLst>
                                </p:cTn>
                              </p:par>
                              <p:par>
                                <p:cTn id="115" presetID="53" presetClass="entr" presetSubtype="16" fill="hold" grpId="0" nodeType="withEffect">
                                  <p:stCondLst>
                                    <p:cond delay="810"/>
                                  </p:stCondLst>
                                  <p:childTnLst>
                                    <p:set>
                                      <p:cBhvr>
                                        <p:cTn id="116" dur="1" fill="hold">
                                          <p:stCondLst>
                                            <p:cond delay="0"/>
                                          </p:stCondLst>
                                        </p:cTn>
                                        <p:tgtEl>
                                          <p:spTgt spid="179"/>
                                        </p:tgtEl>
                                        <p:attrNameLst>
                                          <p:attrName>style.visibility</p:attrName>
                                        </p:attrNameLst>
                                      </p:cBhvr>
                                      <p:to>
                                        <p:strVal val="visible"/>
                                      </p:to>
                                    </p:set>
                                    <p:anim calcmode="lin" valueType="num">
                                      <p:cBhvr>
                                        <p:cTn id="117" dur="750" fill="hold"/>
                                        <p:tgtEl>
                                          <p:spTgt spid="179"/>
                                        </p:tgtEl>
                                        <p:attrNameLst>
                                          <p:attrName>ppt_w</p:attrName>
                                        </p:attrNameLst>
                                      </p:cBhvr>
                                      <p:tavLst>
                                        <p:tav tm="0">
                                          <p:val>
                                            <p:fltVal val="0"/>
                                          </p:val>
                                        </p:tav>
                                        <p:tav tm="100000">
                                          <p:val>
                                            <p:strVal val="#ppt_w"/>
                                          </p:val>
                                        </p:tav>
                                      </p:tavLst>
                                    </p:anim>
                                    <p:anim calcmode="lin" valueType="num">
                                      <p:cBhvr>
                                        <p:cTn id="118" dur="750" fill="hold"/>
                                        <p:tgtEl>
                                          <p:spTgt spid="179"/>
                                        </p:tgtEl>
                                        <p:attrNameLst>
                                          <p:attrName>ppt_h</p:attrName>
                                        </p:attrNameLst>
                                      </p:cBhvr>
                                      <p:tavLst>
                                        <p:tav tm="0">
                                          <p:val>
                                            <p:fltVal val="0"/>
                                          </p:val>
                                        </p:tav>
                                        <p:tav tm="100000">
                                          <p:val>
                                            <p:strVal val="#ppt_h"/>
                                          </p:val>
                                        </p:tav>
                                      </p:tavLst>
                                    </p:anim>
                                    <p:animEffect transition="in" filter="fade">
                                      <p:cBhvr>
                                        <p:cTn id="119" dur="750"/>
                                        <p:tgtEl>
                                          <p:spTgt spid="179"/>
                                        </p:tgtEl>
                                      </p:cBhvr>
                                    </p:animEffect>
                                  </p:childTnLst>
                                </p:cTn>
                              </p:par>
                              <p:par>
                                <p:cTn id="120" presetID="53" presetClass="entr" presetSubtype="16" fill="hold" nodeType="withEffect">
                                  <p:stCondLst>
                                    <p:cond delay="810"/>
                                  </p:stCondLst>
                                  <p:childTnLst>
                                    <p:set>
                                      <p:cBhvr>
                                        <p:cTn id="121" dur="1" fill="hold">
                                          <p:stCondLst>
                                            <p:cond delay="0"/>
                                          </p:stCondLst>
                                        </p:cTn>
                                        <p:tgtEl>
                                          <p:spTgt spid="180"/>
                                        </p:tgtEl>
                                        <p:attrNameLst>
                                          <p:attrName>style.visibility</p:attrName>
                                        </p:attrNameLst>
                                      </p:cBhvr>
                                      <p:to>
                                        <p:strVal val="visible"/>
                                      </p:to>
                                    </p:set>
                                    <p:anim calcmode="lin" valueType="num">
                                      <p:cBhvr>
                                        <p:cTn id="122" dur="750" fill="hold"/>
                                        <p:tgtEl>
                                          <p:spTgt spid="180"/>
                                        </p:tgtEl>
                                        <p:attrNameLst>
                                          <p:attrName>ppt_w</p:attrName>
                                        </p:attrNameLst>
                                      </p:cBhvr>
                                      <p:tavLst>
                                        <p:tav tm="0">
                                          <p:val>
                                            <p:fltVal val="0"/>
                                          </p:val>
                                        </p:tav>
                                        <p:tav tm="100000">
                                          <p:val>
                                            <p:strVal val="#ppt_w"/>
                                          </p:val>
                                        </p:tav>
                                      </p:tavLst>
                                    </p:anim>
                                    <p:anim calcmode="lin" valueType="num">
                                      <p:cBhvr>
                                        <p:cTn id="123" dur="750" fill="hold"/>
                                        <p:tgtEl>
                                          <p:spTgt spid="180"/>
                                        </p:tgtEl>
                                        <p:attrNameLst>
                                          <p:attrName>ppt_h</p:attrName>
                                        </p:attrNameLst>
                                      </p:cBhvr>
                                      <p:tavLst>
                                        <p:tav tm="0">
                                          <p:val>
                                            <p:fltVal val="0"/>
                                          </p:val>
                                        </p:tav>
                                        <p:tav tm="100000">
                                          <p:val>
                                            <p:strVal val="#ppt_h"/>
                                          </p:val>
                                        </p:tav>
                                      </p:tavLst>
                                    </p:anim>
                                    <p:animEffect transition="in" filter="fade">
                                      <p:cBhvr>
                                        <p:cTn id="124" dur="750"/>
                                        <p:tgtEl>
                                          <p:spTgt spid="180"/>
                                        </p:tgtEl>
                                      </p:cBhvr>
                                    </p:animEffect>
                                  </p:childTnLst>
                                </p:cTn>
                              </p:par>
                              <p:par>
                                <p:cTn id="125" presetID="53" presetClass="entr" presetSubtype="16" fill="hold" grpId="0" nodeType="withEffect">
                                  <p:stCondLst>
                                    <p:cond delay="810"/>
                                  </p:stCondLst>
                                  <p:childTnLst>
                                    <p:set>
                                      <p:cBhvr>
                                        <p:cTn id="126" dur="1" fill="hold">
                                          <p:stCondLst>
                                            <p:cond delay="0"/>
                                          </p:stCondLst>
                                        </p:cTn>
                                        <p:tgtEl>
                                          <p:spTgt spid="181"/>
                                        </p:tgtEl>
                                        <p:attrNameLst>
                                          <p:attrName>style.visibility</p:attrName>
                                        </p:attrNameLst>
                                      </p:cBhvr>
                                      <p:to>
                                        <p:strVal val="visible"/>
                                      </p:to>
                                    </p:set>
                                    <p:anim calcmode="lin" valueType="num">
                                      <p:cBhvr>
                                        <p:cTn id="127" dur="750" fill="hold"/>
                                        <p:tgtEl>
                                          <p:spTgt spid="181"/>
                                        </p:tgtEl>
                                        <p:attrNameLst>
                                          <p:attrName>ppt_w</p:attrName>
                                        </p:attrNameLst>
                                      </p:cBhvr>
                                      <p:tavLst>
                                        <p:tav tm="0">
                                          <p:val>
                                            <p:fltVal val="0"/>
                                          </p:val>
                                        </p:tav>
                                        <p:tav tm="100000">
                                          <p:val>
                                            <p:strVal val="#ppt_w"/>
                                          </p:val>
                                        </p:tav>
                                      </p:tavLst>
                                    </p:anim>
                                    <p:anim calcmode="lin" valueType="num">
                                      <p:cBhvr>
                                        <p:cTn id="128" dur="750" fill="hold"/>
                                        <p:tgtEl>
                                          <p:spTgt spid="181"/>
                                        </p:tgtEl>
                                        <p:attrNameLst>
                                          <p:attrName>ppt_h</p:attrName>
                                        </p:attrNameLst>
                                      </p:cBhvr>
                                      <p:tavLst>
                                        <p:tav tm="0">
                                          <p:val>
                                            <p:fltVal val="0"/>
                                          </p:val>
                                        </p:tav>
                                        <p:tav tm="100000">
                                          <p:val>
                                            <p:strVal val="#ppt_h"/>
                                          </p:val>
                                        </p:tav>
                                      </p:tavLst>
                                    </p:anim>
                                    <p:animEffect transition="in" filter="fade">
                                      <p:cBhvr>
                                        <p:cTn id="129" dur="750"/>
                                        <p:tgtEl>
                                          <p:spTgt spid="181"/>
                                        </p:tgtEl>
                                      </p:cBhvr>
                                    </p:animEffect>
                                  </p:childTnLst>
                                </p:cTn>
                              </p:par>
                              <p:par>
                                <p:cTn id="130" presetID="53" presetClass="entr" presetSubtype="16" fill="hold" grpId="0" nodeType="withEffect">
                                  <p:stCondLst>
                                    <p:cond delay="810"/>
                                  </p:stCondLst>
                                  <p:childTnLst>
                                    <p:set>
                                      <p:cBhvr>
                                        <p:cTn id="131" dur="1" fill="hold">
                                          <p:stCondLst>
                                            <p:cond delay="0"/>
                                          </p:stCondLst>
                                        </p:cTn>
                                        <p:tgtEl>
                                          <p:spTgt spid="182"/>
                                        </p:tgtEl>
                                        <p:attrNameLst>
                                          <p:attrName>style.visibility</p:attrName>
                                        </p:attrNameLst>
                                      </p:cBhvr>
                                      <p:to>
                                        <p:strVal val="visible"/>
                                      </p:to>
                                    </p:set>
                                    <p:anim calcmode="lin" valueType="num">
                                      <p:cBhvr>
                                        <p:cTn id="132" dur="750" fill="hold"/>
                                        <p:tgtEl>
                                          <p:spTgt spid="182"/>
                                        </p:tgtEl>
                                        <p:attrNameLst>
                                          <p:attrName>ppt_w</p:attrName>
                                        </p:attrNameLst>
                                      </p:cBhvr>
                                      <p:tavLst>
                                        <p:tav tm="0">
                                          <p:val>
                                            <p:fltVal val="0"/>
                                          </p:val>
                                        </p:tav>
                                        <p:tav tm="100000">
                                          <p:val>
                                            <p:strVal val="#ppt_w"/>
                                          </p:val>
                                        </p:tav>
                                      </p:tavLst>
                                    </p:anim>
                                    <p:anim calcmode="lin" valueType="num">
                                      <p:cBhvr>
                                        <p:cTn id="133" dur="750" fill="hold"/>
                                        <p:tgtEl>
                                          <p:spTgt spid="182"/>
                                        </p:tgtEl>
                                        <p:attrNameLst>
                                          <p:attrName>ppt_h</p:attrName>
                                        </p:attrNameLst>
                                      </p:cBhvr>
                                      <p:tavLst>
                                        <p:tav tm="0">
                                          <p:val>
                                            <p:fltVal val="0"/>
                                          </p:val>
                                        </p:tav>
                                        <p:tav tm="100000">
                                          <p:val>
                                            <p:strVal val="#ppt_h"/>
                                          </p:val>
                                        </p:tav>
                                      </p:tavLst>
                                    </p:anim>
                                    <p:animEffect transition="in" filter="fade">
                                      <p:cBhvr>
                                        <p:cTn id="134" dur="750"/>
                                        <p:tgtEl>
                                          <p:spTgt spid="182"/>
                                        </p:tgtEl>
                                      </p:cBhvr>
                                    </p:animEffect>
                                  </p:childTnLst>
                                </p:cTn>
                              </p:par>
                              <p:par>
                                <p:cTn id="135" presetID="53" presetClass="entr" presetSubtype="16" fill="hold" grpId="0" nodeType="withEffect">
                                  <p:stCondLst>
                                    <p:cond delay="810"/>
                                  </p:stCondLst>
                                  <p:childTnLst>
                                    <p:set>
                                      <p:cBhvr>
                                        <p:cTn id="136" dur="1" fill="hold">
                                          <p:stCondLst>
                                            <p:cond delay="0"/>
                                          </p:stCondLst>
                                        </p:cTn>
                                        <p:tgtEl>
                                          <p:spTgt spid="183"/>
                                        </p:tgtEl>
                                        <p:attrNameLst>
                                          <p:attrName>style.visibility</p:attrName>
                                        </p:attrNameLst>
                                      </p:cBhvr>
                                      <p:to>
                                        <p:strVal val="visible"/>
                                      </p:to>
                                    </p:set>
                                    <p:anim calcmode="lin" valueType="num">
                                      <p:cBhvr>
                                        <p:cTn id="137" dur="750" fill="hold"/>
                                        <p:tgtEl>
                                          <p:spTgt spid="183"/>
                                        </p:tgtEl>
                                        <p:attrNameLst>
                                          <p:attrName>ppt_w</p:attrName>
                                        </p:attrNameLst>
                                      </p:cBhvr>
                                      <p:tavLst>
                                        <p:tav tm="0">
                                          <p:val>
                                            <p:fltVal val="0"/>
                                          </p:val>
                                        </p:tav>
                                        <p:tav tm="100000">
                                          <p:val>
                                            <p:strVal val="#ppt_w"/>
                                          </p:val>
                                        </p:tav>
                                      </p:tavLst>
                                    </p:anim>
                                    <p:anim calcmode="lin" valueType="num">
                                      <p:cBhvr>
                                        <p:cTn id="138" dur="750" fill="hold"/>
                                        <p:tgtEl>
                                          <p:spTgt spid="183"/>
                                        </p:tgtEl>
                                        <p:attrNameLst>
                                          <p:attrName>ppt_h</p:attrName>
                                        </p:attrNameLst>
                                      </p:cBhvr>
                                      <p:tavLst>
                                        <p:tav tm="0">
                                          <p:val>
                                            <p:fltVal val="0"/>
                                          </p:val>
                                        </p:tav>
                                        <p:tav tm="100000">
                                          <p:val>
                                            <p:strVal val="#ppt_h"/>
                                          </p:val>
                                        </p:tav>
                                      </p:tavLst>
                                    </p:anim>
                                    <p:animEffect transition="in" filter="fade">
                                      <p:cBhvr>
                                        <p:cTn id="139" dur="750"/>
                                        <p:tgtEl>
                                          <p:spTgt spid="183"/>
                                        </p:tgtEl>
                                      </p:cBhvr>
                                    </p:animEffect>
                                  </p:childTnLst>
                                </p:cTn>
                              </p:par>
                              <p:par>
                                <p:cTn id="140" presetID="53" presetClass="entr" presetSubtype="16" fill="hold" grpId="0" nodeType="withEffect">
                                  <p:stCondLst>
                                    <p:cond delay="810"/>
                                  </p:stCondLst>
                                  <p:childTnLst>
                                    <p:set>
                                      <p:cBhvr>
                                        <p:cTn id="141" dur="1" fill="hold">
                                          <p:stCondLst>
                                            <p:cond delay="0"/>
                                          </p:stCondLst>
                                        </p:cTn>
                                        <p:tgtEl>
                                          <p:spTgt spid="184"/>
                                        </p:tgtEl>
                                        <p:attrNameLst>
                                          <p:attrName>style.visibility</p:attrName>
                                        </p:attrNameLst>
                                      </p:cBhvr>
                                      <p:to>
                                        <p:strVal val="visible"/>
                                      </p:to>
                                    </p:set>
                                    <p:anim calcmode="lin" valueType="num">
                                      <p:cBhvr>
                                        <p:cTn id="142" dur="750" fill="hold"/>
                                        <p:tgtEl>
                                          <p:spTgt spid="184"/>
                                        </p:tgtEl>
                                        <p:attrNameLst>
                                          <p:attrName>ppt_w</p:attrName>
                                        </p:attrNameLst>
                                      </p:cBhvr>
                                      <p:tavLst>
                                        <p:tav tm="0">
                                          <p:val>
                                            <p:fltVal val="0"/>
                                          </p:val>
                                        </p:tav>
                                        <p:tav tm="100000">
                                          <p:val>
                                            <p:strVal val="#ppt_w"/>
                                          </p:val>
                                        </p:tav>
                                      </p:tavLst>
                                    </p:anim>
                                    <p:anim calcmode="lin" valueType="num">
                                      <p:cBhvr>
                                        <p:cTn id="143" dur="750" fill="hold"/>
                                        <p:tgtEl>
                                          <p:spTgt spid="184"/>
                                        </p:tgtEl>
                                        <p:attrNameLst>
                                          <p:attrName>ppt_h</p:attrName>
                                        </p:attrNameLst>
                                      </p:cBhvr>
                                      <p:tavLst>
                                        <p:tav tm="0">
                                          <p:val>
                                            <p:fltVal val="0"/>
                                          </p:val>
                                        </p:tav>
                                        <p:tav tm="100000">
                                          <p:val>
                                            <p:strVal val="#ppt_h"/>
                                          </p:val>
                                        </p:tav>
                                      </p:tavLst>
                                    </p:anim>
                                    <p:animEffect transition="in" filter="fade">
                                      <p:cBhvr>
                                        <p:cTn id="144" dur="750"/>
                                        <p:tgtEl>
                                          <p:spTgt spid="184"/>
                                        </p:tgtEl>
                                      </p:cBhvr>
                                    </p:animEffect>
                                  </p:childTnLst>
                                </p:cTn>
                              </p:par>
                              <p:par>
                                <p:cTn id="145" presetID="53" presetClass="entr" presetSubtype="16" fill="hold" grpId="0" nodeType="withEffect">
                                  <p:stCondLst>
                                    <p:cond delay="810"/>
                                  </p:stCondLst>
                                  <p:childTnLst>
                                    <p:set>
                                      <p:cBhvr>
                                        <p:cTn id="146" dur="1" fill="hold">
                                          <p:stCondLst>
                                            <p:cond delay="0"/>
                                          </p:stCondLst>
                                        </p:cTn>
                                        <p:tgtEl>
                                          <p:spTgt spid="185"/>
                                        </p:tgtEl>
                                        <p:attrNameLst>
                                          <p:attrName>style.visibility</p:attrName>
                                        </p:attrNameLst>
                                      </p:cBhvr>
                                      <p:to>
                                        <p:strVal val="visible"/>
                                      </p:to>
                                    </p:set>
                                    <p:anim calcmode="lin" valueType="num">
                                      <p:cBhvr>
                                        <p:cTn id="147" dur="750" fill="hold"/>
                                        <p:tgtEl>
                                          <p:spTgt spid="185"/>
                                        </p:tgtEl>
                                        <p:attrNameLst>
                                          <p:attrName>ppt_w</p:attrName>
                                        </p:attrNameLst>
                                      </p:cBhvr>
                                      <p:tavLst>
                                        <p:tav tm="0">
                                          <p:val>
                                            <p:fltVal val="0"/>
                                          </p:val>
                                        </p:tav>
                                        <p:tav tm="100000">
                                          <p:val>
                                            <p:strVal val="#ppt_w"/>
                                          </p:val>
                                        </p:tav>
                                      </p:tavLst>
                                    </p:anim>
                                    <p:anim calcmode="lin" valueType="num">
                                      <p:cBhvr>
                                        <p:cTn id="148" dur="750" fill="hold"/>
                                        <p:tgtEl>
                                          <p:spTgt spid="185"/>
                                        </p:tgtEl>
                                        <p:attrNameLst>
                                          <p:attrName>ppt_h</p:attrName>
                                        </p:attrNameLst>
                                      </p:cBhvr>
                                      <p:tavLst>
                                        <p:tav tm="0">
                                          <p:val>
                                            <p:fltVal val="0"/>
                                          </p:val>
                                        </p:tav>
                                        <p:tav tm="100000">
                                          <p:val>
                                            <p:strVal val="#ppt_h"/>
                                          </p:val>
                                        </p:tav>
                                      </p:tavLst>
                                    </p:anim>
                                    <p:animEffect transition="in" filter="fade">
                                      <p:cBhvr>
                                        <p:cTn id="149" dur="750"/>
                                        <p:tgtEl>
                                          <p:spTgt spid="185"/>
                                        </p:tgtEl>
                                      </p:cBhvr>
                                    </p:animEffect>
                                  </p:childTnLst>
                                </p:cTn>
                              </p:par>
                              <p:par>
                                <p:cTn id="150" presetID="53" presetClass="entr" presetSubtype="16" fill="hold" grpId="0" nodeType="withEffect">
                                  <p:stCondLst>
                                    <p:cond delay="810"/>
                                  </p:stCondLst>
                                  <p:childTnLst>
                                    <p:set>
                                      <p:cBhvr>
                                        <p:cTn id="151" dur="1" fill="hold">
                                          <p:stCondLst>
                                            <p:cond delay="0"/>
                                          </p:stCondLst>
                                        </p:cTn>
                                        <p:tgtEl>
                                          <p:spTgt spid="186"/>
                                        </p:tgtEl>
                                        <p:attrNameLst>
                                          <p:attrName>style.visibility</p:attrName>
                                        </p:attrNameLst>
                                      </p:cBhvr>
                                      <p:to>
                                        <p:strVal val="visible"/>
                                      </p:to>
                                    </p:set>
                                    <p:anim calcmode="lin" valueType="num">
                                      <p:cBhvr>
                                        <p:cTn id="152" dur="750" fill="hold"/>
                                        <p:tgtEl>
                                          <p:spTgt spid="186"/>
                                        </p:tgtEl>
                                        <p:attrNameLst>
                                          <p:attrName>ppt_w</p:attrName>
                                        </p:attrNameLst>
                                      </p:cBhvr>
                                      <p:tavLst>
                                        <p:tav tm="0">
                                          <p:val>
                                            <p:fltVal val="0"/>
                                          </p:val>
                                        </p:tav>
                                        <p:tav tm="100000">
                                          <p:val>
                                            <p:strVal val="#ppt_w"/>
                                          </p:val>
                                        </p:tav>
                                      </p:tavLst>
                                    </p:anim>
                                    <p:anim calcmode="lin" valueType="num">
                                      <p:cBhvr>
                                        <p:cTn id="153" dur="750" fill="hold"/>
                                        <p:tgtEl>
                                          <p:spTgt spid="186"/>
                                        </p:tgtEl>
                                        <p:attrNameLst>
                                          <p:attrName>ppt_h</p:attrName>
                                        </p:attrNameLst>
                                      </p:cBhvr>
                                      <p:tavLst>
                                        <p:tav tm="0">
                                          <p:val>
                                            <p:fltVal val="0"/>
                                          </p:val>
                                        </p:tav>
                                        <p:tav tm="100000">
                                          <p:val>
                                            <p:strVal val="#ppt_h"/>
                                          </p:val>
                                        </p:tav>
                                      </p:tavLst>
                                    </p:anim>
                                    <p:animEffect transition="in" filter="fade">
                                      <p:cBhvr>
                                        <p:cTn id="154" dur="750"/>
                                        <p:tgtEl>
                                          <p:spTgt spid="186"/>
                                        </p:tgtEl>
                                      </p:cBhvr>
                                    </p:animEffect>
                                  </p:childTnLst>
                                </p:cTn>
                              </p:par>
                              <p:par>
                                <p:cTn id="155" presetID="53" presetClass="entr" presetSubtype="16" fill="hold" grpId="0" nodeType="withEffect">
                                  <p:stCondLst>
                                    <p:cond delay="1030"/>
                                  </p:stCondLst>
                                  <p:childTnLst>
                                    <p:set>
                                      <p:cBhvr>
                                        <p:cTn id="156" dur="1" fill="hold">
                                          <p:stCondLst>
                                            <p:cond delay="0"/>
                                          </p:stCondLst>
                                        </p:cTn>
                                        <p:tgtEl>
                                          <p:spTgt spid="187"/>
                                        </p:tgtEl>
                                        <p:attrNameLst>
                                          <p:attrName>style.visibility</p:attrName>
                                        </p:attrNameLst>
                                      </p:cBhvr>
                                      <p:to>
                                        <p:strVal val="visible"/>
                                      </p:to>
                                    </p:set>
                                    <p:anim calcmode="lin" valueType="num">
                                      <p:cBhvr>
                                        <p:cTn id="157" dur="750" fill="hold"/>
                                        <p:tgtEl>
                                          <p:spTgt spid="187"/>
                                        </p:tgtEl>
                                        <p:attrNameLst>
                                          <p:attrName>ppt_w</p:attrName>
                                        </p:attrNameLst>
                                      </p:cBhvr>
                                      <p:tavLst>
                                        <p:tav tm="0">
                                          <p:val>
                                            <p:fltVal val="0"/>
                                          </p:val>
                                        </p:tav>
                                        <p:tav tm="100000">
                                          <p:val>
                                            <p:strVal val="#ppt_w"/>
                                          </p:val>
                                        </p:tav>
                                      </p:tavLst>
                                    </p:anim>
                                    <p:anim calcmode="lin" valueType="num">
                                      <p:cBhvr>
                                        <p:cTn id="158" dur="750" fill="hold"/>
                                        <p:tgtEl>
                                          <p:spTgt spid="187"/>
                                        </p:tgtEl>
                                        <p:attrNameLst>
                                          <p:attrName>ppt_h</p:attrName>
                                        </p:attrNameLst>
                                      </p:cBhvr>
                                      <p:tavLst>
                                        <p:tav tm="0">
                                          <p:val>
                                            <p:fltVal val="0"/>
                                          </p:val>
                                        </p:tav>
                                        <p:tav tm="100000">
                                          <p:val>
                                            <p:strVal val="#ppt_h"/>
                                          </p:val>
                                        </p:tav>
                                      </p:tavLst>
                                    </p:anim>
                                    <p:animEffect transition="in" filter="fade">
                                      <p:cBhvr>
                                        <p:cTn id="159" dur="750"/>
                                        <p:tgtEl>
                                          <p:spTgt spid="187"/>
                                        </p:tgtEl>
                                      </p:cBhvr>
                                    </p:animEffect>
                                  </p:childTnLst>
                                </p:cTn>
                              </p:par>
                              <p:par>
                                <p:cTn id="160" presetID="53" presetClass="entr" presetSubtype="16" fill="hold" nodeType="withEffect">
                                  <p:stCondLst>
                                    <p:cond delay="1030"/>
                                  </p:stCondLst>
                                  <p:childTnLst>
                                    <p:set>
                                      <p:cBhvr>
                                        <p:cTn id="161" dur="1" fill="hold">
                                          <p:stCondLst>
                                            <p:cond delay="0"/>
                                          </p:stCondLst>
                                        </p:cTn>
                                        <p:tgtEl>
                                          <p:spTgt spid="188"/>
                                        </p:tgtEl>
                                        <p:attrNameLst>
                                          <p:attrName>style.visibility</p:attrName>
                                        </p:attrNameLst>
                                      </p:cBhvr>
                                      <p:to>
                                        <p:strVal val="visible"/>
                                      </p:to>
                                    </p:set>
                                    <p:anim calcmode="lin" valueType="num">
                                      <p:cBhvr>
                                        <p:cTn id="162" dur="750" fill="hold"/>
                                        <p:tgtEl>
                                          <p:spTgt spid="188"/>
                                        </p:tgtEl>
                                        <p:attrNameLst>
                                          <p:attrName>ppt_w</p:attrName>
                                        </p:attrNameLst>
                                      </p:cBhvr>
                                      <p:tavLst>
                                        <p:tav tm="0">
                                          <p:val>
                                            <p:fltVal val="0"/>
                                          </p:val>
                                        </p:tav>
                                        <p:tav tm="100000">
                                          <p:val>
                                            <p:strVal val="#ppt_w"/>
                                          </p:val>
                                        </p:tav>
                                      </p:tavLst>
                                    </p:anim>
                                    <p:anim calcmode="lin" valueType="num">
                                      <p:cBhvr>
                                        <p:cTn id="163" dur="750" fill="hold"/>
                                        <p:tgtEl>
                                          <p:spTgt spid="188"/>
                                        </p:tgtEl>
                                        <p:attrNameLst>
                                          <p:attrName>ppt_h</p:attrName>
                                        </p:attrNameLst>
                                      </p:cBhvr>
                                      <p:tavLst>
                                        <p:tav tm="0">
                                          <p:val>
                                            <p:fltVal val="0"/>
                                          </p:val>
                                        </p:tav>
                                        <p:tav tm="100000">
                                          <p:val>
                                            <p:strVal val="#ppt_h"/>
                                          </p:val>
                                        </p:tav>
                                      </p:tavLst>
                                    </p:anim>
                                    <p:animEffect transition="in" filter="fade">
                                      <p:cBhvr>
                                        <p:cTn id="164" dur="750"/>
                                        <p:tgtEl>
                                          <p:spTgt spid="188"/>
                                        </p:tgtEl>
                                      </p:cBhvr>
                                    </p:animEffect>
                                  </p:childTnLst>
                                </p:cTn>
                              </p:par>
                              <p:par>
                                <p:cTn id="165" presetID="53" presetClass="entr" presetSubtype="16" fill="hold" grpId="0" nodeType="withEffect">
                                  <p:stCondLst>
                                    <p:cond delay="1030"/>
                                  </p:stCondLst>
                                  <p:childTnLst>
                                    <p:set>
                                      <p:cBhvr>
                                        <p:cTn id="166" dur="1" fill="hold">
                                          <p:stCondLst>
                                            <p:cond delay="0"/>
                                          </p:stCondLst>
                                        </p:cTn>
                                        <p:tgtEl>
                                          <p:spTgt spid="189"/>
                                        </p:tgtEl>
                                        <p:attrNameLst>
                                          <p:attrName>style.visibility</p:attrName>
                                        </p:attrNameLst>
                                      </p:cBhvr>
                                      <p:to>
                                        <p:strVal val="visible"/>
                                      </p:to>
                                    </p:set>
                                    <p:anim calcmode="lin" valueType="num">
                                      <p:cBhvr>
                                        <p:cTn id="167" dur="750" fill="hold"/>
                                        <p:tgtEl>
                                          <p:spTgt spid="189"/>
                                        </p:tgtEl>
                                        <p:attrNameLst>
                                          <p:attrName>ppt_w</p:attrName>
                                        </p:attrNameLst>
                                      </p:cBhvr>
                                      <p:tavLst>
                                        <p:tav tm="0">
                                          <p:val>
                                            <p:fltVal val="0"/>
                                          </p:val>
                                        </p:tav>
                                        <p:tav tm="100000">
                                          <p:val>
                                            <p:strVal val="#ppt_w"/>
                                          </p:val>
                                        </p:tav>
                                      </p:tavLst>
                                    </p:anim>
                                    <p:anim calcmode="lin" valueType="num">
                                      <p:cBhvr>
                                        <p:cTn id="168" dur="750" fill="hold"/>
                                        <p:tgtEl>
                                          <p:spTgt spid="189"/>
                                        </p:tgtEl>
                                        <p:attrNameLst>
                                          <p:attrName>ppt_h</p:attrName>
                                        </p:attrNameLst>
                                      </p:cBhvr>
                                      <p:tavLst>
                                        <p:tav tm="0">
                                          <p:val>
                                            <p:fltVal val="0"/>
                                          </p:val>
                                        </p:tav>
                                        <p:tav tm="100000">
                                          <p:val>
                                            <p:strVal val="#ppt_h"/>
                                          </p:val>
                                        </p:tav>
                                      </p:tavLst>
                                    </p:anim>
                                    <p:animEffect transition="in" filter="fade">
                                      <p:cBhvr>
                                        <p:cTn id="169" dur="750"/>
                                        <p:tgtEl>
                                          <p:spTgt spid="189"/>
                                        </p:tgtEl>
                                      </p:cBhvr>
                                    </p:animEffect>
                                  </p:childTnLst>
                                </p:cTn>
                              </p:par>
                              <p:par>
                                <p:cTn id="170" presetID="53" presetClass="entr" presetSubtype="16" fill="hold" grpId="0" nodeType="withEffect">
                                  <p:stCondLst>
                                    <p:cond delay="1030"/>
                                  </p:stCondLst>
                                  <p:childTnLst>
                                    <p:set>
                                      <p:cBhvr>
                                        <p:cTn id="171" dur="1" fill="hold">
                                          <p:stCondLst>
                                            <p:cond delay="0"/>
                                          </p:stCondLst>
                                        </p:cTn>
                                        <p:tgtEl>
                                          <p:spTgt spid="190"/>
                                        </p:tgtEl>
                                        <p:attrNameLst>
                                          <p:attrName>style.visibility</p:attrName>
                                        </p:attrNameLst>
                                      </p:cBhvr>
                                      <p:to>
                                        <p:strVal val="visible"/>
                                      </p:to>
                                    </p:set>
                                    <p:anim calcmode="lin" valueType="num">
                                      <p:cBhvr>
                                        <p:cTn id="172" dur="750" fill="hold"/>
                                        <p:tgtEl>
                                          <p:spTgt spid="190"/>
                                        </p:tgtEl>
                                        <p:attrNameLst>
                                          <p:attrName>ppt_w</p:attrName>
                                        </p:attrNameLst>
                                      </p:cBhvr>
                                      <p:tavLst>
                                        <p:tav tm="0">
                                          <p:val>
                                            <p:fltVal val="0"/>
                                          </p:val>
                                        </p:tav>
                                        <p:tav tm="100000">
                                          <p:val>
                                            <p:strVal val="#ppt_w"/>
                                          </p:val>
                                        </p:tav>
                                      </p:tavLst>
                                    </p:anim>
                                    <p:anim calcmode="lin" valueType="num">
                                      <p:cBhvr>
                                        <p:cTn id="173" dur="750" fill="hold"/>
                                        <p:tgtEl>
                                          <p:spTgt spid="190"/>
                                        </p:tgtEl>
                                        <p:attrNameLst>
                                          <p:attrName>ppt_h</p:attrName>
                                        </p:attrNameLst>
                                      </p:cBhvr>
                                      <p:tavLst>
                                        <p:tav tm="0">
                                          <p:val>
                                            <p:fltVal val="0"/>
                                          </p:val>
                                        </p:tav>
                                        <p:tav tm="100000">
                                          <p:val>
                                            <p:strVal val="#ppt_h"/>
                                          </p:val>
                                        </p:tav>
                                      </p:tavLst>
                                    </p:anim>
                                    <p:animEffect transition="in" filter="fade">
                                      <p:cBhvr>
                                        <p:cTn id="174" dur="750"/>
                                        <p:tgtEl>
                                          <p:spTgt spid="190"/>
                                        </p:tgtEl>
                                      </p:cBhvr>
                                    </p:animEffect>
                                  </p:childTnLst>
                                </p:cTn>
                              </p:par>
                              <p:par>
                                <p:cTn id="175" presetID="53" presetClass="entr" presetSubtype="16" fill="hold" grpId="0" nodeType="withEffect">
                                  <p:stCondLst>
                                    <p:cond delay="1030"/>
                                  </p:stCondLst>
                                  <p:childTnLst>
                                    <p:set>
                                      <p:cBhvr>
                                        <p:cTn id="176" dur="1" fill="hold">
                                          <p:stCondLst>
                                            <p:cond delay="0"/>
                                          </p:stCondLst>
                                        </p:cTn>
                                        <p:tgtEl>
                                          <p:spTgt spid="191"/>
                                        </p:tgtEl>
                                        <p:attrNameLst>
                                          <p:attrName>style.visibility</p:attrName>
                                        </p:attrNameLst>
                                      </p:cBhvr>
                                      <p:to>
                                        <p:strVal val="visible"/>
                                      </p:to>
                                    </p:set>
                                    <p:anim calcmode="lin" valueType="num">
                                      <p:cBhvr>
                                        <p:cTn id="177" dur="750" fill="hold"/>
                                        <p:tgtEl>
                                          <p:spTgt spid="191"/>
                                        </p:tgtEl>
                                        <p:attrNameLst>
                                          <p:attrName>ppt_w</p:attrName>
                                        </p:attrNameLst>
                                      </p:cBhvr>
                                      <p:tavLst>
                                        <p:tav tm="0">
                                          <p:val>
                                            <p:fltVal val="0"/>
                                          </p:val>
                                        </p:tav>
                                        <p:tav tm="100000">
                                          <p:val>
                                            <p:strVal val="#ppt_w"/>
                                          </p:val>
                                        </p:tav>
                                      </p:tavLst>
                                    </p:anim>
                                    <p:anim calcmode="lin" valueType="num">
                                      <p:cBhvr>
                                        <p:cTn id="178" dur="750" fill="hold"/>
                                        <p:tgtEl>
                                          <p:spTgt spid="191"/>
                                        </p:tgtEl>
                                        <p:attrNameLst>
                                          <p:attrName>ppt_h</p:attrName>
                                        </p:attrNameLst>
                                      </p:cBhvr>
                                      <p:tavLst>
                                        <p:tav tm="0">
                                          <p:val>
                                            <p:fltVal val="0"/>
                                          </p:val>
                                        </p:tav>
                                        <p:tav tm="100000">
                                          <p:val>
                                            <p:strVal val="#ppt_h"/>
                                          </p:val>
                                        </p:tav>
                                      </p:tavLst>
                                    </p:anim>
                                    <p:animEffect transition="in" filter="fade">
                                      <p:cBhvr>
                                        <p:cTn id="179" dur="750"/>
                                        <p:tgtEl>
                                          <p:spTgt spid="191"/>
                                        </p:tgtEl>
                                      </p:cBhvr>
                                    </p:animEffect>
                                  </p:childTnLst>
                                </p:cTn>
                              </p:par>
                              <p:par>
                                <p:cTn id="180" presetID="53" presetClass="entr" presetSubtype="16" fill="hold" grpId="0" nodeType="withEffect">
                                  <p:stCondLst>
                                    <p:cond delay="1250"/>
                                  </p:stCondLst>
                                  <p:childTnLst>
                                    <p:set>
                                      <p:cBhvr>
                                        <p:cTn id="181" dur="1" fill="hold">
                                          <p:stCondLst>
                                            <p:cond delay="0"/>
                                          </p:stCondLst>
                                        </p:cTn>
                                        <p:tgtEl>
                                          <p:spTgt spid="192"/>
                                        </p:tgtEl>
                                        <p:attrNameLst>
                                          <p:attrName>style.visibility</p:attrName>
                                        </p:attrNameLst>
                                      </p:cBhvr>
                                      <p:to>
                                        <p:strVal val="visible"/>
                                      </p:to>
                                    </p:set>
                                    <p:anim calcmode="lin" valueType="num">
                                      <p:cBhvr>
                                        <p:cTn id="182" dur="750" fill="hold"/>
                                        <p:tgtEl>
                                          <p:spTgt spid="192"/>
                                        </p:tgtEl>
                                        <p:attrNameLst>
                                          <p:attrName>ppt_w</p:attrName>
                                        </p:attrNameLst>
                                      </p:cBhvr>
                                      <p:tavLst>
                                        <p:tav tm="0">
                                          <p:val>
                                            <p:fltVal val="0"/>
                                          </p:val>
                                        </p:tav>
                                        <p:tav tm="100000">
                                          <p:val>
                                            <p:strVal val="#ppt_w"/>
                                          </p:val>
                                        </p:tav>
                                      </p:tavLst>
                                    </p:anim>
                                    <p:anim calcmode="lin" valueType="num">
                                      <p:cBhvr>
                                        <p:cTn id="183" dur="750" fill="hold"/>
                                        <p:tgtEl>
                                          <p:spTgt spid="192"/>
                                        </p:tgtEl>
                                        <p:attrNameLst>
                                          <p:attrName>ppt_h</p:attrName>
                                        </p:attrNameLst>
                                      </p:cBhvr>
                                      <p:tavLst>
                                        <p:tav tm="0">
                                          <p:val>
                                            <p:fltVal val="0"/>
                                          </p:val>
                                        </p:tav>
                                        <p:tav tm="100000">
                                          <p:val>
                                            <p:strVal val="#ppt_h"/>
                                          </p:val>
                                        </p:tav>
                                      </p:tavLst>
                                    </p:anim>
                                    <p:animEffect transition="in" filter="fade">
                                      <p:cBhvr>
                                        <p:cTn id="184" dur="750"/>
                                        <p:tgtEl>
                                          <p:spTgt spid="192"/>
                                        </p:tgtEl>
                                      </p:cBhvr>
                                    </p:animEffect>
                                  </p:childTnLst>
                                </p:cTn>
                              </p:par>
                              <p:par>
                                <p:cTn id="185" presetID="53" presetClass="entr" presetSubtype="16" fill="hold" nodeType="withEffect">
                                  <p:stCondLst>
                                    <p:cond delay="1250"/>
                                  </p:stCondLst>
                                  <p:childTnLst>
                                    <p:set>
                                      <p:cBhvr>
                                        <p:cTn id="186" dur="1" fill="hold">
                                          <p:stCondLst>
                                            <p:cond delay="0"/>
                                          </p:stCondLst>
                                        </p:cTn>
                                        <p:tgtEl>
                                          <p:spTgt spid="193"/>
                                        </p:tgtEl>
                                        <p:attrNameLst>
                                          <p:attrName>style.visibility</p:attrName>
                                        </p:attrNameLst>
                                      </p:cBhvr>
                                      <p:to>
                                        <p:strVal val="visible"/>
                                      </p:to>
                                    </p:set>
                                    <p:anim calcmode="lin" valueType="num">
                                      <p:cBhvr>
                                        <p:cTn id="187" dur="750" fill="hold"/>
                                        <p:tgtEl>
                                          <p:spTgt spid="193"/>
                                        </p:tgtEl>
                                        <p:attrNameLst>
                                          <p:attrName>ppt_w</p:attrName>
                                        </p:attrNameLst>
                                      </p:cBhvr>
                                      <p:tavLst>
                                        <p:tav tm="0">
                                          <p:val>
                                            <p:fltVal val="0"/>
                                          </p:val>
                                        </p:tav>
                                        <p:tav tm="100000">
                                          <p:val>
                                            <p:strVal val="#ppt_w"/>
                                          </p:val>
                                        </p:tav>
                                      </p:tavLst>
                                    </p:anim>
                                    <p:anim calcmode="lin" valueType="num">
                                      <p:cBhvr>
                                        <p:cTn id="188" dur="750" fill="hold"/>
                                        <p:tgtEl>
                                          <p:spTgt spid="193"/>
                                        </p:tgtEl>
                                        <p:attrNameLst>
                                          <p:attrName>ppt_h</p:attrName>
                                        </p:attrNameLst>
                                      </p:cBhvr>
                                      <p:tavLst>
                                        <p:tav tm="0">
                                          <p:val>
                                            <p:fltVal val="0"/>
                                          </p:val>
                                        </p:tav>
                                        <p:tav tm="100000">
                                          <p:val>
                                            <p:strVal val="#ppt_h"/>
                                          </p:val>
                                        </p:tav>
                                      </p:tavLst>
                                    </p:anim>
                                    <p:animEffect transition="in" filter="fade">
                                      <p:cBhvr>
                                        <p:cTn id="189" dur="750"/>
                                        <p:tgtEl>
                                          <p:spTgt spid="193"/>
                                        </p:tgtEl>
                                      </p:cBhvr>
                                    </p:animEffect>
                                  </p:childTnLst>
                                </p:cTn>
                              </p:par>
                              <p:par>
                                <p:cTn id="190" presetID="53" presetClass="entr" presetSubtype="16" fill="hold" grpId="0" nodeType="withEffect">
                                  <p:stCondLst>
                                    <p:cond delay="1250"/>
                                  </p:stCondLst>
                                  <p:childTnLst>
                                    <p:set>
                                      <p:cBhvr>
                                        <p:cTn id="191" dur="1" fill="hold">
                                          <p:stCondLst>
                                            <p:cond delay="0"/>
                                          </p:stCondLst>
                                        </p:cTn>
                                        <p:tgtEl>
                                          <p:spTgt spid="194"/>
                                        </p:tgtEl>
                                        <p:attrNameLst>
                                          <p:attrName>style.visibility</p:attrName>
                                        </p:attrNameLst>
                                      </p:cBhvr>
                                      <p:to>
                                        <p:strVal val="visible"/>
                                      </p:to>
                                    </p:set>
                                    <p:anim calcmode="lin" valueType="num">
                                      <p:cBhvr>
                                        <p:cTn id="192" dur="750" fill="hold"/>
                                        <p:tgtEl>
                                          <p:spTgt spid="194"/>
                                        </p:tgtEl>
                                        <p:attrNameLst>
                                          <p:attrName>ppt_w</p:attrName>
                                        </p:attrNameLst>
                                      </p:cBhvr>
                                      <p:tavLst>
                                        <p:tav tm="0">
                                          <p:val>
                                            <p:fltVal val="0"/>
                                          </p:val>
                                        </p:tav>
                                        <p:tav tm="100000">
                                          <p:val>
                                            <p:strVal val="#ppt_w"/>
                                          </p:val>
                                        </p:tav>
                                      </p:tavLst>
                                    </p:anim>
                                    <p:anim calcmode="lin" valueType="num">
                                      <p:cBhvr>
                                        <p:cTn id="193" dur="750" fill="hold"/>
                                        <p:tgtEl>
                                          <p:spTgt spid="194"/>
                                        </p:tgtEl>
                                        <p:attrNameLst>
                                          <p:attrName>ppt_h</p:attrName>
                                        </p:attrNameLst>
                                      </p:cBhvr>
                                      <p:tavLst>
                                        <p:tav tm="0">
                                          <p:val>
                                            <p:fltVal val="0"/>
                                          </p:val>
                                        </p:tav>
                                        <p:tav tm="100000">
                                          <p:val>
                                            <p:strVal val="#ppt_h"/>
                                          </p:val>
                                        </p:tav>
                                      </p:tavLst>
                                    </p:anim>
                                    <p:animEffect transition="in" filter="fade">
                                      <p:cBhvr>
                                        <p:cTn id="194" dur="750"/>
                                        <p:tgtEl>
                                          <p:spTgt spid="194"/>
                                        </p:tgtEl>
                                      </p:cBhvr>
                                    </p:animEffect>
                                  </p:childTnLst>
                                </p:cTn>
                              </p:par>
                              <p:par>
                                <p:cTn id="195" presetID="53" presetClass="entr" presetSubtype="16" fill="hold" grpId="0" nodeType="withEffect">
                                  <p:stCondLst>
                                    <p:cond delay="1250"/>
                                  </p:stCondLst>
                                  <p:childTnLst>
                                    <p:set>
                                      <p:cBhvr>
                                        <p:cTn id="196" dur="1" fill="hold">
                                          <p:stCondLst>
                                            <p:cond delay="0"/>
                                          </p:stCondLst>
                                        </p:cTn>
                                        <p:tgtEl>
                                          <p:spTgt spid="195"/>
                                        </p:tgtEl>
                                        <p:attrNameLst>
                                          <p:attrName>style.visibility</p:attrName>
                                        </p:attrNameLst>
                                      </p:cBhvr>
                                      <p:to>
                                        <p:strVal val="visible"/>
                                      </p:to>
                                    </p:set>
                                    <p:anim calcmode="lin" valueType="num">
                                      <p:cBhvr>
                                        <p:cTn id="197" dur="750" fill="hold"/>
                                        <p:tgtEl>
                                          <p:spTgt spid="195"/>
                                        </p:tgtEl>
                                        <p:attrNameLst>
                                          <p:attrName>ppt_w</p:attrName>
                                        </p:attrNameLst>
                                      </p:cBhvr>
                                      <p:tavLst>
                                        <p:tav tm="0">
                                          <p:val>
                                            <p:fltVal val="0"/>
                                          </p:val>
                                        </p:tav>
                                        <p:tav tm="100000">
                                          <p:val>
                                            <p:strVal val="#ppt_w"/>
                                          </p:val>
                                        </p:tav>
                                      </p:tavLst>
                                    </p:anim>
                                    <p:anim calcmode="lin" valueType="num">
                                      <p:cBhvr>
                                        <p:cTn id="198" dur="750" fill="hold"/>
                                        <p:tgtEl>
                                          <p:spTgt spid="195"/>
                                        </p:tgtEl>
                                        <p:attrNameLst>
                                          <p:attrName>ppt_h</p:attrName>
                                        </p:attrNameLst>
                                      </p:cBhvr>
                                      <p:tavLst>
                                        <p:tav tm="0">
                                          <p:val>
                                            <p:fltVal val="0"/>
                                          </p:val>
                                        </p:tav>
                                        <p:tav tm="100000">
                                          <p:val>
                                            <p:strVal val="#ppt_h"/>
                                          </p:val>
                                        </p:tav>
                                      </p:tavLst>
                                    </p:anim>
                                    <p:animEffect transition="in" filter="fade">
                                      <p:cBhvr>
                                        <p:cTn id="199" dur="750"/>
                                        <p:tgtEl>
                                          <p:spTgt spid="195"/>
                                        </p:tgtEl>
                                      </p:cBhvr>
                                    </p:animEffect>
                                  </p:childTnLst>
                                </p:cTn>
                              </p:par>
                              <p:par>
                                <p:cTn id="200" presetID="53" presetClass="entr" presetSubtype="16" fill="hold" grpId="0" nodeType="withEffect">
                                  <p:stCondLst>
                                    <p:cond delay="1250"/>
                                  </p:stCondLst>
                                  <p:childTnLst>
                                    <p:set>
                                      <p:cBhvr>
                                        <p:cTn id="201" dur="1" fill="hold">
                                          <p:stCondLst>
                                            <p:cond delay="0"/>
                                          </p:stCondLst>
                                        </p:cTn>
                                        <p:tgtEl>
                                          <p:spTgt spid="196"/>
                                        </p:tgtEl>
                                        <p:attrNameLst>
                                          <p:attrName>style.visibility</p:attrName>
                                        </p:attrNameLst>
                                      </p:cBhvr>
                                      <p:to>
                                        <p:strVal val="visible"/>
                                      </p:to>
                                    </p:set>
                                    <p:anim calcmode="lin" valueType="num">
                                      <p:cBhvr>
                                        <p:cTn id="202" dur="750" fill="hold"/>
                                        <p:tgtEl>
                                          <p:spTgt spid="196"/>
                                        </p:tgtEl>
                                        <p:attrNameLst>
                                          <p:attrName>ppt_w</p:attrName>
                                        </p:attrNameLst>
                                      </p:cBhvr>
                                      <p:tavLst>
                                        <p:tav tm="0">
                                          <p:val>
                                            <p:fltVal val="0"/>
                                          </p:val>
                                        </p:tav>
                                        <p:tav tm="100000">
                                          <p:val>
                                            <p:strVal val="#ppt_w"/>
                                          </p:val>
                                        </p:tav>
                                      </p:tavLst>
                                    </p:anim>
                                    <p:anim calcmode="lin" valueType="num">
                                      <p:cBhvr>
                                        <p:cTn id="203" dur="750" fill="hold"/>
                                        <p:tgtEl>
                                          <p:spTgt spid="196"/>
                                        </p:tgtEl>
                                        <p:attrNameLst>
                                          <p:attrName>ppt_h</p:attrName>
                                        </p:attrNameLst>
                                      </p:cBhvr>
                                      <p:tavLst>
                                        <p:tav tm="0">
                                          <p:val>
                                            <p:fltVal val="0"/>
                                          </p:val>
                                        </p:tav>
                                        <p:tav tm="100000">
                                          <p:val>
                                            <p:strVal val="#ppt_h"/>
                                          </p:val>
                                        </p:tav>
                                      </p:tavLst>
                                    </p:anim>
                                    <p:animEffect transition="in" filter="fade">
                                      <p:cBhvr>
                                        <p:cTn id="204" dur="750"/>
                                        <p:tgtEl>
                                          <p:spTgt spid="196"/>
                                        </p:tgtEl>
                                      </p:cBhvr>
                                    </p:animEffect>
                                  </p:childTnLst>
                                </p:cTn>
                              </p:par>
                              <p:par>
                                <p:cTn id="205" presetID="53" presetClass="entr" presetSubtype="16" fill="hold" grpId="0" nodeType="withEffect">
                                  <p:stCondLst>
                                    <p:cond delay="1250"/>
                                  </p:stCondLst>
                                  <p:childTnLst>
                                    <p:set>
                                      <p:cBhvr>
                                        <p:cTn id="206" dur="1" fill="hold">
                                          <p:stCondLst>
                                            <p:cond delay="0"/>
                                          </p:stCondLst>
                                        </p:cTn>
                                        <p:tgtEl>
                                          <p:spTgt spid="197"/>
                                        </p:tgtEl>
                                        <p:attrNameLst>
                                          <p:attrName>style.visibility</p:attrName>
                                        </p:attrNameLst>
                                      </p:cBhvr>
                                      <p:to>
                                        <p:strVal val="visible"/>
                                      </p:to>
                                    </p:set>
                                    <p:anim calcmode="lin" valueType="num">
                                      <p:cBhvr>
                                        <p:cTn id="207" dur="750" fill="hold"/>
                                        <p:tgtEl>
                                          <p:spTgt spid="197"/>
                                        </p:tgtEl>
                                        <p:attrNameLst>
                                          <p:attrName>ppt_w</p:attrName>
                                        </p:attrNameLst>
                                      </p:cBhvr>
                                      <p:tavLst>
                                        <p:tav tm="0">
                                          <p:val>
                                            <p:fltVal val="0"/>
                                          </p:val>
                                        </p:tav>
                                        <p:tav tm="100000">
                                          <p:val>
                                            <p:strVal val="#ppt_w"/>
                                          </p:val>
                                        </p:tav>
                                      </p:tavLst>
                                    </p:anim>
                                    <p:anim calcmode="lin" valueType="num">
                                      <p:cBhvr>
                                        <p:cTn id="208" dur="750" fill="hold"/>
                                        <p:tgtEl>
                                          <p:spTgt spid="197"/>
                                        </p:tgtEl>
                                        <p:attrNameLst>
                                          <p:attrName>ppt_h</p:attrName>
                                        </p:attrNameLst>
                                      </p:cBhvr>
                                      <p:tavLst>
                                        <p:tav tm="0">
                                          <p:val>
                                            <p:fltVal val="0"/>
                                          </p:val>
                                        </p:tav>
                                        <p:tav tm="100000">
                                          <p:val>
                                            <p:strVal val="#ppt_h"/>
                                          </p:val>
                                        </p:tav>
                                      </p:tavLst>
                                    </p:anim>
                                    <p:animEffect transition="in" filter="fade">
                                      <p:cBhvr>
                                        <p:cTn id="209" dur="750"/>
                                        <p:tgtEl>
                                          <p:spTgt spid="197"/>
                                        </p:tgtEl>
                                      </p:cBhvr>
                                    </p:animEffect>
                                  </p:childTnLst>
                                </p:cTn>
                              </p:par>
                              <p:par>
                                <p:cTn id="210" presetID="53" presetClass="entr" presetSubtype="16" fill="hold" grpId="0" nodeType="withEffect">
                                  <p:stCondLst>
                                    <p:cond delay="1250"/>
                                  </p:stCondLst>
                                  <p:childTnLst>
                                    <p:set>
                                      <p:cBhvr>
                                        <p:cTn id="211" dur="1" fill="hold">
                                          <p:stCondLst>
                                            <p:cond delay="0"/>
                                          </p:stCondLst>
                                        </p:cTn>
                                        <p:tgtEl>
                                          <p:spTgt spid="198"/>
                                        </p:tgtEl>
                                        <p:attrNameLst>
                                          <p:attrName>style.visibility</p:attrName>
                                        </p:attrNameLst>
                                      </p:cBhvr>
                                      <p:to>
                                        <p:strVal val="visible"/>
                                      </p:to>
                                    </p:set>
                                    <p:anim calcmode="lin" valueType="num">
                                      <p:cBhvr>
                                        <p:cTn id="212" dur="750" fill="hold"/>
                                        <p:tgtEl>
                                          <p:spTgt spid="198"/>
                                        </p:tgtEl>
                                        <p:attrNameLst>
                                          <p:attrName>ppt_w</p:attrName>
                                        </p:attrNameLst>
                                      </p:cBhvr>
                                      <p:tavLst>
                                        <p:tav tm="0">
                                          <p:val>
                                            <p:fltVal val="0"/>
                                          </p:val>
                                        </p:tav>
                                        <p:tav tm="100000">
                                          <p:val>
                                            <p:strVal val="#ppt_w"/>
                                          </p:val>
                                        </p:tav>
                                      </p:tavLst>
                                    </p:anim>
                                    <p:anim calcmode="lin" valueType="num">
                                      <p:cBhvr>
                                        <p:cTn id="213" dur="750" fill="hold"/>
                                        <p:tgtEl>
                                          <p:spTgt spid="198"/>
                                        </p:tgtEl>
                                        <p:attrNameLst>
                                          <p:attrName>ppt_h</p:attrName>
                                        </p:attrNameLst>
                                      </p:cBhvr>
                                      <p:tavLst>
                                        <p:tav tm="0">
                                          <p:val>
                                            <p:fltVal val="0"/>
                                          </p:val>
                                        </p:tav>
                                        <p:tav tm="100000">
                                          <p:val>
                                            <p:strVal val="#ppt_h"/>
                                          </p:val>
                                        </p:tav>
                                      </p:tavLst>
                                    </p:anim>
                                    <p:animEffect transition="in" filter="fade">
                                      <p:cBhvr>
                                        <p:cTn id="214" dur="750"/>
                                        <p:tgtEl>
                                          <p:spTgt spid="198"/>
                                        </p:tgtEl>
                                      </p:cBhvr>
                                    </p:animEffect>
                                  </p:childTnLst>
                                </p:cTn>
                              </p:par>
                            </p:childTnLst>
                          </p:cTn>
                        </p:par>
                      </p:childTnLst>
                    </p:cTn>
                  </p:par>
                  <p:par>
                    <p:cTn id="215" fill="hold">
                      <p:stCondLst>
                        <p:cond delay="indefinite"/>
                      </p:stCondLst>
                      <p:childTnLst>
                        <p:par>
                          <p:cTn id="216" fill="hold">
                            <p:stCondLst>
                              <p:cond delay="0"/>
                            </p:stCondLst>
                            <p:childTnLst>
                              <p:par>
                                <p:cTn id="217" presetID="10" presetClass="exit" presetSubtype="0" fill="hold" grpId="1" nodeType="clickEffect">
                                  <p:stCondLst>
                                    <p:cond delay="0"/>
                                  </p:stCondLst>
                                  <p:childTnLst>
                                    <p:animEffect transition="out" filter="fade">
                                      <p:cBhvr>
                                        <p:cTn id="218" dur="300"/>
                                        <p:tgtEl>
                                          <p:spTgt spid="157"/>
                                        </p:tgtEl>
                                      </p:cBhvr>
                                    </p:animEffect>
                                    <p:set>
                                      <p:cBhvr>
                                        <p:cTn id="219" dur="1" fill="hold">
                                          <p:stCondLst>
                                            <p:cond delay="299"/>
                                          </p:stCondLst>
                                        </p:cTn>
                                        <p:tgtEl>
                                          <p:spTgt spid="157"/>
                                        </p:tgtEl>
                                        <p:attrNameLst>
                                          <p:attrName>style.visibility</p:attrName>
                                        </p:attrNameLst>
                                      </p:cBhvr>
                                      <p:to>
                                        <p:strVal val="hidden"/>
                                      </p:to>
                                    </p:set>
                                  </p:childTnLst>
                                </p:cTn>
                              </p:par>
                              <p:par>
                                <p:cTn id="220" presetID="10" presetClass="exit" presetSubtype="0" fill="hold" nodeType="withEffect">
                                  <p:stCondLst>
                                    <p:cond delay="0"/>
                                  </p:stCondLst>
                                  <p:childTnLst>
                                    <p:animEffect transition="out" filter="fade">
                                      <p:cBhvr>
                                        <p:cTn id="221" dur="300"/>
                                        <p:tgtEl>
                                          <p:spTgt spid="158"/>
                                        </p:tgtEl>
                                      </p:cBhvr>
                                    </p:animEffect>
                                    <p:set>
                                      <p:cBhvr>
                                        <p:cTn id="222" dur="1" fill="hold">
                                          <p:stCondLst>
                                            <p:cond delay="299"/>
                                          </p:stCondLst>
                                        </p:cTn>
                                        <p:tgtEl>
                                          <p:spTgt spid="158"/>
                                        </p:tgtEl>
                                        <p:attrNameLst>
                                          <p:attrName>style.visibility</p:attrName>
                                        </p:attrNameLst>
                                      </p:cBhvr>
                                      <p:to>
                                        <p:strVal val="hidden"/>
                                      </p:to>
                                    </p:set>
                                  </p:childTnLst>
                                </p:cTn>
                              </p:par>
                              <p:par>
                                <p:cTn id="223" presetID="10" presetClass="exit" presetSubtype="0" fill="hold" grpId="1" nodeType="withEffect">
                                  <p:stCondLst>
                                    <p:cond delay="0"/>
                                  </p:stCondLst>
                                  <p:childTnLst>
                                    <p:animEffect transition="out" filter="fade">
                                      <p:cBhvr>
                                        <p:cTn id="224" dur="300"/>
                                        <p:tgtEl>
                                          <p:spTgt spid="159"/>
                                        </p:tgtEl>
                                      </p:cBhvr>
                                    </p:animEffect>
                                    <p:set>
                                      <p:cBhvr>
                                        <p:cTn id="225" dur="1" fill="hold">
                                          <p:stCondLst>
                                            <p:cond delay="299"/>
                                          </p:stCondLst>
                                        </p:cTn>
                                        <p:tgtEl>
                                          <p:spTgt spid="159"/>
                                        </p:tgtEl>
                                        <p:attrNameLst>
                                          <p:attrName>style.visibility</p:attrName>
                                        </p:attrNameLst>
                                      </p:cBhvr>
                                      <p:to>
                                        <p:strVal val="hidden"/>
                                      </p:to>
                                    </p:set>
                                  </p:childTnLst>
                                </p:cTn>
                              </p:par>
                              <p:par>
                                <p:cTn id="226" presetID="10" presetClass="exit" presetSubtype="0" fill="hold" grpId="1" nodeType="withEffect">
                                  <p:stCondLst>
                                    <p:cond delay="0"/>
                                  </p:stCondLst>
                                  <p:childTnLst>
                                    <p:animEffect transition="out" filter="fade">
                                      <p:cBhvr>
                                        <p:cTn id="227" dur="300"/>
                                        <p:tgtEl>
                                          <p:spTgt spid="160"/>
                                        </p:tgtEl>
                                      </p:cBhvr>
                                    </p:animEffect>
                                    <p:set>
                                      <p:cBhvr>
                                        <p:cTn id="228" dur="1" fill="hold">
                                          <p:stCondLst>
                                            <p:cond delay="299"/>
                                          </p:stCondLst>
                                        </p:cTn>
                                        <p:tgtEl>
                                          <p:spTgt spid="160"/>
                                        </p:tgtEl>
                                        <p:attrNameLst>
                                          <p:attrName>style.visibility</p:attrName>
                                        </p:attrNameLst>
                                      </p:cBhvr>
                                      <p:to>
                                        <p:strVal val="hidden"/>
                                      </p:to>
                                    </p:set>
                                  </p:childTnLst>
                                </p:cTn>
                              </p:par>
                              <p:par>
                                <p:cTn id="229" presetID="10" presetClass="exit" presetSubtype="0" fill="hold" grpId="1" nodeType="withEffect">
                                  <p:stCondLst>
                                    <p:cond delay="0"/>
                                  </p:stCondLst>
                                  <p:childTnLst>
                                    <p:animEffect transition="out" filter="fade">
                                      <p:cBhvr>
                                        <p:cTn id="230" dur="300"/>
                                        <p:tgtEl>
                                          <p:spTgt spid="161"/>
                                        </p:tgtEl>
                                      </p:cBhvr>
                                    </p:animEffect>
                                    <p:set>
                                      <p:cBhvr>
                                        <p:cTn id="231" dur="1" fill="hold">
                                          <p:stCondLst>
                                            <p:cond delay="299"/>
                                          </p:stCondLst>
                                        </p:cTn>
                                        <p:tgtEl>
                                          <p:spTgt spid="161"/>
                                        </p:tgtEl>
                                        <p:attrNameLst>
                                          <p:attrName>style.visibility</p:attrName>
                                        </p:attrNameLst>
                                      </p:cBhvr>
                                      <p:to>
                                        <p:strVal val="hidden"/>
                                      </p:to>
                                    </p:set>
                                  </p:childTnLst>
                                </p:cTn>
                              </p:par>
                              <p:par>
                                <p:cTn id="232" presetID="10" presetClass="exit" presetSubtype="0" fill="hold" grpId="1" nodeType="withEffect">
                                  <p:stCondLst>
                                    <p:cond delay="0"/>
                                  </p:stCondLst>
                                  <p:childTnLst>
                                    <p:animEffect transition="out" filter="fade">
                                      <p:cBhvr>
                                        <p:cTn id="233" dur="300"/>
                                        <p:tgtEl>
                                          <p:spTgt spid="162"/>
                                        </p:tgtEl>
                                      </p:cBhvr>
                                    </p:animEffect>
                                    <p:set>
                                      <p:cBhvr>
                                        <p:cTn id="234" dur="1" fill="hold">
                                          <p:stCondLst>
                                            <p:cond delay="299"/>
                                          </p:stCondLst>
                                        </p:cTn>
                                        <p:tgtEl>
                                          <p:spTgt spid="162"/>
                                        </p:tgtEl>
                                        <p:attrNameLst>
                                          <p:attrName>style.visibility</p:attrName>
                                        </p:attrNameLst>
                                      </p:cBhvr>
                                      <p:to>
                                        <p:strVal val="hidden"/>
                                      </p:to>
                                    </p:set>
                                  </p:childTnLst>
                                </p:cTn>
                              </p:par>
                              <p:par>
                                <p:cTn id="235" presetID="10" presetClass="exit" presetSubtype="0" fill="hold" grpId="1" nodeType="withEffect">
                                  <p:stCondLst>
                                    <p:cond delay="0"/>
                                  </p:stCondLst>
                                  <p:childTnLst>
                                    <p:animEffect transition="out" filter="fade">
                                      <p:cBhvr>
                                        <p:cTn id="236" dur="300"/>
                                        <p:tgtEl>
                                          <p:spTgt spid="163"/>
                                        </p:tgtEl>
                                      </p:cBhvr>
                                    </p:animEffect>
                                    <p:set>
                                      <p:cBhvr>
                                        <p:cTn id="237" dur="1" fill="hold">
                                          <p:stCondLst>
                                            <p:cond delay="299"/>
                                          </p:stCondLst>
                                        </p:cTn>
                                        <p:tgtEl>
                                          <p:spTgt spid="163"/>
                                        </p:tgtEl>
                                        <p:attrNameLst>
                                          <p:attrName>style.visibility</p:attrName>
                                        </p:attrNameLst>
                                      </p:cBhvr>
                                      <p:to>
                                        <p:strVal val="hidden"/>
                                      </p:to>
                                    </p:set>
                                  </p:childTnLst>
                                </p:cTn>
                              </p:par>
                              <p:par>
                                <p:cTn id="238" presetID="10" presetClass="exit" presetSubtype="0" fill="hold" grpId="1" nodeType="withEffect">
                                  <p:stCondLst>
                                    <p:cond delay="0"/>
                                  </p:stCondLst>
                                  <p:childTnLst>
                                    <p:animEffect transition="out" filter="fade">
                                      <p:cBhvr>
                                        <p:cTn id="239" dur="300"/>
                                        <p:tgtEl>
                                          <p:spTgt spid="164"/>
                                        </p:tgtEl>
                                      </p:cBhvr>
                                    </p:animEffect>
                                    <p:set>
                                      <p:cBhvr>
                                        <p:cTn id="240" dur="1" fill="hold">
                                          <p:stCondLst>
                                            <p:cond delay="299"/>
                                          </p:stCondLst>
                                        </p:cTn>
                                        <p:tgtEl>
                                          <p:spTgt spid="164"/>
                                        </p:tgtEl>
                                        <p:attrNameLst>
                                          <p:attrName>style.visibility</p:attrName>
                                        </p:attrNameLst>
                                      </p:cBhvr>
                                      <p:to>
                                        <p:strVal val="hidden"/>
                                      </p:to>
                                    </p:set>
                                  </p:childTnLst>
                                </p:cTn>
                              </p:par>
                              <p:par>
                                <p:cTn id="241" presetID="10" presetClass="exit" presetSubtype="0" fill="hold" grpId="1" nodeType="withEffect">
                                  <p:stCondLst>
                                    <p:cond delay="0"/>
                                  </p:stCondLst>
                                  <p:childTnLst>
                                    <p:animEffect transition="out" filter="fade">
                                      <p:cBhvr>
                                        <p:cTn id="242" dur="300"/>
                                        <p:tgtEl>
                                          <p:spTgt spid="165"/>
                                        </p:tgtEl>
                                      </p:cBhvr>
                                    </p:animEffect>
                                    <p:set>
                                      <p:cBhvr>
                                        <p:cTn id="243" dur="1" fill="hold">
                                          <p:stCondLst>
                                            <p:cond delay="299"/>
                                          </p:stCondLst>
                                        </p:cTn>
                                        <p:tgtEl>
                                          <p:spTgt spid="165"/>
                                        </p:tgtEl>
                                        <p:attrNameLst>
                                          <p:attrName>style.visibility</p:attrName>
                                        </p:attrNameLst>
                                      </p:cBhvr>
                                      <p:to>
                                        <p:strVal val="hidden"/>
                                      </p:to>
                                    </p:set>
                                  </p:childTnLst>
                                </p:cTn>
                              </p:par>
                              <p:par>
                                <p:cTn id="244" presetID="10" presetClass="exit" presetSubtype="0" fill="hold" nodeType="withEffect">
                                  <p:stCondLst>
                                    <p:cond delay="0"/>
                                  </p:stCondLst>
                                  <p:childTnLst>
                                    <p:animEffect transition="out" filter="fade">
                                      <p:cBhvr>
                                        <p:cTn id="245" dur="300"/>
                                        <p:tgtEl>
                                          <p:spTgt spid="166"/>
                                        </p:tgtEl>
                                      </p:cBhvr>
                                    </p:animEffect>
                                    <p:set>
                                      <p:cBhvr>
                                        <p:cTn id="246" dur="1" fill="hold">
                                          <p:stCondLst>
                                            <p:cond delay="299"/>
                                          </p:stCondLst>
                                        </p:cTn>
                                        <p:tgtEl>
                                          <p:spTgt spid="166"/>
                                        </p:tgtEl>
                                        <p:attrNameLst>
                                          <p:attrName>style.visibility</p:attrName>
                                        </p:attrNameLst>
                                      </p:cBhvr>
                                      <p:to>
                                        <p:strVal val="hidden"/>
                                      </p:to>
                                    </p:set>
                                  </p:childTnLst>
                                </p:cTn>
                              </p:par>
                              <p:par>
                                <p:cTn id="247" presetID="10" presetClass="exit" presetSubtype="0" fill="hold" grpId="1" nodeType="withEffect">
                                  <p:stCondLst>
                                    <p:cond delay="0"/>
                                  </p:stCondLst>
                                  <p:childTnLst>
                                    <p:animEffect transition="out" filter="fade">
                                      <p:cBhvr>
                                        <p:cTn id="248" dur="300"/>
                                        <p:tgtEl>
                                          <p:spTgt spid="167"/>
                                        </p:tgtEl>
                                      </p:cBhvr>
                                    </p:animEffect>
                                    <p:set>
                                      <p:cBhvr>
                                        <p:cTn id="249" dur="1" fill="hold">
                                          <p:stCondLst>
                                            <p:cond delay="299"/>
                                          </p:stCondLst>
                                        </p:cTn>
                                        <p:tgtEl>
                                          <p:spTgt spid="167"/>
                                        </p:tgtEl>
                                        <p:attrNameLst>
                                          <p:attrName>style.visibility</p:attrName>
                                        </p:attrNameLst>
                                      </p:cBhvr>
                                      <p:to>
                                        <p:strVal val="hidden"/>
                                      </p:to>
                                    </p:set>
                                  </p:childTnLst>
                                </p:cTn>
                              </p:par>
                              <p:par>
                                <p:cTn id="250" presetID="10" presetClass="exit" presetSubtype="0" fill="hold" grpId="1" nodeType="withEffect">
                                  <p:stCondLst>
                                    <p:cond delay="0"/>
                                  </p:stCondLst>
                                  <p:childTnLst>
                                    <p:animEffect transition="out" filter="fade">
                                      <p:cBhvr>
                                        <p:cTn id="251" dur="300"/>
                                        <p:tgtEl>
                                          <p:spTgt spid="168"/>
                                        </p:tgtEl>
                                      </p:cBhvr>
                                    </p:animEffect>
                                    <p:set>
                                      <p:cBhvr>
                                        <p:cTn id="252" dur="1" fill="hold">
                                          <p:stCondLst>
                                            <p:cond delay="299"/>
                                          </p:stCondLst>
                                        </p:cTn>
                                        <p:tgtEl>
                                          <p:spTgt spid="168"/>
                                        </p:tgtEl>
                                        <p:attrNameLst>
                                          <p:attrName>style.visibility</p:attrName>
                                        </p:attrNameLst>
                                      </p:cBhvr>
                                      <p:to>
                                        <p:strVal val="hidden"/>
                                      </p:to>
                                    </p:set>
                                  </p:childTnLst>
                                </p:cTn>
                              </p:par>
                              <p:par>
                                <p:cTn id="253" presetID="10" presetClass="exit" presetSubtype="0" fill="hold" grpId="1" nodeType="withEffect">
                                  <p:stCondLst>
                                    <p:cond delay="0"/>
                                  </p:stCondLst>
                                  <p:childTnLst>
                                    <p:animEffect transition="out" filter="fade">
                                      <p:cBhvr>
                                        <p:cTn id="254" dur="300"/>
                                        <p:tgtEl>
                                          <p:spTgt spid="169"/>
                                        </p:tgtEl>
                                      </p:cBhvr>
                                    </p:animEffect>
                                    <p:set>
                                      <p:cBhvr>
                                        <p:cTn id="255" dur="1" fill="hold">
                                          <p:stCondLst>
                                            <p:cond delay="299"/>
                                          </p:stCondLst>
                                        </p:cTn>
                                        <p:tgtEl>
                                          <p:spTgt spid="169"/>
                                        </p:tgtEl>
                                        <p:attrNameLst>
                                          <p:attrName>style.visibility</p:attrName>
                                        </p:attrNameLst>
                                      </p:cBhvr>
                                      <p:to>
                                        <p:strVal val="hidden"/>
                                      </p:to>
                                    </p:set>
                                  </p:childTnLst>
                                </p:cTn>
                              </p:par>
                              <p:par>
                                <p:cTn id="256" presetID="10" presetClass="exit" presetSubtype="0" fill="hold" grpId="1" nodeType="withEffect">
                                  <p:stCondLst>
                                    <p:cond delay="0"/>
                                  </p:stCondLst>
                                  <p:childTnLst>
                                    <p:animEffect transition="out" filter="fade">
                                      <p:cBhvr>
                                        <p:cTn id="257" dur="300"/>
                                        <p:tgtEl>
                                          <p:spTgt spid="170"/>
                                        </p:tgtEl>
                                      </p:cBhvr>
                                    </p:animEffect>
                                    <p:set>
                                      <p:cBhvr>
                                        <p:cTn id="258" dur="1" fill="hold">
                                          <p:stCondLst>
                                            <p:cond delay="299"/>
                                          </p:stCondLst>
                                        </p:cTn>
                                        <p:tgtEl>
                                          <p:spTgt spid="170"/>
                                        </p:tgtEl>
                                        <p:attrNameLst>
                                          <p:attrName>style.visibility</p:attrName>
                                        </p:attrNameLst>
                                      </p:cBhvr>
                                      <p:to>
                                        <p:strVal val="hidden"/>
                                      </p:to>
                                    </p:set>
                                  </p:childTnLst>
                                </p:cTn>
                              </p:par>
                              <p:par>
                                <p:cTn id="259" presetID="10" presetClass="exit" presetSubtype="0" fill="hold" grpId="1" nodeType="withEffect">
                                  <p:stCondLst>
                                    <p:cond delay="0"/>
                                  </p:stCondLst>
                                  <p:childTnLst>
                                    <p:animEffect transition="out" filter="fade">
                                      <p:cBhvr>
                                        <p:cTn id="260" dur="300"/>
                                        <p:tgtEl>
                                          <p:spTgt spid="171"/>
                                        </p:tgtEl>
                                      </p:cBhvr>
                                    </p:animEffect>
                                    <p:set>
                                      <p:cBhvr>
                                        <p:cTn id="261" dur="1" fill="hold">
                                          <p:stCondLst>
                                            <p:cond delay="299"/>
                                          </p:stCondLst>
                                        </p:cTn>
                                        <p:tgtEl>
                                          <p:spTgt spid="171"/>
                                        </p:tgtEl>
                                        <p:attrNameLst>
                                          <p:attrName>style.visibility</p:attrName>
                                        </p:attrNameLst>
                                      </p:cBhvr>
                                      <p:to>
                                        <p:strVal val="hidden"/>
                                      </p:to>
                                    </p:set>
                                  </p:childTnLst>
                                </p:cTn>
                              </p:par>
                              <p:par>
                                <p:cTn id="262" presetID="10" presetClass="exit" presetSubtype="0" fill="hold" grpId="1" nodeType="withEffect">
                                  <p:stCondLst>
                                    <p:cond delay="0"/>
                                  </p:stCondLst>
                                  <p:childTnLst>
                                    <p:animEffect transition="out" filter="fade">
                                      <p:cBhvr>
                                        <p:cTn id="263" dur="300"/>
                                        <p:tgtEl>
                                          <p:spTgt spid="172"/>
                                        </p:tgtEl>
                                      </p:cBhvr>
                                    </p:animEffect>
                                    <p:set>
                                      <p:cBhvr>
                                        <p:cTn id="264" dur="1" fill="hold">
                                          <p:stCondLst>
                                            <p:cond delay="299"/>
                                          </p:stCondLst>
                                        </p:cTn>
                                        <p:tgtEl>
                                          <p:spTgt spid="172"/>
                                        </p:tgtEl>
                                        <p:attrNameLst>
                                          <p:attrName>style.visibility</p:attrName>
                                        </p:attrNameLst>
                                      </p:cBhvr>
                                      <p:to>
                                        <p:strVal val="hidden"/>
                                      </p:to>
                                    </p:set>
                                  </p:childTnLst>
                                </p:cTn>
                              </p:par>
                              <p:par>
                                <p:cTn id="265" presetID="10" presetClass="exit" presetSubtype="0" fill="hold" nodeType="withEffect">
                                  <p:stCondLst>
                                    <p:cond delay="0"/>
                                  </p:stCondLst>
                                  <p:childTnLst>
                                    <p:animEffect transition="out" filter="fade">
                                      <p:cBhvr>
                                        <p:cTn id="266" dur="300"/>
                                        <p:tgtEl>
                                          <p:spTgt spid="173"/>
                                        </p:tgtEl>
                                      </p:cBhvr>
                                    </p:animEffect>
                                    <p:set>
                                      <p:cBhvr>
                                        <p:cTn id="267" dur="1" fill="hold">
                                          <p:stCondLst>
                                            <p:cond delay="299"/>
                                          </p:stCondLst>
                                        </p:cTn>
                                        <p:tgtEl>
                                          <p:spTgt spid="173"/>
                                        </p:tgtEl>
                                        <p:attrNameLst>
                                          <p:attrName>style.visibility</p:attrName>
                                        </p:attrNameLst>
                                      </p:cBhvr>
                                      <p:to>
                                        <p:strVal val="hidden"/>
                                      </p:to>
                                    </p:set>
                                  </p:childTnLst>
                                </p:cTn>
                              </p:par>
                              <p:par>
                                <p:cTn id="268" presetID="10" presetClass="exit" presetSubtype="0" fill="hold" grpId="1" nodeType="withEffect">
                                  <p:stCondLst>
                                    <p:cond delay="0"/>
                                  </p:stCondLst>
                                  <p:childTnLst>
                                    <p:animEffect transition="out" filter="fade">
                                      <p:cBhvr>
                                        <p:cTn id="269" dur="300"/>
                                        <p:tgtEl>
                                          <p:spTgt spid="174"/>
                                        </p:tgtEl>
                                      </p:cBhvr>
                                    </p:animEffect>
                                    <p:set>
                                      <p:cBhvr>
                                        <p:cTn id="270" dur="1" fill="hold">
                                          <p:stCondLst>
                                            <p:cond delay="299"/>
                                          </p:stCondLst>
                                        </p:cTn>
                                        <p:tgtEl>
                                          <p:spTgt spid="174"/>
                                        </p:tgtEl>
                                        <p:attrNameLst>
                                          <p:attrName>style.visibility</p:attrName>
                                        </p:attrNameLst>
                                      </p:cBhvr>
                                      <p:to>
                                        <p:strVal val="hidden"/>
                                      </p:to>
                                    </p:set>
                                  </p:childTnLst>
                                </p:cTn>
                              </p:par>
                              <p:par>
                                <p:cTn id="271" presetID="10" presetClass="exit" presetSubtype="0" fill="hold" grpId="1" nodeType="withEffect">
                                  <p:stCondLst>
                                    <p:cond delay="0"/>
                                  </p:stCondLst>
                                  <p:childTnLst>
                                    <p:animEffect transition="out" filter="fade">
                                      <p:cBhvr>
                                        <p:cTn id="272" dur="300"/>
                                        <p:tgtEl>
                                          <p:spTgt spid="175"/>
                                        </p:tgtEl>
                                      </p:cBhvr>
                                    </p:animEffect>
                                    <p:set>
                                      <p:cBhvr>
                                        <p:cTn id="273" dur="1" fill="hold">
                                          <p:stCondLst>
                                            <p:cond delay="299"/>
                                          </p:stCondLst>
                                        </p:cTn>
                                        <p:tgtEl>
                                          <p:spTgt spid="175"/>
                                        </p:tgtEl>
                                        <p:attrNameLst>
                                          <p:attrName>style.visibility</p:attrName>
                                        </p:attrNameLst>
                                      </p:cBhvr>
                                      <p:to>
                                        <p:strVal val="hidden"/>
                                      </p:to>
                                    </p:set>
                                  </p:childTnLst>
                                </p:cTn>
                              </p:par>
                              <p:par>
                                <p:cTn id="274" presetID="10" presetClass="exit" presetSubtype="0" fill="hold" grpId="1" nodeType="withEffect">
                                  <p:stCondLst>
                                    <p:cond delay="0"/>
                                  </p:stCondLst>
                                  <p:childTnLst>
                                    <p:animEffect transition="out" filter="fade">
                                      <p:cBhvr>
                                        <p:cTn id="275" dur="300"/>
                                        <p:tgtEl>
                                          <p:spTgt spid="176"/>
                                        </p:tgtEl>
                                      </p:cBhvr>
                                    </p:animEffect>
                                    <p:set>
                                      <p:cBhvr>
                                        <p:cTn id="276" dur="1" fill="hold">
                                          <p:stCondLst>
                                            <p:cond delay="299"/>
                                          </p:stCondLst>
                                        </p:cTn>
                                        <p:tgtEl>
                                          <p:spTgt spid="176"/>
                                        </p:tgtEl>
                                        <p:attrNameLst>
                                          <p:attrName>style.visibility</p:attrName>
                                        </p:attrNameLst>
                                      </p:cBhvr>
                                      <p:to>
                                        <p:strVal val="hidden"/>
                                      </p:to>
                                    </p:set>
                                  </p:childTnLst>
                                </p:cTn>
                              </p:par>
                              <p:par>
                                <p:cTn id="277" presetID="10" presetClass="exit" presetSubtype="0" fill="hold" grpId="1" nodeType="withEffect">
                                  <p:stCondLst>
                                    <p:cond delay="0"/>
                                  </p:stCondLst>
                                  <p:childTnLst>
                                    <p:animEffect transition="out" filter="fade">
                                      <p:cBhvr>
                                        <p:cTn id="278" dur="300"/>
                                        <p:tgtEl>
                                          <p:spTgt spid="177"/>
                                        </p:tgtEl>
                                      </p:cBhvr>
                                    </p:animEffect>
                                    <p:set>
                                      <p:cBhvr>
                                        <p:cTn id="279" dur="1" fill="hold">
                                          <p:stCondLst>
                                            <p:cond delay="299"/>
                                          </p:stCondLst>
                                        </p:cTn>
                                        <p:tgtEl>
                                          <p:spTgt spid="177"/>
                                        </p:tgtEl>
                                        <p:attrNameLst>
                                          <p:attrName>style.visibility</p:attrName>
                                        </p:attrNameLst>
                                      </p:cBhvr>
                                      <p:to>
                                        <p:strVal val="hidden"/>
                                      </p:to>
                                    </p:set>
                                  </p:childTnLst>
                                </p:cTn>
                              </p:par>
                              <p:par>
                                <p:cTn id="280" presetID="10" presetClass="exit" presetSubtype="0" fill="hold" grpId="1" nodeType="withEffect">
                                  <p:stCondLst>
                                    <p:cond delay="0"/>
                                  </p:stCondLst>
                                  <p:childTnLst>
                                    <p:animEffect transition="out" filter="fade">
                                      <p:cBhvr>
                                        <p:cTn id="281" dur="300"/>
                                        <p:tgtEl>
                                          <p:spTgt spid="178"/>
                                        </p:tgtEl>
                                      </p:cBhvr>
                                    </p:animEffect>
                                    <p:set>
                                      <p:cBhvr>
                                        <p:cTn id="282" dur="1" fill="hold">
                                          <p:stCondLst>
                                            <p:cond delay="299"/>
                                          </p:stCondLst>
                                        </p:cTn>
                                        <p:tgtEl>
                                          <p:spTgt spid="178"/>
                                        </p:tgtEl>
                                        <p:attrNameLst>
                                          <p:attrName>style.visibility</p:attrName>
                                        </p:attrNameLst>
                                      </p:cBhvr>
                                      <p:to>
                                        <p:strVal val="hidden"/>
                                      </p:to>
                                    </p:set>
                                  </p:childTnLst>
                                </p:cTn>
                              </p:par>
                              <p:par>
                                <p:cTn id="283" presetID="10" presetClass="exit" presetSubtype="0" fill="hold" grpId="1" nodeType="withEffect">
                                  <p:stCondLst>
                                    <p:cond delay="0"/>
                                  </p:stCondLst>
                                  <p:childTnLst>
                                    <p:animEffect transition="out" filter="fade">
                                      <p:cBhvr>
                                        <p:cTn id="284" dur="300"/>
                                        <p:tgtEl>
                                          <p:spTgt spid="179"/>
                                        </p:tgtEl>
                                      </p:cBhvr>
                                    </p:animEffect>
                                    <p:set>
                                      <p:cBhvr>
                                        <p:cTn id="285" dur="1" fill="hold">
                                          <p:stCondLst>
                                            <p:cond delay="299"/>
                                          </p:stCondLst>
                                        </p:cTn>
                                        <p:tgtEl>
                                          <p:spTgt spid="179"/>
                                        </p:tgtEl>
                                        <p:attrNameLst>
                                          <p:attrName>style.visibility</p:attrName>
                                        </p:attrNameLst>
                                      </p:cBhvr>
                                      <p:to>
                                        <p:strVal val="hidden"/>
                                      </p:to>
                                    </p:set>
                                  </p:childTnLst>
                                </p:cTn>
                              </p:par>
                              <p:par>
                                <p:cTn id="286" presetID="10" presetClass="exit" presetSubtype="0" fill="hold" nodeType="withEffect">
                                  <p:stCondLst>
                                    <p:cond delay="0"/>
                                  </p:stCondLst>
                                  <p:childTnLst>
                                    <p:animEffect transition="out" filter="fade">
                                      <p:cBhvr>
                                        <p:cTn id="287" dur="300"/>
                                        <p:tgtEl>
                                          <p:spTgt spid="180"/>
                                        </p:tgtEl>
                                      </p:cBhvr>
                                    </p:animEffect>
                                    <p:set>
                                      <p:cBhvr>
                                        <p:cTn id="288" dur="1" fill="hold">
                                          <p:stCondLst>
                                            <p:cond delay="299"/>
                                          </p:stCondLst>
                                        </p:cTn>
                                        <p:tgtEl>
                                          <p:spTgt spid="180"/>
                                        </p:tgtEl>
                                        <p:attrNameLst>
                                          <p:attrName>style.visibility</p:attrName>
                                        </p:attrNameLst>
                                      </p:cBhvr>
                                      <p:to>
                                        <p:strVal val="hidden"/>
                                      </p:to>
                                    </p:set>
                                  </p:childTnLst>
                                </p:cTn>
                              </p:par>
                              <p:par>
                                <p:cTn id="289" presetID="10" presetClass="exit" presetSubtype="0" fill="hold" grpId="1" nodeType="withEffect">
                                  <p:stCondLst>
                                    <p:cond delay="0"/>
                                  </p:stCondLst>
                                  <p:childTnLst>
                                    <p:animEffect transition="out" filter="fade">
                                      <p:cBhvr>
                                        <p:cTn id="290" dur="300"/>
                                        <p:tgtEl>
                                          <p:spTgt spid="181"/>
                                        </p:tgtEl>
                                      </p:cBhvr>
                                    </p:animEffect>
                                    <p:set>
                                      <p:cBhvr>
                                        <p:cTn id="291" dur="1" fill="hold">
                                          <p:stCondLst>
                                            <p:cond delay="299"/>
                                          </p:stCondLst>
                                        </p:cTn>
                                        <p:tgtEl>
                                          <p:spTgt spid="181"/>
                                        </p:tgtEl>
                                        <p:attrNameLst>
                                          <p:attrName>style.visibility</p:attrName>
                                        </p:attrNameLst>
                                      </p:cBhvr>
                                      <p:to>
                                        <p:strVal val="hidden"/>
                                      </p:to>
                                    </p:set>
                                  </p:childTnLst>
                                </p:cTn>
                              </p:par>
                              <p:par>
                                <p:cTn id="292" presetID="10" presetClass="exit" presetSubtype="0" fill="hold" grpId="1" nodeType="withEffect">
                                  <p:stCondLst>
                                    <p:cond delay="0"/>
                                  </p:stCondLst>
                                  <p:childTnLst>
                                    <p:animEffect transition="out" filter="fade">
                                      <p:cBhvr>
                                        <p:cTn id="293" dur="300"/>
                                        <p:tgtEl>
                                          <p:spTgt spid="182"/>
                                        </p:tgtEl>
                                      </p:cBhvr>
                                    </p:animEffect>
                                    <p:set>
                                      <p:cBhvr>
                                        <p:cTn id="294" dur="1" fill="hold">
                                          <p:stCondLst>
                                            <p:cond delay="299"/>
                                          </p:stCondLst>
                                        </p:cTn>
                                        <p:tgtEl>
                                          <p:spTgt spid="182"/>
                                        </p:tgtEl>
                                        <p:attrNameLst>
                                          <p:attrName>style.visibility</p:attrName>
                                        </p:attrNameLst>
                                      </p:cBhvr>
                                      <p:to>
                                        <p:strVal val="hidden"/>
                                      </p:to>
                                    </p:set>
                                  </p:childTnLst>
                                </p:cTn>
                              </p:par>
                              <p:par>
                                <p:cTn id="295" presetID="10" presetClass="exit" presetSubtype="0" fill="hold" grpId="1" nodeType="withEffect">
                                  <p:stCondLst>
                                    <p:cond delay="0"/>
                                  </p:stCondLst>
                                  <p:childTnLst>
                                    <p:animEffect transition="out" filter="fade">
                                      <p:cBhvr>
                                        <p:cTn id="296" dur="300"/>
                                        <p:tgtEl>
                                          <p:spTgt spid="183"/>
                                        </p:tgtEl>
                                      </p:cBhvr>
                                    </p:animEffect>
                                    <p:set>
                                      <p:cBhvr>
                                        <p:cTn id="297" dur="1" fill="hold">
                                          <p:stCondLst>
                                            <p:cond delay="299"/>
                                          </p:stCondLst>
                                        </p:cTn>
                                        <p:tgtEl>
                                          <p:spTgt spid="183"/>
                                        </p:tgtEl>
                                        <p:attrNameLst>
                                          <p:attrName>style.visibility</p:attrName>
                                        </p:attrNameLst>
                                      </p:cBhvr>
                                      <p:to>
                                        <p:strVal val="hidden"/>
                                      </p:to>
                                    </p:set>
                                  </p:childTnLst>
                                </p:cTn>
                              </p:par>
                              <p:par>
                                <p:cTn id="298" presetID="10" presetClass="exit" presetSubtype="0" fill="hold" grpId="1" nodeType="withEffect">
                                  <p:stCondLst>
                                    <p:cond delay="0"/>
                                  </p:stCondLst>
                                  <p:childTnLst>
                                    <p:animEffect transition="out" filter="fade">
                                      <p:cBhvr>
                                        <p:cTn id="299" dur="300"/>
                                        <p:tgtEl>
                                          <p:spTgt spid="184"/>
                                        </p:tgtEl>
                                      </p:cBhvr>
                                    </p:animEffect>
                                    <p:set>
                                      <p:cBhvr>
                                        <p:cTn id="300" dur="1" fill="hold">
                                          <p:stCondLst>
                                            <p:cond delay="299"/>
                                          </p:stCondLst>
                                        </p:cTn>
                                        <p:tgtEl>
                                          <p:spTgt spid="184"/>
                                        </p:tgtEl>
                                        <p:attrNameLst>
                                          <p:attrName>style.visibility</p:attrName>
                                        </p:attrNameLst>
                                      </p:cBhvr>
                                      <p:to>
                                        <p:strVal val="hidden"/>
                                      </p:to>
                                    </p:set>
                                  </p:childTnLst>
                                </p:cTn>
                              </p:par>
                              <p:par>
                                <p:cTn id="301" presetID="10" presetClass="exit" presetSubtype="0" fill="hold" grpId="1" nodeType="withEffect">
                                  <p:stCondLst>
                                    <p:cond delay="0"/>
                                  </p:stCondLst>
                                  <p:childTnLst>
                                    <p:animEffect transition="out" filter="fade">
                                      <p:cBhvr>
                                        <p:cTn id="302" dur="300"/>
                                        <p:tgtEl>
                                          <p:spTgt spid="185"/>
                                        </p:tgtEl>
                                      </p:cBhvr>
                                    </p:animEffect>
                                    <p:set>
                                      <p:cBhvr>
                                        <p:cTn id="303" dur="1" fill="hold">
                                          <p:stCondLst>
                                            <p:cond delay="299"/>
                                          </p:stCondLst>
                                        </p:cTn>
                                        <p:tgtEl>
                                          <p:spTgt spid="185"/>
                                        </p:tgtEl>
                                        <p:attrNameLst>
                                          <p:attrName>style.visibility</p:attrName>
                                        </p:attrNameLst>
                                      </p:cBhvr>
                                      <p:to>
                                        <p:strVal val="hidden"/>
                                      </p:to>
                                    </p:set>
                                  </p:childTnLst>
                                </p:cTn>
                              </p:par>
                              <p:par>
                                <p:cTn id="304" presetID="10" presetClass="exit" presetSubtype="0" fill="hold" grpId="1" nodeType="withEffect">
                                  <p:stCondLst>
                                    <p:cond delay="0"/>
                                  </p:stCondLst>
                                  <p:childTnLst>
                                    <p:animEffect transition="out" filter="fade">
                                      <p:cBhvr>
                                        <p:cTn id="305" dur="300"/>
                                        <p:tgtEl>
                                          <p:spTgt spid="186"/>
                                        </p:tgtEl>
                                      </p:cBhvr>
                                    </p:animEffect>
                                    <p:set>
                                      <p:cBhvr>
                                        <p:cTn id="306" dur="1" fill="hold">
                                          <p:stCondLst>
                                            <p:cond delay="299"/>
                                          </p:stCondLst>
                                        </p:cTn>
                                        <p:tgtEl>
                                          <p:spTgt spid="186"/>
                                        </p:tgtEl>
                                        <p:attrNameLst>
                                          <p:attrName>style.visibility</p:attrName>
                                        </p:attrNameLst>
                                      </p:cBhvr>
                                      <p:to>
                                        <p:strVal val="hidden"/>
                                      </p:to>
                                    </p:set>
                                  </p:childTnLst>
                                </p:cTn>
                              </p:par>
                              <p:par>
                                <p:cTn id="307" presetID="10" presetClass="exit" presetSubtype="0" fill="hold" grpId="1" nodeType="withEffect">
                                  <p:stCondLst>
                                    <p:cond delay="0"/>
                                  </p:stCondLst>
                                  <p:childTnLst>
                                    <p:animEffect transition="out" filter="fade">
                                      <p:cBhvr>
                                        <p:cTn id="308" dur="300"/>
                                        <p:tgtEl>
                                          <p:spTgt spid="187"/>
                                        </p:tgtEl>
                                      </p:cBhvr>
                                    </p:animEffect>
                                    <p:set>
                                      <p:cBhvr>
                                        <p:cTn id="309" dur="1" fill="hold">
                                          <p:stCondLst>
                                            <p:cond delay="299"/>
                                          </p:stCondLst>
                                        </p:cTn>
                                        <p:tgtEl>
                                          <p:spTgt spid="187"/>
                                        </p:tgtEl>
                                        <p:attrNameLst>
                                          <p:attrName>style.visibility</p:attrName>
                                        </p:attrNameLst>
                                      </p:cBhvr>
                                      <p:to>
                                        <p:strVal val="hidden"/>
                                      </p:to>
                                    </p:set>
                                  </p:childTnLst>
                                </p:cTn>
                              </p:par>
                              <p:par>
                                <p:cTn id="310" presetID="10" presetClass="exit" presetSubtype="0" fill="hold" nodeType="withEffect">
                                  <p:stCondLst>
                                    <p:cond delay="0"/>
                                  </p:stCondLst>
                                  <p:childTnLst>
                                    <p:animEffect transition="out" filter="fade">
                                      <p:cBhvr>
                                        <p:cTn id="311" dur="300"/>
                                        <p:tgtEl>
                                          <p:spTgt spid="188"/>
                                        </p:tgtEl>
                                      </p:cBhvr>
                                    </p:animEffect>
                                    <p:set>
                                      <p:cBhvr>
                                        <p:cTn id="312" dur="1" fill="hold">
                                          <p:stCondLst>
                                            <p:cond delay="299"/>
                                          </p:stCondLst>
                                        </p:cTn>
                                        <p:tgtEl>
                                          <p:spTgt spid="188"/>
                                        </p:tgtEl>
                                        <p:attrNameLst>
                                          <p:attrName>style.visibility</p:attrName>
                                        </p:attrNameLst>
                                      </p:cBhvr>
                                      <p:to>
                                        <p:strVal val="hidden"/>
                                      </p:to>
                                    </p:set>
                                  </p:childTnLst>
                                </p:cTn>
                              </p:par>
                              <p:par>
                                <p:cTn id="313" presetID="10" presetClass="exit" presetSubtype="0" fill="hold" grpId="1" nodeType="withEffect">
                                  <p:stCondLst>
                                    <p:cond delay="0"/>
                                  </p:stCondLst>
                                  <p:childTnLst>
                                    <p:animEffect transition="out" filter="fade">
                                      <p:cBhvr>
                                        <p:cTn id="314" dur="300"/>
                                        <p:tgtEl>
                                          <p:spTgt spid="189"/>
                                        </p:tgtEl>
                                      </p:cBhvr>
                                    </p:animEffect>
                                    <p:set>
                                      <p:cBhvr>
                                        <p:cTn id="315" dur="1" fill="hold">
                                          <p:stCondLst>
                                            <p:cond delay="299"/>
                                          </p:stCondLst>
                                        </p:cTn>
                                        <p:tgtEl>
                                          <p:spTgt spid="189"/>
                                        </p:tgtEl>
                                        <p:attrNameLst>
                                          <p:attrName>style.visibility</p:attrName>
                                        </p:attrNameLst>
                                      </p:cBhvr>
                                      <p:to>
                                        <p:strVal val="hidden"/>
                                      </p:to>
                                    </p:set>
                                  </p:childTnLst>
                                </p:cTn>
                              </p:par>
                              <p:par>
                                <p:cTn id="316" presetID="10" presetClass="exit" presetSubtype="0" fill="hold" grpId="1" nodeType="withEffect">
                                  <p:stCondLst>
                                    <p:cond delay="0"/>
                                  </p:stCondLst>
                                  <p:childTnLst>
                                    <p:animEffect transition="out" filter="fade">
                                      <p:cBhvr>
                                        <p:cTn id="317" dur="300"/>
                                        <p:tgtEl>
                                          <p:spTgt spid="190"/>
                                        </p:tgtEl>
                                      </p:cBhvr>
                                    </p:animEffect>
                                    <p:set>
                                      <p:cBhvr>
                                        <p:cTn id="318" dur="1" fill="hold">
                                          <p:stCondLst>
                                            <p:cond delay="299"/>
                                          </p:stCondLst>
                                        </p:cTn>
                                        <p:tgtEl>
                                          <p:spTgt spid="190"/>
                                        </p:tgtEl>
                                        <p:attrNameLst>
                                          <p:attrName>style.visibility</p:attrName>
                                        </p:attrNameLst>
                                      </p:cBhvr>
                                      <p:to>
                                        <p:strVal val="hidden"/>
                                      </p:to>
                                    </p:set>
                                  </p:childTnLst>
                                </p:cTn>
                              </p:par>
                              <p:par>
                                <p:cTn id="319" presetID="10" presetClass="exit" presetSubtype="0" fill="hold" grpId="1" nodeType="withEffect">
                                  <p:stCondLst>
                                    <p:cond delay="0"/>
                                  </p:stCondLst>
                                  <p:childTnLst>
                                    <p:animEffect transition="out" filter="fade">
                                      <p:cBhvr>
                                        <p:cTn id="320" dur="300"/>
                                        <p:tgtEl>
                                          <p:spTgt spid="191"/>
                                        </p:tgtEl>
                                      </p:cBhvr>
                                    </p:animEffect>
                                    <p:set>
                                      <p:cBhvr>
                                        <p:cTn id="321" dur="1" fill="hold">
                                          <p:stCondLst>
                                            <p:cond delay="299"/>
                                          </p:stCondLst>
                                        </p:cTn>
                                        <p:tgtEl>
                                          <p:spTgt spid="191"/>
                                        </p:tgtEl>
                                        <p:attrNameLst>
                                          <p:attrName>style.visibility</p:attrName>
                                        </p:attrNameLst>
                                      </p:cBhvr>
                                      <p:to>
                                        <p:strVal val="hidden"/>
                                      </p:to>
                                    </p:set>
                                  </p:childTnLst>
                                </p:cTn>
                              </p:par>
                              <p:par>
                                <p:cTn id="322" presetID="10" presetClass="exit" presetSubtype="0" fill="hold" grpId="1" nodeType="withEffect">
                                  <p:stCondLst>
                                    <p:cond delay="0"/>
                                  </p:stCondLst>
                                  <p:childTnLst>
                                    <p:animEffect transition="out" filter="fade">
                                      <p:cBhvr>
                                        <p:cTn id="323" dur="300"/>
                                        <p:tgtEl>
                                          <p:spTgt spid="192"/>
                                        </p:tgtEl>
                                      </p:cBhvr>
                                    </p:animEffect>
                                    <p:set>
                                      <p:cBhvr>
                                        <p:cTn id="324" dur="1" fill="hold">
                                          <p:stCondLst>
                                            <p:cond delay="299"/>
                                          </p:stCondLst>
                                        </p:cTn>
                                        <p:tgtEl>
                                          <p:spTgt spid="192"/>
                                        </p:tgtEl>
                                        <p:attrNameLst>
                                          <p:attrName>style.visibility</p:attrName>
                                        </p:attrNameLst>
                                      </p:cBhvr>
                                      <p:to>
                                        <p:strVal val="hidden"/>
                                      </p:to>
                                    </p:set>
                                  </p:childTnLst>
                                </p:cTn>
                              </p:par>
                              <p:par>
                                <p:cTn id="325" presetID="10" presetClass="exit" presetSubtype="0" fill="hold" nodeType="withEffect">
                                  <p:stCondLst>
                                    <p:cond delay="0"/>
                                  </p:stCondLst>
                                  <p:childTnLst>
                                    <p:animEffect transition="out" filter="fade">
                                      <p:cBhvr>
                                        <p:cTn id="326" dur="300"/>
                                        <p:tgtEl>
                                          <p:spTgt spid="193"/>
                                        </p:tgtEl>
                                      </p:cBhvr>
                                    </p:animEffect>
                                    <p:set>
                                      <p:cBhvr>
                                        <p:cTn id="327" dur="1" fill="hold">
                                          <p:stCondLst>
                                            <p:cond delay="299"/>
                                          </p:stCondLst>
                                        </p:cTn>
                                        <p:tgtEl>
                                          <p:spTgt spid="193"/>
                                        </p:tgtEl>
                                        <p:attrNameLst>
                                          <p:attrName>style.visibility</p:attrName>
                                        </p:attrNameLst>
                                      </p:cBhvr>
                                      <p:to>
                                        <p:strVal val="hidden"/>
                                      </p:to>
                                    </p:set>
                                  </p:childTnLst>
                                </p:cTn>
                              </p:par>
                              <p:par>
                                <p:cTn id="328" presetID="10" presetClass="exit" presetSubtype="0" fill="hold" grpId="1" nodeType="withEffect">
                                  <p:stCondLst>
                                    <p:cond delay="0"/>
                                  </p:stCondLst>
                                  <p:childTnLst>
                                    <p:animEffect transition="out" filter="fade">
                                      <p:cBhvr>
                                        <p:cTn id="329" dur="300"/>
                                        <p:tgtEl>
                                          <p:spTgt spid="194"/>
                                        </p:tgtEl>
                                      </p:cBhvr>
                                    </p:animEffect>
                                    <p:set>
                                      <p:cBhvr>
                                        <p:cTn id="330" dur="1" fill="hold">
                                          <p:stCondLst>
                                            <p:cond delay="299"/>
                                          </p:stCondLst>
                                        </p:cTn>
                                        <p:tgtEl>
                                          <p:spTgt spid="194"/>
                                        </p:tgtEl>
                                        <p:attrNameLst>
                                          <p:attrName>style.visibility</p:attrName>
                                        </p:attrNameLst>
                                      </p:cBhvr>
                                      <p:to>
                                        <p:strVal val="hidden"/>
                                      </p:to>
                                    </p:set>
                                  </p:childTnLst>
                                </p:cTn>
                              </p:par>
                              <p:par>
                                <p:cTn id="331" presetID="10" presetClass="exit" presetSubtype="0" fill="hold" grpId="1" nodeType="withEffect">
                                  <p:stCondLst>
                                    <p:cond delay="0"/>
                                  </p:stCondLst>
                                  <p:childTnLst>
                                    <p:animEffect transition="out" filter="fade">
                                      <p:cBhvr>
                                        <p:cTn id="332" dur="300"/>
                                        <p:tgtEl>
                                          <p:spTgt spid="195"/>
                                        </p:tgtEl>
                                      </p:cBhvr>
                                    </p:animEffect>
                                    <p:set>
                                      <p:cBhvr>
                                        <p:cTn id="333" dur="1" fill="hold">
                                          <p:stCondLst>
                                            <p:cond delay="299"/>
                                          </p:stCondLst>
                                        </p:cTn>
                                        <p:tgtEl>
                                          <p:spTgt spid="195"/>
                                        </p:tgtEl>
                                        <p:attrNameLst>
                                          <p:attrName>style.visibility</p:attrName>
                                        </p:attrNameLst>
                                      </p:cBhvr>
                                      <p:to>
                                        <p:strVal val="hidden"/>
                                      </p:to>
                                    </p:set>
                                  </p:childTnLst>
                                </p:cTn>
                              </p:par>
                              <p:par>
                                <p:cTn id="334" presetID="10" presetClass="exit" presetSubtype="0" fill="hold" grpId="1" nodeType="withEffect">
                                  <p:stCondLst>
                                    <p:cond delay="0"/>
                                  </p:stCondLst>
                                  <p:childTnLst>
                                    <p:animEffect transition="out" filter="fade">
                                      <p:cBhvr>
                                        <p:cTn id="335" dur="300"/>
                                        <p:tgtEl>
                                          <p:spTgt spid="196"/>
                                        </p:tgtEl>
                                      </p:cBhvr>
                                    </p:animEffect>
                                    <p:set>
                                      <p:cBhvr>
                                        <p:cTn id="336" dur="1" fill="hold">
                                          <p:stCondLst>
                                            <p:cond delay="299"/>
                                          </p:stCondLst>
                                        </p:cTn>
                                        <p:tgtEl>
                                          <p:spTgt spid="196"/>
                                        </p:tgtEl>
                                        <p:attrNameLst>
                                          <p:attrName>style.visibility</p:attrName>
                                        </p:attrNameLst>
                                      </p:cBhvr>
                                      <p:to>
                                        <p:strVal val="hidden"/>
                                      </p:to>
                                    </p:set>
                                  </p:childTnLst>
                                </p:cTn>
                              </p:par>
                              <p:par>
                                <p:cTn id="337" presetID="10" presetClass="exit" presetSubtype="0" fill="hold" grpId="1" nodeType="withEffect">
                                  <p:stCondLst>
                                    <p:cond delay="0"/>
                                  </p:stCondLst>
                                  <p:childTnLst>
                                    <p:animEffect transition="out" filter="fade">
                                      <p:cBhvr>
                                        <p:cTn id="338" dur="300"/>
                                        <p:tgtEl>
                                          <p:spTgt spid="197"/>
                                        </p:tgtEl>
                                      </p:cBhvr>
                                    </p:animEffect>
                                    <p:set>
                                      <p:cBhvr>
                                        <p:cTn id="339" dur="1" fill="hold">
                                          <p:stCondLst>
                                            <p:cond delay="299"/>
                                          </p:stCondLst>
                                        </p:cTn>
                                        <p:tgtEl>
                                          <p:spTgt spid="197"/>
                                        </p:tgtEl>
                                        <p:attrNameLst>
                                          <p:attrName>style.visibility</p:attrName>
                                        </p:attrNameLst>
                                      </p:cBhvr>
                                      <p:to>
                                        <p:strVal val="hidden"/>
                                      </p:to>
                                    </p:set>
                                  </p:childTnLst>
                                </p:cTn>
                              </p:par>
                              <p:par>
                                <p:cTn id="340" presetID="10" presetClass="exit" presetSubtype="0" fill="hold" grpId="1" nodeType="withEffect">
                                  <p:stCondLst>
                                    <p:cond delay="0"/>
                                  </p:stCondLst>
                                  <p:childTnLst>
                                    <p:animEffect transition="out" filter="fade">
                                      <p:cBhvr>
                                        <p:cTn id="341" dur="300"/>
                                        <p:tgtEl>
                                          <p:spTgt spid="198"/>
                                        </p:tgtEl>
                                      </p:cBhvr>
                                    </p:animEffect>
                                    <p:set>
                                      <p:cBhvr>
                                        <p:cTn id="342" dur="1" fill="hold">
                                          <p:stCondLst>
                                            <p:cond delay="299"/>
                                          </p:stCondLst>
                                        </p:cTn>
                                        <p:tgtEl>
                                          <p:spTgt spid="198"/>
                                        </p:tgtEl>
                                        <p:attrNameLst>
                                          <p:attrName>style.visibility</p:attrName>
                                        </p:attrNameLst>
                                      </p:cBhvr>
                                      <p:to>
                                        <p:strVal val="hidden"/>
                                      </p:to>
                                    </p:set>
                                  </p:childTnLst>
                                </p:cTn>
                              </p:par>
                              <p:par>
                                <p:cTn id="343" presetID="42" presetClass="entr" presetSubtype="0" fill="hold" grpId="0" nodeType="withEffect">
                                  <p:stCondLst>
                                    <p:cond delay="250"/>
                                  </p:stCondLst>
                                  <p:childTnLst>
                                    <p:set>
                                      <p:cBhvr>
                                        <p:cTn id="344" dur="1" fill="hold">
                                          <p:stCondLst>
                                            <p:cond delay="0"/>
                                          </p:stCondLst>
                                        </p:cTn>
                                        <p:tgtEl>
                                          <p:spTgt spid="12"/>
                                        </p:tgtEl>
                                        <p:attrNameLst>
                                          <p:attrName>style.visibility</p:attrName>
                                        </p:attrNameLst>
                                      </p:cBhvr>
                                      <p:to>
                                        <p:strVal val="visible"/>
                                      </p:to>
                                    </p:set>
                                    <p:animEffect transition="in" filter="fade">
                                      <p:cBhvr>
                                        <p:cTn id="345" dur="650"/>
                                        <p:tgtEl>
                                          <p:spTgt spid="12"/>
                                        </p:tgtEl>
                                      </p:cBhvr>
                                    </p:animEffect>
                                    <p:anim calcmode="lin" valueType="num">
                                      <p:cBhvr>
                                        <p:cTn id="346" dur="650" fill="hold"/>
                                        <p:tgtEl>
                                          <p:spTgt spid="12"/>
                                        </p:tgtEl>
                                        <p:attrNameLst>
                                          <p:attrName>ppt_x</p:attrName>
                                        </p:attrNameLst>
                                      </p:cBhvr>
                                      <p:tavLst>
                                        <p:tav tm="0">
                                          <p:val>
                                            <p:strVal val="#ppt_x"/>
                                          </p:val>
                                        </p:tav>
                                        <p:tav tm="100000">
                                          <p:val>
                                            <p:strVal val="#ppt_x"/>
                                          </p:val>
                                        </p:tav>
                                      </p:tavLst>
                                    </p:anim>
                                    <p:anim calcmode="lin" valueType="num">
                                      <p:cBhvr>
                                        <p:cTn id="347" dur="650" fill="hold"/>
                                        <p:tgtEl>
                                          <p:spTgt spid="12"/>
                                        </p:tgtEl>
                                        <p:attrNameLst>
                                          <p:attrName>ppt_y</p:attrName>
                                        </p:attrNameLst>
                                      </p:cBhvr>
                                      <p:tavLst>
                                        <p:tav tm="0">
                                          <p:val>
                                            <p:strVal val="#ppt_y+.1"/>
                                          </p:val>
                                        </p:tav>
                                        <p:tav tm="100000">
                                          <p:val>
                                            <p:strVal val="#ppt_y"/>
                                          </p:val>
                                        </p:tav>
                                      </p:tavLst>
                                    </p:anim>
                                  </p:childTnLst>
                                </p:cTn>
                              </p:par>
                              <p:par>
                                <p:cTn id="348" presetID="42" presetClass="entr" presetSubtype="0" fill="hold" grpId="0" nodeType="withEffect">
                                  <p:stCondLst>
                                    <p:cond delay="250"/>
                                  </p:stCondLst>
                                  <p:childTnLst>
                                    <p:set>
                                      <p:cBhvr>
                                        <p:cTn id="349" dur="1" fill="hold">
                                          <p:stCondLst>
                                            <p:cond delay="0"/>
                                          </p:stCondLst>
                                        </p:cTn>
                                        <p:tgtEl>
                                          <p:spTgt spid="13"/>
                                        </p:tgtEl>
                                        <p:attrNameLst>
                                          <p:attrName>style.visibility</p:attrName>
                                        </p:attrNameLst>
                                      </p:cBhvr>
                                      <p:to>
                                        <p:strVal val="visible"/>
                                      </p:to>
                                    </p:set>
                                    <p:animEffect transition="in" filter="fade">
                                      <p:cBhvr>
                                        <p:cTn id="350" dur="650"/>
                                        <p:tgtEl>
                                          <p:spTgt spid="13"/>
                                        </p:tgtEl>
                                      </p:cBhvr>
                                    </p:animEffect>
                                    <p:anim calcmode="lin" valueType="num">
                                      <p:cBhvr>
                                        <p:cTn id="351" dur="650" fill="hold"/>
                                        <p:tgtEl>
                                          <p:spTgt spid="13"/>
                                        </p:tgtEl>
                                        <p:attrNameLst>
                                          <p:attrName>ppt_x</p:attrName>
                                        </p:attrNameLst>
                                      </p:cBhvr>
                                      <p:tavLst>
                                        <p:tav tm="0">
                                          <p:val>
                                            <p:strVal val="#ppt_x"/>
                                          </p:val>
                                        </p:tav>
                                        <p:tav tm="100000">
                                          <p:val>
                                            <p:strVal val="#ppt_x"/>
                                          </p:val>
                                        </p:tav>
                                      </p:tavLst>
                                    </p:anim>
                                    <p:anim calcmode="lin" valueType="num">
                                      <p:cBhvr>
                                        <p:cTn id="352" dur="650" fill="hold"/>
                                        <p:tgtEl>
                                          <p:spTgt spid="13"/>
                                        </p:tgtEl>
                                        <p:attrNameLst>
                                          <p:attrName>ppt_y</p:attrName>
                                        </p:attrNameLst>
                                      </p:cBhvr>
                                      <p:tavLst>
                                        <p:tav tm="0">
                                          <p:val>
                                            <p:strVal val="#ppt_y+.1"/>
                                          </p:val>
                                        </p:tav>
                                        <p:tav tm="100000">
                                          <p:val>
                                            <p:strVal val="#ppt_y"/>
                                          </p:val>
                                        </p:tav>
                                      </p:tavLst>
                                    </p:anim>
                                  </p:childTnLst>
                                </p:cTn>
                              </p:par>
                              <p:par>
                                <p:cTn id="353" presetID="42" presetClass="entr" presetSubtype="0" fill="hold" grpId="0" nodeType="withEffect">
                                  <p:stCondLst>
                                    <p:cond delay="250"/>
                                  </p:stCondLst>
                                  <p:childTnLst>
                                    <p:set>
                                      <p:cBhvr>
                                        <p:cTn id="354" dur="1" fill="hold">
                                          <p:stCondLst>
                                            <p:cond delay="0"/>
                                          </p:stCondLst>
                                        </p:cTn>
                                        <p:tgtEl>
                                          <p:spTgt spid="14"/>
                                        </p:tgtEl>
                                        <p:attrNameLst>
                                          <p:attrName>style.visibility</p:attrName>
                                        </p:attrNameLst>
                                      </p:cBhvr>
                                      <p:to>
                                        <p:strVal val="visible"/>
                                      </p:to>
                                    </p:set>
                                    <p:animEffect transition="in" filter="fade">
                                      <p:cBhvr>
                                        <p:cTn id="355" dur="650"/>
                                        <p:tgtEl>
                                          <p:spTgt spid="14"/>
                                        </p:tgtEl>
                                      </p:cBhvr>
                                    </p:animEffect>
                                    <p:anim calcmode="lin" valueType="num">
                                      <p:cBhvr>
                                        <p:cTn id="356" dur="650" fill="hold"/>
                                        <p:tgtEl>
                                          <p:spTgt spid="14"/>
                                        </p:tgtEl>
                                        <p:attrNameLst>
                                          <p:attrName>ppt_x</p:attrName>
                                        </p:attrNameLst>
                                      </p:cBhvr>
                                      <p:tavLst>
                                        <p:tav tm="0">
                                          <p:val>
                                            <p:strVal val="#ppt_x"/>
                                          </p:val>
                                        </p:tav>
                                        <p:tav tm="100000">
                                          <p:val>
                                            <p:strVal val="#ppt_x"/>
                                          </p:val>
                                        </p:tav>
                                      </p:tavLst>
                                    </p:anim>
                                    <p:anim calcmode="lin" valueType="num">
                                      <p:cBhvr>
                                        <p:cTn id="357" dur="650" fill="hold"/>
                                        <p:tgtEl>
                                          <p:spTgt spid="14"/>
                                        </p:tgtEl>
                                        <p:attrNameLst>
                                          <p:attrName>ppt_y</p:attrName>
                                        </p:attrNameLst>
                                      </p:cBhvr>
                                      <p:tavLst>
                                        <p:tav tm="0">
                                          <p:val>
                                            <p:strVal val="#ppt_y+.1"/>
                                          </p:val>
                                        </p:tav>
                                        <p:tav tm="100000">
                                          <p:val>
                                            <p:strVal val="#ppt_y"/>
                                          </p:val>
                                        </p:tav>
                                      </p:tavLst>
                                    </p:anim>
                                  </p:childTnLst>
                                </p:cTn>
                              </p:par>
                              <p:par>
                                <p:cTn id="358" presetID="42" presetClass="entr" presetSubtype="0" fill="hold" grpId="0" nodeType="withEffect">
                                  <p:stCondLst>
                                    <p:cond delay="250"/>
                                  </p:stCondLst>
                                  <p:childTnLst>
                                    <p:set>
                                      <p:cBhvr>
                                        <p:cTn id="359" dur="1" fill="hold">
                                          <p:stCondLst>
                                            <p:cond delay="0"/>
                                          </p:stCondLst>
                                        </p:cTn>
                                        <p:tgtEl>
                                          <p:spTgt spid="15"/>
                                        </p:tgtEl>
                                        <p:attrNameLst>
                                          <p:attrName>style.visibility</p:attrName>
                                        </p:attrNameLst>
                                      </p:cBhvr>
                                      <p:to>
                                        <p:strVal val="visible"/>
                                      </p:to>
                                    </p:set>
                                    <p:animEffect transition="in" filter="fade">
                                      <p:cBhvr>
                                        <p:cTn id="360" dur="650"/>
                                        <p:tgtEl>
                                          <p:spTgt spid="15"/>
                                        </p:tgtEl>
                                      </p:cBhvr>
                                    </p:animEffect>
                                    <p:anim calcmode="lin" valueType="num">
                                      <p:cBhvr>
                                        <p:cTn id="361" dur="650" fill="hold"/>
                                        <p:tgtEl>
                                          <p:spTgt spid="15"/>
                                        </p:tgtEl>
                                        <p:attrNameLst>
                                          <p:attrName>ppt_x</p:attrName>
                                        </p:attrNameLst>
                                      </p:cBhvr>
                                      <p:tavLst>
                                        <p:tav tm="0">
                                          <p:val>
                                            <p:strVal val="#ppt_x"/>
                                          </p:val>
                                        </p:tav>
                                        <p:tav tm="100000">
                                          <p:val>
                                            <p:strVal val="#ppt_x"/>
                                          </p:val>
                                        </p:tav>
                                      </p:tavLst>
                                    </p:anim>
                                    <p:anim calcmode="lin" valueType="num">
                                      <p:cBhvr>
                                        <p:cTn id="362" dur="650" fill="hold"/>
                                        <p:tgtEl>
                                          <p:spTgt spid="15"/>
                                        </p:tgtEl>
                                        <p:attrNameLst>
                                          <p:attrName>ppt_y</p:attrName>
                                        </p:attrNameLst>
                                      </p:cBhvr>
                                      <p:tavLst>
                                        <p:tav tm="0">
                                          <p:val>
                                            <p:strVal val="#ppt_y+.1"/>
                                          </p:val>
                                        </p:tav>
                                        <p:tav tm="100000">
                                          <p:val>
                                            <p:strVal val="#ppt_y"/>
                                          </p:val>
                                        </p:tav>
                                      </p:tavLst>
                                    </p:anim>
                                  </p:childTnLst>
                                </p:cTn>
                              </p:par>
                              <p:par>
                                <p:cTn id="363" presetID="42" presetClass="entr" presetSubtype="0" fill="hold" grpId="0" nodeType="withEffect">
                                  <p:stCondLst>
                                    <p:cond delay="250"/>
                                  </p:stCondLst>
                                  <p:childTnLst>
                                    <p:set>
                                      <p:cBhvr>
                                        <p:cTn id="364" dur="1" fill="hold">
                                          <p:stCondLst>
                                            <p:cond delay="0"/>
                                          </p:stCondLst>
                                        </p:cTn>
                                        <p:tgtEl>
                                          <p:spTgt spid="16"/>
                                        </p:tgtEl>
                                        <p:attrNameLst>
                                          <p:attrName>style.visibility</p:attrName>
                                        </p:attrNameLst>
                                      </p:cBhvr>
                                      <p:to>
                                        <p:strVal val="visible"/>
                                      </p:to>
                                    </p:set>
                                    <p:animEffect transition="in" filter="fade">
                                      <p:cBhvr>
                                        <p:cTn id="365" dur="650"/>
                                        <p:tgtEl>
                                          <p:spTgt spid="16"/>
                                        </p:tgtEl>
                                      </p:cBhvr>
                                    </p:animEffect>
                                    <p:anim calcmode="lin" valueType="num">
                                      <p:cBhvr>
                                        <p:cTn id="366" dur="650" fill="hold"/>
                                        <p:tgtEl>
                                          <p:spTgt spid="16"/>
                                        </p:tgtEl>
                                        <p:attrNameLst>
                                          <p:attrName>ppt_x</p:attrName>
                                        </p:attrNameLst>
                                      </p:cBhvr>
                                      <p:tavLst>
                                        <p:tav tm="0">
                                          <p:val>
                                            <p:strVal val="#ppt_x"/>
                                          </p:val>
                                        </p:tav>
                                        <p:tav tm="100000">
                                          <p:val>
                                            <p:strVal val="#ppt_x"/>
                                          </p:val>
                                        </p:tav>
                                      </p:tavLst>
                                    </p:anim>
                                    <p:anim calcmode="lin" valueType="num">
                                      <p:cBhvr>
                                        <p:cTn id="367" dur="650" fill="hold"/>
                                        <p:tgtEl>
                                          <p:spTgt spid="16"/>
                                        </p:tgtEl>
                                        <p:attrNameLst>
                                          <p:attrName>ppt_y</p:attrName>
                                        </p:attrNameLst>
                                      </p:cBhvr>
                                      <p:tavLst>
                                        <p:tav tm="0">
                                          <p:val>
                                            <p:strVal val="#ppt_y+.1"/>
                                          </p:val>
                                        </p:tav>
                                        <p:tav tm="100000">
                                          <p:val>
                                            <p:strVal val="#ppt_y"/>
                                          </p:val>
                                        </p:tav>
                                      </p:tavLst>
                                    </p:anim>
                                  </p:childTnLst>
                                </p:cTn>
                              </p:par>
                              <p:par>
                                <p:cTn id="368" presetID="42" presetClass="entr" presetSubtype="0" fill="hold" grpId="0" nodeType="withEffect">
                                  <p:stCondLst>
                                    <p:cond delay="250"/>
                                  </p:stCondLst>
                                  <p:childTnLst>
                                    <p:set>
                                      <p:cBhvr>
                                        <p:cTn id="369" dur="1" fill="hold">
                                          <p:stCondLst>
                                            <p:cond delay="0"/>
                                          </p:stCondLst>
                                        </p:cTn>
                                        <p:tgtEl>
                                          <p:spTgt spid="17"/>
                                        </p:tgtEl>
                                        <p:attrNameLst>
                                          <p:attrName>style.visibility</p:attrName>
                                        </p:attrNameLst>
                                      </p:cBhvr>
                                      <p:to>
                                        <p:strVal val="visible"/>
                                      </p:to>
                                    </p:set>
                                    <p:animEffect transition="in" filter="fade">
                                      <p:cBhvr>
                                        <p:cTn id="370" dur="650"/>
                                        <p:tgtEl>
                                          <p:spTgt spid="17"/>
                                        </p:tgtEl>
                                      </p:cBhvr>
                                    </p:animEffect>
                                    <p:anim calcmode="lin" valueType="num">
                                      <p:cBhvr>
                                        <p:cTn id="371" dur="650" fill="hold"/>
                                        <p:tgtEl>
                                          <p:spTgt spid="17"/>
                                        </p:tgtEl>
                                        <p:attrNameLst>
                                          <p:attrName>ppt_x</p:attrName>
                                        </p:attrNameLst>
                                      </p:cBhvr>
                                      <p:tavLst>
                                        <p:tav tm="0">
                                          <p:val>
                                            <p:strVal val="#ppt_x"/>
                                          </p:val>
                                        </p:tav>
                                        <p:tav tm="100000">
                                          <p:val>
                                            <p:strVal val="#ppt_x"/>
                                          </p:val>
                                        </p:tav>
                                      </p:tavLst>
                                    </p:anim>
                                    <p:anim calcmode="lin" valueType="num">
                                      <p:cBhvr>
                                        <p:cTn id="372" dur="650" fill="hold"/>
                                        <p:tgtEl>
                                          <p:spTgt spid="17"/>
                                        </p:tgtEl>
                                        <p:attrNameLst>
                                          <p:attrName>ppt_y</p:attrName>
                                        </p:attrNameLst>
                                      </p:cBhvr>
                                      <p:tavLst>
                                        <p:tav tm="0">
                                          <p:val>
                                            <p:strVal val="#ppt_y+.1"/>
                                          </p:val>
                                        </p:tav>
                                        <p:tav tm="100000">
                                          <p:val>
                                            <p:strVal val="#ppt_y"/>
                                          </p:val>
                                        </p:tav>
                                      </p:tavLst>
                                    </p:anim>
                                  </p:childTnLst>
                                </p:cTn>
                              </p:par>
                              <p:par>
                                <p:cTn id="373" presetID="42" presetClass="entr" presetSubtype="0" fill="hold" grpId="0" nodeType="withEffect">
                                  <p:stCondLst>
                                    <p:cond delay="250"/>
                                  </p:stCondLst>
                                  <p:childTnLst>
                                    <p:set>
                                      <p:cBhvr>
                                        <p:cTn id="374" dur="1" fill="hold">
                                          <p:stCondLst>
                                            <p:cond delay="0"/>
                                          </p:stCondLst>
                                        </p:cTn>
                                        <p:tgtEl>
                                          <p:spTgt spid="18"/>
                                        </p:tgtEl>
                                        <p:attrNameLst>
                                          <p:attrName>style.visibility</p:attrName>
                                        </p:attrNameLst>
                                      </p:cBhvr>
                                      <p:to>
                                        <p:strVal val="visible"/>
                                      </p:to>
                                    </p:set>
                                    <p:animEffect transition="in" filter="fade">
                                      <p:cBhvr>
                                        <p:cTn id="375" dur="650"/>
                                        <p:tgtEl>
                                          <p:spTgt spid="18"/>
                                        </p:tgtEl>
                                      </p:cBhvr>
                                    </p:animEffect>
                                    <p:anim calcmode="lin" valueType="num">
                                      <p:cBhvr>
                                        <p:cTn id="376" dur="650" fill="hold"/>
                                        <p:tgtEl>
                                          <p:spTgt spid="18"/>
                                        </p:tgtEl>
                                        <p:attrNameLst>
                                          <p:attrName>ppt_x</p:attrName>
                                        </p:attrNameLst>
                                      </p:cBhvr>
                                      <p:tavLst>
                                        <p:tav tm="0">
                                          <p:val>
                                            <p:strVal val="#ppt_x"/>
                                          </p:val>
                                        </p:tav>
                                        <p:tav tm="100000">
                                          <p:val>
                                            <p:strVal val="#ppt_x"/>
                                          </p:val>
                                        </p:tav>
                                      </p:tavLst>
                                    </p:anim>
                                    <p:anim calcmode="lin" valueType="num">
                                      <p:cBhvr>
                                        <p:cTn id="377" dur="650" fill="hold"/>
                                        <p:tgtEl>
                                          <p:spTgt spid="18"/>
                                        </p:tgtEl>
                                        <p:attrNameLst>
                                          <p:attrName>ppt_y</p:attrName>
                                        </p:attrNameLst>
                                      </p:cBhvr>
                                      <p:tavLst>
                                        <p:tav tm="0">
                                          <p:val>
                                            <p:strVal val="#ppt_y+.1"/>
                                          </p:val>
                                        </p:tav>
                                        <p:tav tm="100000">
                                          <p:val>
                                            <p:strVal val="#ppt_y"/>
                                          </p:val>
                                        </p:tav>
                                      </p:tavLst>
                                    </p:anim>
                                  </p:childTnLst>
                                </p:cTn>
                              </p:par>
                              <p:par>
                                <p:cTn id="378" presetID="42" presetClass="entr" presetSubtype="0" fill="hold" grpId="0" nodeType="withEffect">
                                  <p:stCondLst>
                                    <p:cond delay="250"/>
                                  </p:stCondLst>
                                  <p:childTnLst>
                                    <p:set>
                                      <p:cBhvr>
                                        <p:cTn id="379" dur="1" fill="hold">
                                          <p:stCondLst>
                                            <p:cond delay="0"/>
                                          </p:stCondLst>
                                        </p:cTn>
                                        <p:tgtEl>
                                          <p:spTgt spid="19"/>
                                        </p:tgtEl>
                                        <p:attrNameLst>
                                          <p:attrName>style.visibility</p:attrName>
                                        </p:attrNameLst>
                                      </p:cBhvr>
                                      <p:to>
                                        <p:strVal val="visible"/>
                                      </p:to>
                                    </p:set>
                                    <p:animEffect transition="in" filter="fade">
                                      <p:cBhvr>
                                        <p:cTn id="380" dur="650"/>
                                        <p:tgtEl>
                                          <p:spTgt spid="19"/>
                                        </p:tgtEl>
                                      </p:cBhvr>
                                    </p:animEffect>
                                    <p:anim calcmode="lin" valueType="num">
                                      <p:cBhvr>
                                        <p:cTn id="381" dur="650" fill="hold"/>
                                        <p:tgtEl>
                                          <p:spTgt spid="19"/>
                                        </p:tgtEl>
                                        <p:attrNameLst>
                                          <p:attrName>ppt_x</p:attrName>
                                        </p:attrNameLst>
                                      </p:cBhvr>
                                      <p:tavLst>
                                        <p:tav tm="0">
                                          <p:val>
                                            <p:strVal val="#ppt_x"/>
                                          </p:val>
                                        </p:tav>
                                        <p:tav tm="100000">
                                          <p:val>
                                            <p:strVal val="#ppt_x"/>
                                          </p:val>
                                        </p:tav>
                                      </p:tavLst>
                                    </p:anim>
                                    <p:anim calcmode="lin" valueType="num">
                                      <p:cBhvr>
                                        <p:cTn id="382" dur="650" fill="hold"/>
                                        <p:tgtEl>
                                          <p:spTgt spid="19"/>
                                        </p:tgtEl>
                                        <p:attrNameLst>
                                          <p:attrName>ppt_y</p:attrName>
                                        </p:attrNameLst>
                                      </p:cBhvr>
                                      <p:tavLst>
                                        <p:tav tm="0">
                                          <p:val>
                                            <p:strVal val="#ppt_y+.1"/>
                                          </p:val>
                                        </p:tav>
                                        <p:tav tm="100000">
                                          <p:val>
                                            <p:strVal val="#ppt_y"/>
                                          </p:val>
                                        </p:tav>
                                      </p:tavLst>
                                    </p:anim>
                                  </p:childTnLst>
                                </p:cTn>
                              </p:par>
                              <p:par>
                                <p:cTn id="383" presetID="42" presetClass="entr" presetSubtype="0" fill="hold" grpId="0" nodeType="withEffect">
                                  <p:stCondLst>
                                    <p:cond delay="250"/>
                                  </p:stCondLst>
                                  <p:childTnLst>
                                    <p:set>
                                      <p:cBhvr>
                                        <p:cTn id="384" dur="1" fill="hold">
                                          <p:stCondLst>
                                            <p:cond delay="0"/>
                                          </p:stCondLst>
                                        </p:cTn>
                                        <p:tgtEl>
                                          <p:spTgt spid="20"/>
                                        </p:tgtEl>
                                        <p:attrNameLst>
                                          <p:attrName>style.visibility</p:attrName>
                                        </p:attrNameLst>
                                      </p:cBhvr>
                                      <p:to>
                                        <p:strVal val="visible"/>
                                      </p:to>
                                    </p:set>
                                    <p:animEffect transition="in" filter="fade">
                                      <p:cBhvr>
                                        <p:cTn id="385" dur="650"/>
                                        <p:tgtEl>
                                          <p:spTgt spid="20"/>
                                        </p:tgtEl>
                                      </p:cBhvr>
                                    </p:animEffect>
                                    <p:anim calcmode="lin" valueType="num">
                                      <p:cBhvr>
                                        <p:cTn id="386" dur="650" fill="hold"/>
                                        <p:tgtEl>
                                          <p:spTgt spid="20"/>
                                        </p:tgtEl>
                                        <p:attrNameLst>
                                          <p:attrName>ppt_x</p:attrName>
                                        </p:attrNameLst>
                                      </p:cBhvr>
                                      <p:tavLst>
                                        <p:tav tm="0">
                                          <p:val>
                                            <p:strVal val="#ppt_x"/>
                                          </p:val>
                                        </p:tav>
                                        <p:tav tm="100000">
                                          <p:val>
                                            <p:strVal val="#ppt_x"/>
                                          </p:val>
                                        </p:tav>
                                      </p:tavLst>
                                    </p:anim>
                                    <p:anim calcmode="lin" valueType="num">
                                      <p:cBhvr>
                                        <p:cTn id="387" dur="650" fill="hold"/>
                                        <p:tgtEl>
                                          <p:spTgt spid="20"/>
                                        </p:tgtEl>
                                        <p:attrNameLst>
                                          <p:attrName>ppt_y</p:attrName>
                                        </p:attrNameLst>
                                      </p:cBhvr>
                                      <p:tavLst>
                                        <p:tav tm="0">
                                          <p:val>
                                            <p:strVal val="#ppt_y+.1"/>
                                          </p:val>
                                        </p:tav>
                                        <p:tav tm="100000">
                                          <p:val>
                                            <p:strVal val="#ppt_y"/>
                                          </p:val>
                                        </p:tav>
                                      </p:tavLst>
                                    </p:anim>
                                  </p:childTnLst>
                                </p:cTn>
                              </p:par>
                              <p:par>
                                <p:cTn id="388" presetID="42" presetClass="entr" presetSubtype="0" fill="hold" grpId="0" nodeType="withEffect">
                                  <p:stCondLst>
                                    <p:cond delay="250"/>
                                  </p:stCondLst>
                                  <p:childTnLst>
                                    <p:set>
                                      <p:cBhvr>
                                        <p:cTn id="389" dur="1" fill="hold">
                                          <p:stCondLst>
                                            <p:cond delay="0"/>
                                          </p:stCondLst>
                                        </p:cTn>
                                        <p:tgtEl>
                                          <p:spTgt spid="21"/>
                                        </p:tgtEl>
                                        <p:attrNameLst>
                                          <p:attrName>style.visibility</p:attrName>
                                        </p:attrNameLst>
                                      </p:cBhvr>
                                      <p:to>
                                        <p:strVal val="visible"/>
                                      </p:to>
                                    </p:set>
                                    <p:animEffect transition="in" filter="fade">
                                      <p:cBhvr>
                                        <p:cTn id="390" dur="650"/>
                                        <p:tgtEl>
                                          <p:spTgt spid="21"/>
                                        </p:tgtEl>
                                      </p:cBhvr>
                                    </p:animEffect>
                                    <p:anim calcmode="lin" valueType="num">
                                      <p:cBhvr>
                                        <p:cTn id="391" dur="650" fill="hold"/>
                                        <p:tgtEl>
                                          <p:spTgt spid="21"/>
                                        </p:tgtEl>
                                        <p:attrNameLst>
                                          <p:attrName>ppt_x</p:attrName>
                                        </p:attrNameLst>
                                      </p:cBhvr>
                                      <p:tavLst>
                                        <p:tav tm="0">
                                          <p:val>
                                            <p:strVal val="#ppt_x"/>
                                          </p:val>
                                        </p:tav>
                                        <p:tav tm="100000">
                                          <p:val>
                                            <p:strVal val="#ppt_x"/>
                                          </p:val>
                                        </p:tav>
                                      </p:tavLst>
                                    </p:anim>
                                    <p:anim calcmode="lin" valueType="num">
                                      <p:cBhvr>
                                        <p:cTn id="392" dur="650" fill="hold"/>
                                        <p:tgtEl>
                                          <p:spTgt spid="21"/>
                                        </p:tgtEl>
                                        <p:attrNameLst>
                                          <p:attrName>ppt_y</p:attrName>
                                        </p:attrNameLst>
                                      </p:cBhvr>
                                      <p:tavLst>
                                        <p:tav tm="0">
                                          <p:val>
                                            <p:strVal val="#ppt_y+.1"/>
                                          </p:val>
                                        </p:tav>
                                        <p:tav tm="100000">
                                          <p:val>
                                            <p:strVal val="#ppt_y"/>
                                          </p:val>
                                        </p:tav>
                                      </p:tavLst>
                                    </p:anim>
                                  </p:childTnLst>
                                </p:cTn>
                              </p:par>
                              <p:par>
                                <p:cTn id="393" presetID="42" presetClass="entr" presetSubtype="0" fill="hold" grpId="0" nodeType="withEffect">
                                  <p:stCondLst>
                                    <p:cond delay="250"/>
                                  </p:stCondLst>
                                  <p:childTnLst>
                                    <p:set>
                                      <p:cBhvr>
                                        <p:cTn id="394" dur="1" fill="hold">
                                          <p:stCondLst>
                                            <p:cond delay="0"/>
                                          </p:stCondLst>
                                        </p:cTn>
                                        <p:tgtEl>
                                          <p:spTgt spid="22"/>
                                        </p:tgtEl>
                                        <p:attrNameLst>
                                          <p:attrName>style.visibility</p:attrName>
                                        </p:attrNameLst>
                                      </p:cBhvr>
                                      <p:to>
                                        <p:strVal val="visible"/>
                                      </p:to>
                                    </p:set>
                                    <p:animEffect transition="in" filter="fade">
                                      <p:cBhvr>
                                        <p:cTn id="395" dur="650"/>
                                        <p:tgtEl>
                                          <p:spTgt spid="22"/>
                                        </p:tgtEl>
                                      </p:cBhvr>
                                    </p:animEffect>
                                    <p:anim calcmode="lin" valueType="num">
                                      <p:cBhvr>
                                        <p:cTn id="396" dur="650" fill="hold"/>
                                        <p:tgtEl>
                                          <p:spTgt spid="22"/>
                                        </p:tgtEl>
                                        <p:attrNameLst>
                                          <p:attrName>ppt_x</p:attrName>
                                        </p:attrNameLst>
                                      </p:cBhvr>
                                      <p:tavLst>
                                        <p:tav tm="0">
                                          <p:val>
                                            <p:strVal val="#ppt_x"/>
                                          </p:val>
                                        </p:tav>
                                        <p:tav tm="100000">
                                          <p:val>
                                            <p:strVal val="#ppt_x"/>
                                          </p:val>
                                        </p:tav>
                                      </p:tavLst>
                                    </p:anim>
                                    <p:anim calcmode="lin" valueType="num">
                                      <p:cBhvr>
                                        <p:cTn id="397" dur="650" fill="hold"/>
                                        <p:tgtEl>
                                          <p:spTgt spid="22"/>
                                        </p:tgtEl>
                                        <p:attrNameLst>
                                          <p:attrName>ppt_y</p:attrName>
                                        </p:attrNameLst>
                                      </p:cBhvr>
                                      <p:tavLst>
                                        <p:tav tm="0">
                                          <p:val>
                                            <p:strVal val="#ppt_y+.1"/>
                                          </p:val>
                                        </p:tav>
                                        <p:tav tm="100000">
                                          <p:val>
                                            <p:strVal val="#ppt_y"/>
                                          </p:val>
                                        </p:tav>
                                      </p:tavLst>
                                    </p:anim>
                                  </p:childTnLst>
                                </p:cTn>
                              </p:par>
                              <p:par>
                                <p:cTn id="398" presetID="42" presetClass="entr" presetSubtype="0" fill="hold" grpId="0" nodeType="withEffect">
                                  <p:stCondLst>
                                    <p:cond delay="250"/>
                                  </p:stCondLst>
                                  <p:childTnLst>
                                    <p:set>
                                      <p:cBhvr>
                                        <p:cTn id="399" dur="1" fill="hold">
                                          <p:stCondLst>
                                            <p:cond delay="0"/>
                                          </p:stCondLst>
                                        </p:cTn>
                                        <p:tgtEl>
                                          <p:spTgt spid="23"/>
                                        </p:tgtEl>
                                        <p:attrNameLst>
                                          <p:attrName>style.visibility</p:attrName>
                                        </p:attrNameLst>
                                      </p:cBhvr>
                                      <p:to>
                                        <p:strVal val="visible"/>
                                      </p:to>
                                    </p:set>
                                    <p:animEffect transition="in" filter="fade">
                                      <p:cBhvr>
                                        <p:cTn id="400" dur="650"/>
                                        <p:tgtEl>
                                          <p:spTgt spid="23"/>
                                        </p:tgtEl>
                                      </p:cBhvr>
                                    </p:animEffect>
                                    <p:anim calcmode="lin" valueType="num">
                                      <p:cBhvr>
                                        <p:cTn id="401" dur="650" fill="hold"/>
                                        <p:tgtEl>
                                          <p:spTgt spid="23"/>
                                        </p:tgtEl>
                                        <p:attrNameLst>
                                          <p:attrName>ppt_x</p:attrName>
                                        </p:attrNameLst>
                                      </p:cBhvr>
                                      <p:tavLst>
                                        <p:tav tm="0">
                                          <p:val>
                                            <p:strVal val="#ppt_x"/>
                                          </p:val>
                                        </p:tav>
                                        <p:tav tm="100000">
                                          <p:val>
                                            <p:strVal val="#ppt_x"/>
                                          </p:val>
                                        </p:tav>
                                      </p:tavLst>
                                    </p:anim>
                                    <p:anim calcmode="lin" valueType="num">
                                      <p:cBhvr>
                                        <p:cTn id="402" dur="650" fill="hold"/>
                                        <p:tgtEl>
                                          <p:spTgt spid="23"/>
                                        </p:tgtEl>
                                        <p:attrNameLst>
                                          <p:attrName>ppt_y</p:attrName>
                                        </p:attrNameLst>
                                      </p:cBhvr>
                                      <p:tavLst>
                                        <p:tav tm="0">
                                          <p:val>
                                            <p:strVal val="#ppt_y+.1"/>
                                          </p:val>
                                        </p:tav>
                                        <p:tav tm="100000">
                                          <p:val>
                                            <p:strVal val="#ppt_y"/>
                                          </p:val>
                                        </p:tav>
                                      </p:tavLst>
                                    </p:anim>
                                  </p:childTnLst>
                                </p:cTn>
                              </p:par>
                              <p:par>
                                <p:cTn id="403" presetID="42" presetClass="entr" presetSubtype="0" fill="hold" grpId="0" nodeType="withEffect">
                                  <p:stCondLst>
                                    <p:cond delay="250"/>
                                  </p:stCondLst>
                                  <p:childTnLst>
                                    <p:set>
                                      <p:cBhvr>
                                        <p:cTn id="404" dur="1" fill="hold">
                                          <p:stCondLst>
                                            <p:cond delay="0"/>
                                          </p:stCondLst>
                                        </p:cTn>
                                        <p:tgtEl>
                                          <p:spTgt spid="24"/>
                                        </p:tgtEl>
                                        <p:attrNameLst>
                                          <p:attrName>style.visibility</p:attrName>
                                        </p:attrNameLst>
                                      </p:cBhvr>
                                      <p:to>
                                        <p:strVal val="visible"/>
                                      </p:to>
                                    </p:set>
                                    <p:animEffect transition="in" filter="fade">
                                      <p:cBhvr>
                                        <p:cTn id="405" dur="650"/>
                                        <p:tgtEl>
                                          <p:spTgt spid="24"/>
                                        </p:tgtEl>
                                      </p:cBhvr>
                                    </p:animEffect>
                                    <p:anim calcmode="lin" valueType="num">
                                      <p:cBhvr>
                                        <p:cTn id="406" dur="650" fill="hold"/>
                                        <p:tgtEl>
                                          <p:spTgt spid="24"/>
                                        </p:tgtEl>
                                        <p:attrNameLst>
                                          <p:attrName>ppt_x</p:attrName>
                                        </p:attrNameLst>
                                      </p:cBhvr>
                                      <p:tavLst>
                                        <p:tav tm="0">
                                          <p:val>
                                            <p:strVal val="#ppt_x"/>
                                          </p:val>
                                        </p:tav>
                                        <p:tav tm="100000">
                                          <p:val>
                                            <p:strVal val="#ppt_x"/>
                                          </p:val>
                                        </p:tav>
                                      </p:tavLst>
                                    </p:anim>
                                    <p:anim calcmode="lin" valueType="num">
                                      <p:cBhvr>
                                        <p:cTn id="407" dur="650" fill="hold"/>
                                        <p:tgtEl>
                                          <p:spTgt spid="24"/>
                                        </p:tgtEl>
                                        <p:attrNameLst>
                                          <p:attrName>ppt_y</p:attrName>
                                        </p:attrNameLst>
                                      </p:cBhvr>
                                      <p:tavLst>
                                        <p:tav tm="0">
                                          <p:val>
                                            <p:strVal val="#ppt_y+.1"/>
                                          </p:val>
                                        </p:tav>
                                        <p:tav tm="100000">
                                          <p:val>
                                            <p:strVal val="#ppt_y"/>
                                          </p:val>
                                        </p:tav>
                                      </p:tavLst>
                                    </p:anim>
                                  </p:childTnLst>
                                </p:cTn>
                              </p:par>
                              <p:par>
                                <p:cTn id="408" presetID="42" presetClass="entr" presetSubtype="0" fill="hold" grpId="0" nodeType="withEffect">
                                  <p:stCondLst>
                                    <p:cond delay="250"/>
                                  </p:stCondLst>
                                  <p:childTnLst>
                                    <p:set>
                                      <p:cBhvr>
                                        <p:cTn id="409" dur="1" fill="hold">
                                          <p:stCondLst>
                                            <p:cond delay="0"/>
                                          </p:stCondLst>
                                        </p:cTn>
                                        <p:tgtEl>
                                          <p:spTgt spid="25"/>
                                        </p:tgtEl>
                                        <p:attrNameLst>
                                          <p:attrName>style.visibility</p:attrName>
                                        </p:attrNameLst>
                                      </p:cBhvr>
                                      <p:to>
                                        <p:strVal val="visible"/>
                                      </p:to>
                                    </p:set>
                                    <p:animEffect transition="in" filter="fade">
                                      <p:cBhvr>
                                        <p:cTn id="410" dur="650"/>
                                        <p:tgtEl>
                                          <p:spTgt spid="25"/>
                                        </p:tgtEl>
                                      </p:cBhvr>
                                    </p:animEffect>
                                    <p:anim calcmode="lin" valueType="num">
                                      <p:cBhvr>
                                        <p:cTn id="411" dur="650" fill="hold"/>
                                        <p:tgtEl>
                                          <p:spTgt spid="25"/>
                                        </p:tgtEl>
                                        <p:attrNameLst>
                                          <p:attrName>ppt_x</p:attrName>
                                        </p:attrNameLst>
                                      </p:cBhvr>
                                      <p:tavLst>
                                        <p:tav tm="0">
                                          <p:val>
                                            <p:strVal val="#ppt_x"/>
                                          </p:val>
                                        </p:tav>
                                        <p:tav tm="100000">
                                          <p:val>
                                            <p:strVal val="#ppt_x"/>
                                          </p:val>
                                        </p:tav>
                                      </p:tavLst>
                                    </p:anim>
                                    <p:anim calcmode="lin" valueType="num">
                                      <p:cBhvr>
                                        <p:cTn id="412" dur="650" fill="hold"/>
                                        <p:tgtEl>
                                          <p:spTgt spid="25"/>
                                        </p:tgtEl>
                                        <p:attrNameLst>
                                          <p:attrName>ppt_y</p:attrName>
                                        </p:attrNameLst>
                                      </p:cBhvr>
                                      <p:tavLst>
                                        <p:tav tm="0">
                                          <p:val>
                                            <p:strVal val="#ppt_y+.1"/>
                                          </p:val>
                                        </p:tav>
                                        <p:tav tm="100000">
                                          <p:val>
                                            <p:strVal val="#ppt_y"/>
                                          </p:val>
                                        </p:tav>
                                      </p:tavLst>
                                    </p:anim>
                                  </p:childTnLst>
                                </p:cTn>
                              </p:par>
                              <p:par>
                                <p:cTn id="413" presetID="42" presetClass="entr" presetSubtype="0" fill="hold" grpId="0" nodeType="withEffect">
                                  <p:stCondLst>
                                    <p:cond delay="250"/>
                                  </p:stCondLst>
                                  <p:childTnLst>
                                    <p:set>
                                      <p:cBhvr>
                                        <p:cTn id="414" dur="1" fill="hold">
                                          <p:stCondLst>
                                            <p:cond delay="0"/>
                                          </p:stCondLst>
                                        </p:cTn>
                                        <p:tgtEl>
                                          <p:spTgt spid="26"/>
                                        </p:tgtEl>
                                        <p:attrNameLst>
                                          <p:attrName>style.visibility</p:attrName>
                                        </p:attrNameLst>
                                      </p:cBhvr>
                                      <p:to>
                                        <p:strVal val="visible"/>
                                      </p:to>
                                    </p:set>
                                    <p:animEffect transition="in" filter="fade">
                                      <p:cBhvr>
                                        <p:cTn id="415" dur="650"/>
                                        <p:tgtEl>
                                          <p:spTgt spid="26"/>
                                        </p:tgtEl>
                                      </p:cBhvr>
                                    </p:animEffect>
                                    <p:anim calcmode="lin" valueType="num">
                                      <p:cBhvr>
                                        <p:cTn id="416" dur="650" fill="hold"/>
                                        <p:tgtEl>
                                          <p:spTgt spid="26"/>
                                        </p:tgtEl>
                                        <p:attrNameLst>
                                          <p:attrName>ppt_x</p:attrName>
                                        </p:attrNameLst>
                                      </p:cBhvr>
                                      <p:tavLst>
                                        <p:tav tm="0">
                                          <p:val>
                                            <p:strVal val="#ppt_x"/>
                                          </p:val>
                                        </p:tav>
                                        <p:tav tm="100000">
                                          <p:val>
                                            <p:strVal val="#ppt_x"/>
                                          </p:val>
                                        </p:tav>
                                      </p:tavLst>
                                    </p:anim>
                                    <p:anim calcmode="lin" valueType="num">
                                      <p:cBhvr>
                                        <p:cTn id="417" dur="650" fill="hold"/>
                                        <p:tgtEl>
                                          <p:spTgt spid="26"/>
                                        </p:tgtEl>
                                        <p:attrNameLst>
                                          <p:attrName>ppt_y</p:attrName>
                                        </p:attrNameLst>
                                      </p:cBhvr>
                                      <p:tavLst>
                                        <p:tav tm="0">
                                          <p:val>
                                            <p:strVal val="#ppt_y+.1"/>
                                          </p:val>
                                        </p:tav>
                                        <p:tav tm="100000">
                                          <p:val>
                                            <p:strVal val="#ppt_y"/>
                                          </p:val>
                                        </p:tav>
                                      </p:tavLst>
                                    </p:anim>
                                  </p:childTnLst>
                                </p:cTn>
                              </p:par>
                              <p:par>
                                <p:cTn id="418" presetID="42" presetClass="entr" presetSubtype="0" fill="hold" grpId="0" nodeType="withEffect">
                                  <p:stCondLst>
                                    <p:cond delay="250"/>
                                  </p:stCondLst>
                                  <p:childTnLst>
                                    <p:set>
                                      <p:cBhvr>
                                        <p:cTn id="419" dur="1" fill="hold">
                                          <p:stCondLst>
                                            <p:cond delay="0"/>
                                          </p:stCondLst>
                                        </p:cTn>
                                        <p:tgtEl>
                                          <p:spTgt spid="27"/>
                                        </p:tgtEl>
                                        <p:attrNameLst>
                                          <p:attrName>style.visibility</p:attrName>
                                        </p:attrNameLst>
                                      </p:cBhvr>
                                      <p:to>
                                        <p:strVal val="visible"/>
                                      </p:to>
                                    </p:set>
                                    <p:animEffect transition="in" filter="fade">
                                      <p:cBhvr>
                                        <p:cTn id="420" dur="650"/>
                                        <p:tgtEl>
                                          <p:spTgt spid="27"/>
                                        </p:tgtEl>
                                      </p:cBhvr>
                                    </p:animEffect>
                                    <p:anim calcmode="lin" valueType="num">
                                      <p:cBhvr>
                                        <p:cTn id="421" dur="650" fill="hold"/>
                                        <p:tgtEl>
                                          <p:spTgt spid="27"/>
                                        </p:tgtEl>
                                        <p:attrNameLst>
                                          <p:attrName>ppt_x</p:attrName>
                                        </p:attrNameLst>
                                      </p:cBhvr>
                                      <p:tavLst>
                                        <p:tav tm="0">
                                          <p:val>
                                            <p:strVal val="#ppt_x"/>
                                          </p:val>
                                        </p:tav>
                                        <p:tav tm="100000">
                                          <p:val>
                                            <p:strVal val="#ppt_x"/>
                                          </p:val>
                                        </p:tav>
                                      </p:tavLst>
                                    </p:anim>
                                    <p:anim calcmode="lin" valueType="num">
                                      <p:cBhvr>
                                        <p:cTn id="422" dur="650" fill="hold"/>
                                        <p:tgtEl>
                                          <p:spTgt spid="27"/>
                                        </p:tgtEl>
                                        <p:attrNameLst>
                                          <p:attrName>ppt_y</p:attrName>
                                        </p:attrNameLst>
                                      </p:cBhvr>
                                      <p:tavLst>
                                        <p:tav tm="0">
                                          <p:val>
                                            <p:strVal val="#ppt_y+.1"/>
                                          </p:val>
                                        </p:tav>
                                        <p:tav tm="100000">
                                          <p:val>
                                            <p:strVal val="#ppt_y"/>
                                          </p:val>
                                        </p:tav>
                                      </p:tavLst>
                                    </p:anim>
                                  </p:childTnLst>
                                </p:cTn>
                              </p:par>
                              <p:par>
                                <p:cTn id="423" presetID="42" presetClass="entr" presetSubtype="0" fill="hold" grpId="0" nodeType="withEffect">
                                  <p:stCondLst>
                                    <p:cond delay="250"/>
                                  </p:stCondLst>
                                  <p:childTnLst>
                                    <p:set>
                                      <p:cBhvr>
                                        <p:cTn id="424" dur="1" fill="hold">
                                          <p:stCondLst>
                                            <p:cond delay="0"/>
                                          </p:stCondLst>
                                        </p:cTn>
                                        <p:tgtEl>
                                          <p:spTgt spid="28"/>
                                        </p:tgtEl>
                                        <p:attrNameLst>
                                          <p:attrName>style.visibility</p:attrName>
                                        </p:attrNameLst>
                                      </p:cBhvr>
                                      <p:to>
                                        <p:strVal val="visible"/>
                                      </p:to>
                                    </p:set>
                                    <p:animEffect transition="in" filter="fade">
                                      <p:cBhvr>
                                        <p:cTn id="425" dur="650"/>
                                        <p:tgtEl>
                                          <p:spTgt spid="28"/>
                                        </p:tgtEl>
                                      </p:cBhvr>
                                    </p:animEffect>
                                    <p:anim calcmode="lin" valueType="num">
                                      <p:cBhvr>
                                        <p:cTn id="426" dur="650" fill="hold"/>
                                        <p:tgtEl>
                                          <p:spTgt spid="28"/>
                                        </p:tgtEl>
                                        <p:attrNameLst>
                                          <p:attrName>ppt_x</p:attrName>
                                        </p:attrNameLst>
                                      </p:cBhvr>
                                      <p:tavLst>
                                        <p:tav tm="0">
                                          <p:val>
                                            <p:strVal val="#ppt_x"/>
                                          </p:val>
                                        </p:tav>
                                        <p:tav tm="100000">
                                          <p:val>
                                            <p:strVal val="#ppt_x"/>
                                          </p:val>
                                        </p:tav>
                                      </p:tavLst>
                                    </p:anim>
                                    <p:anim calcmode="lin" valueType="num">
                                      <p:cBhvr>
                                        <p:cTn id="427" dur="650" fill="hold"/>
                                        <p:tgtEl>
                                          <p:spTgt spid="28"/>
                                        </p:tgtEl>
                                        <p:attrNameLst>
                                          <p:attrName>ppt_y</p:attrName>
                                        </p:attrNameLst>
                                      </p:cBhvr>
                                      <p:tavLst>
                                        <p:tav tm="0">
                                          <p:val>
                                            <p:strVal val="#ppt_y+.1"/>
                                          </p:val>
                                        </p:tav>
                                        <p:tav tm="100000">
                                          <p:val>
                                            <p:strVal val="#ppt_y"/>
                                          </p:val>
                                        </p:tav>
                                      </p:tavLst>
                                    </p:anim>
                                  </p:childTnLst>
                                </p:cTn>
                              </p:par>
                              <p:par>
                                <p:cTn id="428" presetID="42" presetClass="entr" presetSubtype="0" fill="hold" grpId="0" nodeType="withEffect">
                                  <p:stCondLst>
                                    <p:cond delay="250"/>
                                  </p:stCondLst>
                                  <p:childTnLst>
                                    <p:set>
                                      <p:cBhvr>
                                        <p:cTn id="429" dur="1" fill="hold">
                                          <p:stCondLst>
                                            <p:cond delay="0"/>
                                          </p:stCondLst>
                                        </p:cTn>
                                        <p:tgtEl>
                                          <p:spTgt spid="29"/>
                                        </p:tgtEl>
                                        <p:attrNameLst>
                                          <p:attrName>style.visibility</p:attrName>
                                        </p:attrNameLst>
                                      </p:cBhvr>
                                      <p:to>
                                        <p:strVal val="visible"/>
                                      </p:to>
                                    </p:set>
                                    <p:animEffect transition="in" filter="fade">
                                      <p:cBhvr>
                                        <p:cTn id="430" dur="650"/>
                                        <p:tgtEl>
                                          <p:spTgt spid="29"/>
                                        </p:tgtEl>
                                      </p:cBhvr>
                                    </p:animEffect>
                                    <p:anim calcmode="lin" valueType="num">
                                      <p:cBhvr>
                                        <p:cTn id="431" dur="650" fill="hold"/>
                                        <p:tgtEl>
                                          <p:spTgt spid="29"/>
                                        </p:tgtEl>
                                        <p:attrNameLst>
                                          <p:attrName>ppt_x</p:attrName>
                                        </p:attrNameLst>
                                      </p:cBhvr>
                                      <p:tavLst>
                                        <p:tav tm="0">
                                          <p:val>
                                            <p:strVal val="#ppt_x"/>
                                          </p:val>
                                        </p:tav>
                                        <p:tav tm="100000">
                                          <p:val>
                                            <p:strVal val="#ppt_x"/>
                                          </p:val>
                                        </p:tav>
                                      </p:tavLst>
                                    </p:anim>
                                    <p:anim calcmode="lin" valueType="num">
                                      <p:cBhvr>
                                        <p:cTn id="432" dur="650" fill="hold"/>
                                        <p:tgtEl>
                                          <p:spTgt spid="29"/>
                                        </p:tgtEl>
                                        <p:attrNameLst>
                                          <p:attrName>ppt_y</p:attrName>
                                        </p:attrNameLst>
                                      </p:cBhvr>
                                      <p:tavLst>
                                        <p:tav tm="0">
                                          <p:val>
                                            <p:strVal val="#ppt_y+.1"/>
                                          </p:val>
                                        </p:tav>
                                        <p:tav tm="100000">
                                          <p:val>
                                            <p:strVal val="#ppt_y"/>
                                          </p:val>
                                        </p:tav>
                                      </p:tavLst>
                                    </p:anim>
                                  </p:childTnLst>
                                </p:cTn>
                              </p:par>
                              <p:par>
                                <p:cTn id="433" presetID="42" presetClass="entr" presetSubtype="0" fill="hold" grpId="0" nodeType="withEffect">
                                  <p:stCondLst>
                                    <p:cond delay="250"/>
                                  </p:stCondLst>
                                  <p:childTnLst>
                                    <p:set>
                                      <p:cBhvr>
                                        <p:cTn id="434" dur="1" fill="hold">
                                          <p:stCondLst>
                                            <p:cond delay="0"/>
                                          </p:stCondLst>
                                        </p:cTn>
                                        <p:tgtEl>
                                          <p:spTgt spid="30"/>
                                        </p:tgtEl>
                                        <p:attrNameLst>
                                          <p:attrName>style.visibility</p:attrName>
                                        </p:attrNameLst>
                                      </p:cBhvr>
                                      <p:to>
                                        <p:strVal val="visible"/>
                                      </p:to>
                                    </p:set>
                                    <p:animEffect transition="in" filter="fade">
                                      <p:cBhvr>
                                        <p:cTn id="435" dur="650"/>
                                        <p:tgtEl>
                                          <p:spTgt spid="30"/>
                                        </p:tgtEl>
                                      </p:cBhvr>
                                    </p:animEffect>
                                    <p:anim calcmode="lin" valueType="num">
                                      <p:cBhvr>
                                        <p:cTn id="436" dur="650" fill="hold"/>
                                        <p:tgtEl>
                                          <p:spTgt spid="30"/>
                                        </p:tgtEl>
                                        <p:attrNameLst>
                                          <p:attrName>ppt_x</p:attrName>
                                        </p:attrNameLst>
                                      </p:cBhvr>
                                      <p:tavLst>
                                        <p:tav tm="0">
                                          <p:val>
                                            <p:strVal val="#ppt_x"/>
                                          </p:val>
                                        </p:tav>
                                        <p:tav tm="100000">
                                          <p:val>
                                            <p:strVal val="#ppt_x"/>
                                          </p:val>
                                        </p:tav>
                                      </p:tavLst>
                                    </p:anim>
                                    <p:anim calcmode="lin" valueType="num">
                                      <p:cBhvr>
                                        <p:cTn id="437" dur="650" fill="hold"/>
                                        <p:tgtEl>
                                          <p:spTgt spid="30"/>
                                        </p:tgtEl>
                                        <p:attrNameLst>
                                          <p:attrName>ppt_y</p:attrName>
                                        </p:attrNameLst>
                                      </p:cBhvr>
                                      <p:tavLst>
                                        <p:tav tm="0">
                                          <p:val>
                                            <p:strVal val="#ppt_y+.1"/>
                                          </p:val>
                                        </p:tav>
                                        <p:tav tm="100000">
                                          <p:val>
                                            <p:strVal val="#ppt_y"/>
                                          </p:val>
                                        </p:tav>
                                      </p:tavLst>
                                    </p:anim>
                                  </p:childTnLst>
                                </p:cTn>
                              </p:par>
                              <p:par>
                                <p:cTn id="438" presetID="42" presetClass="entr" presetSubtype="0" fill="hold" grpId="0" nodeType="withEffect">
                                  <p:stCondLst>
                                    <p:cond delay="250"/>
                                  </p:stCondLst>
                                  <p:childTnLst>
                                    <p:set>
                                      <p:cBhvr>
                                        <p:cTn id="439" dur="1" fill="hold">
                                          <p:stCondLst>
                                            <p:cond delay="0"/>
                                          </p:stCondLst>
                                        </p:cTn>
                                        <p:tgtEl>
                                          <p:spTgt spid="31"/>
                                        </p:tgtEl>
                                        <p:attrNameLst>
                                          <p:attrName>style.visibility</p:attrName>
                                        </p:attrNameLst>
                                      </p:cBhvr>
                                      <p:to>
                                        <p:strVal val="visible"/>
                                      </p:to>
                                    </p:set>
                                    <p:animEffect transition="in" filter="fade">
                                      <p:cBhvr>
                                        <p:cTn id="440" dur="650"/>
                                        <p:tgtEl>
                                          <p:spTgt spid="31"/>
                                        </p:tgtEl>
                                      </p:cBhvr>
                                    </p:animEffect>
                                    <p:anim calcmode="lin" valueType="num">
                                      <p:cBhvr>
                                        <p:cTn id="441" dur="650" fill="hold"/>
                                        <p:tgtEl>
                                          <p:spTgt spid="31"/>
                                        </p:tgtEl>
                                        <p:attrNameLst>
                                          <p:attrName>ppt_x</p:attrName>
                                        </p:attrNameLst>
                                      </p:cBhvr>
                                      <p:tavLst>
                                        <p:tav tm="0">
                                          <p:val>
                                            <p:strVal val="#ppt_x"/>
                                          </p:val>
                                        </p:tav>
                                        <p:tav tm="100000">
                                          <p:val>
                                            <p:strVal val="#ppt_x"/>
                                          </p:val>
                                        </p:tav>
                                      </p:tavLst>
                                    </p:anim>
                                    <p:anim calcmode="lin" valueType="num">
                                      <p:cBhvr>
                                        <p:cTn id="442" dur="650" fill="hold"/>
                                        <p:tgtEl>
                                          <p:spTgt spid="31"/>
                                        </p:tgtEl>
                                        <p:attrNameLst>
                                          <p:attrName>ppt_y</p:attrName>
                                        </p:attrNameLst>
                                      </p:cBhvr>
                                      <p:tavLst>
                                        <p:tav tm="0">
                                          <p:val>
                                            <p:strVal val="#ppt_y+.1"/>
                                          </p:val>
                                        </p:tav>
                                        <p:tav tm="100000">
                                          <p:val>
                                            <p:strVal val="#ppt_y"/>
                                          </p:val>
                                        </p:tav>
                                      </p:tavLst>
                                    </p:anim>
                                  </p:childTnLst>
                                </p:cTn>
                              </p:par>
                              <p:par>
                                <p:cTn id="443" presetID="42" presetClass="entr" presetSubtype="0" fill="hold" grpId="0" nodeType="withEffect">
                                  <p:stCondLst>
                                    <p:cond delay="250"/>
                                  </p:stCondLst>
                                  <p:childTnLst>
                                    <p:set>
                                      <p:cBhvr>
                                        <p:cTn id="444" dur="1" fill="hold">
                                          <p:stCondLst>
                                            <p:cond delay="0"/>
                                          </p:stCondLst>
                                        </p:cTn>
                                        <p:tgtEl>
                                          <p:spTgt spid="32"/>
                                        </p:tgtEl>
                                        <p:attrNameLst>
                                          <p:attrName>style.visibility</p:attrName>
                                        </p:attrNameLst>
                                      </p:cBhvr>
                                      <p:to>
                                        <p:strVal val="visible"/>
                                      </p:to>
                                    </p:set>
                                    <p:animEffect transition="in" filter="fade">
                                      <p:cBhvr>
                                        <p:cTn id="445" dur="650"/>
                                        <p:tgtEl>
                                          <p:spTgt spid="32"/>
                                        </p:tgtEl>
                                      </p:cBhvr>
                                    </p:animEffect>
                                    <p:anim calcmode="lin" valueType="num">
                                      <p:cBhvr>
                                        <p:cTn id="446" dur="650" fill="hold"/>
                                        <p:tgtEl>
                                          <p:spTgt spid="32"/>
                                        </p:tgtEl>
                                        <p:attrNameLst>
                                          <p:attrName>ppt_x</p:attrName>
                                        </p:attrNameLst>
                                      </p:cBhvr>
                                      <p:tavLst>
                                        <p:tav tm="0">
                                          <p:val>
                                            <p:strVal val="#ppt_x"/>
                                          </p:val>
                                        </p:tav>
                                        <p:tav tm="100000">
                                          <p:val>
                                            <p:strVal val="#ppt_x"/>
                                          </p:val>
                                        </p:tav>
                                      </p:tavLst>
                                    </p:anim>
                                    <p:anim calcmode="lin" valueType="num">
                                      <p:cBhvr>
                                        <p:cTn id="447" dur="650" fill="hold"/>
                                        <p:tgtEl>
                                          <p:spTgt spid="32"/>
                                        </p:tgtEl>
                                        <p:attrNameLst>
                                          <p:attrName>ppt_y</p:attrName>
                                        </p:attrNameLst>
                                      </p:cBhvr>
                                      <p:tavLst>
                                        <p:tav tm="0">
                                          <p:val>
                                            <p:strVal val="#ppt_y+.1"/>
                                          </p:val>
                                        </p:tav>
                                        <p:tav tm="100000">
                                          <p:val>
                                            <p:strVal val="#ppt_y"/>
                                          </p:val>
                                        </p:tav>
                                      </p:tavLst>
                                    </p:anim>
                                  </p:childTnLst>
                                </p:cTn>
                              </p:par>
                              <p:par>
                                <p:cTn id="448" presetID="42" presetClass="entr" presetSubtype="0" fill="hold" grpId="0" nodeType="withEffect">
                                  <p:stCondLst>
                                    <p:cond delay="250"/>
                                  </p:stCondLst>
                                  <p:childTnLst>
                                    <p:set>
                                      <p:cBhvr>
                                        <p:cTn id="449" dur="1" fill="hold">
                                          <p:stCondLst>
                                            <p:cond delay="0"/>
                                          </p:stCondLst>
                                        </p:cTn>
                                        <p:tgtEl>
                                          <p:spTgt spid="33"/>
                                        </p:tgtEl>
                                        <p:attrNameLst>
                                          <p:attrName>style.visibility</p:attrName>
                                        </p:attrNameLst>
                                      </p:cBhvr>
                                      <p:to>
                                        <p:strVal val="visible"/>
                                      </p:to>
                                    </p:set>
                                    <p:animEffect transition="in" filter="fade">
                                      <p:cBhvr>
                                        <p:cTn id="450" dur="650"/>
                                        <p:tgtEl>
                                          <p:spTgt spid="33"/>
                                        </p:tgtEl>
                                      </p:cBhvr>
                                    </p:animEffect>
                                    <p:anim calcmode="lin" valueType="num">
                                      <p:cBhvr>
                                        <p:cTn id="451" dur="650" fill="hold"/>
                                        <p:tgtEl>
                                          <p:spTgt spid="33"/>
                                        </p:tgtEl>
                                        <p:attrNameLst>
                                          <p:attrName>ppt_x</p:attrName>
                                        </p:attrNameLst>
                                      </p:cBhvr>
                                      <p:tavLst>
                                        <p:tav tm="0">
                                          <p:val>
                                            <p:strVal val="#ppt_x"/>
                                          </p:val>
                                        </p:tav>
                                        <p:tav tm="100000">
                                          <p:val>
                                            <p:strVal val="#ppt_x"/>
                                          </p:val>
                                        </p:tav>
                                      </p:tavLst>
                                    </p:anim>
                                    <p:anim calcmode="lin" valueType="num">
                                      <p:cBhvr>
                                        <p:cTn id="452" dur="650" fill="hold"/>
                                        <p:tgtEl>
                                          <p:spTgt spid="33"/>
                                        </p:tgtEl>
                                        <p:attrNameLst>
                                          <p:attrName>ppt_y</p:attrName>
                                        </p:attrNameLst>
                                      </p:cBhvr>
                                      <p:tavLst>
                                        <p:tav tm="0">
                                          <p:val>
                                            <p:strVal val="#ppt_y+.1"/>
                                          </p:val>
                                        </p:tav>
                                        <p:tav tm="100000">
                                          <p:val>
                                            <p:strVal val="#ppt_y"/>
                                          </p:val>
                                        </p:tav>
                                      </p:tavLst>
                                    </p:anim>
                                  </p:childTnLst>
                                </p:cTn>
                              </p:par>
                              <p:par>
                                <p:cTn id="453" presetID="42" presetClass="entr" presetSubtype="0" fill="hold" grpId="0" nodeType="withEffect">
                                  <p:stCondLst>
                                    <p:cond delay="250"/>
                                  </p:stCondLst>
                                  <p:childTnLst>
                                    <p:set>
                                      <p:cBhvr>
                                        <p:cTn id="454" dur="1" fill="hold">
                                          <p:stCondLst>
                                            <p:cond delay="0"/>
                                          </p:stCondLst>
                                        </p:cTn>
                                        <p:tgtEl>
                                          <p:spTgt spid="34"/>
                                        </p:tgtEl>
                                        <p:attrNameLst>
                                          <p:attrName>style.visibility</p:attrName>
                                        </p:attrNameLst>
                                      </p:cBhvr>
                                      <p:to>
                                        <p:strVal val="visible"/>
                                      </p:to>
                                    </p:set>
                                    <p:animEffect transition="in" filter="fade">
                                      <p:cBhvr>
                                        <p:cTn id="455" dur="650"/>
                                        <p:tgtEl>
                                          <p:spTgt spid="34"/>
                                        </p:tgtEl>
                                      </p:cBhvr>
                                    </p:animEffect>
                                    <p:anim calcmode="lin" valueType="num">
                                      <p:cBhvr>
                                        <p:cTn id="456" dur="650" fill="hold"/>
                                        <p:tgtEl>
                                          <p:spTgt spid="34"/>
                                        </p:tgtEl>
                                        <p:attrNameLst>
                                          <p:attrName>ppt_x</p:attrName>
                                        </p:attrNameLst>
                                      </p:cBhvr>
                                      <p:tavLst>
                                        <p:tav tm="0">
                                          <p:val>
                                            <p:strVal val="#ppt_x"/>
                                          </p:val>
                                        </p:tav>
                                        <p:tav tm="100000">
                                          <p:val>
                                            <p:strVal val="#ppt_x"/>
                                          </p:val>
                                        </p:tav>
                                      </p:tavLst>
                                    </p:anim>
                                    <p:anim calcmode="lin" valueType="num">
                                      <p:cBhvr>
                                        <p:cTn id="457" dur="650" fill="hold"/>
                                        <p:tgtEl>
                                          <p:spTgt spid="34"/>
                                        </p:tgtEl>
                                        <p:attrNameLst>
                                          <p:attrName>ppt_y</p:attrName>
                                        </p:attrNameLst>
                                      </p:cBhvr>
                                      <p:tavLst>
                                        <p:tav tm="0">
                                          <p:val>
                                            <p:strVal val="#ppt_y+.1"/>
                                          </p:val>
                                        </p:tav>
                                        <p:tav tm="100000">
                                          <p:val>
                                            <p:strVal val="#ppt_y"/>
                                          </p:val>
                                        </p:tav>
                                      </p:tavLst>
                                    </p:anim>
                                  </p:childTnLst>
                                </p:cTn>
                              </p:par>
                              <p:par>
                                <p:cTn id="458" presetID="42" presetClass="entr" presetSubtype="0" fill="hold" grpId="0" nodeType="withEffect">
                                  <p:stCondLst>
                                    <p:cond delay="250"/>
                                  </p:stCondLst>
                                  <p:childTnLst>
                                    <p:set>
                                      <p:cBhvr>
                                        <p:cTn id="459" dur="1" fill="hold">
                                          <p:stCondLst>
                                            <p:cond delay="0"/>
                                          </p:stCondLst>
                                        </p:cTn>
                                        <p:tgtEl>
                                          <p:spTgt spid="35"/>
                                        </p:tgtEl>
                                        <p:attrNameLst>
                                          <p:attrName>style.visibility</p:attrName>
                                        </p:attrNameLst>
                                      </p:cBhvr>
                                      <p:to>
                                        <p:strVal val="visible"/>
                                      </p:to>
                                    </p:set>
                                    <p:animEffect transition="in" filter="fade">
                                      <p:cBhvr>
                                        <p:cTn id="460" dur="650"/>
                                        <p:tgtEl>
                                          <p:spTgt spid="35"/>
                                        </p:tgtEl>
                                      </p:cBhvr>
                                    </p:animEffect>
                                    <p:anim calcmode="lin" valueType="num">
                                      <p:cBhvr>
                                        <p:cTn id="461" dur="650" fill="hold"/>
                                        <p:tgtEl>
                                          <p:spTgt spid="35"/>
                                        </p:tgtEl>
                                        <p:attrNameLst>
                                          <p:attrName>ppt_x</p:attrName>
                                        </p:attrNameLst>
                                      </p:cBhvr>
                                      <p:tavLst>
                                        <p:tav tm="0">
                                          <p:val>
                                            <p:strVal val="#ppt_x"/>
                                          </p:val>
                                        </p:tav>
                                        <p:tav tm="100000">
                                          <p:val>
                                            <p:strVal val="#ppt_x"/>
                                          </p:val>
                                        </p:tav>
                                      </p:tavLst>
                                    </p:anim>
                                    <p:anim calcmode="lin" valueType="num">
                                      <p:cBhvr>
                                        <p:cTn id="462" dur="650" fill="hold"/>
                                        <p:tgtEl>
                                          <p:spTgt spid="35"/>
                                        </p:tgtEl>
                                        <p:attrNameLst>
                                          <p:attrName>ppt_y</p:attrName>
                                        </p:attrNameLst>
                                      </p:cBhvr>
                                      <p:tavLst>
                                        <p:tav tm="0">
                                          <p:val>
                                            <p:strVal val="#ppt_y+.1"/>
                                          </p:val>
                                        </p:tav>
                                        <p:tav tm="100000">
                                          <p:val>
                                            <p:strVal val="#ppt_y"/>
                                          </p:val>
                                        </p:tav>
                                      </p:tavLst>
                                    </p:anim>
                                  </p:childTnLst>
                                </p:cTn>
                              </p:par>
                              <p:par>
                                <p:cTn id="463" presetID="42" presetClass="entr" presetSubtype="0" fill="hold" grpId="0" nodeType="withEffect">
                                  <p:stCondLst>
                                    <p:cond delay="250"/>
                                  </p:stCondLst>
                                  <p:childTnLst>
                                    <p:set>
                                      <p:cBhvr>
                                        <p:cTn id="464" dur="1" fill="hold">
                                          <p:stCondLst>
                                            <p:cond delay="0"/>
                                          </p:stCondLst>
                                        </p:cTn>
                                        <p:tgtEl>
                                          <p:spTgt spid="36"/>
                                        </p:tgtEl>
                                        <p:attrNameLst>
                                          <p:attrName>style.visibility</p:attrName>
                                        </p:attrNameLst>
                                      </p:cBhvr>
                                      <p:to>
                                        <p:strVal val="visible"/>
                                      </p:to>
                                    </p:set>
                                    <p:animEffect transition="in" filter="fade">
                                      <p:cBhvr>
                                        <p:cTn id="465" dur="650"/>
                                        <p:tgtEl>
                                          <p:spTgt spid="36"/>
                                        </p:tgtEl>
                                      </p:cBhvr>
                                    </p:animEffect>
                                    <p:anim calcmode="lin" valueType="num">
                                      <p:cBhvr>
                                        <p:cTn id="466" dur="650" fill="hold"/>
                                        <p:tgtEl>
                                          <p:spTgt spid="36"/>
                                        </p:tgtEl>
                                        <p:attrNameLst>
                                          <p:attrName>ppt_x</p:attrName>
                                        </p:attrNameLst>
                                      </p:cBhvr>
                                      <p:tavLst>
                                        <p:tav tm="0">
                                          <p:val>
                                            <p:strVal val="#ppt_x"/>
                                          </p:val>
                                        </p:tav>
                                        <p:tav tm="100000">
                                          <p:val>
                                            <p:strVal val="#ppt_x"/>
                                          </p:val>
                                        </p:tav>
                                      </p:tavLst>
                                    </p:anim>
                                    <p:anim calcmode="lin" valueType="num">
                                      <p:cBhvr>
                                        <p:cTn id="467" dur="650" fill="hold"/>
                                        <p:tgtEl>
                                          <p:spTgt spid="36"/>
                                        </p:tgtEl>
                                        <p:attrNameLst>
                                          <p:attrName>ppt_y</p:attrName>
                                        </p:attrNameLst>
                                      </p:cBhvr>
                                      <p:tavLst>
                                        <p:tav tm="0">
                                          <p:val>
                                            <p:strVal val="#ppt_y+.1"/>
                                          </p:val>
                                        </p:tav>
                                        <p:tav tm="100000">
                                          <p:val>
                                            <p:strVal val="#ppt_y"/>
                                          </p:val>
                                        </p:tav>
                                      </p:tavLst>
                                    </p:anim>
                                  </p:childTnLst>
                                </p:cTn>
                              </p:par>
                              <p:par>
                                <p:cTn id="468" presetID="42" presetClass="entr" presetSubtype="0" fill="hold" grpId="0" nodeType="withEffect">
                                  <p:stCondLst>
                                    <p:cond delay="250"/>
                                  </p:stCondLst>
                                  <p:childTnLst>
                                    <p:set>
                                      <p:cBhvr>
                                        <p:cTn id="469" dur="1" fill="hold">
                                          <p:stCondLst>
                                            <p:cond delay="0"/>
                                          </p:stCondLst>
                                        </p:cTn>
                                        <p:tgtEl>
                                          <p:spTgt spid="37"/>
                                        </p:tgtEl>
                                        <p:attrNameLst>
                                          <p:attrName>style.visibility</p:attrName>
                                        </p:attrNameLst>
                                      </p:cBhvr>
                                      <p:to>
                                        <p:strVal val="visible"/>
                                      </p:to>
                                    </p:set>
                                    <p:animEffect transition="in" filter="fade">
                                      <p:cBhvr>
                                        <p:cTn id="470" dur="650"/>
                                        <p:tgtEl>
                                          <p:spTgt spid="37"/>
                                        </p:tgtEl>
                                      </p:cBhvr>
                                    </p:animEffect>
                                    <p:anim calcmode="lin" valueType="num">
                                      <p:cBhvr>
                                        <p:cTn id="471" dur="650" fill="hold"/>
                                        <p:tgtEl>
                                          <p:spTgt spid="37"/>
                                        </p:tgtEl>
                                        <p:attrNameLst>
                                          <p:attrName>ppt_x</p:attrName>
                                        </p:attrNameLst>
                                      </p:cBhvr>
                                      <p:tavLst>
                                        <p:tav tm="0">
                                          <p:val>
                                            <p:strVal val="#ppt_x"/>
                                          </p:val>
                                        </p:tav>
                                        <p:tav tm="100000">
                                          <p:val>
                                            <p:strVal val="#ppt_x"/>
                                          </p:val>
                                        </p:tav>
                                      </p:tavLst>
                                    </p:anim>
                                    <p:anim calcmode="lin" valueType="num">
                                      <p:cBhvr>
                                        <p:cTn id="472" dur="650" fill="hold"/>
                                        <p:tgtEl>
                                          <p:spTgt spid="37"/>
                                        </p:tgtEl>
                                        <p:attrNameLst>
                                          <p:attrName>ppt_y</p:attrName>
                                        </p:attrNameLst>
                                      </p:cBhvr>
                                      <p:tavLst>
                                        <p:tav tm="0">
                                          <p:val>
                                            <p:strVal val="#ppt_y+.1"/>
                                          </p:val>
                                        </p:tav>
                                        <p:tav tm="100000">
                                          <p:val>
                                            <p:strVal val="#ppt_y"/>
                                          </p:val>
                                        </p:tav>
                                      </p:tavLst>
                                    </p:anim>
                                  </p:childTnLst>
                                </p:cTn>
                              </p:par>
                              <p:par>
                                <p:cTn id="473" presetID="42" presetClass="entr" presetSubtype="0" fill="hold" grpId="0" nodeType="withEffect">
                                  <p:stCondLst>
                                    <p:cond delay="250"/>
                                  </p:stCondLst>
                                  <p:childTnLst>
                                    <p:set>
                                      <p:cBhvr>
                                        <p:cTn id="474" dur="1" fill="hold">
                                          <p:stCondLst>
                                            <p:cond delay="0"/>
                                          </p:stCondLst>
                                        </p:cTn>
                                        <p:tgtEl>
                                          <p:spTgt spid="38"/>
                                        </p:tgtEl>
                                        <p:attrNameLst>
                                          <p:attrName>style.visibility</p:attrName>
                                        </p:attrNameLst>
                                      </p:cBhvr>
                                      <p:to>
                                        <p:strVal val="visible"/>
                                      </p:to>
                                    </p:set>
                                    <p:animEffect transition="in" filter="fade">
                                      <p:cBhvr>
                                        <p:cTn id="475" dur="650"/>
                                        <p:tgtEl>
                                          <p:spTgt spid="38"/>
                                        </p:tgtEl>
                                      </p:cBhvr>
                                    </p:animEffect>
                                    <p:anim calcmode="lin" valueType="num">
                                      <p:cBhvr>
                                        <p:cTn id="476" dur="650" fill="hold"/>
                                        <p:tgtEl>
                                          <p:spTgt spid="38"/>
                                        </p:tgtEl>
                                        <p:attrNameLst>
                                          <p:attrName>ppt_x</p:attrName>
                                        </p:attrNameLst>
                                      </p:cBhvr>
                                      <p:tavLst>
                                        <p:tav tm="0">
                                          <p:val>
                                            <p:strVal val="#ppt_x"/>
                                          </p:val>
                                        </p:tav>
                                        <p:tav tm="100000">
                                          <p:val>
                                            <p:strVal val="#ppt_x"/>
                                          </p:val>
                                        </p:tav>
                                      </p:tavLst>
                                    </p:anim>
                                    <p:anim calcmode="lin" valueType="num">
                                      <p:cBhvr>
                                        <p:cTn id="477" dur="650" fill="hold"/>
                                        <p:tgtEl>
                                          <p:spTgt spid="38"/>
                                        </p:tgtEl>
                                        <p:attrNameLst>
                                          <p:attrName>ppt_y</p:attrName>
                                        </p:attrNameLst>
                                      </p:cBhvr>
                                      <p:tavLst>
                                        <p:tav tm="0">
                                          <p:val>
                                            <p:strVal val="#ppt_y+.1"/>
                                          </p:val>
                                        </p:tav>
                                        <p:tav tm="100000">
                                          <p:val>
                                            <p:strVal val="#ppt_y"/>
                                          </p:val>
                                        </p:tav>
                                      </p:tavLst>
                                    </p:anim>
                                  </p:childTnLst>
                                </p:cTn>
                              </p:par>
                              <p:par>
                                <p:cTn id="478" presetID="42" presetClass="entr" presetSubtype="0" fill="hold" grpId="0" nodeType="withEffect">
                                  <p:stCondLst>
                                    <p:cond delay="250"/>
                                  </p:stCondLst>
                                  <p:childTnLst>
                                    <p:set>
                                      <p:cBhvr>
                                        <p:cTn id="479" dur="1" fill="hold">
                                          <p:stCondLst>
                                            <p:cond delay="0"/>
                                          </p:stCondLst>
                                        </p:cTn>
                                        <p:tgtEl>
                                          <p:spTgt spid="41"/>
                                        </p:tgtEl>
                                        <p:attrNameLst>
                                          <p:attrName>style.visibility</p:attrName>
                                        </p:attrNameLst>
                                      </p:cBhvr>
                                      <p:to>
                                        <p:strVal val="visible"/>
                                      </p:to>
                                    </p:set>
                                    <p:animEffect transition="in" filter="fade">
                                      <p:cBhvr>
                                        <p:cTn id="480" dur="650"/>
                                        <p:tgtEl>
                                          <p:spTgt spid="41"/>
                                        </p:tgtEl>
                                      </p:cBhvr>
                                    </p:animEffect>
                                    <p:anim calcmode="lin" valueType="num">
                                      <p:cBhvr>
                                        <p:cTn id="481" dur="650" fill="hold"/>
                                        <p:tgtEl>
                                          <p:spTgt spid="41"/>
                                        </p:tgtEl>
                                        <p:attrNameLst>
                                          <p:attrName>ppt_x</p:attrName>
                                        </p:attrNameLst>
                                      </p:cBhvr>
                                      <p:tavLst>
                                        <p:tav tm="0">
                                          <p:val>
                                            <p:strVal val="#ppt_x"/>
                                          </p:val>
                                        </p:tav>
                                        <p:tav tm="100000">
                                          <p:val>
                                            <p:strVal val="#ppt_x"/>
                                          </p:val>
                                        </p:tav>
                                      </p:tavLst>
                                    </p:anim>
                                    <p:anim calcmode="lin" valueType="num">
                                      <p:cBhvr>
                                        <p:cTn id="482" dur="650" fill="hold"/>
                                        <p:tgtEl>
                                          <p:spTgt spid="41"/>
                                        </p:tgtEl>
                                        <p:attrNameLst>
                                          <p:attrName>ppt_y</p:attrName>
                                        </p:attrNameLst>
                                      </p:cBhvr>
                                      <p:tavLst>
                                        <p:tav tm="0">
                                          <p:val>
                                            <p:strVal val="#ppt_y+.1"/>
                                          </p:val>
                                        </p:tav>
                                        <p:tav tm="100000">
                                          <p:val>
                                            <p:strVal val="#ppt_y"/>
                                          </p:val>
                                        </p:tav>
                                      </p:tavLst>
                                    </p:anim>
                                  </p:childTnLst>
                                </p:cTn>
                              </p:par>
                              <p:par>
                                <p:cTn id="483" presetID="42" presetClass="entr" presetSubtype="0" fill="hold" grpId="0" nodeType="withEffect">
                                  <p:stCondLst>
                                    <p:cond delay="250"/>
                                  </p:stCondLst>
                                  <p:childTnLst>
                                    <p:set>
                                      <p:cBhvr>
                                        <p:cTn id="484" dur="1" fill="hold">
                                          <p:stCondLst>
                                            <p:cond delay="0"/>
                                          </p:stCondLst>
                                        </p:cTn>
                                        <p:tgtEl>
                                          <p:spTgt spid="42"/>
                                        </p:tgtEl>
                                        <p:attrNameLst>
                                          <p:attrName>style.visibility</p:attrName>
                                        </p:attrNameLst>
                                      </p:cBhvr>
                                      <p:to>
                                        <p:strVal val="visible"/>
                                      </p:to>
                                    </p:set>
                                    <p:animEffect transition="in" filter="fade">
                                      <p:cBhvr>
                                        <p:cTn id="485" dur="650"/>
                                        <p:tgtEl>
                                          <p:spTgt spid="42"/>
                                        </p:tgtEl>
                                      </p:cBhvr>
                                    </p:animEffect>
                                    <p:anim calcmode="lin" valueType="num">
                                      <p:cBhvr>
                                        <p:cTn id="486" dur="650" fill="hold"/>
                                        <p:tgtEl>
                                          <p:spTgt spid="42"/>
                                        </p:tgtEl>
                                        <p:attrNameLst>
                                          <p:attrName>ppt_x</p:attrName>
                                        </p:attrNameLst>
                                      </p:cBhvr>
                                      <p:tavLst>
                                        <p:tav tm="0">
                                          <p:val>
                                            <p:strVal val="#ppt_x"/>
                                          </p:val>
                                        </p:tav>
                                        <p:tav tm="100000">
                                          <p:val>
                                            <p:strVal val="#ppt_x"/>
                                          </p:val>
                                        </p:tav>
                                      </p:tavLst>
                                    </p:anim>
                                    <p:anim calcmode="lin" valueType="num">
                                      <p:cBhvr>
                                        <p:cTn id="487" dur="650" fill="hold"/>
                                        <p:tgtEl>
                                          <p:spTgt spid="42"/>
                                        </p:tgtEl>
                                        <p:attrNameLst>
                                          <p:attrName>ppt_y</p:attrName>
                                        </p:attrNameLst>
                                      </p:cBhvr>
                                      <p:tavLst>
                                        <p:tav tm="0">
                                          <p:val>
                                            <p:strVal val="#ppt_y+.1"/>
                                          </p:val>
                                        </p:tav>
                                        <p:tav tm="100000">
                                          <p:val>
                                            <p:strVal val="#ppt_y"/>
                                          </p:val>
                                        </p:tav>
                                      </p:tavLst>
                                    </p:anim>
                                  </p:childTnLst>
                                </p:cTn>
                              </p:par>
                              <p:par>
                                <p:cTn id="488" presetID="42" presetClass="entr" presetSubtype="0" fill="hold" grpId="0" nodeType="withEffect">
                                  <p:stCondLst>
                                    <p:cond delay="250"/>
                                  </p:stCondLst>
                                  <p:childTnLst>
                                    <p:set>
                                      <p:cBhvr>
                                        <p:cTn id="489" dur="1" fill="hold">
                                          <p:stCondLst>
                                            <p:cond delay="0"/>
                                          </p:stCondLst>
                                        </p:cTn>
                                        <p:tgtEl>
                                          <p:spTgt spid="43"/>
                                        </p:tgtEl>
                                        <p:attrNameLst>
                                          <p:attrName>style.visibility</p:attrName>
                                        </p:attrNameLst>
                                      </p:cBhvr>
                                      <p:to>
                                        <p:strVal val="visible"/>
                                      </p:to>
                                    </p:set>
                                    <p:animEffect transition="in" filter="fade">
                                      <p:cBhvr>
                                        <p:cTn id="490" dur="650"/>
                                        <p:tgtEl>
                                          <p:spTgt spid="43"/>
                                        </p:tgtEl>
                                      </p:cBhvr>
                                    </p:animEffect>
                                    <p:anim calcmode="lin" valueType="num">
                                      <p:cBhvr>
                                        <p:cTn id="491" dur="650" fill="hold"/>
                                        <p:tgtEl>
                                          <p:spTgt spid="43"/>
                                        </p:tgtEl>
                                        <p:attrNameLst>
                                          <p:attrName>ppt_x</p:attrName>
                                        </p:attrNameLst>
                                      </p:cBhvr>
                                      <p:tavLst>
                                        <p:tav tm="0">
                                          <p:val>
                                            <p:strVal val="#ppt_x"/>
                                          </p:val>
                                        </p:tav>
                                        <p:tav tm="100000">
                                          <p:val>
                                            <p:strVal val="#ppt_x"/>
                                          </p:val>
                                        </p:tav>
                                      </p:tavLst>
                                    </p:anim>
                                    <p:anim calcmode="lin" valueType="num">
                                      <p:cBhvr>
                                        <p:cTn id="492" dur="650" fill="hold"/>
                                        <p:tgtEl>
                                          <p:spTgt spid="43"/>
                                        </p:tgtEl>
                                        <p:attrNameLst>
                                          <p:attrName>ppt_y</p:attrName>
                                        </p:attrNameLst>
                                      </p:cBhvr>
                                      <p:tavLst>
                                        <p:tav tm="0">
                                          <p:val>
                                            <p:strVal val="#ppt_y+.1"/>
                                          </p:val>
                                        </p:tav>
                                        <p:tav tm="100000">
                                          <p:val>
                                            <p:strVal val="#ppt_y"/>
                                          </p:val>
                                        </p:tav>
                                      </p:tavLst>
                                    </p:anim>
                                  </p:childTnLst>
                                </p:cTn>
                              </p:par>
                              <p:par>
                                <p:cTn id="493" presetID="42" presetClass="entr" presetSubtype="0" fill="hold" grpId="0" nodeType="withEffect">
                                  <p:stCondLst>
                                    <p:cond delay="250"/>
                                  </p:stCondLst>
                                  <p:childTnLst>
                                    <p:set>
                                      <p:cBhvr>
                                        <p:cTn id="494" dur="1" fill="hold">
                                          <p:stCondLst>
                                            <p:cond delay="0"/>
                                          </p:stCondLst>
                                        </p:cTn>
                                        <p:tgtEl>
                                          <p:spTgt spid="44"/>
                                        </p:tgtEl>
                                        <p:attrNameLst>
                                          <p:attrName>style.visibility</p:attrName>
                                        </p:attrNameLst>
                                      </p:cBhvr>
                                      <p:to>
                                        <p:strVal val="visible"/>
                                      </p:to>
                                    </p:set>
                                    <p:animEffect transition="in" filter="fade">
                                      <p:cBhvr>
                                        <p:cTn id="495" dur="650"/>
                                        <p:tgtEl>
                                          <p:spTgt spid="44"/>
                                        </p:tgtEl>
                                      </p:cBhvr>
                                    </p:animEffect>
                                    <p:anim calcmode="lin" valueType="num">
                                      <p:cBhvr>
                                        <p:cTn id="496" dur="650" fill="hold"/>
                                        <p:tgtEl>
                                          <p:spTgt spid="44"/>
                                        </p:tgtEl>
                                        <p:attrNameLst>
                                          <p:attrName>ppt_x</p:attrName>
                                        </p:attrNameLst>
                                      </p:cBhvr>
                                      <p:tavLst>
                                        <p:tav tm="0">
                                          <p:val>
                                            <p:strVal val="#ppt_x"/>
                                          </p:val>
                                        </p:tav>
                                        <p:tav tm="100000">
                                          <p:val>
                                            <p:strVal val="#ppt_x"/>
                                          </p:val>
                                        </p:tav>
                                      </p:tavLst>
                                    </p:anim>
                                    <p:anim calcmode="lin" valueType="num">
                                      <p:cBhvr>
                                        <p:cTn id="497" dur="650" fill="hold"/>
                                        <p:tgtEl>
                                          <p:spTgt spid="44"/>
                                        </p:tgtEl>
                                        <p:attrNameLst>
                                          <p:attrName>ppt_y</p:attrName>
                                        </p:attrNameLst>
                                      </p:cBhvr>
                                      <p:tavLst>
                                        <p:tav tm="0">
                                          <p:val>
                                            <p:strVal val="#ppt_y+.1"/>
                                          </p:val>
                                        </p:tav>
                                        <p:tav tm="100000">
                                          <p:val>
                                            <p:strVal val="#ppt_y"/>
                                          </p:val>
                                        </p:tav>
                                      </p:tavLst>
                                    </p:anim>
                                  </p:childTnLst>
                                </p:cTn>
                              </p:par>
                              <p:par>
                                <p:cTn id="498" presetID="42" presetClass="entr" presetSubtype="0" fill="hold" grpId="0" nodeType="withEffect">
                                  <p:stCondLst>
                                    <p:cond delay="250"/>
                                  </p:stCondLst>
                                  <p:childTnLst>
                                    <p:set>
                                      <p:cBhvr>
                                        <p:cTn id="499" dur="1" fill="hold">
                                          <p:stCondLst>
                                            <p:cond delay="0"/>
                                          </p:stCondLst>
                                        </p:cTn>
                                        <p:tgtEl>
                                          <p:spTgt spid="45"/>
                                        </p:tgtEl>
                                        <p:attrNameLst>
                                          <p:attrName>style.visibility</p:attrName>
                                        </p:attrNameLst>
                                      </p:cBhvr>
                                      <p:to>
                                        <p:strVal val="visible"/>
                                      </p:to>
                                    </p:set>
                                    <p:animEffect transition="in" filter="fade">
                                      <p:cBhvr>
                                        <p:cTn id="500" dur="650"/>
                                        <p:tgtEl>
                                          <p:spTgt spid="45"/>
                                        </p:tgtEl>
                                      </p:cBhvr>
                                    </p:animEffect>
                                    <p:anim calcmode="lin" valueType="num">
                                      <p:cBhvr>
                                        <p:cTn id="501" dur="650" fill="hold"/>
                                        <p:tgtEl>
                                          <p:spTgt spid="45"/>
                                        </p:tgtEl>
                                        <p:attrNameLst>
                                          <p:attrName>ppt_x</p:attrName>
                                        </p:attrNameLst>
                                      </p:cBhvr>
                                      <p:tavLst>
                                        <p:tav tm="0">
                                          <p:val>
                                            <p:strVal val="#ppt_x"/>
                                          </p:val>
                                        </p:tav>
                                        <p:tav tm="100000">
                                          <p:val>
                                            <p:strVal val="#ppt_x"/>
                                          </p:val>
                                        </p:tav>
                                      </p:tavLst>
                                    </p:anim>
                                    <p:anim calcmode="lin" valueType="num">
                                      <p:cBhvr>
                                        <p:cTn id="502" dur="650" fill="hold"/>
                                        <p:tgtEl>
                                          <p:spTgt spid="45"/>
                                        </p:tgtEl>
                                        <p:attrNameLst>
                                          <p:attrName>ppt_y</p:attrName>
                                        </p:attrNameLst>
                                      </p:cBhvr>
                                      <p:tavLst>
                                        <p:tav tm="0">
                                          <p:val>
                                            <p:strVal val="#ppt_y+.1"/>
                                          </p:val>
                                        </p:tav>
                                        <p:tav tm="100000">
                                          <p:val>
                                            <p:strVal val="#ppt_y"/>
                                          </p:val>
                                        </p:tav>
                                      </p:tavLst>
                                    </p:anim>
                                  </p:childTnLst>
                                </p:cTn>
                              </p:par>
                              <p:par>
                                <p:cTn id="503" presetID="42" presetClass="entr" presetSubtype="0" fill="hold" grpId="0" nodeType="withEffect">
                                  <p:stCondLst>
                                    <p:cond delay="370"/>
                                  </p:stCondLst>
                                  <p:childTnLst>
                                    <p:set>
                                      <p:cBhvr>
                                        <p:cTn id="504" dur="1" fill="hold">
                                          <p:stCondLst>
                                            <p:cond delay="0"/>
                                          </p:stCondLst>
                                        </p:cTn>
                                        <p:tgtEl>
                                          <p:spTgt spid="46"/>
                                        </p:tgtEl>
                                        <p:attrNameLst>
                                          <p:attrName>style.visibility</p:attrName>
                                        </p:attrNameLst>
                                      </p:cBhvr>
                                      <p:to>
                                        <p:strVal val="visible"/>
                                      </p:to>
                                    </p:set>
                                    <p:animEffect transition="in" filter="fade">
                                      <p:cBhvr>
                                        <p:cTn id="505" dur="650"/>
                                        <p:tgtEl>
                                          <p:spTgt spid="46"/>
                                        </p:tgtEl>
                                      </p:cBhvr>
                                    </p:animEffect>
                                    <p:anim calcmode="lin" valueType="num">
                                      <p:cBhvr>
                                        <p:cTn id="506" dur="650" fill="hold"/>
                                        <p:tgtEl>
                                          <p:spTgt spid="46"/>
                                        </p:tgtEl>
                                        <p:attrNameLst>
                                          <p:attrName>ppt_x</p:attrName>
                                        </p:attrNameLst>
                                      </p:cBhvr>
                                      <p:tavLst>
                                        <p:tav tm="0">
                                          <p:val>
                                            <p:strVal val="#ppt_x"/>
                                          </p:val>
                                        </p:tav>
                                        <p:tav tm="100000">
                                          <p:val>
                                            <p:strVal val="#ppt_x"/>
                                          </p:val>
                                        </p:tav>
                                      </p:tavLst>
                                    </p:anim>
                                    <p:anim calcmode="lin" valueType="num">
                                      <p:cBhvr>
                                        <p:cTn id="507" dur="650" fill="hold"/>
                                        <p:tgtEl>
                                          <p:spTgt spid="46"/>
                                        </p:tgtEl>
                                        <p:attrNameLst>
                                          <p:attrName>ppt_y</p:attrName>
                                        </p:attrNameLst>
                                      </p:cBhvr>
                                      <p:tavLst>
                                        <p:tav tm="0">
                                          <p:val>
                                            <p:strVal val="#ppt_y+.1"/>
                                          </p:val>
                                        </p:tav>
                                        <p:tav tm="100000">
                                          <p:val>
                                            <p:strVal val="#ppt_y"/>
                                          </p:val>
                                        </p:tav>
                                      </p:tavLst>
                                    </p:anim>
                                  </p:childTnLst>
                                </p:cTn>
                              </p:par>
                              <p:par>
                                <p:cTn id="508" presetID="42" presetClass="entr" presetSubtype="0" fill="hold" grpId="0" nodeType="withEffect">
                                  <p:stCondLst>
                                    <p:cond delay="370"/>
                                  </p:stCondLst>
                                  <p:childTnLst>
                                    <p:set>
                                      <p:cBhvr>
                                        <p:cTn id="509" dur="1" fill="hold">
                                          <p:stCondLst>
                                            <p:cond delay="0"/>
                                          </p:stCondLst>
                                        </p:cTn>
                                        <p:tgtEl>
                                          <p:spTgt spid="47"/>
                                        </p:tgtEl>
                                        <p:attrNameLst>
                                          <p:attrName>style.visibility</p:attrName>
                                        </p:attrNameLst>
                                      </p:cBhvr>
                                      <p:to>
                                        <p:strVal val="visible"/>
                                      </p:to>
                                    </p:set>
                                    <p:animEffect transition="in" filter="fade">
                                      <p:cBhvr>
                                        <p:cTn id="510" dur="650"/>
                                        <p:tgtEl>
                                          <p:spTgt spid="47"/>
                                        </p:tgtEl>
                                      </p:cBhvr>
                                    </p:animEffect>
                                    <p:anim calcmode="lin" valueType="num">
                                      <p:cBhvr>
                                        <p:cTn id="511" dur="650" fill="hold"/>
                                        <p:tgtEl>
                                          <p:spTgt spid="47"/>
                                        </p:tgtEl>
                                        <p:attrNameLst>
                                          <p:attrName>ppt_x</p:attrName>
                                        </p:attrNameLst>
                                      </p:cBhvr>
                                      <p:tavLst>
                                        <p:tav tm="0">
                                          <p:val>
                                            <p:strVal val="#ppt_x"/>
                                          </p:val>
                                        </p:tav>
                                        <p:tav tm="100000">
                                          <p:val>
                                            <p:strVal val="#ppt_x"/>
                                          </p:val>
                                        </p:tav>
                                      </p:tavLst>
                                    </p:anim>
                                    <p:anim calcmode="lin" valueType="num">
                                      <p:cBhvr>
                                        <p:cTn id="512" dur="650" fill="hold"/>
                                        <p:tgtEl>
                                          <p:spTgt spid="47"/>
                                        </p:tgtEl>
                                        <p:attrNameLst>
                                          <p:attrName>ppt_y</p:attrName>
                                        </p:attrNameLst>
                                      </p:cBhvr>
                                      <p:tavLst>
                                        <p:tav tm="0">
                                          <p:val>
                                            <p:strVal val="#ppt_y+.1"/>
                                          </p:val>
                                        </p:tav>
                                        <p:tav tm="100000">
                                          <p:val>
                                            <p:strVal val="#ppt_y"/>
                                          </p:val>
                                        </p:tav>
                                      </p:tavLst>
                                    </p:anim>
                                  </p:childTnLst>
                                </p:cTn>
                              </p:par>
                              <p:par>
                                <p:cTn id="513" presetID="42" presetClass="entr" presetSubtype="0" fill="hold" grpId="0" nodeType="withEffect">
                                  <p:stCondLst>
                                    <p:cond delay="370"/>
                                  </p:stCondLst>
                                  <p:childTnLst>
                                    <p:set>
                                      <p:cBhvr>
                                        <p:cTn id="514" dur="1" fill="hold">
                                          <p:stCondLst>
                                            <p:cond delay="0"/>
                                          </p:stCondLst>
                                        </p:cTn>
                                        <p:tgtEl>
                                          <p:spTgt spid="48"/>
                                        </p:tgtEl>
                                        <p:attrNameLst>
                                          <p:attrName>style.visibility</p:attrName>
                                        </p:attrNameLst>
                                      </p:cBhvr>
                                      <p:to>
                                        <p:strVal val="visible"/>
                                      </p:to>
                                    </p:set>
                                    <p:animEffect transition="in" filter="fade">
                                      <p:cBhvr>
                                        <p:cTn id="515" dur="650"/>
                                        <p:tgtEl>
                                          <p:spTgt spid="48"/>
                                        </p:tgtEl>
                                      </p:cBhvr>
                                    </p:animEffect>
                                    <p:anim calcmode="lin" valueType="num">
                                      <p:cBhvr>
                                        <p:cTn id="516" dur="650" fill="hold"/>
                                        <p:tgtEl>
                                          <p:spTgt spid="48"/>
                                        </p:tgtEl>
                                        <p:attrNameLst>
                                          <p:attrName>ppt_x</p:attrName>
                                        </p:attrNameLst>
                                      </p:cBhvr>
                                      <p:tavLst>
                                        <p:tav tm="0">
                                          <p:val>
                                            <p:strVal val="#ppt_x"/>
                                          </p:val>
                                        </p:tav>
                                        <p:tav tm="100000">
                                          <p:val>
                                            <p:strVal val="#ppt_x"/>
                                          </p:val>
                                        </p:tav>
                                      </p:tavLst>
                                    </p:anim>
                                    <p:anim calcmode="lin" valueType="num">
                                      <p:cBhvr>
                                        <p:cTn id="517" dur="650" fill="hold"/>
                                        <p:tgtEl>
                                          <p:spTgt spid="48"/>
                                        </p:tgtEl>
                                        <p:attrNameLst>
                                          <p:attrName>ppt_y</p:attrName>
                                        </p:attrNameLst>
                                      </p:cBhvr>
                                      <p:tavLst>
                                        <p:tav tm="0">
                                          <p:val>
                                            <p:strVal val="#ppt_y+.1"/>
                                          </p:val>
                                        </p:tav>
                                        <p:tav tm="100000">
                                          <p:val>
                                            <p:strVal val="#ppt_y"/>
                                          </p:val>
                                        </p:tav>
                                      </p:tavLst>
                                    </p:anim>
                                  </p:childTnLst>
                                </p:cTn>
                              </p:par>
                              <p:par>
                                <p:cTn id="518" presetID="42" presetClass="entr" presetSubtype="0" fill="hold" grpId="0" nodeType="withEffect">
                                  <p:stCondLst>
                                    <p:cond delay="370"/>
                                  </p:stCondLst>
                                  <p:childTnLst>
                                    <p:set>
                                      <p:cBhvr>
                                        <p:cTn id="519" dur="1" fill="hold">
                                          <p:stCondLst>
                                            <p:cond delay="0"/>
                                          </p:stCondLst>
                                        </p:cTn>
                                        <p:tgtEl>
                                          <p:spTgt spid="49"/>
                                        </p:tgtEl>
                                        <p:attrNameLst>
                                          <p:attrName>style.visibility</p:attrName>
                                        </p:attrNameLst>
                                      </p:cBhvr>
                                      <p:to>
                                        <p:strVal val="visible"/>
                                      </p:to>
                                    </p:set>
                                    <p:animEffect transition="in" filter="fade">
                                      <p:cBhvr>
                                        <p:cTn id="520" dur="650"/>
                                        <p:tgtEl>
                                          <p:spTgt spid="49"/>
                                        </p:tgtEl>
                                      </p:cBhvr>
                                    </p:animEffect>
                                    <p:anim calcmode="lin" valueType="num">
                                      <p:cBhvr>
                                        <p:cTn id="521" dur="650" fill="hold"/>
                                        <p:tgtEl>
                                          <p:spTgt spid="49"/>
                                        </p:tgtEl>
                                        <p:attrNameLst>
                                          <p:attrName>ppt_x</p:attrName>
                                        </p:attrNameLst>
                                      </p:cBhvr>
                                      <p:tavLst>
                                        <p:tav tm="0">
                                          <p:val>
                                            <p:strVal val="#ppt_x"/>
                                          </p:val>
                                        </p:tav>
                                        <p:tav tm="100000">
                                          <p:val>
                                            <p:strVal val="#ppt_x"/>
                                          </p:val>
                                        </p:tav>
                                      </p:tavLst>
                                    </p:anim>
                                    <p:anim calcmode="lin" valueType="num">
                                      <p:cBhvr>
                                        <p:cTn id="522" dur="650" fill="hold"/>
                                        <p:tgtEl>
                                          <p:spTgt spid="49"/>
                                        </p:tgtEl>
                                        <p:attrNameLst>
                                          <p:attrName>ppt_y</p:attrName>
                                        </p:attrNameLst>
                                      </p:cBhvr>
                                      <p:tavLst>
                                        <p:tav tm="0">
                                          <p:val>
                                            <p:strVal val="#ppt_y+.1"/>
                                          </p:val>
                                        </p:tav>
                                        <p:tav tm="100000">
                                          <p:val>
                                            <p:strVal val="#ppt_y"/>
                                          </p:val>
                                        </p:tav>
                                      </p:tavLst>
                                    </p:anim>
                                  </p:childTnLst>
                                </p:cTn>
                              </p:par>
                              <p:par>
                                <p:cTn id="523" presetID="42" presetClass="entr" presetSubtype="0" fill="hold" grpId="0" nodeType="withEffect">
                                  <p:stCondLst>
                                    <p:cond delay="370"/>
                                  </p:stCondLst>
                                  <p:childTnLst>
                                    <p:set>
                                      <p:cBhvr>
                                        <p:cTn id="524" dur="1" fill="hold">
                                          <p:stCondLst>
                                            <p:cond delay="0"/>
                                          </p:stCondLst>
                                        </p:cTn>
                                        <p:tgtEl>
                                          <p:spTgt spid="50"/>
                                        </p:tgtEl>
                                        <p:attrNameLst>
                                          <p:attrName>style.visibility</p:attrName>
                                        </p:attrNameLst>
                                      </p:cBhvr>
                                      <p:to>
                                        <p:strVal val="visible"/>
                                      </p:to>
                                    </p:set>
                                    <p:animEffect transition="in" filter="fade">
                                      <p:cBhvr>
                                        <p:cTn id="525" dur="650"/>
                                        <p:tgtEl>
                                          <p:spTgt spid="50"/>
                                        </p:tgtEl>
                                      </p:cBhvr>
                                    </p:animEffect>
                                    <p:anim calcmode="lin" valueType="num">
                                      <p:cBhvr>
                                        <p:cTn id="526" dur="650" fill="hold"/>
                                        <p:tgtEl>
                                          <p:spTgt spid="50"/>
                                        </p:tgtEl>
                                        <p:attrNameLst>
                                          <p:attrName>ppt_x</p:attrName>
                                        </p:attrNameLst>
                                      </p:cBhvr>
                                      <p:tavLst>
                                        <p:tav tm="0">
                                          <p:val>
                                            <p:strVal val="#ppt_x"/>
                                          </p:val>
                                        </p:tav>
                                        <p:tav tm="100000">
                                          <p:val>
                                            <p:strVal val="#ppt_x"/>
                                          </p:val>
                                        </p:tav>
                                      </p:tavLst>
                                    </p:anim>
                                    <p:anim calcmode="lin" valueType="num">
                                      <p:cBhvr>
                                        <p:cTn id="527" dur="650" fill="hold"/>
                                        <p:tgtEl>
                                          <p:spTgt spid="50"/>
                                        </p:tgtEl>
                                        <p:attrNameLst>
                                          <p:attrName>ppt_y</p:attrName>
                                        </p:attrNameLst>
                                      </p:cBhvr>
                                      <p:tavLst>
                                        <p:tav tm="0">
                                          <p:val>
                                            <p:strVal val="#ppt_y+.1"/>
                                          </p:val>
                                        </p:tav>
                                        <p:tav tm="100000">
                                          <p:val>
                                            <p:strVal val="#ppt_y"/>
                                          </p:val>
                                        </p:tav>
                                      </p:tavLst>
                                    </p:anim>
                                  </p:childTnLst>
                                </p:cTn>
                              </p:par>
                              <p:par>
                                <p:cTn id="528" presetID="42" presetClass="entr" presetSubtype="0" fill="hold" grpId="0" nodeType="withEffect">
                                  <p:stCondLst>
                                    <p:cond delay="370"/>
                                  </p:stCondLst>
                                  <p:childTnLst>
                                    <p:set>
                                      <p:cBhvr>
                                        <p:cTn id="529" dur="1" fill="hold">
                                          <p:stCondLst>
                                            <p:cond delay="0"/>
                                          </p:stCondLst>
                                        </p:cTn>
                                        <p:tgtEl>
                                          <p:spTgt spid="51"/>
                                        </p:tgtEl>
                                        <p:attrNameLst>
                                          <p:attrName>style.visibility</p:attrName>
                                        </p:attrNameLst>
                                      </p:cBhvr>
                                      <p:to>
                                        <p:strVal val="visible"/>
                                      </p:to>
                                    </p:set>
                                    <p:animEffect transition="in" filter="fade">
                                      <p:cBhvr>
                                        <p:cTn id="530" dur="650"/>
                                        <p:tgtEl>
                                          <p:spTgt spid="51"/>
                                        </p:tgtEl>
                                      </p:cBhvr>
                                    </p:animEffect>
                                    <p:anim calcmode="lin" valueType="num">
                                      <p:cBhvr>
                                        <p:cTn id="531" dur="650" fill="hold"/>
                                        <p:tgtEl>
                                          <p:spTgt spid="51"/>
                                        </p:tgtEl>
                                        <p:attrNameLst>
                                          <p:attrName>ppt_x</p:attrName>
                                        </p:attrNameLst>
                                      </p:cBhvr>
                                      <p:tavLst>
                                        <p:tav tm="0">
                                          <p:val>
                                            <p:strVal val="#ppt_x"/>
                                          </p:val>
                                        </p:tav>
                                        <p:tav tm="100000">
                                          <p:val>
                                            <p:strVal val="#ppt_x"/>
                                          </p:val>
                                        </p:tav>
                                      </p:tavLst>
                                    </p:anim>
                                    <p:anim calcmode="lin" valueType="num">
                                      <p:cBhvr>
                                        <p:cTn id="532" dur="650" fill="hold"/>
                                        <p:tgtEl>
                                          <p:spTgt spid="51"/>
                                        </p:tgtEl>
                                        <p:attrNameLst>
                                          <p:attrName>ppt_y</p:attrName>
                                        </p:attrNameLst>
                                      </p:cBhvr>
                                      <p:tavLst>
                                        <p:tav tm="0">
                                          <p:val>
                                            <p:strVal val="#ppt_y+.1"/>
                                          </p:val>
                                        </p:tav>
                                        <p:tav tm="100000">
                                          <p:val>
                                            <p:strVal val="#ppt_y"/>
                                          </p:val>
                                        </p:tav>
                                      </p:tavLst>
                                    </p:anim>
                                  </p:childTnLst>
                                </p:cTn>
                              </p:par>
                              <p:par>
                                <p:cTn id="533" presetID="42" presetClass="entr" presetSubtype="0" fill="hold" grpId="0" nodeType="withEffect">
                                  <p:stCondLst>
                                    <p:cond delay="370"/>
                                  </p:stCondLst>
                                  <p:childTnLst>
                                    <p:set>
                                      <p:cBhvr>
                                        <p:cTn id="534" dur="1" fill="hold">
                                          <p:stCondLst>
                                            <p:cond delay="0"/>
                                          </p:stCondLst>
                                        </p:cTn>
                                        <p:tgtEl>
                                          <p:spTgt spid="52"/>
                                        </p:tgtEl>
                                        <p:attrNameLst>
                                          <p:attrName>style.visibility</p:attrName>
                                        </p:attrNameLst>
                                      </p:cBhvr>
                                      <p:to>
                                        <p:strVal val="visible"/>
                                      </p:to>
                                    </p:set>
                                    <p:animEffect transition="in" filter="fade">
                                      <p:cBhvr>
                                        <p:cTn id="535" dur="650"/>
                                        <p:tgtEl>
                                          <p:spTgt spid="52"/>
                                        </p:tgtEl>
                                      </p:cBhvr>
                                    </p:animEffect>
                                    <p:anim calcmode="lin" valueType="num">
                                      <p:cBhvr>
                                        <p:cTn id="536" dur="650" fill="hold"/>
                                        <p:tgtEl>
                                          <p:spTgt spid="52"/>
                                        </p:tgtEl>
                                        <p:attrNameLst>
                                          <p:attrName>ppt_x</p:attrName>
                                        </p:attrNameLst>
                                      </p:cBhvr>
                                      <p:tavLst>
                                        <p:tav tm="0">
                                          <p:val>
                                            <p:strVal val="#ppt_x"/>
                                          </p:val>
                                        </p:tav>
                                        <p:tav tm="100000">
                                          <p:val>
                                            <p:strVal val="#ppt_x"/>
                                          </p:val>
                                        </p:tav>
                                      </p:tavLst>
                                    </p:anim>
                                    <p:anim calcmode="lin" valueType="num">
                                      <p:cBhvr>
                                        <p:cTn id="537" dur="650" fill="hold"/>
                                        <p:tgtEl>
                                          <p:spTgt spid="52"/>
                                        </p:tgtEl>
                                        <p:attrNameLst>
                                          <p:attrName>ppt_y</p:attrName>
                                        </p:attrNameLst>
                                      </p:cBhvr>
                                      <p:tavLst>
                                        <p:tav tm="0">
                                          <p:val>
                                            <p:strVal val="#ppt_y+.1"/>
                                          </p:val>
                                        </p:tav>
                                        <p:tav tm="100000">
                                          <p:val>
                                            <p:strVal val="#ppt_y"/>
                                          </p:val>
                                        </p:tav>
                                      </p:tavLst>
                                    </p:anim>
                                  </p:childTnLst>
                                </p:cTn>
                              </p:par>
                              <p:par>
                                <p:cTn id="538" presetID="42" presetClass="entr" presetSubtype="0" fill="hold" grpId="0" nodeType="withEffect">
                                  <p:stCondLst>
                                    <p:cond delay="370"/>
                                  </p:stCondLst>
                                  <p:childTnLst>
                                    <p:set>
                                      <p:cBhvr>
                                        <p:cTn id="539" dur="1" fill="hold">
                                          <p:stCondLst>
                                            <p:cond delay="0"/>
                                          </p:stCondLst>
                                        </p:cTn>
                                        <p:tgtEl>
                                          <p:spTgt spid="53"/>
                                        </p:tgtEl>
                                        <p:attrNameLst>
                                          <p:attrName>style.visibility</p:attrName>
                                        </p:attrNameLst>
                                      </p:cBhvr>
                                      <p:to>
                                        <p:strVal val="visible"/>
                                      </p:to>
                                    </p:set>
                                    <p:animEffect transition="in" filter="fade">
                                      <p:cBhvr>
                                        <p:cTn id="540" dur="650"/>
                                        <p:tgtEl>
                                          <p:spTgt spid="53"/>
                                        </p:tgtEl>
                                      </p:cBhvr>
                                    </p:animEffect>
                                    <p:anim calcmode="lin" valueType="num">
                                      <p:cBhvr>
                                        <p:cTn id="541" dur="650" fill="hold"/>
                                        <p:tgtEl>
                                          <p:spTgt spid="53"/>
                                        </p:tgtEl>
                                        <p:attrNameLst>
                                          <p:attrName>ppt_x</p:attrName>
                                        </p:attrNameLst>
                                      </p:cBhvr>
                                      <p:tavLst>
                                        <p:tav tm="0">
                                          <p:val>
                                            <p:strVal val="#ppt_x"/>
                                          </p:val>
                                        </p:tav>
                                        <p:tav tm="100000">
                                          <p:val>
                                            <p:strVal val="#ppt_x"/>
                                          </p:val>
                                        </p:tav>
                                      </p:tavLst>
                                    </p:anim>
                                    <p:anim calcmode="lin" valueType="num">
                                      <p:cBhvr>
                                        <p:cTn id="542" dur="650" fill="hold"/>
                                        <p:tgtEl>
                                          <p:spTgt spid="53"/>
                                        </p:tgtEl>
                                        <p:attrNameLst>
                                          <p:attrName>ppt_y</p:attrName>
                                        </p:attrNameLst>
                                      </p:cBhvr>
                                      <p:tavLst>
                                        <p:tav tm="0">
                                          <p:val>
                                            <p:strVal val="#ppt_y+.1"/>
                                          </p:val>
                                        </p:tav>
                                        <p:tav tm="100000">
                                          <p:val>
                                            <p:strVal val="#ppt_y"/>
                                          </p:val>
                                        </p:tav>
                                      </p:tavLst>
                                    </p:anim>
                                  </p:childTnLst>
                                </p:cTn>
                              </p:par>
                              <p:par>
                                <p:cTn id="543" presetID="42" presetClass="entr" presetSubtype="0" fill="hold" grpId="0" nodeType="withEffect">
                                  <p:stCondLst>
                                    <p:cond delay="370"/>
                                  </p:stCondLst>
                                  <p:childTnLst>
                                    <p:set>
                                      <p:cBhvr>
                                        <p:cTn id="544" dur="1" fill="hold">
                                          <p:stCondLst>
                                            <p:cond delay="0"/>
                                          </p:stCondLst>
                                        </p:cTn>
                                        <p:tgtEl>
                                          <p:spTgt spid="54"/>
                                        </p:tgtEl>
                                        <p:attrNameLst>
                                          <p:attrName>style.visibility</p:attrName>
                                        </p:attrNameLst>
                                      </p:cBhvr>
                                      <p:to>
                                        <p:strVal val="visible"/>
                                      </p:to>
                                    </p:set>
                                    <p:animEffect transition="in" filter="fade">
                                      <p:cBhvr>
                                        <p:cTn id="545" dur="650"/>
                                        <p:tgtEl>
                                          <p:spTgt spid="54"/>
                                        </p:tgtEl>
                                      </p:cBhvr>
                                    </p:animEffect>
                                    <p:anim calcmode="lin" valueType="num">
                                      <p:cBhvr>
                                        <p:cTn id="546" dur="650" fill="hold"/>
                                        <p:tgtEl>
                                          <p:spTgt spid="54"/>
                                        </p:tgtEl>
                                        <p:attrNameLst>
                                          <p:attrName>ppt_x</p:attrName>
                                        </p:attrNameLst>
                                      </p:cBhvr>
                                      <p:tavLst>
                                        <p:tav tm="0">
                                          <p:val>
                                            <p:strVal val="#ppt_x"/>
                                          </p:val>
                                        </p:tav>
                                        <p:tav tm="100000">
                                          <p:val>
                                            <p:strVal val="#ppt_x"/>
                                          </p:val>
                                        </p:tav>
                                      </p:tavLst>
                                    </p:anim>
                                    <p:anim calcmode="lin" valueType="num">
                                      <p:cBhvr>
                                        <p:cTn id="547" dur="650" fill="hold"/>
                                        <p:tgtEl>
                                          <p:spTgt spid="54"/>
                                        </p:tgtEl>
                                        <p:attrNameLst>
                                          <p:attrName>ppt_y</p:attrName>
                                        </p:attrNameLst>
                                      </p:cBhvr>
                                      <p:tavLst>
                                        <p:tav tm="0">
                                          <p:val>
                                            <p:strVal val="#ppt_y+.1"/>
                                          </p:val>
                                        </p:tav>
                                        <p:tav tm="100000">
                                          <p:val>
                                            <p:strVal val="#ppt_y"/>
                                          </p:val>
                                        </p:tav>
                                      </p:tavLst>
                                    </p:anim>
                                  </p:childTnLst>
                                </p:cTn>
                              </p:par>
                              <p:par>
                                <p:cTn id="548" presetID="42" presetClass="entr" presetSubtype="0" fill="hold" grpId="0" nodeType="withEffect">
                                  <p:stCondLst>
                                    <p:cond delay="370"/>
                                  </p:stCondLst>
                                  <p:childTnLst>
                                    <p:set>
                                      <p:cBhvr>
                                        <p:cTn id="549" dur="1" fill="hold">
                                          <p:stCondLst>
                                            <p:cond delay="0"/>
                                          </p:stCondLst>
                                        </p:cTn>
                                        <p:tgtEl>
                                          <p:spTgt spid="55"/>
                                        </p:tgtEl>
                                        <p:attrNameLst>
                                          <p:attrName>style.visibility</p:attrName>
                                        </p:attrNameLst>
                                      </p:cBhvr>
                                      <p:to>
                                        <p:strVal val="visible"/>
                                      </p:to>
                                    </p:set>
                                    <p:animEffect transition="in" filter="fade">
                                      <p:cBhvr>
                                        <p:cTn id="550" dur="650"/>
                                        <p:tgtEl>
                                          <p:spTgt spid="55"/>
                                        </p:tgtEl>
                                      </p:cBhvr>
                                    </p:animEffect>
                                    <p:anim calcmode="lin" valueType="num">
                                      <p:cBhvr>
                                        <p:cTn id="551" dur="650" fill="hold"/>
                                        <p:tgtEl>
                                          <p:spTgt spid="55"/>
                                        </p:tgtEl>
                                        <p:attrNameLst>
                                          <p:attrName>ppt_x</p:attrName>
                                        </p:attrNameLst>
                                      </p:cBhvr>
                                      <p:tavLst>
                                        <p:tav tm="0">
                                          <p:val>
                                            <p:strVal val="#ppt_x"/>
                                          </p:val>
                                        </p:tav>
                                        <p:tav tm="100000">
                                          <p:val>
                                            <p:strVal val="#ppt_x"/>
                                          </p:val>
                                        </p:tav>
                                      </p:tavLst>
                                    </p:anim>
                                    <p:anim calcmode="lin" valueType="num">
                                      <p:cBhvr>
                                        <p:cTn id="552" dur="650" fill="hold"/>
                                        <p:tgtEl>
                                          <p:spTgt spid="55"/>
                                        </p:tgtEl>
                                        <p:attrNameLst>
                                          <p:attrName>ppt_y</p:attrName>
                                        </p:attrNameLst>
                                      </p:cBhvr>
                                      <p:tavLst>
                                        <p:tav tm="0">
                                          <p:val>
                                            <p:strVal val="#ppt_y+.1"/>
                                          </p:val>
                                        </p:tav>
                                        <p:tav tm="100000">
                                          <p:val>
                                            <p:strVal val="#ppt_y"/>
                                          </p:val>
                                        </p:tav>
                                      </p:tavLst>
                                    </p:anim>
                                  </p:childTnLst>
                                </p:cTn>
                              </p:par>
                              <p:par>
                                <p:cTn id="553" presetID="42" presetClass="entr" presetSubtype="0" fill="hold" grpId="0" nodeType="withEffect">
                                  <p:stCondLst>
                                    <p:cond delay="370"/>
                                  </p:stCondLst>
                                  <p:childTnLst>
                                    <p:set>
                                      <p:cBhvr>
                                        <p:cTn id="554" dur="1" fill="hold">
                                          <p:stCondLst>
                                            <p:cond delay="0"/>
                                          </p:stCondLst>
                                        </p:cTn>
                                        <p:tgtEl>
                                          <p:spTgt spid="56"/>
                                        </p:tgtEl>
                                        <p:attrNameLst>
                                          <p:attrName>style.visibility</p:attrName>
                                        </p:attrNameLst>
                                      </p:cBhvr>
                                      <p:to>
                                        <p:strVal val="visible"/>
                                      </p:to>
                                    </p:set>
                                    <p:animEffect transition="in" filter="fade">
                                      <p:cBhvr>
                                        <p:cTn id="555" dur="650"/>
                                        <p:tgtEl>
                                          <p:spTgt spid="56"/>
                                        </p:tgtEl>
                                      </p:cBhvr>
                                    </p:animEffect>
                                    <p:anim calcmode="lin" valueType="num">
                                      <p:cBhvr>
                                        <p:cTn id="556" dur="650" fill="hold"/>
                                        <p:tgtEl>
                                          <p:spTgt spid="56"/>
                                        </p:tgtEl>
                                        <p:attrNameLst>
                                          <p:attrName>ppt_x</p:attrName>
                                        </p:attrNameLst>
                                      </p:cBhvr>
                                      <p:tavLst>
                                        <p:tav tm="0">
                                          <p:val>
                                            <p:strVal val="#ppt_x"/>
                                          </p:val>
                                        </p:tav>
                                        <p:tav tm="100000">
                                          <p:val>
                                            <p:strVal val="#ppt_x"/>
                                          </p:val>
                                        </p:tav>
                                      </p:tavLst>
                                    </p:anim>
                                    <p:anim calcmode="lin" valueType="num">
                                      <p:cBhvr>
                                        <p:cTn id="557" dur="650" fill="hold"/>
                                        <p:tgtEl>
                                          <p:spTgt spid="56"/>
                                        </p:tgtEl>
                                        <p:attrNameLst>
                                          <p:attrName>ppt_y</p:attrName>
                                        </p:attrNameLst>
                                      </p:cBhvr>
                                      <p:tavLst>
                                        <p:tav tm="0">
                                          <p:val>
                                            <p:strVal val="#ppt_y+.1"/>
                                          </p:val>
                                        </p:tav>
                                        <p:tav tm="100000">
                                          <p:val>
                                            <p:strVal val="#ppt_y"/>
                                          </p:val>
                                        </p:tav>
                                      </p:tavLst>
                                    </p:anim>
                                  </p:childTnLst>
                                </p:cTn>
                              </p:par>
                              <p:par>
                                <p:cTn id="558" presetID="42" presetClass="entr" presetSubtype="0" fill="hold" grpId="0" nodeType="withEffect">
                                  <p:stCondLst>
                                    <p:cond delay="370"/>
                                  </p:stCondLst>
                                  <p:childTnLst>
                                    <p:set>
                                      <p:cBhvr>
                                        <p:cTn id="559" dur="1" fill="hold">
                                          <p:stCondLst>
                                            <p:cond delay="0"/>
                                          </p:stCondLst>
                                        </p:cTn>
                                        <p:tgtEl>
                                          <p:spTgt spid="57"/>
                                        </p:tgtEl>
                                        <p:attrNameLst>
                                          <p:attrName>style.visibility</p:attrName>
                                        </p:attrNameLst>
                                      </p:cBhvr>
                                      <p:to>
                                        <p:strVal val="visible"/>
                                      </p:to>
                                    </p:set>
                                    <p:animEffect transition="in" filter="fade">
                                      <p:cBhvr>
                                        <p:cTn id="560" dur="650"/>
                                        <p:tgtEl>
                                          <p:spTgt spid="57"/>
                                        </p:tgtEl>
                                      </p:cBhvr>
                                    </p:animEffect>
                                    <p:anim calcmode="lin" valueType="num">
                                      <p:cBhvr>
                                        <p:cTn id="561" dur="650" fill="hold"/>
                                        <p:tgtEl>
                                          <p:spTgt spid="57"/>
                                        </p:tgtEl>
                                        <p:attrNameLst>
                                          <p:attrName>ppt_x</p:attrName>
                                        </p:attrNameLst>
                                      </p:cBhvr>
                                      <p:tavLst>
                                        <p:tav tm="0">
                                          <p:val>
                                            <p:strVal val="#ppt_x"/>
                                          </p:val>
                                        </p:tav>
                                        <p:tav tm="100000">
                                          <p:val>
                                            <p:strVal val="#ppt_x"/>
                                          </p:val>
                                        </p:tav>
                                      </p:tavLst>
                                    </p:anim>
                                    <p:anim calcmode="lin" valueType="num">
                                      <p:cBhvr>
                                        <p:cTn id="562" dur="650" fill="hold"/>
                                        <p:tgtEl>
                                          <p:spTgt spid="57"/>
                                        </p:tgtEl>
                                        <p:attrNameLst>
                                          <p:attrName>ppt_y</p:attrName>
                                        </p:attrNameLst>
                                      </p:cBhvr>
                                      <p:tavLst>
                                        <p:tav tm="0">
                                          <p:val>
                                            <p:strVal val="#ppt_y+.1"/>
                                          </p:val>
                                        </p:tav>
                                        <p:tav tm="100000">
                                          <p:val>
                                            <p:strVal val="#ppt_y"/>
                                          </p:val>
                                        </p:tav>
                                      </p:tavLst>
                                    </p:anim>
                                  </p:childTnLst>
                                </p:cTn>
                              </p:par>
                              <p:par>
                                <p:cTn id="563" presetID="42" presetClass="entr" presetSubtype="0" fill="hold" grpId="0" nodeType="withEffect">
                                  <p:stCondLst>
                                    <p:cond delay="370"/>
                                  </p:stCondLst>
                                  <p:childTnLst>
                                    <p:set>
                                      <p:cBhvr>
                                        <p:cTn id="564" dur="1" fill="hold">
                                          <p:stCondLst>
                                            <p:cond delay="0"/>
                                          </p:stCondLst>
                                        </p:cTn>
                                        <p:tgtEl>
                                          <p:spTgt spid="58"/>
                                        </p:tgtEl>
                                        <p:attrNameLst>
                                          <p:attrName>style.visibility</p:attrName>
                                        </p:attrNameLst>
                                      </p:cBhvr>
                                      <p:to>
                                        <p:strVal val="visible"/>
                                      </p:to>
                                    </p:set>
                                    <p:animEffect transition="in" filter="fade">
                                      <p:cBhvr>
                                        <p:cTn id="565" dur="650"/>
                                        <p:tgtEl>
                                          <p:spTgt spid="58"/>
                                        </p:tgtEl>
                                      </p:cBhvr>
                                    </p:animEffect>
                                    <p:anim calcmode="lin" valueType="num">
                                      <p:cBhvr>
                                        <p:cTn id="566" dur="650" fill="hold"/>
                                        <p:tgtEl>
                                          <p:spTgt spid="58"/>
                                        </p:tgtEl>
                                        <p:attrNameLst>
                                          <p:attrName>ppt_x</p:attrName>
                                        </p:attrNameLst>
                                      </p:cBhvr>
                                      <p:tavLst>
                                        <p:tav tm="0">
                                          <p:val>
                                            <p:strVal val="#ppt_x"/>
                                          </p:val>
                                        </p:tav>
                                        <p:tav tm="100000">
                                          <p:val>
                                            <p:strVal val="#ppt_x"/>
                                          </p:val>
                                        </p:tav>
                                      </p:tavLst>
                                    </p:anim>
                                    <p:anim calcmode="lin" valueType="num">
                                      <p:cBhvr>
                                        <p:cTn id="567" dur="650" fill="hold"/>
                                        <p:tgtEl>
                                          <p:spTgt spid="58"/>
                                        </p:tgtEl>
                                        <p:attrNameLst>
                                          <p:attrName>ppt_y</p:attrName>
                                        </p:attrNameLst>
                                      </p:cBhvr>
                                      <p:tavLst>
                                        <p:tav tm="0">
                                          <p:val>
                                            <p:strVal val="#ppt_y+.1"/>
                                          </p:val>
                                        </p:tav>
                                        <p:tav tm="100000">
                                          <p:val>
                                            <p:strVal val="#ppt_y"/>
                                          </p:val>
                                        </p:tav>
                                      </p:tavLst>
                                    </p:anim>
                                  </p:childTnLst>
                                </p:cTn>
                              </p:par>
                              <p:par>
                                <p:cTn id="568" presetID="42" presetClass="entr" presetSubtype="0" fill="hold" grpId="0" nodeType="withEffect">
                                  <p:stCondLst>
                                    <p:cond delay="370"/>
                                  </p:stCondLst>
                                  <p:childTnLst>
                                    <p:set>
                                      <p:cBhvr>
                                        <p:cTn id="569" dur="1" fill="hold">
                                          <p:stCondLst>
                                            <p:cond delay="0"/>
                                          </p:stCondLst>
                                        </p:cTn>
                                        <p:tgtEl>
                                          <p:spTgt spid="59"/>
                                        </p:tgtEl>
                                        <p:attrNameLst>
                                          <p:attrName>style.visibility</p:attrName>
                                        </p:attrNameLst>
                                      </p:cBhvr>
                                      <p:to>
                                        <p:strVal val="visible"/>
                                      </p:to>
                                    </p:set>
                                    <p:animEffect transition="in" filter="fade">
                                      <p:cBhvr>
                                        <p:cTn id="570" dur="650"/>
                                        <p:tgtEl>
                                          <p:spTgt spid="59"/>
                                        </p:tgtEl>
                                      </p:cBhvr>
                                    </p:animEffect>
                                    <p:anim calcmode="lin" valueType="num">
                                      <p:cBhvr>
                                        <p:cTn id="571" dur="650" fill="hold"/>
                                        <p:tgtEl>
                                          <p:spTgt spid="59"/>
                                        </p:tgtEl>
                                        <p:attrNameLst>
                                          <p:attrName>ppt_x</p:attrName>
                                        </p:attrNameLst>
                                      </p:cBhvr>
                                      <p:tavLst>
                                        <p:tav tm="0">
                                          <p:val>
                                            <p:strVal val="#ppt_x"/>
                                          </p:val>
                                        </p:tav>
                                        <p:tav tm="100000">
                                          <p:val>
                                            <p:strVal val="#ppt_x"/>
                                          </p:val>
                                        </p:tav>
                                      </p:tavLst>
                                    </p:anim>
                                    <p:anim calcmode="lin" valueType="num">
                                      <p:cBhvr>
                                        <p:cTn id="572" dur="650" fill="hold"/>
                                        <p:tgtEl>
                                          <p:spTgt spid="59"/>
                                        </p:tgtEl>
                                        <p:attrNameLst>
                                          <p:attrName>ppt_y</p:attrName>
                                        </p:attrNameLst>
                                      </p:cBhvr>
                                      <p:tavLst>
                                        <p:tav tm="0">
                                          <p:val>
                                            <p:strVal val="#ppt_y+.1"/>
                                          </p:val>
                                        </p:tav>
                                        <p:tav tm="100000">
                                          <p:val>
                                            <p:strVal val="#ppt_y"/>
                                          </p:val>
                                        </p:tav>
                                      </p:tavLst>
                                    </p:anim>
                                  </p:childTnLst>
                                </p:cTn>
                              </p:par>
                              <p:par>
                                <p:cTn id="573" presetID="42" presetClass="entr" presetSubtype="0" fill="hold" grpId="0" nodeType="withEffect">
                                  <p:stCondLst>
                                    <p:cond delay="370"/>
                                  </p:stCondLst>
                                  <p:childTnLst>
                                    <p:set>
                                      <p:cBhvr>
                                        <p:cTn id="574" dur="1" fill="hold">
                                          <p:stCondLst>
                                            <p:cond delay="0"/>
                                          </p:stCondLst>
                                        </p:cTn>
                                        <p:tgtEl>
                                          <p:spTgt spid="60"/>
                                        </p:tgtEl>
                                        <p:attrNameLst>
                                          <p:attrName>style.visibility</p:attrName>
                                        </p:attrNameLst>
                                      </p:cBhvr>
                                      <p:to>
                                        <p:strVal val="visible"/>
                                      </p:to>
                                    </p:set>
                                    <p:animEffect transition="in" filter="fade">
                                      <p:cBhvr>
                                        <p:cTn id="575" dur="650"/>
                                        <p:tgtEl>
                                          <p:spTgt spid="60"/>
                                        </p:tgtEl>
                                      </p:cBhvr>
                                    </p:animEffect>
                                    <p:anim calcmode="lin" valueType="num">
                                      <p:cBhvr>
                                        <p:cTn id="576" dur="650" fill="hold"/>
                                        <p:tgtEl>
                                          <p:spTgt spid="60"/>
                                        </p:tgtEl>
                                        <p:attrNameLst>
                                          <p:attrName>ppt_x</p:attrName>
                                        </p:attrNameLst>
                                      </p:cBhvr>
                                      <p:tavLst>
                                        <p:tav tm="0">
                                          <p:val>
                                            <p:strVal val="#ppt_x"/>
                                          </p:val>
                                        </p:tav>
                                        <p:tav tm="100000">
                                          <p:val>
                                            <p:strVal val="#ppt_x"/>
                                          </p:val>
                                        </p:tav>
                                      </p:tavLst>
                                    </p:anim>
                                    <p:anim calcmode="lin" valueType="num">
                                      <p:cBhvr>
                                        <p:cTn id="577" dur="650" fill="hold"/>
                                        <p:tgtEl>
                                          <p:spTgt spid="60"/>
                                        </p:tgtEl>
                                        <p:attrNameLst>
                                          <p:attrName>ppt_y</p:attrName>
                                        </p:attrNameLst>
                                      </p:cBhvr>
                                      <p:tavLst>
                                        <p:tav tm="0">
                                          <p:val>
                                            <p:strVal val="#ppt_y+.1"/>
                                          </p:val>
                                        </p:tav>
                                        <p:tav tm="100000">
                                          <p:val>
                                            <p:strVal val="#ppt_y"/>
                                          </p:val>
                                        </p:tav>
                                      </p:tavLst>
                                    </p:anim>
                                  </p:childTnLst>
                                </p:cTn>
                              </p:par>
                              <p:par>
                                <p:cTn id="578" presetID="42" presetClass="entr" presetSubtype="0" fill="hold" grpId="0" nodeType="withEffect">
                                  <p:stCondLst>
                                    <p:cond delay="370"/>
                                  </p:stCondLst>
                                  <p:childTnLst>
                                    <p:set>
                                      <p:cBhvr>
                                        <p:cTn id="579" dur="1" fill="hold">
                                          <p:stCondLst>
                                            <p:cond delay="0"/>
                                          </p:stCondLst>
                                        </p:cTn>
                                        <p:tgtEl>
                                          <p:spTgt spid="61"/>
                                        </p:tgtEl>
                                        <p:attrNameLst>
                                          <p:attrName>style.visibility</p:attrName>
                                        </p:attrNameLst>
                                      </p:cBhvr>
                                      <p:to>
                                        <p:strVal val="visible"/>
                                      </p:to>
                                    </p:set>
                                    <p:animEffect transition="in" filter="fade">
                                      <p:cBhvr>
                                        <p:cTn id="580" dur="650"/>
                                        <p:tgtEl>
                                          <p:spTgt spid="61"/>
                                        </p:tgtEl>
                                      </p:cBhvr>
                                    </p:animEffect>
                                    <p:anim calcmode="lin" valueType="num">
                                      <p:cBhvr>
                                        <p:cTn id="581" dur="650" fill="hold"/>
                                        <p:tgtEl>
                                          <p:spTgt spid="61"/>
                                        </p:tgtEl>
                                        <p:attrNameLst>
                                          <p:attrName>ppt_x</p:attrName>
                                        </p:attrNameLst>
                                      </p:cBhvr>
                                      <p:tavLst>
                                        <p:tav tm="0">
                                          <p:val>
                                            <p:strVal val="#ppt_x"/>
                                          </p:val>
                                        </p:tav>
                                        <p:tav tm="100000">
                                          <p:val>
                                            <p:strVal val="#ppt_x"/>
                                          </p:val>
                                        </p:tav>
                                      </p:tavLst>
                                    </p:anim>
                                    <p:anim calcmode="lin" valueType="num">
                                      <p:cBhvr>
                                        <p:cTn id="582" dur="650" fill="hold"/>
                                        <p:tgtEl>
                                          <p:spTgt spid="61"/>
                                        </p:tgtEl>
                                        <p:attrNameLst>
                                          <p:attrName>ppt_y</p:attrName>
                                        </p:attrNameLst>
                                      </p:cBhvr>
                                      <p:tavLst>
                                        <p:tav tm="0">
                                          <p:val>
                                            <p:strVal val="#ppt_y+.1"/>
                                          </p:val>
                                        </p:tav>
                                        <p:tav tm="100000">
                                          <p:val>
                                            <p:strVal val="#ppt_y"/>
                                          </p:val>
                                        </p:tav>
                                      </p:tavLst>
                                    </p:anim>
                                  </p:childTnLst>
                                </p:cTn>
                              </p:par>
                              <p:par>
                                <p:cTn id="583" presetID="42" presetClass="entr" presetSubtype="0" fill="hold" grpId="0" nodeType="withEffect">
                                  <p:stCondLst>
                                    <p:cond delay="370"/>
                                  </p:stCondLst>
                                  <p:childTnLst>
                                    <p:set>
                                      <p:cBhvr>
                                        <p:cTn id="584" dur="1" fill="hold">
                                          <p:stCondLst>
                                            <p:cond delay="0"/>
                                          </p:stCondLst>
                                        </p:cTn>
                                        <p:tgtEl>
                                          <p:spTgt spid="62"/>
                                        </p:tgtEl>
                                        <p:attrNameLst>
                                          <p:attrName>style.visibility</p:attrName>
                                        </p:attrNameLst>
                                      </p:cBhvr>
                                      <p:to>
                                        <p:strVal val="visible"/>
                                      </p:to>
                                    </p:set>
                                    <p:animEffect transition="in" filter="fade">
                                      <p:cBhvr>
                                        <p:cTn id="585" dur="650"/>
                                        <p:tgtEl>
                                          <p:spTgt spid="62"/>
                                        </p:tgtEl>
                                      </p:cBhvr>
                                    </p:animEffect>
                                    <p:anim calcmode="lin" valueType="num">
                                      <p:cBhvr>
                                        <p:cTn id="586" dur="650" fill="hold"/>
                                        <p:tgtEl>
                                          <p:spTgt spid="62"/>
                                        </p:tgtEl>
                                        <p:attrNameLst>
                                          <p:attrName>ppt_x</p:attrName>
                                        </p:attrNameLst>
                                      </p:cBhvr>
                                      <p:tavLst>
                                        <p:tav tm="0">
                                          <p:val>
                                            <p:strVal val="#ppt_x"/>
                                          </p:val>
                                        </p:tav>
                                        <p:tav tm="100000">
                                          <p:val>
                                            <p:strVal val="#ppt_x"/>
                                          </p:val>
                                        </p:tav>
                                      </p:tavLst>
                                    </p:anim>
                                    <p:anim calcmode="lin" valueType="num">
                                      <p:cBhvr>
                                        <p:cTn id="587" dur="650" fill="hold"/>
                                        <p:tgtEl>
                                          <p:spTgt spid="62"/>
                                        </p:tgtEl>
                                        <p:attrNameLst>
                                          <p:attrName>ppt_y</p:attrName>
                                        </p:attrNameLst>
                                      </p:cBhvr>
                                      <p:tavLst>
                                        <p:tav tm="0">
                                          <p:val>
                                            <p:strVal val="#ppt_y+.1"/>
                                          </p:val>
                                        </p:tav>
                                        <p:tav tm="100000">
                                          <p:val>
                                            <p:strVal val="#ppt_y"/>
                                          </p:val>
                                        </p:tav>
                                      </p:tavLst>
                                    </p:anim>
                                  </p:childTnLst>
                                </p:cTn>
                              </p:par>
                              <p:par>
                                <p:cTn id="588" presetID="42" presetClass="entr" presetSubtype="0" fill="hold" grpId="0" nodeType="withEffect">
                                  <p:stCondLst>
                                    <p:cond delay="370"/>
                                  </p:stCondLst>
                                  <p:childTnLst>
                                    <p:set>
                                      <p:cBhvr>
                                        <p:cTn id="589" dur="1" fill="hold">
                                          <p:stCondLst>
                                            <p:cond delay="0"/>
                                          </p:stCondLst>
                                        </p:cTn>
                                        <p:tgtEl>
                                          <p:spTgt spid="63"/>
                                        </p:tgtEl>
                                        <p:attrNameLst>
                                          <p:attrName>style.visibility</p:attrName>
                                        </p:attrNameLst>
                                      </p:cBhvr>
                                      <p:to>
                                        <p:strVal val="visible"/>
                                      </p:to>
                                    </p:set>
                                    <p:animEffect transition="in" filter="fade">
                                      <p:cBhvr>
                                        <p:cTn id="590" dur="650"/>
                                        <p:tgtEl>
                                          <p:spTgt spid="63"/>
                                        </p:tgtEl>
                                      </p:cBhvr>
                                    </p:animEffect>
                                    <p:anim calcmode="lin" valueType="num">
                                      <p:cBhvr>
                                        <p:cTn id="591" dur="650" fill="hold"/>
                                        <p:tgtEl>
                                          <p:spTgt spid="63"/>
                                        </p:tgtEl>
                                        <p:attrNameLst>
                                          <p:attrName>ppt_x</p:attrName>
                                        </p:attrNameLst>
                                      </p:cBhvr>
                                      <p:tavLst>
                                        <p:tav tm="0">
                                          <p:val>
                                            <p:strVal val="#ppt_x"/>
                                          </p:val>
                                        </p:tav>
                                        <p:tav tm="100000">
                                          <p:val>
                                            <p:strVal val="#ppt_x"/>
                                          </p:val>
                                        </p:tav>
                                      </p:tavLst>
                                    </p:anim>
                                    <p:anim calcmode="lin" valueType="num">
                                      <p:cBhvr>
                                        <p:cTn id="592" dur="650" fill="hold"/>
                                        <p:tgtEl>
                                          <p:spTgt spid="63"/>
                                        </p:tgtEl>
                                        <p:attrNameLst>
                                          <p:attrName>ppt_y</p:attrName>
                                        </p:attrNameLst>
                                      </p:cBhvr>
                                      <p:tavLst>
                                        <p:tav tm="0">
                                          <p:val>
                                            <p:strVal val="#ppt_y+.1"/>
                                          </p:val>
                                        </p:tav>
                                        <p:tav tm="100000">
                                          <p:val>
                                            <p:strVal val="#ppt_y"/>
                                          </p:val>
                                        </p:tav>
                                      </p:tavLst>
                                    </p:anim>
                                  </p:childTnLst>
                                </p:cTn>
                              </p:par>
                              <p:par>
                                <p:cTn id="593" presetID="42" presetClass="entr" presetSubtype="0" fill="hold" grpId="0" nodeType="withEffect">
                                  <p:stCondLst>
                                    <p:cond delay="370"/>
                                  </p:stCondLst>
                                  <p:childTnLst>
                                    <p:set>
                                      <p:cBhvr>
                                        <p:cTn id="594" dur="1" fill="hold">
                                          <p:stCondLst>
                                            <p:cond delay="0"/>
                                          </p:stCondLst>
                                        </p:cTn>
                                        <p:tgtEl>
                                          <p:spTgt spid="64"/>
                                        </p:tgtEl>
                                        <p:attrNameLst>
                                          <p:attrName>style.visibility</p:attrName>
                                        </p:attrNameLst>
                                      </p:cBhvr>
                                      <p:to>
                                        <p:strVal val="visible"/>
                                      </p:to>
                                    </p:set>
                                    <p:animEffect transition="in" filter="fade">
                                      <p:cBhvr>
                                        <p:cTn id="595" dur="650"/>
                                        <p:tgtEl>
                                          <p:spTgt spid="64"/>
                                        </p:tgtEl>
                                      </p:cBhvr>
                                    </p:animEffect>
                                    <p:anim calcmode="lin" valueType="num">
                                      <p:cBhvr>
                                        <p:cTn id="596" dur="650" fill="hold"/>
                                        <p:tgtEl>
                                          <p:spTgt spid="64"/>
                                        </p:tgtEl>
                                        <p:attrNameLst>
                                          <p:attrName>ppt_x</p:attrName>
                                        </p:attrNameLst>
                                      </p:cBhvr>
                                      <p:tavLst>
                                        <p:tav tm="0">
                                          <p:val>
                                            <p:strVal val="#ppt_x"/>
                                          </p:val>
                                        </p:tav>
                                        <p:tav tm="100000">
                                          <p:val>
                                            <p:strVal val="#ppt_x"/>
                                          </p:val>
                                        </p:tav>
                                      </p:tavLst>
                                    </p:anim>
                                    <p:anim calcmode="lin" valueType="num">
                                      <p:cBhvr>
                                        <p:cTn id="597" dur="650" fill="hold"/>
                                        <p:tgtEl>
                                          <p:spTgt spid="64"/>
                                        </p:tgtEl>
                                        <p:attrNameLst>
                                          <p:attrName>ppt_y</p:attrName>
                                        </p:attrNameLst>
                                      </p:cBhvr>
                                      <p:tavLst>
                                        <p:tav tm="0">
                                          <p:val>
                                            <p:strVal val="#ppt_y+.1"/>
                                          </p:val>
                                        </p:tav>
                                        <p:tav tm="100000">
                                          <p:val>
                                            <p:strVal val="#ppt_y"/>
                                          </p:val>
                                        </p:tav>
                                      </p:tavLst>
                                    </p:anim>
                                  </p:childTnLst>
                                </p:cTn>
                              </p:par>
                              <p:par>
                                <p:cTn id="598" presetID="42" presetClass="entr" presetSubtype="0" fill="hold" grpId="0" nodeType="withEffect">
                                  <p:stCondLst>
                                    <p:cond delay="370"/>
                                  </p:stCondLst>
                                  <p:childTnLst>
                                    <p:set>
                                      <p:cBhvr>
                                        <p:cTn id="599" dur="1" fill="hold">
                                          <p:stCondLst>
                                            <p:cond delay="0"/>
                                          </p:stCondLst>
                                        </p:cTn>
                                        <p:tgtEl>
                                          <p:spTgt spid="65"/>
                                        </p:tgtEl>
                                        <p:attrNameLst>
                                          <p:attrName>style.visibility</p:attrName>
                                        </p:attrNameLst>
                                      </p:cBhvr>
                                      <p:to>
                                        <p:strVal val="visible"/>
                                      </p:to>
                                    </p:set>
                                    <p:animEffect transition="in" filter="fade">
                                      <p:cBhvr>
                                        <p:cTn id="600" dur="650"/>
                                        <p:tgtEl>
                                          <p:spTgt spid="65"/>
                                        </p:tgtEl>
                                      </p:cBhvr>
                                    </p:animEffect>
                                    <p:anim calcmode="lin" valueType="num">
                                      <p:cBhvr>
                                        <p:cTn id="601" dur="650" fill="hold"/>
                                        <p:tgtEl>
                                          <p:spTgt spid="65"/>
                                        </p:tgtEl>
                                        <p:attrNameLst>
                                          <p:attrName>ppt_x</p:attrName>
                                        </p:attrNameLst>
                                      </p:cBhvr>
                                      <p:tavLst>
                                        <p:tav tm="0">
                                          <p:val>
                                            <p:strVal val="#ppt_x"/>
                                          </p:val>
                                        </p:tav>
                                        <p:tav tm="100000">
                                          <p:val>
                                            <p:strVal val="#ppt_x"/>
                                          </p:val>
                                        </p:tav>
                                      </p:tavLst>
                                    </p:anim>
                                    <p:anim calcmode="lin" valueType="num">
                                      <p:cBhvr>
                                        <p:cTn id="602" dur="650" fill="hold"/>
                                        <p:tgtEl>
                                          <p:spTgt spid="65"/>
                                        </p:tgtEl>
                                        <p:attrNameLst>
                                          <p:attrName>ppt_y</p:attrName>
                                        </p:attrNameLst>
                                      </p:cBhvr>
                                      <p:tavLst>
                                        <p:tav tm="0">
                                          <p:val>
                                            <p:strVal val="#ppt_y+.1"/>
                                          </p:val>
                                        </p:tav>
                                        <p:tav tm="100000">
                                          <p:val>
                                            <p:strVal val="#ppt_y"/>
                                          </p:val>
                                        </p:tav>
                                      </p:tavLst>
                                    </p:anim>
                                  </p:childTnLst>
                                </p:cTn>
                              </p:par>
                              <p:par>
                                <p:cTn id="603" presetID="42" presetClass="entr" presetSubtype="0" fill="hold" grpId="0" nodeType="withEffect">
                                  <p:stCondLst>
                                    <p:cond delay="370"/>
                                  </p:stCondLst>
                                  <p:childTnLst>
                                    <p:set>
                                      <p:cBhvr>
                                        <p:cTn id="604" dur="1" fill="hold">
                                          <p:stCondLst>
                                            <p:cond delay="0"/>
                                          </p:stCondLst>
                                        </p:cTn>
                                        <p:tgtEl>
                                          <p:spTgt spid="66"/>
                                        </p:tgtEl>
                                        <p:attrNameLst>
                                          <p:attrName>style.visibility</p:attrName>
                                        </p:attrNameLst>
                                      </p:cBhvr>
                                      <p:to>
                                        <p:strVal val="visible"/>
                                      </p:to>
                                    </p:set>
                                    <p:animEffect transition="in" filter="fade">
                                      <p:cBhvr>
                                        <p:cTn id="605" dur="650"/>
                                        <p:tgtEl>
                                          <p:spTgt spid="66"/>
                                        </p:tgtEl>
                                      </p:cBhvr>
                                    </p:animEffect>
                                    <p:anim calcmode="lin" valueType="num">
                                      <p:cBhvr>
                                        <p:cTn id="606" dur="650" fill="hold"/>
                                        <p:tgtEl>
                                          <p:spTgt spid="66"/>
                                        </p:tgtEl>
                                        <p:attrNameLst>
                                          <p:attrName>ppt_x</p:attrName>
                                        </p:attrNameLst>
                                      </p:cBhvr>
                                      <p:tavLst>
                                        <p:tav tm="0">
                                          <p:val>
                                            <p:strVal val="#ppt_x"/>
                                          </p:val>
                                        </p:tav>
                                        <p:tav tm="100000">
                                          <p:val>
                                            <p:strVal val="#ppt_x"/>
                                          </p:val>
                                        </p:tav>
                                      </p:tavLst>
                                    </p:anim>
                                    <p:anim calcmode="lin" valueType="num">
                                      <p:cBhvr>
                                        <p:cTn id="607" dur="650" fill="hold"/>
                                        <p:tgtEl>
                                          <p:spTgt spid="66"/>
                                        </p:tgtEl>
                                        <p:attrNameLst>
                                          <p:attrName>ppt_y</p:attrName>
                                        </p:attrNameLst>
                                      </p:cBhvr>
                                      <p:tavLst>
                                        <p:tav tm="0">
                                          <p:val>
                                            <p:strVal val="#ppt_y+.1"/>
                                          </p:val>
                                        </p:tav>
                                        <p:tav tm="100000">
                                          <p:val>
                                            <p:strVal val="#ppt_y"/>
                                          </p:val>
                                        </p:tav>
                                      </p:tavLst>
                                    </p:anim>
                                  </p:childTnLst>
                                </p:cTn>
                              </p:par>
                              <p:par>
                                <p:cTn id="608" presetID="42" presetClass="entr" presetSubtype="0" fill="hold" grpId="0" nodeType="withEffect">
                                  <p:stCondLst>
                                    <p:cond delay="370"/>
                                  </p:stCondLst>
                                  <p:childTnLst>
                                    <p:set>
                                      <p:cBhvr>
                                        <p:cTn id="609" dur="1" fill="hold">
                                          <p:stCondLst>
                                            <p:cond delay="0"/>
                                          </p:stCondLst>
                                        </p:cTn>
                                        <p:tgtEl>
                                          <p:spTgt spid="67"/>
                                        </p:tgtEl>
                                        <p:attrNameLst>
                                          <p:attrName>style.visibility</p:attrName>
                                        </p:attrNameLst>
                                      </p:cBhvr>
                                      <p:to>
                                        <p:strVal val="visible"/>
                                      </p:to>
                                    </p:set>
                                    <p:animEffect transition="in" filter="fade">
                                      <p:cBhvr>
                                        <p:cTn id="610" dur="650"/>
                                        <p:tgtEl>
                                          <p:spTgt spid="67"/>
                                        </p:tgtEl>
                                      </p:cBhvr>
                                    </p:animEffect>
                                    <p:anim calcmode="lin" valueType="num">
                                      <p:cBhvr>
                                        <p:cTn id="611" dur="650" fill="hold"/>
                                        <p:tgtEl>
                                          <p:spTgt spid="67"/>
                                        </p:tgtEl>
                                        <p:attrNameLst>
                                          <p:attrName>ppt_x</p:attrName>
                                        </p:attrNameLst>
                                      </p:cBhvr>
                                      <p:tavLst>
                                        <p:tav tm="0">
                                          <p:val>
                                            <p:strVal val="#ppt_x"/>
                                          </p:val>
                                        </p:tav>
                                        <p:tav tm="100000">
                                          <p:val>
                                            <p:strVal val="#ppt_x"/>
                                          </p:val>
                                        </p:tav>
                                      </p:tavLst>
                                    </p:anim>
                                    <p:anim calcmode="lin" valueType="num">
                                      <p:cBhvr>
                                        <p:cTn id="612" dur="650" fill="hold"/>
                                        <p:tgtEl>
                                          <p:spTgt spid="67"/>
                                        </p:tgtEl>
                                        <p:attrNameLst>
                                          <p:attrName>ppt_y</p:attrName>
                                        </p:attrNameLst>
                                      </p:cBhvr>
                                      <p:tavLst>
                                        <p:tav tm="0">
                                          <p:val>
                                            <p:strVal val="#ppt_y+.1"/>
                                          </p:val>
                                        </p:tav>
                                        <p:tav tm="100000">
                                          <p:val>
                                            <p:strVal val="#ppt_y"/>
                                          </p:val>
                                        </p:tav>
                                      </p:tavLst>
                                    </p:anim>
                                  </p:childTnLst>
                                </p:cTn>
                              </p:par>
                              <p:par>
                                <p:cTn id="613" presetID="42" presetClass="entr" presetSubtype="0" fill="hold" grpId="0" nodeType="withEffect">
                                  <p:stCondLst>
                                    <p:cond delay="370"/>
                                  </p:stCondLst>
                                  <p:childTnLst>
                                    <p:set>
                                      <p:cBhvr>
                                        <p:cTn id="614" dur="1" fill="hold">
                                          <p:stCondLst>
                                            <p:cond delay="0"/>
                                          </p:stCondLst>
                                        </p:cTn>
                                        <p:tgtEl>
                                          <p:spTgt spid="68"/>
                                        </p:tgtEl>
                                        <p:attrNameLst>
                                          <p:attrName>style.visibility</p:attrName>
                                        </p:attrNameLst>
                                      </p:cBhvr>
                                      <p:to>
                                        <p:strVal val="visible"/>
                                      </p:to>
                                    </p:set>
                                    <p:animEffect transition="in" filter="fade">
                                      <p:cBhvr>
                                        <p:cTn id="615" dur="650"/>
                                        <p:tgtEl>
                                          <p:spTgt spid="68"/>
                                        </p:tgtEl>
                                      </p:cBhvr>
                                    </p:animEffect>
                                    <p:anim calcmode="lin" valueType="num">
                                      <p:cBhvr>
                                        <p:cTn id="616" dur="650" fill="hold"/>
                                        <p:tgtEl>
                                          <p:spTgt spid="68"/>
                                        </p:tgtEl>
                                        <p:attrNameLst>
                                          <p:attrName>ppt_x</p:attrName>
                                        </p:attrNameLst>
                                      </p:cBhvr>
                                      <p:tavLst>
                                        <p:tav tm="0">
                                          <p:val>
                                            <p:strVal val="#ppt_x"/>
                                          </p:val>
                                        </p:tav>
                                        <p:tav tm="100000">
                                          <p:val>
                                            <p:strVal val="#ppt_x"/>
                                          </p:val>
                                        </p:tav>
                                      </p:tavLst>
                                    </p:anim>
                                    <p:anim calcmode="lin" valueType="num">
                                      <p:cBhvr>
                                        <p:cTn id="617" dur="650" fill="hold"/>
                                        <p:tgtEl>
                                          <p:spTgt spid="68"/>
                                        </p:tgtEl>
                                        <p:attrNameLst>
                                          <p:attrName>ppt_y</p:attrName>
                                        </p:attrNameLst>
                                      </p:cBhvr>
                                      <p:tavLst>
                                        <p:tav tm="0">
                                          <p:val>
                                            <p:strVal val="#ppt_y+.1"/>
                                          </p:val>
                                        </p:tav>
                                        <p:tav tm="100000">
                                          <p:val>
                                            <p:strVal val="#ppt_y"/>
                                          </p:val>
                                        </p:tav>
                                      </p:tavLst>
                                    </p:anim>
                                  </p:childTnLst>
                                </p:cTn>
                              </p:par>
                              <p:par>
                                <p:cTn id="618" presetID="42" presetClass="entr" presetSubtype="0" fill="hold" grpId="0" nodeType="withEffect">
                                  <p:stCondLst>
                                    <p:cond delay="370"/>
                                  </p:stCondLst>
                                  <p:childTnLst>
                                    <p:set>
                                      <p:cBhvr>
                                        <p:cTn id="619" dur="1" fill="hold">
                                          <p:stCondLst>
                                            <p:cond delay="0"/>
                                          </p:stCondLst>
                                        </p:cTn>
                                        <p:tgtEl>
                                          <p:spTgt spid="69"/>
                                        </p:tgtEl>
                                        <p:attrNameLst>
                                          <p:attrName>style.visibility</p:attrName>
                                        </p:attrNameLst>
                                      </p:cBhvr>
                                      <p:to>
                                        <p:strVal val="visible"/>
                                      </p:to>
                                    </p:set>
                                    <p:animEffect transition="in" filter="fade">
                                      <p:cBhvr>
                                        <p:cTn id="620" dur="650"/>
                                        <p:tgtEl>
                                          <p:spTgt spid="69"/>
                                        </p:tgtEl>
                                      </p:cBhvr>
                                    </p:animEffect>
                                    <p:anim calcmode="lin" valueType="num">
                                      <p:cBhvr>
                                        <p:cTn id="621" dur="650" fill="hold"/>
                                        <p:tgtEl>
                                          <p:spTgt spid="69"/>
                                        </p:tgtEl>
                                        <p:attrNameLst>
                                          <p:attrName>ppt_x</p:attrName>
                                        </p:attrNameLst>
                                      </p:cBhvr>
                                      <p:tavLst>
                                        <p:tav tm="0">
                                          <p:val>
                                            <p:strVal val="#ppt_x"/>
                                          </p:val>
                                        </p:tav>
                                        <p:tav tm="100000">
                                          <p:val>
                                            <p:strVal val="#ppt_x"/>
                                          </p:val>
                                        </p:tav>
                                      </p:tavLst>
                                    </p:anim>
                                    <p:anim calcmode="lin" valueType="num">
                                      <p:cBhvr>
                                        <p:cTn id="622" dur="650" fill="hold"/>
                                        <p:tgtEl>
                                          <p:spTgt spid="69"/>
                                        </p:tgtEl>
                                        <p:attrNameLst>
                                          <p:attrName>ppt_y</p:attrName>
                                        </p:attrNameLst>
                                      </p:cBhvr>
                                      <p:tavLst>
                                        <p:tav tm="0">
                                          <p:val>
                                            <p:strVal val="#ppt_y+.1"/>
                                          </p:val>
                                        </p:tav>
                                        <p:tav tm="100000">
                                          <p:val>
                                            <p:strVal val="#ppt_y"/>
                                          </p:val>
                                        </p:tav>
                                      </p:tavLst>
                                    </p:anim>
                                  </p:childTnLst>
                                </p:cTn>
                              </p:par>
                              <p:par>
                                <p:cTn id="623" presetID="42" presetClass="entr" presetSubtype="0" fill="hold" grpId="0" nodeType="withEffect">
                                  <p:stCondLst>
                                    <p:cond delay="370"/>
                                  </p:stCondLst>
                                  <p:childTnLst>
                                    <p:set>
                                      <p:cBhvr>
                                        <p:cTn id="624" dur="1" fill="hold">
                                          <p:stCondLst>
                                            <p:cond delay="0"/>
                                          </p:stCondLst>
                                        </p:cTn>
                                        <p:tgtEl>
                                          <p:spTgt spid="70"/>
                                        </p:tgtEl>
                                        <p:attrNameLst>
                                          <p:attrName>style.visibility</p:attrName>
                                        </p:attrNameLst>
                                      </p:cBhvr>
                                      <p:to>
                                        <p:strVal val="visible"/>
                                      </p:to>
                                    </p:set>
                                    <p:animEffect transition="in" filter="fade">
                                      <p:cBhvr>
                                        <p:cTn id="625" dur="650"/>
                                        <p:tgtEl>
                                          <p:spTgt spid="70"/>
                                        </p:tgtEl>
                                      </p:cBhvr>
                                    </p:animEffect>
                                    <p:anim calcmode="lin" valueType="num">
                                      <p:cBhvr>
                                        <p:cTn id="626" dur="650" fill="hold"/>
                                        <p:tgtEl>
                                          <p:spTgt spid="70"/>
                                        </p:tgtEl>
                                        <p:attrNameLst>
                                          <p:attrName>ppt_x</p:attrName>
                                        </p:attrNameLst>
                                      </p:cBhvr>
                                      <p:tavLst>
                                        <p:tav tm="0">
                                          <p:val>
                                            <p:strVal val="#ppt_x"/>
                                          </p:val>
                                        </p:tav>
                                        <p:tav tm="100000">
                                          <p:val>
                                            <p:strVal val="#ppt_x"/>
                                          </p:val>
                                        </p:tav>
                                      </p:tavLst>
                                    </p:anim>
                                    <p:anim calcmode="lin" valueType="num">
                                      <p:cBhvr>
                                        <p:cTn id="627" dur="650" fill="hold"/>
                                        <p:tgtEl>
                                          <p:spTgt spid="70"/>
                                        </p:tgtEl>
                                        <p:attrNameLst>
                                          <p:attrName>ppt_y</p:attrName>
                                        </p:attrNameLst>
                                      </p:cBhvr>
                                      <p:tavLst>
                                        <p:tav tm="0">
                                          <p:val>
                                            <p:strVal val="#ppt_y+.1"/>
                                          </p:val>
                                        </p:tav>
                                        <p:tav tm="100000">
                                          <p:val>
                                            <p:strVal val="#ppt_y"/>
                                          </p:val>
                                        </p:tav>
                                      </p:tavLst>
                                    </p:anim>
                                  </p:childTnLst>
                                </p:cTn>
                              </p:par>
                              <p:par>
                                <p:cTn id="628" presetID="42" presetClass="entr" presetSubtype="0" fill="hold" grpId="0" nodeType="withEffect">
                                  <p:stCondLst>
                                    <p:cond delay="370"/>
                                  </p:stCondLst>
                                  <p:childTnLst>
                                    <p:set>
                                      <p:cBhvr>
                                        <p:cTn id="629" dur="1" fill="hold">
                                          <p:stCondLst>
                                            <p:cond delay="0"/>
                                          </p:stCondLst>
                                        </p:cTn>
                                        <p:tgtEl>
                                          <p:spTgt spid="71"/>
                                        </p:tgtEl>
                                        <p:attrNameLst>
                                          <p:attrName>style.visibility</p:attrName>
                                        </p:attrNameLst>
                                      </p:cBhvr>
                                      <p:to>
                                        <p:strVal val="visible"/>
                                      </p:to>
                                    </p:set>
                                    <p:animEffect transition="in" filter="fade">
                                      <p:cBhvr>
                                        <p:cTn id="630" dur="650"/>
                                        <p:tgtEl>
                                          <p:spTgt spid="71"/>
                                        </p:tgtEl>
                                      </p:cBhvr>
                                    </p:animEffect>
                                    <p:anim calcmode="lin" valueType="num">
                                      <p:cBhvr>
                                        <p:cTn id="631" dur="650" fill="hold"/>
                                        <p:tgtEl>
                                          <p:spTgt spid="71"/>
                                        </p:tgtEl>
                                        <p:attrNameLst>
                                          <p:attrName>ppt_x</p:attrName>
                                        </p:attrNameLst>
                                      </p:cBhvr>
                                      <p:tavLst>
                                        <p:tav tm="0">
                                          <p:val>
                                            <p:strVal val="#ppt_x"/>
                                          </p:val>
                                        </p:tav>
                                        <p:tav tm="100000">
                                          <p:val>
                                            <p:strVal val="#ppt_x"/>
                                          </p:val>
                                        </p:tav>
                                      </p:tavLst>
                                    </p:anim>
                                    <p:anim calcmode="lin" valueType="num">
                                      <p:cBhvr>
                                        <p:cTn id="632" dur="650" fill="hold"/>
                                        <p:tgtEl>
                                          <p:spTgt spid="71"/>
                                        </p:tgtEl>
                                        <p:attrNameLst>
                                          <p:attrName>ppt_y</p:attrName>
                                        </p:attrNameLst>
                                      </p:cBhvr>
                                      <p:tavLst>
                                        <p:tav tm="0">
                                          <p:val>
                                            <p:strVal val="#ppt_y+.1"/>
                                          </p:val>
                                        </p:tav>
                                        <p:tav tm="100000">
                                          <p:val>
                                            <p:strVal val="#ppt_y"/>
                                          </p:val>
                                        </p:tav>
                                      </p:tavLst>
                                    </p:anim>
                                  </p:childTnLst>
                                </p:cTn>
                              </p:par>
                              <p:par>
                                <p:cTn id="633" presetID="42" presetClass="entr" presetSubtype="0" fill="hold" grpId="0" nodeType="withEffect">
                                  <p:stCondLst>
                                    <p:cond delay="370"/>
                                  </p:stCondLst>
                                  <p:childTnLst>
                                    <p:set>
                                      <p:cBhvr>
                                        <p:cTn id="634" dur="1" fill="hold">
                                          <p:stCondLst>
                                            <p:cond delay="0"/>
                                          </p:stCondLst>
                                        </p:cTn>
                                        <p:tgtEl>
                                          <p:spTgt spid="72"/>
                                        </p:tgtEl>
                                        <p:attrNameLst>
                                          <p:attrName>style.visibility</p:attrName>
                                        </p:attrNameLst>
                                      </p:cBhvr>
                                      <p:to>
                                        <p:strVal val="visible"/>
                                      </p:to>
                                    </p:set>
                                    <p:animEffect transition="in" filter="fade">
                                      <p:cBhvr>
                                        <p:cTn id="635" dur="650"/>
                                        <p:tgtEl>
                                          <p:spTgt spid="72"/>
                                        </p:tgtEl>
                                      </p:cBhvr>
                                    </p:animEffect>
                                    <p:anim calcmode="lin" valueType="num">
                                      <p:cBhvr>
                                        <p:cTn id="636" dur="650" fill="hold"/>
                                        <p:tgtEl>
                                          <p:spTgt spid="72"/>
                                        </p:tgtEl>
                                        <p:attrNameLst>
                                          <p:attrName>ppt_x</p:attrName>
                                        </p:attrNameLst>
                                      </p:cBhvr>
                                      <p:tavLst>
                                        <p:tav tm="0">
                                          <p:val>
                                            <p:strVal val="#ppt_x"/>
                                          </p:val>
                                        </p:tav>
                                        <p:tav tm="100000">
                                          <p:val>
                                            <p:strVal val="#ppt_x"/>
                                          </p:val>
                                        </p:tav>
                                      </p:tavLst>
                                    </p:anim>
                                    <p:anim calcmode="lin" valueType="num">
                                      <p:cBhvr>
                                        <p:cTn id="637" dur="650" fill="hold"/>
                                        <p:tgtEl>
                                          <p:spTgt spid="72"/>
                                        </p:tgtEl>
                                        <p:attrNameLst>
                                          <p:attrName>ppt_y</p:attrName>
                                        </p:attrNameLst>
                                      </p:cBhvr>
                                      <p:tavLst>
                                        <p:tav tm="0">
                                          <p:val>
                                            <p:strVal val="#ppt_y+.1"/>
                                          </p:val>
                                        </p:tav>
                                        <p:tav tm="100000">
                                          <p:val>
                                            <p:strVal val="#ppt_y"/>
                                          </p:val>
                                        </p:tav>
                                      </p:tavLst>
                                    </p:anim>
                                  </p:childTnLst>
                                </p:cTn>
                              </p:par>
                              <p:par>
                                <p:cTn id="638" presetID="42" presetClass="entr" presetSubtype="0" fill="hold" grpId="0" nodeType="withEffect">
                                  <p:stCondLst>
                                    <p:cond delay="370"/>
                                  </p:stCondLst>
                                  <p:childTnLst>
                                    <p:set>
                                      <p:cBhvr>
                                        <p:cTn id="639" dur="1" fill="hold">
                                          <p:stCondLst>
                                            <p:cond delay="0"/>
                                          </p:stCondLst>
                                        </p:cTn>
                                        <p:tgtEl>
                                          <p:spTgt spid="73"/>
                                        </p:tgtEl>
                                        <p:attrNameLst>
                                          <p:attrName>style.visibility</p:attrName>
                                        </p:attrNameLst>
                                      </p:cBhvr>
                                      <p:to>
                                        <p:strVal val="visible"/>
                                      </p:to>
                                    </p:set>
                                    <p:animEffect transition="in" filter="fade">
                                      <p:cBhvr>
                                        <p:cTn id="640" dur="650"/>
                                        <p:tgtEl>
                                          <p:spTgt spid="73"/>
                                        </p:tgtEl>
                                      </p:cBhvr>
                                    </p:animEffect>
                                    <p:anim calcmode="lin" valueType="num">
                                      <p:cBhvr>
                                        <p:cTn id="641" dur="650" fill="hold"/>
                                        <p:tgtEl>
                                          <p:spTgt spid="73"/>
                                        </p:tgtEl>
                                        <p:attrNameLst>
                                          <p:attrName>ppt_x</p:attrName>
                                        </p:attrNameLst>
                                      </p:cBhvr>
                                      <p:tavLst>
                                        <p:tav tm="0">
                                          <p:val>
                                            <p:strVal val="#ppt_x"/>
                                          </p:val>
                                        </p:tav>
                                        <p:tav tm="100000">
                                          <p:val>
                                            <p:strVal val="#ppt_x"/>
                                          </p:val>
                                        </p:tav>
                                      </p:tavLst>
                                    </p:anim>
                                    <p:anim calcmode="lin" valueType="num">
                                      <p:cBhvr>
                                        <p:cTn id="642" dur="650" fill="hold"/>
                                        <p:tgtEl>
                                          <p:spTgt spid="73"/>
                                        </p:tgtEl>
                                        <p:attrNameLst>
                                          <p:attrName>ppt_y</p:attrName>
                                        </p:attrNameLst>
                                      </p:cBhvr>
                                      <p:tavLst>
                                        <p:tav tm="0">
                                          <p:val>
                                            <p:strVal val="#ppt_y+.1"/>
                                          </p:val>
                                        </p:tav>
                                        <p:tav tm="100000">
                                          <p:val>
                                            <p:strVal val="#ppt_y"/>
                                          </p:val>
                                        </p:tav>
                                      </p:tavLst>
                                    </p:anim>
                                  </p:childTnLst>
                                </p:cTn>
                              </p:par>
                              <p:par>
                                <p:cTn id="643" presetID="42" presetClass="entr" presetSubtype="0" fill="hold" grpId="0" nodeType="withEffect">
                                  <p:stCondLst>
                                    <p:cond delay="370"/>
                                  </p:stCondLst>
                                  <p:childTnLst>
                                    <p:set>
                                      <p:cBhvr>
                                        <p:cTn id="644" dur="1" fill="hold">
                                          <p:stCondLst>
                                            <p:cond delay="0"/>
                                          </p:stCondLst>
                                        </p:cTn>
                                        <p:tgtEl>
                                          <p:spTgt spid="74"/>
                                        </p:tgtEl>
                                        <p:attrNameLst>
                                          <p:attrName>style.visibility</p:attrName>
                                        </p:attrNameLst>
                                      </p:cBhvr>
                                      <p:to>
                                        <p:strVal val="visible"/>
                                      </p:to>
                                    </p:set>
                                    <p:animEffect transition="in" filter="fade">
                                      <p:cBhvr>
                                        <p:cTn id="645" dur="650"/>
                                        <p:tgtEl>
                                          <p:spTgt spid="74"/>
                                        </p:tgtEl>
                                      </p:cBhvr>
                                    </p:animEffect>
                                    <p:anim calcmode="lin" valueType="num">
                                      <p:cBhvr>
                                        <p:cTn id="646" dur="650" fill="hold"/>
                                        <p:tgtEl>
                                          <p:spTgt spid="74"/>
                                        </p:tgtEl>
                                        <p:attrNameLst>
                                          <p:attrName>ppt_x</p:attrName>
                                        </p:attrNameLst>
                                      </p:cBhvr>
                                      <p:tavLst>
                                        <p:tav tm="0">
                                          <p:val>
                                            <p:strVal val="#ppt_x"/>
                                          </p:val>
                                        </p:tav>
                                        <p:tav tm="100000">
                                          <p:val>
                                            <p:strVal val="#ppt_x"/>
                                          </p:val>
                                        </p:tav>
                                      </p:tavLst>
                                    </p:anim>
                                    <p:anim calcmode="lin" valueType="num">
                                      <p:cBhvr>
                                        <p:cTn id="647" dur="650" fill="hold"/>
                                        <p:tgtEl>
                                          <p:spTgt spid="74"/>
                                        </p:tgtEl>
                                        <p:attrNameLst>
                                          <p:attrName>ppt_y</p:attrName>
                                        </p:attrNameLst>
                                      </p:cBhvr>
                                      <p:tavLst>
                                        <p:tav tm="0">
                                          <p:val>
                                            <p:strVal val="#ppt_y+.1"/>
                                          </p:val>
                                        </p:tav>
                                        <p:tav tm="100000">
                                          <p:val>
                                            <p:strVal val="#ppt_y"/>
                                          </p:val>
                                        </p:tav>
                                      </p:tavLst>
                                    </p:anim>
                                  </p:childTnLst>
                                </p:cTn>
                              </p:par>
                              <p:par>
                                <p:cTn id="648" presetID="42" presetClass="entr" presetSubtype="0" fill="hold" grpId="0" nodeType="withEffect">
                                  <p:stCondLst>
                                    <p:cond delay="370"/>
                                  </p:stCondLst>
                                  <p:childTnLst>
                                    <p:set>
                                      <p:cBhvr>
                                        <p:cTn id="649" dur="1" fill="hold">
                                          <p:stCondLst>
                                            <p:cond delay="0"/>
                                          </p:stCondLst>
                                        </p:cTn>
                                        <p:tgtEl>
                                          <p:spTgt spid="75"/>
                                        </p:tgtEl>
                                        <p:attrNameLst>
                                          <p:attrName>style.visibility</p:attrName>
                                        </p:attrNameLst>
                                      </p:cBhvr>
                                      <p:to>
                                        <p:strVal val="visible"/>
                                      </p:to>
                                    </p:set>
                                    <p:animEffect transition="in" filter="fade">
                                      <p:cBhvr>
                                        <p:cTn id="650" dur="650"/>
                                        <p:tgtEl>
                                          <p:spTgt spid="75"/>
                                        </p:tgtEl>
                                      </p:cBhvr>
                                    </p:animEffect>
                                    <p:anim calcmode="lin" valueType="num">
                                      <p:cBhvr>
                                        <p:cTn id="651" dur="650" fill="hold"/>
                                        <p:tgtEl>
                                          <p:spTgt spid="75"/>
                                        </p:tgtEl>
                                        <p:attrNameLst>
                                          <p:attrName>ppt_x</p:attrName>
                                        </p:attrNameLst>
                                      </p:cBhvr>
                                      <p:tavLst>
                                        <p:tav tm="0">
                                          <p:val>
                                            <p:strVal val="#ppt_x"/>
                                          </p:val>
                                        </p:tav>
                                        <p:tav tm="100000">
                                          <p:val>
                                            <p:strVal val="#ppt_x"/>
                                          </p:val>
                                        </p:tav>
                                      </p:tavLst>
                                    </p:anim>
                                    <p:anim calcmode="lin" valueType="num">
                                      <p:cBhvr>
                                        <p:cTn id="652" dur="650" fill="hold"/>
                                        <p:tgtEl>
                                          <p:spTgt spid="75"/>
                                        </p:tgtEl>
                                        <p:attrNameLst>
                                          <p:attrName>ppt_y</p:attrName>
                                        </p:attrNameLst>
                                      </p:cBhvr>
                                      <p:tavLst>
                                        <p:tav tm="0">
                                          <p:val>
                                            <p:strVal val="#ppt_y+.1"/>
                                          </p:val>
                                        </p:tav>
                                        <p:tav tm="100000">
                                          <p:val>
                                            <p:strVal val="#ppt_y"/>
                                          </p:val>
                                        </p:tav>
                                      </p:tavLst>
                                    </p:anim>
                                  </p:childTnLst>
                                </p:cTn>
                              </p:par>
                              <p:par>
                                <p:cTn id="653" presetID="42" presetClass="entr" presetSubtype="0" fill="hold" grpId="0" nodeType="withEffect">
                                  <p:stCondLst>
                                    <p:cond delay="370"/>
                                  </p:stCondLst>
                                  <p:childTnLst>
                                    <p:set>
                                      <p:cBhvr>
                                        <p:cTn id="654" dur="1" fill="hold">
                                          <p:stCondLst>
                                            <p:cond delay="0"/>
                                          </p:stCondLst>
                                        </p:cTn>
                                        <p:tgtEl>
                                          <p:spTgt spid="76"/>
                                        </p:tgtEl>
                                        <p:attrNameLst>
                                          <p:attrName>style.visibility</p:attrName>
                                        </p:attrNameLst>
                                      </p:cBhvr>
                                      <p:to>
                                        <p:strVal val="visible"/>
                                      </p:to>
                                    </p:set>
                                    <p:animEffect transition="in" filter="fade">
                                      <p:cBhvr>
                                        <p:cTn id="655" dur="650"/>
                                        <p:tgtEl>
                                          <p:spTgt spid="76"/>
                                        </p:tgtEl>
                                      </p:cBhvr>
                                    </p:animEffect>
                                    <p:anim calcmode="lin" valueType="num">
                                      <p:cBhvr>
                                        <p:cTn id="656" dur="650" fill="hold"/>
                                        <p:tgtEl>
                                          <p:spTgt spid="76"/>
                                        </p:tgtEl>
                                        <p:attrNameLst>
                                          <p:attrName>ppt_x</p:attrName>
                                        </p:attrNameLst>
                                      </p:cBhvr>
                                      <p:tavLst>
                                        <p:tav tm="0">
                                          <p:val>
                                            <p:strVal val="#ppt_x"/>
                                          </p:val>
                                        </p:tav>
                                        <p:tav tm="100000">
                                          <p:val>
                                            <p:strVal val="#ppt_x"/>
                                          </p:val>
                                        </p:tav>
                                      </p:tavLst>
                                    </p:anim>
                                    <p:anim calcmode="lin" valueType="num">
                                      <p:cBhvr>
                                        <p:cTn id="657" dur="650" fill="hold"/>
                                        <p:tgtEl>
                                          <p:spTgt spid="76"/>
                                        </p:tgtEl>
                                        <p:attrNameLst>
                                          <p:attrName>ppt_y</p:attrName>
                                        </p:attrNameLst>
                                      </p:cBhvr>
                                      <p:tavLst>
                                        <p:tav tm="0">
                                          <p:val>
                                            <p:strVal val="#ppt_y+.1"/>
                                          </p:val>
                                        </p:tav>
                                        <p:tav tm="100000">
                                          <p:val>
                                            <p:strVal val="#ppt_y"/>
                                          </p:val>
                                        </p:tav>
                                      </p:tavLst>
                                    </p:anim>
                                  </p:childTnLst>
                                </p:cTn>
                              </p:par>
                              <p:par>
                                <p:cTn id="658" presetID="42" presetClass="entr" presetSubtype="0" fill="hold" grpId="0" nodeType="withEffect">
                                  <p:stCondLst>
                                    <p:cond delay="370"/>
                                  </p:stCondLst>
                                  <p:childTnLst>
                                    <p:set>
                                      <p:cBhvr>
                                        <p:cTn id="659" dur="1" fill="hold">
                                          <p:stCondLst>
                                            <p:cond delay="0"/>
                                          </p:stCondLst>
                                        </p:cTn>
                                        <p:tgtEl>
                                          <p:spTgt spid="77"/>
                                        </p:tgtEl>
                                        <p:attrNameLst>
                                          <p:attrName>style.visibility</p:attrName>
                                        </p:attrNameLst>
                                      </p:cBhvr>
                                      <p:to>
                                        <p:strVal val="visible"/>
                                      </p:to>
                                    </p:set>
                                    <p:animEffect transition="in" filter="fade">
                                      <p:cBhvr>
                                        <p:cTn id="660" dur="650"/>
                                        <p:tgtEl>
                                          <p:spTgt spid="77"/>
                                        </p:tgtEl>
                                      </p:cBhvr>
                                    </p:animEffect>
                                    <p:anim calcmode="lin" valueType="num">
                                      <p:cBhvr>
                                        <p:cTn id="661" dur="650" fill="hold"/>
                                        <p:tgtEl>
                                          <p:spTgt spid="77"/>
                                        </p:tgtEl>
                                        <p:attrNameLst>
                                          <p:attrName>ppt_x</p:attrName>
                                        </p:attrNameLst>
                                      </p:cBhvr>
                                      <p:tavLst>
                                        <p:tav tm="0">
                                          <p:val>
                                            <p:strVal val="#ppt_x"/>
                                          </p:val>
                                        </p:tav>
                                        <p:tav tm="100000">
                                          <p:val>
                                            <p:strVal val="#ppt_x"/>
                                          </p:val>
                                        </p:tav>
                                      </p:tavLst>
                                    </p:anim>
                                    <p:anim calcmode="lin" valueType="num">
                                      <p:cBhvr>
                                        <p:cTn id="662" dur="650" fill="hold"/>
                                        <p:tgtEl>
                                          <p:spTgt spid="77"/>
                                        </p:tgtEl>
                                        <p:attrNameLst>
                                          <p:attrName>ppt_y</p:attrName>
                                        </p:attrNameLst>
                                      </p:cBhvr>
                                      <p:tavLst>
                                        <p:tav tm="0">
                                          <p:val>
                                            <p:strVal val="#ppt_y+.1"/>
                                          </p:val>
                                        </p:tav>
                                        <p:tav tm="100000">
                                          <p:val>
                                            <p:strVal val="#ppt_y"/>
                                          </p:val>
                                        </p:tav>
                                      </p:tavLst>
                                    </p:anim>
                                  </p:childTnLst>
                                </p:cTn>
                              </p:par>
                              <p:par>
                                <p:cTn id="663" presetID="42" presetClass="entr" presetSubtype="0" fill="hold" grpId="0" nodeType="withEffect">
                                  <p:stCondLst>
                                    <p:cond delay="370"/>
                                  </p:stCondLst>
                                  <p:childTnLst>
                                    <p:set>
                                      <p:cBhvr>
                                        <p:cTn id="664" dur="1" fill="hold">
                                          <p:stCondLst>
                                            <p:cond delay="0"/>
                                          </p:stCondLst>
                                        </p:cTn>
                                        <p:tgtEl>
                                          <p:spTgt spid="78"/>
                                        </p:tgtEl>
                                        <p:attrNameLst>
                                          <p:attrName>style.visibility</p:attrName>
                                        </p:attrNameLst>
                                      </p:cBhvr>
                                      <p:to>
                                        <p:strVal val="visible"/>
                                      </p:to>
                                    </p:set>
                                    <p:animEffect transition="in" filter="fade">
                                      <p:cBhvr>
                                        <p:cTn id="665" dur="650"/>
                                        <p:tgtEl>
                                          <p:spTgt spid="78"/>
                                        </p:tgtEl>
                                      </p:cBhvr>
                                    </p:animEffect>
                                    <p:anim calcmode="lin" valueType="num">
                                      <p:cBhvr>
                                        <p:cTn id="666" dur="650" fill="hold"/>
                                        <p:tgtEl>
                                          <p:spTgt spid="78"/>
                                        </p:tgtEl>
                                        <p:attrNameLst>
                                          <p:attrName>ppt_x</p:attrName>
                                        </p:attrNameLst>
                                      </p:cBhvr>
                                      <p:tavLst>
                                        <p:tav tm="0">
                                          <p:val>
                                            <p:strVal val="#ppt_x"/>
                                          </p:val>
                                        </p:tav>
                                        <p:tav tm="100000">
                                          <p:val>
                                            <p:strVal val="#ppt_x"/>
                                          </p:val>
                                        </p:tav>
                                      </p:tavLst>
                                    </p:anim>
                                    <p:anim calcmode="lin" valueType="num">
                                      <p:cBhvr>
                                        <p:cTn id="667" dur="650" fill="hold"/>
                                        <p:tgtEl>
                                          <p:spTgt spid="78"/>
                                        </p:tgtEl>
                                        <p:attrNameLst>
                                          <p:attrName>ppt_y</p:attrName>
                                        </p:attrNameLst>
                                      </p:cBhvr>
                                      <p:tavLst>
                                        <p:tav tm="0">
                                          <p:val>
                                            <p:strVal val="#ppt_y+.1"/>
                                          </p:val>
                                        </p:tav>
                                        <p:tav tm="100000">
                                          <p:val>
                                            <p:strVal val="#ppt_y"/>
                                          </p:val>
                                        </p:tav>
                                      </p:tavLst>
                                    </p:anim>
                                  </p:childTnLst>
                                </p:cTn>
                              </p:par>
                              <p:par>
                                <p:cTn id="668" presetID="42" presetClass="entr" presetSubtype="0" fill="hold" grpId="0" nodeType="withEffect">
                                  <p:stCondLst>
                                    <p:cond delay="370"/>
                                  </p:stCondLst>
                                  <p:childTnLst>
                                    <p:set>
                                      <p:cBhvr>
                                        <p:cTn id="669" dur="1" fill="hold">
                                          <p:stCondLst>
                                            <p:cond delay="0"/>
                                          </p:stCondLst>
                                        </p:cTn>
                                        <p:tgtEl>
                                          <p:spTgt spid="79"/>
                                        </p:tgtEl>
                                        <p:attrNameLst>
                                          <p:attrName>style.visibility</p:attrName>
                                        </p:attrNameLst>
                                      </p:cBhvr>
                                      <p:to>
                                        <p:strVal val="visible"/>
                                      </p:to>
                                    </p:set>
                                    <p:animEffect transition="in" filter="fade">
                                      <p:cBhvr>
                                        <p:cTn id="670" dur="650"/>
                                        <p:tgtEl>
                                          <p:spTgt spid="79"/>
                                        </p:tgtEl>
                                      </p:cBhvr>
                                    </p:animEffect>
                                    <p:anim calcmode="lin" valueType="num">
                                      <p:cBhvr>
                                        <p:cTn id="671" dur="650" fill="hold"/>
                                        <p:tgtEl>
                                          <p:spTgt spid="79"/>
                                        </p:tgtEl>
                                        <p:attrNameLst>
                                          <p:attrName>ppt_x</p:attrName>
                                        </p:attrNameLst>
                                      </p:cBhvr>
                                      <p:tavLst>
                                        <p:tav tm="0">
                                          <p:val>
                                            <p:strVal val="#ppt_x"/>
                                          </p:val>
                                        </p:tav>
                                        <p:tav tm="100000">
                                          <p:val>
                                            <p:strVal val="#ppt_x"/>
                                          </p:val>
                                        </p:tav>
                                      </p:tavLst>
                                    </p:anim>
                                    <p:anim calcmode="lin" valueType="num">
                                      <p:cBhvr>
                                        <p:cTn id="672" dur="650" fill="hold"/>
                                        <p:tgtEl>
                                          <p:spTgt spid="79"/>
                                        </p:tgtEl>
                                        <p:attrNameLst>
                                          <p:attrName>ppt_y</p:attrName>
                                        </p:attrNameLst>
                                      </p:cBhvr>
                                      <p:tavLst>
                                        <p:tav tm="0">
                                          <p:val>
                                            <p:strVal val="#ppt_y+.1"/>
                                          </p:val>
                                        </p:tav>
                                        <p:tav tm="100000">
                                          <p:val>
                                            <p:strVal val="#ppt_y"/>
                                          </p:val>
                                        </p:tav>
                                      </p:tavLst>
                                    </p:anim>
                                  </p:childTnLst>
                                </p:cTn>
                              </p:par>
                              <p:par>
                                <p:cTn id="673" presetID="42" presetClass="entr" presetSubtype="0" fill="hold" grpId="0" nodeType="withEffect">
                                  <p:stCondLst>
                                    <p:cond delay="370"/>
                                  </p:stCondLst>
                                  <p:childTnLst>
                                    <p:set>
                                      <p:cBhvr>
                                        <p:cTn id="674" dur="1" fill="hold">
                                          <p:stCondLst>
                                            <p:cond delay="0"/>
                                          </p:stCondLst>
                                        </p:cTn>
                                        <p:tgtEl>
                                          <p:spTgt spid="80"/>
                                        </p:tgtEl>
                                        <p:attrNameLst>
                                          <p:attrName>style.visibility</p:attrName>
                                        </p:attrNameLst>
                                      </p:cBhvr>
                                      <p:to>
                                        <p:strVal val="visible"/>
                                      </p:to>
                                    </p:set>
                                    <p:animEffect transition="in" filter="fade">
                                      <p:cBhvr>
                                        <p:cTn id="675" dur="650"/>
                                        <p:tgtEl>
                                          <p:spTgt spid="80"/>
                                        </p:tgtEl>
                                      </p:cBhvr>
                                    </p:animEffect>
                                    <p:anim calcmode="lin" valueType="num">
                                      <p:cBhvr>
                                        <p:cTn id="676" dur="650" fill="hold"/>
                                        <p:tgtEl>
                                          <p:spTgt spid="80"/>
                                        </p:tgtEl>
                                        <p:attrNameLst>
                                          <p:attrName>ppt_x</p:attrName>
                                        </p:attrNameLst>
                                      </p:cBhvr>
                                      <p:tavLst>
                                        <p:tav tm="0">
                                          <p:val>
                                            <p:strVal val="#ppt_x"/>
                                          </p:val>
                                        </p:tav>
                                        <p:tav tm="100000">
                                          <p:val>
                                            <p:strVal val="#ppt_x"/>
                                          </p:val>
                                        </p:tav>
                                      </p:tavLst>
                                    </p:anim>
                                    <p:anim calcmode="lin" valueType="num">
                                      <p:cBhvr>
                                        <p:cTn id="677" dur="650" fill="hold"/>
                                        <p:tgtEl>
                                          <p:spTgt spid="80"/>
                                        </p:tgtEl>
                                        <p:attrNameLst>
                                          <p:attrName>ppt_y</p:attrName>
                                        </p:attrNameLst>
                                      </p:cBhvr>
                                      <p:tavLst>
                                        <p:tav tm="0">
                                          <p:val>
                                            <p:strVal val="#ppt_y+.1"/>
                                          </p:val>
                                        </p:tav>
                                        <p:tav tm="100000">
                                          <p:val>
                                            <p:strVal val="#ppt_y"/>
                                          </p:val>
                                        </p:tav>
                                      </p:tavLst>
                                    </p:anim>
                                  </p:childTnLst>
                                </p:cTn>
                              </p:par>
                              <p:par>
                                <p:cTn id="678" presetID="42" presetClass="entr" presetSubtype="0" fill="hold" grpId="0" nodeType="withEffect">
                                  <p:stCondLst>
                                    <p:cond delay="370"/>
                                  </p:stCondLst>
                                  <p:childTnLst>
                                    <p:set>
                                      <p:cBhvr>
                                        <p:cTn id="679" dur="1" fill="hold">
                                          <p:stCondLst>
                                            <p:cond delay="0"/>
                                          </p:stCondLst>
                                        </p:cTn>
                                        <p:tgtEl>
                                          <p:spTgt spid="81"/>
                                        </p:tgtEl>
                                        <p:attrNameLst>
                                          <p:attrName>style.visibility</p:attrName>
                                        </p:attrNameLst>
                                      </p:cBhvr>
                                      <p:to>
                                        <p:strVal val="visible"/>
                                      </p:to>
                                    </p:set>
                                    <p:animEffect transition="in" filter="fade">
                                      <p:cBhvr>
                                        <p:cTn id="680" dur="650"/>
                                        <p:tgtEl>
                                          <p:spTgt spid="81"/>
                                        </p:tgtEl>
                                      </p:cBhvr>
                                    </p:animEffect>
                                    <p:anim calcmode="lin" valueType="num">
                                      <p:cBhvr>
                                        <p:cTn id="681" dur="650" fill="hold"/>
                                        <p:tgtEl>
                                          <p:spTgt spid="81"/>
                                        </p:tgtEl>
                                        <p:attrNameLst>
                                          <p:attrName>ppt_x</p:attrName>
                                        </p:attrNameLst>
                                      </p:cBhvr>
                                      <p:tavLst>
                                        <p:tav tm="0">
                                          <p:val>
                                            <p:strVal val="#ppt_x"/>
                                          </p:val>
                                        </p:tav>
                                        <p:tav tm="100000">
                                          <p:val>
                                            <p:strVal val="#ppt_x"/>
                                          </p:val>
                                        </p:tav>
                                      </p:tavLst>
                                    </p:anim>
                                    <p:anim calcmode="lin" valueType="num">
                                      <p:cBhvr>
                                        <p:cTn id="682" dur="650" fill="hold"/>
                                        <p:tgtEl>
                                          <p:spTgt spid="81"/>
                                        </p:tgtEl>
                                        <p:attrNameLst>
                                          <p:attrName>ppt_y</p:attrName>
                                        </p:attrNameLst>
                                      </p:cBhvr>
                                      <p:tavLst>
                                        <p:tav tm="0">
                                          <p:val>
                                            <p:strVal val="#ppt_y+.1"/>
                                          </p:val>
                                        </p:tav>
                                        <p:tav tm="100000">
                                          <p:val>
                                            <p:strVal val="#ppt_y"/>
                                          </p:val>
                                        </p:tav>
                                      </p:tavLst>
                                    </p:anim>
                                  </p:childTnLst>
                                </p:cTn>
                              </p:par>
                              <p:par>
                                <p:cTn id="683" presetID="42" presetClass="entr" presetSubtype="0" fill="hold" grpId="0" nodeType="withEffect">
                                  <p:stCondLst>
                                    <p:cond delay="370"/>
                                  </p:stCondLst>
                                  <p:childTnLst>
                                    <p:set>
                                      <p:cBhvr>
                                        <p:cTn id="684" dur="1" fill="hold">
                                          <p:stCondLst>
                                            <p:cond delay="0"/>
                                          </p:stCondLst>
                                        </p:cTn>
                                        <p:tgtEl>
                                          <p:spTgt spid="82"/>
                                        </p:tgtEl>
                                        <p:attrNameLst>
                                          <p:attrName>style.visibility</p:attrName>
                                        </p:attrNameLst>
                                      </p:cBhvr>
                                      <p:to>
                                        <p:strVal val="visible"/>
                                      </p:to>
                                    </p:set>
                                    <p:animEffect transition="in" filter="fade">
                                      <p:cBhvr>
                                        <p:cTn id="685" dur="650"/>
                                        <p:tgtEl>
                                          <p:spTgt spid="82"/>
                                        </p:tgtEl>
                                      </p:cBhvr>
                                    </p:animEffect>
                                    <p:anim calcmode="lin" valueType="num">
                                      <p:cBhvr>
                                        <p:cTn id="686" dur="650" fill="hold"/>
                                        <p:tgtEl>
                                          <p:spTgt spid="82"/>
                                        </p:tgtEl>
                                        <p:attrNameLst>
                                          <p:attrName>ppt_x</p:attrName>
                                        </p:attrNameLst>
                                      </p:cBhvr>
                                      <p:tavLst>
                                        <p:tav tm="0">
                                          <p:val>
                                            <p:strVal val="#ppt_x"/>
                                          </p:val>
                                        </p:tav>
                                        <p:tav tm="100000">
                                          <p:val>
                                            <p:strVal val="#ppt_x"/>
                                          </p:val>
                                        </p:tav>
                                      </p:tavLst>
                                    </p:anim>
                                    <p:anim calcmode="lin" valueType="num">
                                      <p:cBhvr>
                                        <p:cTn id="687" dur="650" fill="hold"/>
                                        <p:tgtEl>
                                          <p:spTgt spid="82"/>
                                        </p:tgtEl>
                                        <p:attrNameLst>
                                          <p:attrName>ppt_y</p:attrName>
                                        </p:attrNameLst>
                                      </p:cBhvr>
                                      <p:tavLst>
                                        <p:tav tm="0">
                                          <p:val>
                                            <p:strVal val="#ppt_y+.1"/>
                                          </p:val>
                                        </p:tav>
                                        <p:tav tm="100000">
                                          <p:val>
                                            <p:strVal val="#ppt_y"/>
                                          </p:val>
                                        </p:tav>
                                      </p:tavLst>
                                    </p:anim>
                                  </p:childTnLst>
                                </p:cTn>
                              </p:par>
                              <p:par>
                                <p:cTn id="688" presetID="42" presetClass="entr" presetSubtype="0" fill="hold" grpId="0" nodeType="withEffect">
                                  <p:stCondLst>
                                    <p:cond delay="370"/>
                                  </p:stCondLst>
                                  <p:childTnLst>
                                    <p:set>
                                      <p:cBhvr>
                                        <p:cTn id="689" dur="1" fill="hold">
                                          <p:stCondLst>
                                            <p:cond delay="0"/>
                                          </p:stCondLst>
                                        </p:cTn>
                                        <p:tgtEl>
                                          <p:spTgt spid="83"/>
                                        </p:tgtEl>
                                        <p:attrNameLst>
                                          <p:attrName>style.visibility</p:attrName>
                                        </p:attrNameLst>
                                      </p:cBhvr>
                                      <p:to>
                                        <p:strVal val="visible"/>
                                      </p:to>
                                    </p:set>
                                    <p:animEffect transition="in" filter="fade">
                                      <p:cBhvr>
                                        <p:cTn id="690" dur="650"/>
                                        <p:tgtEl>
                                          <p:spTgt spid="83"/>
                                        </p:tgtEl>
                                      </p:cBhvr>
                                    </p:animEffect>
                                    <p:anim calcmode="lin" valueType="num">
                                      <p:cBhvr>
                                        <p:cTn id="691" dur="650" fill="hold"/>
                                        <p:tgtEl>
                                          <p:spTgt spid="83"/>
                                        </p:tgtEl>
                                        <p:attrNameLst>
                                          <p:attrName>ppt_x</p:attrName>
                                        </p:attrNameLst>
                                      </p:cBhvr>
                                      <p:tavLst>
                                        <p:tav tm="0">
                                          <p:val>
                                            <p:strVal val="#ppt_x"/>
                                          </p:val>
                                        </p:tav>
                                        <p:tav tm="100000">
                                          <p:val>
                                            <p:strVal val="#ppt_x"/>
                                          </p:val>
                                        </p:tav>
                                      </p:tavLst>
                                    </p:anim>
                                    <p:anim calcmode="lin" valueType="num">
                                      <p:cBhvr>
                                        <p:cTn id="692" dur="650" fill="hold"/>
                                        <p:tgtEl>
                                          <p:spTgt spid="83"/>
                                        </p:tgtEl>
                                        <p:attrNameLst>
                                          <p:attrName>ppt_y</p:attrName>
                                        </p:attrNameLst>
                                      </p:cBhvr>
                                      <p:tavLst>
                                        <p:tav tm="0">
                                          <p:val>
                                            <p:strVal val="#ppt_y+.1"/>
                                          </p:val>
                                        </p:tav>
                                        <p:tav tm="100000">
                                          <p:val>
                                            <p:strVal val="#ppt_y"/>
                                          </p:val>
                                        </p:tav>
                                      </p:tavLst>
                                    </p:anim>
                                  </p:childTnLst>
                                </p:cTn>
                              </p:par>
                              <p:par>
                                <p:cTn id="693" presetID="42" presetClass="entr" presetSubtype="0" fill="hold" grpId="0" nodeType="withEffect">
                                  <p:stCondLst>
                                    <p:cond delay="370"/>
                                  </p:stCondLst>
                                  <p:childTnLst>
                                    <p:set>
                                      <p:cBhvr>
                                        <p:cTn id="694" dur="1" fill="hold">
                                          <p:stCondLst>
                                            <p:cond delay="0"/>
                                          </p:stCondLst>
                                        </p:cTn>
                                        <p:tgtEl>
                                          <p:spTgt spid="84"/>
                                        </p:tgtEl>
                                        <p:attrNameLst>
                                          <p:attrName>style.visibility</p:attrName>
                                        </p:attrNameLst>
                                      </p:cBhvr>
                                      <p:to>
                                        <p:strVal val="visible"/>
                                      </p:to>
                                    </p:set>
                                    <p:animEffect transition="in" filter="fade">
                                      <p:cBhvr>
                                        <p:cTn id="695" dur="650"/>
                                        <p:tgtEl>
                                          <p:spTgt spid="84"/>
                                        </p:tgtEl>
                                      </p:cBhvr>
                                    </p:animEffect>
                                    <p:anim calcmode="lin" valueType="num">
                                      <p:cBhvr>
                                        <p:cTn id="696" dur="650" fill="hold"/>
                                        <p:tgtEl>
                                          <p:spTgt spid="84"/>
                                        </p:tgtEl>
                                        <p:attrNameLst>
                                          <p:attrName>ppt_x</p:attrName>
                                        </p:attrNameLst>
                                      </p:cBhvr>
                                      <p:tavLst>
                                        <p:tav tm="0">
                                          <p:val>
                                            <p:strVal val="#ppt_x"/>
                                          </p:val>
                                        </p:tav>
                                        <p:tav tm="100000">
                                          <p:val>
                                            <p:strVal val="#ppt_x"/>
                                          </p:val>
                                        </p:tav>
                                      </p:tavLst>
                                    </p:anim>
                                    <p:anim calcmode="lin" valueType="num">
                                      <p:cBhvr>
                                        <p:cTn id="697" dur="650" fill="hold"/>
                                        <p:tgtEl>
                                          <p:spTgt spid="84"/>
                                        </p:tgtEl>
                                        <p:attrNameLst>
                                          <p:attrName>ppt_y</p:attrName>
                                        </p:attrNameLst>
                                      </p:cBhvr>
                                      <p:tavLst>
                                        <p:tav tm="0">
                                          <p:val>
                                            <p:strVal val="#ppt_y+.1"/>
                                          </p:val>
                                        </p:tav>
                                        <p:tav tm="100000">
                                          <p:val>
                                            <p:strVal val="#ppt_y"/>
                                          </p:val>
                                        </p:tav>
                                      </p:tavLst>
                                    </p:anim>
                                  </p:childTnLst>
                                </p:cTn>
                              </p:par>
                              <p:par>
                                <p:cTn id="698" presetID="42" presetClass="entr" presetSubtype="0" fill="hold" grpId="0" nodeType="withEffect">
                                  <p:stCondLst>
                                    <p:cond delay="370"/>
                                  </p:stCondLst>
                                  <p:childTnLst>
                                    <p:set>
                                      <p:cBhvr>
                                        <p:cTn id="699" dur="1" fill="hold">
                                          <p:stCondLst>
                                            <p:cond delay="0"/>
                                          </p:stCondLst>
                                        </p:cTn>
                                        <p:tgtEl>
                                          <p:spTgt spid="85"/>
                                        </p:tgtEl>
                                        <p:attrNameLst>
                                          <p:attrName>style.visibility</p:attrName>
                                        </p:attrNameLst>
                                      </p:cBhvr>
                                      <p:to>
                                        <p:strVal val="visible"/>
                                      </p:to>
                                    </p:set>
                                    <p:animEffect transition="in" filter="fade">
                                      <p:cBhvr>
                                        <p:cTn id="700" dur="650"/>
                                        <p:tgtEl>
                                          <p:spTgt spid="85"/>
                                        </p:tgtEl>
                                      </p:cBhvr>
                                    </p:animEffect>
                                    <p:anim calcmode="lin" valueType="num">
                                      <p:cBhvr>
                                        <p:cTn id="701" dur="650" fill="hold"/>
                                        <p:tgtEl>
                                          <p:spTgt spid="85"/>
                                        </p:tgtEl>
                                        <p:attrNameLst>
                                          <p:attrName>ppt_x</p:attrName>
                                        </p:attrNameLst>
                                      </p:cBhvr>
                                      <p:tavLst>
                                        <p:tav tm="0">
                                          <p:val>
                                            <p:strVal val="#ppt_x"/>
                                          </p:val>
                                        </p:tav>
                                        <p:tav tm="100000">
                                          <p:val>
                                            <p:strVal val="#ppt_x"/>
                                          </p:val>
                                        </p:tav>
                                      </p:tavLst>
                                    </p:anim>
                                    <p:anim calcmode="lin" valueType="num">
                                      <p:cBhvr>
                                        <p:cTn id="702" dur="650" fill="hold"/>
                                        <p:tgtEl>
                                          <p:spTgt spid="85"/>
                                        </p:tgtEl>
                                        <p:attrNameLst>
                                          <p:attrName>ppt_y</p:attrName>
                                        </p:attrNameLst>
                                      </p:cBhvr>
                                      <p:tavLst>
                                        <p:tav tm="0">
                                          <p:val>
                                            <p:strVal val="#ppt_y+.1"/>
                                          </p:val>
                                        </p:tav>
                                        <p:tav tm="100000">
                                          <p:val>
                                            <p:strVal val="#ppt_y"/>
                                          </p:val>
                                        </p:tav>
                                      </p:tavLst>
                                    </p:anim>
                                  </p:childTnLst>
                                </p:cTn>
                              </p:par>
                              <p:par>
                                <p:cTn id="703" presetID="42" presetClass="entr" presetSubtype="0" fill="hold" grpId="0" nodeType="withEffect">
                                  <p:stCondLst>
                                    <p:cond delay="370"/>
                                  </p:stCondLst>
                                  <p:childTnLst>
                                    <p:set>
                                      <p:cBhvr>
                                        <p:cTn id="704" dur="1" fill="hold">
                                          <p:stCondLst>
                                            <p:cond delay="0"/>
                                          </p:stCondLst>
                                        </p:cTn>
                                        <p:tgtEl>
                                          <p:spTgt spid="86"/>
                                        </p:tgtEl>
                                        <p:attrNameLst>
                                          <p:attrName>style.visibility</p:attrName>
                                        </p:attrNameLst>
                                      </p:cBhvr>
                                      <p:to>
                                        <p:strVal val="visible"/>
                                      </p:to>
                                    </p:set>
                                    <p:animEffect transition="in" filter="fade">
                                      <p:cBhvr>
                                        <p:cTn id="705" dur="650"/>
                                        <p:tgtEl>
                                          <p:spTgt spid="86"/>
                                        </p:tgtEl>
                                      </p:cBhvr>
                                    </p:animEffect>
                                    <p:anim calcmode="lin" valueType="num">
                                      <p:cBhvr>
                                        <p:cTn id="706" dur="650" fill="hold"/>
                                        <p:tgtEl>
                                          <p:spTgt spid="86"/>
                                        </p:tgtEl>
                                        <p:attrNameLst>
                                          <p:attrName>ppt_x</p:attrName>
                                        </p:attrNameLst>
                                      </p:cBhvr>
                                      <p:tavLst>
                                        <p:tav tm="0">
                                          <p:val>
                                            <p:strVal val="#ppt_x"/>
                                          </p:val>
                                        </p:tav>
                                        <p:tav tm="100000">
                                          <p:val>
                                            <p:strVal val="#ppt_x"/>
                                          </p:val>
                                        </p:tav>
                                      </p:tavLst>
                                    </p:anim>
                                    <p:anim calcmode="lin" valueType="num">
                                      <p:cBhvr>
                                        <p:cTn id="707" dur="650" fill="hold"/>
                                        <p:tgtEl>
                                          <p:spTgt spid="86"/>
                                        </p:tgtEl>
                                        <p:attrNameLst>
                                          <p:attrName>ppt_y</p:attrName>
                                        </p:attrNameLst>
                                      </p:cBhvr>
                                      <p:tavLst>
                                        <p:tav tm="0">
                                          <p:val>
                                            <p:strVal val="#ppt_y+.1"/>
                                          </p:val>
                                        </p:tav>
                                        <p:tav tm="100000">
                                          <p:val>
                                            <p:strVal val="#ppt_y"/>
                                          </p:val>
                                        </p:tav>
                                      </p:tavLst>
                                    </p:anim>
                                  </p:childTnLst>
                                </p:cTn>
                              </p:par>
                              <p:par>
                                <p:cTn id="708" presetID="42" presetClass="entr" presetSubtype="0" fill="hold" grpId="0" nodeType="withEffect">
                                  <p:stCondLst>
                                    <p:cond delay="370"/>
                                  </p:stCondLst>
                                  <p:childTnLst>
                                    <p:set>
                                      <p:cBhvr>
                                        <p:cTn id="709" dur="1" fill="hold">
                                          <p:stCondLst>
                                            <p:cond delay="0"/>
                                          </p:stCondLst>
                                        </p:cTn>
                                        <p:tgtEl>
                                          <p:spTgt spid="87"/>
                                        </p:tgtEl>
                                        <p:attrNameLst>
                                          <p:attrName>style.visibility</p:attrName>
                                        </p:attrNameLst>
                                      </p:cBhvr>
                                      <p:to>
                                        <p:strVal val="visible"/>
                                      </p:to>
                                    </p:set>
                                    <p:animEffect transition="in" filter="fade">
                                      <p:cBhvr>
                                        <p:cTn id="710" dur="650"/>
                                        <p:tgtEl>
                                          <p:spTgt spid="87"/>
                                        </p:tgtEl>
                                      </p:cBhvr>
                                    </p:animEffect>
                                    <p:anim calcmode="lin" valueType="num">
                                      <p:cBhvr>
                                        <p:cTn id="711" dur="650" fill="hold"/>
                                        <p:tgtEl>
                                          <p:spTgt spid="87"/>
                                        </p:tgtEl>
                                        <p:attrNameLst>
                                          <p:attrName>ppt_x</p:attrName>
                                        </p:attrNameLst>
                                      </p:cBhvr>
                                      <p:tavLst>
                                        <p:tav tm="0">
                                          <p:val>
                                            <p:strVal val="#ppt_x"/>
                                          </p:val>
                                        </p:tav>
                                        <p:tav tm="100000">
                                          <p:val>
                                            <p:strVal val="#ppt_x"/>
                                          </p:val>
                                        </p:tav>
                                      </p:tavLst>
                                    </p:anim>
                                    <p:anim calcmode="lin" valueType="num">
                                      <p:cBhvr>
                                        <p:cTn id="712" dur="650" fill="hold"/>
                                        <p:tgtEl>
                                          <p:spTgt spid="87"/>
                                        </p:tgtEl>
                                        <p:attrNameLst>
                                          <p:attrName>ppt_y</p:attrName>
                                        </p:attrNameLst>
                                      </p:cBhvr>
                                      <p:tavLst>
                                        <p:tav tm="0">
                                          <p:val>
                                            <p:strVal val="#ppt_y+.1"/>
                                          </p:val>
                                        </p:tav>
                                        <p:tav tm="100000">
                                          <p:val>
                                            <p:strVal val="#ppt_y"/>
                                          </p:val>
                                        </p:tav>
                                      </p:tavLst>
                                    </p:anim>
                                  </p:childTnLst>
                                </p:cTn>
                              </p:par>
                              <p:par>
                                <p:cTn id="713" presetID="42" presetClass="entr" presetSubtype="0" fill="hold" grpId="0" nodeType="withEffect">
                                  <p:stCondLst>
                                    <p:cond delay="370"/>
                                  </p:stCondLst>
                                  <p:childTnLst>
                                    <p:set>
                                      <p:cBhvr>
                                        <p:cTn id="714" dur="1" fill="hold">
                                          <p:stCondLst>
                                            <p:cond delay="0"/>
                                          </p:stCondLst>
                                        </p:cTn>
                                        <p:tgtEl>
                                          <p:spTgt spid="88"/>
                                        </p:tgtEl>
                                        <p:attrNameLst>
                                          <p:attrName>style.visibility</p:attrName>
                                        </p:attrNameLst>
                                      </p:cBhvr>
                                      <p:to>
                                        <p:strVal val="visible"/>
                                      </p:to>
                                    </p:set>
                                    <p:animEffect transition="in" filter="fade">
                                      <p:cBhvr>
                                        <p:cTn id="715" dur="650"/>
                                        <p:tgtEl>
                                          <p:spTgt spid="88"/>
                                        </p:tgtEl>
                                      </p:cBhvr>
                                    </p:animEffect>
                                    <p:anim calcmode="lin" valueType="num">
                                      <p:cBhvr>
                                        <p:cTn id="716" dur="650" fill="hold"/>
                                        <p:tgtEl>
                                          <p:spTgt spid="88"/>
                                        </p:tgtEl>
                                        <p:attrNameLst>
                                          <p:attrName>ppt_x</p:attrName>
                                        </p:attrNameLst>
                                      </p:cBhvr>
                                      <p:tavLst>
                                        <p:tav tm="0">
                                          <p:val>
                                            <p:strVal val="#ppt_x"/>
                                          </p:val>
                                        </p:tav>
                                        <p:tav tm="100000">
                                          <p:val>
                                            <p:strVal val="#ppt_x"/>
                                          </p:val>
                                        </p:tav>
                                      </p:tavLst>
                                    </p:anim>
                                    <p:anim calcmode="lin" valueType="num">
                                      <p:cBhvr>
                                        <p:cTn id="717" dur="650" fill="hold"/>
                                        <p:tgtEl>
                                          <p:spTgt spid="88"/>
                                        </p:tgtEl>
                                        <p:attrNameLst>
                                          <p:attrName>ppt_y</p:attrName>
                                        </p:attrNameLst>
                                      </p:cBhvr>
                                      <p:tavLst>
                                        <p:tav tm="0">
                                          <p:val>
                                            <p:strVal val="#ppt_y+.1"/>
                                          </p:val>
                                        </p:tav>
                                        <p:tav tm="100000">
                                          <p:val>
                                            <p:strVal val="#ppt_y"/>
                                          </p:val>
                                        </p:tav>
                                      </p:tavLst>
                                    </p:anim>
                                  </p:childTnLst>
                                </p:cTn>
                              </p:par>
                              <p:par>
                                <p:cTn id="718" presetID="42" presetClass="entr" presetSubtype="0" fill="hold" grpId="0" nodeType="withEffect">
                                  <p:stCondLst>
                                    <p:cond delay="370"/>
                                  </p:stCondLst>
                                  <p:childTnLst>
                                    <p:set>
                                      <p:cBhvr>
                                        <p:cTn id="719" dur="1" fill="hold">
                                          <p:stCondLst>
                                            <p:cond delay="0"/>
                                          </p:stCondLst>
                                        </p:cTn>
                                        <p:tgtEl>
                                          <p:spTgt spid="89"/>
                                        </p:tgtEl>
                                        <p:attrNameLst>
                                          <p:attrName>style.visibility</p:attrName>
                                        </p:attrNameLst>
                                      </p:cBhvr>
                                      <p:to>
                                        <p:strVal val="visible"/>
                                      </p:to>
                                    </p:set>
                                    <p:animEffect transition="in" filter="fade">
                                      <p:cBhvr>
                                        <p:cTn id="720" dur="650"/>
                                        <p:tgtEl>
                                          <p:spTgt spid="89"/>
                                        </p:tgtEl>
                                      </p:cBhvr>
                                    </p:animEffect>
                                    <p:anim calcmode="lin" valueType="num">
                                      <p:cBhvr>
                                        <p:cTn id="721" dur="650" fill="hold"/>
                                        <p:tgtEl>
                                          <p:spTgt spid="89"/>
                                        </p:tgtEl>
                                        <p:attrNameLst>
                                          <p:attrName>ppt_x</p:attrName>
                                        </p:attrNameLst>
                                      </p:cBhvr>
                                      <p:tavLst>
                                        <p:tav tm="0">
                                          <p:val>
                                            <p:strVal val="#ppt_x"/>
                                          </p:val>
                                        </p:tav>
                                        <p:tav tm="100000">
                                          <p:val>
                                            <p:strVal val="#ppt_x"/>
                                          </p:val>
                                        </p:tav>
                                      </p:tavLst>
                                    </p:anim>
                                    <p:anim calcmode="lin" valueType="num">
                                      <p:cBhvr>
                                        <p:cTn id="722" dur="650" fill="hold"/>
                                        <p:tgtEl>
                                          <p:spTgt spid="89"/>
                                        </p:tgtEl>
                                        <p:attrNameLst>
                                          <p:attrName>ppt_y</p:attrName>
                                        </p:attrNameLst>
                                      </p:cBhvr>
                                      <p:tavLst>
                                        <p:tav tm="0">
                                          <p:val>
                                            <p:strVal val="#ppt_y+.1"/>
                                          </p:val>
                                        </p:tav>
                                        <p:tav tm="100000">
                                          <p:val>
                                            <p:strVal val="#ppt_y"/>
                                          </p:val>
                                        </p:tav>
                                      </p:tavLst>
                                    </p:anim>
                                  </p:childTnLst>
                                </p:cTn>
                              </p:par>
                              <p:par>
                                <p:cTn id="723" presetID="42" presetClass="entr" presetSubtype="0" fill="hold" grpId="0" nodeType="withEffect">
                                  <p:stCondLst>
                                    <p:cond delay="370"/>
                                  </p:stCondLst>
                                  <p:childTnLst>
                                    <p:set>
                                      <p:cBhvr>
                                        <p:cTn id="724" dur="1" fill="hold">
                                          <p:stCondLst>
                                            <p:cond delay="0"/>
                                          </p:stCondLst>
                                        </p:cTn>
                                        <p:tgtEl>
                                          <p:spTgt spid="90"/>
                                        </p:tgtEl>
                                        <p:attrNameLst>
                                          <p:attrName>style.visibility</p:attrName>
                                        </p:attrNameLst>
                                      </p:cBhvr>
                                      <p:to>
                                        <p:strVal val="visible"/>
                                      </p:to>
                                    </p:set>
                                    <p:animEffect transition="in" filter="fade">
                                      <p:cBhvr>
                                        <p:cTn id="725" dur="650"/>
                                        <p:tgtEl>
                                          <p:spTgt spid="90"/>
                                        </p:tgtEl>
                                      </p:cBhvr>
                                    </p:animEffect>
                                    <p:anim calcmode="lin" valueType="num">
                                      <p:cBhvr>
                                        <p:cTn id="726" dur="650" fill="hold"/>
                                        <p:tgtEl>
                                          <p:spTgt spid="90"/>
                                        </p:tgtEl>
                                        <p:attrNameLst>
                                          <p:attrName>ppt_x</p:attrName>
                                        </p:attrNameLst>
                                      </p:cBhvr>
                                      <p:tavLst>
                                        <p:tav tm="0">
                                          <p:val>
                                            <p:strVal val="#ppt_x"/>
                                          </p:val>
                                        </p:tav>
                                        <p:tav tm="100000">
                                          <p:val>
                                            <p:strVal val="#ppt_x"/>
                                          </p:val>
                                        </p:tav>
                                      </p:tavLst>
                                    </p:anim>
                                    <p:anim calcmode="lin" valueType="num">
                                      <p:cBhvr>
                                        <p:cTn id="727" dur="650" fill="hold"/>
                                        <p:tgtEl>
                                          <p:spTgt spid="90"/>
                                        </p:tgtEl>
                                        <p:attrNameLst>
                                          <p:attrName>ppt_y</p:attrName>
                                        </p:attrNameLst>
                                      </p:cBhvr>
                                      <p:tavLst>
                                        <p:tav tm="0">
                                          <p:val>
                                            <p:strVal val="#ppt_y+.1"/>
                                          </p:val>
                                        </p:tav>
                                        <p:tav tm="100000">
                                          <p:val>
                                            <p:strVal val="#ppt_y"/>
                                          </p:val>
                                        </p:tav>
                                      </p:tavLst>
                                    </p:anim>
                                  </p:childTnLst>
                                </p:cTn>
                              </p:par>
                              <p:par>
                                <p:cTn id="728" presetID="42" presetClass="entr" presetSubtype="0" fill="hold" grpId="0" nodeType="withEffect">
                                  <p:stCondLst>
                                    <p:cond delay="370"/>
                                  </p:stCondLst>
                                  <p:childTnLst>
                                    <p:set>
                                      <p:cBhvr>
                                        <p:cTn id="729" dur="1" fill="hold">
                                          <p:stCondLst>
                                            <p:cond delay="0"/>
                                          </p:stCondLst>
                                        </p:cTn>
                                        <p:tgtEl>
                                          <p:spTgt spid="91"/>
                                        </p:tgtEl>
                                        <p:attrNameLst>
                                          <p:attrName>style.visibility</p:attrName>
                                        </p:attrNameLst>
                                      </p:cBhvr>
                                      <p:to>
                                        <p:strVal val="visible"/>
                                      </p:to>
                                    </p:set>
                                    <p:animEffect transition="in" filter="fade">
                                      <p:cBhvr>
                                        <p:cTn id="730" dur="650"/>
                                        <p:tgtEl>
                                          <p:spTgt spid="91"/>
                                        </p:tgtEl>
                                      </p:cBhvr>
                                    </p:animEffect>
                                    <p:anim calcmode="lin" valueType="num">
                                      <p:cBhvr>
                                        <p:cTn id="731" dur="650" fill="hold"/>
                                        <p:tgtEl>
                                          <p:spTgt spid="91"/>
                                        </p:tgtEl>
                                        <p:attrNameLst>
                                          <p:attrName>ppt_x</p:attrName>
                                        </p:attrNameLst>
                                      </p:cBhvr>
                                      <p:tavLst>
                                        <p:tav tm="0">
                                          <p:val>
                                            <p:strVal val="#ppt_x"/>
                                          </p:val>
                                        </p:tav>
                                        <p:tav tm="100000">
                                          <p:val>
                                            <p:strVal val="#ppt_x"/>
                                          </p:val>
                                        </p:tav>
                                      </p:tavLst>
                                    </p:anim>
                                    <p:anim calcmode="lin" valueType="num">
                                      <p:cBhvr>
                                        <p:cTn id="732" dur="650" fill="hold"/>
                                        <p:tgtEl>
                                          <p:spTgt spid="91"/>
                                        </p:tgtEl>
                                        <p:attrNameLst>
                                          <p:attrName>ppt_y</p:attrName>
                                        </p:attrNameLst>
                                      </p:cBhvr>
                                      <p:tavLst>
                                        <p:tav tm="0">
                                          <p:val>
                                            <p:strVal val="#ppt_y+.1"/>
                                          </p:val>
                                        </p:tav>
                                        <p:tav tm="100000">
                                          <p:val>
                                            <p:strVal val="#ppt_y"/>
                                          </p:val>
                                        </p:tav>
                                      </p:tavLst>
                                    </p:anim>
                                  </p:childTnLst>
                                </p:cTn>
                              </p:par>
                              <p:par>
                                <p:cTn id="733" presetID="42" presetClass="entr" presetSubtype="0" fill="hold" grpId="0" nodeType="withEffect">
                                  <p:stCondLst>
                                    <p:cond delay="370"/>
                                  </p:stCondLst>
                                  <p:childTnLst>
                                    <p:set>
                                      <p:cBhvr>
                                        <p:cTn id="734" dur="1" fill="hold">
                                          <p:stCondLst>
                                            <p:cond delay="0"/>
                                          </p:stCondLst>
                                        </p:cTn>
                                        <p:tgtEl>
                                          <p:spTgt spid="92"/>
                                        </p:tgtEl>
                                        <p:attrNameLst>
                                          <p:attrName>style.visibility</p:attrName>
                                        </p:attrNameLst>
                                      </p:cBhvr>
                                      <p:to>
                                        <p:strVal val="visible"/>
                                      </p:to>
                                    </p:set>
                                    <p:animEffect transition="in" filter="fade">
                                      <p:cBhvr>
                                        <p:cTn id="735" dur="650"/>
                                        <p:tgtEl>
                                          <p:spTgt spid="92"/>
                                        </p:tgtEl>
                                      </p:cBhvr>
                                    </p:animEffect>
                                    <p:anim calcmode="lin" valueType="num">
                                      <p:cBhvr>
                                        <p:cTn id="736" dur="650" fill="hold"/>
                                        <p:tgtEl>
                                          <p:spTgt spid="92"/>
                                        </p:tgtEl>
                                        <p:attrNameLst>
                                          <p:attrName>ppt_x</p:attrName>
                                        </p:attrNameLst>
                                      </p:cBhvr>
                                      <p:tavLst>
                                        <p:tav tm="0">
                                          <p:val>
                                            <p:strVal val="#ppt_x"/>
                                          </p:val>
                                        </p:tav>
                                        <p:tav tm="100000">
                                          <p:val>
                                            <p:strVal val="#ppt_x"/>
                                          </p:val>
                                        </p:tav>
                                      </p:tavLst>
                                    </p:anim>
                                    <p:anim calcmode="lin" valueType="num">
                                      <p:cBhvr>
                                        <p:cTn id="737" dur="650" fill="hold"/>
                                        <p:tgtEl>
                                          <p:spTgt spid="92"/>
                                        </p:tgtEl>
                                        <p:attrNameLst>
                                          <p:attrName>ppt_y</p:attrName>
                                        </p:attrNameLst>
                                      </p:cBhvr>
                                      <p:tavLst>
                                        <p:tav tm="0">
                                          <p:val>
                                            <p:strVal val="#ppt_y+.1"/>
                                          </p:val>
                                        </p:tav>
                                        <p:tav tm="100000">
                                          <p:val>
                                            <p:strVal val="#ppt_y"/>
                                          </p:val>
                                        </p:tav>
                                      </p:tavLst>
                                    </p:anim>
                                  </p:childTnLst>
                                </p:cTn>
                              </p:par>
                              <p:par>
                                <p:cTn id="738" presetID="42" presetClass="entr" presetSubtype="0" fill="hold" grpId="0" nodeType="withEffect">
                                  <p:stCondLst>
                                    <p:cond delay="370"/>
                                  </p:stCondLst>
                                  <p:childTnLst>
                                    <p:set>
                                      <p:cBhvr>
                                        <p:cTn id="739" dur="1" fill="hold">
                                          <p:stCondLst>
                                            <p:cond delay="0"/>
                                          </p:stCondLst>
                                        </p:cTn>
                                        <p:tgtEl>
                                          <p:spTgt spid="93"/>
                                        </p:tgtEl>
                                        <p:attrNameLst>
                                          <p:attrName>style.visibility</p:attrName>
                                        </p:attrNameLst>
                                      </p:cBhvr>
                                      <p:to>
                                        <p:strVal val="visible"/>
                                      </p:to>
                                    </p:set>
                                    <p:animEffect transition="in" filter="fade">
                                      <p:cBhvr>
                                        <p:cTn id="740" dur="650"/>
                                        <p:tgtEl>
                                          <p:spTgt spid="93"/>
                                        </p:tgtEl>
                                      </p:cBhvr>
                                    </p:animEffect>
                                    <p:anim calcmode="lin" valueType="num">
                                      <p:cBhvr>
                                        <p:cTn id="741" dur="650" fill="hold"/>
                                        <p:tgtEl>
                                          <p:spTgt spid="93"/>
                                        </p:tgtEl>
                                        <p:attrNameLst>
                                          <p:attrName>ppt_x</p:attrName>
                                        </p:attrNameLst>
                                      </p:cBhvr>
                                      <p:tavLst>
                                        <p:tav tm="0">
                                          <p:val>
                                            <p:strVal val="#ppt_x"/>
                                          </p:val>
                                        </p:tav>
                                        <p:tav tm="100000">
                                          <p:val>
                                            <p:strVal val="#ppt_x"/>
                                          </p:val>
                                        </p:tav>
                                      </p:tavLst>
                                    </p:anim>
                                    <p:anim calcmode="lin" valueType="num">
                                      <p:cBhvr>
                                        <p:cTn id="742" dur="650" fill="hold"/>
                                        <p:tgtEl>
                                          <p:spTgt spid="93"/>
                                        </p:tgtEl>
                                        <p:attrNameLst>
                                          <p:attrName>ppt_y</p:attrName>
                                        </p:attrNameLst>
                                      </p:cBhvr>
                                      <p:tavLst>
                                        <p:tav tm="0">
                                          <p:val>
                                            <p:strVal val="#ppt_y+.1"/>
                                          </p:val>
                                        </p:tav>
                                        <p:tav tm="100000">
                                          <p:val>
                                            <p:strVal val="#ppt_y"/>
                                          </p:val>
                                        </p:tav>
                                      </p:tavLst>
                                    </p:anim>
                                  </p:childTnLst>
                                </p:cTn>
                              </p:par>
                              <p:par>
                                <p:cTn id="743" presetID="42" presetClass="entr" presetSubtype="0" fill="hold" grpId="0" nodeType="withEffect">
                                  <p:stCondLst>
                                    <p:cond delay="370"/>
                                  </p:stCondLst>
                                  <p:childTnLst>
                                    <p:set>
                                      <p:cBhvr>
                                        <p:cTn id="744" dur="1" fill="hold">
                                          <p:stCondLst>
                                            <p:cond delay="0"/>
                                          </p:stCondLst>
                                        </p:cTn>
                                        <p:tgtEl>
                                          <p:spTgt spid="94"/>
                                        </p:tgtEl>
                                        <p:attrNameLst>
                                          <p:attrName>style.visibility</p:attrName>
                                        </p:attrNameLst>
                                      </p:cBhvr>
                                      <p:to>
                                        <p:strVal val="visible"/>
                                      </p:to>
                                    </p:set>
                                    <p:animEffect transition="in" filter="fade">
                                      <p:cBhvr>
                                        <p:cTn id="745" dur="650"/>
                                        <p:tgtEl>
                                          <p:spTgt spid="94"/>
                                        </p:tgtEl>
                                      </p:cBhvr>
                                    </p:animEffect>
                                    <p:anim calcmode="lin" valueType="num">
                                      <p:cBhvr>
                                        <p:cTn id="746" dur="650" fill="hold"/>
                                        <p:tgtEl>
                                          <p:spTgt spid="94"/>
                                        </p:tgtEl>
                                        <p:attrNameLst>
                                          <p:attrName>ppt_x</p:attrName>
                                        </p:attrNameLst>
                                      </p:cBhvr>
                                      <p:tavLst>
                                        <p:tav tm="0">
                                          <p:val>
                                            <p:strVal val="#ppt_x"/>
                                          </p:val>
                                        </p:tav>
                                        <p:tav tm="100000">
                                          <p:val>
                                            <p:strVal val="#ppt_x"/>
                                          </p:val>
                                        </p:tav>
                                      </p:tavLst>
                                    </p:anim>
                                    <p:anim calcmode="lin" valueType="num">
                                      <p:cBhvr>
                                        <p:cTn id="747" dur="650" fill="hold"/>
                                        <p:tgtEl>
                                          <p:spTgt spid="94"/>
                                        </p:tgtEl>
                                        <p:attrNameLst>
                                          <p:attrName>ppt_y</p:attrName>
                                        </p:attrNameLst>
                                      </p:cBhvr>
                                      <p:tavLst>
                                        <p:tav tm="0">
                                          <p:val>
                                            <p:strVal val="#ppt_y+.1"/>
                                          </p:val>
                                        </p:tav>
                                        <p:tav tm="100000">
                                          <p:val>
                                            <p:strVal val="#ppt_y"/>
                                          </p:val>
                                        </p:tav>
                                      </p:tavLst>
                                    </p:anim>
                                  </p:childTnLst>
                                </p:cTn>
                              </p:par>
                              <p:par>
                                <p:cTn id="748" presetID="42" presetClass="entr" presetSubtype="0" fill="hold" grpId="0" nodeType="withEffect">
                                  <p:stCondLst>
                                    <p:cond delay="370"/>
                                  </p:stCondLst>
                                  <p:childTnLst>
                                    <p:set>
                                      <p:cBhvr>
                                        <p:cTn id="749" dur="1" fill="hold">
                                          <p:stCondLst>
                                            <p:cond delay="0"/>
                                          </p:stCondLst>
                                        </p:cTn>
                                        <p:tgtEl>
                                          <p:spTgt spid="95"/>
                                        </p:tgtEl>
                                        <p:attrNameLst>
                                          <p:attrName>style.visibility</p:attrName>
                                        </p:attrNameLst>
                                      </p:cBhvr>
                                      <p:to>
                                        <p:strVal val="visible"/>
                                      </p:to>
                                    </p:set>
                                    <p:animEffect transition="in" filter="fade">
                                      <p:cBhvr>
                                        <p:cTn id="750" dur="650"/>
                                        <p:tgtEl>
                                          <p:spTgt spid="95"/>
                                        </p:tgtEl>
                                      </p:cBhvr>
                                    </p:animEffect>
                                    <p:anim calcmode="lin" valueType="num">
                                      <p:cBhvr>
                                        <p:cTn id="751" dur="650" fill="hold"/>
                                        <p:tgtEl>
                                          <p:spTgt spid="95"/>
                                        </p:tgtEl>
                                        <p:attrNameLst>
                                          <p:attrName>ppt_x</p:attrName>
                                        </p:attrNameLst>
                                      </p:cBhvr>
                                      <p:tavLst>
                                        <p:tav tm="0">
                                          <p:val>
                                            <p:strVal val="#ppt_x"/>
                                          </p:val>
                                        </p:tav>
                                        <p:tav tm="100000">
                                          <p:val>
                                            <p:strVal val="#ppt_x"/>
                                          </p:val>
                                        </p:tav>
                                      </p:tavLst>
                                    </p:anim>
                                    <p:anim calcmode="lin" valueType="num">
                                      <p:cBhvr>
                                        <p:cTn id="752" dur="650" fill="hold"/>
                                        <p:tgtEl>
                                          <p:spTgt spid="95"/>
                                        </p:tgtEl>
                                        <p:attrNameLst>
                                          <p:attrName>ppt_y</p:attrName>
                                        </p:attrNameLst>
                                      </p:cBhvr>
                                      <p:tavLst>
                                        <p:tav tm="0">
                                          <p:val>
                                            <p:strVal val="#ppt_y+.1"/>
                                          </p:val>
                                        </p:tav>
                                        <p:tav tm="100000">
                                          <p:val>
                                            <p:strVal val="#ppt_y"/>
                                          </p:val>
                                        </p:tav>
                                      </p:tavLst>
                                    </p:anim>
                                  </p:childTnLst>
                                </p:cTn>
                              </p:par>
                              <p:par>
                                <p:cTn id="753" presetID="42" presetClass="entr" presetSubtype="0" fill="hold" grpId="0" nodeType="withEffect">
                                  <p:stCondLst>
                                    <p:cond delay="370"/>
                                  </p:stCondLst>
                                  <p:childTnLst>
                                    <p:set>
                                      <p:cBhvr>
                                        <p:cTn id="754" dur="1" fill="hold">
                                          <p:stCondLst>
                                            <p:cond delay="0"/>
                                          </p:stCondLst>
                                        </p:cTn>
                                        <p:tgtEl>
                                          <p:spTgt spid="96"/>
                                        </p:tgtEl>
                                        <p:attrNameLst>
                                          <p:attrName>style.visibility</p:attrName>
                                        </p:attrNameLst>
                                      </p:cBhvr>
                                      <p:to>
                                        <p:strVal val="visible"/>
                                      </p:to>
                                    </p:set>
                                    <p:animEffect transition="in" filter="fade">
                                      <p:cBhvr>
                                        <p:cTn id="755" dur="650"/>
                                        <p:tgtEl>
                                          <p:spTgt spid="96"/>
                                        </p:tgtEl>
                                      </p:cBhvr>
                                    </p:animEffect>
                                    <p:anim calcmode="lin" valueType="num">
                                      <p:cBhvr>
                                        <p:cTn id="756" dur="650" fill="hold"/>
                                        <p:tgtEl>
                                          <p:spTgt spid="96"/>
                                        </p:tgtEl>
                                        <p:attrNameLst>
                                          <p:attrName>ppt_x</p:attrName>
                                        </p:attrNameLst>
                                      </p:cBhvr>
                                      <p:tavLst>
                                        <p:tav tm="0">
                                          <p:val>
                                            <p:strVal val="#ppt_x"/>
                                          </p:val>
                                        </p:tav>
                                        <p:tav tm="100000">
                                          <p:val>
                                            <p:strVal val="#ppt_x"/>
                                          </p:val>
                                        </p:tav>
                                      </p:tavLst>
                                    </p:anim>
                                    <p:anim calcmode="lin" valueType="num">
                                      <p:cBhvr>
                                        <p:cTn id="757" dur="650" fill="hold"/>
                                        <p:tgtEl>
                                          <p:spTgt spid="96"/>
                                        </p:tgtEl>
                                        <p:attrNameLst>
                                          <p:attrName>ppt_y</p:attrName>
                                        </p:attrNameLst>
                                      </p:cBhvr>
                                      <p:tavLst>
                                        <p:tav tm="0">
                                          <p:val>
                                            <p:strVal val="#ppt_y+.1"/>
                                          </p:val>
                                        </p:tav>
                                        <p:tav tm="100000">
                                          <p:val>
                                            <p:strVal val="#ppt_y"/>
                                          </p:val>
                                        </p:tav>
                                      </p:tavLst>
                                    </p:anim>
                                  </p:childTnLst>
                                </p:cTn>
                              </p:par>
                              <p:par>
                                <p:cTn id="758" presetID="42" presetClass="entr" presetSubtype="0" fill="hold" grpId="0" nodeType="withEffect">
                                  <p:stCondLst>
                                    <p:cond delay="370"/>
                                  </p:stCondLst>
                                  <p:childTnLst>
                                    <p:set>
                                      <p:cBhvr>
                                        <p:cTn id="759" dur="1" fill="hold">
                                          <p:stCondLst>
                                            <p:cond delay="0"/>
                                          </p:stCondLst>
                                        </p:cTn>
                                        <p:tgtEl>
                                          <p:spTgt spid="97"/>
                                        </p:tgtEl>
                                        <p:attrNameLst>
                                          <p:attrName>style.visibility</p:attrName>
                                        </p:attrNameLst>
                                      </p:cBhvr>
                                      <p:to>
                                        <p:strVal val="visible"/>
                                      </p:to>
                                    </p:set>
                                    <p:animEffect transition="in" filter="fade">
                                      <p:cBhvr>
                                        <p:cTn id="760" dur="650"/>
                                        <p:tgtEl>
                                          <p:spTgt spid="97"/>
                                        </p:tgtEl>
                                      </p:cBhvr>
                                    </p:animEffect>
                                    <p:anim calcmode="lin" valueType="num">
                                      <p:cBhvr>
                                        <p:cTn id="761" dur="650" fill="hold"/>
                                        <p:tgtEl>
                                          <p:spTgt spid="97"/>
                                        </p:tgtEl>
                                        <p:attrNameLst>
                                          <p:attrName>ppt_x</p:attrName>
                                        </p:attrNameLst>
                                      </p:cBhvr>
                                      <p:tavLst>
                                        <p:tav tm="0">
                                          <p:val>
                                            <p:strVal val="#ppt_x"/>
                                          </p:val>
                                        </p:tav>
                                        <p:tav tm="100000">
                                          <p:val>
                                            <p:strVal val="#ppt_x"/>
                                          </p:val>
                                        </p:tav>
                                      </p:tavLst>
                                    </p:anim>
                                    <p:anim calcmode="lin" valueType="num">
                                      <p:cBhvr>
                                        <p:cTn id="762" dur="650" fill="hold"/>
                                        <p:tgtEl>
                                          <p:spTgt spid="97"/>
                                        </p:tgtEl>
                                        <p:attrNameLst>
                                          <p:attrName>ppt_y</p:attrName>
                                        </p:attrNameLst>
                                      </p:cBhvr>
                                      <p:tavLst>
                                        <p:tav tm="0">
                                          <p:val>
                                            <p:strVal val="#ppt_y+.1"/>
                                          </p:val>
                                        </p:tav>
                                        <p:tav tm="100000">
                                          <p:val>
                                            <p:strVal val="#ppt_y"/>
                                          </p:val>
                                        </p:tav>
                                      </p:tavLst>
                                    </p:anim>
                                  </p:childTnLst>
                                </p:cTn>
                              </p:par>
                              <p:par>
                                <p:cTn id="763" presetID="42" presetClass="entr" presetSubtype="0" fill="hold" grpId="0" nodeType="withEffect">
                                  <p:stCondLst>
                                    <p:cond delay="370"/>
                                  </p:stCondLst>
                                  <p:childTnLst>
                                    <p:set>
                                      <p:cBhvr>
                                        <p:cTn id="764" dur="1" fill="hold">
                                          <p:stCondLst>
                                            <p:cond delay="0"/>
                                          </p:stCondLst>
                                        </p:cTn>
                                        <p:tgtEl>
                                          <p:spTgt spid="98"/>
                                        </p:tgtEl>
                                        <p:attrNameLst>
                                          <p:attrName>style.visibility</p:attrName>
                                        </p:attrNameLst>
                                      </p:cBhvr>
                                      <p:to>
                                        <p:strVal val="visible"/>
                                      </p:to>
                                    </p:set>
                                    <p:animEffect transition="in" filter="fade">
                                      <p:cBhvr>
                                        <p:cTn id="765" dur="650"/>
                                        <p:tgtEl>
                                          <p:spTgt spid="98"/>
                                        </p:tgtEl>
                                      </p:cBhvr>
                                    </p:animEffect>
                                    <p:anim calcmode="lin" valueType="num">
                                      <p:cBhvr>
                                        <p:cTn id="766" dur="650" fill="hold"/>
                                        <p:tgtEl>
                                          <p:spTgt spid="98"/>
                                        </p:tgtEl>
                                        <p:attrNameLst>
                                          <p:attrName>ppt_x</p:attrName>
                                        </p:attrNameLst>
                                      </p:cBhvr>
                                      <p:tavLst>
                                        <p:tav tm="0">
                                          <p:val>
                                            <p:strVal val="#ppt_x"/>
                                          </p:val>
                                        </p:tav>
                                        <p:tav tm="100000">
                                          <p:val>
                                            <p:strVal val="#ppt_x"/>
                                          </p:val>
                                        </p:tav>
                                      </p:tavLst>
                                    </p:anim>
                                    <p:anim calcmode="lin" valueType="num">
                                      <p:cBhvr>
                                        <p:cTn id="767" dur="650" fill="hold"/>
                                        <p:tgtEl>
                                          <p:spTgt spid="98"/>
                                        </p:tgtEl>
                                        <p:attrNameLst>
                                          <p:attrName>ppt_y</p:attrName>
                                        </p:attrNameLst>
                                      </p:cBhvr>
                                      <p:tavLst>
                                        <p:tav tm="0">
                                          <p:val>
                                            <p:strVal val="#ppt_y+.1"/>
                                          </p:val>
                                        </p:tav>
                                        <p:tav tm="100000">
                                          <p:val>
                                            <p:strVal val="#ppt_y"/>
                                          </p:val>
                                        </p:tav>
                                      </p:tavLst>
                                    </p:anim>
                                  </p:childTnLst>
                                </p:cTn>
                              </p:par>
                              <p:par>
                                <p:cTn id="768" presetID="42" presetClass="entr" presetSubtype="0" fill="hold" grpId="0" nodeType="withEffect">
                                  <p:stCondLst>
                                    <p:cond delay="370"/>
                                  </p:stCondLst>
                                  <p:childTnLst>
                                    <p:set>
                                      <p:cBhvr>
                                        <p:cTn id="769" dur="1" fill="hold">
                                          <p:stCondLst>
                                            <p:cond delay="0"/>
                                          </p:stCondLst>
                                        </p:cTn>
                                        <p:tgtEl>
                                          <p:spTgt spid="99"/>
                                        </p:tgtEl>
                                        <p:attrNameLst>
                                          <p:attrName>style.visibility</p:attrName>
                                        </p:attrNameLst>
                                      </p:cBhvr>
                                      <p:to>
                                        <p:strVal val="visible"/>
                                      </p:to>
                                    </p:set>
                                    <p:animEffect transition="in" filter="fade">
                                      <p:cBhvr>
                                        <p:cTn id="770" dur="650"/>
                                        <p:tgtEl>
                                          <p:spTgt spid="99"/>
                                        </p:tgtEl>
                                      </p:cBhvr>
                                    </p:animEffect>
                                    <p:anim calcmode="lin" valueType="num">
                                      <p:cBhvr>
                                        <p:cTn id="771" dur="650" fill="hold"/>
                                        <p:tgtEl>
                                          <p:spTgt spid="99"/>
                                        </p:tgtEl>
                                        <p:attrNameLst>
                                          <p:attrName>ppt_x</p:attrName>
                                        </p:attrNameLst>
                                      </p:cBhvr>
                                      <p:tavLst>
                                        <p:tav tm="0">
                                          <p:val>
                                            <p:strVal val="#ppt_x"/>
                                          </p:val>
                                        </p:tav>
                                        <p:tav tm="100000">
                                          <p:val>
                                            <p:strVal val="#ppt_x"/>
                                          </p:val>
                                        </p:tav>
                                      </p:tavLst>
                                    </p:anim>
                                    <p:anim calcmode="lin" valueType="num">
                                      <p:cBhvr>
                                        <p:cTn id="772" dur="650" fill="hold"/>
                                        <p:tgtEl>
                                          <p:spTgt spid="99"/>
                                        </p:tgtEl>
                                        <p:attrNameLst>
                                          <p:attrName>ppt_y</p:attrName>
                                        </p:attrNameLst>
                                      </p:cBhvr>
                                      <p:tavLst>
                                        <p:tav tm="0">
                                          <p:val>
                                            <p:strVal val="#ppt_y+.1"/>
                                          </p:val>
                                        </p:tav>
                                        <p:tav tm="100000">
                                          <p:val>
                                            <p:strVal val="#ppt_y"/>
                                          </p:val>
                                        </p:tav>
                                      </p:tavLst>
                                    </p:anim>
                                  </p:childTnLst>
                                </p:cTn>
                              </p:par>
                              <p:par>
                                <p:cTn id="773" presetID="42" presetClass="entr" presetSubtype="0" fill="hold" grpId="0" nodeType="withEffect">
                                  <p:stCondLst>
                                    <p:cond delay="370"/>
                                  </p:stCondLst>
                                  <p:childTnLst>
                                    <p:set>
                                      <p:cBhvr>
                                        <p:cTn id="774" dur="1" fill="hold">
                                          <p:stCondLst>
                                            <p:cond delay="0"/>
                                          </p:stCondLst>
                                        </p:cTn>
                                        <p:tgtEl>
                                          <p:spTgt spid="100"/>
                                        </p:tgtEl>
                                        <p:attrNameLst>
                                          <p:attrName>style.visibility</p:attrName>
                                        </p:attrNameLst>
                                      </p:cBhvr>
                                      <p:to>
                                        <p:strVal val="visible"/>
                                      </p:to>
                                    </p:set>
                                    <p:animEffect transition="in" filter="fade">
                                      <p:cBhvr>
                                        <p:cTn id="775" dur="650"/>
                                        <p:tgtEl>
                                          <p:spTgt spid="100"/>
                                        </p:tgtEl>
                                      </p:cBhvr>
                                    </p:animEffect>
                                    <p:anim calcmode="lin" valueType="num">
                                      <p:cBhvr>
                                        <p:cTn id="776" dur="650" fill="hold"/>
                                        <p:tgtEl>
                                          <p:spTgt spid="100"/>
                                        </p:tgtEl>
                                        <p:attrNameLst>
                                          <p:attrName>ppt_x</p:attrName>
                                        </p:attrNameLst>
                                      </p:cBhvr>
                                      <p:tavLst>
                                        <p:tav tm="0">
                                          <p:val>
                                            <p:strVal val="#ppt_x"/>
                                          </p:val>
                                        </p:tav>
                                        <p:tav tm="100000">
                                          <p:val>
                                            <p:strVal val="#ppt_x"/>
                                          </p:val>
                                        </p:tav>
                                      </p:tavLst>
                                    </p:anim>
                                    <p:anim calcmode="lin" valueType="num">
                                      <p:cBhvr>
                                        <p:cTn id="777" dur="650" fill="hold"/>
                                        <p:tgtEl>
                                          <p:spTgt spid="100"/>
                                        </p:tgtEl>
                                        <p:attrNameLst>
                                          <p:attrName>ppt_y</p:attrName>
                                        </p:attrNameLst>
                                      </p:cBhvr>
                                      <p:tavLst>
                                        <p:tav tm="0">
                                          <p:val>
                                            <p:strVal val="#ppt_y+.1"/>
                                          </p:val>
                                        </p:tav>
                                        <p:tav tm="100000">
                                          <p:val>
                                            <p:strVal val="#ppt_y"/>
                                          </p:val>
                                        </p:tav>
                                      </p:tavLst>
                                    </p:anim>
                                  </p:childTnLst>
                                </p:cTn>
                              </p:par>
                              <p:par>
                                <p:cTn id="778" presetID="42" presetClass="entr" presetSubtype="0" fill="hold" grpId="0" nodeType="withEffect">
                                  <p:stCondLst>
                                    <p:cond delay="370"/>
                                  </p:stCondLst>
                                  <p:childTnLst>
                                    <p:set>
                                      <p:cBhvr>
                                        <p:cTn id="779" dur="1" fill="hold">
                                          <p:stCondLst>
                                            <p:cond delay="0"/>
                                          </p:stCondLst>
                                        </p:cTn>
                                        <p:tgtEl>
                                          <p:spTgt spid="101"/>
                                        </p:tgtEl>
                                        <p:attrNameLst>
                                          <p:attrName>style.visibility</p:attrName>
                                        </p:attrNameLst>
                                      </p:cBhvr>
                                      <p:to>
                                        <p:strVal val="visible"/>
                                      </p:to>
                                    </p:set>
                                    <p:animEffect transition="in" filter="fade">
                                      <p:cBhvr>
                                        <p:cTn id="780" dur="650"/>
                                        <p:tgtEl>
                                          <p:spTgt spid="101"/>
                                        </p:tgtEl>
                                      </p:cBhvr>
                                    </p:animEffect>
                                    <p:anim calcmode="lin" valueType="num">
                                      <p:cBhvr>
                                        <p:cTn id="781" dur="650" fill="hold"/>
                                        <p:tgtEl>
                                          <p:spTgt spid="101"/>
                                        </p:tgtEl>
                                        <p:attrNameLst>
                                          <p:attrName>ppt_x</p:attrName>
                                        </p:attrNameLst>
                                      </p:cBhvr>
                                      <p:tavLst>
                                        <p:tav tm="0">
                                          <p:val>
                                            <p:strVal val="#ppt_x"/>
                                          </p:val>
                                        </p:tav>
                                        <p:tav tm="100000">
                                          <p:val>
                                            <p:strVal val="#ppt_x"/>
                                          </p:val>
                                        </p:tav>
                                      </p:tavLst>
                                    </p:anim>
                                    <p:anim calcmode="lin" valueType="num">
                                      <p:cBhvr>
                                        <p:cTn id="782" dur="650" fill="hold"/>
                                        <p:tgtEl>
                                          <p:spTgt spid="101"/>
                                        </p:tgtEl>
                                        <p:attrNameLst>
                                          <p:attrName>ppt_y</p:attrName>
                                        </p:attrNameLst>
                                      </p:cBhvr>
                                      <p:tavLst>
                                        <p:tav tm="0">
                                          <p:val>
                                            <p:strVal val="#ppt_y+.1"/>
                                          </p:val>
                                        </p:tav>
                                        <p:tav tm="100000">
                                          <p:val>
                                            <p:strVal val="#ppt_y"/>
                                          </p:val>
                                        </p:tav>
                                      </p:tavLst>
                                    </p:anim>
                                  </p:childTnLst>
                                </p:cTn>
                              </p:par>
                              <p:par>
                                <p:cTn id="783" presetID="42" presetClass="entr" presetSubtype="0" fill="hold" grpId="0" nodeType="withEffect">
                                  <p:stCondLst>
                                    <p:cond delay="370"/>
                                  </p:stCondLst>
                                  <p:childTnLst>
                                    <p:set>
                                      <p:cBhvr>
                                        <p:cTn id="784" dur="1" fill="hold">
                                          <p:stCondLst>
                                            <p:cond delay="0"/>
                                          </p:stCondLst>
                                        </p:cTn>
                                        <p:tgtEl>
                                          <p:spTgt spid="102"/>
                                        </p:tgtEl>
                                        <p:attrNameLst>
                                          <p:attrName>style.visibility</p:attrName>
                                        </p:attrNameLst>
                                      </p:cBhvr>
                                      <p:to>
                                        <p:strVal val="visible"/>
                                      </p:to>
                                    </p:set>
                                    <p:animEffect transition="in" filter="fade">
                                      <p:cBhvr>
                                        <p:cTn id="785" dur="650"/>
                                        <p:tgtEl>
                                          <p:spTgt spid="102"/>
                                        </p:tgtEl>
                                      </p:cBhvr>
                                    </p:animEffect>
                                    <p:anim calcmode="lin" valueType="num">
                                      <p:cBhvr>
                                        <p:cTn id="786" dur="650" fill="hold"/>
                                        <p:tgtEl>
                                          <p:spTgt spid="102"/>
                                        </p:tgtEl>
                                        <p:attrNameLst>
                                          <p:attrName>ppt_x</p:attrName>
                                        </p:attrNameLst>
                                      </p:cBhvr>
                                      <p:tavLst>
                                        <p:tav tm="0">
                                          <p:val>
                                            <p:strVal val="#ppt_x"/>
                                          </p:val>
                                        </p:tav>
                                        <p:tav tm="100000">
                                          <p:val>
                                            <p:strVal val="#ppt_x"/>
                                          </p:val>
                                        </p:tav>
                                      </p:tavLst>
                                    </p:anim>
                                    <p:anim calcmode="lin" valueType="num">
                                      <p:cBhvr>
                                        <p:cTn id="787" dur="650" fill="hold"/>
                                        <p:tgtEl>
                                          <p:spTgt spid="102"/>
                                        </p:tgtEl>
                                        <p:attrNameLst>
                                          <p:attrName>ppt_y</p:attrName>
                                        </p:attrNameLst>
                                      </p:cBhvr>
                                      <p:tavLst>
                                        <p:tav tm="0">
                                          <p:val>
                                            <p:strVal val="#ppt_y+.1"/>
                                          </p:val>
                                        </p:tav>
                                        <p:tav tm="100000">
                                          <p:val>
                                            <p:strVal val="#ppt_y"/>
                                          </p:val>
                                        </p:tav>
                                      </p:tavLst>
                                    </p:anim>
                                  </p:childTnLst>
                                </p:cTn>
                              </p:par>
                              <p:par>
                                <p:cTn id="788" presetID="42" presetClass="entr" presetSubtype="0" fill="hold" grpId="0" nodeType="withEffect">
                                  <p:stCondLst>
                                    <p:cond delay="370"/>
                                  </p:stCondLst>
                                  <p:childTnLst>
                                    <p:set>
                                      <p:cBhvr>
                                        <p:cTn id="789" dur="1" fill="hold">
                                          <p:stCondLst>
                                            <p:cond delay="0"/>
                                          </p:stCondLst>
                                        </p:cTn>
                                        <p:tgtEl>
                                          <p:spTgt spid="103"/>
                                        </p:tgtEl>
                                        <p:attrNameLst>
                                          <p:attrName>style.visibility</p:attrName>
                                        </p:attrNameLst>
                                      </p:cBhvr>
                                      <p:to>
                                        <p:strVal val="visible"/>
                                      </p:to>
                                    </p:set>
                                    <p:animEffect transition="in" filter="fade">
                                      <p:cBhvr>
                                        <p:cTn id="790" dur="650"/>
                                        <p:tgtEl>
                                          <p:spTgt spid="103"/>
                                        </p:tgtEl>
                                      </p:cBhvr>
                                    </p:animEffect>
                                    <p:anim calcmode="lin" valueType="num">
                                      <p:cBhvr>
                                        <p:cTn id="791" dur="650" fill="hold"/>
                                        <p:tgtEl>
                                          <p:spTgt spid="103"/>
                                        </p:tgtEl>
                                        <p:attrNameLst>
                                          <p:attrName>ppt_x</p:attrName>
                                        </p:attrNameLst>
                                      </p:cBhvr>
                                      <p:tavLst>
                                        <p:tav tm="0">
                                          <p:val>
                                            <p:strVal val="#ppt_x"/>
                                          </p:val>
                                        </p:tav>
                                        <p:tav tm="100000">
                                          <p:val>
                                            <p:strVal val="#ppt_x"/>
                                          </p:val>
                                        </p:tav>
                                      </p:tavLst>
                                    </p:anim>
                                    <p:anim calcmode="lin" valueType="num">
                                      <p:cBhvr>
                                        <p:cTn id="792" dur="650" fill="hold"/>
                                        <p:tgtEl>
                                          <p:spTgt spid="103"/>
                                        </p:tgtEl>
                                        <p:attrNameLst>
                                          <p:attrName>ppt_y</p:attrName>
                                        </p:attrNameLst>
                                      </p:cBhvr>
                                      <p:tavLst>
                                        <p:tav tm="0">
                                          <p:val>
                                            <p:strVal val="#ppt_y+.1"/>
                                          </p:val>
                                        </p:tav>
                                        <p:tav tm="100000">
                                          <p:val>
                                            <p:strVal val="#ppt_y"/>
                                          </p:val>
                                        </p:tav>
                                      </p:tavLst>
                                    </p:anim>
                                  </p:childTnLst>
                                </p:cTn>
                              </p:par>
                              <p:par>
                                <p:cTn id="793" presetID="42" presetClass="entr" presetSubtype="0" fill="hold" grpId="0" nodeType="withEffect">
                                  <p:stCondLst>
                                    <p:cond delay="370"/>
                                  </p:stCondLst>
                                  <p:childTnLst>
                                    <p:set>
                                      <p:cBhvr>
                                        <p:cTn id="794" dur="1" fill="hold">
                                          <p:stCondLst>
                                            <p:cond delay="0"/>
                                          </p:stCondLst>
                                        </p:cTn>
                                        <p:tgtEl>
                                          <p:spTgt spid="104"/>
                                        </p:tgtEl>
                                        <p:attrNameLst>
                                          <p:attrName>style.visibility</p:attrName>
                                        </p:attrNameLst>
                                      </p:cBhvr>
                                      <p:to>
                                        <p:strVal val="visible"/>
                                      </p:to>
                                    </p:set>
                                    <p:animEffect transition="in" filter="fade">
                                      <p:cBhvr>
                                        <p:cTn id="795" dur="650"/>
                                        <p:tgtEl>
                                          <p:spTgt spid="104"/>
                                        </p:tgtEl>
                                      </p:cBhvr>
                                    </p:animEffect>
                                    <p:anim calcmode="lin" valueType="num">
                                      <p:cBhvr>
                                        <p:cTn id="796" dur="650" fill="hold"/>
                                        <p:tgtEl>
                                          <p:spTgt spid="104"/>
                                        </p:tgtEl>
                                        <p:attrNameLst>
                                          <p:attrName>ppt_x</p:attrName>
                                        </p:attrNameLst>
                                      </p:cBhvr>
                                      <p:tavLst>
                                        <p:tav tm="0">
                                          <p:val>
                                            <p:strVal val="#ppt_x"/>
                                          </p:val>
                                        </p:tav>
                                        <p:tav tm="100000">
                                          <p:val>
                                            <p:strVal val="#ppt_x"/>
                                          </p:val>
                                        </p:tav>
                                      </p:tavLst>
                                    </p:anim>
                                    <p:anim calcmode="lin" valueType="num">
                                      <p:cBhvr>
                                        <p:cTn id="797" dur="650" fill="hold"/>
                                        <p:tgtEl>
                                          <p:spTgt spid="104"/>
                                        </p:tgtEl>
                                        <p:attrNameLst>
                                          <p:attrName>ppt_y</p:attrName>
                                        </p:attrNameLst>
                                      </p:cBhvr>
                                      <p:tavLst>
                                        <p:tav tm="0">
                                          <p:val>
                                            <p:strVal val="#ppt_y+.1"/>
                                          </p:val>
                                        </p:tav>
                                        <p:tav tm="100000">
                                          <p:val>
                                            <p:strVal val="#ppt_y"/>
                                          </p:val>
                                        </p:tav>
                                      </p:tavLst>
                                    </p:anim>
                                  </p:childTnLst>
                                </p:cTn>
                              </p:par>
                              <p:par>
                                <p:cTn id="798" presetID="42" presetClass="entr" presetSubtype="0" fill="hold" grpId="0" nodeType="withEffect">
                                  <p:stCondLst>
                                    <p:cond delay="370"/>
                                  </p:stCondLst>
                                  <p:childTnLst>
                                    <p:set>
                                      <p:cBhvr>
                                        <p:cTn id="799" dur="1" fill="hold">
                                          <p:stCondLst>
                                            <p:cond delay="0"/>
                                          </p:stCondLst>
                                        </p:cTn>
                                        <p:tgtEl>
                                          <p:spTgt spid="105"/>
                                        </p:tgtEl>
                                        <p:attrNameLst>
                                          <p:attrName>style.visibility</p:attrName>
                                        </p:attrNameLst>
                                      </p:cBhvr>
                                      <p:to>
                                        <p:strVal val="visible"/>
                                      </p:to>
                                    </p:set>
                                    <p:animEffect transition="in" filter="fade">
                                      <p:cBhvr>
                                        <p:cTn id="800" dur="650"/>
                                        <p:tgtEl>
                                          <p:spTgt spid="105"/>
                                        </p:tgtEl>
                                      </p:cBhvr>
                                    </p:animEffect>
                                    <p:anim calcmode="lin" valueType="num">
                                      <p:cBhvr>
                                        <p:cTn id="801" dur="650" fill="hold"/>
                                        <p:tgtEl>
                                          <p:spTgt spid="105"/>
                                        </p:tgtEl>
                                        <p:attrNameLst>
                                          <p:attrName>ppt_x</p:attrName>
                                        </p:attrNameLst>
                                      </p:cBhvr>
                                      <p:tavLst>
                                        <p:tav tm="0">
                                          <p:val>
                                            <p:strVal val="#ppt_x"/>
                                          </p:val>
                                        </p:tav>
                                        <p:tav tm="100000">
                                          <p:val>
                                            <p:strVal val="#ppt_x"/>
                                          </p:val>
                                        </p:tav>
                                      </p:tavLst>
                                    </p:anim>
                                    <p:anim calcmode="lin" valueType="num">
                                      <p:cBhvr>
                                        <p:cTn id="802" dur="650" fill="hold"/>
                                        <p:tgtEl>
                                          <p:spTgt spid="105"/>
                                        </p:tgtEl>
                                        <p:attrNameLst>
                                          <p:attrName>ppt_y</p:attrName>
                                        </p:attrNameLst>
                                      </p:cBhvr>
                                      <p:tavLst>
                                        <p:tav tm="0">
                                          <p:val>
                                            <p:strVal val="#ppt_y+.1"/>
                                          </p:val>
                                        </p:tav>
                                        <p:tav tm="100000">
                                          <p:val>
                                            <p:strVal val="#ppt_y"/>
                                          </p:val>
                                        </p:tav>
                                      </p:tavLst>
                                    </p:anim>
                                  </p:childTnLst>
                                </p:cTn>
                              </p:par>
                              <p:par>
                                <p:cTn id="803" presetID="42" presetClass="entr" presetSubtype="0" fill="hold" grpId="0" nodeType="withEffect">
                                  <p:stCondLst>
                                    <p:cond delay="370"/>
                                  </p:stCondLst>
                                  <p:childTnLst>
                                    <p:set>
                                      <p:cBhvr>
                                        <p:cTn id="804" dur="1" fill="hold">
                                          <p:stCondLst>
                                            <p:cond delay="0"/>
                                          </p:stCondLst>
                                        </p:cTn>
                                        <p:tgtEl>
                                          <p:spTgt spid="106"/>
                                        </p:tgtEl>
                                        <p:attrNameLst>
                                          <p:attrName>style.visibility</p:attrName>
                                        </p:attrNameLst>
                                      </p:cBhvr>
                                      <p:to>
                                        <p:strVal val="visible"/>
                                      </p:to>
                                    </p:set>
                                    <p:animEffect transition="in" filter="fade">
                                      <p:cBhvr>
                                        <p:cTn id="805" dur="650"/>
                                        <p:tgtEl>
                                          <p:spTgt spid="106"/>
                                        </p:tgtEl>
                                      </p:cBhvr>
                                    </p:animEffect>
                                    <p:anim calcmode="lin" valueType="num">
                                      <p:cBhvr>
                                        <p:cTn id="806" dur="650" fill="hold"/>
                                        <p:tgtEl>
                                          <p:spTgt spid="106"/>
                                        </p:tgtEl>
                                        <p:attrNameLst>
                                          <p:attrName>ppt_x</p:attrName>
                                        </p:attrNameLst>
                                      </p:cBhvr>
                                      <p:tavLst>
                                        <p:tav tm="0">
                                          <p:val>
                                            <p:strVal val="#ppt_x"/>
                                          </p:val>
                                        </p:tav>
                                        <p:tav tm="100000">
                                          <p:val>
                                            <p:strVal val="#ppt_x"/>
                                          </p:val>
                                        </p:tav>
                                      </p:tavLst>
                                    </p:anim>
                                    <p:anim calcmode="lin" valueType="num">
                                      <p:cBhvr>
                                        <p:cTn id="807" dur="650" fill="hold"/>
                                        <p:tgtEl>
                                          <p:spTgt spid="106"/>
                                        </p:tgtEl>
                                        <p:attrNameLst>
                                          <p:attrName>ppt_y</p:attrName>
                                        </p:attrNameLst>
                                      </p:cBhvr>
                                      <p:tavLst>
                                        <p:tav tm="0">
                                          <p:val>
                                            <p:strVal val="#ppt_y+.1"/>
                                          </p:val>
                                        </p:tav>
                                        <p:tav tm="100000">
                                          <p:val>
                                            <p:strVal val="#ppt_y"/>
                                          </p:val>
                                        </p:tav>
                                      </p:tavLst>
                                    </p:anim>
                                  </p:childTnLst>
                                </p:cTn>
                              </p:par>
                              <p:par>
                                <p:cTn id="808" presetID="42" presetClass="entr" presetSubtype="0" fill="hold" grpId="0" nodeType="withEffect">
                                  <p:stCondLst>
                                    <p:cond delay="370"/>
                                  </p:stCondLst>
                                  <p:childTnLst>
                                    <p:set>
                                      <p:cBhvr>
                                        <p:cTn id="809" dur="1" fill="hold">
                                          <p:stCondLst>
                                            <p:cond delay="0"/>
                                          </p:stCondLst>
                                        </p:cTn>
                                        <p:tgtEl>
                                          <p:spTgt spid="107"/>
                                        </p:tgtEl>
                                        <p:attrNameLst>
                                          <p:attrName>style.visibility</p:attrName>
                                        </p:attrNameLst>
                                      </p:cBhvr>
                                      <p:to>
                                        <p:strVal val="visible"/>
                                      </p:to>
                                    </p:set>
                                    <p:animEffect transition="in" filter="fade">
                                      <p:cBhvr>
                                        <p:cTn id="810" dur="650"/>
                                        <p:tgtEl>
                                          <p:spTgt spid="107"/>
                                        </p:tgtEl>
                                      </p:cBhvr>
                                    </p:animEffect>
                                    <p:anim calcmode="lin" valueType="num">
                                      <p:cBhvr>
                                        <p:cTn id="811" dur="650" fill="hold"/>
                                        <p:tgtEl>
                                          <p:spTgt spid="107"/>
                                        </p:tgtEl>
                                        <p:attrNameLst>
                                          <p:attrName>ppt_x</p:attrName>
                                        </p:attrNameLst>
                                      </p:cBhvr>
                                      <p:tavLst>
                                        <p:tav tm="0">
                                          <p:val>
                                            <p:strVal val="#ppt_x"/>
                                          </p:val>
                                        </p:tav>
                                        <p:tav tm="100000">
                                          <p:val>
                                            <p:strVal val="#ppt_x"/>
                                          </p:val>
                                        </p:tav>
                                      </p:tavLst>
                                    </p:anim>
                                    <p:anim calcmode="lin" valueType="num">
                                      <p:cBhvr>
                                        <p:cTn id="812" dur="650" fill="hold"/>
                                        <p:tgtEl>
                                          <p:spTgt spid="107"/>
                                        </p:tgtEl>
                                        <p:attrNameLst>
                                          <p:attrName>ppt_y</p:attrName>
                                        </p:attrNameLst>
                                      </p:cBhvr>
                                      <p:tavLst>
                                        <p:tav tm="0">
                                          <p:val>
                                            <p:strVal val="#ppt_y+.1"/>
                                          </p:val>
                                        </p:tav>
                                        <p:tav tm="100000">
                                          <p:val>
                                            <p:strVal val="#ppt_y"/>
                                          </p:val>
                                        </p:tav>
                                      </p:tavLst>
                                    </p:anim>
                                  </p:childTnLst>
                                </p:cTn>
                              </p:par>
                              <p:par>
                                <p:cTn id="813" presetID="42" presetClass="entr" presetSubtype="0" fill="hold" grpId="0" nodeType="withEffect">
                                  <p:stCondLst>
                                    <p:cond delay="370"/>
                                  </p:stCondLst>
                                  <p:childTnLst>
                                    <p:set>
                                      <p:cBhvr>
                                        <p:cTn id="814" dur="1" fill="hold">
                                          <p:stCondLst>
                                            <p:cond delay="0"/>
                                          </p:stCondLst>
                                        </p:cTn>
                                        <p:tgtEl>
                                          <p:spTgt spid="108"/>
                                        </p:tgtEl>
                                        <p:attrNameLst>
                                          <p:attrName>style.visibility</p:attrName>
                                        </p:attrNameLst>
                                      </p:cBhvr>
                                      <p:to>
                                        <p:strVal val="visible"/>
                                      </p:to>
                                    </p:set>
                                    <p:animEffect transition="in" filter="fade">
                                      <p:cBhvr>
                                        <p:cTn id="815" dur="650"/>
                                        <p:tgtEl>
                                          <p:spTgt spid="108"/>
                                        </p:tgtEl>
                                      </p:cBhvr>
                                    </p:animEffect>
                                    <p:anim calcmode="lin" valueType="num">
                                      <p:cBhvr>
                                        <p:cTn id="816" dur="650" fill="hold"/>
                                        <p:tgtEl>
                                          <p:spTgt spid="108"/>
                                        </p:tgtEl>
                                        <p:attrNameLst>
                                          <p:attrName>ppt_x</p:attrName>
                                        </p:attrNameLst>
                                      </p:cBhvr>
                                      <p:tavLst>
                                        <p:tav tm="0">
                                          <p:val>
                                            <p:strVal val="#ppt_x"/>
                                          </p:val>
                                        </p:tav>
                                        <p:tav tm="100000">
                                          <p:val>
                                            <p:strVal val="#ppt_x"/>
                                          </p:val>
                                        </p:tav>
                                      </p:tavLst>
                                    </p:anim>
                                    <p:anim calcmode="lin" valueType="num">
                                      <p:cBhvr>
                                        <p:cTn id="817" dur="650" fill="hold"/>
                                        <p:tgtEl>
                                          <p:spTgt spid="108"/>
                                        </p:tgtEl>
                                        <p:attrNameLst>
                                          <p:attrName>ppt_y</p:attrName>
                                        </p:attrNameLst>
                                      </p:cBhvr>
                                      <p:tavLst>
                                        <p:tav tm="0">
                                          <p:val>
                                            <p:strVal val="#ppt_y+.1"/>
                                          </p:val>
                                        </p:tav>
                                        <p:tav tm="100000">
                                          <p:val>
                                            <p:strVal val="#ppt_y"/>
                                          </p:val>
                                        </p:tav>
                                      </p:tavLst>
                                    </p:anim>
                                  </p:childTnLst>
                                </p:cTn>
                              </p:par>
                              <p:par>
                                <p:cTn id="818" presetID="42" presetClass="entr" presetSubtype="0" fill="hold" grpId="0" nodeType="withEffect">
                                  <p:stCondLst>
                                    <p:cond delay="370"/>
                                  </p:stCondLst>
                                  <p:childTnLst>
                                    <p:set>
                                      <p:cBhvr>
                                        <p:cTn id="819" dur="1" fill="hold">
                                          <p:stCondLst>
                                            <p:cond delay="0"/>
                                          </p:stCondLst>
                                        </p:cTn>
                                        <p:tgtEl>
                                          <p:spTgt spid="109"/>
                                        </p:tgtEl>
                                        <p:attrNameLst>
                                          <p:attrName>style.visibility</p:attrName>
                                        </p:attrNameLst>
                                      </p:cBhvr>
                                      <p:to>
                                        <p:strVal val="visible"/>
                                      </p:to>
                                    </p:set>
                                    <p:animEffect transition="in" filter="fade">
                                      <p:cBhvr>
                                        <p:cTn id="820" dur="650"/>
                                        <p:tgtEl>
                                          <p:spTgt spid="109"/>
                                        </p:tgtEl>
                                      </p:cBhvr>
                                    </p:animEffect>
                                    <p:anim calcmode="lin" valueType="num">
                                      <p:cBhvr>
                                        <p:cTn id="821" dur="650" fill="hold"/>
                                        <p:tgtEl>
                                          <p:spTgt spid="109"/>
                                        </p:tgtEl>
                                        <p:attrNameLst>
                                          <p:attrName>ppt_x</p:attrName>
                                        </p:attrNameLst>
                                      </p:cBhvr>
                                      <p:tavLst>
                                        <p:tav tm="0">
                                          <p:val>
                                            <p:strVal val="#ppt_x"/>
                                          </p:val>
                                        </p:tav>
                                        <p:tav tm="100000">
                                          <p:val>
                                            <p:strVal val="#ppt_x"/>
                                          </p:val>
                                        </p:tav>
                                      </p:tavLst>
                                    </p:anim>
                                    <p:anim calcmode="lin" valueType="num">
                                      <p:cBhvr>
                                        <p:cTn id="822" dur="650" fill="hold"/>
                                        <p:tgtEl>
                                          <p:spTgt spid="109"/>
                                        </p:tgtEl>
                                        <p:attrNameLst>
                                          <p:attrName>ppt_y</p:attrName>
                                        </p:attrNameLst>
                                      </p:cBhvr>
                                      <p:tavLst>
                                        <p:tav tm="0">
                                          <p:val>
                                            <p:strVal val="#ppt_y+.1"/>
                                          </p:val>
                                        </p:tav>
                                        <p:tav tm="100000">
                                          <p:val>
                                            <p:strVal val="#ppt_y"/>
                                          </p:val>
                                        </p:tav>
                                      </p:tavLst>
                                    </p:anim>
                                  </p:childTnLst>
                                </p:cTn>
                              </p:par>
                              <p:par>
                                <p:cTn id="823" presetID="42" presetClass="entr" presetSubtype="0" fill="hold" grpId="0" nodeType="withEffect">
                                  <p:stCondLst>
                                    <p:cond delay="370"/>
                                  </p:stCondLst>
                                  <p:childTnLst>
                                    <p:set>
                                      <p:cBhvr>
                                        <p:cTn id="824" dur="1" fill="hold">
                                          <p:stCondLst>
                                            <p:cond delay="0"/>
                                          </p:stCondLst>
                                        </p:cTn>
                                        <p:tgtEl>
                                          <p:spTgt spid="110"/>
                                        </p:tgtEl>
                                        <p:attrNameLst>
                                          <p:attrName>style.visibility</p:attrName>
                                        </p:attrNameLst>
                                      </p:cBhvr>
                                      <p:to>
                                        <p:strVal val="visible"/>
                                      </p:to>
                                    </p:set>
                                    <p:animEffect transition="in" filter="fade">
                                      <p:cBhvr>
                                        <p:cTn id="825" dur="650"/>
                                        <p:tgtEl>
                                          <p:spTgt spid="110"/>
                                        </p:tgtEl>
                                      </p:cBhvr>
                                    </p:animEffect>
                                    <p:anim calcmode="lin" valueType="num">
                                      <p:cBhvr>
                                        <p:cTn id="826" dur="650" fill="hold"/>
                                        <p:tgtEl>
                                          <p:spTgt spid="110"/>
                                        </p:tgtEl>
                                        <p:attrNameLst>
                                          <p:attrName>ppt_x</p:attrName>
                                        </p:attrNameLst>
                                      </p:cBhvr>
                                      <p:tavLst>
                                        <p:tav tm="0">
                                          <p:val>
                                            <p:strVal val="#ppt_x"/>
                                          </p:val>
                                        </p:tav>
                                        <p:tav tm="100000">
                                          <p:val>
                                            <p:strVal val="#ppt_x"/>
                                          </p:val>
                                        </p:tav>
                                      </p:tavLst>
                                    </p:anim>
                                    <p:anim calcmode="lin" valueType="num">
                                      <p:cBhvr>
                                        <p:cTn id="827" dur="650" fill="hold"/>
                                        <p:tgtEl>
                                          <p:spTgt spid="110"/>
                                        </p:tgtEl>
                                        <p:attrNameLst>
                                          <p:attrName>ppt_y</p:attrName>
                                        </p:attrNameLst>
                                      </p:cBhvr>
                                      <p:tavLst>
                                        <p:tav tm="0">
                                          <p:val>
                                            <p:strVal val="#ppt_y+.1"/>
                                          </p:val>
                                        </p:tav>
                                        <p:tav tm="100000">
                                          <p:val>
                                            <p:strVal val="#ppt_y"/>
                                          </p:val>
                                        </p:tav>
                                      </p:tavLst>
                                    </p:anim>
                                  </p:childTnLst>
                                </p:cTn>
                              </p:par>
                              <p:par>
                                <p:cTn id="828" presetID="42" presetClass="entr" presetSubtype="0" fill="hold" grpId="0" nodeType="withEffect">
                                  <p:stCondLst>
                                    <p:cond delay="370"/>
                                  </p:stCondLst>
                                  <p:childTnLst>
                                    <p:set>
                                      <p:cBhvr>
                                        <p:cTn id="829" dur="1" fill="hold">
                                          <p:stCondLst>
                                            <p:cond delay="0"/>
                                          </p:stCondLst>
                                        </p:cTn>
                                        <p:tgtEl>
                                          <p:spTgt spid="111"/>
                                        </p:tgtEl>
                                        <p:attrNameLst>
                                          <p:attrName>style.visibility</p:attrName>
                                        </p:attrNameLst>
                                      </p:cBhvr>
                                      <p:to>
                                        <p:strVal val="visible"/>
                                      </p:to>
                                    </p:set>
                                    <p:animEffect transition="in" filter="fade">
                                      <p:cBhvr>
                                        <p:cTn id="830" dur="650"/>
                                        <p:tgtEl>
                                          <p:spTgt spid="111"/>
                                        </p:tgtEl>
                                      </p:cBhvr>
                                    </p:animEffect>
                                    <p:anim calcmode="lin" valueType="num">
                                      <p:cBhvr>
                                        <p:cTn id="831" dur="650" fill="hold"/>
                                        <p:tgtEl>
                                          <p:spTgt spid="111"/>
                                        </p:tgtEl>
                                        <p:attrNameLst>
                                          <p:attrName>ppt_x</p:attrName>
                                        </p:attrNameLst>
                                      </p:cBhvr>
                                      <p:tavLst>
                                        <p:tav tm="0">
                                          <p:val>
                                            <p:strVal val="#ppt_x"/>
                                          </p:val>
                                        </p:tav>
                                        <p:tav tm="100000">
                                          <p:val>
                                            <p:strVal val="#ppt_x"/>
                                          </p:val>
                                        </p:tav>
                                      </p:tavLst>
                                    </p:anim>
                                    <p:anim calcmode="lin" valueType="num">
                                      <p:cBhvr>
                                        <p:cTn id="832" dur="650" fill="hold"/>
                                        <p:tgtEl>
                                          <p:spTgt spid="111"/>
                                        </p:tgtEl>
                                        <p:attrNameLst>
                                          <p:attrName>ppt_y</p:attrName>
                                        </p:attrNameLst>
                                      </p:cBhvr>
                                      <p:tavLst>
                                        <p:tav tm="0">
                                          <p:val>
                                            <p:strVal val="#ppt_y+.1"/>
                                          </p:val>
                                        </p:tav>
                                        <p:tav tm="100000">
                                          <p:val>
                                            <p:strVal val="#ppt_y"/>
                                          </p:val>
                                        </p:tav>
                                      </p:tavLst>
                                    </p:anim>
                                  </p:childTnLst>
                                </p:cTn>
                              </p:par>
                              <p:par>
                                <p:cTn id="833" presetID="42" presetClass="entr" presetSubtype="0" fill="hold" grpId="0" nodeType="withEffect">
                                  <p:stCondLst>
                                    <p:cond delay="370"/>
                                  </p:stCondLst>
                                  <p:childTnLst>
                                    <p:set>
                                      <p:cBhvr>
                                        <p:cTn id="834" dur="1" fill="hold">
                                          <p:stCondLst>
                                            <p:cond delay="0"/>
                                          </p:stCondLst>
                                        </p:cTn>
                                        <p:tgtEl>
                                          <p:spTgt spid="112"/>
                                        </p:tgtEl>
                                        <p:attrNameLst>
                                          <p:attrName>style.visibility</p:attrName>
                                        </p:attrNameLst>
                                      </p:cBhvr>
                                      <p:to>
                                        <p:strVal val="visible"/>
                                      </p:to>
                                    </p:set>
                                    <p:animEffect transition="in" filter="fade">
                                      <p:cBhvr>
                                        <p:cTn id="835" dur="650"/>
                                        <p:tgtEl>
                                          <p:spTgt spid="112"/>
                                        </p:tgtEl>
                                      </p:cBhvr>
                                    </p:animEffect>
                                    <p:anim calcmode="lin" valueType="num">
                                      <p:cBhvr>
                                        <p:cTn id="836" dur="650" fill="hold"/>
                                        <p:tgtEl>
                                          <p:spTgt spid="112"/>
                                        </p:tgtEl>
                                        <p:attrNameLst>
                                          <p:attrName>ppt_x</p:attrName>
                                        </p:attrNameLst>
                                      </p:cBhvr>
                                      <p:tavLst>
                                        <p:tav tm="0">
                                          <p:val>
                                            <p:strVal val="#ppt_x"/>
                                          </p:val>
                                        </p:tav>
                                        <p:tav tm="100000">
                                          <p:val>
                                            <p:strVal val="#ppt_x"/>
                                          </p:val>
                                        </p:tav>
                                      </p:tavLst>
                                    </p:anim>
                                    <p:anim calcmode="lin" valueType="num">
                                      <p:cBhvr>
                                        <p:cTn id="837" dur="650" fill="hold"/>
                                        <p:tgtEl>
                                          <p:spTgt spid="112"/>
                                        </p:tgtEl>
                                        <p:attrNameLst>
                                          <p:attrName>ppt_y</p:attrName>
                                        </p:attrNameLst>
                                      </p:cBhvr>
                                      <p:tavLst>
                                        <p:tav tm="0">
                                          <p:val>
                                            <p:strVal val="#ppt_y+.1"/>
                                          </p:val>
                                        </p:tav>
                                        <p:tav tm="100000">
                                          <p:val>
                                            <p:strVal val="#ppt_y"/>
                                          </p:val>
                                        </p:tav>
                                      </p:tavLst>
                                    </p:anim>
                                  </p:childTnLst>
                                </p:cTn>
                              </p:par>
                              <p:par>
                                <p:cTn id="838" presetID="42" presetClass="entr" presetSubtype="0" fill="hold" grpId="0" nodeType="withEffect">
                                  <p:stCondLst>
                                    <p:cond delay="370"/>
                                  </p:stCondLst>
                                  <p:childTnLst>
                                    <p:set>
                                      <p:cBhvr>
                                        <p:cTn id="839" dur="1" fill="hold">
                                          <p:stCondLst>
                                            <p:cond delay="0"/>
                                          </p:stCondLst>
                                        </p:cTn>
                                        <p:tgtEl>
                                          <p:spTgt spid="113"/>
                                        </p:tgtEl>
                                        <p:attrNameLst>
                                          <p:attrName>style.visibility</p:attrName>
                                        </p:attrNameLst>
                                      </p:cBhvr>
                                      <p:to>
                                        <p:strVal val="visible"/>
                                      </p:to>
                                    </p:set>
                                    <p:animEffect transition="in" filter="fade">
                                      <p:cBhvr>
                                        <p:cTn id="840" dur="650"/>
                                        <p:tgtEl>
                                          <p:spTgt spid="113"/>
                                        </p:tgtEl>
                                      </p:cBhvr>
                                    </p:animEffect>
                                    <p:anim calcmode="lin" valueType="num">
                                      <p:cBhvr>
                                        <p:cTn id="841" dur="650" fill="hold"/>
                                        <p:tgtEl>
                                          <p:spTgt spid="113"/>
                                        </p:tgtEl>
                                        <p:attrNameLst>
                                          <p:attrName>ppt_x</p:attrName>
                                        </p:attrNameLst>
                                      </p:cBhvr>
                                      <p:tavLst>
                                        <p:tav tm="0">
                                          <p:val>
                                            <p:strVal val="#ppt_x"/>
                                          </p:val>
                                        </p:tav>
                                        <p:tav tm="100000">
                                          <p:val>
                                            <p:strVal val="#ppt_x"/>
                                          </p:val>
                                        </p:tav>
                                      </p:tavLst>
                                    </p:anim>
                                    <p:anim calcmode="lin" valueType="num">
                                      <p:cBhvr>
                                        <p:cTn id="842" dur="650" fill="hold"/>
                                        <p:tgtEl>
                                          <p:spTgt spid="113"/>
                                        </p:tgtEl>
                                        <p:attrNameLst>
                                          <p:attrName>ppt_y</p:attrName>
                                        </p:attrNameLst>
                                      </p:cBhvr>
                                      <p:tavLst>
                                        <p:tav tm="0">
                                          <p:val>
                                            <p:strVal val="#ppt_y+.1"/>
                                          </p:val>
                                        </p:tav>
                                        <p:tav tm="100000">
                                          <p:val>
                                            <p:strVal val="#ppt_y"/>
                                          </p:val>
                                        </p:tav>
                                      </p:tavLst>
                                    </p:anim>
                                  </p:childTnLst>
                                </p:cTn>
                              </p:par>
                              <p:par>
                                <p:cTn id="843" presetID="42" presetClass="entr" presetSubtype="0" fill="hold" grpId="0" nodeType="withEffect">
                                  <p:stCondLst>
                                    <p:cond delay="370"/>
                                  </p:stCondLst>
                                  <p:childTnLst>
                                    <p:set>
                                      <p:cBhvr>
                                        <p:cTn id="844" dur="1" fill="hold">
                                          <p:stCondLst>
                                            <p:cond delay="0"/>
                                          </p:stCondLst>
                                        </p:cTn>
                                        <p:tgtEl>
                                          <p:spTgt spid="114"/>
                                        </p:tgtEl>
                                        <p:attrNameLst>
                                          <p:attrName>style.visibility</p:attrName>
                                        </p:attrNameLst>
                                      </p:cBhvr>
                                      <p:to>
                                        <p:strVal val="visible"/>
                                      </p:to>
                                    </p:set>
                                    <p:animEffect transition="in" filter="fade">
                                      <p:cBhvr>
                                        <p:cTn id="845" dur="650"/>
                                        <p:tgtEl>
                                          <p:spTgt spid="114"/>
                                        </p:tgtEl>
                                      </p:cBhvr>
                                    </p:animEffect>
                                    <p:anim calcmode="lin" valueType="num">
                                      <p:cBhvr>
                                        <p:cTn id="846" dur="650" fill="hold"/>
                                        <p:tgtEl>
                                          <p:spTgt spid="114"/>
                                        </p:tgtEl>
                                        <p:attrNameLst>
                                          <p:attrName>ppt_x</p:attrName>
                                        </p:attrNameLst>
                                      </p:cBhvr>
                                      <p:tavLst>
                                        <p:tav tm="0">
                                          <p:val>
                                            <p:strVal val="#ppt_x"/>
                                          </p:val>
                                        </p:tav>
                                        <p:tav tm="100000">
                                          <p:val>
                                            <p:strVal val="#ppt_x"/>
                                          </p:val>
                                        </p:tav>
                                      </p:tavLst>
                                    </p:anim>
                                    <p:anim calcmode="lin" valueType="num">
                                      <p:cBhvr>
                                        <p:cTn id="847" dur="650" fill="hold"/>
                                        <p:tgtEl>
                                          <p:spTgt spid="114"/>
                                        </p:tgtEl>
                                        <p:attrNameLst>
                                          <p:attrName>ppt_y</p:attrName>
                                        </p:attrNameLst>
                                      </p:cBhvr>
                                      <p:tavLst>
                                        <p:tav tm="0">
                                          <p:val>
                                            <p:strVal val="#ppt_y+.1"/>
                                          </p:val>
                                        </p:tav>
                                        <p:tav tm="100000">
                                          <p:val>
                                            <p:strVal val="#ppt_y"/>
                                          </p:val>
                                        </p:tav>
                                      </p:tavLst>
                                    </p:anim>
                                  </p:childTnLst>
                                </p:cTn>
                              </p:par>
                              <p:par>
                                <p:cTn id="848" presetID="42" presetClass="entr" presetSubtype="0" fill="hold" grpId="0" nodeType="withEffect">
                                  <p:stCondLst>
                                    <p:cond delay="370"/>
                                  </p:stCondLst>
                                  <p:childTnLst>
                                    <p:set>
                                      <p:cBhvr>
                                        <p:cTn id="849" dur="1" fill="hold">
                                          <p:stCondLst>
                                            <p:cond delay="0"/>
                                          </p:stCondLst>
                                        </p:cTn>
                                        <p:tgtEl>
                                          <p:spTgt spid="115"/>
                                        </p:tgtEl>
                                        <p:attrNameLst>
                                          <p:attrName>style.visibility</p:attrName>
                                        </p:attrNameLst>
                                      </p:cBhvr>
                                      <p:to>
                                        <p:strVal val="visible"/>
                                      </p:to>
                                    </p:set>
                                    <p:animEffect transition="in" filter="fade">
                                      <p:cBhvr>
                                        <p:cTn id="850" dur="650"/>
                                        <p:tgtEl>
                                          <p:spTgt spid="115"/>
                                        </p:tgtEl>
                                      </p:cBhvr>
                                    </p:animEffect>
                                    <p:anim calcmode="lin" valueType="num">
                                      <p:cBhvr>
                                        <p:cTn id="851" dur="650" fill="hold"/>
                                        <p:tgtEl>
                                          <p:spTgt spid="115"/>
                                        </p:tgtEl>
                                        <p:attrNameLst>
                                          <p:attrName>ppt_x</p:attrName>
                                        </p:attrNameLst>
                                      </p:cBhvr>
                                      <p:tavLst>
                                        <p:tav tm="0">
                                          <p:val>
                                            <p:strVal val="#ppt_x"/>
                                          </p:val>
                                        </p:tav>
                                        <p:tav tm="100000">
                                          <p:val>
                                            <p:strVal val="#ppt_x"/>
                                          </p:val>
                                        </p:tav>
                                      </p:tavLst>
                                    </p:anim>
                                    <p:anim calcmode="lin" valueType="num">
                                      <p:cBhvr>
                                        <p:cTn id="852" dur="650" fill="hold"/>
                                        <p:tgtEl>
                                          <p:spTgt spid="115"/>
                                        </p:tgtEl>
                                        <p:attrNameLst>
                                          <p:attrName>ppt_y</p:attrName>
                                        </p:attrNameLst>
                                      </p:cBhvr>
                                      <p:tavLst>
                                        <p:tav tm="0">
                                          <p:val>
                                            <p:strVal val="#ppt_y+.1"/>
                                          </p:val>
                                        </p:tav>
                                        <p:tav tm="100000">
                                          <p:val>
                                            <p:strVal val="#ppt_y"/>
                                          </p:val>
                                        </p:tav>
                                      </p:tavLst>
                                    </p:anim>
                                  </p:childTnLst>
                                </p:cTn>
                              </p:par>
                              <p:par>
                                <p:cTn id="853" presetID="42" presetClass="entr" presetSubtype="0" fill="hold" grpId="0" nodeType="withEffect">
                                  <p:stCondLst>
                                    <p:cond delay="370"/>
                                  </p:stCondLst>
                                  <p:childTnLst>
                                    <p:set>
                                      <p:cBhvr>
                                        <p:cTn id="854" dur="1" fill="hold">
                                          <p:stCondLst>
                                            <p:cond delay="0"/>
                                          </p:stCondLst>
                                        </p:cTn>
                                        <p:tgtEl>
                                          <p:spTgt spid="116"/>
                                        </p:tgtEl>
                                        <p:attrNameLst>
                                          <p:attrName>style.visibility</p:attrName>
                                        </p:attrNameLst>
                                      </p:cBhvr>
                                      <p:to>
                                        <p:strVal val="visible"/>
                                      </p:to>
                                    </p:set>
                                    <p:animEffect transition="in" filter="fade">
                                      <p:cBhvr>
                                        <p:cTn id="855" dur="650"/>
                                        <p:tgtEl>
                                          <p:spTgt spid="116"/>
                                        </p:tgtEl>
                                      </p:cBhvr>
                                    </p:animEffect>
                                    <p:anim calcmode="lin" valueType="num">
                                      <p:cBhvr>
                                        <p:cTn id="856" dur="650" fill="hold"/>
                                        <p:tgtEl>
                                          <p:spTgt spid="116"/>
                                        </p:tgtEl>
                                        <p:attrNameLst>
                                          <p:attrName>ppt_x</p:attrName>
                                        </p:attrNameLst>
                                      </p:cBhvr>
                                      <p:tavLst>
                                        <p:tav tm="0">
                                          <p:val>
                                            <p:strVal val="#ppt_x"/>
                                          </p:val>
                                        </p:tav>
                                        <p:tav tm="100000">
                                          <p:val>
                                            <p:strVal val="#ppt_x"/>
                                          </p:val>
                                        </p:tav>
                                      </p:tavLst>
                                    </p:anim>
                                    <p:anim calcmode="lin" valueType="num">
                                      <p:cBhvr>
                                        <p:cTn id="857" dur="650" fill="hold"/>
                                        <p:tgtEl>
                                          <p:spTgt spid="116"/>
                                        </p:tgtEl>
                                        <p:attrNameLst>
                                          <p:attrName>ppt_y</p:attrName>
                                        </p:attrNameLst>
                                      </p:cBhvr>
                                      <p:tavLst>
                                        <p:tav tm="0">
                                          <p:val>
                                            <p:strVal val="#ppt_y+.1"/>
                                          </p:val>
                                        </p:tav>
                                        <p:tav tm="100000">
                                          <p:val>
                                            <p:strVal val="#ppt_y"/>
                                          </p:val>
                                        </p:tav>
                                      </p:tavLst>
                                    </p:anim>
                                  </p:childTnLst>
                                </p:cTn>
                              </p:par>
                              <p:par>
                                <p:cTn id="858" presetID="42" presetClass="entr" presetSubtype="0" fill="hold" grpId="0" nodeType="withEffect">
                                  <p:stCondLst>
                                    <p:cond delay="370"/>
                                  </p:stCondLst>
                                  <p:childTnLst>
                                    <p:set>
                                      <p:cBhvr>
                                        <p:cTn id="859" dur="1" fill="hold">
                                          <p:stCondLst>
                                            <p:cond delay="0"/>
                                          </p:stCondLst>
                                        </p:cTn>
                                        <p:tgtEl>
                                          <p:spTgt spid="117"/>
                                        </p:tgtEl>
                                        <p:attrNameLst>
                                          <p:attrName>style.visibility</p:attrName>
                                        </p:attrNameLst>
                                      </p:cBhvr>
                                      <p:to>
                                        <p:strVal val="visible"/>
                                      </p:to>
                                    </p:set>
                                    <p:animEffect transition="in" filter="fade">
                                      <p:cBhvr>
                                        <p:cTn id="860" dur="650"/>
                                        <p:tgtEl>
                                          <p:spTgt spid="117"/>
                                        </p:tgtEl>
                                      </p:cBhvr>
                                    </p:animEffect>
                                    <p:anim calcmode="lin" valueType="num">
                                      <p:cBhvr>
                                        <p:cTn id="861" dur="650" fill="hold"/>
                                        <p:tgtEl>
                                          <p:spTgt spid="117"/>
                                        </p:tgtEl>
                                        <p:attrNameLst>
                                          <p:attrName>ppt_x</p:attrName>
                                        </p:attrNameLst>
                                      </p:cBhvr>
                                      <p:tavLst>
                                        <p:tav tm="0">
                                          <p:val>
                                            <p:strVal val="#ppt_x"/>
                                          </p:val>
                                        </p:tav>
                                        <p:tav tm="100000">
                                          <p:val>
                                            <p:strVal val="#ppt_x"/>
                                          </p:val>
                                        </p:tav>
                                      </p:tavLst>
                                    </p:anim>
                                    <p:anim calcmode="lin" valueType="num">
                                      <p:cBhvr>
                                        <p:cTn id="862" dur="650" fill="hold"/>
                                        <p:tgtEl>
                                          <p:spTgt spid="117"/>
                                        </p:tgtEl>
                                        <p:attrNameLst>
                                          <p:attrName>ppt_y</p:attrName>
                                        </p:attrNameLst>
                                      </p:cBhvr>
                                      <p:tavLst>
                                        <p:tav tm="0">
                                          <p:val>
                                            <p:strVal val="#ppt_y+.1"/>
                                          </p:val>
                                        </p:tav>
                                        <p:tav tm="100000">
                                          <p:val>
                                            <p:strVal val="#ppt_y"/>
                                          </p:val>
                                        </p:tav>
                                      </p:tavLst>
                                    </p:anim>
                                  </p:childTnLst>
                                </p:cTn>
                              </p:par>
                              <p:par>
                                <p:cTn id="863" presetID="42" presetClass="entr" presetSubtype="0" fill="hold" grpId="0" nodeType="withEffect">
                                  <p:stCondLst>
                                    <p:cond delay="370"/>
                                  </p:stCondLst>
                                  <p:childTnLst>
                                    <p:set>
                                      <p:cBhvr>
                                        <p:cTn id="864" dur="1" fill="hold">
                                          <p:stCondLst>
                                            <p:cond delay="0"/>
                                          </p:stCondLst>
                                        </p:cTn>
                                        <p:tgtEl>
                                          <p:spTgt spid="118"/>
                                        </p:tgtEl>
                                        <p:attrNameLst>
                                          <p:attrName>style.visibility</p:attrName>
                                        </p:attrNameLst>
                                      </p:cBhvr>
                                      <p:to>
                                        <p:strVal val="visible"/>
                                      </p:to>
                                    </p:set>
                                    <p:animEffect transition="in" filter="fade">
                                      <p:cBhvr>
                                        <p:cTn id="865" dur="650"/>
                                        <p:tgtEl>
                                          <p:spTgt spid="118"/>
                                        </p:tgtEl>
                                      </p:cBhvr>
                                    </p:animEffect>
                                    <p:anim calcmode="lin" valueType="num">
                                      <p:cBhvr>
                                        <p:cTn id="866" dur="650" fill="hold"/>
                                        <p:tgtEl>
                                          <p:spTgt spid="118"/>
                                        </p:tgtEl>
                                        <p:attrNameLst>
                                          <p:attrName>ppt_x</p:attrName>
                                        </p:attrNameLst>
                                      </p:cBhvr>
                                      <p:tavLst>
                                        <p:tav tm="0">
                                          <p:val>
                                            <p:strVal val="#ppt_x"/>
                                          </p:val>
                                        </p:tav>
                                        <p:tav tm="100000">
                                          <p:val>
                                            <p:strVal val="#ppt_x"/>
                                          </p:val>
                                        </p:tav>
                                      </p:tavLst>
                                    </p:anim>
                                    <p:anim calcmode="lin" valueType="num">
                                      <p:cBhvr>
                                        <p:cTn id="867" dur="650" fill="hold"/>
                                        <p:tgtEl>
                                          <p:spTgt spid="118"/>
                                        </p:tgtEl>
                                        <p:attrNameLst>
                                          <p:attrName>ppt_y</p:attrName>
                                        </p:attrNameLst>
                                      </p:cBhvr>
                                      <p:tavLst>
                                        <p:tav tm="0">
                                          <p:val>
                                            <p:strVal val="#ppt_y+.1"/>
                                          </p:val>
                                        </p:tav>
                                        <p:tav tm="100000">
                                          <p:val>
                                            <p:strVal val="#ppt_y"/>
                                          </p:val>
                                        </p:tav>
                                      </p:tavLst>
                                    </p:anim>
                                  </p:childTnLst>
                                </p:cTn>
                              </p:par>
                              <p:par>
                                <p:cTn id="868" presetID="42" presetClass="entr" presetSubtype="0" fill="hold" grpId="0" nodeType="withEffect">
                                  <p:stCondLst>
                                    <p:cond delay="370"/>
                                  </p:stCondLst>
                                  <p:childTnLst>
                                    <p:set>
                                      <p:cBhvr>
                                        <p:cTn id="869" dur="1" fill="hold">
                                          <p:stCondLst>
                                            <p:cond delay="0"/>
                                          </p:stCondLst>
                                        </p:cTn>
                                        <p:tgtEl>
                                          <p:spTgt spid="119"/>
                                        </p:tgtEl>
                                        <p:attrNameLst>
                                          <p:attrName>style.visibility</p:attrName>
                                        </p:attrNameLst>
                                      </p:cBhvr>
                                      <p:to>
                                        <p:strVal val="visible"/>
                                      </p:to>
                                    </p:set>
                                    <p:animEffect transition="in" filter="fade">
                                      <p:cBhvr>
                                        <p:cTn id="870" dur="650"/>
                                        <p:tgtEl>
                                          <p:spTgt spid="119"/>
                                        </p:tgtEl>
                                      </p:cBhvr>
                                    </p:animEffect>
                                    <p:anim calcmode="lin" valueType="num">
                                      <p:cBhvr>
                                        <p:cTn id="871" dur="650" fill="hold"/>
                                        <p:tgtEl>
                                          <p:spTgt spid="119"/>
                                        </p:tgtEl>
                                        <p:attrNameLst>
                                          <p:attrName>ppt_x</p:attrName>
                                        </p:attrNameLst>
                                      </p:cBhvr>
                                      <p:tavLst>
                                        <p:tav tm="0">
                                          <p:val>
                                            <p:strVal val="#ppt_x"/>
                                          </p:val>
                                        </p:tav>
                                        <p:tav tm="100000">
                                          <p:val>
                                            <p:strVal val="#ppt_x"/>
                                          </p:val>
                                        </p:tav>
                                      </p:tavLst>
                                    </p:anim>
                                    <p:anim calcmode="lin" valueType="num">
                                      <p:cBhvr>
                                        <p:cTn id="872" dur="650" fill="hold"/>
                                        <p:tgtEl>
                                          <p:spTgt spid="119"/>
                                        </p:tgtEl>
                                        <p:attrNameLst>
                                          <p:attrName>ppt_y</p:attrName>
                                        </p:attrNameLst>
                                      </p:cBhvr>
                                      <p:tavLst>
                                        <p:tav tm="0">
                                          <p:val>
                                            <p:strVal val="#ppt_y+.1"/>
                                          </p:val>
                                        </p:tav>
                                        <p:tav tm="100000">
                                          <p:val>
                                            <p:strVal val="#ppt_y"/>
                                          </p:val>
                                        </p:tav>
                                      </p:tavLst>
                                    </p:anim>
                                  </p:childTnLst>
                                </p:cTn>
                              </p:par>
                              <p:par>
                                <p:cTn id="873" presetID="42" presetClass="entr" presetSubtype="0" fill="hold" grpId="0" nodeType="withEffect">
                                  <p:stCondLst>
                                    <p:cond delay="370"/>
                                  </p:stCondLst>
                                  <p:childTnLst>
                                    <p:set>
                                      <p:cBhvr>
                                        <p:cTn id="874" dur="1" fill="hold">
                                          <p:stCondLst>
                                            <p:cond delay="0"/>
                                          </p:stCondLst>
                                        </p:cTn>
                                        <p:tgtEl>
                                          <p:spTgt spid="120"/>
                                        </p:tgtEl>
                                        <p:attrNameLst>
                                          <p:attrName>style.visibility</p:attrName>
                                        </p:attrNameLst>
                                      </p:cBhvr>
                                      <p:to>
                                        <p:strVal val="visible"/>
                                      </p:to>
                                    </p:set>
                                    <p:animEffect transition="in" filter="fade">
                                      <p:cBhvr>
                                        <p:cTn id="875" dur="650"/>
                                        <p:tgtEl>
                                          <p:spTgt spid="120"/>
                                        </p:tgtEl>
                                      </p:cBhvr>
                                    </p:animEffect>
                                    <p:anim calcmode="lin" valueType="num">
                                      <p:cBhvr>
                                        <p:cTn id="876" dur="650" fill="hold"/>
                                        <p:tgtEl>
                                          <p:spTgt spid="120"/>
                                        </p:tgtEl>
                                        <p:attrNameLst>
                                          <p:attrName>ppt_x</p:attrName>
                                        </p:attrNameLst>
                                      </p:cBhvr>
                                      <p:tavLst>
                                        <p:tav tm="0">
                                          <p:val>
                                            <p:strVal val="#ppt_x"/>
                                          </p:val>
                                        </p:tav>
                                        <p:tav tm="100000">
                                          <p:val>
                                            <p:strVal val="#ppt_x"/>
                                          </p:val>
                                        </p:tav>
                                      </p:tavLst>
                                    </p:anim>
                                    <p:anim calcmode="lin" valueType="num">
                                      <p:cBhvr>
                                        <p:cTn id="877" dur="650" fill="hold"/>
                                        <p:tgtEl>
                                          <p:spTgt spid="120"/>
                                        </p:tgtEl>
                                        <p:attrNameLst>
                                          <p:attrName>ppt_y</p:attrName>
                                        </p:attrNameLst>
                                      </p:cBhvr>
                                      <p:tavLst>
                                        <p:tav tm="0">
                                          <p:val>
                                            <p:strVal val="#ppt_y+.1"/>
                                          </p:val>
                                        </p:tav>
                                        <p:tav tm="100000">
                                          <p:val>
                                            <p:strVal val="#ppt_y"/>
                                          </p:val>
                                        </p:tav>
                                      </p:tavLst>
                                    </p:anim>
                                  </p:childTnLst>
                                </p:cTn>
                              </p:par>
                              <p:par>
                                <p:cTn id="878" presetID="42" presetClass="entr" presetSubtype="0" fill="hold" grpId="0" nodeType="withEffect">
                                  <p:stCondLst>
                                    <p:cond delay="370"/>
                                  </p:stCondLst>
                                  <p:childTnLst>
                                    <p:set>
                                      <p:cBhvr>
                                        <p:cTn id="879" dur="1" fill="hold">
                                          <p:stCondLst>
                                            <p:cond delay="0"/>
                                          </p:stCondLst>
                                        </p:cTn>
                                        <p:tgtEl>
                                          <p:spTgt spid="121"/>
                                        </p:tgtEl>
                                        <p:attrNameLst>
                                          <p:attrName>style.visibility</p:attrName>
                                        </p:attrNameLst>
                                      </p:cBhvr>
                                      <p:to>
                                        <p:strVal val="visible"/>
                                      </p:to>
                                    </p:set>
                                    <p:animEffect transition="in" filter="fade">
                                      <p:cBhvr>
                                        <p:cTn id="880" dur="650"/>
                                        <p:tgtEl>
                                          <p:spTgt spid="121"/>
                                        </p:tgtEl>
                                      </p:cBhvr>
                                    </p:animEffect>
                                    <p:anim calcmode="lin" valueType="num">
                                      <p:cBhvr>
                                        <p:cTn id="881" dur="650" fill="hold"/>
                                        <p:tgtEl>
                                          <p:spTgt spid="121"/>
                                        </p:tgtEl>
                                        <p:attrNameLst>
                                          <p:attrName>ppt_x</p:attrName>
                                        </p:attrNameLst>
                                      </p:cBhvr>
                                      <p:tavLst>
                                        <p:tav tm="0">
                                          <p:val>
                                            <p:strVal val="#ppt_x"/>
                                          </p:val>
                                        </p:tav>
                                        <p:tav tm="100000">
                                          <p:val>
                                            <p:strVal val="#ppt_x"/>
                                          </p:val>
                                        </p:tav>
                                      </p:tavLst>
                                    </p:anim>
                                    <p:anim calcmode="lin" valueType="num">
                                      <p:cBhvr>
                                        <p:cTn id="882" dur="650" fill="hold"/>
                                        <p:tgtEl>
                                          <p:spTgt spid="121"/>
                                        </p:tgtEl>
                                        <p:attrNameLst>
                                          <p:attrName>ppt_y</p:attrName>
                                        </p:attrNameLst>
                                      </p:cBhvr>
                                      <p:tavLst>
                                        <p:tav tm="0">
                                          <p:val>
                                            <p:strVal val="#ppt_y+.1"/>
                                          </p:val>
                                        </p:tav>
                                        <p:tav tm="100000">
                                          <p:val>
                                            <p:strVal val="#ppt_y"/>
                                          </p:val>
                                        </p:tav>
                                      </p:tavLst>
                                    </p:anim>
                                  </p:childTnLst>
                                </p:cTn>
                              </p:par>
                              <p:par>
                                <p:cTn id="883" presetID="42" presetClass="entr" presetSubtype="0" fill="hold" grpId="0" nodeType="withEffect">
                                  <p:stCondLst>
                                    <p:cond delay="370"/>
                                  </p:stCondLst>
                                  <p:childTnLst>
                                    <p:set>
                                      <p:cBhvr>
                                        <p:cTn id="884" dur="1" fill="hold">
                                          <p:stCondLst>
                                            <p:cond delay="0"/>
                                          </p:stCondLst>
                                        </p:cTn>
                                        <p:tgtEl>
                                          <p:spTgt spid="122"/>
                                        </p:tgtEl>
                                        <p:attrNameLst>
                                          <p:attrName>style.visibility</p:attrName>
                                        </p:attrNameLst>
                                      </p:cBhvr>
                                      <p:to>
                                        <p:strVal val="visible"/>
                                      </p:to>
                                    </p:set>
                                    <p:animEffect transition="in" filter="fade">
                                      <p:cBhvr>
                                        <p:cTn id="885" dur="650"/>
                                        <p:tgtEl>
                                          <p:spTgt spid="122"/>
                                        </p:tgtEl>
                                      </p:cBhvr>
                                    </p:animEffect>
                                    <p:anim calcmode="lin" valueType="num">
                                      <p:cBhvr>
                                        <p:cTn id="886" dur="650" fill="hold"/>
                                        <p:tgtEl>
                                          <p:spTgt spid="122"/>
                                        </p:tgtEl>
                                        <p:attrNameLst>
                                          <p:attrName>ppt_x</p:attrName>
                                        </p:attrNameLst>
                                      </p:cBhvr>
                                      <p:tavLst>
                                        <p:tav tm="0">
                                          <p:val>
                                            <p:strVal val="#ppt_x"/>
                                          </p:val>
                                        </p:tav>
                                        <p:tav tm="100000">
                                          <p:val>
                                            <p:strVal val="#ppt_x"/>
                                          </p:val>
                                        </p:tav>
                                      </p:tavLst>
                                    </p:anim>
                                    <p:anim calcmode="lin" valueType="num">
                                      <p:cBhvr>
                                        <p:cTn id="887" dur="650" fill="hold"/>
                                        <p:tgtEl>
                                          <p:spTgt spid="122"/>
                                        </p:tgtEl>
                                        <p:attrNameLst>
                                          <p:attrName>ppt_y</p:attrName>
                                        </p:attrNameLst>
                                      </p:cBhvr>
                                      <p:tavLst>
                                        <p:tav tm="0">
                                          <p:val>
                                            <p:strVal val="#ppt_y+.1"/>
                                          </p:val>
                                        </p:tav>
                                        <p:tav tm="100000">
                                          <p:val>
                                            <p:strVal val="#ppt_y"/>
                                          </p:val>
                                        </p:tav>
                                      </p:tavLst>
                                    </p:anim>
                                  </p:childTnLst>
                                </p:cTn>
                              </p:par>
                              <p:par>
                                <p:cTn id="888" presetID="42" presetClass="entr" presetSubtype="0" fill="hold" grpId="0" nodeType="withEffect">
                                  <p:stCondLst>
                                    <p:cond delay="370"/>
                                  </p:stCondLst>
                                  <p:childTnLst>
                                    <p:set>
                                      <p:cBhvr>
                                        <p:cTn id="889" dur="1" fill="hold">
                                          <p:stCondLst>
                                            <p:cond delay="0"/>
                                          </p:stCondLst>
                                        </p:cTn>
                                        <p:tgtEl>
                                          <p:spTgt spid="123"/>
                                        </p:tgtEl>
                                        <p:attrNameLst>
                                          <p:attrName>style.visibility</p:attrName>
                                        </p:attrNameLst>
                                      </p:cBhvr>
                                      <p:to>
                                        <p:strVal val="visible"/>
                                      </p:to>
                                    </p:set>
                                    <p:animEffect transition="in" filter="fade">
                                      <p:cBhvr>
                                        <p:cTn id="890" dur="650"/>
                                        <p:tgtEl>
                                          <p:spTgt spid="123"/>
                                        </p:tgtEl>
                                      </p:cBhvr>
                                    </p:animEffect>
                                    <p:anim calcmode="lin" valueType="num">
                                      <p:cBhvr>
                                        <p:cTn id="891" dur="650" fill="hold"/>
                                        <p:tgtEl>
                                          <p:spTgt spid="123"/>
                                        </p:tgtEl>
                                        <p:attrNameLst>
                                          <p:attrName>ppt_x</p:attrName>
                                        </p:attrNameLst>
                                      </p:cBhvr>
                                      <p:tavLst>
                                        <p:tav tm="0">
                                          <p:val>
                                            <p:strVal val="#ppt_x"/>
                                          </p:val>
                                        </p:tav>
                                        <p:tav tm="100000">
                                          <p:val>
                                            <p:strVal val="#ppt_x"/>
                                          </p:val>
                                        </p:tav>
                                      </p:tavLst>
                                    </p:anim>
                                    <p:anim calcmode="lin" valueType="num">
                                      <p:cBhvr>
                                        <p:cTn id="892" dur="650" fill="hold"/>
                                        <p:tgtEl>
                                          <p:spTgt spid="123"/>
                                        </p:tgtEl>
                                        <p:attrNameLst>
                                          <p:attrName>ppt_y</p:attrName>
                                        </p:attrNameLst>
                                      </p:cBhvr>
                                      <p:tavLst>
                                        <p:tav tm="0">
                                          <p:val>
                                            <p:strVal val="#ppt_y+.1"/>
                                          </p:val>
                                        </p:tav>
                                        <p:tav tm="100000">
                                          <p:val>
                                            <p:strVal val="#ppt_y"/>
                                          </p:val>
                                        </p:tav>
                                      </p:tavLst>
                                    </p:anim>
                                  </p:childTnLst>
                                </p:cTn>
                              </p:par>
                              <p:par>
                                <p:cTn id="893" presetID="42" presetClass="entr" presetSubtype="0" fill="hold" grpId="0" nodeType="withEffect">
                                  <p:stCondLst>
                                    <p:cond delay="370"/>
                                  </p:stCondLst>
                                  <p:childTnLst>
                                    <p:set>
                                      <p:cBhvr>
                                        <p:cTn id="894" dur="1" fill="hold">
                                          <p:stCondLst>
                                            <p:cond delay="0"/>
                                          </p:stCondLst>
                                        </p:cTn>
                                        <p:tgtEl>
                                          <p:spTgt spid="124"/>
                                        </p:tgtEl>
                                        <p:attrNameLst>
                                          <p:attrName>style.visibility</p:attrName>
                                        </p:attrNameLst>
                                      </p:cBhvr>
                                      <p:to>
                                        <p:strVal val="visible"/>
                                      </p:to>
                                    </p:set>
                                    <p:animEffect transition="in" filter="fade">
                                      <p:cBhvr>
                                        <p:cTn id="895" dur="650"/>
                                        <p:tgtEl>
                                          <p:spTgt spid="124"/>
                                        </p:tgtEl>
                                      </p:cBhvr>
                                    </p:animEffect>
                                    <p:anim calcmode="lin" valueType="num">
                                      <p:cBhvr>
                                        <p:cTn id="896" dur="650" fill="hold"/>
                                        <p:tgtEl>
                                          <p:spTgt spid="124"/>
                                        </p:tgtEl>
                                        <p:attrNameLst>
                                          <p:attrName>ppt_x</p:attrName>
                                        </p:attrNameLst>
                                      </p:cBhvr>
                                      <p:tavLst>
                                        <p:tav tm="0">
                                          <p:val>
                                            <p:strVal val="#ppt_x"/>
                                          </p:val>
                                        </p:tav>
                                        <p:tav tm="100000">
                                          <p:val>
                                            <p:strVal val="#ppt_x"/>
                                          </p:val>
                                        </p:tav>
                                      </p:tavLst>
                                    </p:anim>
                                    <p:anim calcmode="lin" valueType="num">
                                      <p:cBhvr>
                                        <p:cTn id="897" dur="650" fill="hold"/>
                                        <p:tgtEl>
                                          <p:spTgt spid="124"/>
                                        </p:tgtEl>
                                        <p:attrNameLst>
                                          <p:attrName>ppt_y</p:attrName>
                                        </p:attrNameLst>
                                      </p:cBhvr>
                                      <p:tavLst>
                                        <p:tav tm="0">
                                          <p:val>
                                            <p:strVal val="#ppt_y+.1"/>
                                          </p:val>
                                        </p:tav>
                                        <p:tav tm="100000">
                                          <p:val>
                                            <p:strVal val="#ppt_y"/>
                                          </p:val>
                                        </p:tav>
                                      </p:tavLst>
                                    </p:anim>
                                  </p:childTnLst>
                                </p:cTn>
                              </p:par>
                              <p:par>
                                <p:cTn id="898" presetID="42" presetClass="entr" presetSubtype="0" fill="hold" grpId="0" nodeType="withEffect">
                                  <p:stCondLst>
                                    <p:cond delay="370"/>
                                  </p:stCondLst>
                                  <p:childTnLst>
                                    <p:set>
                                      <p:cBhvr>
                                        <p:cTn id="899" dur="1" fill="hold">
                                          <p:stCondLst>
                                            <p:cond delay="0"/>
                                          </p:stCondLst>
                                        </p:cTn>
                                        <p:tgtEl>
                                          <p:spTgt spid="125"/>
                                        </p:tgtEl>
                                        <p:attrNameLst>
                                          <p:attrName>style.visibility</p:attrName>
                                        </p:attrNameLst>
                                      </p:cBhvr>
                                      <p:to>
                                        <p:strVal val="visible"/>
                                      </p:to>
                                    </p:set>
                                    <p:animEffect transition="in" filter="fade">
                                      <p:cBhvr>
                                        <p:cTn id="900" dur="650"/>
                                        <p:tgtEl>
                                          <p:spTgt spid="125"/>
                                        </p:tgtEl>
                                      </p:cBhvr>
                                    </p:animEffect>
                                    <p:anim calcmode="lin" valueType="num">
                                      <p:cBhvr>
                                        <p:cTn id="901" dur="650" fill="hold"/>
                                        <p:tgtEl>
                                          <p:spTgt spid="125"/>
                                        </p:tgtEl>
                                        <p:attrNameLst>
                                          <p:attrName>ppt_x</p:attrName>
                                        </p:attrNameLst>
                                      </p:cBhvr>
                                      <p:tavLst>
                                        <p:tav tm="0">
                                          <p:val>
                                            <p:strVal val="#ppt_x"/>
                                          </p:val>
                                        </p:tav>
                                        <p:tav tm="100000">
                                          <p:val>
                                            <p:strVal val="#ppt_x"/>
                                          </p:val>
                                        </p:tav>
                                      </p:tavLst>
                                    </p:anim>
                                    <p:anim calcmode="lin" valueType="num">
                                      <p:cBhvr>
                                        <p:cTn id="902" dur="650" fill="hold"/>
                                        <p:tgtEl>
                                          <p:spTgt spid="125"/>
                                        </p:tgtEl>
                                        <p:attrNameLst>
                                          <p:attrName>ppt_y</p:attrName>
                                        </p:attrNameLst>
                                      </p:cBhvr>
                                      <p:tavLst>
                                        <p:tav tm="0">
                                          <p:val>
                                            <p:strVal val="#ppt_y+.1"/>
                                          </p:val>
                                        </p:tav>
                                        <p:tav tm="100000">
                                          <p:val>
                                            <p:strVal val="#ppt_y"/>
                                          </p:val>
                                        </p:tav>
                                      </p:tavLst>
                                    </p:anim>
                                  </p:childTnLst>
                                </p:cTn>
                              </p:par>
                              <p:par>
                                <p:cTn id="903" presetID="42" presetClass="entr" presetSubtype="0" fill="hold" grpId="0" nodeType="withEffect">
                                  <p:stCondLst>
                                    <p:cond delay="370"/>
                                  </p:stCondLst>
                                  <p:childTnLst>
                                    <p:set>
                                      <p:cBhvr>
                                        <p:cTn id="904" dur="1" fill="hold">
                                          <p:stCondLst>
                                            <p:cond delay="0"/>
                                          </p:stCondLst>
                                        </p:cTn>
                                        <p:tgtEl>
                                          <p:spTgt spid="126"/>
                                        </p:tgtEl>
                                        <p:attrNameLst>
                                          <p:attrName>style.visibility</p:attrName>
                                        </p:attrNameLst>
                                      </p:cBhvr>
                                      <p:to>
                                        <p:strVal val="visible"/>
                                      </p:to>
                                    </p:set>
                                    <p:animEffect transition="in" filter="fade">
                                      <p:cBhvr>
                                        <p:cTn id="905" dur="650"/>
                                        <p:tgtEl>
                                          <p:spTgt spid="126"/>
                                        </p:tgtEl>
                                      </p:cBhvr>
                                    </p:animEffect>
                                    <p:anim calcmode="lin" valueType="num">
                                      <p:cBhvr>
                                        <p:cTn id="906" dur="650" fill="hold"/>
                                        <p:tgtEl>
                                          <p:spTgt spid="126"/>
                                        </p:tgtEl>
                                        <p:attrNameLst>
                                          <p:attrName>ppt_x</p:attrName>
                                        </p:attrNameLst>
                                      </p:cBhvr>
                                      <p:tavLst>
                                        <p:tav tm="0">
                                          <p:val>
                                            <p:strVal val="#ppt_x"/>
                                          </p:val>
                                        </p:tav>
                                        <p:tav tm="100000">
                                          <p:val>
                                            <p:strVal val="#ppt_x"/>
                                          </p:val>
                                        </p:tav>
                                      </p:tavLst>
                                    </p:anim>
                                    <p:anim calcmode="lin" valueType="num">
                                      <p:cBhvr>
                                        <p:cTn id="907" dur="650" fill="hold"/>
                                        <p:tgtEl>
                                          <p:spTgt spid="126"/>
                                        </p:tgtEl>
                                        <p:attrNameLst>
                                          <p:attrName>ppt_y</p:attrName>
                                        </p:attrNameLst>
                                      </p:cBhvr>
                                      <p:tavLst>
                                        <p:tav tm="0">
                                          <p:val>
                                            <p:strVal val="#ppt_y+.1"/>
                                          </p:val>
                                        </p:tav>
                                        <p:tav tm="100000">
                                          <p:val>
                                            <p:strVal val="#ppt_y"/>
                                          </p:val>
                                        </p:tav>
                                      </p:tavLst>
                                    </p:anim>
                                  </p:childTnLst>
                                </p:cTn>
                              </p:par>
                              <p:par>
                                <p:cTn id="908" presetID="42" presetClass="entr" presetSubtype="0" fill="hold" grpId="0" nodeType="withEffect">
                                  <p:stCondLst>
                                    <p:cond delay="370"/>
                                  </p:stCondLst>
                                  <p:childTnLst>
                                    <p:set>
                                      <p:cBhvr>
                                        <p:cTn id="909" dur="1" fill="hold">
                                          <p:stCondLst>
                                            <p:cond delay="0"/>
                                          </p:stCondLst>
                                        </p:cTn>
                                        <p:tgtEl>
                                          <p:spTgt spid="127"/>
                                        </p:tgtEl>
                                        <p:attrNameLst>
                                          <p:attrName>style.visibility</p:attrName>
                                        </p:attrNameLst>
                                      </p:cBhvr>
                                      <p:to>
                                        <p:strVal val="visible"/>
                                      </p:to>
                                    </p:set>
                                    <p:animEffect transition="in" filter="fade">
                                      <p:cBhvr>
                                        <p:cTn id="910" dur="650"/>
                                        <p:tgtEl>
                                          <p:spTgt spid="127"/>
                                        </p:tgtEl>
                                      </p:cBhvr>
                                    </p:animEffect>
                                    <p:anim calcmode="lin" valueType="num">
                                      <p:cBhvr>
                                        <p:cTn id="911" dur="650" fill="hold"/>
                                        <p:tgtEl>
                                          <p:spTgt spid="127"/>
                                        </p:tgtEl>
                                        <p:attrNameLst>
                                          <p:attrName>ppt_x</p:attrName>
                                        </p:attrNameLst>
                                      </p:cBhvr>
                                      <p:tavLst>
                                        <p:tav tm="0">
                                          <p:val>
                                            <p:strVal val="#ppt_x"/>
                                          </p:val>
                                        </p:tav>
                                        <p:tav tm="100000">
                                          <p:val>
                                            <p:strVal val="#ppt_x"/>
                                          </p:val>
                                        </p:tav>
                                      </p:tavLst>
                                    </p:anim>
                                    <p:anim calcmode="lin" valueType="num">
                                      <p:cBhvr>
                                        <p:cTn id="912" dur="650" fill="hold"/>
                                        <p:tgtEl>
                                          <p:spTgt spid="127"/>
                                        </p:tgtEl>
                                        <p:attrNameLst>
                                          <p:attrName>ppt_y</p:attrName>
                                        </p:attrNameLst>
                                      </p:cBhvr>
                                      <p:tavLst>
                                        <p:tav tm="0">
                                          <p:val>
                                            <p:strVal val="#ppt_y+.1"/>
                                          </p:val>
                                        </p:tav>
                                        <p:tav tm="100000">
                                          <p:val>
                                            <p:strVal val="#ppt_y"/>
                                          </p:val>
                                        </p:tav>
                                      </p:tavLst>
                                    </p:anim>
                                  </p:childTnLst>
                                </p:cTn>
                              </p:par>
                              <p:par>
                                <p:cTn id="913" presetID="42" presetClass="entr" presetSubtype="0" fill="hold" grpId="0" nodeType="withEffect">
                                  <p:stCondLst>
                                    <p:cond delay="370"/>
                                  </p:stCondLst>
                                  <p:childTnLst>
                                    <p:set>
                                      <p:cBhvr>
                                        <p:cTn id="914" dur="1" fill="hold">
                                          <p:stCondLst>
                                            <p:cond delay="0"/>
                                          </p:stCondLst>
                                        </p:cTn>
                                        <p:tgtEl>
                                          <p:spTgt spid="128"/>
                                        </p:tgtEl>
                                        <p:attrNameLst>
                                          <p:attrName>style.visibility</p:attrName>
                                        </p:attrNameLst>
                                      </p:cBhvr>
                                      <p:to>
                                        <p:strVal val="visible"/>
                                      </p:to>
                                    </p:set>
                                    <p:animEffect transition="in" filter="fade">
                                      <p:cBhvr>
                                        <p:cTn id="915" dur="650"/>
                                        <p:tgtEl>
                                          <p:spTgt spid="128"/>
                                        </p:tgtEl>
                                      </p:cBhvr>
                                    </p:animEffect>
                                    <p:anim calcmode="lin" valueType="num">
                                      <p:cBhvr>
                                        <p:cTn id="916" dur="650" fill="hold"/>
                                        <p:tgtEl>
                                          <p:spTgt spid="128"/>
                                        </p:tgtEl>
                                        <p:attrNameLst>
                                          <p:attrName>ppt_x</p:attrName>
                                        </p:attrNameLst>
                                      </p:cBhvr>
                                      <p:tavLst>
                                        <p:tav tm="0">
                                          <p:val>
                                            <p:strVal val="#ppt_x"/>
                                          </p:val>
                                        </p:tav>
                                        <p:tav tm="100000">
                                          <p:val>
                                            <p:strVal val="#ppt_x"/>
                                          </p:val>
                                        </p:tav>
                                      </p:tavLst>
                                    </p:anim>
                                    <p:anim calcmode="lin" valueType="num">
                                      <p:cBhvr>
                                        <p:cTn id="917" dur="650" fill="hold"/>
                                        <p:tgtEl>
                                          <p:spTgt spid="128"/>
                                        </p:tgtEl>
                                        <p:attrNameLst>
                                          <p:attrName>ppt_y</p:attrName>
                                        </p:attrNameLst>
                                      </p:cBhvr>
                                      <p:tavLst>
                                        <p:tav tm="0">
                                          <p:val>
                                            <p:strVal val="#ppt_y+.1"/>
                                          </p:val>
                                        </p:tav>
                                        <p:tav tm="100000">
                                          <p:val>
                                            <p:strVal val="#ppt_y"/>
                                          </p:val>
                                        </p:tav>
                                      </p:tavLst>
                                    </p:anim>
                                  </p:childTnLst>
                                </p:cTn>
                              </p:par>
                              <p:par>
                                <p:cTn id="918" presetID="42" presetClass="entr" presetSubtype="0" fill="hold" grpId="0" nodeType="withEffect">
                                  <p:stCondLst>
                                    <p:cond delay="370"/>
                                  </p:stCondLst>
                                  <p:childTnLst>
                                    <p:set>
                                      <p:cBhvr>
                                        <p:cTn id="919" dur="1" fill="hold">
                                          <p:stCondLst>
                                            <p:cond delay="0"/>
                                          </p:stCondLst>
                                        </p:cTn>
                                        <p:tgtEl>
                                          <p:spTgt spid="129"/>
                                        </p:tgtEl>
                                        <p:attrNameLst>
                                          <p:attrName>style.visibility</p:attrName>
                                        </p:attrNameLst>
                                      </p:cBhvr>
                                      <p:to>
                                        <p:strVal val="visible"/>
                                      </p:to>
                                    </p:set>
                                    <p:animEffect transition="in" filter="fade">
                                      <p:cBhvr>
                                        <p:cTn id="920" dur="650"/>
                                        <p:tgtEl>
                                          <p:spTgt spid="129"/>
                                        </p:tgtEl>
                                      </p:cBhvr>
                                    </p:animEffect>
                                    <p:anim calcmode="lin" valueType="num">
                                      <p:cBhvr>
                                        <p:cTn id="921" dur="650" fill="hold"/>
                                        <p:tgtEl>
                                          <p:spTgt spid="129"/>
                                        </p:tgtEl>
                                        <p:attrNameLst>
                                          <p:attrName>ppt_x</p:attrName>
                                        </p:attrNameLst>
                                      </p:cBhvr>
                                      <p:tavLst>
                                        <p:tav tm="0">
                                          <p:val>
                                            <p:strVal val="#ppt_x"/>
                                          </p:val>
                                        </p:tav>
                                        <p:tav tm="100000">
                                          <p:val>
                                            <p:strVal val="#ppt_x"/>
                                          </p:val>
                                        </p:tav>
                                      </p:tavLst>
                                    </p:anim>
                                    <p:anim calcmode="lin" valueType="num">
                                      <p:cBhvr>
                                        <p:cTn id="922" dur="650" fill="hold"/>
                                        <p:tgtEl>
                                          <p:spTgt spid="129"/>
                                        </p:tgtEl>
                                        <p:attrNameLst>
                                          <p:attrName>ppt_y</p:attrName>
                                        </p:attrNameLst>
                                      </p:cBhvr>
                                      <p:tavLst>
                                        <p:tav tm="0">
                                          <p:val>
                                            <p:strVal val="#ppt_y+.1"/>
                                          </p:val>
                                        </p:tav>
                                        <p:tav tm="100000">
                                          <p:val>
                                            <p:strVal val="#ppt_y"/>
                                          </p:val>
                                        </p:tav>
                                      </p:tavLst>
                                    </p:anim>
                                  </p:childTnLst>
                                </p:cTn>
                              </p:par>
                              <p:par>
                                <p:cTn id="923" presetID="42" presetClass="entr" presetSubtype="0" fill="hold" grpId="0" nodeType="withEffect">
                                  <p:stCondLst>
                                    <p:cond delay="370"/>
                                  </p:stCondLst>
                                  <p:childTnLst>
                                    <p:set>
                                      <p:cBhvr>
                                        <p:cTn id="924" dur="1" fill="hold">
                                          <p:stCondLst>
                                            <p:cond delay="0"/>
                                          </p:stCondLst>
                                        </p:cTn>
                                        <p:tgtEl>
                                          <p:spTgt spid="130"/>
                                        </p:tgtEl>
                                        <p:attrNameLst>
                                          <p:attrName>style.visibility</p:attrName>
                                        </p:attrNameLst>
                                      </p:cBhvr>
                                      <p:to>
                                        <p:strVal val="visible"/>
                                      </p:to>
                                    </p:set>
                                    <p:animEffect transition="in" filter="fade">
                                      <p:cBhvr>
                                        <p:cTn id="925" dur="650"/>
                                        <p:tgtEl>
                                          <p:spTgt spid="130"/>
                                        </p:tgtEl>
                                      </p:cBhvr>
                                    </p:animEffect>
                                    <p:anim calcmode="lin" valueType="num">
                                      <p:cBhvr>
                                        <p:cTn id="926" dur="650" fill="hold"/>
                                        <p:tgtEl>
                                          <p:spTgt spid="130"/>
                                        </p:tgtEl>
                                        <p:attrNameLst>
                                          <p:attrName>ppt_x</p:attrName>
                                        </p:attrNameLst>
                                      </p:cBhvr>
                                      <p:tavLst>
                                        <p:tav tm="0">
                                          <p:val>
                                            <p:strVal val="#ppt_x"/>
                                          </p:val>
                                        </p:tav>
                                        <p:tav tm="100000">
                                          <p:val>
                                            <p:strVal val="#ppt_x"/>
                                          </p:val>
                                        </p:tav>
                                      </p:tavLst>
                                    </p:anim>
                                    <p:anim calcmode="lin" valueType="num">
                                      <p:cBhvr>
                                        <p:cTn id="927" dur="650" fill="hold"/>
                                        <p:tgtEl>
                                          <p:spTgt spid="130"/>
                                        </p:tgtEl>
                                        <p:attrNameLst>
                                          <p:attrName>ppt_y</p:attrName>
                                        </p:attrNameLst>
                                      </p:cBhvr>
                                      <p:tavLst>
                                        <p:tav tm="0">
                                          <p:val>
                                            <p:strVal val="#ppt_y+.1"/>
                                          </p:val>
                                        </p:tav>
                                        <p:tav tm="100000">
                                          <p:val>
                                            <p:strVal val="#ppt_y"/>
                                          </p:val>
                                        </p:tav>
                                      </p:tavLst>
                                    </p:anim>
                                  </p:childTnLst>
                                </p:cTn>
                              </p:par>
                              <p:par>
                                <p:cTn id="928" presetID="42" presetClass="entr" presetSubtype="0" fill="hold" grpId="0" nodeType="withEffect">
                                  <p:stCondLst>
                                    <p:cond delay="370"/>
                                  </p:stCondLst>
                                  <p:childTnLst>
                                    <p:set>
                                      <p:cBhvr>
                                        <p:cTn id="929" dur="1" fill="hold">
                                          <p:stCondLst>
                                            <p:cond delay="0"/>
                                          </p:stCondLst>
                                        </p:cTn>
                                        <p:tgtEl>
                                          <p:spTgt spid="131"/>
                                        </p:tgtEl>
                                        <p:attrNameLst>
                                          <p:attrName>style.visibility</p:attrName>
                                        </p:attrNameLst>
                                      </p:cBhvr>
                                      <p:to>
                                        <p:strVal val="visible"/>
                                      </p:to>
                                    </p:set>
                                    <p:animEffect transition="in" filter="fade">
                                      <p:cBhvr>
                                        <p:cTn id="930" dur="650"/>
                                        <p:tgtEl>
                                          <p:spTgt spid="131"/>
                                        </p:tgtEl>
                                      </p:cBhvr>
                                    </p:animEffect>
                                    <p:anim calcmode="lin" valueType="num">
                                      <p:cBhvr>
                                        <p:cTn id="931" dur="650" fill="hold"/>
                                        <p:tgtEl>
                                          <p:spTgt spid="131"/>
                                        </p:tgtEl>
                                        <p:attrNameLst>
                                          <p:attrName>ppt_x</p:attrName>
                                        </p:attrNameLst>
                                      </p:cBhvr>
                                      <p:tavLst>
                                        <p:tav tm="0">
                                          <p:val>
                                            <p:strVal val="#ppt_x"/>
                                          </p:val>
                                        </p:tav>
                                        <p:tav tm="100000">
                                          <p:val>
                                            <p:strVal val="#ppt_x"/>
                                          </p:val>
                                        </p:tav>
                                      </p:tavLst>
                                    </p:anim>
                                    <p:anim calcmode="lin" valueType="num">
                                      <p:cBhvr>
                                        <p:cTn id="932" dur="650" fill="hold"/>
                                        <p:tgtEl>
                                          <p:spTgt spid="131"/>
                                        </p:tgtEl>
                                        <p:attrNameLst>
                                          <p:attrName>ppt_y</p:attrName>
                                        </p:attrNameLst>
                                      </p:cBhvr>
                                      <p:tavLst>
                                        <p:tav tm="0">
                                          <p:val>
                                            <p:strVal val="#ppt_y+.1"/>
                                          </p:val>
                                        </p:tav>
                                        <p:tav tm="100000">
                                          <p:val>
                                            <p:strVal val="#ppt_y"/>
                                          </p:val>
                                        </p:tav>
                                      </p:tavLst>
                                    </p:anim>
                                  </p:childTnLst>
                                </p:cTn>
                              </p:par>
                              <p:par>
                                <p:cTn id="933" presetID="42" presetClass="entr" presetSubtype="0" fill="hold" grpId="0" nodeType="withEffect">
                                  <p:stCondLst>
                                    <p:cond delay="370"/>
                                  </p:stCondLst>
                                  <p:childTnLst>
                                    <p:set>
                                      <p:cBhvr>
                                        <p:cTn id="934" dur="1" fill="hold">
                                          <p:stCondLst>
                                            <p:cond delay="0"/>
                                          </p:stCondLst>
                                        </p:cTn>
                                        <p:tgtEl>
                                          <p:spTgt spid="132"/>
                                        </p:tgtEl>
                                        <p:attrNameLst>
                                          <p:attrName>style.visibility</p:attrName>
                                        </p:attrNameLst>
                                      </p:cBhvr>
                                      <p:to>
                                        <p:strVal val="visible"/>
                                      </p:to>
                                    </p:set>
                                    <p:animEffect transition="in" filter="fade">
                                      <p:cBhvr>
                                        <p:cTn id="935" dur="650"/>
                                        <p:tgtEl>
                                          <p:spTgt spid="132"/>
                                        </p:tgtEl>
                                      </p:cBhvr>
                                    </p:animEffect>
                                    <p:anim calcmode="lin" valueType="num">
                                      <p:cBhvr>
                                        <p:cTn id="936" dur="650" fill="hold"/>
                                        <p:tgtEl>
                                          <p:spTgt spid="132"/>
                                        </p:tgtEl>
                                        <p:attrNameLst>
                                          <p:attrName>ppt_x</p:attrName>
                                        </p:attrNameLst>
                                      </p:cBhvr>
                                      <p:tavLst>
                                        <p:tav tm="0">
                                          <p:val>
                                            <p:strVal val="#ppt_x"/>
                                          </p:val>
                                        </p:tav>
                                        <p:tav tm="100000">
                                          <p:val>
                                            <p:strVal val="#ppt_x"/>
                                          </p:val>
                                        </p:tav>
                                      </p:tavLst>
                                    </p:anim>
                                    <p:anim calcmode="lin" valueType="num">
                                      <p:cBhvr>
                                        <p:cTn id="937" dur="650" fill="hold"/>
                                        <p:tgtEl>
                                          <p:spTgt spid="132"/>
                                        </p:tgtEl>
                                        <p:attrNameLst>
                                          <p:attrName>ppt_y</p:attrName>
                                        </p:attrNameLst>
                                      </p:cBhvr>
                                      <p:tavLst>
                                        <p:tav tm="0">
                                          <p:val>
                                            <p:strVal val="#ppt_y+.1"/>
                                          </p:val>
                                        </p:tav>
                                        <p:tav tm="100000">
                                          <p:val>
                                            <p:strVal val="#ppt_y"/>
                                          </p:val>
                                        </p:tav>
                                      </p:tavLst>
                                    </p:anim>
                                  </p:childTnLst>
                                </p:cTn>
                              </p:par>
                              <p:par>
                                <p:cTn id="938" presetID="42" presetClass="entr" presetSubtype="0" fill="hold" grpId="0" nodeType="withEffect">
                                  <p:stCondLst>
                                    <p:cond delay="370"/>
                                  </p:stCondLst>
                                  <p:childTnLst>
                                    <p:set>
                                      <p:cBhvr>
                                        <p:cTn id="939" dur="1" fill="hold">
                                          <p:stCondLst>
                                            <p:cond delay="0"/>
                                          </p:stCondLst>
                                        </p:cTn>
                                        <p:tgtEl>
                                          <p:spTgt spid="133"/>
                                        </p:tgtEl>
                                        <p:attrNameLst>
                                          <p:attrName>style.visibility</p:attrName>
                                        </p:attrNameLst>
                                      </p:cBhvr>
                                      <p:to>
                                        <p:strVal val="visible"/>
                                      </p:to>
                                    </p:set>
                                    <p:animEffect transition="in" filter="fade">
                                      <p:cBhvr>
                                        <p:cTn id="940" dur="650"/>
                                        <p:tgtEl>
                                          <p:spTgt spid="133"/>
                                        </p:tgtEl>
                                      </p:cBhvr>
                                    </p:animEffect>
                                    <p:anim calcmode="lin" valueType="num">
                                      <p:cBhvr>
                                        <p:cTn id="941" dur="650" fill="hold"/>
                                        <p:tgtEl>
                                          <p:spTgt spid="133"/>
                                        </p:tgtEl>
                                        <p:attrNameLst>
                                          <p:attrName>ppt_x</p:attrName>
                                        </p:attrNameLst>
                                      </p:cBhvr>
                                      <p:tavLst>
                                        <p:tav tm="0">
                                          <p:val>
                                            <p:strVal val="#ppt_x"/>
                                          </p:val>
                                        </p:tav>
                                        <p:tav tm="100000">
                                          <p:val>
                                            <p:strVal val="#ppt_x"/>
                                          </p:val>
                                        </p:tav>
                                      </p:tavLst>
                                    </p:anim>
                                    <p:anim calcmode="lin" valueType="num">
                                      <p:cBhvr>
                                        <p:cTn id="942" dur="650" fill="hold"/>
                                        <p:tgtEl>
                                          <p:spTgt spid="133"/>
                                        </p:tgtEl>
                                        <p:attrNameLst>
                                          <p:attrName>ppt_y</p:attrName>
                                        </p:attrNameLst>
                                      </p:cBhvr>
                                      <p:tavLst>
                                        <p:tav tm="0">
                                          <p:val>
                                            <p:strVal val="#ppt_y+.1"/>
                                          </p:val>
                                        </p:tav>
                                        <p:tav tm="100000">
                                          <p:val>
                                            <p:strVal val="#ppt_y"/>
                                          </p:val>
                                        </p:tav>
                                      </p:tavLst>
                                    </p:anim>
                                  </p:childTnLst>
                                </p:cTn>
                              </p:par>
                              <p:par>
                                <p:cTn id="943" presetID="42" presetClass="entr" presetSubtype="0" fill="hold" grpId="0" nodeType="withEffect">
                                  <p:stCondLst>
                                    <p:cond delay="370"/>
                                  </p:stCondLst>
                                  <p:childTnLst>
                                    <p:set>
                                      <p:cBhvr>
                                        <p:cTn id="944" dur="1" fill="hold">
                                          <p:stCondLst>
                                            <p:cond delay="0"/>
                                          </p:stCondLst>
                                        </p:cTn>
                                        <p:tgtEl>
                                          <p:spTgt spid="134"/>
                                        </p:tgtEl>
                                        <p:attrNameLst>
                                          <p:attrName>style.visibility</p:attrName>
                                        </p:attrNameLst>
                                      </p:cBhvr>
                                      <p:to>
                                        <p:strVal val="visible"/>
                                      </p:to>
                                    </p:set>
                                    <p:animEffect transition="in" filter="fade">
                                      <p:cBhvr>
                                        <p:cTn id="945" dur="650"/>
                                        <p:tgtEl>
                                          <p:spTgt spid="134"/>
                                        </p:tgtEl>
                                      </p:cBhvr>
                                    </p:animEffect>
                                    <p:anim calcmode="lin" valueType="num">
                                      <p:cBhvr>
                                        <p:cTn id="946" dur="650" fill="hold"/>
                                        <p:tgtEl>
                                          <p:spTgt spid="134"/>
                                        </p:tgtEl>
                                        <p:attrNameLst>
                                          <p:attrName>ppt_x</p:attrName>
                                        </p:attrNameLst>
                                      </p:cBhvr>
                                      <p:tavLst>
                                        <p:tav tm="0">
                                          <p:val>
                                            <p:strVal val="#ppt_x"/>
                                          </p:val>
                                        </p:tav>
                                        <p:tav tm="100000">
                                          <p:val>
                                            <p:strVal val="#ppt_x"/>
                                          </p:val>
                                        </p:tav>
                                      </p:tavLst>
                                    </p:anim>
                                    <p:anim calcmode="lin" valueType="num">
                                      <p:cBhvr>
                                        <p:cTn id="947" dur="650" fill="hold"/>
                                        <p:tgtEl>
                                          <p:spTgt spid="134"/>
                                        </p:tgtEl>
                                        <p:attrNameLst>
                                          <p:attrName>ppt_y</p:attrName>
                                        </p:attrNameLst>
                                      </p:cBhvr>
                                      <p:tavLst>
                                        <p:tav tm="0">
                                          <p:val>
                                            <p:strVal val="#ppt_y+.1"/>
                                          </p:val>
                                        </p:tav>
                                        <p:tav tm="100000">
                                          <p:val>
                                            <p:strVal val="#ppt_y"/>
                                          </p:val>
                                        </p:tav>
                                      </p:tavLst>
                                    </p:anim>
                                  </p:childTnLst>
                                </p:cTn>
                              </p:par>
                              <p:par>
                                <p:cTn id="948" presetID="42" presetClass="entr" presetSubtype="0" fill="hold" grpId="0" nodeType="withEffect">
                                  <p:stCondLst>
                                    <p:cond delay="370"/>
                                  </p:stCondLst>
                                  <p:childTnLst>
                                    <p:set>
                                      <p:cBhvr>
                                        <p:cTn id="949" dur="1" fill="hold">
                                          <p:stCondLst>
                                            <p:cond delay="0"/>
                                          </p:stCondLst>
                                        </p:cTn>
                                        <p:tgtEl>
                                          <p:spTgt spid="135"/>
                                        </p:tgtEl>
                                        <p:attrNameLst>
                                          <p:attrName>style.visibility</p:attrName>
                                        </p:attrNameLst>
                                      </p:cBhvr>
                                      <p:to>
                                        <p:strVal val="visible"/>
                                      </p:to>
                                    </p:set>
                                    <p:animEffect transition="in" filter="fade">
                                      <p:cBhvr>
                                        <p:cTn id="950" dur="650"/>
                                        <p:tgtEl>
                                          <p:spTgt spid="135"/>
                                        </p:tgtEl>
                                      </p:cBhvr>
                                    </p:animEffect>
                                    <p:anim calcmode="lin" valueType="num">
                                      <p:cBhvr>
                                        <p:cTn id="951" dur="650" fill="hold"/>
                                        <p:tgtEl>
                                          <p:spTgt spid="135"/>
                                        </p:tgtEl>
                                        <p:attrNameLst>
                                          <p:attrName>ppt_x</p:attrName>
                                        </p:attrNameLst>
                                      </p:cBhvr>
                                      <p:tavLst>
                                        <p:tav tm="0">
                                          <p:val>
                                            <p:strVal val="#ppt_x"/>
                                          </p:val>
                                        </p:tav>
                                        <p:tav tm="100000">
                                          <p:val>
                                            <p:strVal val="#ppt_x"/>
                                          </p:val>
                                        </p:tav>
                                      </p:tavLst>
                                    </p:anim>
                                    <p:anim calcmode="lin" valueType="num">
                                      <p:cBhvr>
                                        <p:cTn id="952" dur="650" fill="hold"/>
                                        <p:tgtEl>
                                          <p:spTgt spid="135"/>
                                        </p:tgtEl>
                                        <p:attrNameLst>
                                          <p:attrName>ppt_y</p:attrName>
                                        </p:attrNameLst>
                                      </p:cBhvr>
                                      <p:tavLst>
                                        <p:tav tm="0">
                                          <p:val>
                                            <p:strVal val="#ppt_y+.1"/>
                                          </p:val>
                                        </p:tav>
                                        <p:tav tm="100000">
                                          <p:val>
                                            <p:strVal val="#ppt_y"/>
                                          </p:val>
                                        </p:tav>
                                      </p:tavLst>
                                    </p:anim>
                                  </p:childTnLst>
                                </p:cTn>
                              </p:par>
                              <p:par>
                                <p:cTn id="953" presetID="42" presetClass="entr" presetSubtype="0" fill="hold" grpId="0" nodeType="withEffect">
                                  <p:stCondLst>
                                    <p:cond delay="370"/>
                                  </p:stCondLst>
                                  <p:childTnLst>
                                    <p:set>
                                      <p:cBhvr>
                                        <p:cTn id="954" dur="1" fill="hold">
                                          <p:stCondLst>
                                            <p:cond delay="0"/>
                                          </p:stCondLst>
                                        </p:cTn>
                                        <p:tgtEl>
                                          <p:spTgt spid="136"/>
                                        </p:tgtEl>
                                        <p:attrNameLst>
                                          <p:attrName>style.visibility</p:attrName>
                                        </p:attrNameLst>
                                      </p:cBhvr>
                                      <p:to>
                                        <p:strVal val="visible"/>
                                      </p:to>
                                    </p:set>
                                    <p:animEffect transition="in" filter="fade">
                                      <p:cBhvr>
                                        <p:cTn id="955" dur="650"/>
                                        <p:tgtEl>
                                          <p:spTgt spid="136"/>
                                        </p:tgtEl>
                                      </p:cBhvr>
                                    </p:animEffect>
                                    <p:anim calcmode="lin" valueType="num">
                                      <p:cBhvr>
                                        <p:cTn id="956" dur="650" fill="hold"/>
                                        <p:tgtEl>
                                          <p:spTgt spid="136"/>
                                        </p:tgtEl>
                                        <p:attrNameLst>
                                          <p:attrName>ppt_x</p:attrName>
                                        </p:attrNameLst>
                                      </p:cBhvr>
                                      <p:tavLst>
                                        <p:tav tm="0">
                                          <p:val>
                                            <p:strVal val="#ppt_x"/>
                                          </p:val>
                                        </p:tav>
                                        <p:tav tm="100000">
                                          <p:val>
                                            <p:strVal val="#ppt_x"/>
                                          </p:val>
                                        </p:tav>
                                      </p:tavLst>
                                    </p:anim>
                                    <p:anim calcmode="lin" valueType="num">
                                      <p:cBhvr>
                                        <p:cTn id="957" dur="650" fill="hold"/>
                                        <p:tgtEl>
                                          <p:spTgt spid="136"/>
                                        </p:tgtEl>
                                        <p:attrNameLst>
                                          <p:attrName>ppt_y</p:attrName>
                                        </p:attrNameLst>
                                      </p:cBhvr>
                                      <p:tavLst>
                                        <p:tav tm="0">
                                          <p:val>
                                            <p:strVal val="#ppt_y+.1"/>
                                          </p:val>
                                        </p:tav>
                                        <p:tav tm="100000">
                                          <p:val>
                                            <p:strVal val="#ppt_y"/>
                                          </p:val>
                                        </p:tav>
                                      </p:tavLst>
                                    </p:anim>
                                  </p:childTnLst>
                                </p:cTn>
                              </p:par>
                              <p:par>
                                <p:cTn id="958" presetID="42" presetClass="entr" presetSubtype="0" fill="hold" grpId="0" nodeType="withEffect">
                                  <p:stCondLst>
                                    <p:cond delay="370"/>
                                  </p:stCondLst>
                                  <p:childTnLst>
                                    <p:set>
                                      <p:cBhvr>
                                        <p:cTn id="959" dur="1" fill="hold">
                                          <p:stCondLst>
                                            <p:cond delay="0"/>
                                          </p:stCondLst>
                                        </p:cTn>
                                        <p:tgtEl>
                                          <p:spTgt spid="137"/>
                                        </p:tgtEl>
                                        <p:attrNameLst>
                                          <p:attrName>style.visibility</p:attrName>
                                        </p:attrNameLst>
                                      </p:cBhvr>
                                      <p:to>
                                        <p:strVal val="visible"/>
                                      </p:to>
                                    </p:set>
                                    <p:animEffect transition="in" filter="fade">
                                      <p:cBhvr>
                                        <p:cTn id="960" dur="650"/>
                                        <p:tgtEl>
                                          <p:spTgt spid="137"/>
                                        </p:tgtEl>
                                      </p:cBhvr>
                                    </p:animEffect>
                                    <p:anim calcmode="lin" valueType="num">
                                      <p:cBhvr>
                                        <p:cTn id="961" dur="650" fill="hold"/>
                                        <p:tgtEl>
                                          <p:spTgt spid="137"/>
                                        </p:tgtEl>
                                        <p:attrNameLst>
                                          <p:attrName>ppt_x</p:attrName>
                                        </p:attrNameLst>
                                      </p:cBhvr>
                                      <p:tavLst>
                                        <p:tav tm="0">
                                          <p:val>
                                            <p:strVal val="#ppt_x"/>
                                          </p:val>
                                        </p:tav>
                                        <p:tav tm="100000">
                                          <p:val>
                                            <p:strVal val="#ppt_x"/>
                                          </p:val>
                                        </p:tav>
                                      </p:tavLst>
                                    </p:anim>
                                    <p:anim calcmode="lin" valueType="num">
                                      <p:cBhvr>
                                        <p:cTn id="962" dur="650" fill="hold"/>
                                        <p:tgtEl>
                                          <p:spTgt spid="137"/>
                                        </p:tgtEl>
                                        <p:attrNameLst>
                                          <p:attrName>ppt_y</p:attrName>
                                        </p:attrNameLst>
                                      </p:cBhvr>
                                      <p:tavLst>
                                        <p:tav tm="0">
                                          <p:val>
                                            <p:strVal val="#ppt_y+.1"/>
                                          </p:val>
                                        </p:tav>
                                        <p:tav tm="100000">
                                          <p:val>
                                            <p:strVal val="#ppt_y"/>
                                          </p:val>
                                        </p:tav>
                                      </p:tavLst>
                                    </p:anim>
                                  </p:childTnLst>
                                </p:cTn>
                              </p:par>
                              <p:par>
                                <p:cTn id="963" presetID="42" presetClass="entr" presetSubtype="0" fill="hold" grpId="0" nodeType="withEffect">
                                  <p:stCondLst>
                                    <p:cond delay="370"/>
                                  </p:stCondLst>
                                  <p:childTnLst>
                                    <p:set>
                                      <p:cBhvr>
                                        <p:cTn id="964" dur="1" fill="hold">
                                          <p:stCondLst>
                                            <p:cond delay="0"/>
                                          </p:stCondLst>
                                        </p:cTn>
                                        <p:tgtEl>
                                          <p:spTgt spid="138"/>
                                        </p:tgtEl>
                                        <p:attrNameLst>
                                          <p:attrName>style.visibility</p:attrName>
                                        </p:attrNameLst>
                                      </p:cBhvr>
                                      <p:to>
                                        <p:strVal val="visible"/>
                                      </p:to>
                                    </p:set>
                                    <p:animEffect transition="in" filter="fade">
                                      <p:cBhvr>
                                        <p:cTn id="965" dur="650"/>
                                        <p:tgtEl>
                                          <p:spTgt spid="138"/>
                                        </p:tgtEl>
                                      </p:cBhvr>
                                    </p:animEffect>
                                    <p:anim calcmode="lin" valueType="num">
                                      <p:cBhvr>
                                        <p:cTn id="966" dur="650" fill="hold"/>
                                        <p:tgtEl>
                                          <p:spTgt spid="138"/>
                                        </p:tgtEl>
                                        <p:attrNameLst>
                                          <p:attrName>ppt_x</p:attrName>
                                        </p:attrNameLst>
                                      </p:cBhvr>
                                      <p:tavLst>
                                        <p:tav tm="0">
                                          <p:val>
                                            <p:strVal val="#ppt_x"/>
                                          </p:val>
                                        </p:tav>
                                        <p:tav tm="100000">
                                          <p:val>
                                            <p:strVal val="#ppt_x"/>
                                          </p:val>
                                        </p:tav>
                                      </p:tavLst>
                                    </p:anim>
                                    <p:anim calcmode="lin" valueType="num">
                                      <p:cBhvr>
                                        <p:cTn id="967" dur="650" fill="hold"/>
                                        <p:tgtEl>
                                          <p:spTgt spid="138"/>
                                        </p:tgtEl>
                                        <p:attrNameLst>
                                          <p:attrName>ppt_y</p:attrName>
                                        </p:attrNameLst>
                                      </p:cBhvr>
                                      <p:tavLst>
                                        <p:tav tm="0">
                                          <p:val>
                                            <p:strVal val="#ppt_y+.1"/>
                                          </p:val>
                                        </p:tav>
                                        <p:tav tm="100000">
                                          <p:val>
                                            <p:strVal val="#ppt_y"/>
                                          </p:val>
                                        </p:tav>
                                      </p:tavLst>
                                    </p:anim>
                                  </p:childTnLst>
                                </p:cTn>
                              </p:par>
                              <p:par>
                                <p:cTn id="968" presetID="42" presetClass="entr" presetSubtype="0" fill="hold" grpId="0" nodeType="withEffect">
                                  <p:stCondLst>
                                    <p:cond delay="370"/>
                                  </p:stCondLst>
                                  <p:childTnLst>
                                    <p:set>
                                      <p:cBhvr>
                                        <p:cTn id="969" dur="1" fill="hold">
                                          <p:stCondLst>
                                            <p:cond delay="0"/>
                                          </p:stCondLst>
                                        </p:cTn>
                                        <p:tgtEl>
                                          <p:spTgt spid="139"/>
                                        </p:tgtEl>
                                        <p:attrNameLst>
                                          <p:attrName>style.visibility</p:attrName>
                                        </p:attrNameLst>
                                      </p:cBhvr>
                                      <p:to>
                                        <p:strVal val="visible"/>
                                      </p:to>
                                    </p:set>
                                    <p:animEffect transition="in" filter="fade">
                                      <p:cBhvr>
                                        <p:cTn id="970" dur="650"/>
                                        <p:tgtEl>
                                          <p:spTgt spid="139"/>
                                        </p:tgtEl>
                                      </p:cBhvr>
                                    </p:animEffect>
                                    <p:anim calcmode="lin" valueType="num">
                                      <p:cBhvr>
                                        <p:cTn id="971" dur="650" fill="hold"/>
                                        <p:tgtEl>
                                          <p:spTgt spid="139"/>
                                        </p:tgtEl>
                                        <p:attrNameLst>
                                          <p:attrName>ppt_x</p:attrName>
                                        </p:attrNameLst>
                                      </p:cBhvr>
                                      <p:tavLst>
                                        <p:tav tm="0">
                                          <p:val>
                                            <p:strVal val="#ppt_x"/>
                                          </p:val>
                                        </p:tav>
                                        <p:tav tm="100000">
                                          <p:val>
                                            <p:strVal val="#ppt_x"/>
                                          </p:val>
                                        </p:tav>
                                      </p:tavLst>
                                    </p:anim>
                                    <p:anim calcmode="lin" valueType="num">
                                      <p:cBhvr>
                                        <p:cTn id="972" dur="650" fill="hold"/>
                                        <p:tgtEl>
                                          <p:spTgt spid="139"/>
                                        </p:tgtEl>
                                        <p:attrNameLst>
                                          <p:attrName>ppt_y</p:attrName>
                                        </p:attrNameLst>
                                      </p:cBhvr>
                                      <p:tavLst>
                                        <p:tav tm="0">
                                          <p:val>
                                            <p:strVal val="#ppt_y+.1"/>
                                          </p:val>
                                        </p:tav>
                                        <p:tav tm="100000">
                                          <p:val>
                                            <p:strVal val="#ppt_y"/>
                                          </p:val>
                                        </p:tav>
                                      </p:tavLst>
                                    </p:anim>
                                  </p:childTnLst>
                                </p:cTn>
                              </p:par>
                              <p:par>
                                <p:cTn id="973" presetID="42" presetClass="entr" presetSubtype="0" fill="hold" grpId="0" nodeType="withEffect">
                                  <p:stCondLst>
                                    <p:cond delay="370"/>
                                  </p:stCondLst>
                                  <p:childTnLst>
                                    <p:set>
                                      <p:cBhvr>
                                        <p:cTn id="974" dur="1" fill="hold">
                                          <p:stCondLst>
                                            <p:cond delay="0"/>
                                          </p:stCondLst>
                                        </p:cTn>
                                        <p:tgtEl>
                                          <p:spTgt spid="140"/>
                                        </p:tgtEl>
                                        <p:attrNameLst>
                                          <p:attrName>style.visibility</p:attrName>
                                        </p:attrNameLst>
                                      </p:cBhvr>
                                      <p:to>
                                        <p:strVal val="visible"/>
                                      </p:to>
                                    </p:set>
                                    <p:animEffect transition="in" filter="fade">
                                      <p:cBhvr>
                                        <p:cTn id="975" dur="650"/>
                                        <p:tgtEl>
                                          <p:spTgt spid="140"/>
                                        </p:tgtEl>
                                      </p:cBhvr>
                                    </p:animEffect>
                                    <p:anim calcmode="lin" valueType="num">
                                      <p:cBhvr>
                                        <p:cTn id="976" dur="650" fill="hold"/>
                                        <p:tgtEl>
                                          <p:spTgt spid="140"/>
                                        </p:tgtEl>
                                        <p:attrNameLst>
                                          <p:attrName>ppt_x</p:attrName>
                                        </p:attrNameLst>
                                      </p:cBhvr>
                                      <p:tavLst>
                                        <p:tav tm="0">
                                          <p:val>
                                            <p:strVal val="#ppt_x"/>
                                          </p:val>
                                        </p:tav>
                                        <p:tav tm="100000">
                                          <p:val>
                                            <p:strVal val="#ppt_x"/>
                                          </p:val>
                                        </p:tav>
                                      </p:tavLst>
                                    </p:anim>
                                    <p:anim calcmode="lin" valueType="num">
                                      <p:cBhvr>
                                        <p:cTn id="977" dur="650" fill="hold"/>
                                        <p:tgtEl>
                                          <p:spTgt spid="140"/>
                                        </p:tgtEl>
                                        <p:attrNameLst>
                                          <p:attrName>ppt_y</p:attrName>
                                        </p:attrNameLst>
                                      </p:cBhvr>
                                      <p:tavLst>
                                        <p:tav tm="0">
                                          <p:val>
                                            <p:strVal val="#ppt_y+.1"/>
                                          </p:val>
                                        </p:tav>
                                        <p:tav tm="100000">
                                          <p:val>
                                            <p:strVal val="#ppt_y"/>
                                          </p:val>
                                        </p:tav>
                                      </p:tavLst>
                                    </p:anim>
                                  </p:childTnLst>
                                </p:cTn>
                              </p:par>
                              <p:par>
                                <p:cTn id="978" presetID="42" presetClass="entr" presetSubtype="0" fill="hold" grpId="0" nodeType="withEffect">
                                  <p:stCondLst>
                                    <p:cond delay="370"/>
                                  </p:stCondLst>
                                  <p:childTnLst>
                                    <p:set>
                                      <p:cBhvr>
                                        <p:cTn id="979" dur="1" fill="hold">
                                          <p:stCondLst>
                                            <p:cond delay="0"/>
                                          </p:stCondLst>
                                        </p:cTn>
                                        <p:tgtEl>
                                          <p:spTgt spid="141"/>
                                        </p:tgtEl>
                                        <p:attrNameLst>
                                          <p:attrName>style.visibility</p:attrName>
                                        </p:attrNameLst>
                                      </p:cBhvr>
                                      <p:to>
                                        <p:strVal val="visible"/>
                                      </p:to>
                                    </p:set>
                                    <p:animEffect transition="in" filter="fade">
                                      <p:cBhvr>
                                        <p:cTn id="980" dur="650"/>
                                        <p:tgtEl>
                                          <p:spTgt spid="141"/>
                                        </p:tgtEl>
                                      </p:cBhvr>
                                    </p:animEffect>
                                    <p:anim calcmode="lin" valueType="num">
                                      <p:cBhvr>
                                        <p:cTn id="981" dur="650" fill="hold"/>
                                        <p:tgtEl>
                                          <p:spTgt spid="141"/>
                                        </p:tgtEl>
                                        <p:attrNameLst>
                                          <p:attrName>ppt_x</p:attrName>
                                        </p:attrNameLst>
                                      </p:cBhvr>
                                      <p:tavLst>
                                        <p:tav tm="0">
                                          <p:val>
                                            <p:strVal val="#ppt_x"/>
                                          </p:val>
                                        </p:tav>
                                        <p:tav tm="100000">
                                          <p:val>
                                            <p:strVal val="#ppt_x"/>
                                          </p:val>
                                        </p:tav>
                                      </p:tavLst>
                                    </p:anim>
                                    <p:anim calcmode="lin" valueType="num">
                                      <p:cBhvr>
                                        <p:cTn id="982" dur="650" fill="hold"/>
                                        <p:tgtEl>
                                          <p:spTgt spid="141"/>
                                        </p:tgtEl>
                                        <p:attrNameLst>
                                          <p:attrName>ppt_y</p:attrName>
                                        </p:attrNameLst>
                                      </p:cBhvr>
                                      <p:tavLst>
                                        <p:tav tm="0">
                                          <p:val>
                                            <p:strVal val="#ppt_y+.1"/>
                                          </p:val>
                                        </p:tav>
                                        <p:tav tm="100000">
                                          <p:val>
                                            <p:strVal val="#ppt_y"/>
                                          </p:val>
                                        </p:tav>
                                      </p:tavLst>
                                    </p:anim>
                                  </p:childTnLst>
                                </p:cTn>
                              </p:par>
                              <p:par>
                                <p:cTn id="983" presetID="42" presetClass="entr" presetSubtype="0" fill="hold" grpId="0" nodeType="withEffect">
                                  <p:stCondLst>
                                    <p:cond delay="370"/>
                                  </p:stCondLst>
                                  <p:childTnLst>
                                    <p:set>
                                      <p:cBhvr>
                                        <p:cTn id="984" dur="1" fill="hold">
                                          <p:stCondLst>
                                            <p:cond delay="0"/>
                                          </p:stCondLst>
                                        </p:cTn>
                                        <p:tgtEl>
                                          <p:spTgt spid="142"/>
                                        </p:tgtEl>
                                        <p:attrNameLst>
                                          <p:attrName>style.visibility</p:attrName>
                                        </p:attrNameLst>
                                      </p:cBhvr>
                                      <p:to>
                                        <p:strVal val="visible"/>
                                      </p:to>
                                    </p:set>
                                    <p:animEffect transition="in" filter="fade">
                                      <p:cBhvr>
                                        <p:cTn id="985" dur="650"/>
                                        <p:tgtEl>
                                          <p:spTgt spid="142"/>
                                        </p:tgtEl>
                                      </p:cBhvr>
                                    </p:animEffect>
                                    <p:anim calcmode="lin" valueType="num">
                                      <p:cBhvr>
                                        <p:cTn id="986" dur="650" fill="hold"/>
                                        <p:tgtEl>
                                          <p:spTgt spid="142"/>
                                        </p:tgtEl>
                                        <p:attrNameLst>
                                          <p:attrName>ppt_x</p:attrName>
                                        </p:attrNameLst>
                                      </p:cBhvr>
                                      <p:tavLst>
                                        <p:tav tm="0">
                                          <p:val>
                                            <p:strVal val="#ppt_x"/>
                                          </p:val>
                                        </p:tav>
                                        <p:tav tm="100000">
                                          <p:val>
                                            <p:strVal val="#ppt_x"/>
                                          </p:val>
                                        </p:tav>
                                      </p:tavLst>
                                    </p:anim>
                                    <p:anim calcmode="lin" valueType="num">
                                      <p:cBhvr>
                                        <p:cTn id="987" dur="650" fill="hold"/>
                                        <p:tgtEl>
                                          <p:spTgt spid="142"/>
                                        </p:tgtEl>
                                        <p:attrNameLst>
                                          <p:attrName>ppt_y</p:attrName>
                                        </p:attrNameLst>
                                      </p:cBhvr>
                                      <p:tavLst>
                                        <p:tav tm="0">
                                          <p:val>
                                            <p:strVal val="#ppt_y+.1"/>
                                          </p:val>
                                        </p:tav>
                                        <p:tav tm="100000">
                                          <p:val>
                                            <p:strVal val="#ppt_y"/>
                                          </p:val>
                                        </p:tav>
                                      </p:tavLst>
                                    </p:anim>
                                  </p:childTnLst>
                                </p:cTn>
                              </p:par>
                              <p:par>
                                <p:cTn id="988" presetID="42" presetClass="entr" presetSubtype="0" fill="hold" grpId="0" nodeType="withEffect">
                                  <p:stCondLst>
                                    <p:cond delay="370"/>
                                  </p:stCondLst>
                                  <p:childTnLst>
                                    <p:set>
                                      <p:cBhvr>
                                        <p:cTn id="989" dur="1" fill="hold">
                                          <p:stCondLst>
                                            <p:cond delay="0"/>
                                          </p:stCondLst>
                                        </p:cTn>
                                        <p:tgtEl>
                                          <p:spTgt spid="143"/>
                                        </p:tgtEl>
                                        <p:attrNameLst>
                                          <p:attrName>style.visibility</p:attrName>
                                        </p:attrNameLst>
                                      </p:cBhvr>
                                      <p:to>
                                        <p:strVal val="visible"/>
                                      </p:to>
                                    </p:set>
                                    <p:animEffect transition="in" filter="fade">
                                      <p:cBhvr>
                                        <p:cTn id="990" dur="650"/>
                                        <p:tgtEl>
                                          <p:spTgt spid="143"/>
                                        </p:tgtEl>
                                      </p:cBhvr>
                                    </p:animEffect>
                                    <p:anim calcmode="lin" valueType="num">
                                      <p:cBhvr>
                                        <p:cTn id="991" dur="650" fill="hold"/>
                                        <p:tgtEl>
                                          <p:spTgt spid="143"/>
                                        </p:tgtEl>
                                        <p:attrNameLst>
                                          <p:attrName>ppt_x</p:attrName>
                                        </p:attrNameLst>
                                      </p:cBhvr>
                                      <p:tavLst>
                                        <p:tav tm="0">
                                          <p:val>
                                            <p:strVal val="#ppt_x"/>
                                          </p:val>
                                        </p:tav>
                                        <p:tav tm="100000">
                                          <p:val>
                                            <p:strVal val="#ppt_x"/>
                                          </p:val>
                                        </p:tav>
                                      </p:tavLst>
                                    </p:anim>
                                    <p:anim calcmode="lin" valueType="num">
                                      <p:cBhvr>
                                        <p:cTn id="992" dur="650" fill="hold"/>
                                        <p:tgtEl>
                                          <p:spTgt spid="143"/>
                                        </p:tgtEl>
                                        <p:attrNameLst>
                                          <p:attrName>ppt_y</p:attrName>
                                        </p:attrNameLst>
                                      </p:cBhvr>
                                      <p:tavLst>
                                        <p:tav tm="0">
                                          <p:val>
                                            <p:strVal val="#ppt_y+.1"/>
                                          </p:val>
                                        </p:tav>
                                        <p:tav tm="100000">
                                          <p:val>
                                            <p:strVal val="#ppt_y"/>
                                          </p:val>
                                        </p:tav>
                                      </p:tavLst>
                                    </p:anim>
                                  </p:childTnLst>
                                </p:cTn>
                              </p:par>
                              <p:par>
                                <p:cTn id="993" presetID="42" presetClass="entr" presetSubtype="0" fill="hold" grpId="0" nodeType="withEffect">
                                  <p:stCondLst>
                                    <p:cond delay="370"/>
                                  </p:stCondLst>
                                  <p:childTnLst>
                                    <p:set>
                                      <p:cBhvr>
                                        <p:cTn id="994" dur="1" fill="hold">
                                          <p:stCondLst>
                                            <p:cond delay="0"/>
                                          </p:stCondLst>
                                        </p:cTn>
                                        <p:tgtEl>
                                          <p:spTgt spid="144"/>
                                        </p:tgtEl>
                                        <p:attrNameLst>
                                          <p:attrName>style.visibility</p:attrName>
                                        </p:attrNameLst>
                                      </p:cBhvr>
                                      <p:to>
                                        <p:strVal val="visible"/>
                                      </p:to>
                                    </p:set>
                                    <p:animEffect transition="in" filter="fade">
                                      <p:cBhvr>
                                        <p:cTn id="995" dur="650"/>
                                        <p:tgtEl>
                                          <p:spTgt spid="144"/>
                                        </p:tgtEl>
                                      </p:cBhvr>
                                    </p:animEffect>
                                    <p:anim calcmode="lin" valueType="num">
                                      <p:cBhvr>
                                        <p:cTn id="996" dur="650" fill="hold"/>
                                        <p:tgtEl>
                                          <p:spTgt spid="144"/>
                                        </p:tgtEl>
                                        <p:attrNameLst>
                                          <p:attrName>ppt_x</p:attrName>
                                        </p:attrNameLst>
                                      </p:cBhvr>
                                      <p:tavLst>
                                        <p:tav tm="0">
                                          <p:val>
                                            <p:strVal val="#ppt_x"/>
                                          </p:val>
                                        </p:tav>
                                        <p:tav tm="100000">
                                          <p:val>
                                            <p:strVal val="#ppt_x"/>
                                          </p:val>
                                        </p:tav>
                                      </p:tavLst>
                                    </p:anim>
                                    <p:anim calcmode="lin" valueType="num">
                                      <p:cBhvr>
                                        <p:cTn id="997" dur="650" fill="hold"/>
                                        <p:tgtEl>
                                          <p:spTgt spid="144"/>
                                        </p:tgtEl>
                                        <p:attrNameLst>
                                          <p:attrName>ppt_y</p:attrName>
                                        </p:attrNameLst>
                                      </p:cBhvr>
                                      <p:tavLst>
                                        <p:tav tm="0">
                                          <p:val>
                                            <p:strVal val="#ppt_y+.1"/>
                                          </p:val>
                                        </p:tav>
                                        <p:tav tm="100000">
                                          <p:val>
                                            <p:strVal val="#ppt_y"/>
                                          </p:val>
                                        </p:tav>
                                      </p:tavLst>
                                    </p:anim>
                                  </p:childTnLst>
                                </p:cTn>
                              </p:par>
                              <p:par>
                                <p:cTn id="998" presetID="42" presetClass="entr" presetSubtype="0" fill="hold" grpId="0" nodeType="withEffect">
                                  <p:stCondLst>
                                    <p:cond delay="370"/>
                                  </p:stCondLst>
                                  <p:childTnLst>
                                    <p:set>
                                      <p:cBhvr>
                                        <p:cTn id="999" dur="1" fill="hold">
                                          <p:stCondLst>
                                            <p:cond delay="0"/>
                                          </p:stCondLst>
                                        </p:cTn>
                                        <p:tgtEl>
                                          <p:spTgt spid="145"/>
                                        </p:tgtEl>
                                        <p:attrNameLst>
                                          <p:attrName>style.visibility</p:attrName>
                                        </p:attrNameLst>
                                      </p:cBhvr>
                                      <p:to>
                                        <p:strVal val="visible"/>
                                      </p:to>
                                    </p:set>
                                    <p:animEffect transition="in" filter="fade">
                                      <p:cBhvr>
                                        <p:cTn id="1000" dur="650"/>
                                        <p:tgtEl>
                                          <p:spTgt spid="145"/>
                                        </p:tgtEl>
                                      </p:cBhvr>
                                    </p:animEffect>
                                    <p:anim calcmode="lin" valueType="num">
                                      <p:cBhvr>
                                        <p:cTn id="1001" dur="650" fill="hold"/>
                                        <p:tgtEl>
                                          <p:spTgt spid="145"/>
                                        </p:tgtEl>
                                        <p:attrNameLst>
                                          <p:attrName>ppt_x</p:attrName>
                                        </p:attrNameLst>
                                      </p:cBhvr>
                                      <p:tavLst>
                                        <p:tav tm="0">
                                          <p:val>
                                            <p:strVal val="#ppt_x"/>
                                          </p:val>
                                        </p:tav>
                                        <p:tav tm="100000">
                                          <p:val>
                                            <p:strVal val="#ppt_x"/>
                                          </p:val>
                                        </p:tav>
                                      </p:tavLst>
                                    </p:anim>
                                    <p:anim calcmode="lin" valueType="num">
                                      <p:cBhvr>
                                        <p:cTn id="1002" dur="650" fill="hold"/>
                                        <p:tgtEl>
                                          <p:spTgt spid="145"/>
                                        </p:tgtEl>
                                        <p:attrNameLst>
                                          <p:attrName>ppt_y</p:attrName>
                                        </p:attrNameLst>
                                      </p:cBhvr>
                                      <p:tavLst>
                                        <p:tav tm="0">
                                          <p:val>
                                            <p:strVal val="#ppt_y+.1"/>
                                          </p:val>
                                        </p:tav>
                                        <p:tav tm="100000">
                                          <p:val>
                                            <p:strVal val="#ppt_y"/>
                                          </p:val>
                                        </p:tav>
                                      </p:tavLst>
                                    </p:anim>
                                  </p:childTnLst>
                                </p:cTn>
                              </p:par>
                              <p:par>
                                <p:cTn id="1003" presetID="42" presetClass="entr" presetSubtype="0" fill="hold" grpId="0" nodeType="withEffect">
                                  <p:stCondLst>
                                    <p:cond delay="370"/>
                                  </p:stCondLst>
                                  <p:childTnLst>
                                    <p:set>
                                      <p:cBhvr>
                                        <p:cTn id="1004" dur="1" fill="hold">
                                          <p:stCondLst>
                                            <p:cond delay="0"/>
                                          </p:stCondLst>
                                        </p:cTn>
                                        <p:tgtEl>
                                          <p:spTgt spid="146"/>
                                        </p:tgtEl>
                                        <p:attrNameLst>
                                          <p:attrName>style.visibility</p:attrName>
                                        </p:attrNameLst>
                                      </p:cBhvr>
                                      <p:to>
                                        <p:strVal val="visible"/>
                                      </p:to>
                                    </p:set>
                                    <p:animEffect transition="in" filter="fade">
                                      <p:cBhvr>
                                        <p:cTn id="1005" dur="650"/>
                                        <p:tgtEl>
                                          <p:spTgt spid="146"/>
                                        </p:tgtEl>
                                      </p:cBhvr>
                                    </p:animEffect>
                                    <p:anim calcmode="lin" valueType="num">
                                      <p:cBhvr>
                                        <p:cTn id="1006" dur="650" fill="hold"/>
                                        <p:tgtEl>
                                          <p:spTgt spid="146"/>
                                        </p:tgtEl>
                                        <p:attrNameLst>
                                          <p:attrName>ppt_x</p:attrName>
                                        </p:attrNameLst>
                                      </p:cBhvr>
                                      <p:tavLst>
                                        <p:tav tm="0">
                                          <p:val>
                                            <p:strVal val="#ppt_x"/>
                                          </p:val>
                                        </p:tav>
                                        <p:tav tm="100000">
                                          <p:val>
                                            <p:strVal val="#ppt_x"/>
                                          </p:val>
                                        </p:tav>
                                      </p:tavLst>
                                    </p:anim>
                                    <p:anim calcmode="lin" valueType="num">
                                      <p:cBhvr>
                                        <p:cTn id="1007" dur="650" fill="hold"/>
                                        <p:tgtEl>
                                          <p:spTgt spid="146"/>
                                        </p:tgtEl>
                                        <p:attrNameLst>
                                          <p:attrName>ppt_y</p:attrName>
                                        </p:attrNameLst>
                                      </p:cBhvr>
                                      <p:tavLst>
                                        <p:tav tm="0">
                                          <p:val>
                                            <p:strVal val="#ppt_y+.1"/>
                                          </p:val>
                                        </p:tav>
                                        <p:tav tm="100000">
                                          <p:val>
                                            <p:strVal val="#ppt_y"/>
                                          </p:val>
                                        </p:tav>
                                      </p:tavLst>
                                    </p:anim>
                                  </p:childTnLst>
                                </p:cTn>
                              </p:par>
                              <p:par>
                                <p:cTn id="1008" presetID="42" presetClass="entr" presetSubtype="0" fill="hold" grpId="0" nodeType="withEffect">
                                  <p:stCondLst>
                                    <p:cond delay="370"/>
                                  </p:stCondLst>
                                  <p:childTnLst>
                                    <p:set>
                                      <p:cBhvr>
                                        <p:cTn id="1009" dur="1" fill="hold">
                                          <p:stCondLst>
                                            <p:cond delay="0"/>
                                          </p:stCondLst>
                                        </p:cTn>
                                        <p:tgtEl>
                                          <p:spTgt spid="147"/>
                                        </p:tgtEl>
                                        <p:attrNameLst>
                                          <p:attrName>style.visibility</p:attrName>
                                        </p:attrNameLst>
                                      </p:cBhvr>
                                      <p:to>
                                        <p:strVal val="visible"/>
                                      </p:to>
                                    </p:set>
                                    <p:animEffect transition="in" filter="fade">
                                      <p:cBhvr>
                                        <p:cTn id="1010" dur="650"/>
                                        <p:tgtEl>
                                          <p:spTgt spid="147"/>
                                        </p:tgtEl>
                                      </p:cBhvr>
                                    </p:animEffect>
                                    <p:anim calcmode="lin" valueType="num">
                                      <p:cBhvr>
                                        <p:cTn id="1011" dur="650" fill="hold"/>
                                        <p:tgtEl>
                                          <p:spTgt spid="147"/>
                                        </p:tgtEl>
                                        <p:attrNameLst>
                                          <p:attrName>ppt_x</p:attrName>
                                        </p:attrNameLst>
                                      </p:cBhvr>
                                      <p:tavLst>
                                        <p:tav tm="0">
                                          <p:val>
                                            <p:strVal val="#ppt_x"/>
                                          </p:val>
                                        </p:tav>
                                        <p:tav tm="100000">
                                          <p:val>
                                            <p:strVal val="#ppt_x"/>
                                          </p:val>
                                        </p:tav>
                                      </p:tavLst>
                                    </p:anim>
                                    <p:anim calcmode="lin" valueType="num">
                                      <p:cBhvr>
                                        <p:cTn id="1012" dur="650" fill="hold"/>
                                        <p:tgtEl>
                                          <p:spTgt spid="147"/>
                                        </p:tgtEl>
                                        <p:attrNameLst>
                                          <p:attrName>ppt_y</p:attrName>
                                        </p:attrNameLst>
                                      </p:cBhvr>
                                      <p:tavLst>
                                        <p:tav tm="0">
                                          <p:val>
                                            <p:strVal val="#ppt_y+.1"/>
                                          </p:val>
                                        </p:tav>
                                        <p:tav tm="100000">
                                          <p:val>
                                            <p:strVal val="#ppt_y"/>
                                          </p:val>
                                        </p:tav>
                                      </p:tavLst>
                                    </p:anim>
                                  </p:childTnLst>
                                </p:cTn>
                              </p:par>
                              <p:par>
                                <p:cTn id="1013" presetID="42" presetClass="entr" presetSubtype="0" fill="hold" grpId="0" nodeType="withEffect">
                                  <p:stCondLst>
                                    <p:cond delay="370"/>
                                  </p:stCondLst>
                                  <p:childTnLst>
                                    <p:set>
                                      <p:cBhvr>
                                        <p:cTn id="1014" dur="1" fill="hold">
                                          <p:stCondLst>
                                            <p:cond delay="0"/>
                                          </p:stCondLst>
                                        </p:cTn>
                                        <p:tgtEl>
                                          <p:spTgt spid="148"/>
                                        </p:tgtEl>
                                        <p:attrNameLst>
                                          <p:attrName>style.visibility</p:attrName>
                                        </p:attrNameLst>
                                      </p:cBhvr>
                                      <p:to>
                                        <p:strVal val="visible"/>
                                      </p:to>
                                    </p:set>
                                    <p:animEffect transition="in" filter="fade">
                                      <p:cBhvr>
                                        <p:cTn id="1015" dur="650"/>
                                        <p:tgtEl>
                                          <p:spTgt spid="148"/>
                                        </p:tgtEl>
                                      </p:cBhvr>
                                    </p:animEffect>
                                    <p:anim calcmode="lin" valueType="num">
                                      <p:cBhvr>
                                        <p:cTn id="1016" dur="650" fill="hold"/>
                                        <p:tgtEl>
                                          <p:spTgt spid="148"/>
                                        </p:tgtEl>
                                        <p:attrNameLst>
                                          <p:attrName>ppt_x</p:attrName>
                                        </p:attrNameLst>
                                      </p:cBhvr>
                                      <p:tavLst>
                                        <p:tav tm="0">
                                          <p:val>
                                            <p:strVal val="#ppt_x"/>
                                          </p:val>
                                        </p:tav>
                                        <p:tav tm="100000">
                                          <p:val>
                                            <p:strVal val="#ppt_x"/>
                                          </p:val>
                                        </p:tav>
                                      </p:tavLst>
                                    </p:anim>
                                    <p:anim calcmode="lin" valueType="num">
                                      <p:cBhvr>
                                        <p:cTn id="1017" dur="650" fill="hold"/>
                                        <p:tgtEl>
                                          <p:spTgt spid="148"/>
                                        </p:tgtEl>
                                        <p:attrNameLst>
                                          <p:attrName>ppt_y</p:attrName>
                                        </p:attrNameLst>
                                      </p:cBhvr>
                                      <p:tavLst>
                                        <p:tav tm="0">
                                          <p:val>
                                            <p:strVal val="#ppt_y+.1"/>
                                          </p:val>
                                        </p:tav>
                                        <p:tav tm="100000">
                                          <p:val>
                                            <p:strVal val="#ppt_y"/>
                                          </p:val>
                                        </p:tav>
                                      </p:tavLst>
                                    </p:anim>
                                  </p:childTnLst>
                                </p:cTn>
                              </p:par>
                              <p:par>
                                <p:cTn id="1018" presetID="42" presetClass="entr" presetSubtype="0" fill="hold" grpId="0" nodeType="withEffect">
                                  <p:stCondLst>
                                    <p:cond delay="370"/>
                                  </p:stCondLst>
                                  <p:childTnLst>
                                    <p:set>
                                      <p:cBhvr>
                                        <p:cTn id="1019" dur="1" fill="hold">
                                          <p:stCondLst>
                                            <p:cond delay="0"/>
                                          </p:stCondLst>
                                        </p:cTn>
                                        <p:tgtEl>
                                          <p:spTgt spid="149"/>
                                        </p:tgtEl>
                                        <p:attrNameLst>
                                          <p:attrName>style.visibility</p:attrName>
                                        </p:attrNameLst>
                                      </p:cBhvr>
                                      <p:to>
                                        <p:strVal val="visible"/>
                                      </p:to>
                                    </p:set>
                                    <p:animEffect transition="in" filter="fade">
                                      <p:cBhvr>
                                        <p:cTn id="1020" dur="650"/>
                                        <p:tgtEl>
                                          <p:spTgt spid="149"/>
                                        </p:tgtEl>
                                      </p:cBhvr>
                                    </p:animEffect>
                                    <p:anim calcmode="lin" valueType="num">
                                      <p:cBhvr>
                                        <p:cTn id="1021" dur="650" fill="hold"/>
                                        <p:tgtEl>
                                          <p:spTgt spid="149"/>
                                        </p:tgtEl>
                                        <p:attrNameLst>
                                          <p:attrName>ppt_x</p:attrName>
                                        </p:attrNameLst>
                                      </p:cBhvr>
                                      <p:tavLst>
                                        <p:tav tm="0">
                                          <p:val>
                                            <p:strVal val="#ppt_x"/>
                                          </p:val>
                                        </p:tav>
                                        <p:tav tm="100000">
                                          <p:val>
                                            <p:strVal val="#ppt_x"/>
                                          </p:val>
                                        </p:tav>
                                      </p:tavLst>
                                    </p:anim>
                                    <p:anim calcmode="lin" valueType="num">
                                      <p:cBhvr>
                                        <p:cTn id="1022" dur="650" fill="hold"/>
                                        <p:tgtEl>
                                          <p:spTgt spid="149"/>
                                        </p:tgtEl>
                                        <p:attrNameLst>
                                          <p:attrName>ppt_y</p:attrName>
                                        </p:attrNameLst>
                                      </p:cBhvr>
                                      <p:tavLst>
                                        <p:tav tm="0">
                                          <p:val>
                                            <p:strVal val="#ppt_y+.1"/>
                                          </p:val>
                                        </p:tav>
                                        <p:tav tm="100000">
                                          <p:val>
                                            <p:strVal val="#ppt_y"/>
                                          </p:val>
                                        </p:tav>
                                      </p:tavLst>
                                    </p:anim>
                                  </p:childTnLst>
                                </p:cTn>
                              </p:par>
                              <p:par>
                                <p:cTn id="1023" presetID="42" presetClass="entr" presetSubtype="0" fill="hold" grpId="0" nodeType="withEffect">
                                  <p:stCondLst>
                                    <p:cond delay="370"/>
                                  </p:stCondLst>
                                  <p:childTnLst>
                                    <p:set>
                                      <p:cBhvr>
                                        <p:cTn id="1024" dur="1" fill="hold">
                                          <p:stCondLst>
                                            <p:cond delay="0"/>
                                          </p:stCondLst>
                                        </p:cTn>
                                        <p:tgtEl>
                                          <p:spTgt spid="150"/>
                                        </p:tgtEl>
                                        <p:attrNameLst>
                                          <p:attrName>style.visibility</p:attrName>
                                        </p:attrNameLst>
                                      </p:cBhvr>
                                      <p:to>
                                        <p:strVal val="visible"/>
                                      </p:to>
                                    </p:set>
                                    <p:animEffect transition="in" filter="fade">
                                      <p:cBhvr>
                                        <p:cTn id="1025" dur="650"/>
                                        <p:tgtEl>
                                          <p:spTgt spid="150"/>
                                        </p:tgtEl>
                                      </p:cBhvr>
                                    </p:animEffect>
                                    <p:anim calcmode="lin" valueType="num">
                                      <p:cBhvr>
                                        <p:cTn id="1026" dur="650" fill="hold"/>
                                        <p:tgtEl>
                                          <p:spTgt spid="150"/>
                                        </p:tgtEl>
                                        <p:attrNameLst>
                                          <p:attrName>ppt_x</p:attrName>
                                        </p:attrNameLst>
                                      </p:cBhvr>
                                      <p:tavLst>
                                        <p:tav tm="0">
                                          <p:val>
                                            <p:strVal val="#ppt_x"/>
                                          </p:val>
                                        </p:tav>
                                        <p:tav tm="100000">
                                          <p:val>
                                            <p:strVal val="#ppt_x"/>
                                          </p:val>
                                        </p:tav>
                                      </p:tavLst>
                                    </p:anim>
                                    <p:anim calcmode="lin" valueType="num">
                                      <p:cBhvr>
                                        <p:cTn id="1027" dur="650" fill="hold"/>
                                        <p:tgtEl>
                                          <p:spTgt spid="150"/>
                                        </p:tgtEl>
                                        <p:attrNameLst>
                                          <p:attrName>ppt_y</p:attrName>
                                        </p:attrNameLst>
                                      </p:cBhvr>
                                      <p:tavLst>
                                        <p:tav tm="0">
                                          <p:val>
                                            <p:strVal val="#ppt_y+.1"/>
                                          </p:val>
                                        </p:tav>
                                        <p:tav tm="100000">
                                          <p:val>
                                            <p:strVal val="#ppt_y"/>
                                          </p:val>
                                        </p:tav>
                                      </p:tavLst>
                                    </p:anim>
                                  </p:childTnLst>
                                </p:cTn>
                              </p:par>
                              <p:par>
                                <p:cTn id="1028" presetID="42" presetClass="entr" presetSubtype="0" fill="hold" grpId="0" nodeType="withEffect">
                                  <p:stCondLst>
                                    <p:cond delay="370"/>
                                  </p:stCondLst>
                                  <p:childTnLst>
                                    <p:set>
                                      <p:cBhvr>
                                        <p:cTn id="1029" dur="1" fill="hold">
                                          <p:stCondLst>
                                            <p:cond delay="0"/>
                                          </p:stCondLst>
                                        </p:cTn>
                                        <p:tgtEl>
                                          <p:spTgt spid="151"/>
                                        </p:tgtEl>
                                        <p:attrNameLst>
                                          <p:attrName>style.visibility</p:attrName>
                                        </p:attrNameLst>
                                      </p:cBhvr>
                                      <p:to>
                                        <p:strVal val="visible"/>
                                      </p:to>
                                    </p:set>
                                    <p:animEffect transition="in" filter="fade">
                                      <p:cBhvr>
                                        <p:cTn id="1030" dur="650"/>
                                        <p:tgtEl>
                                          <p:spTgt spid="151"/>
                                        </p:tgtEl>
                                      </p:cBhvr>
                                    </p:animEffect>
                                    <p:anim calcmode="lin" valueType="num">
                                      <p:cBhvr>
                                        <p:cTn id="1031" dur="650" fill="hold"/>
                                        <p:tgtEl>
                                          <p:spTgt spid="151"/>
                                        </p:tgtEl>
                                        <p:attrNameLst>
                                          <p:attrName>ppt_x</p:attrName>
                                        </p:attrNameLst>
                                      </p:cBhvr>
                                      <p:tavLst>
                                        <p:tav tm="0">
                                          <p:val>
                                            <p:strVal val="#ppt_x"/>
                                          </p:val>
                                        </p:tav>
                                        <p:tav tm="100000">
                                          <p:val>
                                            <p:strVal val="#ppt_x"/>
                                          </p:val>
                                        </p:tav>
                                      </p:tavLst>
                                    </p:anim>
                                    <p:anim calcmode="lin" valueType="num">
                                      <p:cBhvr>
                                        <p:cTn id="1032" dur="650" fill="hold"/>
                                        <p:tgtEl>
                                          <p:spTgt spid="151"/>
                                        </p:tgtEl>
                                        <p:attrNameLst>
                                          <p:attrName>ppt_y</p:attrName>
                                        </p:attrNameLst>
                                      </p:cBhvr>
                                      <p:tavLst>
                                        <p:tav tm="0">
                                          <p:val>
                                            <p:strVal val="#ppt_y+.1"/>
                                          </p:val>
                                        </p:tav>
                                        <p:tav tm="100000">
                                          <p:val>
                                            <p:strVal val="#ppt_y"/>
                                          </p:val>
                                        </p:tav>
                                      </p:tavLst>
                                    </p:anim>
                                  </p:childTnLst>
                                </p:cTn>
                              </p:par>
                              <p:par>
                                <p:cTn id="1033" presetID="42" presetClass="entr" presetSubtype="0" fill="hold" grpId="0" nodeType="withEffect">
                                  <p:stCondLst>
                                    <p:cond delay="370"/>
                                  </p:stCondLst>
                                  <p:childTnLst>
                                    <p:set>
                                      <p:cBhvr>
                                        <p:cTn id="1034" dur="1" fill="hold">
                                          <p:stCondLst>
                                            <p:cond delay="0"/>
                                          </p:stCondLst>
                                        </p:cTn>
                                        <p:tgtEl>
                                          <p:spTgt spid="152"/>
                                        </p:tgtEl>
                                        <p:attrNameLst>
                                          <p:attrName>style.visibility</p:attrName>
                                        </p:attrNameLst>
                                      </p:cBhvr>
                                      <p:to>
                                        <p:strVal val="visible"/>
                                      </p:to>
                                    </p:set>
                                    <p:animEffect transition="in" filter="fade">
                                      <p:cBhvr>
                                        <p:cTn id="1035" dur="650"/>
                                        <p:tgtEl>
                                          <p:spTgt spid="152"/>
                                        </p:tgtEl>
                                      </p:cBhvr>
                                    </p:animEffect>
                                    <p:anim calcmode="lin" valueType="num">
                                      <p:cBhvr>
                                        <p:cTn id="1036" dur="650" fill="hold"/>
                                        <p:tgtEl>
                                          <p:spTgt spid="152"/>
                                        </p:tgtEl>
                                        <p:attrNameLst>
                                          <p:attrName>ppt_x</p:attrName>
                                        </p:attrNameLst>
                                      </p:cBhvr>
                                      <p:tavLst>
                                        <p:tav tm="0">
                                          <p:val>
                                            <p:strVal val="#ppt_x"/>
                                          </p:val>
                                        </p:tav>
                                        <p:tav tm="100000">
                                          <p:val>
                                            <p:strVal val="#ppt_x"/>
                                          </p:val>
                                        </p:tav>
                                      </p:tavLst>
                                    </p:anim>
                                    <p:anim calcmode="lin" valueType="num">
                                      <p:cBhvr>
                                        <p:cTn id="1037" dur="650" fill="hold"/>
                                        <p:tgtEl>
                                          <p:spTgt spid="152"/>
                                        </p:tgtEl>
                                        <p:attrNameLst>
                                          <p:attrName>ppt_y</p:attrName>
                                        </p:attrNameLst>
                                      </p:cBhvr>
                                      <p:tavLst>
                                        <p:tav tm="0">
                                          <p:val>
                                            <p:strVal val="#ppt_y+.1"/>
                                          </p:val>
                                        </p:tav>
                                        <p:tav tm="100000">
                                          <p:val>
                                            <p:strVal val="#ppt_y"/>
                                          </p:val>
                                        </p:tav>
                                      </p:tavLst>
                                    </p:anim>
                                  </p:childTnLst>
                                </p:cTn>
                              </p:par>
                            </p:childTnLst>
                          </p:cTn>
                        </p:par>
                      </p:childTnLst>
                    </p:cTn>
                  </p:par>
                  <p:par>
                    <p:cTn id="1038" fill="hold">
                      <p:stCondLst>
                        <p:cond delay="indefinite"/>
                      </p:stCondLst>
                      <p:childTnLst>
                        <p:par>
                          <p:cTn id="1039" fill="hold">
                            <p:stCondLst>
                              <p:cond delay="0"/>
                            </p:stCondLst>
                            <p:childTnLst>
                              <p:par>
                                <p:cTn id="1040" presetID="10" presetClass="entr" presetSubtype="0" fill="hold" grpId="0" nodeType="clickEffect">
                                  <p:stCondLst>
                                    <p:cond delay="0"/>
                                  </p:stCondLst>
                                  <p:childTnLst>
                                    <p:set>
                                      <p:cBhvr>
                                        <p:cTn id="1041" dur="1" fill="hold">
                                          <p:stCondLst>
                                            <p:cond delay="0"/>
                                          </p:stCondLst>
                                        </p:cTn>
                                        <p:tgtEl>
                                          <p:spTgt spid="39"/>
                                        </p:tgtEl>
                                        <p:attrNameLst>
                                          <p:attrName>style.visibility</p:attrName>
                                        </p:attrNameLst>
                                      </p:cBhvr>
                                      <p:to>
                                        <p:strVal val="visible"/>
                                      </p:to>
                                    </p:set>
                                    <p:animEffect transition="in" filter="fade">
                                      <p:cBhvr>
                                        <p:cTn id="1042" dur="420"/>
                                        <p:tgtEl>
                                          <p:spTgt spid="39"/>
                                        </p:tgtEl>
                                      </p:cBhvr>
                                    </p:animEffect>
                                  </p:childTnLst>
                                </p:cTn>
                              </p:par>
                              <p:par>
                                <p:cTn id="1043" presetID="10" presetClass="entr" presetSubtype="0" fill="hold" grpId="0" nodeType="withEffect">
                                  <p:stCondLst>
                                    <p:cond delay="0"/>
                                  </p:stCondLst>
                                  <p:childTnLst>
                                    <p:set>
                                      <p:cBhvr>
                                        <p:cTn id="1044" dur="1" fill="hold">
                                          <p:stCondLst>
                                            <p:cond delay="0"/>
                                          </p:stCondLst>
                                        </p:cTn>
                                        <p:tgtEl>
                                          <p:spTgt spid="40"/>
                                        </p:tgtEl>
                                        <p:attrNameLst>
                                          <p:attrName>style.visibility</p:attrName>
                                        </p:attrNameLst>
                                      </p:cBhvr>
                                      <p:to>
                                        <p:strVal val="visible"/>
                                      </p:to>
                                    </p:set>
                                    <p:animEffect transition="in" filter="fade">
                                      <p:cBhvr>
                                        <p:cTn id="1045" dur="420"/>
                                        <p:tgtEl>
                                          <p:spTgt spid="40"/>
                                        </p:tgtEl>
                                      </p:cBhvr>
                                    </p:animEffect>
                                  </p:childTnLst>
                                </p:cTn>
                              </p:par>
                              <p:par>
                                <p:cTn id="1046" presetID="42" presetClass="entr" presetSubtype="0" fill="hold" grpId="0" nodeType="withEffect">
                                  <p:stCondLst>
                                    <p:cond delay="0"/>
                                  </p:stCondLst>
                                  <p:childTnLst>
                                    <p:set>
                                      <p:cBhvr>
                                        <p:cTn id="1047" dur="1" fill="hold">
                                          <p:stCondLst>
                                            <p:cond delay="0"/>
                                          </p:stCondLst>
                                        </p:cTn>
                                        <p:tgtEl>
                                          <p:spTgt spid="153"/>
                                        </p:tgtEl>
                                        <p:attrNameLst>
                                          <p:attrName>style.visibility</p:attrName>
                                        </p:attrNameLst>
                                      </p:cBhvr>
                                      <p:to>
                                        <p:strVal val="visible"/>
                                      </p:to>
                                    </p:set>
                                    <p:animEffect transition="in" filter="fade">
                                      <p:cBhvr>
                                        <p:cTn id="1048" dur="650"/>
                                        <p:tgtEl>
                                          <p:spTgt spid="153"/>
                                        </p:tgtEl>
                                      </p:cBhvr>
                                    </p:animEffect>
                                    <p:anim calcmode="lin" valueType="num">
                                      <p:cBhvr>
                                        <p:cTn id="1049" dur="650" fill="hold"/>
                                        <p:tgtEl>
                                          <p:spTgt spid="153"/>
                                        </p:tgtEl>
                                        <p:attrNameLst>
                                          <p:attrName>ppt_x</p:attrName>
                                        </p:attrNameLst>
                                      </p:cBhvr>
                                      <p:tavLst>
                                        <p:tav tm="0">
                                          <p:val>
                                            <p:strVal val="#ppt_x"/>
                                          </p:val>
                                        </p:tav>
                                        <p:tav tm="100000">
                                          <p:val>
                                            <p:strVal val="#ppt_x"/>
                                          </p:val>
                                        </p:tav>
                                      </p:tavLst>
                                    </p:anim>
                                    <p:anim calcmode="lin" valueType="num">
                                      <p:cBhvr>
                                        <p:cTn id="1050" dur="650" fill="hold"/>
                                        <p:tgtEl>
                                          <p:spTgt spid="153"/>
                                        </p:tgtEl>
                                        <p:attrNameLst>
                                          <p:attrName>ppt_y</p:attrName>
                                        </p:attrNameLst>
                                      </p:cBhvr>
                                      <p:tavLst>
                                        <p:tav tm="0">
                                          <p:val>
                                            <p:strVal val="#ppt_y+.1"/>
                                          </p:val>
                                        </p:tav>
                                        <p:tav tm="100000">
                                          <p:val>
                                            <p:strVal val="#ppt_y"/>
                                          </p:val>
                                        </p:tav>
                                      </p:tavLst>
                                    </p:anim>
                                  </p:childTnLst>
                                </p:cTn>
                              </p:par>
                              <p:par>
                                <p:cTn id="1051" presetID="42" presetClass="entr" presetSubtype="0" fill="hold" grpId="0" nodeType="withEffect">
                                  <p:stCondLst>
                                    <p:cond delay="0"/>
                                  </p:stCondLst>
                                  <p:childTnLst>
                                    <p:set>
                                      <p:cBhvr>
                                        <p:cTn id="1052" dur="1" fill="hold">
                                          <p:stCondLst>
                                            <p:cond delay="0"/>
                                          </p:stCondLst>
                                        </p:cTn>
                                        <p:tgtEl>
                                          <p:spTgt spid="154"/>
                                        </p:tgtEl>
                                        <p:attrNameLst>
                                          <p:attrName>style.visibility</p:attrName>
                                        </p:attrNameLst>
                                      </p:cBhvr>
                                      <p:to>
                                        <p:strVal val="visible"/>
                                      </p:to>
                                    </p:set>
                                    <p:animEffect transition="in" filter="fade">
                                      <p:cBhvr>
                                        <p:cTn id="1053" dur="650"/>
                                        <p:tgtEl>
                                          <p:spTgt spid="154"/>
                                        </p:tgtEl>
                                      </p:cBhvr>
                                    </p:animEffect>
                                    <p:anim calcmode="lin" valueType="num">
                                      <p:cBhvr>
                                        <p:cTn id="1054" dur="650" fill="hold"/>
                                        <p:tgtEl>
                                          <p:spTgt spid="154"/>
                                        </p:tgtEl>
                                        <p:attrNameLst>
                                          <p:attrName>ppt_x</p:attrName>
                                        </p:attrNameLst>
                                      </p:cBhvr>
                                      <p:tavLst>
                                        <p:tav tm="0">
                                          <p:val>
                                            <p:strVal val="#ppt_x"/>
                                          </p:val>
                                        </p:tav>
                                        <p:tav tm="100000">
                                          <p:val>
                                            <p:strVal val="#ppt_x"/>
                                          </p:val>
                                        </p:tav>
                                      </p:tavLst>
                                    </p:anim>
                                    <p:anim calcmode="lin" valueType="num">
                                      <p:cBhvr>
                                        <p:cTn id="1055" dur="650" fill="hold"/>
                                        <p:tgtEl>
                                          <p:spTgt spid="154"/>
                                        </p:tgtEl>
                                        <p:attrNameLst>
                                          <p:attrName>ppt_y</p:attrName>
                                        </p:attrNameLst>
                                      </p:cBhvr>
                                      <p:tavLst>
                                        <p:tav tm="0">
                                          <p:val>
                                            <p:strVal val="#ppt_y+.1"/>
                                          </p:val>
                                        </p:tav>
                                        <p:tav tm="100000">
                                          <p:val>
                                            <p:strVal val="#ppt_y"/>
                                          </p:val>
                                        </p:tav>
                                      </p:tavLst>
                                    </p:anim>
                                  </p:childTnLst>
                                </p:cTn>
                              </p:par>
                              <p:par>
                                <p:cTn id="1056" presetID="42" presetClass="entr" presetSubtype="0" fill="hold" grpId="0" nodeType="withEffect">
                                  <p:stCondLst>
                                    <p:cond delay="0"/>
                                  </p:stCondLst>
                                  <p:childTnLst>
                                    <p:set>
                                      <p:cBhvr>
                                        <p:cTn id="1057" dur="1" fill="hold">
                                          <p:stCondLst>
                                            <p:cond delay="0"/>
                                          </p:stCondLst>
                                        </p:cTn>
                                        <p:tgtEl>
                                          <p:spTgt spid="155"/>
                                        </p:tgtEl>
                                        <p:attrNameLst>
                                          <p:attrName>style.visibility</p:attrName>
                                        </p:attrNameLst>
                                      </p:cBhvr>
                                      <p:to>
                                        <p:strVal val="visible"/>
                                      </p:to>
                                    </p:set>
                                    <p:animEffect transition="in" filter="fade">
                                      <p:cBhvr>
                                        <p:cTn id="1058" dur="650"/>
                                        <p:tgtEl>
                                          <p:spTgt spid="155"/>
                                        </p:tgtEl>
                                      </p:cBhvr>
                                    </p:animEffect>
                                    <p:anim calcmode="lin" valueType="num">
                                      <p:cBhvr>
                                        <p:cTn id="1059" dur="650" fill="hold"/>
                                        <p:tgtEl>
                                          <p:spTgt spid="155"/>
                                        </p:tgtEl>
                                        <p:attrNameLst>
                                          <p:attrName>ppt_x</p:attrName>
                                        </p:attrNameLst>
                                      </p:cBhvr>
                                      <p:tavLst>
                                        <p:tav tm="0">
                                          <p:val>
                                            <p:strVal val="#ppt_x"/>
                                          </p:val>
                                        </p:tav>
                                        <p:tav tm="100000">
                                          <p:val>
                                            <p:strVal val="#ppt_x"/>
                                          </p:val>
                                        </p:tav>
                                      </p:tavLst>
                                    </p:anim>
                                    <p:anim calcmode="lin" valueType="num">
                                      <p:cBhvr>
                                        <p:cTn id="1060" dur="650" fill="hold"/>
                                        <p:tgtEl>
                                          <p:spTgt spid="155"/>
                                        </p:tgtEl>
                                        <p:attrNameLst>
                                          <p:attrName>ppt_y</p:attrName>
                                        </p:attrNameLst>
                                      </p:cBhvr>
                                      <p:tavLst>
                                        <p:tav tm="0">
                                          <p:val>
                                            <p:strVal val="#ppt_y+.1"/>
                                          </p:val>
                                        </p:tav>
                                        <p:tav tm="100000">
                                          <p:val>
                                            <p:strVal val="#ppt_y"/>
                                          </p:val>
                                        </p:tav>
                                      </p:tavLst>
                                    </p:anim>
                                  </p:childTnLst>
                                </p:cTn>
                              </p:par>
                              <p:par>
                                <p:cTn id="1061" presetID="42" presetClass="entr" presetSubtype="0" fill="hold" grpId="0" nodeType="withEffect">
                                  <p:stCondLst>
                                    <p:cond delay="0"/>
                                  </p:stCondLst>
                                  <p:childTnLst>
                                    <p:set>
                                      <p:cBhvr>
                                        <p:cTn id="1062" dur="1" fill="hold">
                                          <p:stCondLst>
                                            <p:cond delay="0"/>
                                          </p:stCondLst>
                                        </p:cTn>
                                        <p:tgtEl>
                                          <p:spTgt spid="156"/>
                                        </p:tgtEl>
                                        <p:attrNameLst>
                                          <p:attrName>style.visibility</p:attrName>
                                        </p:attrNameLst>
                                      </p:cBhvr>
                                      <p:to>
                                        <p:strVal val="visible"/>
                                      </p:to>
                                    </p:set>
                                    <p:animEffect transition="in" filter="fade">
                                      <p:cBhvr>
                                        <p:cTn id="1063" dur="650"/>
                                        <p:tgtEl>
                                          <p:spTgt spid="156"/>
                                        </p:tgtEl>
                                      </p:cBhvr>
                                    </p:animEffect>
                                    <p:anim calcmode="lin" valueType="num">
                                      <p:cBhvr>
                                        <p:cTn id="1064" dur="650" fill="hold"/>
                                        <p:tgtEl>
                                          <p:spTgt spid="156"/>
                                        </p:tgtEl>
                                        <p:attrNameLst>
                                          <p:attrName>ppt_x</p:attrName>
                                        </p:attrNameLst>
                                      </p:cBhvr>
                                      <p:tavLst>
                                        <p:tav tm="0">
                                          <p:val>
                                            <p:strVal val="#ppt_x"/>
                                          </p:val>
                                        </p:tav>
                                        <p:tav tm="100000">
                                          <p:val>
                                            <p:strVal val="#ppt_x"/>
                                          </p:val>
                                        </p:tav>
                                      </p:tavLst>
                                    </p:anim>
                                    <p:anim calcmode="lin" valueType="num">
                                      <p:cBhvr>
                                        <p:cTn id="1065" dur="650" fill="hold"/>
                                        <p:tgtEl>
                                          <p:spTgt spid="1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p:bldP spid="15" grpId="0"/>
      <p:bldP spid="16" grpId="0" animBg="1"/>
      <p:bldP spid="17" grpId="0"/>
      <p:bldP spid="18" grpId="0" animBg="1"/>
      <p:bldP spid="19" grpId="0"/>
      <p:bldP spid="20" grpId="0"/>
      <p:bldP spid="21" grpId="0"/>
      <p:bldP spid="22" grpId="0" animBg="1"/>
      <p:bldP spid="23" grpId="0"/>
      <p:bldP spid="24" grpId="0" animBg="1"/>
      <p:bldP spid="25" grpId="0"/>
      <p:bldP spid="26" grpId="0"/>
      <p:bldP spid="27" grpId="0" animBg="1"/>
      <p:bldP spid="28" grpId="0"/>
      <p:bldP spid="29" grpId="0" animBg="1"/>
      <p:bldP spid="30" grpId="0"/>
      <p:bldP spid="31" grpId="0"/>
      <p:bldP spid="32" grpId="0"/>
      <p:bldP spid="33" grpId="0" animBg="1"/>
      <p:bldP spid="34" grpId="0"/>
      <p:bldP spid="35" grpId="0" animBg="1"/>
      <p:bldP spid="36" grpId="0"/>
      <p:bldP spid="37" grpId="0"/>
      <p:bldP spid="38" grpId="0"/>
      <p:bldP spid="39" grpId="0" animBg="1"/>
      <p:bldP spid="40" grpId="0"/>
      <p:bldP spid="41" grpId="0" animBg="1"/>
      <p:bldP spid="42" grpId="0"/>
      <p:bldP spid="43" grpId="0"/>
      <p:bldP spid="44" grpId="0" animBg="1"/>
      <p:bldP spid="45" grpId="0"/>
      <p:bldP spid="46" grpId="0"/>
      <p:bldP spid="47" grpId="0"/>
      <p:bldP spid="48" grpId="0"/>
      <p:bldP spid="49" grpId="0"/>
      <p:bldP spid="50" grpId="0"/>
      <p:bldP spid="51" grpId="0"/>
      <p:bldP spid="52" grpId="0"/>
      <p:bldP spid="53" grpId="0"/>
      <p:bldP spid="54" grpId="0" animBg="1"/>
      <p:bldP spid="55" grpId="0"/>
      <p:bldP spid="56" grpId="0" animBg="1"/>
      <p:bldP spid="57" grpId="0"/>
      <p:bldP spid="58" grpId="0" animBg="1"/>
      <p:bldP spid="59" grpId="0"/>
      <p:bldP spid="60" grpId="0" animBg="1"/>
      <p:bldP spid="61" grpId="0"/>
      <p:bldP spid="62" grpId="0" animBg="1"/>
      <p:bldP spid="63" grpId="0"/>
      <p:bldP spid="64" grpId="0" animBg="1"/>
      <p:bldP spid="65" grpId="0"/>
      <p:bldP spid="66" grpId="0" animBg="1"/>
      <p:bldP spid="67" grpId="0"/>
      <p:bldP spid="68" grpId="0" animBg="1"/>
      <p:bldP spid="69" grpId="0"/>
      <p:bldP spid="70" grpId="0" animBg="1"/>
      <p:bldP spid="71" grpId="0"/>
      <p:bldP spid="72" grpId="0" animBg="1"/>
      <p:bldP spid="73" grpId="0"/>
      <p:bldP spid="74" grpId="0" animBg="1"/>
      <p:bldP spid="75" grpId="0"/>
      <p:bldP spid="76" grpId="0" animBg="1"/>
      <p:bldP spid="77" grpId="0"/>
      <p:bldP spid="78" grpId="0" animBg="1"/>
      <p:bldP spid="79" grpId="0"/>
      <p:bldP spid="80" grpId="0" animBg="1"/>
      <p:bldP spid="81" grpId="0"/>
      <p:bldP spid="82" grpId="0" animBg="1"/>
      <p:bldP spid="83" grpId="0"/>
      <p:bldP spid="84" grpId="0" animBg="1"/>
      <p:bldP spid="85" grpId="0"/>
      <p:bldP spid="86" grpId="0" animBg="1"/>
      <p:bldP spid="87" grpId="0"/>
      <p:bldP spid="88" grpId="0" animBg="1"/>
      <p:bldP spid="89" grpId="0"/>
      <p:bldP spid="90" grpId="0" animBg="1"/>
      <p:bldP spid="91" grpId="0"/>
      <p:bldP spid="92" grpId="0" animBg="1"/>
      <p:bldP spid="93" grpId="0"/>
      <p:bldP spid="94" grpId="0" animBg="1"/>
      <p:bldP spid="95" grpId="0"/>
      <p:bldP spid="96" grpId="0" animBg="1"/>
      <p:bldP spid="97" grpId="0"/>
      <p:bldP spid="98" grpId="0" animBg="1"/>
      <p:bldP spid="99" grpId="0"/>
      <p:bldP spid="100" grpId="0" animBg="1"/>
      <p:bldP spid="101" grpId="0"/>
      <p:bldP spid="102" grpId="0" animBg="1"/>
      <p:bldP spid="103" grpId="0"/>
      <p:bldP spid="104" grpId="0" animBg="1"/>
      <p:bldP spid="105" grpId="0"/>
      <p:bldP spid="106" grpId="0" animBg="1"/>
      <p:bldP spid="107" grpId="0"/>
      <p:bldP spid="108" grpId="0" animBg="1"/>
      <p:bldP spid="109" grpId="0"/>
      <p:bldP spid="110" grpId="0" animBg="1"/>
      <p:bldP spid="111" grpId="0"/>
      <p:bldP spid="112" grpId="0" animBg="1"/>
      <p:bldP spid="113" grpId="0"/>
      <p:bldP spid="114" grpId="0" animBg="1"/>
      <p:bldP spid="115" grpId="0"/>
      <p:bldP spid="116" grpId="0" animBg="1"/>
      <p:bldP spid="117" grpId="0"/>
      <p:bldP spid="118" grpId="0" animBg="1"/>
      <p:bldP spid="119" grpId="0"/>
      <p:bldP spid="120" grpId="0" animBg="1"/>
      <p:bldP spid="121" grpId="0"/>
      <p:bldP spid="122" grpId="0" animBg="1"/>
      <p:bldP spid="123" grpId="0"/>
      <p:bldP spid="124" grpId="0" animBg="1"/>
      <p:bldP spid="125" grpId="0"/>
      <p:bldP spid="126" grpId="0" animBg="1"/>
      <p:bldP spid="127" grpId="0"/>
      <p:bldP spid="128" grpId="0" animBg="1"/>
      <p:bldP spid="129" grpId="0"/>
      <p:bldP spid="130" grpId="0" animBg="1"/>
      <p:bldP spid="131" grpId="0"/>
      <p:bldP spid="132" grpId="0" animBg="1"/>
      <p:bldP spid="133" grpId="0"/>
      <p:bldP spid="134" grpId="0" animBg="1"/>
      <p:bldP spid="135" grpId="0"/>
      <p:bldP spid="136" grpId="0" animBg="1"/>
      <p:bldP spid="137" grpId="0"/>
      <p:bldP spid="138" grpId="0" animBg="1"/>
      <p:bldP spid="139" grpId="0"/>
      <p:bldP spid="140" grpId="0" animBg="1"/>
      <p:bldP spid="141" grpId="0"/>
      <p:bldP spid="142" grpId="0" animBg="1"/>
      <p:bldP spid="143" grpId="0"/>
      <p:bldP spid="144" grpId="0" animBg="1"/>
      <p:bldP spid="145" grpId="0"/>
      <p:bldP spid="146" grpId="0" animBg="1"/>
      <p:bldP spid="147" grpId="0"/>
      <p:bldP spid="148" grpId="0" animBg="1"/>
      <p:bldP spid="149" grpId="0"/>
      <p:bldP spid="150" grpId="0" animBg="1"/>
      <p:bldP spid="151" grpId="0"/>
      <p:bldP spid="152" grpId="0"/>
      <p:bldP spid="153" grpId="0" animBg="1"/>
      <p:bldP spid="154" grpId="0" animBg="1"/>
      <p:bldP spid="155" grpId="0"/>
      <p:bldP spid="156" grpId="0"/>
      <p:bldP spid="157" grpId="0" animBg="1"/>
      <p:bldP spid="157" grpId="1" animBg="1"/>
      <p:bldP spid="159" grpId="0"/>
      <p:bldP spid="159" grpId="1"/>
      <p:bldP spid="160" grpId="0"/>
      <p:bldP spid="160" grpId="1"/>
      <p:bldP spid="161" grpId="0"/>
      <p:bldP spid="161" grpId="1"/>
      <p:bldP spid="162" grpId="0"/>
      <p:bldP spid="162" grpId="1"/>
      <p:bldP spid="163" grpId="0" animBg="1"/>
      <p:bldP spid="163" grpId="1" animBg="1"/>
      <p:bldP spid="164" grpId="0"/>
      <p:bldP spid="164" grpId="1"/>
      <p:bldP spid="165" grpId="0" animBg="1"/>
      <p:bldP spid="165" grpId="1" animBg="1"/>
      <p:bldP spid="167" grpId="0"/>
      <p:bldP spid="167" grpId="1"/>
      <p:bldP spid="168" grpId="0"/>
      <p:bldP spid="168" grpId="1"/>
      <p:bldP spid="169" grpId="0"/>
      <p:bldP spid="169" grpId="1"/>
      <p:bldP spid="170" grpId="0" animBg="1"/>
      <p:bldP spid="170" grpId="1" animBg="1"/>
      <p:bldP spid="171" grpId="0"/>
      <p:bldP spid="171" grpId="1"/>
      <p:bldP spid="172" grpId="0" animBg="1"/>
      <p:bldP spid="172" grpId="1" animBg="1"/>
      <p:bldP spid="174" grpId="0"/>
      <p:bldP spid="174" grpId="1"/>
      <p:bldP spid="175" grpId="0"/>
      <p:bldP spid="175" grpId="1"/>
      <p:bldP spid="176" grpId="0"/>
      <p:bldP spid="176" grpId="1"/>
      <p:bldP spid="177" grpId="0" animBg="1"/>
      <p:bldP spid="177" grpId="1" animBg="1"/>
      <p:bldP spid="178" grpId="0"/>
      <p:bldP spid="178" grpId="1"/>
      <p:bldP spid="179" grpId="0" animBg="1"/>
      <p:bldP spid="179" grpId="1" animBg="1"/>
      <p:bldP spid="181" grpId="0"/>
      <p:bldP spid="181" grpId="1"/>
      <p:bldP spid="182" grpId="0"/>
      <p:bldP spid="182" grpId="1"/>
      <p:bldP spid="183" grpId="0"/>
      <p:bldP spid="183" grpId="1"/>
      <p:bldP spid="184" grpId="0"/>
      <p:bldP spid="184" grpId="1"/>
      <p:bldP spid="185" grpId="0" animBg="1"/>
      <p:bldP spid="185" grpId="1" animBg="1"/>
      <p:bldP spid="186" grpId="0"/>
      <p:bldP spid="186" grpId="1"/>
      <p:bldP spid="187" grpId="0" animBg="1"/>
      <p:bldP spid="187" grpId="1" animBg="1"/>
      <p:bldP spid="189" grpId="0"/>
      <p:bldP spid="189" grpId="1"/>
      <p:bldP spid="190" grpId="0"/>
      <p:bldP spid="190" grpId="1"/>
      <p:bldP spid="191" grpId="0"/>
      <p:bldP spid="191" grpId="1"/>
      <p:bldP spid="192" grpId="0" animBg="1"/>
      <p:bldP spid="192" grpId="1" animBg="1"/>
      <p:bldP spid="194" grpId="0"/>
      <p:bldP spid="194" grpId="1"/>
      <p:bldP spid="195" grpId="0"/>
      <p:bldP spid="195" grpId="1"/>
      <p:bldP spid="196" grpId="0"/>
      <p:bldP spid="196" grpId="1"/>
      <p:bldP spid="197" grpId="0" animBg="1"/>
      <p:bldP spid="197" grpId="1" animBg="1"/>
      <p:bldP spid="198" grpId="0"/>
      <p:bldP spid="198" grpId="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450532"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Cap. 3</a:t>
            </a:r>
          </a:p>
        </p:txBody>
      </p:sp>
      <p:sp>
        <p:nvSpPr>
          <p:cNvPr id="4" name="!!rotulo"/>
          <p:cNvSpPr txBox="1"/>
          <p:nvPr/>
        </p:nvSpPr>
        <p:spPr>
          <a:xfrm>
            <a:off x="1149032" y="282141"/>
            <a:ext cx="1971865"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Verificación y validación</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Lo que las tasas no vieron, la memoria lo delató</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3"/>
          <p:cNvSpPr/>
          <p:nvPr/>
        </p:nvSpPr>
        <p:spPr>
          <a:xfrm>
            <a:off x="113093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unto-4"/>
          <p:cNvSpPr/>
          <p:nvPr/>
        </p:nvSpPr>
        <p:spPr>
          <a:xfrm>
            <a:off x="11525250" y="323850"/>
            <a:ext cx="101600" cy="1016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ccion:3652b969aa"/>
          <p:cNvSpPr/>
          <p:nvPr/>
        </p:nvSpPr>
        <p:spPr>
          <a:xfrm>
            <a:off x="568325" y="1273175"/>
            <a:ext cx="4565650" cy="4057650"/>
          </a:xfrm>
          <a:prstGeom prst="roundRect">
            <a:avLst>
              <a:gd name="adj" fmla="val 211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ccion:1c17ded2f1"/>
          <p:cNvSpPr txBox="1"/>
          <p:nvPr/>
        </p:nvSpPr>
        <p:spPr>
          <a:xfrm>
            <a:off x="736600" y="1408913"/>
            <a:ext cx="2380552" cy="175260"/>
          </a:xfrm>
          <a:prstGeom prst="rect">
            <a:avLst/>
          </a:prstGeom>
          <a:noFill/>
        </p:spPr>
        <p:txBody>
          <a:bodyPr wrap="square" lIns="0" rIns="0" tIns="0" bIns="0" anchor="t"/>
          <a:lstStyle/>
          <a:p>
            <a:pPr algn="l">
              <a:lnSpc>
                <a:spcPts val="1380"/>
              </a:lnSpc>
              <a:spcBef>
                <a:spcPts val="0"/>
              </a:spcBef>
              <a:spcAft>
                <a:spcPts val="0"/>
              </a:spcAft>
            </a:pPr>
            <a:r>
              <a:rPr sz="1200" b="1" i="0" cap="all" spc="120">
                <a:solidFill>
                  <a:srgbClr val="5B6575"/>
                </a:solidFill>
                <a:latin typeface="Calibri"/>
              </a:rPr>
              <a:t>Ejemplo guía · elemento E3</a:t>
            </a:r>
          </a:p>
        </p:txBody>
      </p:sp>
      <p:pic>
        <p:nvPicPr>
          <p:cNvPr id="14" name="!!leccion:bd0de84243" descr="7b3e9177b3036298.png"/>
          <p:cNvPicPr>
            <a:picLocks noChangeAspect="1"/>
          </p:cNvPicPr>
          <p:nvPr/>
        </p:nvPicPr>
        <p:blipFill>
          <a:blip r:embed="rId2"/>
          <a:stretch>
            <a:fillRect/>
          </a:stretch>
        </p:blipFill>
        <p:spPr>
          <a:xfrm>
            <a:off x="635000" y="1644650"/>
            <a:ext cx="4432300" cy="3263900"/>
          </a:xfrm>
          <a:prstGeom prst="rect">
            <a:avLst/>
          </a:prstGeom>
        </p:spPr>
      </p:pic>
      <p:sp>
        <p:nvSpPr>
          <p:cNvPr id="15" name="!!leccion:a834e989ee"/>
          <p:cNvSpPr/>
          <p:nvPr/>
        </p:nvSpPr>
        <p:spPr>
          <a:xfrm>
            <a:off x="736600" y="5118100"/>
            <a:ext cx="279400" cy="254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ccion:8dd6c6a7cd"/>
          <p:cNvSpPr/>
          <p:nvPr/>
        </p:nvSpPr>
        <p:spPr>
          <a:xfrm>
            <a:off x="946150" y="5073650"/>
            <a:ext cx="82550" cy="114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ccion:8dd6c6a7cd·2"/>
          <p:cNvSpPr/>
          <p:nvPr/>
        </p:nvSpPr>
        <p:spPr>
          <a:xfrm>
            <a:off x="946150" y="5073650"/>
            <a:ext cx="82550" cy="1143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eccion:eee67e8205"/>
          <p:cNvSpPr txBox="1"/>
          <p:nvPr/>
        </p:nvSpPr>
        <p:spPr>
          <a:xfrm>
            <a:off x="1092200" y="5038249"/>
            <a:ext cx="3530600" cy="190500"/>
          </a:xfrm>
          <a:prstGeom prst="rect">
            <a:avLst/>
          </a:prstGeom>
          <a:noFill/>
        </p:spPr>
        <p:txBody>
          <a:bodyPr wrap="square" lIns="0" rIns="0" tIns="0" bIns="0" anchor="t"/>
          <a:lstStyle/>
          <a:p>
            <a:pPr algn="l">
              <a:lnSpc>
                <a:spcPts val="1500"/>
              </a:lnSpc>
              <a:spcBef>
                <a:spcPts val="0"/>
              </a:spcBef>
              <a:spcAft>
                <a:spcPts val="0"/>
              </a:spcAft>
            </a:pPr>
            <a:r>
              <a:rPr sz="1250" b="1" i="0">
                <a:solidFill>
                  <a:srgbClr val="198754"/>
                </a:solidFill>
                <a:latin typeface="Calibri"/>
              </a:rPr>
              <a:t>con la matriz corregida, cada valor vuelve a su punto</a:t>
            </a:r>
          </a:p>
        </p:txBody>
      </p:sp>
      <p:pic>
        <p:nvPicPr>
          <p:cNvPr id="19" name="!!leccion:4aecea3a04" descr="a40e55cded825be8.png"/>
          <p:cNvPicPr>
            <a:picLocks noChangeAspect="1"/>
          </p:cNvPicPr>
          <p:nvPr/>
        </p:nvPicPr>
        <p:blipFill>
          <a:blip r:embed="rId3"/>
          <a:stretch>
            <a:fillRect/>
          </a:stretch>
        </p:blipFill>
        <p:spPr>
          <a:xfrm>
            <a:off x="635000" y="1644650"/>
            <a:ext cx="4432300" cy="3263900"/>
          </a:xfrm>
          <a:prstGeom prst="rect">
            <a:avLst/>
          </a:prstGeom>
        </p:spPr>
      </p:pic>
      <p:pic>
        <p:nvPicPr>
          <p:cNvPr id="20" name="!!leccion:a9fd704d6d" descr="721b76e9be322462.png"/>
          <p:cNvPicPr>
            <a:picLocks noChangeAspect="1"/>
          </p:cNvPicPr>
          <p:nvPr/>
        </p:nvPicPr>
        <p:blipFill>
          <a:blip r:embed="rId4"/>
          <a:stretch>
            <a:fillRect/>
          </a:stretch>
        </p:blipFill>
        <p:spPr>
          <a:xfrm>
            <a:off x="635000" y="1644650"/>
            <a:ext cx="4432300" cy="3263900"/>
          </a:xfrm>
          <a:prstGeom prst="rect">
            <a:avLst/>
          </a:prstGeom>
        </p:spPr>
      </p:pic>
      <p:sp>
        <p:nvSpPr>
          <p:cNvPr id="21" name="!!leccion:a521f0c1a2"/>
          <p:cNvSpPr/>
          <p:nvPr/>
        </p:nvSpPr>
        <p:spPr>
          <a:xfrm>
            <a:off x="736600" y="5118100"/>
            <a:ext cx="279400" cy="25400"/>
          </a:xfrm>
          <a:prstGeom prst="roundRect">
            <a:avLst>
              <a:gd name="adj" fmla="val 50000"/>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eccion:ff7ab69cd0"/>
          <p:cNvSpPr/>
          <p:nvPr/>
        </p:nvSpPr>
        <p:spPr>
          <a:xfrm>
            <a:off x="946150" y="5073650"/>
            <a:ext cx="82550" cy="114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ccion:ff7ab69cd0·2"/>
          <p:cNvSpPr/>
          <p:nvPr/>
        </p:nvSpPr>
        <p:spPr>
          <a:xfrm>
            <a:off x="946150" y="5073650"/>
            <a:ext cx="82550" cy="114300"/>
          </a:xfrm>
          <a:prstGeom prst="rect">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eccion:359d00b061"/>
          <p:cNvSpPr txBox="1"/>
          <p:nvPr/>
        </p:nvSpPr>
        <p:spPr>
          <a:xfrm>
            <a:off x="1092200" y="5038249"/>
            <a:ext cx="2742311" cy="190500"/>
          </a:xfrm>
          <a:prstGeom prst="rect">
            <a:avLst/>
          </a:prstGeom>
          <a:noFill/>
        </p:spPr>
        <p:txBody>
          <a:bodyPr wrap="square" lIns="0" rIns="0" tIns="0" bIns="0" anchor="t"/>
          <a:lstStyle/>
          <a:p>
            <a:pPr algn="l">
              <a:lnSpc>
                <a:spcPts val="1500"/>
              </a:lnSpc>
              <a:spcBef>
                <a:spcPts val="0"/>
              </a:spcBef>
              <a:spcAft>
                <a:spcPts val="0"/>
              </a:spcAft>
            </a:pPr>
            <a:r>
              <a:rPr sz="1250" b="0" i="0">
                <a:solidFill>
                  <a:srgbClr val="3F4A5A"/>
                </a:solidFill>
                <a:latin typeface="Calibri"/>
              </a:rPr>
              <a:t>adónde lleva cada valor la matriz</a:t>
            </a:r>
            <a:r>
              <a:rPr sz="1250" b="1" i="0">
                <a:solidFill>
                  <a:srgbClr val="B02A37"/>
                </a:solidFill>
                <a:latin typeface="Calibri"/>
              </a:rPr>
              <a:t> anterior</a:t>
            </a:r>
          </a:p>
        </p:txBody>
      </p:sp>
      <p:sp>
        <p:nvSpPr>
          <p:cNvPr id="25" name="!!leccion:2fe2743725"/>
          <p:cNvSpPr/>
          <p:nvPr/>
        </p:nvSpPr>
        <p:spPr>
          <a:xfrm>
            <a:off x="5461000" y="1311974"/>
            <a:ext cx="3024759" cy="246380"/>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eccion:6390969cc9"/>
          <p:cNvSpPr txBox="1"/>
          <p:nvPr/>
        </p:nvSpPr>
        <p:spPr>
          <a:xfrm>
            <a:off x="5568950" y="1343647"/>
            <a:ext cx="2865056"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198754"/>
                </a:solidFill>
                <a:latin typeface="Calibri"/>
              </a:rPr>
              <a:t>✓ lo que miden las tasas del desplazamiento</a:t>
            </a:r>
          </a:p>
        </p:txBody>
      </p:sp>
      <p:sp>
        <p:nvSpPr>
          <p:cNvPr id="27" name="!!leccion:c97e9bde9f"/>
          <p:cNvSpPr/>
          <p:nvPr/>
        </p:nvSpPr>
        <p:spPr>
          <a:xfrm>
            <a:off x="5734050" y="1562100"/>
            <a:ext cx="127000" cy="698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eccion:c97e9bde9f·2"/>
          <p:cNvSpPr/>
          <p:nvPr/>
        </p:nvSpPr>
        <p:spPr>
          <a:xfrm>
            <a:off x="5734050" y="1562100"/>
            <a:ext cx="127000" cy="6985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eccion:3641a5ba71"/>
          <p:cNvSpPr/>
          <p:nvPr/>
        </p:nvSpPr>
        <p:spPr>
          <a:xfrm>
            <a:off x="5461000" y="1644650"/>
            <a:ext cx="1404747" cy="939800"/>
          </a:xfrm>
          <a:prstGeom prst="roundRect">
            <a:avLst>
              <a:gd name="adj" fmla="val 7432"/>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eccion:e9f6187084"/>
          <p:cNvSpPr txBox="1"/>
          <p:nvPr/>
        </p:nvSpPr>
        <p:spPr>
          <a:xfrm>
            <a:off x="5556250" y="2024145"/>
            <a:ext cx="1265047" cy="197168"/>
          </a:xfrm>
          <a:prstGeom prst="rect">
            <a:avLst/>
          </a:prstGeom>
          <a:noFill/>
        </p:spPr>
        <p:txBody>
          <a:bodyPr wrap="square" lIns="0" rIns="0" tIns="0" bIns="0" anchor="t"/>
          <a:lstStyle/>
          <a:p>
            <a:pPr algn="l">
              <a:lnSpc>
                <a:spcPts val="1552"/>
              </a:lnSpc>
              <a:spcBef>
                <a:spcPts val="0"/>
              </a:spcBef>
              <a:spcAft>
                <a:spcPts val="0"/>
              </a:spcAft>
            </a:pPr>
            <a:r>
              <a:rPr sz="1350" b="1" i="0">
                <a:solidFill>
                  <a:srgbClr val="1B2A4A"/>
                </a:solidFill>
                <a:latin typeface="Calibri"/>
              </a:rPr>
              <a:t>Desplazamientos</a:t>
            </a:r>
          </a:p>
        </p:txBody>
      </p:sp>
      <p:sp>
        <p:nvSpPr>
          <p:cNvPr id="31" name="!!leccion:e16b4666f2"/>
          <p:cNvSpPr txBox="1"/>
          <p:nvPr/>
        </p:nvSpPr>
        <p:spPr>
          <a:xfrm>
            <a:off x="6846697" y="2021776"/>
            <a:ext cx="2667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5B6575"/>
                </a:solidFill>
                <a:latin typeface="Calibri"/>
              </a:rPr>
              <a:t>→</a:t>
            </a:r>
          </a:p>
        </p:txBody>
      </p:sp>
      <p:sp>
        <p:nvSpPr>
          <p:cNvPr id="32" name="!!leccion:8d096b5a61"/>
          <p:cNvSpPr/>
          <p:nvPr/>
        </p:nvSpPr>
        <p:spPr>
          <a:xfrm>
            <a:off x="7094347" y="1644650"/>
            <a:ext cx="1356296" cy="939800"/>
          </a:xfrm>
          <a:prstGeom prst="roundRect">
            <a:avLst>
              <a:gd name="adj" fmla="val 7432"/>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eccion:9b1d0816da"/>
          <p:cNvSpPr txBox="1"/>
          <p:nvPr/>
        </p:nvSpPr>
        <p:spPr>
          <a:xfrm>
            <a:off x="7189597" y="1827041"/>
            <a:ext cx="1216596" cy="591502"/>
          </a:xfrm>
          <a:prstGeom prst="rect">
            <a:avLst/>
          </a:prstGeom>
          <a:noFill/>
        </p:spPr>
        <p:txBody>
          <a:bodyPr wrap="square" lIns="0" rIns="0" tIns="0" bIns="0" anchor="t"/>
          <a:lstStyle/>
          <a:p>
            <a:pPr algn="l">
              <a:lnSpc>
                <a:spcPts val="1552"/>
              </a:lnSpc>
              <a:spcBef>
                <a:spcPts val="0"/>
              </a:spcBef>
              <a:spcAft>
                <a:spcPts val="0"/>
              </a:spcAft>
            </a:pPr>
            <a:r>
              <a:rPr sz="1350" b="1" i="0">
                <a:solidFill>
                  <a:srgbClr val="1B2A4A"/>
                </a:solidFill>
                <a:latin typeface="Calibri"/>
              </a:rPr>
              <a:t>Tensiones en</a:t>
            </a:r>
            <a:br/>
            <a:r>
              <a:rPr sz="1350" b="1" i="0">
                <a:solidFill>
                  <a:srgbClr val="1B2A4A"/>
                </a:solidFill>
                <a:latin typeface="Calibri"/>
              </a:rPr>
              <a:t>los puntos de</a:t>
            </a:r>
            <a:br/>
            <a:r>
              <a:rPr sz="1350" b="1" i="0">
                <a:solidFill>
                  <a:srgbClr val="1B2A4A"/>
                </a:solidFill>
                <a:latin typeface="Calibri"/>
              </a:rPr>
              <a:t>Gauss</a:t>
            </a:r>
          </a:p>
        </p:txBody>
      </p:sp>
      <p:sp>
        <p:nvSpPr>
          <p:cNvPr id="34" name="!!leccion:9d6068cde2"/>
          <p:cNvSpPr txBox="1"/>
          <p:nvPr/>
        </p:nvSpPr>
        <p:spPr>
          <a:xfrm>
            <a:off x="8431594" y="2021776"/>
            <a:ext cx="2667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5B6575"/>
                </a:solidFill>
                <a:latin typeface="Calibri"/>
              </a:rPr>
              <a:t>→</a:t>
            </a:r>
          </a:p>
        </p:txBody>
      </p:sp>
      <p:sp>
        <p:nvSpPr>
          <p:cNvPr id="35" name="!!leccion:997db32834"/>
          <p:cNvSpPr/>
          <p:nvPr/>
        </p:nvSpPr>
        <p:spPr>
          <a:xfrm>
            <a:off x="8679244" y="1644650"/>
            <a:ext cx="1356296" cy="939800"/>
          </a:xfrm>
          <a:prstGeom prst="roundRect">
            <a:avLst>
              <a:gd name="adj" fmla="val 7432"/>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eccion:4a389aee92"/>
          <p:cNvSpPr/>
          <p:nvPr/>
        </p:nvSpPr>
        <p:spPr>
          <a:xfrm>
            <a:off x="8679244" y="1644650"/>
            <a:ext cx="1356296" cy="939800"/>
          </a:xfrm>
          <a:prstGeom prst="roundRect">
            <a:avLst>
              <a:gd name="adj" fmla="val 7432"/>
            </a:avLst>
          </a:prstGeom>
          <a:solidFill>
            <a:srgbClr val="FBEAEC"/>
          </a:solidFill>
          <a:ln w="12700">
            <a:solidFill>
              <a:srgbClr val="B02A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eccion:da4faa26a6"/>
          <p:cNvSpPr txBox="1"/>
          <p:nvPr/>
        </p:nvSpPr>
        <p:spPr>
          <a:xfrm>
            <a:off x="8774494" y="1829010"/>
            <a:ext cx="1216596" cy="394335"/>
          </a:xfrm>
          <a:prstGeom prst="rect">
            <a:avLst/>
          </a:prstGeom>
          <a:noFill/>
        </p:spPr>
        <p:txBody>
          <a:bodyPr wrap="square" lIns="0" rIns="0" tIns="0" bIns="0" anchor="t"/>
          <a:lstStyle/>
          <a:p>
            <a:pPr algn="l">
              <a:lnSpc>
                <a:spcPts val="1552"/>
              </a:lnSpc>
              <a:spcBef>
                <a:spcPts val="0"/>
              </a:spcBef>
              <a:spcAft>
                <a:spcPts val="0"/>
              </a:spcAft>
            </a:pPr>
            <a:r>
              <a:rPr sz="1350" b="1" i="0">
                <a:solidFill>
                  <a:srgbClr val="1B2A4A"/>
                </a:solidFill>
                <a:latin typeface="Calibri"/>
              </a:rPr>
              <a:t>Matriz de</a:t>
            </a:r>
            <a:br/>
            <a:r>
              <a:rPr sz="1350" b="1" i="0">
                <a:solidFill>
                  <a:srgbClr val="1B2A4A"/>
                </a:solidFill>
                <a:latin typeface="Calibri"/>
              </a:rPr>
              <a:t>extrapolación</a:t>
            </a:r>
          </a:p>
        </p:txBody>
      </p:sp>
      <p:sp>
        <p:nvSpPr>
          <p:cNvPr id="38" name="!!leccion:3635d78aee"/>
          <p:cNvSpPr txBox="1"/>
          <p:nvPr/>
        </p:nvSpPr>
        <p:spPr>
          <a:xfrm>
            <a:off x="8774494" y="2246166"/>
            <a:ext cx="1216596"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198754"/>
                </a:solidFill>
                <a:latin typeface="Calibri"/>
              </a:rPr>
              <a:t>corregida</a:t>
            </a:r>
          </a:p>
        </p:txBody>
      </p:sp>
      <p:sp>
        <p:nvSpPr>
          <p:cNvPr id="39" name="!!leccion:e74aa4748b"/>
          <p:cNvSpPr txBox="1"/>
          <p:nvPr/>
        </p:nvSpPr>
        <p:spPr>
          <a:xfrm>
            <a:off x="8774494" y="2246166"/>
            <a:ext cx="1216596"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B02A37"/>
                </a:solidFill>
                <a:latin typeface="Calibri"/>
              </a:rPr>
              <a:t>otra numeración</a:t>
            </a:r>
          </a:p>
        </p:txBody>
      </p:sp>
      <p:sp>
        <p:nvSpPr>
          <p:cNvPr id="40" name="!!leccion:e48ca1b0b7"/>
          <p:cNvSpPr txBox="1"/>
          <p:nvPr/>
        </p:nvSpPr>
        <p:spPr>
          <a:xfrm>
            <a:off x="10016554" y="2021776"/>
            <a:ext cx="2667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5B6575"/>
                </a:solidFill>
                <a:latin typeface="Calibri"/>
              </a:rPr>
              <a:t>→</a:t>
            </a:r>
          </a:p>
        </p:txBody>
      </p:sp>
      <p:sp>
        <p:nvSpPr>
          <p:cNvPr id="41" name="!!leccion:626dd70dc5"/>
          <p:cNvSpPr/>
          <p:nvPr/>
        </p:nvSpPr>
        <p:spPr>
          <a:xfrm>
            <a:off x="10264204" y="1644650"/>
            <a:ext cx="1356296" cy="939800"/>
          </a:xfrm>
          <a:prstGeom prst="roundRect">
            <a:avLst>
              <a:gd name="adj" fmla="val 7432"/>
            </a:avLst>
          </a:prstGeom>
          <a:solidFill>
            <a:srgbClr val="F6F8FC"/>
          </a:solidFill>
          <a:ln w="1270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eccion:a682f92820"/>
          <p:cNvSpPr txBox="1"/>
          <p:nvPr/>
        </p:nvSpPr>
        <p:spPr>
          <a:xfrm>
            <a:off x="10359454" y="1925657"/>
            <a:ext cx="1216596" cy="394335"/>
          </a:xfrm>
          <a:prstGeom prst="rect">
            <a:avLst/>
          </a:prstGeom>
          <a:noFill/>
        </p:spPr>
        <p:txBody>
          <a:bodyPr wrap="square" lIns="0" rIns="0" tIns="0" bIns="0" anchor="t"/>
          <a:lstStyle/>
          <a:p>
            <a:pPr algn="l">
              <a:lnSpc>
                <a:spcPts val="1552"/>
              </a:lnSpc>
              <a:spcBef>
                <a:spcPts val="0"/>
              </a:spcBef>
              <a:spcAft>
                <a:spcPts val="0"/>
              </a:spcAft>
            </a:pPr>
            <a:r>
              <a:rPr sz="1350" b="1" i="0">
                <a:solidFill>
                  <a:srgbClr val="1B2A4A"/>
                </a:solidFill>
                <a:latin typeface="Calibri"/>
              </a:rPr>
              <a:t>Tensiones en</a:t>
            </a:r>
            <a:br/>
            <a:r>
              <a:rPr sz="1350" b="1" i="0">
                <a:solidFill>
                  <a:srgbClr val="1B2A4A"/>
                </a:solidFill>
                <a:latin typeface="Calibri"/>
              </a:rPr>
              <a:t>los nodos</a:t>
            </a:r>
          </a:p>
        </p:txBody>
      </p:sp>
      <p:sp>
        <p:nvSpPr>
          <p:cNvPr id="43" name="!!leccion:b65fb77c8c"/>
          <p:cNvSpPr txBox="1"/>
          <p:nvPr/>
        </p:nvSpPr>
        <p:spPr>
          <a:xfrm>
            <a:off x="5454650" y="2835573"/>
            <a:ext cx="6295644" cy="236220"/>
          </a:xfrm>
          <a:prstGeom prst="rect">
            <a:avLst/>
          </a:prstGeom>
          <a:noFill/>
        </p:spPr>
        <p:txBody>
          <a:bodyPr wrap="square" lIns="0" rIns="0" tIns="0" bIns="0" anchor="t"/>
          <a:lstStyle/>
          <a:p>
            <a:pPr algn="l">
              <a:lnSpc>
                <a:spcPts val="1860"/>
              </a:lnSpc>
              <a:spcBef>
                <a:spcPts val="0"/>
              </a:spcBef>
              <a:spcAft>
                <a:spcPts val="0"/>
              </a:spcAft>
            </a:pPr>
            <a:r>
              <a:rPr sz="1550" b="1" i="0">
                <a:solidFill>
                  <a:srgbClr val="1B2A4A"/>
                </a:solidFill>
                <a:latin typeface="Calibri"/>
              </a:rPr>
              <a:t>¿Cierran los nodos con los puntos de Gauss?</a:t>
            </a:r>
            <a:r>
              <a:rPr sz="1300" b="1" i="0">
                <a:solidFill>
                  <a:srgbClr val="5B6575"/>
                </a:solidFill>
                <a:latin typeface="Calibri"/>
              </a:rPr>
              <a:t> E3 · σ</a:t>
            </a:r>
            <a:r>
              <a:rPr sz="1300" b="1" i="0" baseline="-25000">
                <a:solidFill>
                  <a:srgbClr val="5B6575"/>
                </a:solidFill>
                <a:latin typeface="Calibri"/>
              </a:rPr>
              <a:t>x</a:t>
            </a:r>
          </a:p>
        </p:txBody>
      </p:sp>
      <p:sp>
        <p:nvSpPr>
          <p:cNvPr id="44" name="!!leccion:55f5fc2763"/>
          <p:cNvSpPr/>
          <p:nvPr/>
        </p:nvSpPr>
        <p:spPr>
          <a:xfrm>
            <a:off x="5454650" y="3157156"/>
            <a:ext cx="1725422"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eccion:55f5fc2763·2"/>
          <p:cNvSpPr/>
          <p:nvPr/>
        </p:nvSpPr>
        <p:spPr>
          <a:xfrm>
            <a:off x="5454650" y="3594544"/>
            <a:ext cx="172542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eccion:a5d4d5cdce"/>
          <p:cNvSpPr txBox="1"/>
          <p:nvPr/>
        </p:nvSpPr>
        <p:spPr>
          <a:xfrm>
            <a:off x="5543550" y="3381546"/>
            <a:ext cx="1598422" cy="167958"/>
          </a:xfrm>
          <a:prstGeom prst="rect">
            <a:avLst/>
          </a:prstGeom>
          <a:noFill/>
        </p:spPr>
        <p:txBody>
          <a:bodyPr wrap="square" lIns="0" rIns="0" tIns="0" bIns="0" anchor="t"/>
          <a:lstStyle/>
          <a:p>
            <a:pPr algn="l">
              <a:lnSpc>
                <a:spcPts val="1322"/>
              </a:lnSpc>
              <a:spcBef>
                <a:spcPts val="0"/>
              </a:spcBef>
              <a:spcAft>
                <a:spcPts val="0"/>
              </a:spcAft>
            </a:pPr>
            <a:r>
              <a:rPr sz="1150" b="1" i="0">
                <a:solidFill>
                  <a:srgbClr val="1B2A4A"/>
                </a:solidFill>
                <a:latin typeface="Calibri"/>
              </a:rPr>
              <a:t>Punto de Gauss</a:t>
            </a:r>
          </a:p>
        </p:txBody>
      </p:sp>
      <p:sp>
        <p:nvSpPr>
          <p:cNvPr id="47" name="!!leccion:cee0d19208"/>
          <p:cNvSpPr/>
          <p:nvPr/>
        </p:nvSpPr>
        <p:spPr>
          <a:xfrm>
            <a:off x="7180072" y="3157156"/>
            <a:ext cx="1172845"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leccion:cee0d19208·2"/>
          <p:cNvSpPr/>
          <p:nvPr/>
        </p:nvSpPr>
        <p:spPr>
          <a:xfrm>
            <a:off x="7180072" y="3594544"/>
            <a:ext cx="1172845"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eccion:a072ea86ef"/>
          <p:cNvSpPr txBox="1"/>
          <p:nvPr/>
        </p:nvSpPr>
        <p:spPr>
          <a:xfrm>
            <a:off x="7218172" y="3381546"/>
            <a:ext cx="1045845" cy="167958"/>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Calculada</a:t>
            </a:r>
          </a:p>
        </p:txBody>
      </p:sp>
      <p:sp>
        <p:nvSpPr>
          <p:cNvPr id="50" name="!!leccion:f554b7db85"/>
          <p:cNvSpPr/>
          <p:nvPr/>
        </p:nvSpPr>
        <p:spPr>
          <a:xfrm>
            <a:off x="8352917" y="3157156"/>
            <a:ext cx="1773428"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eccion:f554b7db85·2"/>
          <p:cNvSpPr/>
          <p:nvPr/>
        </p:nvSpPr>
        <p:spPr>
          <a:xfrm>
            <a:off x="8352917" y="3594544"/>
            <a:ext cx="1773428"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eccion:df7df0659b"/>
          <p:cNvSpPr txBox="1"/>
          <p:nvPr/>
        </p:nvSpPr>
        <p:spPr>
          <a:xfrm>
            <a:off x="8391017" y="3213652"/>
            <a:ext cx="1646428" cy="335915"/>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De vuelta</a:t>
            </a:r>
            <a:br/>
            <a:r>
              <a:rPr sz="1150" b="1" i="0">
                <a:solidFill>
                  <a:srgbClr val="1B2A4A"/>
                </a:solidFill>
                <a:latin typeface="Calibri"/>
              </a:rPr>
              <a:t>desde los nodos</a:t>
            </a:r>
          </a:p>
        </p:txBody>
      </p:sp>
      <p:sp>
        <p:nvSpPr>
          <p:cNvPr id="53" name="!!leccion:3dc9189675"/>
          <p:cNvSpPr/>
          <p:nvPr/>
        </p:nvSpPr>
        <p:spPr>
          <a:xfrm>
            <a:off x="10126345" y="3157156"/>
            <a:ext cx="1500505" cy="45643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eccion:3dc9189675·2"/>
          <p:cNvSpPr/>
          <p:nvPr/>
        </p:nvSpPr>
        <p:spPr>
          <a:xfrm>
            <a:off x="10126345" y="3594544"/>
            <a:ext cx="1500505"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eccion:54077d8976"/>
          <p:cNvSpPr txBox="1"/>
          <p:nvPr/>
        </p:nvSpPr>
        <p:spPr>
          <a:xfrm>
            <a:off x="10164445" y="3213652"/>
            <a:ext cx="1373505" cy="335915"/>
          </a:xfrm>
          <a:prstGeom prst="rect">
            <a:avLst/>
          </a:prstGeom>
          <a:noFill/>
        </p:spPr>
        <p:txBody>
          <a:bodyPr wrap="square" lIns="0" rIns="0" tIns="0" bIns="0" anchor="t"/>
          <a:lstStyle/>
          <a:p>
            <a:pPr algn="r">
              <a:lnSpc>
                <a:spcPts val="1322"/>
              </a:lnSpc>
              <a:spcBef>
                <a:spcPts val="0"/>
              </a:spcBef>
              <a:spcAft>
                <a:spcPts val="0"/>
              </a:spcAft>
            </a:pPr>
            <a:r>
              <a:rPr sz="1150" b="1" i="0">
                <a:solidFill>
                  <a:srgbClr val="1B2A4A"/>
                </a:solidFill>
                <a:latin typeface="Calibri"/>
              </a:rPr>
              <a:t>Con la matriz</a:t>
            </a:r>
            <a:br/>
            <a:r>
              <a:rPr sz="1150" b="1" i="0">
                <a:solidFill>
                  <a:srgbClr val="1B2A4A"/>
                </a:solidFill>
                <a:latin typeface="Calibri"/>
              </a:rPr>
              <a:t>corregida</a:t>
            </a:r>
          </a:p>
        </p:txBody>
      </p:sp>
      <p:sp>
        <p:nvSpPr>
          <p:cNvPr id="56" name="!!leccion:15f962b30a"/>
          <p:cNvSpPr/>
          <p:nvPr/>
        </p:nvSpPr>
        <p:spPr>
          <a:xfrm>
            <a:off x="5454650" y="3613531"/>
            <a:ext cx="1725422"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eccion:15f962b30a·2"/>
          <p:cNvSpPr/>
          <p:nvPr/>
        </p:nvSpPr>
        <p:spPr>
          <a:xfrm>
            <a:off x="5454650" y="3950081"/>
            <a:ext cx="172542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eccion:07edd0f226"/>
          <p:cNvSpPr/>
          <p:nvPr/>
        </p:nvSpPr>
        <p:spPr>
          <a:xfrm>
            <a:off x="5543550" y="3657981"/>
            <a:ext cx="254000" cy="254000"/>
          </a:xfrm>
          <a:prstGeom prst="ellipse">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eccion:9f7c50b319"/>
          <p:cNvSpPr txBox="1"/>
          <p:nvPr/>
        </p:nvSpPr>
        <p:spPr>
          <a:xfrm>
            <a:off x="5518150" y="3718560"/>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1</a:t>
            </a:r>
          </a:p>
        </p:txBody>
      </p:sp>
      <p:sp>
        <p:nvSpPr>
          <p:cNvPr id="60" name="!!leccion:ac1c2832ec"/>
          <p:cNvSpPr/>
          <p:nvPr/>
        </p:nvSpPr>
        <p:spPr>
          <a:xfrm>
            <a:off x="7180072" y="3613531"/>
            <a:ext cx="1172845"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eccion:ac1c2832ec·2"/>
          <p:cNvSpPr/>
          <p:nvPr/>
        </p:nvSpPr>
        <p:spPr>
          <a:xfrm>
            <a:off x="7180072" y="3950081"/>
            <a:ext cx="117284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leccion:8f1c2a095b"/>
          <p:cNvSpPr txBox="1"/>
          <p:nvPr/>
        </p:nvSpPr>
        <p:spPr>
          <a:xfrm>
            <a:off x="7218172" y="3665918"/>
            <a:ext cx="1045845"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−41,04</a:t>
            </a:r>
          </a:p>
        </p:txBody>
      </p:sp>
      <p:sp>
        <p:nvSpPr>
          <p:cNvPr id="63" name="!!leccion:0b1f19e389"/>
          <p:cNvSpPr/>
          <p:nvPr/>
        </p:nvSpPr>
        <p:spPr>
          <a:xfrm>
            <a:off x="8352917" y="3613531"/>
            <a:ext cx="1773428"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eccion:0b1f19e389·2"/>
          <p:cNvSpPr/>
          <p:nvPr/>
        </p:nvSpPr>
        <p:spPr>
          <a:xfrm>
            <a:off x="8352917" y="3950081"/>
            <a:ext cx="177342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eccion:f17c24b711"/>
          <p:cNvSpPr txBox="1"/>
          <p:nvPr/>
        </p:nvSpPr>
        <p:spPr>
          <a:xfrm>
            <a:off x="8391017" y="3665918"/>
            <a:ext cx="1646428"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−41,04</a:t>
            </a:r>
          </a:p>
        </p:txBody>
      </p:sp>
      <p:sp>
        <p:nvSpPr>
          <p:cNvPr id="66" name="!!leccion:86a183617a"/>
          <p:cNvSpPr txBox="1"/>
          <p:nvPr/>
        </p:nvSpPr>
        <p:spPr>
          <a:xfrm>
            <a:off x="9821545" y="36659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198754"/>
                </a:solidFill>
                <a:latin typeface="Calibri"/>
              </a:rPr>
              <a:t>✓</a:t>
            </a:r>
          </a:p>
        </p:txBody>
      </p:sp>
      <p:sp>
        <p:nvSpPr>
          <p:cNvPr id="67" name="!!leccion:98fce3cf1c"/>
          <p:cNvSpPr/>
          <p:nvPr/>
        </p:nvSpPr>
        <p:spPr>
          <a:xfrm>
            <a:off x="10126345" y="3613531"/>
            <a:ext cx="1500505"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eccion:98fce3cf1c·2"/>
          <p:cNvSpPr/>
          <p:nvPr/>
        </p:nvSpPr>
        <p:spPr>
          <a:xfrm>
            <a:off x="10126345" y="3950081"/>
            <a:ext cx="150050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eccion:61929dc8b8"/>
          <p:cNvSpPr txBox="1"/>
          <p:nvPr/>
        </p:nvSpPr>
        <p:spPr>
          <a:xfrm>
            <a:off x="10164445" y="3665918"/>
            <a:ext cx="1373505"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−41,04</a:t>
            </a:r>
          </a:p>
        </p:txBody>
      </p:sp>
      <p:sp>
        <p:nvSpPr>
          <p:cNvPr id="70" name="!!leccion:4e2b5bcbb3"/>
          <p:cNvSpPr txBox="1"/>
          <p:nvPr/>
        </p:nvSpPr>
        <p:spPr>
          <a:xfrm>
            <a:off x="11322050" y="36659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198754"/>
                </a:solidFill>
                <a:latin typeface="Calibri"/>
              </a:rPr>
              <a:t>✓</a:t>
            </a:r>
          </a:p>
        </p:txBody>
      </p:sp>
      <p:sp>
        <p:nvSpPr>
          <p:cNvPr id="71" name="!!leccion:4693db7acd"/>
          <p:cNvSpPr/>
          <p:nvPr/>
        </p:nvSpPr>
        <p:spPr>
          <a:xfrm>
            <a:off x="5454650" y="3956431"/>
            <a:ext cx="1725422"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leccion:4693db7acd·2"/>
          <p:cNvSpPr/>
          <p:nvPr/>
        </p:nvSpPr>
        <p:spPr>
          <a:xfrm>
            <a:off x="5454650" y="4292981"/>
            <a:ext cx="172542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eccion:a69274da2c"/>
          <p:cNvSpPr/>
          <p:nvPr/>
        </p:nvSpPr>
        <p:spPr>
          <a:xfrm>
            <a:off x="5543550" y="4000881"/>
            <a:ext cx="254000" cy="254000"/>
          </a:xfrm>
          <a:prstGeom prst="ellipse">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leccion:86fa175329"/>
          <p:cNvSpPr txBox="1"/>
          <p:nvPr/>
        </p:nvSpPr>
        <p:spPr>
          <a:xfrm>
            <a:off x="5518150" y="4061460"/>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2</a:t>
            </a:r>
          </a:p>
        </p:txBody>
      </p:sp>
      <p:sp>
        <p:nvSpPr>
          <p:cNvPr id="75" name="!!leccion:597fc7e936"/>
          <p:cNvSpPr/>
          <p:nvPr/>
        </p:nvSpPr>
        <p:spPr>
          <a:xfrm>
            <a:off x="7180072" y="3956431"/>
            <a:ext cx="1172845"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leccion:597fc7e936·2"/>
          <p:cNvSpPr/>
          <p:nvPr/>
        </p:nvSpPr>
        <p:spPr>
          <a:xfrm>
            <a:off x="7180072" y="4292981"/>
            <a:ext cx="117284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leccion:d0c4b48e12"/>
          <p:cNvSpPr txBox="1"/>
          <p:nvPr/>
        </p:nvSpPr>
        <p:spPr>
          <a:xfrm>
            <a:off x="7218172" y="4008818"/>
            <a:ext cx="1045845"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−6,76</a:t>
            </a:r>
          </a:p>
        </p:txBody>
      </p:sp>
      <p:sp>
        <p:nvSpPr>
          <p:cNvPr id="78" name="!!leccion:c3d4845f01"/>
          <p:cNvSpPr/>
          <p:nvPr/>
        </p:nvSpPr>
        <p:spPr>
          <a:xfrm>
            <a:off x="8352917" y="3956431"/>
            <a:ext cx="1773428"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leccion:c3d4845f01·2"/>
          <p:cNvSpPr/>
          <p:nvPr/>
        </p:nvSpPr>
        <p:spPr>
          <a:xfrm>
            <a:off x="8352917" y="4292981"/>
            <a:ext cx="177342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leccion:d6c73ad022"/>
          <p:cNvSpPr txBox="1"/>
          <p:nvPr/>
        </p:nvSpPr>
        <p:spPr>
          <a:xfrm>
            <a:off x="8391017" y="4008818"/>
            <a:ext cx="1646428"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−6,76</a:t>
            </a:r>
          </a:p>
        </p:txBody>
      </p:sp>
      <p:sp>
        <p:nvSpPr>
          <p:cNvPr id="81" name="!!leccion:6ce0b972d5"/>
          <p:cNvSpPr txBox="1"/>
          <p:nvPr/>
        </p:nvSpPr>
        <p:spPr>
          <a:xfrm>
            <a:off x="9821545" y="40088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198754"/>
                </a:solidFill>
                <a:latin typeface="Calibri"/>
              </a:rPr>
              <a:t>✓</a:t>
            </a:r>
          </a:p>
        </p:txBody>
      </p:sp>
      <p:sp>
        <p:nvSpPr>
          <p:cNvPr id="82" name="!!leccion:a17417a3f0"/>
          <p:cNvSpPr/>
          <p:nvPr/>
        </p:nvSpPr>
        <p:spPr>
          <a:xfrm>
            <a:off x="10126345" y="3956431"/>
            <a:ext cx="1500505"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leccion:a17417a3f0·2"/>
          <p:cNvSpPr/>
          <p:nvPr/>
        </p:nvSpPr>
        <p:spPr>
          <a:xfrm>
            <a:off x="10126345" y="4292981"/>
            <a:ext cx="150050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leccion:6feb279aef"/>
          <p:cNvSpPr txBox="1"/>
          <p:nvPr/>
        </p:nvSpPr>
        <p:spPr>
          <a:xfrm>
            <a:off x="10164445" y="4008818"/>
            <a:ext cx="1373505"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−6,76</a:t>
            </a:r>
          </a:p>
        </p:txBody>
      </p:sp>
      <p:sp>
        <p:nvSpPr>
          <p:cNvPr id="85" name="!!leccion:a533f52be7"/>
          <p:cNvSpPr txBox="1"/>
          <p:nvPr/>
        </p:nvSpPr>
        <p:spPr>
          <a:xfrm>
            <a:off x="11322050" y="40088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198754"/>
                </a:solidFill>
                <a:latin typeface="Calibri"/>
              </a:rPr>
              <a:t>✓</a:t>
            </a:r>
          </a:p>
        </p:txBody>
      </p:sp>
      <p:sp>
        <p:nvSpPr>
          <p:cNvPr id="86" name="!!leccion:77e601d2b6"/>
          <p:cNvSpPr/>
          <p:nvPr/>
        </p:nvSpPr>
        <p:spPr>
          <a:xfrm>
            <a:off x="5454650" y="4299331"/>
            <a:ext cx="1725422"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leccion:77e601d2b6·2"/>
          <p:cNvSpPr/>
          <p:nvPr/>
        </p:nvSpPr>
        <p:spPr>
          <a:xfrm>
            <a:off x="5454650" y="4635881"/>
            <a:ext cx="172542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leccion:24d6db1a64"/>
          <p:cNvSpPr/>
          <p:nvPr/>
        </p:nvSpPr>
        <p:spPr>
          <a:xfrm>
            <a:off x="5543550" y="4343781"/>
            <a:ext cx="254000" cy="254000"/>
          </a:xfrm>
          <a:prstGeom prst="ellipse">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leccion:b0ea5b7952"/>
          <p:cNvSpPr txBox="1"/>
          <p:nvPr/>
        </p:nvSpPr>
        <p:spPr>
          <a:xfrm>
            <a:off x="5518150" y="4404360"/>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3</a:t>
            </a:r>
          </a:p>
        </p:txBody>
      </p:sp>
      <p:sp>
        <p:nvSpPr>
          <p:cNvPr id="90" name="!!leccion:6b2f093573"/>
          <p:cNvSpPr/>
          <p:nvPr/>
        </p:nvSpPr>
        <p:spPr>
          <a:xfrm>
            <a:off x="7180072" y="4299331"/>
            <a:ext cx="1172845"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leccion:6b2f093573·2"/>
          <p:cNvSpPr/>
          <p:nvPr/>
        </p:nvSpPr>
        <p:spPr>
          <a:xfrm>
            <a:off x="7180072" y="4635881"/>
            <a:ext cx="117284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leccion:8603159ace"/>
          <p:cNvSpPr txBox="1"/>
          <p:nvPr/>
        </p:nvSpPr>
        <p:spPr>
          <a:xfrm>
            <a:off x="7218172" y="4351718"/>
            <a:ext cx="1045845"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1,82</a:t>
            </a:r>
          </a:p>
        </p:txBody>
      </p:sp>
      <p:sp>
        <p:nvSpPr>
          <p:cNvPr id="93" name="!!leccion:22500e7483"/>
          <p:cNvSpPr/>
          <p:nvPr/>
        </p:nvSpPr>
        <p:spPr>
          <a:xfrm>
            <a:off x="8352917" y="4299331"/>
            <a:ext cx="1773428" cy="342900"/>
          </a:xfrm>
          <a:prstGeom prst="rect">
            <a:avLst/>
          </a:prstGeom>
          <a:solidFill>
            <a:srgbClr val="FB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leccion:22500e7483·2"/>
          <p:cNvSpPr/>
          <p:nvPr/>
        </p:nvSpPr>
        <p:spPr>
          <a:xfrm>
            <a:off x="8352917" y="4635881"/>
            <a:ext cx="177342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leccion:288c346fd5"/>
          <p:cNvSpPr txBox="1"/>
          <p:nvPr/>
        </p:nvSpPr>
        <p:spPr>
          <a:xfrm>
            <a:off x="8391017" y="4351718"/>
            <a:ext cx="1646428"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B02A37"/>
                </a:solidFill>
                <a:latin typeface="Calibri"/>
              </a:rPr>
              <a:t>66,82</a:t>
            </a:r>
          </a:p>
        </p:txBody>
      </p:sp>
      <p:sp>
        <p:nvSpPr>
          <p:cNvPr id="96" name="!!leccion:04b3dff4e1"/>
          <p:cNvSpPr txBox="1"/>
          <p:nvPr/>
        </p:nvSpPr>
        <p:spPr>
          <a:xfrm>
            <a:off x="9821545" y="43517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B02A37"/>
                </a:solidFill>
                <a:latin typeface="Calibri"/>
              </a:rPr>
              <a:t>✗</a:t>
            </a:r>
          </a:p>
        </p:txBody>
      </p:sp>
      <p:sp>
        <p:nvSpPr>
          <p:cNvPr id="97" name="!!leccion:fb772163a5"/>
          <p:cNvSpPr/>
          <p:nvPr/>
        </p:nvSpPr>
        <p:spPr>
          <a:xfrm>
            <a:off x="10126345" y="4299331"/>
            <a:ext cx="1500505"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leccion:fb772163a5·2"/>
          <p:cNvSpPr/>
          <p:nvPr/>
        </p:nvSpPr>
        <p:spPr>
          <a:xfrm>
            <a:off x="10126345" y="4635881"/>
            <a:ext cx="150050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leccion:1c8be1a525"/>
          <p:cNvSpPr txBox="1"/>
          <p:nvPr/>
        </p:nvSpPr>
        <p:spPr>
          <a:xfrm>
            <a:off x="10164445" y="4351718"/>
            <a:ext cx="1373505"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1,82</a:t>
            </a:r>
          </a:p>
        </p:txBody>
      </p:sp>
      <p:sp>
        <p:nvSpPr>
          <p:cNvPr id="100" name="!!leccion:6675d651d5"/>
          <p:cNvSpPr txBox="1"/>
          <p:nvPr/>
        </p:nvSpPr>
        <p:spPr>
          <a:xfrm>
            <a:off x="11322050" y="43517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198754"/>
                </a:solidFill>
                <a:latin typeface="Calibri"/>
              </a:rPr>
              <a:t>✓</a:t>
            </a:r>
          </a:p>
        </p:txBody>
      </p:sp>
      <p:sp>
        <p:nvSpPr>
          <p:cNvPr id="101" name="!!leccion:35163adc5b"/>
          <p:cNvSpPr/>
          <p:nvPr/>
        </p:nvSpPr>
        <p:spPr>
          <a:xfrm>
            <a:off x="5454650" y="4642231"/>
            <a:ext cx="1725422"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leccion:35163adc5b·2"/>
          <p:cNvSpPr/>
          <p:nvPr/>
        </p:nvSpPr>
        <p:spPr>
          <a:xfrm>
            <a:off x="5454650" y="4978781"/>
            <a:ext cx="172542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leccion:c0f2f7e65c"/>
          <p:cNvSpPr/>
          <p:nvPr/>
        </p:nvSpPr>
        <p:spPr>
          <a:xfrm>
            <a:off x="5543550" y="4686681"/>
            <a:ext cx="254000" cy="254000"/>
          </a:xfrm>
          <a:prstGeom prst="ellipse">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leccion:a9a5c1513d"/>
          <p:cNvSpPr txBox="1"/>
          <p:nvPr/>
        </p:nvSpPr>
        <p:spPr>
          <a:xfrm>
            <a:off x="5518150" y="4747260"/>
            <a:ext cx="304800" cy="152400"/>
          </a:xfrm>
          <a:prstGeom prst="rect">
            <a:avLst/>
          </a:prstGeom>
          <a:noFill/>
        </p:spPr>
        <p:txBody>
          <a:bodyPr wrap="square" lIns="0" rIns="0" tIns="0" bIns="0" anchor="t"/>
          <a:lstStyle/>
          <a:p>
            <a:pPr algn="ctr">
              <a:lnSpc>
                <a:spcPts val="1200"/>
              </a:lnSpc>
              <a:spcBef>
                <a:spcPts val="0"/>
              </a:spcBef>
              <a:spcAft>
                <a:spcPts val="0"/>
              </a:spcAft>
            </a:pPr>
            <a:r>
              <a:rPr sz="1200" b="1" i="0">
                <a:solidFill>
                  <a:srgbClr val="FFFFFF"/>
                </a:solidFill>
                <a:latin typeface="Calibri"/>
              </a:rPr>
              <a:t>4</a:t>
            </a:r>
          </a:p>
        </p:txBody>
      </p:sp>
      <p:sp>
        <p:nvSpPr>
          <p:cNvPr id="105" name="!!leccion:e3dcf66516"/>
          <p:cNvSpPr/>
          <p:nvPr/>
        </p:nvSpPr>
        <p:spPr>
          <a:xfrm>
            <a:off x="7180072" y="4642231"/>
            <a:ext cx="1172845"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leccion:e3dcf66516·2"/>
          <p:cNvSpPr/>
          <p:nvPr/>
        </p:nvSpPr>
        <p:spPr>
          <a:xfrm>
            <a:off x="7180072" y="4978781"/>
            <a:ext cx="117284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leccion:014c52a9f4"/>
          <p:cNvSpPr txBox="1"/>
          <p:nvPr/>
        </p:nvSpPr>
        <p:spPr>
          <a:xfrm>
            <a:off x="7218172" y="4694618"/>
            <a:ext cx="1045845"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66,82</a:t>
            </a:r>
          </a:p>
        </p:txBody>
      </p:sp>
      <p:sp>
        <p:nvSpPr>
          <p:cNvPr id="108" name="!!leccion:60b984a25c"/>
          <p:cNvSpPr/>
          <p:nvPr/>
        </p:nvSpPr>
        <p:spPr>
          <a:xfrm>
            <a:off x="8352917" y="4642231"/>
            <a:ext cx="1773428" cy="342900"/>
          </a:xfrm>
          <a:prstGeom prst="rect">
            <a:avLst/>
          </a:prstGeom>
          <a:solidFill>
            <a:srgbClr val="FB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leccion:60b984a25c·2"/>
          <p:cNvSpPr/>
          <p:nvPr/>
        </p:nvSpPr>
        <p:spPr>
          <a:xfrm>
            <a:off x="8352917" y="4978781"/>
            <a:ext cx="177342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leccion:278c8df67c"/>
          <p:cNvSpPr txBox="1"/>
          <p:nvPr/>
        </p:nvSpPr>
        <p:spPr>
          <a:xfrm>
            <a:off x="8391017" y="4694618"/>
            <a:ext cx="1646428"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B02A37"/>
                </a:solidFill>
                <a:latin typeface="Calibri"/>
              </a:rPr>
              <a:t>1,82</a:t>
            </a:r>
          </a:p>
        </p:txBody>
      </p:sp>
      <p:sp>
        <p:nvSpPr>
          <p:cNvPr id="111" name="!!leccion:347a2aadae"/>
          <p:cNvSpPr txBox="1"/>
          <p:nvPr/>
        </p:nvSpPr>
        <p:spPr>
          <a:xfrm>
            <a:off x="9821545" y="46946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B02A37"/>
                </a:solidFill>
                <a:latin typeface="Calibri"/>
              </a:rPr>
              <a:t>✗</a:t>
            </a:r>
          </a:p>
        </p:txBody>
      </p:sp>
      <p:sp>
        <p:nvSpPr>
          <p:cNvPr id="112" name="!!leccion:110109f47c"/>
          <p:cNvSpPr/>
          <p:nvPr/>
        </p:nvSpPr>
        <p:spPr>
          <a:xfrm>
            <a:off x="10126345" y="4642231"/>
            <a:ext cx="1500505" cy="3429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leccion:110109f47c·2"/>
          <p:cNvSpPr/>
          <p:nvPr/>
        </p:nvSpPr>
        <p:spPr>
          <a:xfrm>
            <a:off x="10126345" y="4978781"/>
            <a:ext cx="1500505"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leccion:4aaf2c8997"/>
          <p:cNvSpPr txBox="1"/>
          <p:nvPr/>
        </p:nvSpPr>
        <p:spPr>
          <a:xfrm>
            <a:off x="10164445" y="4694618"/>
            <a:ext cx="1373505" cy="238125"/>
          </a:xfrm>
          <a:prstGeom prst="rect">
            <a:avLst/>
          </a:prstGeom>
          <a:noFill/>
        </p:spPr>
        <p:txBody>
          <a:bodyPr wrap="square" lIns="0" rIns="0" tIns="0" bIns="0" anchor="t"/>
          <a:lstStyle/>
          <a:p>
            <a:pPr algn="r">
              <a:lnSpc>
                <a:spcPts val="1875"/>
              </a:lnSpc>
              <a:spcBef>
                <a:spcPts val="0"/>
              </a:spcBef>
              <a:spcAft>
                <a:spcPts val="0"/>
              </a:spcAft>
            </a:pPr>
            <a:r>
              <a:rPr sz="1500" b="1" i="0">
                <a:solidFill>
                  <a:srgbClr val="198754"/>
                </a:solidFill>
                <a:latin typeface="Calibri"/>
              </a:rPr>
              <a:t>66,82</a:t>
            </a:r>
          </a:p>
        </p:txBody>
      </p:sp>
      <p:sp>
        <p:nvSpPr>
          <p:cNvPr id="115" name="!!leccion:3da323330d"/>
          <p:cNvSpPr txBox="1"/>
          <p:nvPr/>
        </p:nvSpPr>
        <p:spPr>
          <a:xfrm>
            <a:off x="11322050" y="4694618"/>
            <a:ext cx="241300" cy="238125"/>
          </a:xfrm>
          <a:prstGeom prst="rect">
            <a:avLst/>
          </a:prstGeom>
          <a:noFill/>
        </p:spPr>
        <p:txBody>
          <a:bodyPr wrap="square" lIns="0" rIns="0" tIns="0" bIns="0" anchor="t"/>
          <a:lstStyle/>
          <a:p>
            <a:pPr algn="ctr">
              <a:lnSpc>
                <a:spcPts val="1875"/>
              </a:lnSpc>
              <a:spcBef>
                <a:spcPts val="0"/>
              </a:spcBef>
              <a:spcAft>
                <a:spcPts val="0"/>
              </a:spcAft>
            </a:pPr>
            <a:r>
              <a:rPr sz="1500" b="1" i="0">
                <a:solidFill>
                  <a:srgbClr val="198754"/>
                </a:solidFill>
                <a:latin typeface="Calibri"/>
              </a:rPr>
              <a:t>✓</a:t>
            </a:r>
          </a:p>
        </p:txBody>
      </p:sp>
      <p:sp>
        <p:nvSpPr>
          <p:cNvPr id="116" name="!!leccion:3034bbe752"/>
          <p:cNvSpPr/>
          <p:nvPr/>
        </p:nvSpPr>
        <p:spPr>
          <a:xfrm>
            <a:off x="5461000" y="5022850"/>
            <a:ext cx="6159500" cy="406400"/>
          </a:xfrm>
          <a:prstGeom prst="roundRect">
            <a:avLst>
              <a:gd name="adj" fmla="val 17187"/>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7" name="!!leccion:e0a07bad1c" descr="e57ca63734a5e61a.png"/>
          <p:cNvPicPr>
            <a:picLocks noChangeAspect="1"/>
          </p:cNvPicPr>
          <p:nvPr/>
        </p:nvPicPr>
        <p:blipFill>
          <a:blip r:embed="rId5"/>
          <a:stretch>
            <a:fillRect/>
          </a:stretch>
        </p:blipFill>
        <p:spPr>
          <a:xfrm>
            <a:off x="5594350" y="5080000"/>
            <a:ext cx="292100" cy="292100"/>
          </a:xfrm>
          <a:prstGeom prst="rect">
            <a:avLst/>
          </a:prstGeom>
        </p:spPr>
      </p:pic>
      <p:sp>
        <p:nvSpPr>
          <p:cNvPr id="118" name="!!leccion:9ebabea81d"/>
          <p:cNvSpPr txBox="1"/>
          <p:nvPr/>
        </p:nvSpPr>
        <p:spPr>
          <a:xfrm>
            <a:off x="5988050" y="5022272"/>
            <a:ext cx="5609082" cy="411480"/>
          </a:xfrm>
          <a:prstGeom prst="rect">
            <a:avLst/>
          </a:prstGeom>
          <a:noFill/>
        </p:spPr>
        <p:txBody>
          <a:bodyPr wrap="square" lIns="0" rIns="0" tIns="0" bIns="0" anchor="t"/>
          <a:lstStyle/>
          <a:p>
            <a:pPr algn="l">
              <a:lnSpc>
                <a:spcPts val="1620"/>
              </a:lnSpc>
              <a:spcBef>
                <a:spcPts val="0"/>
              </a:spcBef>
              <a:spcAft>
                <a:spcPts val="0"/>
              </a:spcAft>
            </a:pPr>
            <a:r>
              <a:rPr sz="1350" b="0" i="0">
                <a:solidFill>
                  <a:srgbClr val="1F2937"/>
                </a:solidFill>
                <a:latin typeface="Calibri"/>
              </a:rPr>
              <a:t>Hoy lo detectaría una prueba propia:</a:t>
            </a:r>
            <a:r>
              <a:rPr sz="1350" b="1" i="0">
                <a:solidFill>
                  <a:srgbClr val="198754"/>
                </a:solidFill>
                <a:latin typeface="Calibri"/>
              </a:rPr>
              <a:t> reproducción exacta de campos</a:t>
            </a:r>
            <a:br/>
            <a:r>
              <a:rPr sz="1350" b="1" i="0">
                <a:solidFill>
                  <a:srgbClr val="198754"/>
                </a:solidFill>
                <a:latin typeface="Calibri"/>
              </a:rPr>
              <a:t>polinómicos</a:t>
            </a:r>
          </a:p>
        </p:txBody>
      </p:sp>
      <p:sp>
        <p:nvSpPr>
          <p:cNvPr id="119" name="!!leccion:cc5dbadbc8"/>
          <p:cNvSpPr/>
          <p:nvPr/>
        </p:nvSpPr>
        <p:spPr>
          <a:xfrm>
            <a:off x="565150" y="5600700"/>
            <a:ext cx="11061700" cy="681609"/>
          </a:xfrm>
          <a:prstGeom prst="roundRect">
            <a:avLst>
              <a:gd name="adj" fmla="val 13042"/>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leccion:cc5dbadbc8·2"/>
          <p:cNvSpPr/>
          <p:nvPr/>
        </p:nvSpPr>
        <p:spPr>
          <a:xfrm>
            <a:off x="565150" y="5600700"/>
            <a:ext cx="50800" cy="681609"/>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leccion:ce94d053f8"/>
          <p:cNvSpPr txBox="1"/>
          <p:nvPr/>
        </p:nvSpPr>
        <p:spPr>
          <a:xfrm>
            <a:off x="781050" y="5809879"/>
            <a:ext cx="235522" cy="267716"/>
          </a:xfrm>
          <a:prstGeom prst="rect">
            <a:avLst/>
          </a:prstGeom>
          <a:noFill/>
        </p:spPr>
        <p:txBody>
          <a:bodyPr wrap="square" lIns="0" rIns="0" tIns="0" bIns="0" anchor="t"/>
          <a:lstStyle/>
          <a:p>
            <a:pPr algn="l">
              <a:lnSpc>
                <a:spcPts val="2108"/>
              </a:lnSpc>
              <a:spcBef>
                <a:spcPts val="0"/>
              </a:spcBef>
              <a:spcAft>
                <a:spcPts val="0"/>
              </a:spcAft>
            </a:pPr>
            <a:r>
              <a:rPr sz="1700" b="1" i="0">
                <a:solidFill>
                  <a:srgbClr val="E8741A"/>
                </a:solidFill>
                <a:latin typeface="Calibri"/>
              </a:rPr>
              <a:t>◆</a:t>
            </a:r>
          </a:p>
        </p:txBody>
      </p:sp>
      <p:sp>
        <p:nvSpPr>
          <p:cNvPr id="122" name="!!leccion:2e24f1fa45"/>
          <p:cNvSpPr txBox="1"/>
          <p:nvPr/>
        </p:nvSpPr>
        <p:spPr>
          <a:xfrm>
            <a:off x="1092772" y="5693009"/>
            <a:ext cx="10576306" cy="503936"/>
          </a:xfrm>
          <a:prstGeom prst="rect">
            <a:avLst/>
          </a:prstGeom>
          <a:noFill/>
        </p:spPr>
        <p:txBody>
          <a:bodyPr wrap="square" lIns="0" rIns="0" tIns="0" bIns="0" anchor="t"/>
          <a:lstStyle/>
          <a:p>
            <a:pPr algn="l">
              <a:lnSpc>
                <a:spcPts val="1984"/>
              </a:lnSpc>
              <a:spcBef>
                <a:spcPts val="0"/>
              </a:spcBef>
              <a:spcAft>
                <a:spcPts val="0"/>
              </a:spcAft>
            </a:pPr>
            <a:r>
              <a:rPr sz="1600" b="1" i="0">
                <a:solidFill>
                  <a:srgbClr val="1B2A4A"/>
                </a:solidFill>
                <a:latin typeface="Calibri"/>
              </a:rPr>
              <a:t>Exponer el procedimiento no asegura que sea correcto: fue la</a:t>
            </a:r>
            <a:r>
              <a:rPr sz="1600" b="1" i="0">
                <a:solidFill>
                  <a:srgbClr val="C9620F"/>
                </a:solidFill>
                <a:latin typeface="Calibri"/>
              </a:rPr>
              <a:t> trazabilidad</a:t>
            </a:r>
            <a:r>
              <a:rPr sz="1600" b="1" i="0">
                <a:solidFill>
                  <a:srgbClr val="1B2A4A"/>
                </a:solidFill>
                <a:latin typeface="Calibri"/>
              </a:rPr>
              <a:t> la que hizo visible el defecto. Por eso la</a:t>
            </a:r>
            <a:br/>
            <a:r>
              <a:rPr sz="1600" b="1" i="0">
                <a:solidFill>
                  <a:srgbClr val="1B2A4A"/>
                </a:solidFill>
                <a:latin typeface="Calibri"/>
              </a:rPr>
              <a:t>hipótesis</a:t>
            </a:r>
            <a:r>
              <a:rPr sz="1600" b="1" i="0">
                <a:solidFill>
                  <a:srgbClr val="C9620F"/>
                </a:solidFill>
                <a:latin typeface="Calibri"/>
              </a:rPr>
              <a:t> no es una tautología</a:t>
            </a:r>
            <a:r>
              <a:rPr sz="1600" b="1" i="0">
                <a:solidFill>
                  <a:srgbClr val="1B2A4A"/>
                </a:solidFill>
                <a:latin typeface="Calibri"/>
              </a:rPr>
              <a:t>.</a:t>
            </a:r>
          </a:p>
        </p:txBody>
      </p:sp>
      <p:sp>
        <p:nvSpPr>
          <p:cNvPr id="123" name="!!leccion:00d934202f"/>
          <p:cNvSpPr txBox="1"/>
          <p:nvPr/>
        </p:nvSpPr>
        <p:spPr>
          <a:xfrm>
            <a:off x="5454650" y="5039138"/>
            <a:ext cx="6295644" cy="396875"/>
          </a:xfrm>
          <a:prstGeom prst="rect">
            <a:avLst/>
          </a:prstGeom>
          <a:noFill/>
        </p:spPr>
        <p:txBody>
          <a:bodyPr wrap="square" lIns="0" rIns="0" tIns="0" bIns="0" anchor="t"/>
          <a:lstStyle/>
          <a:p>
            <a:pPr algn="l">
              <a:lnSpc>
                <a:spcPts val="1562"/>
              </a:lnSpc>
              <a:spcBef>
                <a:spcPts val="0"/>
              </a:spcBef>
              <a:spcAft>
                <a:spcPts val="0"/>
              </a:spcAft>
            </a:pPr>
            <a:r>
              <a:rPr sz="1250" b="0" i="0">
                <a:solidFill>
                  <a:srgbClr val="5B6575"/>
                </a:solidFill>
                <a:latin typeface="Calibri"/>
              </a:rPr>
              <a:t>Llevadas a los nodos y traídas de vuelta, deberían volver iguales · «de vuelta»: reconstrucción</a:t>
            </a:r>
            <a:br/>
            <a:r>
              <a:rPr sz="1250" b="0" i="0">
                <a:solidFill>
                  <a:srgbClr val="5B6575"/>
                </a:solidFill>
                <a:latin typeface="Calibri"/>
              </a:rPr>
              <a:t>con la matriz anterior</a:t>
            </a:r>
          </a:p>
        </p:txBody>
      </p:sp>
      <p:sp>
        <p:nvSpPr>
          <p:cNvPr id="124"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ie-izq"/>
          <p:cNvSpPr txBox="1"/>
          <p:nvPr/>
        </p:nvSpPr>
        <p:spPr>
          <a:xfrm>
            <a:off x="565150" y="6535420"/>
            <a:ext cx="502005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27" name="!!pie-cen"/>
          <p:cNvSpPr txBox="1"/>
          <p:nvPr/>
        </p:nvSpPr>
        <p:spPr>
          <a:xfrm>
            <a:off x="5461381" y="6535420"/>
            <a:ext cx="126923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3.7.2 · Tabla G.5</a:t>
            </a:r>
          </a:p>
        </p:txBody>
      </p:sp>
      <p:sp>
        <p:nvSpPr>
          <p:cNvPr id="128" name="!!pie-der"/>
          <p:cNvSpPr txBox="1"/>
          <p:nvPr/>
        </p:nvSpPr>
        <p:spPr>
          <a:xfrm>
            <a:off x="6606794" y="6535420"/>
            <a:ext cx="502005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24</a:t>
            </a:r>
          </a:p>
        </p:txBody>
      </p:sp>
      <p:sp>
        <p:nvSpPr>
          <p:cNvPr id="129" name="!!leccion:31b8312914">
            <a:hlinkClick action="ppaction://hlinksldjump" r:id="rId6"/>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leccion:01b7d89d9e">
            <a:hlinkClick action="ppaction://hlinksldjump" r:id="rId7"/>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leccion:c7d17a55c0">
            <a:hlinkClick action="ppaction://hlinksldjump" r:id="rId8"/>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leccion:b8453b05cd">
            <a:hlinkClick action="ppaction://hlinksldjump" r:id="rId9"/>
          </p:cNvPr>
          <p:cNvSpPr/>
          <p:nvPr/>
        </p:nvSpPr>
        <p:spPr>
          <a:xfrm>
            <a:off x="113093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leccion:36e88799ae">
            <a:hlinkClick action="ppaction://hlinksldjump" r:id="rId10"/>
          </p:cNvPr>
          <p:cNvSpPr/>
          <p:nvPr/>
        </p:nvSpPr>
        <p:spPr>
          <a:xfrm>
            <a:off x="115252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50"/>
                                  </p:stCondLst>
                                  <p:childTnLst>
                                    <p:set>
                                      <p:cBhvr>
                                        <p:cTn id="6" dur="1" fill="hold">
                                          <p:stCondLst>
                                            <p:cond delay="0"/>
                                          </p:stCondLst>
                                        </p:cTn>
                                        <p:tgtEl>
                                          <p:spTgt spid="12"/>
                                        </p:tgtEl>
                                        <p:attrNameLst>
                                          <p:attrName>style.visibility</p:attrName>
                                        </p:attrNameLst>
                                      </p:cBhvr>
                                      <p:to>
                                        <p:strVal val="visible"/>
                                      </p:to>
                                    </p:set>
                                    <p:anim calcmode="lin" valueType="num">
                                      <p:cBhvr>
                                        <p:cTn id="7" dur="750" fill="hold"/>
                                        <p:tgtEl>
                                          <p:spTgt spid="12"/>
                                        </p:tgtEl>
                                        <p:attrNameLst>
                                          <p:attrName>ppt_w</p:attrName>
                                        </p:attrNameLst>
                                      </p:cBhvr>
                                      <p:tavLst>
                                        <p:tav tm="0">
                                          <p:val>
                                            <p:fltVal val="0"/>
                                          </p:val>
                                        </p:tav>
                                        <p:tav tm="100000">
                                          <p:val>
                                            <p:strVal val="#ppt_w"/>
                                          </p:val>
                                        </p:tav>
                                      </p:tavLst>
                                    </p:anim>
                                    <p:anim calcmode="lin" valueType="num">
                                      <p:cBhvr>
                                        <p:cTn id="8" dur="750" fill="hold"/>
                                        <p:tgtEl>
                                          <p:spTgt spid="12"/>
                                        </p:tgtEl>
                                        <p:attrNameLst>
                                          <p:attrName>ppt_h</p:attrName>
                                        </p:attrNameLst>
                                      </p:cBhvr>
                                      <p:tavLst>
                                        <p:tav tm="0">
                                          <p:val>
                                            <p:fltVal val="0"/>
                                          </p:val>
                                        </p:tav>
                                        <p:tav tm="100000">
                                          <p:val>
                                            <p:strVal val="#ppt_h"/>
                                          </p:val>
                                        </p:tav>
                                      </p:tavLst>
                                    </p:anim>
                                    <p:animEffect transition="in" filter="fade">
                                      <p:cBhvr>
                                        <p:cTn id="9" dur="750"/>
                                        <p:tgtEl>
                                          <p:spTgt spid="12"/>
                                        </p:tgtEl>
                                      </p:cBhvr>
                                    </p:animEffect>
                                  </p:childTnLst>
                                </p:cTn>
                              </p:par>
                              <p:par>
                                <p:cTn id="10" presetID="53" presetClass="entr" presetSubtype="16" fill="hold" grpId="0" nodeType="withEffect">
                                  <p:stCondLst>
                                    <p:cond delay="150"/>
                                  </p:stCondLst>
                                  <p:childTnLst>
                                    <p:set>
                                      <p:cBhvr>
                                        <p:cTn id="11" dur="1" fill="hold">
                                          <p:stCondLst>
                                            <p:cond delay="0"/>
                                          </p:stCondLst>
                                        </p:cTn>
                                        <p:tgtEl>
                                          <p:spTgt spid="13"/>
                                        </p:tgtEl>
                                        <p:attrNameLst>
                                          <p:attrName>style.visibility</p:attrName>
                                        </p:attrNameLst>
                                      </p:cBhvr>
                                      <p:to>
                                        <p:strVal val="visible"/>
                                      </p:to>
                                    </p:set>
                                    <p:anim calcmode="lin" valueType="num">
                                      <p:cBhvr>
                                        <p:cTn id="12" dur="750" fill="hold"/>
                                        <p:tgtEl>
                                          <p:spTgt spid="13"/>
                                        </p:tgtEl>
                                        <p:attrNameLst>
                                          <p:attrName>ppt_w</p:attrName>
                                        </p:attrNameLst>
                                      </p:cBhvr>
                                      <p:tavLst>
                                        <p:tav tm="0">
                                          <p:val>
                                            <p:fltVal val="0"/>
                                          </p:val>
                                        </p:tav>
                                        <p:tav tm="100000">
                                          <p:val>
                                            <p:strVal val="#ppt_w"/>
                                          </p:val>
                                        </p:tav>
                                      </p:tavLst>
                                    </p:anim>
                                    <p:anim calcmode="lin" valueType="num">
                                      <p:cBhvr>
                                        <p:cTn id="13" dur="750" fill="hold"/>
                                        <p:tgtEl>
                                          <p:spTgt spid="13"/>
                                        </p:tgtEl>
                                        <p:attrNameLst>
                                          <p:attrName>ppt_h</p:attrName>
                                        </p:attrNameLst>
                                      </p:cBhvr>
                                      <p:tavLst>
                                        <p:tav tm="0">
                                          <p:val>
                                            <p:fltVal val="0"/>
                                          </p:val>
                                        </p:tav>
                                        <p:tav tm="100000">
                                          <p:val>
                                            <p:strVal val="#ppt_h"/>
                                          </p:val>
                                        </p:tav>
                                      </p:tavLst>
                                    </p:anim>
                                    <p:animEffect transition="in" filter="fade">
                                      <p:cBhvr>
                                        <p:cTn id="14" dur="750"/>
                                        <p:tgtEl>
                                          <p:spTgt spid="13"/>
                                        </p:tgtEl>
                                      </p:cBhvr>
                                    </p:animEffect>
                                  </p:childTnLst>
                                </p:cTn>
                              </p:par>
                              <p:par>
                                <p:cTn id="15" presetID="53" presetClass="entr" presetSubtype="16" fill="hold" nodeType="withEffect">
                                  <p:stCondLst>
                                    <p:cond delay="150"/>
                                  </p:stCondLst>
                                  <p:childTnLst>
                                    <p:set>
                                      <p:cBhvr>
                                        <p:cTn id="16" dur="1" fill="hold">
                                          <p:stCondLst>
                                            <p:cond delay="0"/>
                                          </p:stCondLst>
                                        </p:cTn>
                                        <p:tgtEl>
                                          <p:spTgt spid="20"/>
                                        </p:tgtEl>
                                        <p:attrNameLst>
                                          <p:attrName>style.visibility</p:attrName>
                                        </p:attrNameLst>
                                      </p:cBhvr>
                                      <p:to>
                                        <p:strVal val="visible"/>
                                      </p:to>
                                    </p:set>
                                    <p:anim calcmode="lin" valueType="num">
                                      <p:cBhvr>
                                        <p:cTn id="17" dur="750" fill="hold"/>
                                        <p:tgtEl>
                                          <p:spTgt spid="20"/>
                                        </p:tgtEl>
                                        <p:attrNameLst>
                                          <p:attrName>ppt_w</p:attrName>
                                        </p:attrNameLst>
                                      </p:cBhvr>
                                      <p:tavLst>
                                        <p:tav tm="0">
                                          <p:val>
                                            <p:fltVal val="0"/>
                                          </p:val>
                                        </p:tav>
                                        <p:tav tm="100000">
                                          <p:val>
                                            <p:strVal val="#ppt_w"/>
                                          </p:val>
                                        </p:tav>
                                      </p:tavLst>
                                    </p:anim>
                                    <p:anim calcmode="lin" valueType="num">
                                      <p:cBhvr>
                                        <p:cTn id="18" dur="750" fill="hold"/>
                                        <p:tgtEl>
                                          <p:spTgt spid="20"/>
                                        </p:tgtEl>
                                        <p:attrNameLst>
                                          <p:attrName>ppt_h</p:attrName>
                                        </p:attrNameLst>
                                      </p:cBhvr>
                                      <p:tavLst>
                                        <p:tav tm="0">
                                          <p:val>
                                            <p:fltVal val="0"/>
                                          </p:val>
                                        </p:tav>
                                        <p:tav tm="100000">
                                          <p:val>
                                            <p:strVal val="#ppt_h"/>
                                          </p:val>
                                        </p:tav>
                                      </p:tavLst>
                                    </p:anim>
                                    <p:animEffect transition="in" filter="fade">
                                      <p:cBhvr>
                                        <p:cTn id="19" dur="750"/>
                                        <p:tgtEl>
                                          <p:spTgt spid="20"/>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650"/>
                                        <p:tgtEl>
                                          <p:spTgt spid="21"/>
                                        </p:tgtEl>
                                      </p:cBhvr>
                                    </p:animEffect>
                                    <p:anim calcmode="lin" valueType="num">
                                      <p:cBhvr>
                                        <p:cTn id="23" dur="650" fill="hold"/>
                                        <p:tgtEl>
                                          <p:spTgt spid="21"/>
                                        </p:tgtEl>
                                        <p:attrNameLst>
                                          <p:attrName>ppt_x</p:attrName>
                                        </p:attrNameLst>
                                      </p:cBhvr>
                                      <p:tavLst>
                                        <p:tav tm="0">
                                          <p:val>
                                            <p:strVal val="#ppt_x"/>
                                          </p:val>
                                        </p:tav>
                                        <p:tav tm="100000">
                                          <p:val>
                                            <p:strVal val="#ppt_x"/>
                                          </p:val>
                                        </p:tav>
                                      </p:tavLst>
                                    </p:anim>
                                    <p:anim calcmode="lin" valueType="num">
                                      <p:cBhvr>
                                        <p:cTn id="24" dur="650" fill="hold"/>
                                        <p:tgtEl>
                                          <p:spTgt spid="2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650"/>
                                        <p:tgtEl>
                                          <p:spTgt spid="22"/>
                                        </p:tgtEl>
                                      </p:cBhvr>
                                    </p:animEffect>
                                    <p:anim calcmode="lin" valueType="num">
                                      <p:cBhvr>
                                        <p:cTn id="28" dur="650" fill="hold"/>
                                        <p:tgtEl>
                                          <p:spTgt spid="22"/>
                                        </p:tgtEl>
                                        <p:attrNameLst>
                                          <p:attrName>ppt_x</p:attrName>
                                        </p:attrNameLst>
                                      </p:cBhvr>
                                      <p:tavLst>
                                        <p:tav tm="0">
                                          <p:val>
                                            <p:strVal val="#ppt_x"/>
                                          </p:val>
                                        </p:tav>
                                        <p:tav tm="100000">
                                          <p:val>
                                            <p:strVal val="#ppt_x"/>
                                          </p:val>
                                        </p:tav>
                                      </p:tavLst>
                                    </p:anim>
                                    <p:anim calcmode="lin" valueType="num">
                                      <p:cBhvr>
                                        <p:cTn id="29" dur="650" fill="hold"/>
                                        <p:tgtEl>
                                          <p:spTgt spid="2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22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650"/>
                                        <p:tgtEl>
                                          <p:spTgt spid="23"/>
                                        </p:tgtEl>
                                      </p:cBhvr>
                                    </p:animEffect>
                                    <p:anim calcmode="lin" valueType="num">
                                      <p:cBhvr>
                                        <p:cTn id="33" dur="650" fill="hold"/>
                                        <p:tgtEl>
                                          <p:spTgt spid="23"/>
                                        </p:tgtEl>
                                        <p:attrNameLst>
                                          <p:attrName>ppt_x</p:attrName>
                                        </p:attrNameLst>
                                      </p:cBhvr>
                                      <p:tavLst>
                                        <p:tav tm="0">
                                          <p:val>
                                            <p:strVal val="#ppt_x"/>
                                          </p:val>
                                        </p:tav>
                                        <p:tav tm="100000">
                                          <p:val>
                                            <p:strVal val="#ppt_x"/>
                                          </p:val>
                                        </p:tav>
                                      </p:tavLst>
                                    </p:anim>
                                    <p:anim calcmode="lin" valueType="num">
                                      <p:cBhvr>
                                        <p:cTn id="34" dur="650" fill="hold"/>
                                        <p:tgtEl>
                                          <p:spTgt spid="2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2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650"/>
                                        <p:tgtEl>
                                          <p:spTgt spid="24"/>
                                        </p:tgtEl>
                                      </p:cBhvr>
                                    </p:animEffect>
                                    <p:anim calcmode="lin" valueType="num">
                                      <p:cBhvr>
                                        <p:cTn id="38" dur="650" fill="hold"/>
                                        <p:tgtEl>
                                          <p:spTgt spid="24"/>
                                        </p:tgtEl>
                                        <p:attrNameLst>
                                          <p:attrName>ppt_x</p:attrName>
                                        </p:attrNameLst>
                                      </p:cBhvr>
                                      <p:tavLst>
                                        <p:tav tm="0">
                                          <p:val>
                                            <p:strVal val="#ppt_x"/>
                                          </p:val>
                                        </p:tav>
                                        <p:tav tm="100000">
                                          <p:val>
                                            <p:strVal val="#ppt_x"/>
                                          </p:val>
                                        </p:tav>
                                      </p:tavLst>
                                    </p:anim>
                                    <p:anim calcmode="lin" valueType="num">
                                      <p:cBhvr>
                                        <p:cTn id="39" dur="650" fill="hold"/>
                                        <p:tgtEl>
                                          <p:spTgt spid="2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37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650"/>
                                        <p:tgtEl>
                                          <p:spTgt spid="29"/>
                                        </p:tgtEl>
                                      </p:cBhvr>
                                    </p:animEffect>
                                    <p:anim calcmode="lin" valueType="num">
                                      <p:cBhvr>
                                        <p:cTn id="43" dur="650" fill="hold"/>
                                        <p:tgtEl>
                                          <p:spTgt spid="29"/>
                                        </p:tgtEl>
                                        <p:attrNameLst>
                                          <p:attrName>ppt_x</p:attrName>
                                        </p:attrNameLst>
                                      </p:cBhvr>
                                      <p:tavLst>
                                        <p:tav tm="0">
                                          <p:val>
                                            <p:strVal val="#ppt_x"/>
                                          </p:val>
                                        </p:tav>
                                        <p:tav tm="100000">
                                          <p:val>
                                            <p:strVal val="#ppt_x"/>
                                          </p:val>
                                        </p:tav>
                                      </p:tavLst>
                                    </p:anim>
                                    <p:anim calcmode="lin" valueType="num">
                                      <p:cBhvr>
                                        <p:cTn id="44" dur="650" fill="hold"/>
                                        <p:tgtEl>
                                          <p:spTgt spid="2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37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650"/>
                                        <p:tgtEl>
                                          <p:spTgt spid="30"/>
                                        </p:tgtEl>
                                      </p:cBhvr>
                                    </p:animEffect>
                                    <p:anim calcmode="lin" valueType="num">
                                      <p:cBhvr>
                                        <p:cTn id="48" dur="650" fill="hold"/>
                                        <p:tgtEl>
                                          <p:spTgt spid="30"/>
                                        </p:tgtEl>
                                        <p:attrNameLst>
                                          <p:attrName>ppt_x</p:attrName>
                                        </p:attrNameLst>
                                      </p:cBhvr>
                                      <p:tavLst>
                                        <p:tav tm="0">
                                          <p:val>
                                            <p:strVal val="#ppt_x"/>
                                          </p:val>
                                        </p:tav>
                                        <p:tav tm="100000">
                                          <p:val>
                                            <p:strVal val="#ppt_x"/>
                                          </p:val>
                                        </p:tav>
                                      </p:tavLst>
                                    </p:anim>
                                    <p:anim calcmode="lin" valueType="num">
                                      <p:cBhvr>
                                        <p:cTn id="49" dur="650" fill="hold"/>
                                        <p:tgtEl>
                                          <p:spTgt spid="3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37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650"/>
                                        <p:tgtEl>
                                          <p:spTgt spid="31"/>
                                        </p:tgtEl>
                                      </p:cBhvr>
                                    </p:animEffect>
                                    <p:anim calcmode="lin" valueType="num">
                                      <p:cBhvr>
                                        <p:cTn id="53" dur="650" fill="hold"/>
                                        <p:tgtEl>
                                          <p:spTgt spid="31"/>
                                        </p:tgtEl>
                                        <p:attrNameLst>
                                          <p:attrName>ppt_x</p:attrName>
                                        </p:attrNameLst>
                                      </p:cBhvr>
                                      <p:tavLst>
                                        <p:tav tm="0">
                                          <p:val>
                                            <p:strVal val="#ppt_x"/>
                                          </p:val>
                                        </p:tav>
                                        <p:tav tm="100000">
                                          <p:val>
                                            <p:strVal val="#ppt_x"/>
                                          </p:val>
                                        </p:tav>
                                      </p:tavLst>
                                    </p:anim>
                                    <p:anim calcmode="lin" valueType="num">
                                      <p:cBhvr>
                                        <p:cTn id="54" dur="650" fill="hold"/>
                                        <p:tgtEl>
                                          <p:spTgt spid="31"/>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37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650"/>
                                        <p:tgtEl>
                                          <p:spTgt spid="32"/>
                                        </p:tgtEl>
                                      </p:cBhvr>
                                    </p:animEffect>
                                    <p:anim calcmode="lin" valueType="num">
                                      <p:cBhvr>
                                        <p:cTn id="58" dur="650" fill="hold"/>
                                        <p:tgtEl>
                                          <p:spTgt spid="32"/>
                                        </p:tgtEl>
                                        <p:attrNameLst>
                                          <p:attrName>ppt_x</p:attrName>
                                        </p:attrNameLst>
                                      </p:cBhvr>
                                      <p:tavLst>
                                        <p:tav tm="0">
                                          <p:val>
                                            <p:strVal val="#ppt_x"/>
                                          </p:val>
                                        </p:tav>
                                        <p:tav tm="100000">
                                          <p:val>
                                            <p:strVal val="#ppt_x"/>
                                          </p:val>
                                        </p:tav>
                                      </p:tavLst>
                                    </p:anim>
                                    <p:anim calcmode="lin" valueType="num">
                                      <p:cBhvr>
                                        <p:cTn id="59" dur="650" fill="hold"/>
                                        <p:tgtEl>
                                          <p:spTgt spid="3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37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650"/>
                                        <p:tgtEl>
                                          <p:spTgt spid="33"/>
                                        </p:tgtEl>
                                      </p:cBhvr>
                                    </p:animEffect>
                                    <p:anim calcmode="lin" valueType="num">
                                      <p:cBhvr>
                                        <p:cTn id="63" dur="650" fill="hold"/>
                                        <p:tgtEl>
                                          <p:spTgt spid="33"/>
                                        </p:tgtEl>
                                        <p:attrNameLst>
                                          <p:attrName>ppt_x</p:attrName>
                                        </p:attrNameLst>
                                      </p:cBhvr>
                                      <p:tavLst>
                                        <p:tav tm="0">
                                          <p:val>
                                            <p:strVal val="#ppt_x"/>
                                          </p:val>
                                        </p:tav>
                                        <p:tav tm="100000">
                                          <p:val>
                                            <p:strVal val="#ppt_x"/>
                                          </p:val>
                                        </p:tav>
                                      </p:tavLst>
                                    </p:anim>
                                    <p:anim calcmode="lin" valueType="num">
                                      <p:cBhvr>
                                        <p:cTn id="64" dur="650" fill="hold"/>
                                        <p:tgtEl>
                                          <p:spTgt spid="33"/>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37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650"/>
                                        <p:tgtEl>
                                          <p:spTgt spid="34"/>
                                        </p:tgtEl>
                                      </p:cBhvr>
                                    </p:animEffect>
                                    <p:anim calcmode="lin" valueType="num">
                                      <p:cBhvr>
                                        <p:cTn id="68" dur="650" fill="hold"/>
                                        <p:tgtEl>
                                          <p:spTgt spid="34"/>
                                        </p:tgtEl>
                                        <p:attrNameLst>
                                          <p:attrName>ppt_x</p:attrName>
                                        </p:attrNameLst>
                                      </p:cBhvr>
                                      <p:tavLst>
                                        <p:tav tm="0">
                                          <p:val>
                                            <p:strVal val="#ppt_x"/>
                                          </p:val>
                                        </p:tav>
                                        <p:tav tm="100000">
                                          <p:val>
                                            <p:strVal val="#ppt_x"/>
                                          </p:val>
                                        </p:tav>
                                      </p:tavLst>
                                    </p:anim>
                                    <p:anim calcmode="lin" valueType="num">
                                      <p:cBhvr>
                                        <p:cTn id="69" dur="650" fill="hold"/>
                                        <p:tgtEl>
                                          <p:spTgt spid="34"/>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37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650"/>
                                        <p:tgtEl>
                                          <p:spTgt spid="36"/>
                                        </p:tgtEl>
                                      </p:cBhvr>
                                    </p:animEffect>
                                    <p:anim calcmode="lin" valueType="num">
                                      <p:cBhvr>
                                        <p:cTn id="73" dur="650" fill="hold"/>
                                        <p:tgtEl>
                                          <p:spTgt spid="36"/>
                                        </p:tgtEl>
                                        <p:attrNameLst>
                                          <p:attrName>ppt_x</p:attrName>
                                        </p:attrNameLst>
                                      </p:cBhvr>
                                      <p:tavLst>
                                        <p:tav tm="0">
                                          <p:val>
                                            <p:strVal val="#ppt_x"/>
                                          </p:val>
                                        </p:tav>
                                        <p:tav tm="100000">
                                          <p:val>
                                            <p:strVal val="#ppt_x"/>
                                          </p:val>
                                        </p:tav>
                                      </p:tavLst>
                                    </p:anim>
                                    <p:anim calcmode="lin" valueType="num">
                                      <p:cBhvr>
                                        <p:cTn id="74" dur="650" fill="hold"/>
                                        <p:tgtEl>
                                          <p:spTgt spid="36"/>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37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650"/>
                                        <p:tgtEl>
                                          <p:spTgt spid="37"/>
                                        </p:tgtEl>
                                      </p:cBhvr>
                                    </p:animEffect>
                                    <p:anim calcmode="lin" valueType="num">
                                      <p:cBhvr>
                                        <p:cTn id="78" dur="650" fill="hold"/>
                                        <p:tgtEl>
                                          <p:spTgt spid="37"/>
                                        </p:tgtEl>
                                        <p:attrNameLst>
                                          <p:attrName>ppt_x</p:attrName>
                                        </p:attrNameLst>
                                      </p:cBhvr>
                                      <p:tavLst>
                                        <p:tav tm="0">
                                          <p:val>
                                            <p:strVal val="#ppt_x"/>
                                          </p:val>
                                        </p:tav>
                                        <p:tav tm="100000">
                                          <p:val>
                                            <p:strVal val="#ppt_x"/>
                                          </p:val>
                                        </p:tav>
                                      </p:tavLst>
                                    </p:anim>
                                    <p:anim calcmode="lin" valueType="num">
                                      <p:cBhvr>
                                        <p:cTn id="79" dur="650" fill="hold"/>
                                        <p:tgtEl>
                                          <p:spTgt spid="37"/>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37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650"/>
                                        <p:tgtEl>
                                          <p:spTgt spid="39"/>
                                        </p:tgtEl>
                                      </p:cBhvr>
                                    </p:animEffect>
                                    <p:anim calcmode="lin" valueType="num">
                                      <p:cBhvr>
                                        <p:cTn id="83" dur="650" fill="hold"/>
                                        <p:tgtEl>
                                          <p:spTgt spid="39"/>
                                        </p:tgtEl>
                                        <p:attrNameLst>
                                          <p:attrName>ppt_x</p:attrName>
                                        </p:attrNameLst>
                                      </p:cBhvr>
                                      <p:tavLst>
                                        <p:tav tm="0">
                                          <p:val>
                                            <p:strVal val="#ppt_x"/>
                                          </p:val>
                                        </p:tav>
                                        <p:tav tm="100000">
                                          <p:val>
                                            <p:strVal val="#ppt_x"/>
                                          </p:val>
                                        </p:tav>
                                      </p:tavLst>
                                    </p:anim>
                                    <p:anim calcmode="lin" valueType="num">
                                      <p:cBhvr>
                                        <p:cTn id="84" dur="650" fill="hold"/>
                                        <p:tgtEl>
                                          <p:spTgt spid="39"/>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370"/>
                                  </p:stCondLst>
                                  <p:childTnLst>
                                    <p:set>
                                      <p:cBhvr>
                                        <p:cTn id="86" dur="1" fill="hold">
                                          <p:stCondLst>
                                            <p:cond delay="0"/>
                                          </p:stCondLst>
                                        </p:cTn>
                                        <p:tgtEl>
                                          <p:spTgt spid="40"/>
                                        </p:tgtEl>
                                        <p:attrNameLst>
                                          <p:attrName>style.visibility</p:attrName>
                                        </p:attrNameLst>
                                      </p:cBhvr>
                                      <p:to>
                                        <p:strVal val="visible"/>
                                      </p:to>
                                    </p:set>
                                    <p:animEffect transition="in" filter="fade">
                                      <p:cBhvr>
                                        <p:cTn id="87" dur="650"/>
                                        <p:tgtEl>
                                          <p:spTgt spid="40"/>
                                        </p:tgtEl>
                                      </p:cBhvr>
                                    </p:animEffect>
                                    <p:anim calcmode="lin" valueType="num">
                                      <p:cBhvr>
                                        <p:cTn id="88" dur="650" fill="hold"/>
                                        <p:tgtEl>
                                          <p:spTgt spid="40"/>
                                        </p:tgtEl>
                                        <p:attrNameLst>
                                          <p:attrName>ppt_x</p:attrName>
                                        </p:attrNameLst>
                                      </p:cBhvr>
                                      <p:tavLst>
                                        <p:tav tm="0">
                                          <p:val>
                                            <p:strVal val="#ppt_x"/>
                                          </p:val>
                                        </p:tav>
                                        <p:tav tm="100000">
                                          <p:val>
                                            <p:strVal val="#ppt_x"/>
                                          </p:val>
                                        </p:tav>
                                      </p:tavLst>
                                    </p:anim>
                                    <p:anim calcmode="lin" valueType="num">
                                      <p:cBhvr>
                                        <p:cTn id="89" dur="650" fill="hold"/>
                                        <p:tgtEl>
                                          <p:spTgt spid="40"/>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370"/>
                                  </p:stCondLst>
                                  <p:childTnLst>
                                    <p:set>
                                      <p:cBhvr>
                                        <p:cTn id="91" dur="1" fill="hold">
                                          <p:stCondLst>
                                            <p:cond delay="0"/>
                                          </p:stCondLst>
                                        </p:cTn>
                                        <p:tgtEl>
                                          <p:spTgt spid="41"/>
                                        </p:tgtEl>
                                        <p:attrNameLst>
                                          <p:attrName>style.visibility</p:attrName>
                                        </p:attrNameLst>
                                      </p:cBhvr>
                                      <p:to>
                                        <p:strVal val="visible"/>
                                      </p:to>
                                    </p:set>
                                    <p:animEffect transition="in" filter="fade">
                                      <p:cBhvr>
                                        <p:cTn id="92" dur="650"/>
                                        <p:tgtEl>
                                          <p:spTgt spid="41"/>
                                        </p:tgtEl>
                                      </p:cBhvr>
                                    </p:animEffect>
                                    <p:anim calcmode="lin" valueType="num">
                                      <p:cBhvr>
                                        <p:cTn id="93" dur="650" fill="hold"/>
                                        <p:tgtEl>
                                          <p:spTgt spid="41"/>
                                        </p:tgtEl>
                                        <p:attrNameLst>
                                          <p:attrName>ppt_x</p:attrName>
                                        </p:attrNameLst>
                                      </p:cBhvr>
                                      <p:tavLst>
                                        <p:tav tm="0">
                                          <p:val>
                                            <p:strVal val="#ppt_x"/>
                                          </p:val>
                                        </p:tav>
                                        <p:tav tm="100000">
                                          <p:val>
                                            <p:strVal val="#ppt_x"/>
                                          </p:val>
                                        </p:tav>
                                      </p:tavLst>
                                    </p:anim>
                                    <p:anim calcmode="lin" valueType="num">
                                      <p:cBhvr>
                                        <p:cTn id="94" dur="650" fill="hold"/>
                                        <p:tgtEl>
                                          <p:spTgt spid="41"/>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370"/>
                                  </p:stCondLst>
                                  <p:childTnLst>
                                    <p:set>
                                      <p:cBhvr>
                                        <p:cTn id="96" dur="1" fill="hold">
                                          <p:stCondLst>
                                            <p:cond delay="0"/>
                                          </p:stCondLst>
                                        </p:cTn>
                                        <p:tgtEl>
                                          <p:spTgt spid="42"/>
                                        </p:tgtEl>
                                        <p:attrNameLst>
                                          <p:attrName>style.visibility</p:attrName>
                                        </p:attrNameLst>
                                      </p:cBhvr>
                                      <p:to>
                                        <p:strVal val="visible"/>
                                      </p:to>
                                    </p:set>
                                    <p:animEffect transition="in" filter="fade">
                                      <p:cBhvr>
                                        <p:cTn id="97" dur="650"/>
                                        <p:tgtEl>
                                          <p:spTgt spid="42"/>
                                        </p:tgtEl>
                                      </p:cBhvr>
                                    </p:animEffect>
                                    <p:anim calcmode="lin" valueType="num">
                                      <p:cBhvr>
                                        <p:cTn id="98" dur="650" fill="hold"/>
                                        <p:tgtEl>
                                          <p:spTgt spid="42"/>
                                        </p:tgtEl>
                                        <p:attrNameLst>
                                          <p:attrName>ppt_x</p:attrName>
                                        </p:attrNameLst>
                                      </p:cBhvr>
                                      <p:tavLst>
                                        <p:tav tm="0">
                                          <p:val>
                                            <p:strVal val="#ppt_x"/>
                                          </p:val>
                                        </p:tav>
                                        <p:tav tm="100000">
                                          <p:val>
                                            <p:strVal val="#ppt_x"/>
                                          </p:val>
                                        </p:tav>
                                      </p:tavLst>
                                    </p:anim>
                                    <p:anim calcmode="lin" valueType="num">
                                      <p:cBhvr>
                                        <p:cTn id="99" dur="650" fill="hold"/>
                                        <p:tgtEl>
                                          <p:spTgt spid="42"/>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59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650"/>
                                        <p:tgtEl>
                                          <p:spTgt spid="25"/>
                                        </p:tgtEl>
                                      </p:cBhvr>
                                    </p:animEffect>
                                    <p:anim calcmode="lin" valueType="num">
                                      <p:cBhvr>
                                        <p:cTn id="103" dur="650" fill="hold"/>
                                        <p:tgtEl>
                                          <p:spTgt spid="25"/>
                                        </p:tgtEl>
                                        <p:attrNameLst>
                                          <p:attrName>ppt_x</p:attrName>
                                        </p:attrNameLst>
                                      </p:cBhvr>
                                      <p:tavLst>
                                        <p:tav tm="0">
                                          <p:val>
                                            <p:strVal val="#ppt_x"/>
                                          </p:val>
                                        </p:tav>
                                        <p:tav tm="100000">
                                          <p:val>
                                            <p:strVal val="#ppt_x"/>
                                          </p:val>
                                        </p:tav>
                                      </p:tavLst>
                                    </p:anim>
                                    <p:anim calcmode="lin" valueType="num">
                                      <p:cBhvr>
                                        <p:cTn id="104" dur="650" fill="hold"/>
                                        <p:tgtEl>
                                          <p:spTgt spid="25"/>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59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650"/>
                                        <p:tgtEl>
                                          <p:spTgt spid="26"/>
                                        </p:tgtEl>
                                      </p:cBhvr>
                                    </p:animEffect>
                                    <p:anim calcmode="lin" valueType="num">
                                      <p:cBhvr>
                                        <p:cTn id="108" dur="650" fill="hold"/>
                                        <p:tgtEl>
                                          <p:spTgt spid="26"/>
                                        </p:tgtEl>
                                        <p:attrNameLst>
                                          <p:attrName>ppt_x</p:attrName>
                                        </p:attrNameLst>
                                      </p:cBhvr>
                                      <p:tavLst>
                                        <p:tav tm="0">
                                          <p:val>
                                            <p:strVal val="#ppt_x"/>
                                          </p:val>
                                        </p:tav>
                                        <p:tav tm="100000">
                                          <p:val>
                                            <p:strVal val="#ppt_x"/>
                                          </p:val>
                                        </p:tav>
                                      </p:tavLst>
                                    </p:anim>
                                    <p:anim calcmode="lin" valueType="num">
                                      <p:cBhvr>
                                        <p:cTn id="109" dur="650" fill="hold"/>
                                        <p:tgtEl>
                                          <p:spTgt spid="26"/>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59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650"/>
                                        <p:tgtEl>
                                          <p:spTgt spid="27"/>
                                        </p:tgtEl>
                                      </p:cBhvr>
                                    </p:animEffect>
                                    <p:anim calcmode="lin" valueType="num">
                                      <p:cBhvr>
                                        <p:cTn id="113" dur="650" fill="hold"/>
                                        <p:tgtEl>
                                          <p:spTgt spid="27"/>
                                        </p:tgtEl>
                                        <p:attrNameLst>
                                          <p:attrName>ppt_x</p:attrName>
                                        </p:attrNameLst>
                                      </p:cBhvr>
                                      <p:tavLst>
                                        <p:tav tm="0">
                                          <p:val>
                                            <p:strVal val="#ppt_x"/>
                                          </p:val>
                                        </p:tav>
                                        <p:tav tm="100000">
                                          <p:val>
                                            <p:strVal val="#ppt_x"/>
                                          </p:val>
                                        </p:tav>
                                      </p:tavLst>
                                    </p:anim>
                                    <p:anim calcmode="lin" valueType="num">
                                      <p:cBhvr>
                                        <p:cTn id="114" dur="650" fill="hold"/>
                                        <p:tgtEl>
                                          <p:spTgt spid="27"/>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59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650"/>
                                        <p:tgtEl>
                                          <p:spTgt spid="28"/>
                                        </p:tgtEl>
                                      </p:cBhvr>
                                    </p:animEffect>
                                    <p:anim calcmode="lin" valueType="num">
                                      <p:cBhvr>
                                        <p:cTn id="118" dur="650" fill="hold"/>
                                        <p:tgtEl>
                                          <p:spTgt spid="28"/>
                                        </p:tgtEl>
                                        <p:attrNameLst>
                                          <p:attrName>ppt_x</p:attrName>
                                        </p:attrNameLst>
                                      </p:cBhvr>
                                      <p:tavLst>
                                        <p:tav tm="0">
                                          <p:val>
                                            <p:strVal val="#ppt_x"/>
                                          </p:val>
                                        </p:tav>
                                        <p:tav tm="100000">
                                          <p:val>
                                            <p:strVal val="#ppt_x"/>
                                          </p:val>
                                        </p:tav>
                                      </p:tavLst>
                                    </p:anim>
                                    <p:anim calcmode="lin" valueType="num">
                                      <p:cBhvr>
                                        <p:cTn id="119" dur="65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19"/>
                                        </p:tgtEl>
                                        <p:attrNameLst>
                                          <p:attrName>style.visibility</p:attrName>
                                        </p:attrNameLst>
                                      </p:cBhvr>
                                      <p:to>
                                        <p:strVal val="visible"/>
                                      </p:to>
                                    </p:set>
                                  </p:childTnLst>
                                </p:cTn>
                              </p:par>
                              <p:par>
                                <p:cTn id="124" presetID="10" presetClass="exit" presetSubtype="0" fill="hold" nodeType="withEffect">
                                  <p:stCondLst>
                                    <p:cond delay="0"/>
                                  </p:stCondLst>
                                  <p:childTnLst>
                                    <p:animEffect transition="out" filter="fade">
                                      <p:cBhvr>
                                        <p:cTn id="125" dur="420"/>
                                        <p:tgtEl>
                                          <p:spTgt spid="20"/>
                                        </p:tgtEl>
                                      </p:cBhvr>
                                    </p:animEffect>
                                    <p:set>
                                      <p:cBhvr>
                                        <p:cTn id="126" dur="1" fill="hold">
                                          <p:stCondLst>
                                            <p:cond delay="419"/>
                                          </p:stCondLst>
                                        </p:cTn>
                                        <p:tgtEl>
                                          <p:spTgt spid="20"/>
                                        </p:tgtEl>
                                        <p:attrNameLst>
                                          <p:attrName>style.visibility</p:attrName>
                                        </p:attrNameLst>
                                      </p:cBhvr>
                                      <p:to>
                                        <p:strVal val="hidden"/>
                                      </p:to>
                                    </p:set>
                                  </p:childTnLst>
                                </p:cTn>
                              </p:par>
                              <p:par>
                                <p:cTn id="127" presetID="42" presetClass="entr" presetSubtype="0" fill="hold" grpId="0" nodeType="withEffect">
                                  <p:stCondLst>
                                    <p:cond delay="0"/>
                                  </p:stCondLst>
                                  <p:childTnLst>
                                    <p:set>
                                      <p:cBhvr>
                                        <p:cTn id="128" dur="1" fill="hold">
                                          <p:stCondLst>
                                            <p:cond delay="0"/>
                                          </p:stCondLst>
                                        </p:cTn>
                                        <p:tgtEl>
                                          <p:spTgt spid="43"/>
                                        </p:tgtEl>
                                        <p:attrNameLst>
                                          <p:attrName>style.visibility</p:attrName>
                                        </p:attrNameLst>
                                      </p:cBhvr>
                                      <p:to>
                                        <p:strVal val="visible"/>
                                      </p:to>
                                    </p:set>
                                    <p:animEffect transition="in" filter="fade">
                                      <p:cBhvr>
                                        <p:cTn id="129" dur="650"/>
                                        <p:tgtEl>
                                          <p:spTgt spid="43"/>
                                        </p:tgtEl>
                                      </p:cBhvr>
                                    </p:animEffect>
                                    <p:anim calcmode="lin" valueType="num">
                                      <p:cBhvr>
                                        <p:cTn id="130" dur="650" fill="hold"/>
                                        <p:tgtEl>
                                          <p:spTgt spid="43"/>
                                        </p:tgtEl>
                                        <p:attrNameLst>
                                          <p:attrName>ppt_x</p:attrName>
                                        </p:attrNameLst>
                                      </p:cBhvr>
                                      <p:tavLst>
                                        <p:tav tm="0">
                                          <p:val>
                                            <p:strVal val="#ppt_x"/>
                                          </p:val>
                                        </p:tav>
                                        <p:tav tm="100000">
                                          <p:val>
                                            <p:strVal val="#ppt_x"/>
                                          </p:val>
                                        </p:tav>
                                      </p:tavLst>
                                    </p:anim>
                                    <p:anim calcmode="lin" valueType="num">
                                      <p:cBhvr>
                                        <p:cTn id="131" dur="650" fill="hold"/>
                                        <p:tgtEl>
                                          <p:spTgt spid="43"/>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44"/>
                                        </p:tgtEl>
                                        <p:attrNameLst>
                                          <p:attrName>style.visibility</p:attrName>
                                        </p:attrNameLst>
                                      </p:cBhvr>
                                      <p:to>
                                        <p:strVal val="visible"/>
                                      </p:to>
                                    </p:set>
                                    <p:animEffect transition="in" filter="fade">
                                      <p:cBhvr>
                                        <p:cTn id="134" dur="650"/>
                                        <p:tgtEl>
                                          <p:spTgt spid="44"/>
                                        </p:tgtEl>
                                      </p:cBhvr>
                                    </p:animEffect>
                                    <p:anim calcmode="lin" valueType="num">
                                      <p:cBhvr>
                                        <p:cTn id="135" dur="650" fill="hold"/>
                                        <p:tgtEl>
                                          <p:spTgt spid="44"/>
                                        </p:tgtEl>
                                        <p:attrNameLst>
                                          <p:attrName>ppt_x</p:attrName>
                                        </p:attrNameLst>
                                      </p:cBhvr>
                                      <p:tavLst>
                                        <p:tav tm="0">
                                          <p:val>
                                            <p:strVal val="#ppt_x"/>
                                          </p:val>
                                        </p:tav>
                                        <p:tav tm="100000">
                                          <p:val>
                                            <p:strVal val="#ppt_x"/>
                                          </p:val>
                                        </p:tav>
                                      </p:tavLst>
                                    </p:anim>
                                    <p:anim calcmode="lin" valueType="num">
                                      <p:cBhvr>
                                        <p:cTn id="136" dur="650" fill="hold"/>
                                        <p:tgtEl>
                                          <p:spTgt spid="44"/>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45"/>
                                        </p:tgtEl>
                                        <p:attrNameLst>
                                          <p:attrName>style.visibility</p:attrName>
                                        </p:attrNameLst>
                                      </p:cBhvr>
                                      <p:to>
                                        <p:strVal val="visible"/>
                                      </p:to>
                                    </p:set>
                                    <p:animEffect transition="in" filter="fade">
                                      <p:cBhvr>
                                        <p:cTn id="139" dur="650"/>
                                        <p:tgtEl>
                                          <p:spTgt spid="45"/>
                                        </p:tgtEl>
                                      </p:cBhvr>
                                    </p:animEffect>
                                    <p:anim calcmode="lin" valueType="num">
                                      <p:cBhvr>
                                        <p:cTn id="140" dur="650" fill="hold"/>
                                        <p:tgtEl>
                                          <p:spTgt spid="45"/>
                                        </p:tgtEl>
                                        <p:attrNameLst>
                                          <p:attrName>ppt_x</p:attrName>
                                        </p:attrNameLst>
                                      </p:cBhvr>
                                      <p:tavLst>
                                        <p:tav tm="0">
                                          <p:val>
                                            <p:strVal val="#ppt_x"/>
                                          </p:val>
                                        </p:tav>
                                        <p:tav tm="100000">
                                          <p:val>
                                            <p:strVal val="#ppt_x"/>
                                          </p:val>
                                        </p:tav>
                                      </p:tavLst>
                                    </p:anim>
                                    <p:anim calcmode="lin" valueType="num">
                                      <p:cBhvr>
                                        <p:cTn id="141" dur="650" fill="hold"/>
                                        <p:tgtEl>
                                          <p:spTgt spid="45"/>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46"/>
                                        </p:tgtEl>
                                        <p:attrNameLst>
                                          <p:attrName>style.visibility</p:attrName>
                                        </p:attrNameLst>
                                      </p:cBhvr>
                                      <p:to>
                                        <p:strVal val="visible"/>
                                      </p:to>
                                    </p:set>
                                    <p:animEffect transition="in" filter="fade">
                                      <p:cBhvr>
                                        <p:cTn id="144" dur="650"/>
                                        <p:tgtEl>
                                          <p:spTgt spid="46"/>
                                        </p:tgtEl>
                                      </p:cBhvr>
                                    </p:animEffect>
                                    <p:anim calcmode="lin" valueType="num">
                                      <p:cBhvr>
                                        <p:cTn id="145" dur="650" fill="hold"/>
                                        <p:tgtEl>
                                          <p:spTgt spid="46"/>
                                        </p:tgtEl>
                                        <p:attrNameLst>
                                          <p:attrName>ppt_x</p:attrName>
                                        </p:attrNameLst>
                                      </p:cBhvr>
                                      <p:tavLst>
                                        <p:tav tm="0">
                                          <p:val>
                                            <p:strVal val="#ppt_x"/>
                                          </p:val>
                                        </p:tav>
                                        <p:tav tm="100000">
                                          <p:val>
                                            <p:strVal val="#ppt_x"/>
                                          </p:val>
                                        </p:tav>
                                      </p:tavLst>
                                    </p:anim>
                                    <p:anim calcmode="lin" valueType="num">
                                      <p:cBhvr>
                                        <p:cTn id="146" dur="650" fill="hold"/>
                                        <p:tgtEl>
                                          <p:spTgt spid="46"/>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47"/>
                                        </p:tgtEl>
                                        <p:attrNameLst>
                                          <p:attrName>style.visibility</p:attrName>
                                        </p:attrNameLst>
                                      </p:cBhvr>
                                      <p:to>
                                        <p:strVal val="visible"/>
                                      </p:to>
                                    </p:set>
                                    <p:animEffect transition="in" filter="fade">
                                      <p:cBhvr>
                                        <p:cTn id="149" dur="650"/>
                                        <p:tgtEl>
                                          <p:spTgt spid="47"/>
                                        </p:tgtEl>
                                      </p:cBhvr>
                                    </p:animEffect>
                                    <p:anim calcmode="lin" valueType="num">
                                      <p:cBhvr>
                                        <p:cTn id="150" dur="650" fill="hold"/>
                                        <p:tgtEl>
                                          <p:spTgt spid="47"/>
                                        </p:tgtEl>
                                        <p:attrNameLst>
                                          <p:attrName>ppt_x</p:attrName>
                                        </p:attrNameLst>
                                      </p:cBhvr>
                                      <p:tavLst>
                                        <p:tav tm="0">
                                          <p:val>
                                            <p:strVal val="#ppt_x"/>
                                          </p:val>
                                        </p:tav>
                                        <p:tav tm="100000">
                                          <p:val>
                                            <p:strVal val="#ppt_x"/>
                                          </p:val>
                                        </p:tav>
                                      </p:tavLst>
                                    </p:anim>
                                    <p:anim calcmode="lin" valueType="num">
                                      <p:cBhvr>
                                        <p:cTn id="151" dur="650" fill="hold"/>
                                        <p:tgtEl>
                                          <p:spTgt spid="47"/>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48"/>
                                        </p:tgtEl>
                                        <p:attrNameLst>
                                          <p:attrName>style.visibility</p:attrName>
                                        </p:attrNameLst>
                                      </p:cBhvr>
                                      <p:to>
                                        <p:strVal val="visible"/>
                                      </p:to>
                                    </p:set>
                                    <p:animEffect transition="in" filter="fade">
                                      <p:cBhvr>
                                        <p:cTn id="154" dur="650"/>
                                        <p:tgtEl>
                                          <p:spTgt spid="48"/>
                                        </p:tgtEl>
                                      </p:cBhvr>
                                    </p:animEffect>
                                    <p:anim calcmode="lin" valueType="num">
                                      <p:cBhvr>
                                        <p:cTn id="155" dur="650" fill="hold"/>
                                        <p:tgtEl>
                                          <p:spTgt spid="48"/>
                                        </p:tgtEl>
                                        <p:attrNameLst>
                                          <p:attrName>ppt_x</p:attrName>
                                        </p:attrNameLst>
                                      </p:cBhvr>
                                      <p:tavLst>
                                        <p:tav tm="0">
                                          <p:val>
                                            <p:strVal val="#ppt_x"/>
                                          </p:val>
                                        </p:tav>
                                        <p:tav tm="100000">
                                          <p:val>
                                            <p:strVal val="#ppt_x"/>
                                          </p:val>
                                        </p:tav>
                                      </p:tavLst>
                                    </p:anim>
                                    <p:anim calcmode="lin" valueType="num">
                                      <p:cBhvr>
                                        <p:cTn id="156" dur="650" fill="hold"/>
                                        <p:tgtEl>
                                          <p:spTgt spid="48"/>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49"/>
                                        </p:tgtEl>
                                        <p:attrNameLst>
                                          <p:attrName>style.visibility</p:attrName>
                                        </p:attrNameLst>
                                      </p:cBhvr>
                                      <p:to>
                                        <p:strVal val="visible"/>
                                      </p:to>
                                    </p:set>
                                    <p:animEffect transition="in" filter="fade">
                                      <p:cBhvr>
                                        <p:cTn id="159" dur="650"/>
                                        <p:tgtEl>
                                          <p:spTgt spid="49"/>
                                        </p:tgtEl>
                                      </p:cBhvr>
                                    </p:animEffect>
                                    <p:anim calcmode="lin" valueType="num">
                                      <p:cBhvr>
                                        <p:cTn id="160" dur="650" fill="hold"/>
                                        <p:tgtEl>
                                          <p:spTgt spid="49"/>
                                        </p:tgtEl>
                                        <p:attrNameLst>
                                          <p:attrName>ppt_x</p:attrName>
                                        </p:attrNameLst>
                                      </p:cBhvr>
                                      <p:tavLst>
                                        <p:tav tm="0">
                                          <p:val>
                                            <p:strVal val="#ppt_x"/>
                                          </p:val>
                                        </p:tav>
                                        <p:tav tm="100000">
                                          <p:val>
                                            <p:strVal val="#ppt_x"/>
                                          </p:val>
                                        </p:tav>
                                      </p:tavLst>
                                    </p:anim>
                                    <p:anim calcmode="lin" valueType="num">
                                      <p:cBhvr>
                                        <p:cTn id="161" dur="650" fill="hold"/>
                                        <p:tgtEl>
                                          <p:spTgt spid="49"/>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50"/>
                                        </p:tgtEl>
                                        <p:attrNameLst>
                                          <p:attrName>style.visibility</p:attrName>
                                        </p:attrNameLst>
                                      </p:cBhvr>
                                      <p:to>
                                        <p:strVal val="visible"/>
                                      </p:to>
                                    </p:set>
                                    <p:animEffect transition="in" filter="fade">
                                      <p:cBhvr>
                                        <p:cTn id="164" dur="650"/>
                                        <p:tgtEl>
                                          <p:spTgt spid="50"/>
                                        </p:tgtEl>
                                      </p:cBhvr>
                                    </p:animEffect>
                                    <p:anim calcmode="lin" valueType="num">
                                      <p:cBhvr>
                                        <p:cTn id="165" dur="650" fill="hold"/>
                                        <p:tgtEl>
                                          <p:spTgt spid="50"/>
                                        </p:tgtEl>
                                        <p:attrNameLst>
                                          <p:attrName>ppt_x</p:attrName>
                                        </p:attrNameLst>
                                      </p:cBhvr>
                                      <p:tavLst>
                                        <p:tav tm="0">
                                          <p:val>
                                            <p:strVal val="#ppt_x"/>
                                          </p:val>
                                        </p:tav>
                                        <p:tav tm="100000">
                                          <p:val>
                                            <p:strVal val="#ppt_x"/>
                                          </p:val>
                                        </p:tav>
                                      </p:tavLst>
                                    </p:anim>
                                    <p:anim calcmode="lin" valueType="num">
                                      <p:cBhvr>
                                        <p:cTn id="166" dur="650" fill="hold"/>
                                        <p:tgtEl>
                                          <p:spTgt spid="50"/>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51"/>
                                        </p:tgtEl>
                                        <p:attrNameLst>
                                          <p:attrName>style.visibility</p:attrName>
                                        </p:attrNameLst>
                                      </p:cBhvr>
                                      <p:to>
                                        <p:strVal val="visible"/>
                                      </p:to>
                                    </p:set>
                                    <p:animEffect transition="in" filter="fade">
                                      <p:cBhvr>
                                        <p:cTn id="169" dur="650"/>
                                        <p:tgtEl>
                                          <p:spTgt spid="51"/>
                                        </p:tgtEl>
                                      </p:cBhvr>
                                    </p:animEffect>
                                    <p:anim calcmode="lin" valueType="num">
                                      <p:cBhvr>
                                        <p:cTn id="170" dur="650" fill="hold"/>
                                        <p:tgtEl>
                                          <p:spTgt spid="51"/>
                                        </p:tgtEl>
                                        <p:attrNameLst>
                                          <p:attrName>ppt_x</p:attrName>
                                        </p:attrNameLst>
                                      </p:cBhvr>
                                      <p:tavLst>
                                        <p:tav tm="0">
                                          <p:val>
                                            <p:strVal val="#ppt_x"/>
                                          </p:val>
                                        </p:tav>
                                        <p:tav tm="100000">
                                          <p:val>
                                            <p:strVal val="#ppt_x"/>
                                          </p:val>
                                        </p:tav>
                                      </p:tavLst>
                                    </p:anim>
                                    <p:anim calcmode="lin" valueType="num">
                                      <p:cBhvr>
                                        <p:cTn id="171" dur="650" fill="hold"/>
                                        <p:tgtEl>
                                          <p:spTgt spid="51"/>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0"/>
                                  </p:stCondLst>
                                  <p:childTnLst>
                                    <p:set>
                                      <p:cBhvr>
                                        <p:cTn id="173" dur="1" fill="hold">
                                          <p:stCondLst>
                                            <p:cond delay="0"/>
                                          </p:stCondLst>
                                        </p:cTn>
                                        <p:tgtEl>
                                          <p:spTgt spid="52"/>
                                        </p:tgtEl>
                                        <p:attrNameLst>
                                          <p:attrName>style.visibility</p:attrName>
                                        </p:attrNameLst>
                                      </p:cBhvr>
                                      <p:to>
                                        <p:strVal val="visible"/>
                                      </p:to>
                                    </p:set>
                                    <p:animEffect transition="in" filter="fade">
                                      <p:cBhvr>
                                        <p:cTn id="174" dur="650"/>
                                        <p:tgtEl>
                                          <p:spTgt spid="52"/>
                                        </p:tgtEl>
                                      </p:cBhvr>
                                    </p:animEffect>
                                    <p:anim calcmode="lin" valueType="num">
                                      <p:cBhvr>
                                        <p:cTn id="175" dur="650" fill="hold"/>
                                        <p:tgtEl>
                                          <p:spTgt spid="52"/>
                                        </p:tgtEl>
                                        <p:attrNameLst>
                                          <p:attrName>ppt_x</p:attrName>
                                        </p:attrNameLst>
                                      </p:cBhvr>
                                      <p:tavLst>
                                        <p:tav tm="0">
                                          <p:val>
                                            <p:strVal val="#ppt_x"/>
                                          </p:val>
                                        </p:tav>
                                        <p:tav tm="100000">
                                          <p:val>
                                            <p:strVal val="#ppt_x"/>
                                          </p:val>
                                        </p:tav>
                                      </p:tavLst>
                                    </p:anim>
                                    <p:anim calcmode="lin" valueType="num">
                                      <p:cBhvr>
                                        <p:cTn id="176" dur="650" fill="hold"/>
                                        <p:tgtEl>
                                          <p:spTgt spid="52"/>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0"/>
                                  </p:stCondLst>
                                  <p:childTnLst>
                                    <p:set>
                                      <p:cBhvr>
                                        <p:cTn id="178" dur="1" fill="hold">
                                          <p:stCondLst>
                                            <p:cond delay="0"/>
                                          </p:stCondLst>
                                        </p:cTn>
                                        <p:tgtEl>
                                          <p:spTgt spid="56"/>
                                        </p:tgtEl>
                                        <p:attrNameLst>
                                          <p:attrName>style.visibility</p:attrName>
                                        </p:attrNameLst>
                                      </p:cBhvr>
                                      <p:to>
                                        <p:strVal val="visible"/>
                                      </p:to>
                                    </p:set>
                                    <p:animEffect transition="in" filter="fade">
                                      <p:cBhvr>
                                        <p:cTn id="179" dur="650"/>
                                        <p:tgtEl>
                                          <p:spTgt spid="56"/>
                                        </p:tgtEl>
                                      </p:cBhvr>
                                    </p:animEffect>
                                    <p:anim calcmode="lin" valueType="num">
                                      <p:cBhvr>
                                        <p:cTn id="180" dur="650" fill="hold"/>
                                        <p:tgtEl>
                                          <p:spTgt spid="56"/>
                                        </p:tgtEl>
                                        <p:attrNameLst>
                                          <p:attrName>ppt_x</p:attrName>
                                        </p:attrNameLst>
                                      </p:cBhvr>
                                      <p:tavLst>
                                        <p:tav tm="0">
                                          <p:val>
                                            <p:strVal val="#ppt_x"/>
                                          </p:val>
                                        </p:tav>
                                        <p:tav tm="100000">
                                          <p:val>
                                            <p:strVal val="#ppt_x"/>
                                          </p:val>
                                        </p:tav>
                                      </p:tavLst>
                                    </p:anim>
                                    <p:anim calcmode="lin" valueType="num">
                                      <p:cBhvr>
                                        <p:cTn id="181" dur="650" fill="hold"/>
                                        <p:tgtEl>
                                          <p:spTgt spid="56"/>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0"/>
                                  </p:stCondLst>
                                  <p:childTnLst>
                                    <p:set>
                                      <p:cBhvr>
                                        <p:cTn id="183" dur="1" fill="hold">
                                          <p:stCondLst>
                                            <p:cond delay="0"/>
                                          </p:stCondLst>
                                        </p:cTn>
                                        <p:tgtEl>
                                          <p:spTgt spid="57"/>
                                        </p:tgtEl>
                                        <p:attrNameLst>
                                          <p:attrName>style.visibility</p:attrName>
                                        </p:attrNameLst>
                                      </p:cBhvr>
                                      <p:to>
                                        <p:strVal val="visible"/>
                                      </p:to>
                                    </p:set>
                                    <p:animEffect transition="in" filter="fade">
                                      <p:cBhvr>
                                        <p:cTn id="184" dur="650"/>
                                        <p:tgtEl>
                                          <p:spTgt spid="57"/>
                                        </p:tgtEl>
                                      </p:cBhvr>
                                    </p:animEffect>
                                    <p:anim calcmode="lin" valueType="num">
                                      <p:cBhvr>
                                        <p:cTn id="185" dur="650" fill="hold"/>
                                        <p:tgtEl>
                                          <p:spTgt spid="57"/>
                                        </p:tgtEl>
                                        <p:attrNameLst>
                                          <p:attrName>ppt_x</p:attrName>
                                        </p:attrNameLst>
                                      </p:cBhvr>
                                      <p:tavLst>
                                        <p:tav tm="0">
                                          <p:val>
                                            <p:strVal val="#ppt_x"/>
                                          </p:val>
                                        </p:tav>
                                        <p:tav tm="100000">
                                          <p:val>
                                            <p:strVal val="#ppt_x"/>
                                          </p:val>
                                        </p:tav>
                                      </p:tavLst>
                                    </p:anim>
                                    <p:anim calcmode="lin" valueType="num">
                                      <p:cBhvr>
                                        <p:cTn id="186" dur="650" fill="hold"/>
                                        <p:tgtEl>
                                          <p:spTgt spid="57"/>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0"/>
                                  </p:stCondLst>
                                  <p:childTnLst>
                                    <p:set>
                                      <p:cBhvr>
                                        <p:cTn id="188" dur="1" fill="hold">
                                          <p:stCondLst>
                                            <p:cond delay="0"/>
                                          </p:stCondLst>
                                        </p:cTn>
                                        <p:tgtEl>
                                          <p:spTgt spid="58"/>
                                        </p:tgtEl>
                                        <p:attrNameLst>
                                          <p:attrName>style.visibility</p:attrName>
                                        </p:attrNameLst>
                                      </p:cBhvr>
                                      <p:to>
                                        <p:strVal val="visible"/>
                                      </p:to>
                                    </p:set>
                                    <p:animEffect transition="in" filter="fade">
                                      <p:cBhvr>
                                        <p:cTn id="189" dur="650"/>
                                        <p:tgtEl>
                                          <p:spTgt spid="58"/>
                                        </p:tgtEl>
                                      </p:cBhvr>
                                    </p:animEffect>
                                    <p:anim calcmode="lin" valueType="num">
                                      <p:cBhvr>
                                        <p:cTn id="190" dur="650" fill="hold"/>
                                        <p:tgtEl>
                                          <p:spTgt spid="58"/>
                                        </p:tgtEl>
                                        <p:attrNameLst>
                                          <p:attrName>ppt_x</p:attrName>
                                        </p:attrNameLst>
                                      </p:cBhvr>
                                      <p:tavLst>
                                        <p:tav tm="0">
                                          <p:val>
                                            <p:strVal val="#ppt_x"/>
                                          </p:val>
                                        </p:tav>
                                        <p:tav tm="100000">
                                          <p:val>
                                            <p:strVal val="#ppt_x"/>
                                          </p:val>
                                        </p:tav>
                                      </p:tavLst>
                                    </p:anim>
                                    <p:anim calcmode="lin" valueType="num">
                                      <p:cBhvr>
                                        <p:cTn id="191" dur="650" fill="hold"/>
                                        <p:tgtEl>
                                          <p:spTgt spid="58"/>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0"/>
                                  </p:stCondLst>
                                  <p:childTnLst>
                                    <p:set>
                                      <p:cBhvr>
                                        <p:cTn id="193" dur="1" fill="hold">
                                          <p:stCondLst>
                                            <p:cond delay="0"/>
                                          </p:stCondLst>
                                        </p:cTn>
                                        <p:tgtEl>
                                          <p:spTgt spid="59"/>
                                        </p:tgtEl>
                                        <p:attrNameLst>
                                          <p:attrName>style.visibility</p:attrName>
                                        </p:attrNameLst>
                                      </p:cBhvr>
                                      <p:to>
                                        <p:strVal val="visible"/>
                                      </p:to>
                                    </p:set>
                                    <p:animEffect transition="in" filter="fade">
                                      <p:cBhvr>
                                        <p:cTn id="194" dur="650"/>
                                        <p:tgtEl>
                                          <p:spTgt spid="59"/>
                                        </p:tgtEl>
                                      </p:cBhvr>
                                    </p:animEffect>
                                    <p:anim calcmode="lin" valueType="num">
                                      <p:cBhvr>
                                        <p:cTn id="195" dur="650" fill="hold"/>
                                        <p:tgtEl>
                                          <p:spTgt spid="59"/>
                                        </p:tgtEl>
                                        <p:attrNameLst>
                                          <p:attrName>ppt_x</p:attrName>
                                        </p:attrNameLst>
                                      </p:cBhvr>
                                      <p:tavLst>
                                        <p:tav tm="0">
                                          <p:val>
                                            <p:strVal val="#ppt_x"/>
                                          </p:val>
                                        </p:tav>
                                        <p:tav tm="100000">
                                          <p:val>
                                            <p:strVal val="#ppt_x"/>
                                          </p:val>
                                        </p:tav>
                                      </p:tavLst>
                                    </p:anim>
                                    <p:anim calcmode="lin" valueType="num">
                                      <p:cBhvr>
                                        <p:cTn id="196" dur="650" fill="hold"/>
                                        <p:tgtEl>
                                          <p:spTgt spid="59"/>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0"/>
                                  </p:stCondLst>
                                  <p:childTnLst>
                                    <p:set>
                                      <p:cBhvr>
                                        <p:cTn id="198" dur="1" fill="hold">
                                          <p:stCondLst>
                                            <p:cond delay="0"/>
                                          </p:stCondLst>
                                        </p:cTn>
                                        <p:tgtEl>
                                          <p:spTgt spid="60"/>
                                        </p:tgtEl>
                                        <p:attrNameLst>
                                          <p:attrName>style.visibility</p:attrName>
                                        </p:attrNameLst>
                                      </p:cBhvr>
                                      <p:to>
                                        <p:strVal val="visible"/>
                                      </p:to>
                                    </p:set>
                                    <p:animEffect transition="in" filter="fade">
                                      <p:cBhvr>
                                        <p:cTn id="199" dur="650"/>
                                        <p:tgtEl>
                                          <p:spTgt spid="60"/>
                                        </p:tgtEl>
                                      </p:cBhvr>
                                    </p:animEffect>
                                    <p:anim calcmode="lin" valueType="num">
                                      <p:cBhvr>
                                        <p:cTn id="200" dur="650" fill="hold"/>
                                        <p:tgtEl>
                                          <p:spTgt spid="60"/>
                                        </p:tgtEl>
                                        <p:attrNameLst>
                                          <p:attrName>ppt_x</p:attrName>
                                        </p:attrNameLst>
                                      </p:cBhvr>
                                      <p:tavLst>
                                        <p:tav tm="0">
                                          <p:val>
                                            <p:strVal val="#ppt_x"/>
                                          </p:val>
                                        </p:tav>
                                        <p:tav tm="100000">
                                          <p:val>
                                            <p:strVal val="#ppt_x"/>
                                          </p:val>
                                        </p:tav>
                                      </p:tavLst>
                                    </p:anim>
                                    <p:anim calcmode="lin" valueType="num">
                                      <p:cBhvr>
                                        <p:cTn id="201" dur="650" fill="hold"/>
                                        <p:tgtEl>
                                          <p:spTgt spid="60"/>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0"/>
                                  </p:stCondLst>
                                  <p:childTnLst>
                                    <p:set>
                                      <p:cBhvr>
                                        <p:cTn id="203" dur="1" fill="hold">
                                          <p:stCondLst>
                                            <p:cond delay="0"/>
                                          </p:stCondLst>
                                        </p:cTn>
                                        <p:tgtEl>
                                          <p:spTgt spid="61"/>
                                        </p:tgtEl>
                                        <p:attrNameLst>
                                          <p:attrName>style.visibility</p:attrName>
                                        </p:attrNameLst>
                                      </p:cBhvr>
                                      <p:to>
                                        <p:strVal val="visible"/>
                                      </p:to>
                                    </p:set>
                                    <p:animEffect transition="in" filter="fade">
                                      <p:cBhvr>
                                        <p:cTn id="204" dur="650"/>
                                        <p:tgtEl>
                                          <p:spTgt spid="61"/>
                                        </p:tgtEl>
                                      </p:cBhvr>
                                    </p:animEffect>
                                    <p:anim calcmode="lin" valueType="num">
                                      <p:cBhvr>
                                        <p:cTn id="205" dur="650" fill="hold"/>
                                        <p:tgtEl>
                                          <p:spTgt spid="61"/>
                                        </p:tgtEl>
                                        <p:attrNameLst>
                                          <p:attrName>ppt_x</p:attrName>
                                        </p:attrNameLst>
                                      </p:cBhvr>
                                      <p:tavLst>
                                        <p:tav tm="0">
                                          <p:val>
                                            <p:strVal val="#ppt_x"/>
                                          </p:val>
                                        </p:tav>
                                        <p:tav tm="100000">
                                          <p:val>
                                            <p:strVal val="#ppt_x"/>
                                          </p:val>
                                        </p:tav>
                                      </p:tavLst>
                                    </p:anim>
                                    <p:anim calcmode="lin" valueType="num">
                                      <p:cBhvr>
                                        <p:cTn id="206" dur="650" fill="hold"/>
                                        <p:tgtEl>
                                          <p:spTgt spid="61"/>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0"/>
                                  </p:stCondLst>
                                  <p:childTnLst>
                                    <p:set>
                                      <p:cBhvr>
                                        <p:cTn id="208" dur="1" fill="hold">
                                          <p:stCondLst>
                                            <p:cond delay="0"/>
                                          </p:stCondLst>
                                        </p:cTn>
                                        <p:tgtEl>
                                          <p:spTgt spid="62"/>
                                        </p:tgtEl>
                                        <p:attrNameLst>
                                          <p:attrName>style.visibility</p:attrName>
                                        </p:attrNameLst>
                                      </p:cBhvr>
                                      <p:to>
                                        <p:strVal val="visible"/>
                                      </p:to>
                                    </p:set>
                                    <p:animEffect transition="in" filter="fade">
                                      <p:cBhvr>
                                        <p:cTn id="209" dur="650"/>
                                        <p:tgtEl>
                                          <p:spTgt spid="62"/>
                                        </p:tgtEl>
                                      </p:cBhvr>
                                    </p:animEffect>
                                    <p:anim calcmode="lin" valueType="num">
                                      <p:cBhvr>
                                        <p:cTn id="210" dur="650" fill="hold"/>
                                        <p:tgtEl>
                                          <p:spTgt spid="62"/>
                                        </p:tgtEl>
                                        <p:attrNameLst>
                                          <p:attrName>ppt_x</p:attrName>
                                        </p:attrNameLst>
                                      </p:cBhvr>
                                      <p:tavLst>
                                        <p:tav tm="0">
                                          <p:val>
                                            <p:strVal val="#ppt_x"/>
                                          </p:val>
                                        </p:tav>
                                        <p:tav tm="100000">
                                          <p:val>
                                            <p:strVal val="#ppt_x"/>
                                          </p:val>
                                        </p:tav>
                                      </p:tavLst>
                                    </p:anim>
                                    <p:anim calcmode="lin" valueType="num">
                                      <p:cBhvr>
                                        <p:cTn id="211" dur="650" fill="hold"/>
                                        <p:tgtEl>
                                          <p:spTgt spid="62"/>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0"/>
                                  </p:stCondLst>
                                  <p:childTnLst>
                                    <p:set>
                                      <p:cBhvr>
                                        <p:cTn id="213" dur="1" fill="hold">
                                          <p:stCondLst>
                                            <p:cond delay="0"/>
                                          </p:stCondLst>
                                        </p:cTn>
                                        <p:tgtEl>
                                          <p:spTgt spid="63"/>
                                        </p:tgtEl>
                                        <p:attrNameLst>
                                          <p:attrName>style.visibility</p:attrName>
                                        </p:attrNameLst>
                                      </p:cBhvr>
                                      <p:to>
                                        <p:strVal val="visible"/>
                                      </p:to>
                                    </p:set>
                                    <p:animEffect transition="in" filter="fade">
                                      <p:cBhvr>
                                        <p:cTn id="214" dur="650"/>
                                        <p:tgtEl>
                                          <p:spTgt spid="63"/>
                                        </p:tgtEl>
                                      </p:cBhvr>
                                    </p:animEffect>
                                    <p:anim calcmode="lin" valueType="num">
                                      <p:cBhvr>
                                        <p:cTn id="215" dur="650" fill="hold"/>
                                        <p:tgtEl>
                                          <p:spTgt spid="63"/>
                                        </p:tgtEl>
                                        <p:attrNameLst>
                                          <p:attrName>ppt_x</p:attrName>
                                        </p:attrNameLst>
                                      </p:cBhvr>
                                      <p:tavLst>
                                        <p:tav tm="0">
                                          <p:val>
                                            <p:strVal val="#ppt_x"/>
                                          </p:val>
                                        </p:tav>
                                        <p:tav tm="100000">
                                          <p:val>
                                            <p:strVal val="#ppt_x"/>
                                          </p:val>
                                        </p:tav>
                                      </p:tavLst>
                                    </p:anim>
                                    <p:anim calcmode="lin" valueType="num">
                                      <p:cBhvr>
                                        <p:cTn id="216" dur="650" fill="hold"/>
                                        <p:tgtEl>
                                          <p:spTgt spid="63"/>
                                        </p:tgtEl>
                                        <p:attrNameLst>
                                          <p:attrName>ppt_y</p:attrName>
                                        </p:attrNameLst>
                                      </p:cBhvr>
                                      <p:tavLst>
                                        <p:tav tm="0">
                                          <p:val>
                                            <p:strVal val="#ppt_y+.1"/>
                                          </p:val>
                                        </p:tav>
                                        <p:tav tm="100000">
                                          <p:val>
                                            <p:strVal val="#ppt_y"/>
                                          </p:val>
                                        </p:tav>
                                      </p:tavLst>
                                    </p:anim>
                                  </p:childTnLst>
                                </p:cTn>
                              </p:par>
                              <p:par>
                                <p:cTn id="217" presetID="42" presetClass="entr" presetSubtype="0" fill="hold" grpId="0" nodeType="withEffect">
                                  <p:stCondLst>
                                    <p:cond delay="0"/>
                                  </p:stCondLst>
                                  <p:childTnLst>
                                    <p:set>
                                      <p:cBhvr>
                                        <p:cTn id="218" dur="1" fill="hold">
                                          <p:stCondLst>
                                            <p:cond delay="0"/>
                                          </p:stCondLst>
                                        </p:cTn>
                                        <p:tgtEl>
                                          <p:spTgt spid="64"/>
                                        </p:tgtEl>
                                        <p:attrNameLst>
                                          <p:attrName>style.visibility</p:attrName>
                                        </p:attrNameLst>
                                      </p:cBhvr>
                                      <p:to>
                                        <p:strVal val="visible"/>
                                      </p:to>
                                    </p:set>
                                    <p:animEffect transition="in" filter="fade">
                                      <p:cBhvr>
                                        <p:cTn id="219" dur="650"/>
                                        <p:tgtEl>
                                          <p:spTgt spid="64"/>
                                        </p:tgtEl>
                                      </p:cBhvr>
                                    </p:animEffect>
                                    <p:anim calcmode="lin" valueType="num">
                                      <p:cBhvr>
                                        <p:cTn id="220" dur="650" fill="hold"/>
                                        <p:tgtEl>
                                          <p:spTgt spid="64"/>
                                        </p:tgtEl>
                                        <p:attrNameLst>
                                          <p:attrName>ppt_x</p:attrName>
                                        </p:attrNameLst>
                                      </p:cBhvr>
                                      <p:tavLst>
                                        <p:tav tm="0">
                                          <p:val>
                                            <p:strVal val="#ppt_x"/>
                                          </p:val>
                                        </p:tav>
                                        <p:tav tm="100000">
                                          <p:val>
                                            <p:strVal val="#ppt_x"/>
                                          </p:val>
                                        </p:tav>
                                      </p:tavLst>
                                    </p:anim>
                                    <p:anim calcmode="lin" valueType="num">
                                      <p:cBhvr>
                                        <p:cTn id="221" dur="650" fill="hold"/>
                                        <p:tgtEl>
                                          <p:spTgt spid="64"/>
                                        </p:tgtEl>
                                        <p:attrNameLst>
                                          <p:attrName>ppt_y</p:attrName>
                                        </p:attrNameLst>
                                      </p:cBhvr>
                                      <p:tavLst>
                                        <p:tav tm="0">
                                          <p:val>
                                            <p:strVal val="#ppt_y+.1"/>
                                          </p:val>
                                        </p:tav>
                                        <p:tav tm="100000">
                                          <p:val>
                                            <p:strVal val="#ppt_y"/>
                                          </p:val>
                                        </p:tav>
                                      </p:tavLst>
                                    </p:anim>
                                  </p:childTnLst>
                                </p:cTn>
                              </p:par>
                              <p:par>
                                <p:cTn id="222" presetID="42" presetClass="entr" presetSubtype="0" fill="hold" grpId="0" nodeType="withEffect">
                                  <p:stCondLst>
                                    <p:cond delay="0"/>
                                  </p:stCondLst>
                                  <p:childTnLst>
                                    <p:set>
                                      <p:cBhvr>
                                        <p:cTn id="223" dur="1" fill="hold">
                                          <p:stCondLst>
                                            <p:cond delay="0"/>
                                          </p:stCondLst>
                                        </p:cTn>
                                        <p:tgtEl>
                                          <p:spTgt spid="65"/>
                                        </p:tgtEl>
                                        <p:attrNameLst>
                                          <p:attrName>style.visibility</p:attrName>
                                        </p:attrNameLst>
                                      </p:cBhvr>
                                      <p:to>
                                        <p:strVal val="visible"/>
                                      </p:to>
                                    </p:set>
                                    <p:animEffect transition="in" filter="fade">
                                      <p:cBhvr>
                                        <p:cTn id="224" dur="650"/>
                                        <p:tgtEl>
                                          <p:spTgt spid="65"/>
                                        </p:tgtEl>
                                      </p:cBhvr>
                                    </p:animEffect>
                                    <p:anim calcmode="lin" valueType="num">
                                      <p:cBhvr>
                                        <p:cTn id="225" dur="650" fill="hold"/>
                                        <p:tgtEl>
                                          <p:spTgt spid="65"/>
                                        </p:tgtEl>
                                        <p:attrNameLst>
                                          <p:attrName>ppt_x</p:attrName>
                                        </p:attrNameLst>
                                      </p:cBhvr>
                                      <p:tavLst>
                                        <p:tav tm="0">
                                          <p:val>
                                            <p:strVal val="#ppt_x"/>
                                          </p:val>
                                        </p:tav>
                                        <p:tav tm="100000">
                                          <p:val>
                                            <p:strVal val="#ppt_x"/>
                                          </p:val>
                                        </p:tav>
                                      </p:tavLst>
                                    </p:anim>
                                    <p:anim calcmode="lin" valueType="num">
                                      <p:cBhvr>
                                        <p:cTn id="226" dur="650" fill="hold"/>
                                        <p:tgtEl>
                                          <p:spTgt spid="65"/>
                                        </p:tgtEl>
                                        <p:attrNameLst>
                                          <p:attrName>ppt_y</p:attrName>
                                        </p:attrNameLst>
                                      </p:cBhvr>
                                      <p:tavLst>
                                        <p:tav tm="0">
                                          <p:val>
                                            <p:strVal val="#ppt_y+.1"/>
                                          </p:val>
                                        </p:tav>
                                        <p:tav tm="100000">
                                          <p:val>
                                            <p:strVal val="#ppt_y"/>
                                          </p:val>
                                        </p:tav>
                                      </p:tavLst>
                                    </p:anim>
                                  </p:childTnLst>
                                </p:cTn>
                              </p:par>
                              <p:par>
                                <p:cTn id="227" presetID="42" presetClass="entr" presetSubtype="0" fill="hold" grpId="0" nodeType="withEffect">
                                  <p:stCondLst>
                                    <p:cond delay="0"/>
                                  </p:stCondLst>
                                  <p:childTnLst>
                                    <p:set>
                                      <p:cBhvr>
                                        <p:cTn id="228" dur="1" fill="hold">
                                          <p:stCondLst>
                                            <p:cond delay="0"/>
                                          </p:stCondLst>
                                        </p:cTn>
                                        <p:tgtEl>
                                          <p:spTgt spid="66"/>
                                        </p:tgtEl>
                                        <p:attrNameLst>
                                          <p:attrName>style.visibility</p:attrName>
                                        </p:attrNameLst>
                                      </p:cBhvr>
                                      <p:to>
                                        <p:strVal val="visible"/>
                                      </p:to>
                                    </p:set>
                                    <p:animEffect transition="in" filter="fade">
                                      <p:cBhvr>
                                        <p:cTn id="229" dur="650"/>
                                        <p:tgtEl>
                                          <p:spTgt spid="66"/>
                                        </p:tgtEl>
                                      </p:cBhvr>
                                    </p:animEffect>
                                    <p:anim calcmode="lin" valueType="num">
                                      <p:cBhvr>
                                        <p:cTn id="230" dur="650" fill="hold"/>
                                        <p:tgtEl>
                                          <p:spTgt spid="66"/>
                                        </p:tgtEl>
                                        <p:attrNameLst>
                                          <p:attrName>ppt_x</p:attrName>
                                        </p:attrNameLst>
                                      </p:cBhvr>
                                      <p:tavLst>
                                        <p:tav tm="0">
                                          <p:val>
                                            <p:strVal val="#ppt_x"/>
                                          </p:val>
                                        </p:tav>
                                        <p:tav tm="100000">
                                          <p:val>
                                            <p:strVal val="#ppt_x"/>
                                          </p:val>
                                        </p:tav>
                                      </p:tavLst>
                                    </p:anim>
                                    <p:anim calcmode="lin" valueType="num">
                                      <p:cBhvr>
                                        <p:cTn id="231" dur="650" fill="hold"/>
                                        <p:tgtEl>
                                          <p:spTgt spid="66"/>
                                        </p:tgtEl>
                                        <p:attrNameLst>
                                          <p:attrName>ppt_y</p:attrName>
                                        </p:attrNameLst>
                                      </p:cBhvr>
                                      <p:tavLst>
                                        <p:tav tm="0">
                                          <p:val>
                                            <p:strVal val="#ppt_y+.1"/>
                                          </p:val>
                                        </p:tav>
                                        <p:tav tm="100000">
                                          <p:val>
                                            <p:strVal val="#ppt_y"/>
                                          </p:val>
                                        </p:tav>
                                      </p:tavLst>
                                    </p:anim>
                                  </p:childTnLst>
                                </p:cTn>
                              </p:par>
                              <p:par>
                                <p:cTn id="232" presetID="42" presetClass="entr" presetSubtype="0" fill="hold" grpId="0" nodeType="withEffect">
                                  <p:stCondLst>
                                    <p:cond delay="0"/>
                                  </p:stCondLst>
                                  <p:childTnLst>
                                    <p:set>
                                      <p:cBhvr>
                                        <p:cTn id="233" dur="1" fill="hold">
                                          <p:stCondLst>
                                            <p:cond delay="0"/>
                                          </p:stCondLst>
                                        </p:cTn>
                                        <p:tgtEl>
                                          <p:spTgt spid="71"/>
                                        </p:tgtEl>
                                        <p:attrNameLst>
                                          <p:attrName>style.visibility</p:attrName>
                                        </p:attrNameLst>
                                      </p:cBhvr>
                                      <p:to>
                                        <p:strVal val="visible"/>
                                      </p:to>
                                    </p:set>
                                    <p:animEffect transition="in" filter="fade">
                                      <p:cBhvr>
                                        <p:cTn id="234" dur="650"/>
                                        <p:tgtEl>
                                          <p:spTgt spid="71"/>
                                        </p:tgtEl>
                                      </p:cBhvr>
                                    </p:animEffect>
                                    <p:anim calcmode="lin" valueType="num">
                                      <p:cBhvr>
                                        <p:cTn id="235" dur="650" fill="hold"/>
                                        <p:tgtEl>
                                          <p:spTgt spid="71"/>
                                        </p:tgtEl>
                                        <p:attrNameLst>
                                          <p:attrName>ppt_x</p:attrName>
                                        </p:attrNameLst>
                                      </p:cBhvr>
                                      <p:tavLst>
                                        <p:tav tm="0">
                                          <p:val>
                                            <p:strVal val="#ppt_x"/>
                                          </p:val>
                                        </p:tav>
                                        <p:tav tm="100000">
                                          <p:val>
                                            <p:strVal val="#ppt_x"/>
                                          </p:val>
                                        </p:tav>
                                      </p:tavLst>
                                    </p:anim>
                                    <p:anim calcmode="lin" valueType="num">
                                      <p:cBhvr>
                                        <p:cTn id="236" dur="650" fill="hold"/>
                                        <p:tgtEl>
                                          <p:spTgt spid="71"/>
                                        </p:tgtEl>
                                        <p:attrNameLst>
                                          <p:attrName>ppt_y</p:attrName>
                                        </p:attrNameLst>
                                      </p:cBhvr>
                                      <p:tavLst>
                                        <p:tav tm="0">
                                          <p:val>
                                            <p:strVal val="#ppt_y+.1"/>
                                          </p:val>
                                        </p:tav>
                                        <p:tav tm="100000">
                                          <p:val>
                                            <p:strVal val="#ppt_y"/>
                                          </p:val>
                                        </p:tav>
                                      </p:tavLst>
                                    </p:anim>
                                  </p:childTnLst>
                                </p:cTn>
                              </p:par>
                              <p:par>
                                <p:cTn id="237" presetID="42" presetClass="entr" presetSubtype="0" fill="hold" grpId="0" nodeType="withEffect">
                                  <p:stCondLst>
                                    <p:cond delay="0"/>
                                  </p:stCondLst>
                                  <p:childTnLst>
                                    <p:set>
                                      <p:cBhvr>
                                        <p:cTn id="238" dur="1" fill="hold">
                                          <p:stCondLst>
                                            <p:cond delay="0"/>
                                          </p:stCondLst>
                                        </p:cTn>
                                        <p:tgtEl>
                                          <p:spTgt spid="72"/>
                                        </p:tgtEl>
                                        <p:attrNameLst>
                                          <p:attrName>style.visibility</p:attrName>
                                        </p:attrNameLst>
                                      </p:cBhvr>
                                      <p:to>
                                        <p:strVal val="visible"/>
                                      </p:to>
                                    </p:set>
                                    <p:animEffect transition="in" filter="fade">
                                      <p:cBhvr>
                                        <p:cTn id="239" dur="650"/>
                                        <p:tgtEl>
                                          <p:spTgt spid="72"/>
                                        </p:tgtEl>
                                      </p:cBhvr>
                                    </p:animEffect>
                                    <p:anim calcmode="lin" valueType="num">
                                      <p:cBhvr>
                                        <p:cTn id="240" dur="650" fill="hold"/>
                                        <p:tgtEl>
                                          <p:spTgt spid="72"/>
                                        </p:tgtEl>
                                        <p:attrNameLst>
                                          <p:attrName>ppt_x</p:attrName>
                                        </p:attrNameLst>
                                      </p:cBhvr>
                                      <p:tavLst>
                                        <p:tav tm="0">
                                          <p:val>
                                            <p:strVal val="#ppt_x"/>
                                          </p:val>
                                        </p:tav>
                                        <p:tav tm="100000">
                                          <p:val>
                                            <p:strVal val="#ppt_x"/>
                                          </p:val>
                                        </p:tav>
                                      </p:tavLst>
                                    </p:anim>
                                    <p:anim calcmode="lin" valueType="num">
                                      <p:cBhvr>
                                        <p:cTn id="241" dur="650" fill="hold"/>
                                        <p:tgtEl>
                                          <p:spTgt spid="72"/>
                                        </p:tgtEl>
                                        <p:attrNameLst>
                                          <p:attrName>ppt_y</p:attrName>
                                        </p:attrNameLst>
                                      </p:cBhvr>
                                      <p:tavLst>
                                        <p:tav tm="0">
                                          <p:val>
                                            <p:strVal val="#ppt_y+.1"/>
                                          </p:val>
                                        </p:tav>
                                        <p:tav tm="100000">
                                          <p:val>
                                            <p:strVal val="#ppt_y"/>
                                          </p:val>
                                        </p:tav>
                                      </p:tavLst>
                                    </p:anim>
                                  </p:childTnLst>
                                </p:cTn>
                              </p:par>
                              <p:par>
                                <p:cTn id="242" presetID="42" presetClass="entr" presetSubtype="0" fill="hold" grpId="0" nodeType="withEffect">
                                  <p:stCondLst>
                                    <p:cond delay="0"/>
                                  </p:stCondLst>
                                  <p:childTnLst>
                                    <p:set>
                                      <p:cBhvr>
                                        <p:cTn id="243" dur="1" fill="hold">
                                          <p:stCondLst>
                                            <p:cond delay="0"/>
                                          </p:stCondLst>
                                        </p:cTn>
                                        <p:tgtEl>
                                          <p:spTgt spid="73"/>
                                        </p:tgtEl>
                                        <p:attrNameLst>
                                          <p:attrName>style.visibility</p:attrName>
                                        </p:attrNameLst>
                                      </p:cBhvr>
                                      <p:to>
                                        <p:strVal val="visible"/>
                                      </p:to>
                                    </p:set>
                                    <p:animEffect transition="in" filter="fade">
                                      <p:cBhvr>
                                        <p:cTn id="244" dur="650"/>
                                        <p:tgtEl>
                                          <p:spTgt spid="73"/>
                                        </p:tgtEl>
                                      </p:cBhvr>
                                    </p:animEffect>
                                    <p:anim calcmode="lin" valueType="num">
                                      <p:cBhvr>
                                        <p:cTn id="245" dur="650" fill="hold"/>
                                        <p:tgtEl>
                                          <p:spTgt spid="73"/>
                                        </p:tgtEl>
                                        <p:attrNameLst>
                                          <p:attrName>ppt_x</p:attrName>
                                        </p:attrNameLst>
                                      </p:cBhvr>
                                      <p:tavLst>
                                        <p:tav tm="0">
                                          <p:val>
                                            <p:strVal val="#ppt_x"/>
                                          </p:val>
                                        </p:tav>
                                        <p:tav tm="100000">
                                          <p:val>
                                            <p:strVal val="#ppt_x"/>
                                          </p:val>
                                        </p:tav>
                                      </p:tavLst>
                                    </p:anim>
                                    <p:anim calcmode="lin" valueType="num">
                                      <p:cBhvr>
                                        <p:cTn id="246" dur="650" fill="hold"/>
                                        <p:tgtEl>
                                          <p:spTgt spid="73"/>
                                        </p:tgtEl>
                                        <p:attrNameLst>
                                          <p:attrName>ppt_y</p:attrName>
                                        </p:attrNameLst>
                                      </p:cBhvr>
                                      <p:tavLst>
                                        <p:tav tm="0">
                                          <p:val>
                                            <p:strVal val="#ppt_y+.1"/>
                                          </p:val>
                                        </p:tav>
                                        <p:tav tm="100000">
                                          <p:val>
                                            <p:strVal val="#ppt_y"/>
                                          </p:val>
                                        </p:tav>
                                      </p:tavLst>
                                    </p:anim>
                                  </p:childTnLst>
                                </p:cTn>
                              </p:par>
                              <p:par>
                                <p:cTn id="247" presetID="42" presetClass="entr" presetSubtype="0" fill="hold" grpId="0" nodeType="withEffect">
                                  <p:stCondLst>
                                    <p:cond delay="0"/>
                                  </p:stCondLst>
                                  <p:childTnLst>
                                    <p:set>
                                      <p:cBhvr>
                                        <p:cTn id="248" dur="1" fill="hold">
                                          <p:stCondLst>
                                            <p:cond delay="0"/>
                                          </p:stCondLst>
                                        </p:cTn>
                                        <p:tgtEl>
                                          <p:spTgt spid="74"/>
                                        </p:tgtEl>
                                        <p:attrNameLst>
                                          <p:attrName>style.visibility</p:attrName>
                                        </p:attrNameLst>
                                      </p:cBhvr>
                                      <p:to>
                                        <p:strVal val="visible"/>
                                      </p:to>
                                    </p:set>
                                    <p:animEffect transition="in" filter="fade">
                                      <p:cBhvr>
                                        <p:cTn id="249" dur="650"/>
                                        <p:tgtEl>
                                          <p:spTgt spid="74"/>
                                        </p:tgtEl>
                                      </p:cBhvr>
                                    </p:animEffect>
                                    <p:anim calcmode="lin" valueType="num">
                                      <p:cBhvr>
                                        <p:cTn id="250" dur="650" fill="hold"/>
                                        <p:tgtEl>
                                          <p:spTgt spid="74"/>
                                        </p:tgtEl>
                                        <p:attrNameLst>
                                          <p:attrName>ppt_x</p:attrName>
                                        </p:attrNameLst>
                                      </p:cBhvr>
                                      <p:tavLst>
                                        <p:tav tm="0">
                                          <p:val>
                                            <p:strVal val="#ppt_x"/>
                                          </p:val>
                                        </p:tav>
                                        <p:tav tm="100000">
                                          <p:val>
                                            <p:strVal val="#ppt_x"/>
                                          </p:val>
                                        </p:tav>
                                      </p:tavLst>
                                    </p:anim>
                                    <p:anim calcmode="lin" valueType="num">
                                      <p:cBhvr>
                                        <p:cTn id="251" dur="650" fill="hold"/>
                                        <p:tgtEl>
                                          <p:spTgt spid="74"/>
                                        </p:tgtEl>
                                        <p:attrNameLst>
                                          <p:attrName>ppt_y</p:attrName>
                                        </p:attrNameLst>
                                      </p:cBhvr>
                                      <p:tavLst>
                                        <p:tav tm="0">
                                          <p:val>
                                            <p:strVal val="#ppt_y+.1"/>
                                          </p:val>
                                        </p:tav>
                                        <p:tav tm="100000">
                                          <p:val>
                                            <p:strVal val="#ppt_y"/>
                                          </p:val>
                                        </p:tav>
                                      </p:tavLst>
                                    </p:anim>
                                  </p:childTnLst>
                                </p:cTn>
                              </p:par>
                              <p:par>
                                <p:cTn id="252" presetID="42" presetClass="entr" presetSubtype="0" fill="hold" grpId="0" nodeType="withEffect">
                                  <p:stCondLst>
                                    <p:cond delay="0"/>
                                  </p:stCondLst>
                                  <p:childTnLst>
                                    <p:set>
                                      <p:cBhvr>
                                        <p:cTn id="253" dur="1" fill="hold">
                                          <p:stCondLst>
                                            <p:cond delay="0"/>
                                          </p:stCondLst>
                                        </p:cTn>
                                        <p:tgtEl>
                                          <p:spTgt spid="75"/>
                                        </p:tgtEl>
                                        <p:attrNameLst>
                                          <p:attrName>style.visibility</p:attrName>
                                        </p:attrNameLst>
                                      </p:cBhvr>
                                      <p:to>
                                        <p:strVal val="visible"/>
                                      </p:to>
                                    </p:set>
                                    <p:animEffect transition="in" filter="fade">
                                      <p:cBhvr>
                                        <p:cTn id="254" dur="650"/>
                                        <p:tgtEl>
                                          <p:spTgt spid="75"/>
                                        </p:tgtEl>
                                      </p:cBhvr>
                                    </p:animEffect>
                                    <p:anim calcmode="lin" valueType="num">
                                      <p:cBhvr>
                                        <p:cTn id="255" dur="650" fill="hold"/>
                                        <p:tgtEl>
                                          <p:spTgt spid="75"/>
                                        </p:tgtEl>
                                        <p:attrNameLst>
                                          <p:attrName>ppt_x</p:attrName>
                                        </p:attrNameLst>
                                      </p:cBhvr>
                                      <p:tavLst>
                                        <p:tav tm="0">
                                          <p:val>
                                            <p:strVal val="#ppt_x"/>
                                          </p:val>
                                        </p:tav>
                                        <p:tav tm="100000">
                                          <p:val>
                                            <p:strVal val="#ppt_x"/>
                                          </p:val>
                                        </p:tav>
                                      </p:tavLst>
                                    </p:anim>
                                    <p:anim calcmode="lin" valueType="num">
                                      <p:cBhvr>
                                        <p:cTn id="256" dur="650" fill="hold"/>
                                        <p:tgtEl>
                                          <p:spTgt spid="75"/>
                                        </p:tgtEl>
                                        <p:attrNameLst>
                                          <p:attrName>ppt_y</p:attrName>
                                        </p:attrNameLst>
                                      </p:cBhvr>
                                      <p:tavLst>
                                        <p:tav tm="0">
                                          <p:val>
                                            <p:strVal val="#ppt_y+.1"/>
                                          </p:val>
                                        </p:tav>
                                        <p:tav tm="100000">
                                          <p:val>
                                            <p:strVal val="#ppt_y"/>
                                          </p:val>
                                        </p:tav>
                                      </p:tavLst>
                                    </p:anim>
                                  </p:childTnLst>
                                </p:cTn>
                              </p:par>
                              <p:par>
                                <p:cTn id="257" presetID="42" presetClass="entr" presetSubtype="0" fill="hold" grpId="0" nodeType="withEffect">
                                  <p:stCondLst>
                                    <p:cond delay="0"/>
                                  </p:stCondLst>
                                  <p:childTnLst>
                                    <p:set>
                                      <p:cBhvr>
                                        <p:cTn id="258" dur="1" fill="hold">
                                          <p:stCondLst>
                                            <p:cond delay="0"/>
                                          </p:stCondLst>
                                        </p:cTn>
                                        <p:tgtEl>
                                          <p:spTgt spid="76"/>
                                        </p:tgtEl>
                                        <p:attrNameLst>
                                          <p:attrName>style.visibility</p:attrName>
                                        </p:attrNameLst>
                                      </p:cBhvr>
                                      <p:to>
                                        <p:strVal val="visible"/>
                                      </p:to>
                                    </p:set>
                                    <p:animEffect transition="in" filter="fade">
                                      <p:cBhvr>
                                        <p:cTn id="259" dur="650"/>
                                        <p:tgtEl>
                                          <p:spTgt spid="76"/>
                                        </p:tgtEl>
                                      </p:cBhvr>
                                    </p:animEffect>
                                    <p:anim calcmode="lin" valueType="num">
                                      <p:cBhvr>
                                        <p:cTn id="260" dur="650" fill="hold"/>
                                        <p:tgtEl>
                                          <p:spTgt spid="76"/>
                                        </p:tgtEl>
                                        <p:attrNameLst>
                                          <p:attrName>ppt_x</p:attrName>
                                        </p:attrNameLst>
                                      </p:cBhvr>
                                      <p:tavLst>
                                        <p:tav tm="0">
                                          <p:val>
                                            <p:strVal val="#ppt_x"/>
                                          </p:val>
                                        </p:tav>
                                        <p:tav tm="100000">
                                          <p:val>
                                            <p:strVal val="#ppt_x"/>
                                          </p:val>
                                        </p:tav>
                                      </p:tavLst>
                                    </p:anim>
                                    <p:anim calcmode="lin" valueType="num">
                                      <p:cBhvr>
                                        <p:cTn id="261" dur="650" fill="hold"/>
                                        <p:tgtEl>
                                          <p:spTgt spid="76"/>
                                        </p:tgtEl>
                                        <p:attrNameLst>
                                          <p:attrName>ppt_y</p:attrName>
                                        </p:attrNameLst>
                                      </p:cBhvr>
                                      <p:tavLst>
                                        <p:tav tm="0">
                                          <p:val>
                                            <p:strVal val="#ppt_y+.1"/>
                                          </p:val>
                                        </p:tav>
                                        <p:tav tm="100000">
                                          <p:val>
                                            <p:strVal val="#ppt_y"/>
                                          </p:val>
                                        </p:tav>
                                      </p:tavLst>
                                    </p:anim>
                                  </p:childTnLst>
                                </p:cTn>
                              </p:par>
                              <p:par>
                                <p:cTn id="262" presetID="42" presetClass="entr" presetSubtype="0" fill="hold" grpId="0" nodeType="withEffect">
                                  <p:stCondLst>
                                    <p:cond delay="0"/>
                                  </p:stCondLst>
                                  <p:childTnLst>
                                    <p:set>
                                      <p:cBhvr>
                                        <p:cTn id="263" dur="1" fill="hold">
                                          <p:stCondLst>
                                            <p:cond delay="0"/>
                                          </p:stCondLst>
                                        </p:cTn>
                                        <p:tgtEl>
                                          <p:spTgt spid="77"/>
                                        </p:tgtEl>
                                        <p:attrNameLst>
                                          <p:attrName>style.visibility</p:attrName>
                                        </p:attrNameLst>
                                      </p:cBhvr>
                                      <p:to>
                                        <p:strVal val="visible"/>
                                      </p:to>
                                    </p:set>
                                    <p:animEffect transition="in" filter="fade">
                                      <p:cBhvr>
                                        <p:cTn id="264" dur="650"/>
                                        <p:tgtEl>
                                          <p:spTgt spid="77"/>
                                        </p:tgtEl>
                                      </p:cBhvr>
                                    </p:animEffect>
                                    <p:anim calcmode="lin" valueType="num">
                                      <p:cBhvr>
                                        <p:cTn id="265" dur="650" fill="hold"/>
                                        <p:tgtEl>
                                          <p:spTgt spid="77"/>
                                        </p:tgtEl>
                                        <p:attrNameLst>
                                          <p:attrName>ppt_x</p:attrName>
                                        </p:attrNameLst>
                                      </p:cBhvr>
                                      <p:tavLst>
                                        <p:tav tm="0">
                                          <p:val>
                                            <p:strVal val="#ppt_x"/>
                                          </p:val>
                                        </p:tav>
                                        <p:tav tm="100000">
                                          <p:val>
                                            <p:strVal val="#ppt_x"/>
                                          </p:val>
                                        </p:tav>
                                      </p:tavLst>
                                    </p:anim>
                                    <p:anim calcmode="lin" valueType="num">
                                      <p:cBhvr>
                                        <p:cTn id="266" dur="650" fill="hold"/>
                                        <p:tgtEl>
                                          <p:spTgt spid="77"/>
                                        </p:tgtEl>
                                        <p:attrNameLst>
                                          <p:attrName>ppt_y</p:attrName>
                                        </p:attrNameLst>
                                      </p:cBhvr>
                                      <p:tavLst>
                                        <p:tav tm="0">
                                          <p:val>
                                            <p:strVal val="#ppt_y+.1"/>
                                          </p:val>
                                        </p:tav>
                                        <p:tav tm="100000">
                                          <p:val>
                                            <p:strVal val="#ppt_y"/>
                                          </p:val>
                                        </p:tav>
                                      </p:tavLst>
                                    </p:anim>
                                  </p:childTnLst>
                                </p:cTn>
                              </p:par>
                              <p:par>
                                <p:cTn id="267" presetID="42" presetClass="entr" presetSubtype="0" fill="hold" grpId="0" nodeType="withEffect">
                                  <p:stCondLst>
                                    <p:cond delay="0"/>
                                  </p:stCondLst>
                                  <p:childTnLst>
                                    <p:set>
                                      <p:cBhvr>
                                        <p:cTn id="268" dur="1" fill="hold">
                                          <p:stCondLst>
                                            <p:cond delay="0"/>
                                          </p:stCondLst>
                                        </p:cTn>
                                        <p:tgtEl>
                                          <p:spTgt spid="78"/>
                                        </p:tgtEl>
                                        <p:attrNameLst>
                                          <p:attrName>style.visibility</p:attrName>
                                        </p:attrNameLst>
                                      </p:cBhvr>
                                      <p:to>
                                        <p:strVal val="visible"/>
                                      </p:to>
                                    </p:set>
                                    <p:animEffect transition="in" filter="fade">
                                      <p:cBhvr>
                                        <p:cTn id="269" dur="650"/>
                                        <p:tgtEl>
                                          <p:spTgt spid="78"/>
                                        </p:tgtEl>
                                      </p:cBhvr>
                                    </p:animEffect>
                                    <p:anim calcmode="lin" valueType="num">
                                      <p:cBhvr>
                                        <p:cTn id="270" dur="650" fill="hold"/>
                                        <p:tgtEl>
                                          <p:spTgt spid="78"/>
                                        </p:tgtEl>
                                        <p:attrNameLst>
                                          <p:attrName>ppt_x</p:attrName>
                                        </p:attrNameLst>
                                      </p:cBhvr>
                                      <p:tavLst>
                                        <p:tav tm="0">
                                          <p:val>
                                            <p:strVal val="#ppt_x"/>
                                          </p:val>
                                        </p:tav>
                                        <p:tav tm="100000">
                                          <p:val>
                                            <p:strVal val="#ppt_x"/>
                                          </p:val>
                                        </p:tav>
                                      </p:tavLst>
                                    </p:anim>
                                    <p:anim calcmode="lin" valueType="num">
                                      <p:cBhvr>
                                        <p:cTn id="271" dur="650" fill="hold"/>
                                        <p:tgtEl>
                                          <p:spTgt spid="78"/>
                                        </p:tgtEl>
                                        <p:attrNameLst>
                                          <p:attrName>ppt_y</p:attrName>
                                        </p:attrNameLst>
                                      </p:cBhvr>
                                      <p:tavLst>
                                        <p:tav tm="0">
                                          <p:val>
                                            <p:strVal val="#ppt_y+.1"/>
                                          </p:val>
                                        </p:tav>
                                        <p:tav tm="100000">
                                          <p:val>
                                            <p:strVal val="#ppt_y"/>
                                          </p:val>
                                        </p:tav>
                                      </p:tavLst>
                                    </p:anim>
                                  </p:childTnLst>
                                </p:cTn>
                              </p:par>
                              <p:par>
                                <p:cTn id="272" presetID="42" presetClass="entr" presetSubtype="0" fill="hold" grpId="0" nodeType="withEffect">
                                  <p:stCondLst>
                                    <p:cond delay="0"/>
                                  </p:stCondLst>
                                  <p:childTnLst>
                                    <p:set>
                                      <p:cBhvr>
                                        <p:cTn id="273" dur="1" fill="hold">
                                          <p:stCondLst>
                                            <p:cond delay="0"/>
                                          </p:stCondLst>
                                        </p:cTn>
                                        <p:tgtEl>
                                          <p:spTgt spid="79"/>
                                        </p:tgtEl>
                                        <p:attrNameLst>
                                          <p:attrName>style.visibility</p:attrName>
                                        </p:attrNameLst>
                                      </p:cBhvr>
                                      <p:to>
                                        <p:strVal val="visible"/>
                                      </p:to>
                                    </p:set>
                                    <p:animEffect transition="in" filter="fade">
                                      <p:cBhvr>
                                        <p:cTn id="274" dur="650"/>
                                        <p:tgtEl>
                                          <p:spTgt spid="79"/>
                                        </p:tgtEl>
                                      </p:cBhvr>
                                    </p:animEffect>
                                    <p:anim calcmode="lin" valueType="num">
                                      <p:cBhvr>
                                        <p:cTn id="275" dur="650" fill="hold"/>
                                        <p:tgtEl>
                                          <p:spTgt spid="79"/>
                                        </p:tgtEl>
                                        <p:attrNameLst>
                                          <p:attrName>ppt_x</p:attrName>
                                        </p:attrNameLst>
                                      </p:cBhvr>
                                      <p:tavLst>
                                        <p:tav tm="0">
                                          <p:val>
                                            <p:strVal val="#ppt_x"/>
                                          </p:val>
                                        </p:tav>
                                        <p:tav tm="100000">
                                          <p:val>
                                            <p:strVal val="#ppt_x"/>
                                          </p:val>
                                        </p:tav>
                                      </p:tavLst>
                                    </p:anim>
                                    <p:anim calcmode="lin" valueType="num">
                                      <p:cBhvr>
                                        <p:cTn id="276" dur="650" fill="hold"/>
                                        <p:tgtEl>
                                          <p:spTgt spid="79"/>
                                        </p:tgtEl>
                                        <p:attrNameLst>
                                          <p:attrName>ppt_y</p:attrName>
                                        </p:attrNameLst>
                                      </p:cBhvr>
                                      <p:tavLst>
                                        <p:tav tm="0">
                                          <p:val>
                                            <p:strVal val="#ppt_y+.1"/>
                                          </p:val>
                                        </p:tav>
                                        <p:tav tm="100000">
                                          <p:val>
                                            <p:strVal val="#ppt_y"/>
                                          </p:val>
                                        </p:tav>
                                      </p:tavLst>
                                    </p:anim>
                                  </p:childTnLst>
                                </p:cTn>
                              </p:par>
                              <p:par>
                                <p:cTn id="277" presetID="42" presetClass="entr" presetSubtype="0" fill="hold" grpId="0" nodeType="withEffect">
                                  <p:stCondLst>
                                    <p:cond delay="0"/>
                                  </p:stCondLst>
                                  <p:childTnLst>
                                    <p:set>
                                      <p:cBhvr>
                                        <p:cTn id="278" dur="1" fill="hold">
                                          <p:stCondLst>
                                            <p:cond delay="0"/>
                                          </p:stCondLst>
                                        </p:cTn>
                                        <p:tgtEl>
                                          <p:spTgt spid="80"/>
                                        </p:tgtEl>
                                        <p:attrNameLst>
                                          <p:attrName>style.visibility</p:attrName>
                                        </p:attrNameLst>
                                      </p:cBhvr>
                                      <p:to>
                                        <p:strVal val="visible"/>
                                      </p:to>
                                    </p:set>
                                    <p:animEffect transition="in" filter="fade">
                                      <p:cBhvr>
                                        <p:cTn id="279" dur="650"/>
                                        <p:tgtEl>
                                          <p:spTgt spid="80"/>
                                        </p:tgtEl>
                                      </p:cBhvr>
                                    </p:animEffect>
                                    <p:anim calcmode="lin" valueType="num">
                                      <p:cBhvr>
                                        <p:cTn id="280" dur="650" fill="hold"/>
                                        <p:tgtEl>
                                          <p:spTgt spid="80"/>
                                        </p:tgtEl>
                                        <p:attrNameLst>
                                          <p:attrName>ppt_x</p:attrName>
                                        </p:attrNameLst>
                                      </p:cBhvr>
                                      <p:tavLst>
                                        <p:tav tm="0">
                                          <p:val>
                                            <p:strVal val="#ppt_x"/>
                                          </p:val>
                                        </p:tav>
                                        <p:tav tm="100000">
                                          <p:val>
                                            <p:strVal val="#ppt_x"/>
                                          </p:val>
                                        </p:tav>
                                      </p:tavLst>
                                    </p:anim>
                                    <p:anim calcmode="lin" valueType="num">
                                      <p:cBhvr>
                                        <p:cTn id="281" dur="650" fill="hold"/>
                                        <p:tgtEl>
                                          <p:spTgt spid="80"/>
                                        </p:tgtEl>
                                        <p:attrNameLst>
                                          <p:attrName>ppt_y</p:attrName>
                                        </p:attrNameLst>
                                      </p:cBhvr>
                                      <p:tavLst>
                                        <p:tav tm="0">
                                          <p:val>
                                            <p:strVal val="#ppt_y+.1"/>
                                          </p:val>
                                        </p:tav>
                                        <p:tav tm="100000">
                                          <p:val>
                                            <p:strVal val="#ppt_y"/>
                                          </p:val>
                                        </p:tav>
                                      </p:tavLst>
                                    </p:anim>
                                  </p:childTnLst>
                                </p:cTn>
                              </p:par>
                              <p:par>
                                <p:cTn id="282" presetID="42" presetClass="entr" presetSubtype="0" fill="hold" grpId="0" nodeType="withEffect">
                                  <p:stCondLst>
                                    <p:cond delay="0"/>
                                  </p:stCondLst>
                                  <p:childTnLst>
                                    <p:set>
                                      <p:cBhvr>
                                        <p:cTn id="283" dur="1" fill="hold">
                                          <p:stCondLst>
                                            <p:cond delay="0"/>
                                          </p:stCondLst>
                                        </p:cTn>
                                        <p:tgtEl>
                                          <p:spTgt spid="81"/>
                                        </p:tgtEl>
                                        <p:attrNameLst>
                                          <p:attrName>style.visibility</p:attrName>
                                        </p:attrNameLst>
                                      </p:cBhvr>
                                      <p:to>
                                        <p:strVal val="visible"/>
                                      </p:to>
                                    </p:set>
                                    <p:animEffect transition="in" filter="fade">
                                      <p:cBhvr>
                                        <p:cTn id="284" dur="650"/>
                                        <p:tgtEl>
                                          <p:spTgt spid="81"/>
                                        </p:tgtEl>
                                      </p:cBhvr>
                                    </p:animEffect>
                                    <p:anim calcmode="lin" valueType="num">
                                      <p:cBhvr>
                                        <p:cTn id="285" dur="650" fill="hold"/>
                                        <p:tgtEl>
                                          <p:spTgt spid="81"/>
                                        </p:tgtEl>
                                        <p:attrNameLst>
                                          <p:attrName>ppt_x</p:attrName>
                                        </p:attrNameLst>
                                      </p:cBhvr>
                                      <p:tavLst>
                                        <p:tav tm="0">
                                          <p:val>
                                            <p:strVal val="#ppt_x"/>
                                          </p:val>
                                        </p:tav>
                                        <p:tav tm="100000">
                                          <p:val>
                                            <p:strVal val="#ppt_x"/>
                                          </p:val>
                                        </p:tav>
                                      </p:tavLst>
                                    </p:anim>
                                    <p:anim calcmode="lin" valueType="num">
                                      <p:cBhvr>
                                        <p:cTn id="286" dur="650" fill="hold"/>
                                        <p:tgtEl>
                                          <p:spTgt spid="81"/>
                                        </p:tgtEl>
                                        <p:attrNameLst>
                                          <p:attrName>ppt_y</p:attrName>
                                        </p:attrNameLst>
                                      </p:cBhvr>
                                      <p:tavLst>
                                        <p:tav tm="0">
                                          <p:val>
                                            <p:strVal val="#ppt_y+.1"/>
                                          </p:val>
                                        </p:tav>
                                        <p:tav tm="100000">
                                          <p:val>
                                            <p:strVal val="#ppt_y"/>
                                          </p:val>
                                        </p:tav>
                                      </p:tavLst>
                                    </p:anim>
                                  </p:childTnLst>
                                </p:cTn>
                              </p:par>
                              <p:par>
                                <p:cTn id="287" presetID="42" presetClass="entr" presetSubtype="0" fill="hold" grpId="0" nodeType="withEffect">
                                  <p:stCondLst>
                                    <p:cond delay="0"/>
                                  </p:stCondLst>
                                  <p:childTnLst>
                                    <p:set>
                                      <p:cBhvr>
                                        <p:cTn id="288" dur="1" fill="hold">
                                          <p:stCondLst>
                                            <p:cond delay="0"/>
                                          </p:stCondLst>
                                        </p:cTn>
                                        <p:tgtEl>
                                          <p:spTgt spid="86"/>
                                        </p:tgtEl>
                                        <p:attrNameLst>
                                          <p:attrName>style.visibility</p:attrName>
                                        </p:attrNameLst>
                                      </p:cBhvr>
                                      <p:to>
                                        <p:strVal val="visible"/>
                                      </p:to>
                                    </p:set>
                                    <p:animEffect transition="in" filter="fade">
                                      <p:cBhvr>
                                        <p:cTn id="289" dur="650"/>
                                        <p:tgtEl>
                                          <p:spTgt spid="86"/>
                                        </p:tgtEl>
                                      </p:cBhvr>
                                    </p:animEffect>
                                    <p:anim calcmode="lin" valueType="num">
                                      <p:cBhvr>
                                        <p:cTn id="290" dur="650" fill="hold"/>
                                        <p:tgtEl>
                                          <p:spTgt spid="86"/>
                                        </p:tgtEl>
                                        <p:attrNameLst>
                                          <p:attrName>ppt_x</p:attrName>
                                        </p:attrNameLst>
                                      </p:cBhvr>
                                      <p:tavLst>
                                        <p:tav tm="0">
                                          <p:val>
                                            <p:strVal val="#ppt_x"/>
                                          </p:val>
                                        </p:tav>
                                        <p:tav tm="100000">
                                          <p:val>
                                            <p:strVal val="#ppt_x"/>
                                          </p:val>
                                        </p:tav>
                                      </p:tavLst>
                                    </p:anim>
                                    <p:anim calcmode="lin" valueType="num">
                                      <p:cBhvr>
                                        <p:cTn id="291" dur="650" fill="hold"/>
                                        <p:tgtEl>
                                          <p:spTgt spid="86"/>
                                        </p:tgtEl>
                                        <p:attrNameLst>
                                          <p:attrName>ppt_y</p:attrName>
                                        </p:attrNameLst>
                                      </p:cBhvr>
                                      <p:tavLst>
                                        <p:tav tm="0">
                                          <p:val>
                                            <p:strVal val="#ppt_y+.1"/>
                                          </p:val>
                                        </p:tav>
                                        <p:tav tm="100000">
                                          <p:val>
                                            <p:strVal val="#ppt_y"/>
                                          </p:val>
                                        </p:tav>
                                      </p:tavLst>
                                    </p:anim>
                                  </p:childTnLst>
                                </p:cTn>
                              </p:par>
                              <p:par>
                                <p:cTn id="292" presetID="42" presetClass="entr" presetSubtype="0" fill="hold" grpId="0" nodeType="withEffect">
                                  <p:stCondLst>
                                    <p:cond delay="0"/>
                                  </p:stCondLst>
                                  <p:childTnLst>
                                    <p:set>
                                      <p:cBhvr>
                                        <p:cTn id="293" dur="1" fill="hold">
                                          <p:stCondLst>
                                            <p:cond delay="0"/>
                                          </p:stCondLst>
                                        </p:cTn>
                                        <p:tgtEl>
                                          <p:spTgt spid="87"/>
                                        </p:tgtEl>
                                        <p:attrNameLst>
                                          <p:attrName>style.visibility</p:attrName>
                                        </p:attrNameLst>
                                      </p:cBhvr>
                                      <p:to>
                                        <p:strVal val="visible"/>
                                      </p:to>
                                    </p:set>
                                    <p:animEffect transition="in" filter="fade">
                                      <p:cBhvr>
                                        <p:cTn id="294" dur="650"/>
                                        <p:tgtEl>
                                          <p:spTgt spid="87"/>
                                        </p:tgtEl>
                                      </p:cBhvr>
                                    </p:animEffect>
                                    <p:anim calcmode="lin" valueType="num">
                                      <p:cBhvr>
                                        <p:cTn id="295" dur="650" fill="hold"/>
                                        <p:tgtEl>
                                          <p:spTgt spid="87"/>
                                        </p:tgtEl>
                                        <p:attrNameLst>
                                          <p:attrName>ppt_x</p:attrName>
                                        </p:attrNameLst>
                                      </p:cBhvr>
                                      <p:tavLst>
                                        <p:tav tm="0">
                                          <p:val>
                                            <p:strVal val="#ppt_x"/>
                                          </p:val>
                                        </p:tav>
                                        <p:tav tm="100000">
                                          <p:val>
                                            <p:strVal val="#ppt_x"/>
                                          </p:val>
                                        </p:tav>
                                      </p:tavLst>
                                    </p:anim>
                                    <p:anim calcmode="lin" valueType="num">
                                      <p:cBhvr>
                                        <p:cTn id="296" dur="650" fill="hold"/>
                                        <p:tgtEl>
                                          <p:spTgt spid="87"/>
                                        </p:tgtEl>
                                        <p:attrNameLst>
                                          <p:attrName>ppt_y</p:attrName>
                                        </p:attrNameLst>
                                      </p:cBhvr>
                                      <p:tavLst>
                                        <p:tav tm="0">
                                          <p:val>
                                            <p:strVal val="#ppt_y+.1"/>
                                          </p:val>
                                        </p:tav>
                                        <p:tav tm="100000">
                                          <p:val>
                                            <p:strVal val="#ppt_y"/>
                                          </p:val>
                                        </p:tav>
                                      </p:tavLst>
                                    </p:anim>
                                  </p:childTnLst>
                                </p:cTn>
                              </p:par>
                              <p:par>
                                <p:cTn id="297" presetID="42" presetClass="entr" presetSubtype="0" fill="hold" grpId="0" nodeType="withEffect">
                                  <p:stCondLst>
                                    <p:cond delay="0"/>
                                  </p:stCondLst>
                                  <p:childTnLst>
                                    <p:set>
                                      <p:cBhvr>
                                        <p:cTn id="298" dur="1" fill="hold">
                                          <p:stCondLst>
                                            <p:cond delay="0"/>
                                          </p:stCondLst>
                                        </p:cTn>
                                        <p:tgtEl>
                                          <p:spTgt spid="88"/>
                                        </p:tgtEl>
                                        <p:attrNameLst>
                                          <p:attrName>style.visibility</p:attrName>
                                        </p:attrNameLst>
                                      </p:cBhvr>
                                      <p:to>
                                        <p:strVal val="visible"/>
                                      </p:to>
                                    </p:set>
                                    <p:animEffect transition="in" filter="fade">
                                      <p:cBhvr>
                                        <p:cTn id="299" dur="650"/>
                                        <p:tgtEl>
                                          <p:spTgt spid="88"/>
                                        </p:tgtEl>
                                      </p:cBhvr>
                                    </p:animEffect>
                                    <p:anim calcmode="lin" valueType="num">
                                      <p:cBhvr>
                                        <p:cTn id="300" dur="650" fill="hold"/>
                                        <p:tgtEl>
                                          <p:spTgt spid="88"/>
                                        </p:tgtEl>
                                        <p:attrNameLst>
                                          <p:attrName>ppt_x</p:attrName>
                                        </p:attrNameLst>
                                      </p:cBhvr>
                                      <p:tavLst>
                                        <p:tav tm="0">
                                          <p:val>
                                            <p:strVal val="#ppt_x"/>
                                          </p:val>
                                        </p:tav>
                                        <p:tav tm="100000">
                                          <p:val>
                                            <p:strVal val="#ppt_x"/>
                                          </p:val>
                                        </p:tav>
                                      </p:tavLst>
                                    </p:anim>
                                    <p:anim calcmode="lin" valueType="num">
                                      <p:cBhvr>
                                        <p:cTn id="301" dur="650" fill="hold"/>
                                        <p:tgtEl>
                                          <p:spTgt spid="88"/>
                                        </p:tgtEl>
                                        <p:attrNameLst>
                                          <p:attrName>ppt_y</p:attrName>
                                        </p:attrNameLst>
                                      </p:cBhvr>
                                      <p:tavLst>
                                        <p:tav tm="0">
                                          <p:val>
                                            <p:strVal val="#ppt_y+.1"/>
                                          </p:val>
                                        </p:tav>
                                        <p:tav tm="100000">
                                          <p:val>
                                            <p:strVal val="#ppt_y"/>
                                          </p:val>
                                        </p:tav>
                                      </p:tavLst>
                                    </p:anim>
                                  </p:childTnLst>
                                </p:cTn>
                              </p:par>
                              <p:par>
                                <p:cTn id="302" presetID="42" presetClass="entr" presetSubtype="0" fill="hold" grpId="0" nodeType="withEffect">
                                  <p:stCondLst>
                                    <p:cond delay="0"/>
                                  </p:stCondLst>
                                  <p:childTnLst>
                                    <p:set>
                                      <p:cBhvr>
                                        <p:cTn id="303" dur="1" fill="hold">
                                          <p:stCondLst>
                                            <p:cond delay="0"/>
                                          </p:stCondLst>
                                        </p:cTn>
                                        <p:tgtEl>
                                          <p:spTgt spid="89"/>
                                        </p:tgtEl>
                                        <p:attrNameLst>
                                          <p:attrName>style.visibility</p:attrName>
                                        </p:attrNameLst>
                                      </p:cBhvr>
                                      <p:to>
                                        <p:strVal val="visible"/>
                                      </p:to>
                                    </p:set>
                                    <p:animEffect transition="in" filter="fade">
                                      <p:cBhvr>
                                        <p:cTn id="304" dur="650"/>
                                        <p:tgtEl>
                                          <p:spTgt spid="89"/>
                                        </p:tgtEl>
                                      </p:cBhvr>
                                    </p:animEffect>
                                    <p:anim calcmode="lin" valueType="num">
                                      <p:cBhvr>
                                        <p:cTn id="305" dur="650" fill="hold"/>
                                        <p:tgtEl>
                                          <p:spTgt spid="89"/>
                                        </p:tgtEl>
                                        <p:attrNameLst>
                                          <p:attrName>ppt_x</p:attrName>
                                        </p:attrNameLst>
                                      </p:cBhvr>
                                      <p:tavLst>
                                        <p:tav tm="0">
                                          <p:val>
                                            <p:strVal val="#ppt_x"/>
                                          </p:val>
                                        </p:tav>
                                        <p:tav tm="100000">
                                          <p:val>
                                            <p:strVal val="#ppt_x"/>
                                          </p:val>
                                        </p:tav>
                                      </p:tavLst>
                                    </p:anim>
                                    <p:anim calcmode="lin" valueType="num">
                                      <p:cBhvr>
                                        <p:cTn id="306" dur="650" fill="hold"/>
                                        <p:tgtEl>
                                          <p:spTgt spid="89"/>
                                        </p:tgtEl>
                                        <p:attrNameLst>
                                          <p:attrName>ppt_y</p:attrName>
                                        </p:attrNameLst>
                                      </p:cBhvr>
                                      <p:tavLst>
                                        <p:tav tm="0">
                                          <p:val>
                                            <p:strVal val="#ppt_y+.1"/>
                                          </p:val>
                                        </p:tav>
                                        <p:tav tm="100000">
                                          <p:val>
                                            <p:strVal val="#ppt_y"/>
                                          </p:val>
                                        </p:tav>
                                      </p:tavLst>
                                    </p:anim>
                                  </p:childTnLst>
                                </p:cTn>
                              </p:par>
                              <p:par>
                                <p:cTn id="307" presetID="42" presetClass="entr" presetSubtype="0" fill="hold" grpId="0" nodeType="withEffect">
                                  <p:stCondLst>
                                    <p:cond delay="0"/>
                                  </p:stCondLst>
                                  <p:childTnLst>
                                    <p:set>
                                      <p:cBhvr>
                                        <p:cTn id="308" dur="1" fill="hold">
                                          <p:stCondLst>
                                            <p:cond delay="0"/>
                                          </p:stCondLst>
                                        </p:cTn>
                                        <p:tgtEl>
                                          <p:spTgt spid="90"/>
                                        </p:tgtEl>
                                        <p:attrNameLst>
                                          <p:attrName>style.visibility</p:attrName>
                                        </p:attrNameLst>
                                      </p:cBhvr>
                                      <p:to>
                                        <p:strVal val="visible"/>
                                      </p:to>
                                    </p:set>
                                    <p:animEffect transition="in" filter="fade">
                                      <p:cBhvr>
                                        <p:cTn id="309" dur="650"/>
                                        <p:tgtEl>
                                          <p:spTgt spid="90"/>
                                        </p:tgtEl>
                                      </p:cBhvr>
                                    </p:animEffect>
                                    <p:anim calcmode="lin" valueType="num">
                                      <p:cBhvr>
                                        <p:cTn id="310" dur="650" fill="hold"/>
                                        <p:tgtEl>
                                          <p:spTgt spid="90"/>
                                        </p:tgtEl>
                                        <p:attrNameLst>
                                          <p:attrName>ppt_x</p:attrName>
                                        </p:attrNameLst>
                                      </p:cBhvr>
                                      <p:tavLst>
                                        <p:tav tm="0">
                                          <p:val>
                                            <p:strVal val="#ppt_x"/>
                                          </p:val>
                                        </p:tav>
                                        <p:tav tm="100000">
                                          <p:val>
                                            <p:strVal val="#ppt_x"/>
                                          </p:val>
                                        </p:tav>
                                      </p:tavLst>
                                    </p:anim>
                                    <p:anim calcmode="lin" valueType="num">
                                      <p:cBhvr>
                                        <p:cTn id="311" dur="650" fill="hold"/>
                                        <p:tgtEl>
                                          <p:spTgt spid="90"/>
                                        </p:tgtEl>
                                        <p:attrNameLst>
                                          <p:attrName>ppt_y</p:attrName>
                                        </p:attrNameLst>
                                      </p:cBhvr>
                                      <p:tavLst>
                                        <p:tav tm="0">
                                          <p:val>
                                            <p:strVal val="#ppt_y+.1"/>
                                          </p:val>
                                        </p:tav>
                                        <p:tav tm="100000">
                                          <p:val>
                                            <p:strVal val="#ppt_y"/>
                                          </p:val>
                                        </p:tav>
                                      </p:tavLst>
                                    </p:anim>
                                  </p:childTnLst>
                                </p:cTn>
                              </p:par>
                              <p:par>
                                <p:cTn id="312" presetID="42" presetClass="entr" presetSubtype="0" fill="hold" grpId="0" nodeType="withEffect">
                                  <p:stCondLst>
                                    <p:cond delay="0"/>
                                  </p:stCondLst>
                                  <p:childTnLst>
                                    <p:set>
                                      <p:cBhvr>
                                        <p:cTn id="313" dur="1" fill="hold">
                                          <p:stCondLst>
                                            <p:cond delay="0"/>
                                          </p:stCondLst>
                                        </p:cTn>
                                        <p:tgtEl>
                                          <p:spTgt spid="91"/>
                                        </p:tgtEl>
                                        <p:attrNameLst>
                                          <p:attrName>style.visibility</p:attrName>
                                        </p:attrNameLst>
                                      </p:cBhvr>
                                      <p:to>
                                        <p:strVal val="visible"/>
                                      </p:to>
                                    </p:set>
                                    <p:animEffect transition="in" filter="fade">
                                      <p:cBhvr>
                                        <p:cTn id="314" dur="650"/>
                                        <p:tgtEl>
                                          <p:spTgt spid="91"/>
                                        </p:tgtEl>
                                      </p:cBhvr>
                                    </p:animEffect>
                                    <p:anim calcmode="lin" valueType="num">
                                      <p:cBhvr>
                                        <p:cTn id="315" dur="650" fill="hold"/>
                                        <p:tgtEl>
                                          <p:spTgt spid="91"/>
                                        </p:tgtEl>
                                        <p:attrNameLst>
                                          <p:attrName>ppt_x</p:attrName>
                                        </p:attrNameLst>
                                      </p:cBhvr>
                                      <p:tavLst>
                                        <p:tav tm="0">
                                          <p:val>
                                            <p:strVal val="#ppt_x"/>
                                          </p:val>
                                        </p:tav>
                                        <p:tav tm="100000">
                                          <p:val>
                                            <p:strVal val="#ppt_x"/>
                                          </p:val>
                                        </p:tav>
                                      </p:tavLst>
                                    </p:anim>
                                    <p:anim calcmode="lin" valueType="num">
                                      <p:cBhvr>
                                        <p:cTn id="316" dur="650" fill="hold"/>
                                        <p:tgtEl>
                                          <p:spTgt spid="91"/>
                                        </p:tgtEl>
                                        <p:attrNameLst>
                                          <p:attrName>ppt_y</p:attrName>
                                        </p:attrNameLst>
                                      </p:cBhvr>
                                      <p:tavLst>
                                        <p:tav tm="0">
                                          <p:val>
                                            <p:strVal val="#ppt_y+.1"/>
                                          </p:val>
                                        </p:tav>
                                        <p:tav tm="100000">
                                          <p:val>
                                            <p:strVal val="#ppt_y"/>
                                          </p:val>
                                        </p:tav>
                                      </p:tavLst>
                                    </p:anim>
                                  </p:childTnLst>
                                </p:cTn>
                              </p:par>
                              <p:par>
                                <p:cTn id="317" presetID="42" presetClass="entr" presetSubtype="0" fill="hold" grpId="0" nodeType="withEffect">
                                  <p:stCondLst>
                                    <p:cond delay="0"/>
                                  </p:stCondLst>
                                  <p:childTnLst>
                                    <p:set>
                                      <p:cBhvr>
                                        <p:cTn id="318" dur="1" fill="hold">
                                          <p:stCondLst>
                                            <p:cond delay="0"/>
                                          </p:stCondLst>
                                        </p:cTn>
                                        <p:tgtEl>
                                          <p:spTgt spid="92"/>
                                        </p:tgtEl>
                                        <p:attrNameLst>
                                          <p:attrName>style.visibility</p:attrName>
                                        </p:attrNameLst>
                                      </p:cBhvr>
                                      <p:to>
                                        <p:strVal val="visible"/>
                                      </p:to>
                                    </p:set>
                                    <p:animEffect transition="in" filter="fade">
                                      <p:cBhvr>
                                        <p:cTn id="319" dur="650"/>
                                        <p:tgtEl>
                                          <p:spTgt spid="92"/>
                                        </p:tgtEl>
                                      </p:cBhvr>
                                    </p:animEffect>
                                    <p:anim calcmode="lin" valueType="num">
                                      <p:cBhvr>
                                        <p:cTn id="320" dur="650" fill="hold"/>
                                        <p:tgtEl>
                                          <p:spTgt spid="92"/>
                                        </p:tgtEl>
                                        <p:attrNameLst>
                                          <p:attrName>ppt_x</p:attrName>
                                        </p:attrNameLst>
                                      </p:cBhvr>
                                      <p:tavLst>
                                        <p:tav tm="0">
                                          <p:val>
                                            <p:strVal val="#ppt_x"/>
                                          </p:val>
                                        </p:tav>
                                        <p:tav tm="100000">
                                          <p:val>
                                            <p:strVal val="#ppt_x"/>
                                          </p:val>
                                        </p:tav>
                                      </p:tavLst>
                                    </p:anim>
                                    <p:anim calcmode="lin" valueType="num">
                                      <p:cBhvr>
                                        <p:cTn id="321" dur="650" fill="hold"/>
                                        <p:tgtEl>
                                          <p:spTgt spid="92"/>
                                        </p:tgtEl>
                                        <p:attrNameLst>
                                          <p:attrName>ppt_y</p:attrName>
                                        </p:attrNameLst>
                                      </p:cBhvr>
                                      <p:tavLst>
                                        <p:tav tm="0">
                                          <p:val>
                                            <p:strVal val="#ppt_y+.1"/>
                                          </p:val>
                                        </p:tav>
                                        <p:tav tm="100000">
                                          <p:val>
                                            <p:strVal val="#ppt_y"/>
                                          </p:val>
                                        </p:tav>
                                      </p:tavLst>
                                    </p:anim>
                                  </p:childTnLst>
                                </p:cTn>
                              </p:par>
                              <p:par>
                                <p:cTn id="322" presetID="42" presetClass="entr" presetSubtype="0" fill="hold" grpId="0" nodeType="withEffect">
                                  <p:stCondLst>
                                    <p:cond delay="0"/>
                                  </p:stCondLst>
                                  <p:childTnLst>
                                    <p:set>
                                      <p:cBhvr>
                                        <p:cTn id="323" dur="1" fill="hold">
                                          <p:stCondLst>
                                            <p:cond delay="0"/>
                                          </p:stCondLst>
                                        </p:cTn>
                                        <p:tgtEl>
                                          <p:spTgt spid="93"/>
                                        </p:tgtEl>
                                        <p:attrNameLst>
                                          <p:attrName>style.visibility</p:attrName>
                                        </p:attrNameLst>
                                      </p:cBhvr>
                                      <p:to>
                                        <p:strVal val="visible"/>
                                      </p:to>
                                    </p:set>
                                    <p:animEffect transition="in" filter="fade">
                                      <p:cBhvr>
                                        <p:cTn id="324" dur="650"/>
                                        <p:tgtEl>
                                          <p:spTgt spid="93"/>
                                        </p:tgtEl>
                                      </p:cBhvr>
                                    </p:animEffect>
                                    <p:anim calcmode="lin" valueType="num">
                                      <p:cBhvr>
                                        <p:cTn id="325" dur="650" fill="hold"/>
                                        <p:tgtEl>
                                          <p:spTgt spid="93"/>
                                        </p:tgtEl>
                                        <p:attrNameLst>
                                          <p:attrName>ppt_x</p:attrName>
                                        </p:attrNameLst>
                                      </p:cBhvr>
                                      <p:tavLst>
                                        <p:tav tm="0">
                                          <p:val>
                                            <p:strVal val="#ppt_x"/>
                                          </p:val>
                                        </p:tav>
                                        <p:tav tm="100000">
                                          <p:val>
                                            <p:strVal val="#ppt_x"/>
                                          </p:val>
                                        </p:tav>
                                      </p:tavLst>
                                    </p:anim>
                                    <p:anim calcmode="lin" valueType="num">
                                      <p:cBhvr>
                                        <p:cTn id="326" dur="650" fill="hold"/>
                                        <p:tgtEl>
                                          <p:spTgt spid="93"/>
                                        </p:tgtEl>
                                        <p:attrNameLst>
                                          <p:attrName>ppt_y</p:attrName>
                                        </p:attrNameLst>
                                      </p:cBhvr>
                                      <p:tavLst>
                                        <p:tav tm="0">
                                          <p:val>
                                            <p:strVal val="#ppt_y+.1"/>
                                          </p:val>
                                        </p:tav>
                                        <p:tav tm="100000">
                                          <p:val>
                                            <p:strVal val="#ppt_y"/>
                                          </p:val>
                                        </p:tav>
                                      </p:tavLst>
                                    </p:anim>
                                  </p:childTnLst>
                                </p:cTn>
                              </p:par>
                              <p:par>
                                <p:cTn id="327" presetID="42" presetClass="entr" presetSubtype="0" fill="hold" grpId="0" nodeType="withEffect">
                                  <p:stCondLst>
                                    <p:cond delay="0"/>
                                  </p:stCondLst>
                                  <p:childTnLst>
                                    <p:set>
                                      <p:cBhvr>
                                        <p:cTn id="328" dur="1" fill="hold">
                                          <p:stCondLst>
                                            <p:cond delay="0"/>
                                          </p:stCondLst>
                                        </p:cTn>
                                        <p:tgtEl>
                                          <p:spTgt spid="94"/>
                                        </p:tgtEl>
                                        <p:attrNameLst>
                                          <p:attrName>style.visibility</p:attrName>
                                        </p:attrNameLst>
                                      </p:cBhvr>
                                      <p:to>
                                        <p:strVal val="visible"/>
                                      </p:to>
                                    </p:set>
                                    <p:animEffect transition="in" filter="fade">
                                      <p:cBhvr>
                                        <p:cTn id="329" dur="650"/>
                                        <p:tgtEl>
                                          <p:spTgt spid="94"/>
                                        </p:tgtEl>
                                      </p:cBhvr>
                                    </p:animEffect>
                                    <p:anim calcmode="lin" valueType="num">
                                      <p:cBhvr>
                                        <p:cTn id="330" dur="650" fill="hold"/>
                                        <p:tgtEl>
                                          <p:spTgt spid="94"/>
                                        </p:tgtEl>
                                        <p:attrNameLst>
                                          <p:attrName>ppt_x</p:attrName>
                                        </p:attrNameLst>
                                      </p:cBhvr>
                                      <p:tavLst>
                                        <p:tav tm="0">
                                          <p:val>
                                            <p:strVal val="#ppt_x"/>
                                          </p:val>
                                        </p:tav>
                                        <p:tav tm="100000">
                                          <p:val>
                                            <p:strVal val="#ppt_x"/>
                                          </p:val>
                                        </p:tav>
                                      </p:tavLst>
                                    </p:anim>
                                    <p:anim calcmode="lin" valueType="num">
                                      <p:cBhvr>
                                        <p:cTn id="331" dur="650" fill="hold"/>
                                        <p:tgtEl>
                                          <p:spTgt spid="94"/>
                                        </p:tgtEl>
                                        <p:attrNameLst>
                                          <p:attrName>ppt_y</p:attrName>
                                        </p:attrNameLst>
                                      </p:cBhvr>
                                      <p:tavLst>
                                        <p:tav tm="0">
                                          <p:val>
                                            <p:strVal val="#ppt_y+.1"/>
                                          </p:val>
                                        </p:tav>
                                        <p:tav tm="100000">
                                          <p:val>
                                            <p:strVal val="#ppt_y"/>
                                          </p:val>
                                        </p:tav>
                                      </p:tavLst>
                                    </p:anim>
                                  </p:childTnLst>
                                </p:cTn>
                              </p:par>
                              <p:par>
                                <p:cTn id="332" presetID="42" presetClass="entr" presetSubtype="0" fill="hold" grpId="0" nodeType="withEffect">
                                  <p:stCondLst>
                                    <p:cond delay="0"/>
                                  </p:stCondLst>
                                  <p:childTnLst>
                                    <p:set>
                                      <p:cBhvr>
                                        <p:cTn id="333" dur="1" fill="hold">
                                          <p:stCondLst>
                                            <p:cond delay="0"/>
                                          </p:stCondLst>
                                        </p:cTn>
                                        <p:tgtEl>
                                          <p:spTgt spid="95"/>
                                        </p:tgtEl>
                                        <p:attrNameLst>
                                          <p:attrName>style.visibility</p:attrName>
                                        </p:attrNameLst>
                                      </p:cBhvr>
                                      <p:to>
                                        <p:strVal val="visible"/>
                                      </p:to>
                                    </p:set>
                                    <p:animEffect transition="in" filter="fade">
                                      <p:cBhvr>
                                        <p:cTn id="334" dur="650"/>
                                        <p:tgtEl>
                                          <p:spTgt spid="95"/>
                                        </p:tgtEl>
                                      </p:cBhvr>
                                    </p:animEffect>
                                    <p:anim calcmode="lin" valueType="num">
                                      <p:cBhvr>
                                        <p:cTn id="335" dur="650" fill="hold"/>
                                        <p:tgtEl>
                                          <p:spTgt spid="95"/>
                                        </p:tgtEl>
                                        <p:attrNameLst>
                                          <p:attrName>ppt_x</p:attrName>
                                        </p:attrNameLst>
                                      </p:cBhvr>
                                      <p:tavLst>
                                        <p:tav tm="0">
                                          <p:val>
                                            <p:strVal val="#ppt_x"/>
                                          </p:val>
                                        </p:tav>
                                        <p:tav tm="100000">
                                          <p:val>
                                            <p:strVal val="#ppt_x"/>
                                          </p:val>
                                        </p:tav>
                                      </p:tavLst>
                                    </p:anim>
                                    <p:anim calcmode="lin" valueType="num">
                                      <p:cBhvr>
                                        <p:cTn id="336" dur="650" fill="hold"/>
                                        <p:tgtEl>
                                          <p:spTgt spid="95"/>
                                        </p:tgtEl>
                                        <p:attrNameLst>
                                          <p:attrName>ppt_y</p:attrName>
                                        </p:attrNameLst>
                                      </p:cBhvr>
                                      <p:tavLst>
                                        <p:tav tm="0">
                                          <p:val>
                                            <p:strVal val="#ppt_y+.1"/>
                                          </p:val>
                                        </p:tav>
                                        <p:tav tm="100000">
                                          <p:val>
                                            <p:strVal val="#ppt_y"/>
                                          </p:val>
                                        </p:tav>
                                      </p:tavLst>
                                    </p:anim>
                                  </p:childTnLst>
                                </p:cTn>
                              </p:par>
                              <p:par>
                                <p:cTn id="337" presetID="42" presetClass="entr" presetSubtype="0" fill="hold" grpId="0" nodeType="withEffect">
                                  <p:stCondLst>
                                    <p:cond delay="0"/>
                                  </p:stCondLst>
                                  <p:childTnLst>
                                    <p:set>
                                      <p:cBhvr>
                                        <p:cTn id="338" dur="1" fill="hold">
                                          <p:stCondLst>
                                            <p:cond delay="0"/>
                                          </p:stCondLst>
                                        </p:cTn>
                                        <p:tgtEl>
                                          <p:spTgt spid="96"/>
                                        </p:tgtEl>
                                        <p:attrNameLst>
                                          <p:attrName>style.visibility</p:attrName>
                                        </p:attrNameLst>
                                      </p:cBhvr>
                                      <p:to>
                                        <p:strVal val="visible"/>
                                      </p:to>
                                    </p:set>
                                    <p:animEffect transition="in" filter="fade">
                                      <p:cBhvr>
                                        <p:cTn id="339" dur="650"/>
                                        <p:tgtEl>
                                          <p:spTgt spid="96"/>
                                        </p:tgtEl>
                                      </p:cBhvr>
                                    </p:animEffect>
                                    <p:anim calcmode="lin" valueType="num">
                                      <p:cBhvr>
                                        <p:cTn id="340" dur="650" fill="hold"/>
                                        <p:tgtEl>
                                          <p:spTgt spid="96"/>
                                        </p:tgtEl>
                                        <p:attrNameLst>
                                          <p:attrName>ppt_x</p:attrName>
                                        </p:attrNameLst>
                                      </p:cBhvr>
                                      <p:tavLst>
                                        <p:tav tm="0">
                                          <p:val>
                                            <p:strVal val="#ppt_x"/>
                                          </p:val>
                                        </p:tav>
                                        <p:tav tm="100000">
                                          <p:val>
                                            <p:strVal val="#ppt_x"/>
                                          </p:val>
                                        </p:tav>
                                      </p:tavLst>
                                    </p:anim>
                                    <p:anim calcmode="lin" valueType="num">
                                      <p:cBhvr>
                                        <p:cTn id="341" dur="650" fill="hold"/>
                                        <p:tgtEl>
                                          <p:spTgt spid="96"/>
                                        </p:tgtEl>
                                        <p:attrNameLst>
                                          <p:attrName>ppt_y</p:attrName>
                                        </p:attrNameLst>
                                      </p:cBhvr>
                                      <p:tavLst>
                                        <p:tav tm="0">
                                          <p:val>
                                            <p:strVal val="#ppt_y+.1"/>
                                          </p:val>
                                        </p:tav>
                                        <p:tav tm="100000">
                                          <p:val>
                                            <p:strVal val="#ppt_y"/>
                                          </p:val>
                                        </p:tav>
                                      </p:tavLst>
                                    </p:anim>
                                  </p:childTnLst>
                                </p:cTn>
                              </p:par>
                              <p:par>
                                <p:cTn id="342" presetID="42" presetClass="entr" presetSubtype="0" fill="hold" grpId="0" nodeType="withEffect">
                                  <p:stCondLst>
                                    <p:cond delay="0"/>
                                  </p:stCondLst>
                                  <p:childTnLst>
                                    <p:set>
                                      <p:cBhvr>
                                        <p:cTn id="343" dur="1" fill="hold">
                                          <p:stCondLst>
                                            <p:cond delay="0"/>
                                          </p:stCondLst>
                                        </p:cTn>
                                        <p:tgtEl>
                                          <p:spTgt spid="101"/>
                                        </p:tgtEl>
                                        <p:attrNameLst>
                                          <p:attrName>style.visibility</p:attrName>
                                        </p:attrNameLst>
                                      </p:cBhvr>
                                      <p:to>
                                        <p:strVal val="visible"/>
                                      </p:to>
                                    </p:set>
                                    <p:animEffect transition="in" filter="fade">
                                      <p:cBhvr>
                                        <p:cTn id="344" dur="650"/>
                                        <p:tgtEl>
                                          <p:spTgt spid="101"/>
                                        </p:tgtEl>
                                      </p:cBhvr>
                                    </p:animEffect>
                                    <p:anim calcmode="lin" valueType="num">
                                      <p:cBhvr>
                                        <p:cTn id="345" dur="650" fill="hold"/>
                                        <p:tgtEl>
                                          <p:spTgt spid="101"/>
                                        </p:tgtEl>
                                        <p:attrNameLst>
                                          <p:attrName>ppt_x</p:attrName>
                                        </p:attrNameLst>
                                      </p:cBhvr>
                                      <p:tavLst>
                                        <p:tav tm="0">
                                          <p:val>
                                            <p:strVal val="#ppt_x"/>
                                          </p:val>
                                        </p:tav>
                                        <p:tav tm="100000">
                                          <p:val>
                                            <p:strVal val="#ppt_x"/>
                                          </p:val>
                                        </p:tav>
                                      </p:tavLst>
                                    </p:anim>
                                    <p:anim calcmode="lin" valueType="num">
                                      <p:cBhvr>
                                        <p:cTn id="346" dur="650" fill="hold"/>
                                        <p:tgtEl>
                                          <p:spTgt spid="101"/>
                                        </p:tgtEl>
                                        <p:attrNameLst>
                                          <p:attrName>ppt_y</p:attrName>
                                        </p:attrNameLst>
                                      </p:cBhvr>
                                      <p:tavLst>
                                        <p:tav tm="0">
                                          <p:val>
                                            <p:strVal val="#ppt_y+.1"/>
                                          </p:val>
                                        </p:tav>
                                        <p:tav tm="100000">
                                          <p:val>
                                            <p:strVal val="#ppt_y"/>
                                          </p:val>
                                        </p:tav>
                                      </p:tavLst>
                                    </p:anim>
                                  </p:childTnLst>
                                </p:cTn>
                              </p:par>
                              <p:par>
                                <p:cTn id="347" presetID="42" presetClass="entr" presetSubtype="0" fill="hold" grpId="0" nodeType="withEffect">
                                  <p:stCondLst>
                                    <p:cond delay="0"/>
                                  </p:stCondLst>
                                  <p:childTnLst>
                                    <p:set>
                                      <p:cBhvr>
                                        <p:cTn id="348" dur="1" fill="hold">
                                          <p:stCondLst>
                                            <p:cond delay="0"/>
                                          </p:stCondLst>
                                        </p:cTn>
                                        <p:tgtEl>
                                          <p:spTgt spid="102"/>
                                        </p:tgtEl>
                                        <p:attrNameLst>
                                          <p:attrName>style.visibility</p:attrName>
                                        </p:attrNameLst>
                                      </p:cBhvr>
                                      <p:to>
                                        <p:strVal val="visible"/>
                                      </p:to>
                                    </p:set>
                                    <p:animEffect transition="in" filter="fade">
                                      <p:cBhvr>
                                        <p:cTn id="349" dur="650"/>
                                        <p:tgtEl>
                                          <p:spTgt spid="102"/>
                                        </p:tgtEl>
                                      </p:cBhvr>
                                    </p:animEffect>
                                    <p:anim calcmode="lin" valueType="num">
                                      <p:cBhvr>
                                        <p:cTn id="350" dur="650" fill="hold"/>
                                        <p:tgtEl>
                                          <p:spTgt spid="102"/>
                                        </p:tgtEl>
                                        <p:attrNameLst>
                                          <p:attrName>ppt_x</p:attrName>
                                        </p:attrNameLst>
                                      </p:cBhvr>
                                      <p:tavLst>
                                        <p:tav tm="0">
                                          <p:val>
                                            <p:strVal val="#ppt_x"/>
                                          </p:val>
                                        </p:tav>
                                        <p:tav tm="100000">
                                          <p:val>
                                            <p:strVal val="#ppt_x"/>
                                          </p:val>
                                        </p:tav>
                                      </p:tavLst>
                                    </p:anim>
                                    <p:anim calcmode="lin" valueType="num">
                                      <p:cBhvr>
                                        <p:cTn id="351" dur="650" fill="hold"/>
                                        <p:tgtEl>
                                          <p:spTgt spid="102"/>
                                        </p:tgtEl>
                                        <p:attrNameLst>
                                          <p:attrName>ppt_y</p:attrName>
                                        </p:attrNameLst>
                                      </p:cBhvr>
                                      <p:tavLst>
                                        <p:tav tm="0">
                                          <p:val>
                                            <p:strVal val="#ppt_y+.1"/>
                                          </p:val>
                                        </p:tav>
                                        <p:tav tm="100000">
                                          <p:val>
                                            <p:strVal val="#ppt_y"/>
                                          </p:val>
                                        </p:tav>
                                      </p:tavLst>
                                    </p:anim>
                                  </p:childTnLst>
                                </p:cTn>
                              </p:par>
                              <p:par>
                                <p:cTn id="352" presetID="42" presetClass="entr" presetSubtype="0" fill="hold" grpId="0" nodeType="withEffect">
                                  <p:stCondLst>
                                    <p:cond delay="0"/>
                                  </p:stCondLst>
                                  <p:childTnLst>
                                    <p:set>
                                      <p:cBhvr>
                                        <p:cTn id="353" dur="1" fill="hold">
                                          <p:stCondLst>
                                            <p:cond delay="0"/>
                                          </p:stCondLst>
                                        </p:cTn>
                                        <p:tgtEl>
                                          <p:spTgt spid="103"/>
                                        </p:tgtEl>
                                        <p:attrNameLst>
                                          <p:attrName>style.visibility</p:attrName>
                                        </p:attrNameLst>
                                      </p:cBhvr>
                                      <p:to>
                                        <p:strVal val="visible"/>
                                      </p:to>
                                    </p:set>
                                    <p:animEffect transition="in" filter="fade">
                                      <p:cBhvr>
                                        <p:cTn id="354" dur="650"/>
                                        <p:tgtEl>
                                          <p:spTgt spid="103"/>
                                        </p:tgtEl>
                                      </p:cBhvr>
                                    </p:animEffect>
                                    <p:anim calcmode="lin" valueType="num">
                                      <p:cBhvr>
                                        <p:cTn id="355" dur="650" fill="hold"/>
                                        <p:tgtEl>
                                          <p:spTgt spid="103"/>
                                        </p:tgtEl>
                                        <p:attrNameLst>
                                          <p:attrName>ppt_x</p:attrName>
                                        </p:attrNameLst>
                                      </p:cBhvr>
                                      <p:tavLst>
                                        <p:tav tm="0">
                                          <p:val>
                                            <p:strVal val="#ppt_x"/>
                                          </p:val>
                                        </p:tav>
                                        <p:tav tm="100000">
                                          <p:val>
                                            <p:strVal val="#ppt_x"/>
                                          </p:val>
                                        </p:tav>
                                      </p:tavLst>
                                    </p:anim>
                                    <p:anim calcmode="lin" valueType="num">
                                      <p:cBhvr>
                                        <p:cTn id="356" dur="650" fill="hold"/>
                                        <p:tgtEl>
                                          <p:spTgt spid="103"/>
                                        </p:tgtEl>
                                        <p:attrNameLst>
                                          <p:attrName>ppt_y</p:attrName>
                                        </p:attrNameLst>
                                      </p:cBhvr>
                                      <p:tavLst>
                                        <p:tav tm="0">
                                          <p:val>
                                            <p:strVal val="#ppt_y+.1"/>
                                          </p:val>
                                        </p:tav>
                                        <p:tav tm="100000">
                                          <p:val>
                                            <p:strVal val="#ppt_y"/>
                                          </p:val>
                                        </p:tav>
                                      </p:tavLst>
                                    </p:anim>
                                  </p:childTnLst>
                                </p:cTn>
                              </p:par>
                              <p:par>
                                <p:cTn id="357" presetID="42" presetClass="entr" presetSubtype="0" fill="hold" grpId="0" nodeType="withEffect">
                                  <p:stCondLst>
                                    <p:cond delay="0"/>
                                  </p:stCondLst>
                                  <p:childTnLst>
                                    <p:set>
                                      <p:cBhvr>
                                        <p:cTn id="358" dur="1" fill="hold">
                                          <p:stCondLst>
                                            <p:cond delay="0"/>
                                          </p:stCondLst>
                                        </p:cTn>
                                        <p:tgtEl>
                                          <p:spTgt spid="104"/>
                                        </p:tgtEl>
                                        <p:attrNameLst>
                                          <p:attrName>style.visibility</p:attrName>
                                        </p:attrNameLst>
                                      </p:cBhvr>
                                      <p:to>
                                        <p:strVal val="visible"/>
                                      </p:to>
                                    </p:set>
                                    <p:animEffect transition="in" filter="fade">
                                      <p:cBhvr>
                                        <p:cTn id="359" dur="650"/>
                                        <p:tgtEl>
                                          <p:spTgt spid="104"/>
                                        </p:tgtEl>
                                      </p:cBhvr>
                                    </p:animEffect>
                                    <p:anim calcmode="lin" valueType="num">
                                      <p:cBhvr>
                                        <p:cTn id="360" dur="650" fill="hold"/>
                                        <p:tgtEl>
                                          <p:spTgt spid="104"/>
                                        </p:tgtEl>
                                        <p:attrNameLst>
                                          <p:attrName>ppt_x</p:attrName>
                                        </p:attrNameLst>
                                      </p:cBhvr>
                                      <p:tavLst>
                                        <p:tav tm="0">
                                          <p:val>
                                            <p:strVal val="#ppt_x"/>
                                          </p:val>
                                        </p:tav>
                                        <p:tav tm="100000">
                                          <p:val>
                                            <p:strVal val="#ppt_x"/>
                                          </p:val>
                                        </p:tav>
                                      </p:tavLst>
                                    </p:anim>
                                    <p:anim calcmode="lin" valueType="num">
                                      <p:cBhvr>
                                        <p:cTn id="361" dur="650" fill="hold"/>
                                        <p:tgtEl>
                                          <p:spTgt spid="104"/>
                                        </p:tgtEl>
                                        <p:attrNameLst>
                                          <p:attrName>ppt_y</p:attrName>
                                        </p:attrNameLst>
                                      </p:cBhvr>
                                      <p:tavLst>
                                        <p:tav tm="0">
                                          <p:val>
                                            <p:strVal val="#ppt_y+.1"/>
                                          </p:val>
                                        </p:tav>
                                        <p:tav tm="100000">
                                          <p:val>
                                            <p:strVal val="#ppt_y"/>
                                          </p:val>
                                        </p:tav>
                                      </p:tavLst>
                                    </p:anim>
                                  </p:childTnLst>
                                </p:cTn>
                              </p:par>
                              <p:par>
                                <p:cTn id="362" presetID="42" presetClass="entr" presetSubtype="0" fill="hold" grpId="0" nodeType="withEffect">
                                  <p:stCondLst>
                                    <p:cond delay="0"/>
                                  </p:stCondLst>
                                  <p:childTnLst>
                                    <p:set>
                                      <p:cBhvr>
                                        <p:cTn id="363" dur="1" fill="hold">
                                          <p:stCondLst>
                                            <p:cond delay="0"/>
                                          </p:stCondLst>
                                        </p:cTn>
                                        <p:tgtEl>
                                          <p:spTgt spid="105"/>
                                        </p:tgtEl>
                                        <p:attrNameLst>
                                          <p:attrName>style.visibility</p:attrName>
                                        </p:attrNameLst>
                                      </p:cBhvr>
                                      <p:to>
                                        <p:strVal val="visible"/>
                                      </p:to>
                                    </p:set>
                                    <p:animEffect transition="in" filter="fade">
                                      <p:cBhvr>
                                        <p:cTn id="364" dur="650"/>
                                        <p:tgtEl>
                                          <p:spTgt spid="105"/>
                                        </p:tgtEl>
                                      </p:cBhvr>
                                    </p:animEffect>
                                    <p:anim calcmode="lin" valueType="num">
                                      <p:cBhvr>
                                        <p:cTn id="365" dur="650" fill="hold"/>
                                        <p:tgtEl>
                                          <p:spTgt spid="105"/>
                                        </p:tgtEl>
                                        <p:attrNameLst>
                                          <p:attrName>ppt_x</p:attrName>
                                        </p:attrNameLst>
                                      </p:cBhvr>
                                      <p:tavLst>
                                        <p:tav tm="0">
                                          <p:val>
                                            <p:strVal val="#ppt_x"/>
                                          </p:val>
                                        </p:tav>
                                        <p:tav tm="100000">
                                          <p:val>
                                            <p:strVal val="#ppt_x"/>
                                          </p:val>
                                        </p:tav>
                                      </p:tavLst>
                                    </p:anim>
                                    <p:anim calcmode="lin" valueType="num">
                                      <p:cBhvr>
                                        <p:cTn id="366" dur="650" fill="hold"/>
                                        <p:tgtEl>
                                          <p:spTgt spid="105"/>
                                        </p:tgtEl>
                                        <p:attrNameLst>
                                          <p:attrName>ppt_y</p:attrName>
                                        </p:attrNameLst>
                                      </p:cBhvr>
                                      <p:tavLst>
                                        <p:tav tm="0">
                                          <p:val>
                                            <p:strVal val="#ppt_y+.1"/>
                                          </p:val>
                                        </p:tav>
                                        <p:tav tm="100000">
                                          <p:val>
                                            <p:strVal val="#ppt_y"/>
                                          </p:val>
                                        </p:tav>
                                      </p:tavLst>
                                    </p:anim>
                                  </p:childTnLst>
                                </p:cTn>
                              </p:par>
                              <p:par>
                                <p:cTn id="367" presetID="42" presetClass="entr" presetSubtype="0" fill="hold" grpId="0" nodeType="withEffect">
                                  <p:stCondLst>
                                    <p:cond delay="0"/>
                                  </p:stCondLst>
                                  <p:childTnLst>
                                    <p:set>
                                      <p:cBhvr>
                                        <p:cTn id="368" dur="1" fill="hold">
                                          <p:stCondLst>
                                            <p:cond delay="0"/>
                                          </p:stCondLst>
                                        </p:cTn>
                                        <p:tgtEl>
                                          <p:spTgt spid="106"/>
                                        </p:tgtEl>
                                        <p:attrNameLst>
                                          <p:attrName>style.visibility</p:attrName>
                                        </p:attrNameLst>
                                      </p:cBhvr>
                                      <p:to>
                                        <p:strVal val="visible"/>
                                      </p:to>
                                    </p:set>
                                    <p:animEffect transition="in" filter="fade">
                                      <p:cBhvr>
                                        <p:cTn id="369" dur="650"/>
                                        <p:tgtEl>
                                          <p:spTgt spid="106"/>
                                        </p:tgtEl>
                                      </p:cBhvr>
                                    </p:animEffect>
                                    <p:anim calcmode="lin" valueType="num">
                                      <p:cBhvr>
                                        <p:cTn id="370" dur="650" fill="hold"/>
                                        <p:tgtEl>
                                          <p:spTgt spid="106"/>
                                        </p:tgtEl>
                                        <p:attrNameLst>
                                          <p:attrName>ppt_x</p:attrName>
                                        </p:attrNameLst>
                                      </p:cBhvr>
                                      <p:tavLst>
                                        <p:tav tm="0">
                                          <p:val>
                                            <p:strVal val="#ppt_x"/>
                                          </p:val>
                                        </p:tav>
                                        <p:tav tm="100000">
                                          <p:val>
                                            <p:strVal val="#ppt_x"/>
                                          </p:val>
                                        </p:tav>
                                      </p:tavLst>
                                    </p:anim>
                                    <p:anim calcmode="lin" valueType="num">
                                      <p:cBhvr>
                                        <p:cTn id="371" dur="650" fill="hold"/>
                                        <p:tgtEl>
                                          <p:spTgt spid="106"/>
                                        </p:tgtEl>
                                        <p:attrNameLst>
                                          <p:attrName>ppt_y</p:attrName>
                                        </p:attrNameLst>
                                      </p:cBhvr>
                                      <p:tavLst>
                                        <p:tav tm="0">
                                          <p:val>
                                            <p:strVal val="#ppt_y+.1"/>
                                          </p:val>
                                        </p:tav>
                                        <p:tav tm="100000">
                                          <p:val>
                                            <p:strVal val="#ppt_y"/>
                                          </p:val>
                                        </p:tav>
                                      </p:tavLst>
                                    </p:anim>
                                  </p:childTnLst>
                                </p:cTn>
                              </p:par>
                              <p:par>
                                <p:cTn id="372" presetID="42" presetClass="entr" presetSubtype="0" fill="hold" grpId="0" nodeType="withEffect">
                                  <p:stCondLst>
                                    <p:cond delay="0"/>
                                  </p:stCondLst>
                                  <p:childTnLst>
                                    <p:set>
                                      <p:cBhvr>
                                        <p:cTn id="373" dur="1" fill="hold">
                                          <p:stCondLst>
                                            <p:cond delay="0"/>
                                          </p:stCondLst>
                                        </p:cTn>
                                        <p:tgtEl>
                                          <p:spTgt spid="107"/>
                                        </p:tgtEl>
                                        <p:attrNameLst>
                                          <p:attrName>style.visibility</p:attrName>
                                        </p:attrNameLst>
                                      </p:cBhvr>
                                      <p:to>
                                        <p:strVal val="visible"/>
                                      </p:to>
                                    </p:set>
                                    <p:animEffect transition="in" filter="fade">
                                      <p:cBhvr>
                                        <p:cTn id="374" dur="650"/>
                                        <p:tgtEl>
                                          <p:spTgt spid="107"/>
                                        </p:tgtEl>
                                      </p:cBhvr>
                                    </p:animEffect>
                                    <p:anim calcmode="lin" valueType="num">
                                      <p:cBhvr>
                                        <p:cTn id="375" dur="650" fill="hold"/>
                                        <p:tgtEl>
                                          <p:spTgt spid="107"/>
                                        </p:tgtEl>
                                        <p:attrNameLst>
                                          <p:attrName>ppt_x</p:attrName>
                                        </p:attrNameLst>
                                      </p:cBhvr>
                                      <p:tavLst>
                                        <p:tav tm="0">
                                          <p:val>
                                            <p:strVal val="#ppt_x"/>
                                          </p:val>
                                        </p:tav>
                                        <p:tav tm="100000">
                                          <p:val>
                                            <p:strVal val="#ppt_x"/>
                                          </p:val>
                                        </p:tav>
                                      </p:tavLst>
                                    </p:anim>
                                    <p:anim calcmode="lin" valueType="num">
                                      <p:cBhvr>
                                        <p:cTn id="376" dur="650" fill="hold"/>
                                        <p:tgtEl>
                                          <p:spTgt spid="107"/>
                                        </p:tgtEl>
                                        <p:attrNameLst>
                                          <p:attrName>ppt_y</p:attrName>
                                        </p:attrNameLst>
                                      </p:cBhvr>
                                      <p:tavLst>
                                        <p:tav tm="0">
                                          <p:val>
                                            <p:strVal val="#ppt_y+.1"/>
                                          </p:val>
                                        </p:tav>
                                        <p:tav tm="100000">
                                          <p:val>
                                            <p:strVal val="#ppt_y"/>
                                          </p:val>
                                        </p:tav>
                                      </p:tavLst>
                                    </p:anim>
                                  </p:childTnLst>
                                </p:cTn>
                              </p:par>
                              <p:par>
                                <p:cTn id="377" presetID="42" presetClass="entr" presetSubtype="0" fill="hold" grpId="0" nodeType="withEffect">
                                  <p:stCondLst>
                                    <p:cond delay="0"/>
                                  </p:stCondLst>
                                  <p:childTnLst>
                                    <p:set>
                                      <p:cBhvr>
                                        <p:cTn id="378" dur="1" fill="hold">
                                          <p:stCondLst>
                                            <p:cond delay="0"/>
                                          </p:stCondLst>
                                        </p:cTn>
                                        <p:tgtEl>
                                          <p:spTgt spid="108"/>
                                        </p:tgtEl>
                                        <p:attrNameLst>
                                          <p:attrName>style.visibility</p:attrName>
                                        </p:attrNameLst>
                                      </p:cBhvr>
                                      <p:to>
                                        <p:strVal val="visible"/>
                                      </p:to>
                                    </p:set>
                                    <p:animEffect transition="in" filter="fade">
                                      <p:cBhvr>
                                        <p:cTn id="379" dur="650"/>
                                        <p:tgtEl>
                                          <p:spTgt spid="108"/>
                                        </p:tgtEl>
                                      </p:cBhvr>
                                    </p:animEffect>
                                    <p:anim calcmode="lin" valueType="num">
                                      <p:cBhvr>
                                        <p:cTn id="380" dur="650" fill="hold"/>
                                        <p:tgtEl>
                                          <p:spTgt spid="108"/>
                                        </p:tgtEl>
                                        <p:attrNameLst>
                                          <p:attrName>ppt_x</p:attrName>
                                        </p:attrNameLst>
                                      </p:cBhvr>
                                      <p:tavLst>
                                        <p:tav tm="0">
                                          <p:val>
                                            <p:strVal val="#ppt_x"/>
                                          </p:val>
                                        </p:tav>
                                        <p:tav tm="100000">
                                          <p:val>
                                            <p:strVal val="#ppt_x"/>
                                          </p:val>
                                        </p:tav>
                                      </p:tavLst>
                                    </p:anim>
                                    <p:anim calcmode="lin" valueType="num">
                                      <p:cBhvr>
                                        <p:cTn id="381" dur="650" fill="hold"/>
                                        <p:tgtEl>
                                          <p:spTgt spid="108"/>
                                        </p:tgtEl>
                                        <p:attrNameLst>
                                          <p:attrName>ppt_y</p:attrName>
                                        </p:attrNameLst>
                                      </p:cBhvr>
                                      <p:tavLst>
                                        <p:tav tm="0">
                                          <p:val>
                                            <p:strVal val="#ppt_y+.1"/>
                                          </p:val>
                                        </p:tav>
                                        <p:tav tm="100000">
                                          <p:val>
                                            <p:strVal val="#ppt_y"/>
                                          </p:val>
                                        </p:tav>
                                      </p:tavLst>
                                    </p:anim>
                                  </p:childTnLst>
                                </p:cTn>
                              </p:par>
                              <p:par>
                                <p:cTn id="382" presetID="42" presetClass="entr" presetSubtype="0" fill="hold" grpId="0" nodeType="withEffect">
                                  <p:stCondLst>
                                    <p:cond delay="0"/>
                                  </p:stCondLst>
                                  <p:childTnLst>
                                    <p:set>
                                      <p:cBhvr>
                                        <p:cTn id="383" dur="1" fill="hold">
                                          <p:stCondLst>
                                            <p:cond delay="0"/>
                                          </p:stCondLst>
                                        </p:cTn>
                                        <p:tgtEl>
                                          <p:spTgt spid="109"/>
                                        </p:tgtEl>
                                        <p:attrNameLst>
                                          <p:attrName>style.visibility</p:attrName>
                                        </p:attrNameLst>
                                      </p:cBhvr>
                                      <p:to>
                                        <p:strVal val="visible"/>
                                      </p:to>
                                    </p:set>
                                    <p:animEffect transition="in" filter="fade">
                                      <p:cBhvr>
                                        <p:cTn id="384" dur="650"/>
                                        <p:tgtEl>
                                          <p:spTgt spid="109"/>
                                        </p:tgtEl>
                                      </p:cBhvr>
                                    </p:animEffect>
                                    <p:anim calcmode="lin" valueType="num">
                                      <p:cBhvr>
                                        <p:cTn id="385" dur="650" fill="hold"/>
                                        <p:tgtEl>
                                          <p:spTgt spid="109"/>
                                        </p:tgtEl>
                                        <p:attrNameLst>
                                          <p:attrName>ppt_x</p:attrName>
                                        </p:attrNameLst>
                                      </p:cBhvr>
                                      <p:tavLst>
                                        <p:tav tm="0">
                                          <p:val>
                                            <p:strVal val="#ppt_x"/>
                                          </p:val>
                                        </p:tav>
                                        <p:tav tm="100000">
                                          <p:val>
                                            <p:strVal val="#ppt_x"/>
                                          </p:val>
                                        </p:tav>
                                      </p:tavLst>
                                    </p:anim>
                                    <p:anim calcmode="lin" valueType="num">
                                      <p:cBhvr>
                                        <p:cTn id="386" dur="650" fill="hold"/>
                                        <p:tgtEl>
                                          <p:spTgt spid="109"/>
                                        </p:tgtEl>
                                        <p:attrNameLst>
                                          <p:attrName>ppt_y</p:attrName>
                                        </p:attrNameLst>
                                      </p:cBhvr>
                                      <p:tavLst>
                                        <p:tav tm="0">
                                          <p:val>
                                            <p:strVal val="#ppt_y+.1"/>
                                          </p:val>
                                        </p:tav>
                                        <p:tav tm="100000">
                                          <p:val>
                                            <p:strVal val="#ppt_y"/>
                                          </p:val>
                                        </p:tav>
                                      </p:tavLst>
                                    </p:anim>
                                  </p:childTnLst>
                                </p:cTn>
                              </p:par>
                              <p:par>
                                <p:cTn id="387" presetID="42" presetClass="entr" presetSubtype="0" fill="hold" grpId="0" nodeType="withEffect">
                                  <p:stCondLst>
                                    <p:cond delay="0"/>
                                  </p:stCondLst>
                                  <p:childTnLst>
                                    <p:set>
                                      <p:cBhvr>
                                        <p:cTn id="388" dur="1" fill="hold">
                                          <p:stCondLst>
                                            <p:cond delay="0"/>
                                          </p:stCondLst>
                                        </p:cTn>
                                        <p:tgtEl>
                                          <p:spTgt spid="110"/>
                                        </p:tgtEl>
                                        <p:attrNameLst>
                                          <p:attrName>style.visibility</p:attrName>
                                        </p:attrNameLst>
                                      </p:cBhvr>
                                      <p:to>
                                        <p:strVal val="visible"/>
                                      </p:to>
                                    </p:set>
                                    <p:animEffect transition="in" filter="fade">
                                      <p:cBhvr>
                                        <p:cTn id="389" dur="650"/>
                                        <p:tgtEl>
                                          <p:spTgt spid="110"/>
                                        </p:tgtEl>
                                      </p:cBhvr>
                                    </p:animEffect>
                                    <p:anim calcmode="lin" valueType="num">
                                      <p:cBhvr>
                                        <p:cTn id="390" dur="650" fill="hold"/>
                                        <p:tgtEl>
                                          <p:spTgt spid="110"/>
                                        </p:tgtEl>
                                        <p:attrNameLst>
                                          <p:attrName>ppt_x</p:attrName>
                                        </p:attrNameLst>
                                      </p:cBhvr>
                                      <p:tavLst>
                                        <p:tav tm="0">
                                          <p:val>
                                            <p:strVal val="#ppt_x"/>
                                          </p:val>
                                        </p:tav>
                                        <p:tav tm="100000">
                                          <p:val>
                                            <p:strVal val="#ppt_x"/>
                                          </p:val>
                                        </p:tav>
                                      </p:tavLst>
                                    </p:anim>
                                    <p:anim calcmode="lin" valueType="num">
                                      <p:cBhvr>
                                        <p:cTn id="391" dur="650" fill="hold"/>
                                        <p:tgtEl>
                                          <p:spTgt spid="110"/>
                                        </p:tgtEl>
                                        <p:attrNameLst>
                                          <p:attrName>ppt_y</p:attrName>
                                        </p:attrNameLst>
                                      </p:cBhvr>
                                      <p:tavLst>
                                        <p:tav tm="0">
                                          <p:val>
                                            <p:strVal val="#ppt_y+.1"/>
                                          </p:val>
                                        </p:tav>
                                        <p:tav tm="100000">
                                          <p:val>
                                            <p:strVal val="#ppt_y"/>
                                          </p:val>
                                        </p:tav>
                                      </p:tavLst>
                                    </p:anim>
                                  </p:childTnLst>
                                </p:cTn>
                              </p:par>
                              <p:par>
                                <p:cTn id="392" presetID="42" presetClass="entr" presetSubtype="0" fill="hold" grpId="0" nodeType="withEffect">
                                  <p:stCondLst>
                                    <p:cond delay="0"/>
                                  </p:stCondLst>
                                  <p:childTnLst>
                                    <p:set>
                                      <p:cBhvr>
                                        <p:cTn id="393" dur="1" fill="hold">
                                          <p:stCondLst>
                                            <p:cond delay="0"/>
                                          </p:stCondLst>
                                        </p:cTn>
                                        <p:tgtEl>
                                          <p:spTgt spid="111"/>
                                        </p:tgtEl>
                                        <p:attrNameLst>
                                          <p:attrName>style.visibility</p:attrName>
                                        </p:attrNameLst>
                                      </p:cBhvr>
                                      <p:to>
                                        <p:strVal val="visible"/>
                                      </p:to>
                                    </p:set>
                                    <p:animEffect transition="in" filter="fade">
                                      <p:cBhvr>
                                        <p:cTn id="394" dur="650"/>
                                        <p:tgtEl>
                                          <p:spTgt spid="111"/>
                                        </p:tgtEl>
                                      </p:cBhvr>
                                    </p:animEffect>
                                    <p:anim calcmode="lin" valueType="num">
                                      <p:cBhvr>
                                        <p:cTn id="395" dur="650" fill="hold"/>
                                        <p:tgtEl>
                                          <p:spTgt spid="111"/>
                                        </p:tgtEl>
                                        <p:attrNameLst>
                                          <p:attrName>ppt_x</p:attrName>
                                        </p:attrNameLst>
                                      </p:cBhvr>
                                      <p:tavLst>
                                        <p:tav tm="0">
                                          <p:val>
                                            <p:strVal val="#ppt_x"/>
                                          </p:val>
                                        </p:tav>
                                        <p:tav tm="100000">
                                          <p:val>
                                            <p:strVal val="#ppt_x"/>
                                          </p:val>
                                        </p:tav>
                                      </p:tavLst>
                                    </p:anim>
                                    <p:anim calcmode="lin" valueType="num">
                                      <p:cBhvr>
                                        <p:cTn id="396" dur="650" fill="hold"/>
                                        <p:tgtEl>
                                          <p:spTgt spid="111"/>
                                        </p:tgtEl>
                                        <p:attrNameLst>
                                          <p:attrName>ppt_y</p:attrName>
                                        </p:attrNameLst>
                                      </p:cBhvr>
                                      <p:tavLst>
                                        <p:tav tm="0">
                                          <p:val>
                                            <p:strVal val="#ppt_y+.1"/>
                                          </p:val>
                                        </p:tav>
                                        <p:tav tm="100000">
                                          <p:val>
                                            <p:strVal val="#ppt_y"/>
                                          </p:val>
                                        </p:tav>
                                      </p:tavLst>
                                    </p:anim>
                                  </p:childTnLst>
                                </p:cTn>
                              </p:par>
                              <p:par>
                                <p:cTn id="397" presetID="42" presetClass="entr" presetSubtype="0" fill="hold" grpId="0" nodeType="withEffect">
                                  <p:stCondLst>
                                    <p:cond delay="120"/>
                                  </p:stCondLst>
                                  <p:childTnLst>
                                    <p:set>
                                      <p:cBhvr>
                                        <p:cTn id="398" dur="1" fill="hold">
                                          <p:stCondLst>
                                            <p:cond delay="0"/>
                                          </p:stCondLst>
                                        </p:cTn>
                                        <p:tgtEl>
                                          <p:spTgt spid="123"/>
                                        </p:tgtEl>
                                        <p:attrNameLst>
                                          <p:attrName>style.visibility</p:attrName>
                                        </p:attrNameLst>
                                      </p:cBhvr>
                                      <p:to>
                                        <p:strVal val="visible"/>
                                      </p:to>
                                    </p:set>
                                    <p:animEffect transition="in" filter="fade">
                                      <p:cBhvr>
                                        <p:cTn id="399" dur="650"/>
                                        <p:tgtEl>
                                          <p:spTgt spid="123"/>
                                        </p:tgtEl>
                                      </p:cBhvr>
                                    </p:animEffect>
                                    <p:anim calcmode="lin" valueType="num">
                                      <p:cBhvr>
                                        <p:cTn id="400" dur="650" fill="hold"/>
                                        <p:tgtEl>
                                          <p:spTgt spid="123"/>
                                        </p:tgtEl>
                                        <p:attrNameLst>
                                          <p:attrName>ppt_x</p:attrName>
                                        </p:attrNameLst>
                                      </p:cBhvr>
                                      <p:tavLst>
                                        <p:tav tm="0">
                                          <p:val>
                                            <p:strVal val="#ppt_x"/>
                                          </p:val>
                                        </p:tav>
                                        <p:tav tm="100000">
                                          <p:val>
                                            <p:strVal val="#ppt_x"/>
                                          </p:val>
                                        </p:tav>
                                      </p:tavLst>
                                    </p:anim>
                                    <p:anim calcmode="lin" valueType="num">
                                      <p:cBhvr>
                                        <p:cTn id="401" dur="650" fill="hold"/>
                                        <p:tgtEl>
                                          <p:spTgt spid="123"/>
                                        </p:tgtEl>
                                        <p:attrNameLst>
                                          <p:attrName>ppt_y</p:attrName>
                                        </p:attrNameLst>
                                      </p:cBhvr>
                                      <p:tavLst>
                                        <p:tav tm="0">
                                          <p:val>
                                            <p:strVal val="#ppt_y+.1"/>
                                          </p:val>
                                        </p:tav>
                                        <p:tav tm="100000">
                                          <p:val>
                                            <p:strVal val="#ppt_y"/>
                                          </p:val>
                                        </p:tav>
                                      </p:tavLst>
                                    </p:anim>
                                  </p:childTnLst>
                                </p:cTn>
                              </p:par>
                            </p:childTnLst>
                          </p:cTn>
                        </p:par>
                      </p:childTnLst>
                    </p:cTn>
                  </p:par>
                  <p:par>
                    <p:cTn id="402" fill="hold">
                      <p:stCondLst>
                        <p:cond delay="indefinite"/>
                      </p:stCondLst>
                      <p:childTnLst>
                        <p:par>
                          <p:cTn id="403" fill="hold">
                            <p:stCondLst>
                              <p:cond delay="0"/>
                            </p:stCondLst>
                            <p:childTnLst>
                              <p:par>
                                <p:cTn id="404" presetID="10" presetClass="exit" presetSubtype="0" fill="hold" grpId="1" nodeType="clickEffect">
                                  <p:stCondLst>
                                    <p:cond delay="0"/>
                                  </p:stCondLst>
                                  <p:childTnLst>
                                    <p:animEffect transition="out" filter="fade">
                                      <p:cBhvr>
                                        <p:cTn id="405" dur="300"/>
                                        <p:tgtEl>
                                          <p:spTgt spid="21"/>
                                        </p:tgtEl>
                                      </p:cBhvr>
                                    </p:animEffect>
                                    <p:set>
                                      <p:cBhvr>
                                        <p:cTn id="406" dur="1" fill="hold">
                                          <p:stCondLst>
                                            <p:cond delay="299"/>
                                          </p:stCondLst>
                                        </p:cTn>
                                        <p:tgtEl>
                                          <p:spTgt spid="21"/>
                                        </p:tgtEl>
                                        <p:attrNameLst>
                                          <p:attrName>style.visibility</p:attrName>
                                        </p:attrNameLst>
                                      </p:cBhvr>
                                      <p:to>
                                        <p:strVal val="hidden"/>
                                      </p:to>
                                    </p:set>
                                  </p:childTnLst>
                                </p:cTn>
                              </p:par>
                              <p:par>
                                <p:cTn id="407" presetID="10" presetClass="exit" presetSubtype="0" fill="hold" grpId="1" nodeType="withEffect">
                                  <p:stCondLst>
                                    <p:cond delay="0"/>
                                  </p:stCondLst>
                                  <p:childTnLst>
                                    <p:animEffect transition="out" filter="fade">
                                      <p:cBhvr>
                                        <p:cTn id="408" dur="300"/>
                                        <p:tgtEl>
                                          <p:spTgt spid="22"/>
                                        </p:tgtEl>
                                      </p:cBhvr>
                                    </p:animEffect>
                                    <p:set>
                                      <p:cBhvr>
                                        <p:cTn id="409" dur="1" fill="hold">
                                          <p:stCondLst>
                                            <p:cond delay="299"/>
                                          </p:stCondLst>
                                        </p:cTn>
                                        <p:tgtEl>
                                          <p:spTgt spid="22"/>
                                        </p:tgtEl>
                                        <p:attrNameLst>
                                          <p:attrName>style.visibility</p:attrName>
                                        </p:attrNameLst>
                                      </p:cBhvr>
                                      <p:to>
                                        <p:strVal val="hidden"/>
                                      </p:to>
                                    </p:set>
                                  </p:childTnLst>
                                </p:cTn>
                              </p:par>
                              <p:par>
                                <p:cTn id="410" presetID="10" presetClass="exit" presetSubtype="0" fill="hold" grpId="1" nodeType="withEffect">
                                  <p:stCondLst>
                                    <p:cond delay="0"/>
                                  </p:stCondLst>
                                  <p:childTnLst>
                                    <p:animEffect transition="out" filter="fade">
                                      <p:cBhvr>
                                        <p:cTn id="411" dur="300"/>
                                        <p:tgtEl>
                                          <p:spTgt spid="23"/>
                                        </p:tgtEl>
                                      </p:cBhvr>
                                    </p:animEffect>
                                    <p:set>
                                      <p:cBhvr>
                                        <p:cTn id="412" dur="1" fill="hold">
                                          <p:stCondLst>
                                            <p:cond delay="299"/>
                                          </p:stCondLst>
                                        </p:cTn>
                                        <p:tgtEl>
                                          <p:spTgt spid="23"/>
                                        </p:tgtEl>
                                        <p:attrNameLst>
                                          <p:attrName>style.visibility</p:attrName>
                                        </p:attrNameLst>
                                      </p:cBhvr>
                                      <p:to>
                                        <p:strVal val="hidden"/>
                                      </p:to>
                                    </p:set>
                                  </p:childTnLst>
                                </p:cTn>
                              </p:par>
                              <p:par>
                                <p:cTn id="413" presetID="10" presetClass="exit" presetSubtype="0" fill="hold" grpId="1" nodeType="withEffect">
                                  <p:stCondLst>
                                    <p:cond delay="0"/>
                                  </p:stCondLst>
                                  <p:childTnLst>
                                    <p:animEffect transition="out" filter="fade">
                                      <p:cBhvr>
                                        <p:cTn id="414" dur="300"/>
                                        <p:tgtEl>
                                          <p:spTgt spid="24"/>
                                        </p:tgtEl>
                                      </p:cBhvr>
                                    </p:animEffect>
                                    <p:set>
                                      <p:cBhvr>
                                        <p:cTn id="415" dur="1" fill="hold">
                                          <p:stCondLst>
                                            <p:cond delay="299"/>
                                          </p:stCondLst>
                                        </p:cTn>
                                        <p:tgtEl>
                                          <p:spTgt spid="24"/>
                                        </p:tgtEl>
                                        <p:attrNameLst>
                                          <p:attrName>style.visibility</p:attrName>
                                        </p:attrNameLst>
                                      </p:cBhvr>
                                      <p:to>
                                        <p:strVal val="hidden"/>
                                      </p:to>
                                    </p:set>
                                  </p:childTnLst>
                                </p:cTn>
                              </p:par>
                              <p:par>
                                <p:cTn id="416" presetID="10" presetClass="exit" presetSubtype="0" fill="hold" grpId="1" nodeType="withEffect">
                                  <p:stCondLst>
                                    <p:cond delay="0"/>
                                  </p:stCondLst>
                                  <p:childTnLst>
                                    <p:animEffect transition="out" filter="fade">
                                      <p:cBhvr>
                                        <p:cTn id="417" dur="300"/>
                                        <p:tgtEl>
                                          <p:spTgt spid="123"/>
                                        </p:tgtEl>
                                      </p:cBhvr>
                                    </p:animEffect>
                                    <p:set>
                                      <p:cBhvr>
                                        <p:cTn id="418" dur="1" fill="hold">
                                          <p:stCondLst>
                                            <p:cond delay="299"/>
                                          </p:stCondLst>
                                        </p:cTn>
                                        <p:tgtEl>
                                          <p:spTgt spid="123"/>
                                        </p:tgtEl>
                                        <p:attrNameLst>
                                          <p:attrName>style.visibility</p:attrName>
                                        </p:attrNameLst>
                                      </p:cBhvr>
                                      <p:to>
                                        <p:strVal val="hidden"/>
                                      </p:to>
                                    </p:set>
                                  </p:childTnLst>
                                </p:cTn>
                              </p:par>
                              <p:par>
                                <p:cTn id="419" presetID="1" presetClass="entr" presetSubtype="0" fill="hold" nodeType="withEffect">
                                  <p:stCondLst>
                                    <p:cond delay="0"/>
                                  </p:stCondLst>
                                  <p:childTnLst>
                                    <p:set>
                                      <p:cBhvr>
                                        <p:cTn id="420" dur="1" fill="hold">
                                          <p:stCondLst>
                                            <p:cond delay="0"/>
                                          </p:stCondLst>
                                        </p:cTn>
                                        <p:tgtEl>
                                          <p:spTgt spid="14"/>
                                        </p:tgtEl>
                                        <p:attrNameLst>
                                          <p:attrName>style.visibility</p:attrName>
                                        </p:attrNameLst>
                                      </p:cBhvr>
                                      <p:to>
                                        <p:strVal val="visible"/>
                                      </p:to>
                                    </p:set>
                                  </p:childTnLst>
                                </p:cTn>
                              </p:par>
                              <p:par>
                                <p:cTn id="421" presetID="1" presetClass="entr" presetSubtype="0" fill="hold" grpId="0" nodeType="withEffect">
                                  <p:stCondLst>
                                    <p:cond delay="0"/>
                                  </p:stCondLst>
                                  <p:childTnLst>
                                    <p:set>
                                      <p:cBhvr>
                                        <p:cTn id="422" dur="1" fill="hold">
                                          <p:stCondLst>
                                            <p:cond delay="0"/>
                                          </p:stCondLst>
                                        </p:cTn>
                                        <p:tgtEl>
                                          <p:spTgt spid="35"/>
                                        </p:tgtEl>
                                        <p:attrNameLst>
                                          <p:attrName>style.visibility</p:attrName>
                                        </p:attrNameLst>
                                      </p:cBhvr>
                                      <p:to>
                                        <p:strVal val="visible"/>
                                      </p:to>
                                    </p:set>
                                  </p:childTnLst>
                                </p:cTn>
                              </p:par>
                              <p:par>
                                <p:cTn id="423" presetID="1" presetClass="entr" presetSubtype="0" fill="hold" grpId="0" nodeType="withEffect">
                                  <p:stCondLst>
                                    <p:cond delay="0"/>
                                  </p:stCondLst>
                                  <p:childTnLst>
                                    <p:set>
                                      <p:cBhvr>
                                        <p:cTn id="424" dur="1" fill="hold">
                                          <p:stCondLst>
                                            <p:cond delay="0"/>
                                          </p:stCondLst>
                                        </p:cTn>
                                        <p:tgtEl>
                                          <p:spTgt spid="38"/>
                                        </p:tgtEl>
                                        <p:attrNameLst>
                                          <p:attrName>style.visibility</p:attrName>
                                        </p:attrNameLst>
                                      </p:cBhvr>
                                      <p:to>
                                        <p:strVal val="visible"/>
                                      </p:to>
                                    </p:set>
                                  </p:childTnLst>
                                </p:cTn>
                              </p:par>
                              <p:par>
                                <p:cTn id="425" presetID="10" presetClass="exit" presetSubtype="0" fill="hold" nodeType="withEffect">
                                  <p:stCondLst>
                                    <p:cond delay="0"/>
                                  </p:stCondLst>
                                  <p:childTnLst>
                                    <p:animEffect transition="out" filter="fade">
                                      <p:cBhvr>
                                        <p:cTn id="426" dur="420"/>
                                        <p:tgtEl>
                                          <p:spTgt spid="19"/>
                                        </p:tgtEl>
                                      </p:cBhvr>
                                    </p:animEffect>
                                    <p:set>
                                      <p:cBhvr>
                                        <p:cTn id="427" dur="1" fill="hold">
                                          <p:stCondLst>
                                            <p:cond delay="419"/>
                                          </p:stCondLst>
                                        </p:cTn>
                                        <p:tgtEl>
                                          <p:spTgt spid="19"/>
                                        </p:tgtEl>
                                        <p:attrNameLst>
                                          <p:attrName>style.visibility</p:attrName>
                                        </p:attrNameLst>
                                      </p:cBhvr>
                                      <p:to>
                                        <p:strVal val="hidden"/>
                                      </p:to>
                                    </p:set>
                                  </p:childTnLst>
                                </p:cTn>
                              </p:par>
                              <p:par>
                                <p:cTn id="428" presetID="10" presetClass="exit" presetSubtype="0" fill="hold" grpId="1" nodeType="withEffect">
                                  <p:stCondLst>
                                    <p:cond delay="0"/>
                                  </p:stCondLst>
                                  <p:childTnLst>
                                    <p:animEffect transition="out" filter="fade">
                                      <p:cBhvr>
                                        <p:cTn id="429" dur="420"/>
                                        <p:tgtEl>
                                          <p:spTgt spid="39"/>
                                        </p:tgtEl>
                                      </p:cBhvr>
                                    </p:animEffect>
                                    <p:set>
                                      <p:cBhvr>
                                        <p:cTn id="430" dur="1" fill="hold">
                                          <p:stCondLst>
                                            <p:cond delay="419"/>
                                          </p:stCondLst>
                                        </p:cTn>
                                        <p:tgtEl>
                                          <p:spTgt spid="39"/>
                                        </p:tgtEl>
                                        <p:attrNameLst>
                                          <p:attrName>style.visibility</p:attrName>
                                        </p:attrNameLst>
                                      </p:cBhvr>
                                      <p:to>
                                        <p:strVal val="hidden"/>
                                      </p:to>
                                    </p:set>
                                  </p:childTnLst>
                                </p:cTn>
                              </p:par>
                              <p:par>
                                <p:cTn id="431" presetID="42" presetClass="entr" presetSubtype="0" fill="hold" grpId="0" nodeType="withEffect">
                                  <p:stCondLst>
                                    <p:cond delay="250"/>
                                  </p:stCondLst>
                                  <p:childTnLst>
                                    <p:set>
                                      <p:cBhvr>
                                        <p:cTn id="432" dur="1" fill="hold">
                                          <p:stCondLst>
                                            <p:cond delay="0"/>
                                          </p:stCondLst>
                                        </p:cTn>
                                        <p:tgtEl>
                                          <p:spTgt spid="15"/>
                                        </p:tgtEl>
                                        <p:attrNameLst>
                                          <p:attrName>style.visibility</p:attrName>
                                        </p:attrNameLst>
                                      </p:cBhvr>
                                      <p:to>
                                        <p:strVal val="visible"/>
                                      </p:to>
                                    </p:set>
                                    <p:animEffect transition="in" filter="fade">
                                      <p:cBhvr>
                                        <p:cTn id="433" dur="650"/>
                                        <p:tgtEl>
                                          <p:spTgt spid="15"/>
                                        </p:tgtEl>
                                      </p:cBhvr>
                                    </p:animEffect>
                                    <p:anim calcmode="lin" valueType="num">
                                      <p:cBhvr>
                                        <p:cTn id="434" dur="650" fill="hold"/>
                                        <p:tgtEl>
                                          <p:spTgt spid="15"/>
                                        </p:tgtEl>
                                        <p:attrNameLst>
                                          <p:attrName>ppt_x</p:attrName>
                                        </p:attrNameLst>
                                      </p:cBhvr>
                                      <p:tavLst>
                                        <p:tav tm="0">
                                          <p:val>
                                            <p:strVal val="#ppt_x"/>
                                          </p:val>
                                        </p:tav>
                                        <p:tav tm="100000">
                                          <p:val>
                                            <p:strVal val="#ppt_x"/>
                                          </p:val>
                                        </p:tav>
                                      </p:tavLst>
                                    </p:anim>
                                    <p:anim calcmode="lin" valueType="num">
                                      <p:cBhvr>
                                        <p:cTn id="435" dur="650" fill="hold"/>
                                        <p:tgtEl>
                                          <p:spTgt spid="15"/>
                                        </p:tgtEl>
                                        <p:attrNameLst>
                                          <p:attrName>ppt_y</p:attrName>
                                        </p:attrNameLst>
                                      </p:cBhvr>
                                      <p:tavLst>
                                        <p:tav tm="0">
                                          <p:val>
                                            <p:strVal val="#ppt_y+.1"/>
                                          </p:val>
                                        </p:tav>
                                        <p:tav tm="100000">
                                          <p:val>
                                            <p:strVal val="#ppt_y"/>
                                          </p:val>
                                        </p:tav>
                                      </p:tavLst>
                                    </p:anim>
                                  </p:childTnLst>
                                </p:cTn>
                              </p:par>
                              <p:par>
                                <p:cTn id="436" presetID="42" presetClass="entr" presetSubtype="0" fill="hold" grpId="0" nodeType="withEffect">
                                  <p:stCondLst>
                                    <p:cond delay="250"/>
                                  </p:stCondLst>
                                  <p:childTnLst>
                                    <p:set>
                                      <p:cBhvr>
                                        <p:cTn id="437" dur="1" fill="hold">
                                          <p:stCondLst>
                                            <p:cond delay="0"/>
                                          </p:stCondLst>
                                        </p:cTn>
                                        <p:tgtEl>
                                          <p:spTgt spid="16"/>
                                        </p:tgtEl>
                                        <p:attrNameLst>
                                          <p:attrName>style.visibility</p:attrName>
                                        </p:attrNameLst>
                                      </p:cBhvr>
                                      <p:to>
                                        <p:strVal val="visible"/>
                                      </p:to>
                                    </p:set>
                                    <p:animEffect transition="in" filter="fade">
                                      <p:cBhvr>
                                        <p:cTn id="438" dur="650"/>
                                        <p:tgtEl>
                                          <p:spTgt spid="16"/>
                                        </p:tgtEl>
                                      </p:cBhvr>
                                    </p:animEffect>
                                    <p:anim calcmode="lin" valueType="num">
                                      <p:cBhvr>
                                        <p:cTn id="439" dur="650" fill="hold"/>
                                        <p:tgtEl>
                                          <p:spTgt spid="16"/>
                                        </p:tgtEl>
                                        <p:attrNameLst>
                                          <p:attrName>ppt_x</p:attrName>
                                        </p:attrNameLst>
                                      </p:cBhvr>
                                      <p:tavLst>
                                        <p:tav tm="0">
                                          <p:val>
                                            <p:strVal val="#ppt_x"/>
                                          </p:val>
                                        </p:tav>
                                        <p:tav tm="100000">
                                          <p:val>
                                            <p:strVal val="#ppt_x"/>
                                          </p:val>
                                        </p:tav>
                                      </p:tavLst>
                                    </p:anim>
                                    <p:anim calcmode="lin" valueType="num">
                                      <p:cBhvr>
                                        <p:cTn id="440" dur="650" fill="hold"/>
                                        <p:tgtEl>
                                          <p:spTgt spid="16"/>
                                        </p:tgtEl>
                                        <p:attrNameLst>
                                          <p:attrName>ppt_y</p:attrName>
                                        </p:attrNameLst>
                                      </p:cBhvr>
                                      <p:tavLst>
                                        <p:tav tm="0">
                                          <p:val>
                                            <p:strVal val="#ppt_y+.1"/>
                                          </p:val>
                                        </p:tav>
                                        <p:tav tm="100000">
                                          <p:val>
                                            <p:strVal val="#ppt_y"/>
                                          </p:val>
                                        </p:tav>
                                      </p:tavLst>
                                    </p:anim>
                                  </p:childTnLst>
                                </p:cTn>
                              </p:par>
                              <p:par>
                                <p:cTn id="441" presetID="42" presetClass="entr" presetSubtype="0" fill="hold" grpId="0" nodeType="withEffect">
                                  <p:stCondLst>
                                    <p:cond delay="250"/>
                                  </p:stCondLst>
                                  <p:childTnLst>
                                    <p:set>
                                      <p:cBhvr>
                                        <p:cTn id="442" dur="1" fill="hold">
                                          <p:stCondLst>
                                            <p:cond delay="0"/>
                                          </p:stCondLst>
                                        </p:cTn>
                                        <p:tgtEl>
                                          <p:spTgt spid="17"/>
                                        </p:tgtEl>
                                        <p:attrNameLst>
                                          <p:attrName>style.visibility</p:attrName>
                                        </p:attrNameLst>
                                      </p:cBhvr>
                                      <p:to>
                                        <p:strVal val="visible"/>
                                      </p:to>
                                    </p:set>
                                    <p:animEffect transition="in" filter="fade">
                                      <p:cBhvr>
                                        <p:cTn id="443" dur="650"/>
                                        <p:tgtEl>
                                          <p:spTgt spid="17"/>
                                        </p:tgtEl>
                                      </p:cBhvr>
                                    </p:animEffect>
                                    <p:anim calcmode="lin" valueType="num">
                                      <p:cBhvr>
                                        <p:cTn id="444" dur="650" fill="hold"/>
                                        <p:tgtEl>
                                          <p:spTgt spid="17"/>
                                        </p:tgtEl>
                                        <p:attrNameLst>
                                          <p:attrName>ppt_x</p:attrName>
                                        </p:attrNameLst>
                                      </p:cBhvr>
                                      <p:tavLst>
                                        <p:tav tm="0">
                                          <p:val>
                                            <p:strVal val="#ppt_x"/>
                                          </p:val>
                                        </p:tav>
                                        <p:tav tm="100000">
                                          <p:val>
                                            <p:strVal val="#ppt_x"/>
                                          </p:val>
                                        </p:tav>
                                      </p:tavLst>
                                    </p:anim>
                                    <p:anim calcmode="lin" valueType="num">
                                      <p:cBhvr>
                                        <p:cTn id="445" dur="650" fill="hold"/>
                                        <p:tgtEl>
                                          <p:spTgt spid="17"/>
                                        </p:tgtEl>
                                        <p:attrNameLst>
                                          <p:attrName>ppt_y</p:attrName>
                                        </p:attrNameLst>
                                      </p:cBhvr>
                                      <p:tavLst>
                                        <p:tav tm="0">
                                          <p:val>
                                            <p:strVal val="#ppt_y+.1"/>
                                          </p:val>
                                        </p:tav>
                                        <p:tav tm="100000">
                                          <p:val>
                                            <p:strVal val="#ppt_y"/>
                                          </p:val>
                                        </p:tav>
                                      </p:tavLst>
                                    </p:anim>
                                  </p:childTnLst>
                                </p:cTn>
                              </p:par>
                              <p:par>
                                <p:cTn id="446" presetID="42" presetClass="entr" presetSubtype="0" fill="hold" grpId="0" nodeType="withEffect">
                                  <p:stCondLst>
                                    <p:cond delay="250"/>
                                  </p:stCondLst>
                                  <p:childTnLst>
                                    <p:set>
                                      <p:cBhvr>
                                        <p:cTn id="447" dur="1" fill="hold">
                                          <p:stCondLst>
                                            <p:cond delay="0"/>
                                          </p:stCondLst>
                                        </p:cTn>
                                        <p:tgtEl>
                                          <p:spTgt spid="18"/>
                                        </p:tgtEl>
                                        <p:attrNameLst>
                                          <p:attrName>style.visibility</p:attrName>
                                        </p:attrNameLst>
                                      </p:cBhvr>
                                      <p:to>
                                        <p:strVal val="visible"/>
                                      </p:to>
                                    </p:set>
                                    <p:animEffect transition="in" filter="fade">
                                      <p:cBhvr>
                                        <p:cTn id="448" dur="650"/>
                                        <p:tgtEl>
                                          <p:spTgt spid="18"/>
                                        </p:tgtEl>
                                      </p:cBhvr>
                                    </p:animEffect>
                                    <p:anim calcmode="lin" valueType="num">
                                      <p:cBhvr>
                                        <p:cTn id="449" dur="650" fill="hold"/>
                                        <p:tgtEl>
                                          <p:spTgt spid="18"/>
                                        </p:tgtEl>
                                        <p:attrNameLst>
                                          <p:attrName>ppt_x</p:attrName>
                                        </p:attrNameLst>
                                      </p:cBhvr>
                                      <p:tavLst>
                                        <p:tav tm="0">
                                          <p:val>
                                            <p:strVal val="#ppt_x"/>
                                          </p:val>
                                        </p:tav>
                                        <p:tav tm="100000">
                                          <p:val>
                                            <p:strVal val="#ppt_x"/>
                                          </p:val>
                                        </p:tav>
                                      </p:tavLst>
                                    </p:anim>
                                    <p:anim calcmode="lin" valueType="num">
                                      <p:cBhvr>
                                        <p:cTn id="450" dur="650" fill="hold"/>
                                        <p:tgtEl>
                                          <p:spTgt spid="18"/>
                                        </p:tgtEl>
                                        <p:attrNameLst>
                                          <p:attrName>ppt_y</p:attrName>
                                        </p:attrNameLst>
                                      </p:cBhvr>
                                      <p:tavLst>
                                        <p:tav tm="0">
                                          <p:val>
                                            <p:strVal val="#ppt_y+.1"/>
                                          </p:val>
                                        </p:tav>
                                        <p:tav tm="100000">
                                          <p:val>
                                            <p:strVal val="#ppt_y"/>
                                          </p:val>
                                        </p:tav>
                                      </p:tavLst>
                                    </p:anim>
                                  </p:childTnLst>
                                </p:cTn>
                              </p:par>
                              <p:par>
                                <p:cTn id="451" presetID="42" presetClass="entr" presetSubtype="0" fill="hold" grpId="0" nodeType="withEffect">
                                  <p:stCondLst>
                                    <p:cond delay="350"/>
                                  </p:stCondLst>
                                  <p:childTnLst>
                                    <p:set>
                                      <p:cBhvr>
                                        <p:cTn id="452" dur="1" fill="hold">
                                          <p:stCondLst>
                                            <p:cond delay="0"/>
                                          </p:stCondLst>
                                        </p:cTn>
                                        <p:tgtEl>
                                          <p:spTgt spid="53"/>
                                        </p:tgtEl>
                                        <p:attrNameLst>
                                          <p:attrName>style.visibility</p:attrName>
                                        </p:attrNameLst>
                                      </p:cBhvr>
                                      <p:to>
                                        <p:strVal val="visible"/>
                                      </p:to>
                                    </p:set>
                                    <p:animEffect transition="in" filter="fade">
                                      <p:cBhvr>
                                        <p:cTn id="453" dur="650"/>
                                        <p:tgtEl>
                                          <p:spTgt spid="53"/>
                                        </p:tgtEl>
                                      </p:cBhvr>
                                    </p:animEffect>
                                    <p:anim calcmode="lin" valueType="num">
                                      <p:cBhvr>
                                        <p:cTn id="454" dur="650" fill="hold"/>
                                        <p:tgtEl>
                                          <p:spTgt spid="53"/>
                                        </p:tgtEl>
                                        <p:attrNameLst>
                                          <p:attrName>ppt_x</p:attrName>
                                        </p:attrNameLst>
                                      </p:cBhvr>
                                      <p:tavLst>
                                        <p:tav tm="0">
                                          <p:val>
                                            <p:strVal val="#ppt_x"/>
                                          </p:val>
                                        </p:tav>
                                        <p:tav tm="100000">
                                          <p:val>
                                            <p:strVal val="#ppt_x"/>
                                          </p:val>
                                        </p:tav>
                                      </p:tavLst>
                                    </p:anim>
                                    <p:anim calcmode="lin" valueType="num">
                                      <p:cBhvr>
                                        <p:cTn id="455" dur="650" fill="hold"/>
                                        <p:tgtEl>
                                          <p:spTgt spid="53"/>
                                        </p:tgtEl>
                                        <p:attrNameLst>
                                          <p:attrName>ppt_y</p:attrName>
                                        </p:attrNameLst>
                                      </p:cBhvr>
                                      <p:tavLst>
                                        <p:tav tm="0">
                                          <p:val>
                                            <p:strVal val="#ppt_y+.1"/>
                                          </p:val>
                                        </p:tav>
                                        <p:tav tm="100000">
                                          <p:val>
                                            <p:strVal val="#ppt_y"/>
                                          </p:val>
                                        </p:tav>
                                      </p:tavLst>
                                    </p:anim>
                                  </p:childTnLst>
                                </p:cTn>
                              </p:par>
                              <p:par>
                                <p:cTn id="456" presetID="42" presetClass="entr" presetSubtype="0" fill="hold" grpId="0" nodeType="withEffect">
                                  <p:stCondLst>
                                    <p:cond delay="350"/>
                                  </p:stCondLst>
                                  <p:childTnLst>
                                    <p:set>
                                      <p:cBhvr>
                                        <p:cTn id="457" dur="1" fill="hold">
                                          <p:stCondLst>
                                            <p:cond delay="0"/>
                                          </p:stCondLst>
                                        </p:cTn>
                                        <p:tgtEl>
                                          <p:spTgt spid="54"/>
                                        </p:tgtEl>
                                        <p:attrNameLst>
                                          <p:attrName>style.visibility</p:attrName>
                                        </p:attrNameLst>
                                      </p:cBhvr>
                                      <p:to>
                                        <p:strVal val="visible"/>
                                      </p:to>
                                    </p:set>
                                    <p:animEffect transition="in" filter="fade">
                                      <p:cBhvr>
                                        <p:cTn id="458" dur="650"/>
                                        <p:tgtEl>
                                          <p:spTgt spid="54"/>
                                        </p:tgtEl>
                                      </p:cBhvr>
                                    </p:animEffect>
                                    <p:anim calcmode="lin" valueType="num">
                                      <p:cBhvr>
                                        <p:cTn id="459" dur="650" fill="hold"/>
                                        <p:tgtEl>
                                          <p:spTgt spid="54"/>
                                        </p:tgtEl>
                                        <p:attrNameLst>
                                          <p:attrName>ppt_x</p:attrName>
                                        </p:attrNameLst>
                                      </p:cBhvr>
                                      <p:tavLst>
                                        <p:tav tm="0">
                                          <p:val>
                                            <p:strVal val="#ppt_x"/>
                                          </p:val>
                                        </p:tav>
                                        <p:tav tm="100000">
                                          <p:val>
                                            <p:strVal val="#ppt_x"/>
                                          </p:val>
                                        </p:tav>
                                      </p:tavLst>
                                    </p:anim>
                                    <p:anim calcmode="lin" valueType="num">
                                      <p:cBhvr>
                                        <p:cTn id="460" dur="650" fill="hold"/>
                                        <p:tgtEl>
                                          <p:spTgt spid="54"/>
                                        </p:tgtEl>
                                        <p:attrNameLst>
                                          <p:attrName>ppt_y</p:attrName>
                                        </p:attrNameLst>
                                      </p:cBhvr>
                                      <p:tavLst>
                                        <p:tav tm="0">
                                          <p:val>
                                            <p:strVal val="#ppt_y+.1"/>
                                          </p:val>
                                        </p:tav>
                                        <p:tav tm="100000">
                                          <p:val>
                                            <p:strVal val="#ppt_y"/>
                                          </p:val>
                                        </p:tav>
                                      </p:tavLst>
                                    </p:anim>
                                  </p:childTnLst>
                                </p:cTn>
                              </p:par>
                              <p:par>
                                <p:cTn id="461" presetID="42" presetClass="entr" presetSubtype="0" fill="hold" grpId="0" nodeType="withEffect">
                                  <p:stCondLst>
                                    <p:cond delay="350"/>
                                  </p:stCondLst>
                                  <p:childTnLst>
                                    <p:set>
                                      <p:cBhvr>
                                        <p:cTn id="462" dur="1" fill="hold">
                                          <p:stCondLst>
                                            <p:cond delay="0"/>
                                          </p:stCondLst>
                                        </p:cTn>
                                        <p:tgtEl>
                                          <p:spTgt spid="55"/>
                                        </p:tgtEl>
                                        <p:attrNameLst>
                                          <p:attrName>style.visibility</p:attrName>
                                        </p:attrNameLst>
                                      </p:cBhvr>
                                      <p:to>
                                        <p:strVal val="visible"/>
                                      </p:to>
                                    </p:set>
                                    <p:animEffect transition="in" filter="fade">
                                      <p:cBhvr>
                                        <p:cTn id="463" dur="650"/>
                                        <p:tgtEl>
                                          <p:spTgt spid="55"/>
                                        </p:tgtEl>
                                      </p:cBhvr>
                                    </p:animEffect>
                                    <p:anim calcmode="lin" valueType="num">
                                      <p:cBhvr>
                                        <p:cTn id="464" dur="650" fill="hold"/>
                                        <p:tgtEl>
                                          <p:spTgt spid="55"/>
                                        </p:tgtEl>
                                        <p:attrNameLst>
                                          <p:attrName>ppt_x</p:attrName>
                                        </p:attrNameLst>
                                      </p:cBhvr>
                                      <p:tavLst>
                                        <p:tav tm="0">
                                          <p:val>
                                            <p:strVal val="#ppt_x"/>
                                          </p:val>
                                        </p:tav>
                                        <p:tav tm="100000">
                                          <p:val>
                                            <p:strVal val="#ppt_x"/>
                                          </p:val>
                                        </p:tav>
                                      </p:tavLst>
                                    </p:anim>
                                    <p:anim calcmode="lin" valueType="num">
                                      <p:cBhvr>
                                        <p:cTn id="465" dur="650" fill="hold"/>
                                        <p:tgtEl>
                                          <p:spTgt spid="55"/>
                                        </p:tgtEl>
                                        <p:attrNameLst>
                                          <p:attrName>ppt_y</p:attrName>
                                        </p:attrNameLst>
                                      </p:cBhvr>
                                      <p:tavLst>
                                        <p:tav tm="0">
                                          <p:val>
                                            <p:strVal val="#ppt_y+.1"/>
                                          </p:val>
                                        </p:tav>
                                        <p:tav tm="100000">
                                          <p:val>
                                            <p:strVal val="#ppt_y"/>
                                          </p:val>
                                        </p:tav>
                                      </p:tavLst>
                                    </p:anim>
                                  </p:childTnLst>
                                </p:cTn>
                              </p:par>
                              <p:par>
                                <p:cTn id="466" presetID="1" presetClass="exit" presetSubtype="0" fill="hold" grpId="1" nodeType="withEffect">
                                  <p:stCondLst>
                                    <p:cond delay="420"/>
                                  </p:stCondLst>
                                  <p:childTnLst>
                                    <p:set>
                                      <p:cBhvr>
                                        <p:cTn id="467" dur="1" fill="hold">
                                          <p:stCondLst>
                                            <p:cond delay="0"/>
                                          </p:stCondLst>
                                        </p:cTn>
                                        <p:tgtEl>
                                          <p:spTgt spid="36"/>
                                        </p:tgtEl>
                                        <p:attrNameLst>
                                          <p:attrName>style.visibility</p:attrName>
                                        </p:attrNameLst>
                                      </p:cBhvr>
                                      <p:to>
                                        <p:strVal val="hidden"/>
                                      </p:to>
                                    </p:set>
                                  </p:childTnLst>
                                </p:cTn>
                              </p:par>
                              <p:par>
                                <p:cTn id="468" presetID="42" presetClass="entr" presetSubtype="0" fill="hold" grpId="0" nodeType="withEffect">
                                  <p:stCondLst>
                                    <p:cond delay="450"/>
                                  </p:stCondLst>
                                  <p:childTnLst>
                                    <p:set>
                                      <p:cBhvr>
                                        <p:cTn id="469" dur="1" fill="hold">
                                          <p:stCondLst>
                                            <p:cond delay="0"/>
                                          </p:stCondLst>
                                        </p:cTn>
                                        <p:tgtEl>
                                          <p:spTgt spid="67"/>
                                        </p:tgtEl>
                                        <p:attrNameLst>
                                          <p:attrName>style.visibility</p:attrName>
                                        </p:attrNameLst>
                                      </p:cBhvr>
                                      <p:to>
                                        <p:strVal val="visible"/>
                                      </p:to>
                                    </p:set>
                                    <p:animEffect transition="in" filter="fade">
                                      <p:cBhvr>
                                        <p:cTn id="470" dur="650"/>
                                        <p:tgtEl>
                                          <p:spTgt spid="67"/>
                                        </p:tgtEl>
                                      </p:cBhvr>
                                    </p:animEffect>
                                    <p:anim calcmode="lin" valueType="num">
                                      <p:cBhvr>
                                        <p:cTn id="471" dur="650" fill="hold"/>
                                        <p:tgtEl>
                                          <p:spTgt spid="67"/>
                                        </p:tgtEl>
                                        <p:attrNameLst>
                                          <p:attrName>ppt_x</p:attrName>
                                        </p:attrNameLst>
                                      </p:cBhvr>
                                      <p:tavLst>
                                        <p:tav tm="0">
                                          <p:val>
                                            <p:strVal val="#ppt_x"/>
                                          </p:val>
                                        </p:tav>
                                        <p:tav tm="100000">
                                          <p:val>
                                            <p:strVal val="#ppt_x"/>
                                          </p:val>
                                        </p:tav>
                                      </p:tavLst>
                                    </p:anim>
                                    <p:anim calcmode="lin" valueType="num">
                                      <p:cBhvr>
                                        <p:cTn id="472" dur="650" fill="hold"/>
                                        <p:tgtEl>
                                          <p:spTgt spid="67"/>
                                        </p:tgtEl>
                                        <p:attrNameLst>
                                          <p:attrName>ppt_y</p:attrName>
                                        </p:attrNameLst>
                                      </p:cBhvr>
                                      <p:tavLst>
                                        <p:tav tm="0">
                                          <p:val>
                                            <p:strVal val="#ppt_y+.1"/>
                                          </p:val>
                                        </p:tav>
                                        <p:tav tm="100000">
                                          <p:val>
                                            <p:strVal val="#ppt_y"/>
                                          </p:val>
                                        </p:tav>
                                      </p:tavLst>
                                    </p:anim>
                                  </p:childTnLst>
                                </p:cTn>
                              </p:par>
                              <p:par>
                                <p:cTn id="473" presetID="42" presetClass="entr" presetSubtype="0" fill="hold" grpId="0" nodeType="withEffect">
                                  <p:stCondLst>
                                    <p:cond delay="450"/>
                                  </p:stCondLst>
                                  <p:childTnLst>
                                    <p:set>
                                      <p:cBhvr>
                                        <p:cTn id="474" dur="1" fill="hold">
                                          <p:stCondLst>
                                            <p:cond delay="0"/>
                                          </p:stCondLst>
                                        </p:cTn>
                                        <p:tgtEl>
                                          <p:spTgt spid="68"/>
                                        </p:tgtEl>
                                        <p:attrNameLst>
                                          <p:attrName>style.visibility</p:attrName>
                                        </p:attrNameLst>
                                      </p:cBhvr>
                                      <p:to>
                                        <p:strVal val="visible"/>
                                      </p:to>
                                    </p:set>
                                    <p:animEffect transition="in" filter="fade">
                                      <p:cBhvr>
                                        <p:cTn id="475" dur="650"/>
                                        <p:tgtEl>
                                          <p:spTgt spid="68"/>
                                        </p:tgtEl>
                                      </p:cBhvr>
                                    </p:animEffect>
                                    <p:anim calcmode="lin" valueType="num">
                                      <p:cBhvr>
                                        <p:cTn id="476" dur="650" fill="hold"/>
                                        <p:tgtEl>
                                          <p:spTgt spid="68"/>
                                        </p:tgtEl>
                                        <p:attrNameLst>
                                          <p:attrName>ppt_x</p:attrName>
                                        </p:attrNameLst>
                                      </p:cBhvr>
                                      <p:tavLst>
                                        <p:tav tm="0">
                                          <p:val>
                                            <p:strVal val="#ppt_x"/>
                                          </p:val>
                                        </p:tav>
                                        <p:tav tm="100000">
                                          <p:val>
                                            <p:strVal val="#ppt_x"/>
                                          </p:val>
                                        </p:tav>
                                      </p:tavLst>
                                    </p:anim>
                                    <p:anim calcmode="lin" valueType="num">
                                      <p:cBhvr>
                                        <p:cTn id="477" dur="650" fill="hold"/>
                                        <p:tgtEl>
                                          <p:spTgt spid="68"/>
                                        </p:tgtEl>
                                        <p:attrNameLst>
                                          <p:attrName>ppt_y</p:attrName>
                                        </p:attrNameLst>
                                      </p:cBhvr>
                                      <p:tavLst>
                                        <p:tav tm="0">
                                          <p:val>
                                            <p:strVal val="#ppt_y+.1"/>
                                          </p:val>
                                        </p:tav>
                                        <p:tav tm="100000">
                                          <p:val>
                                            <p:strVal val="#ppt_y"/>
                                          </p:val>
                                        </p:tav>
                                      </p:tavLst>
                                    </p:anim>
                                  </p:childTnLst>
                                </p:cTn>
                              </p:par>
                              <p:par>
                                <p:cTn id="478" presetID="42" presetClass="entr" presetSubtype="0" fill="hold" grpId="0" nodeType="withEffect">
                                  <p:stCondLst>
                                    <p:cond delay="450"/>
                                  </p:stCondLst>
                                  <p:childTnLst>
                                    <p:set>
                                      <p:cBhvr>
                                        <p:cTn id="479" dur="1" fill="hold">
                                          <p:stCondLst>
                                            <p:cond delay="0"/>
                                          </p:stCondLst>
                                        </p:cTn>
                                        <p:tgtEl>
                                          <p:spTgt spid="69"/>
                                        </p:tgtEl>
                                        <p:attrNameLst>
                                          <p:attrName>style.visibility</p:attrName>
                                        </p:attrNameLst>
                                      </p:cBhvr>
                                      <p:to>
                                        <p:strVal val="visible"/>
                                      </p:to>
                                    </p:set>
                                    <p:animEffect transition="in" filter="fade">
                                      <p:cBhvr>
                                        <p:cTn id="480" dur="650"/>
                                        <p:tgtEl>
                                          <p:spTgt spid="69"/>
                                        </p:tgtEl>
                                      </p:cBhvr>
                                    </p:animEffect>
                                    <p:anim calcmode="lin" valueType="num">
                                      <p:cBhvr>
                                        <p:cTn id="481" dur="650" fill="hold"/>
                                        <p:tgtEl>
                                          <p:spTgt spid="69"/>
                                        </p:tgtEl>
                                        <p:attrNameLst>
                                          <p:attrName>ppt_x</p:attrName>
                                        </p:attrNameLst>
                                      </p:cBhvr>
                                      <p:tavLst>
                                        <p:tav tm="0">
                                          <p:val>
                                            <p:strVal val="#ppt_x"/>
                                          </p:val>
                                        </p:tav>
                                        <p:tav tm="100000">
                                          <p:val>
                                            <p:strVal val="#ppt_x"/>
                                          </p:val>
                                        </p:tav>
                                      </p:tavLst>
                                    </p:anim>
                                    <p:anim calcmode="lin" valueType="num">
                                      <p:cBhvr>
                                        <p:cTn id="482" dur="650" fill="hold"/>
                                        <p:tgtEl>
                                          <p:spTgt spid="69"/>
                                        </p:tgtEl>
                                        <p:attrNameLst>
                                          <p:attrName>ppt_y</p:attrName>
                                        </p:attrNameLst>
                                      </p:cBhvr>
                                      <p:tavLst>
                                        <p:tav tm="0">
                                          <p:val>
                                            <p:strVal val="#ppt_y+.1"/>
                                          </p:val>
                                        </p:tav>
                                        <p:tav tm="100000">
                                          <p:val>
                                            <p:strVal val="#ppt_y"/>
                                          </p:val>
                                        </p:tav>
                                      </p:tavLst>
                                    </p:anim>
                                  </p:childTnLst>
                                </p:cTn>
                              </p:par>
                              <p:par>
                                <p:cTn id="483" presetID="42" presetClass="entr" presetSubtype="0" fill="hold" grpId="0" nodeType="withEffect">
                                  <p:stCondLst>
                                    <p:cond delay="450"/>
                                  </p:stCondLst>
                                  <p:childTnLst>
                                    <p:set>
                                      <p:cBhvr>
                                        <p:cTn id="484" dur="1" fill="hold">
                                          <p:stCondLst>
                                            <p:cond delay="0"/>
                                          </p:stCondLst>
                                        </p:cTn>
                                        <p:tgtEl>
                                          <p:spTgt spid="70"/>
                                        </p:tgtEl>
                                        <p:attrNameLst>
                                          <p:attrName>style.visibility</p:attrName>
                                        </p:attrNameLst>
                                      </p:cBhvr>
                                      <p:to>
                                        <p:strVal val="visible"/>
                                      </p:to>
                                    </p:set>
                                    <p:animEffect transition="in" filter="fade">
                                      <p:cBhvr>
                                        <p:cTn id="485" dur="650"/>
                                        <p:tgtEl>
                                          <p:spTgt spid="70"/>
                                        </p:tgtEl>
                                      </p:cBhvr>
                                    </p:animEffect>
                                    <p:anim calcmode="lin" valueType="num">
                                      <p:cBhvr>
                                        <p:cTn id="486" dur="650" fill="hold"/>
                                        <p:tgtEl>
                                          <p:spTgt spid="70"/>
                                        </p:tgtEl>
                                        <p:attrNameLst>
                                          <p:attrName>ppt_x</p:attrName>
                                        </p:attrNameLst>
                                      </p:cBhvr>
                                      <p:tavLst>
                                        <p:tav tm="0">
                                          <p:val>
                                            <p:strVal val="#ppt_x"/>
                                          </p:val>
                                        </p:tav>
                                        <p:tav tm="100000">
                                          <p:val>
                                            <p:strVal val="#ppt_x"/>
                                          </p:val>
                                        </p:tav>
                                      </p:tavLst>
                                    </p:anim>
                                    <p:anim calcmode="lin" valueType="num">
                                      <p:cBhvr>
                                        <p:cTn id="487" dur="650" fill="hold"/>
                                        <p:tgtEl>
                                          <p:spTgt spid="70"/>
                                        </p:tgtEl>
                                        <p:attrNameLst>
                                          <p:attrName>ppt_y</p:attrName>
                                        </p:attrNameLst>
                                      </p:cBhvr>
                                      <p:tavLst>
                                        <p:tav tm="0">
                                          <p:val>
                                            <p:strVal val="#ppt_y+.1"/>
                                          </p:val>
                                        </p:tav>
                                        <p:tav tm="100000">
                                          <p:val>
                                            <p:strVal val="#ppt_y"/>
                                          </p:val>
                                        </p:tav>
                                      </p:tavLst>
                                    </p:anim>
                                  </p:childTnLst>
                                </p:cTn>
                              </p:par>
                              <p:par>
                                <p:cTn id="488" presetID="42" presetClass="entr" presetSubtype="0" fill="hold" grpId="0" nodeType="withEffect">
                                  <p:stCondLst>
                                    <p:cond delay="550"/>
                                  </p:stCondLst>
                                  <p:childTnLst>
                                    <p:set>
                                      <p:cBhvr>
                                        <p:cTn id="489" dur="1" fill="hold">
                                          <p:stCondLst>
                                            <p:cond delay="0"/>
                                          </p:stCondLst>
                                        </p:cTn>
                                        <p:tgtEl>
                                          <p:spTgt spid="82"/>
                                        </p:tgtEl>
                                        <p:attrNameLst>
                                          <p:attrName>style.visibility</p:attrName>
                                        </p:attrNameLst>
                                      </p:cBhvr>
                                      <p:to>
                                        <p:strVal val="visible"/>
                                      </p:to>
                                    </p:set>
                                    <p:animEffect transition="in" filter="fade">
                                      <p:cBhvr>
                                        <p:cTn id="490" dur="650"/>
                                        <p:tgtEl>
                                          <p:spTgt spid="82"/>
                                        </p:tgtEl>
                                      </p:cBhvr>
                                    </p:animEffect>
                                    <p:anim calcmode="lin" valueType="num">
                                      <p:cBhvr>
                                        <p:cTn id="491" dur="650" fill="hold"/>
                                        <p:tgtEl>
                                          <p:spTgt spid="82"/>
                                        </p:tgtEl>
                                        <p:attrNameLst>
                                          <p:attrName>ppt_x</p:attrName>
                                        </p:attrNameLst>
                                      </p:cBhvr>
                                      <p:tavLst>
                                        <p:tav tm="0">
                                          <p:val>
                                            <p:strVal val="#ppt_x"/>
                                          </p:val>
                                        </p:tav>
                                        <p:tav tm="100000">
                                          <p:val>
                                            <p:strVal val="#ppt_x"/>
                                          </p:val>
                                        </p:tav>
                                      </p:tavLst>
                                    </p:anim>
                                    <p:anim calcmode="lin" valueType="num">
                                      <p:cBhvr>
                                        <p:cTn id="492" dur="650" fill="hold"/>
                                        <p:tgtEl>
                                          <p:spTgt spid="82"/>
                                        </p:tgtEl>
                                        <p:attrNameLst>
                                          <p:attrName>ppt_y</p:attrName>
                                        </p:attrNameLst>
                                      </p:cBhvr>
                                      <p:tavLst>
                                        <p:tav tm="0">
                                          <p:val>
                                            <p:strVal val="#ppt_y+.1"/>
                                          </p:val>
                                        </p:tav>
                                        <p:tav tm="100000">
                                          <p:val>
                                            <p:strVal val="#ppt_y"/>
                                          </p:val>
                                        </p:tav>
                                      </p:tavLst>
                                    </p:anim>
                                  </p:childTnLst>
                                </p:cTn>
                              </p:par>
                              <p:par>
                                <p:cTn id="493" presetID="42" presetClass="entr" presetSubtype="0" fill="hold" grpId="0" nodeType="withEffect">
                                  <p:stCondLst>
                                    <p:cond delay="550"/>
                                  </p:stCondLst>
                                  <p:childTnLst>
                                    <p:set>
                                      <p:cBhvr>
                                        <p:cTn id="494" dur="1" fill="hold">
                                          <p:stCondLst>
                                            <p:cond delay="0"/>
                                          </p:stCondLst>
                                        </p:cTn>
                                        <p:tgtEl>
                                          <p:spTgt spid="83"/>
                                        </p:tgtEl>
                                        <p:attrNameLst>
                                          <p:attrName>style.visibility</p:attrName>
                                        </p:attrNameLst>
                                      </p:cBhvr>
                                      <p:to>
                                        <p:strVal val="visible"/>
                                      </p:to>
                                    </p:set>
                                    <p:animEffect transition="in" filter="fade">
                                      <p:cBhvr>
                                        <p:cTn id="495" dur="650"/>
                                        <p:tgtEl>
                                          <p:spTgt spid="83"/>
                                        </p:tgtEl>
                                      </p:cBhvr>
                                    </p:animEffect>
                                    <p:anim calcmode="lin" valueType="num">
                                      <p:cBhvr>
                                        <p:cTn id="496" dur="650" fill="hold"/>
                                        <p:tgtEl>
                                          <p:spTgt spid="83"/>
                                        </p:tgtEl>
                                        <p:attrNameLst>
                                          <p:attrName>ppt_x</p:attrName>
                                        </p:attrNameLst>
                                      </p:cBhvr>
                                      <p:tavLst>
                                        <p:tav tm="0">
                                          <p:val>
                                            <p:strVal val="#ppt_x"/>
                                          </p:val>
                                        </p:tav>
                                        <p:tav tm="100000">
                                          <p:val>
                                            <p:strVal val="#ppt_x"/>
                                          </p:val>
                                        </p:tav>
                                      </p:tavLst>
                                    </p:anim>
                                    <p:anim calcmode="lin" valueType="num">
                                      <p:cBhvr>
                                        <p:cTn id="497" dur="650" fill="hold"/>
                                        <p:tgtEl>
                                          <p:spTgt spid="83"/>
                                        </p:tgtEl>
                                        <p:attrNameLst>
                                          <p:attrName>ppt_y</p:attrName>
                                        </p:attrNameLst>
                                      </p:cBhvr>
                                      <p:tavLst>
                                        <p:tav tm="0">
                                          <p:val>
                                            <p:strVal val="#ppt_y+.1"/>
                                          </p:val>
                                        </p:tav>
                                        <p:tav tm="100000">
                                          <p:val>
                                            <p:strVal val="#ppt_y"/>
                                          </p:val>
                                        </p:tav>
                                      </p:tavLst>
                                    </p:anim>
                                  </p:childTnLst>
                                </p:cTn>
                              </p:par>
                              <p:par>
                                <p:cTn id="498" presetID="42" presetClass="entr" presetSubtype="0" fill="hold" grpId="0" nodeType="withEffect">
                                  <p:stCondLst>
                                    <p:cond delay="550"/>
                                  </p:stCondLst>
                                  <p:childTnLst>
                                    <p:set>
                                      <p:cBhvr>
                                        <p:cTn id="499" dur="1" fill="hold">
                                          <p:stCondLst>
                                            <p:cond delay="0"/>
                                          </p:stCondLst>
                                        </p:cTn>
                                        <p:tgtEl>
                                          <p:spTgt spid="84"/>
                                        </p:tgtEl>
                                        <p:attrNameLst>
                                          <p:attrName>style.visibility</p:attrName>
                                        </p:attrNameLst>
                                      </p:cBhvr>
                                      <p:to>
                                        <p:strVal val="visible"/>
                                      </p:to>
                                    </p:set>
                                    <p:animEffect transition="in" filter="fade">
                                      <p:cBhvr>
                                        <p:cTn id="500" dur="650"/>
                                        <p:tgtEl>
                                          <p:spTgt spid="84"/>
                                        </p:tgtEl>
                                      </p:cBhvr>
                                    </p:animEffect>
                                    <p:anim calcmode="lin" valueType="num">
                                      <p:cBhvr>
                                        <p:cTn id="501" dur="650" fill="hold"/>
                                        <p:tgtEl>
                                          <p:spTgt spid="84"/>
                                        </p:tgtEl>
                                        <p:attrNameLst>
                                          <p:attrName>ppt_x</p:attrName>
                                        </p:attrNameLst>
                                      </p:cBhvr>
                                      <p:tavLst>
                                        <p:tav tm="0">
                                          <p:val>
                                            <p:strVal val="#ppt_x"/>
                                          </p:val>
                                        </p:tav>
                                        <p:tav tm="100000">
                                          <p:val>
                                            <p:strVal val="#ppt_x"/>
                                          </p:val>
                                        </p:tav>
                                      </p:tavLst>
                                    </p:anim>
                                    <p:anim calcmode="lin" valueType="num">
                                      <p:cBhvr>
                                        <p:cTn id="502" dur="650" fill="hold"/>
                                        <p:tgtEl>
                                          <p:spTgt spid="84"/>
                                        </p:tgtEl>
                                        <p:attrNameLst>
                                          <p:attrName>ppt_y</p:attrName>
                                        </p:attrNameLst>
                                      </p:cBhvr>
                                      <p:tavLst>
                                        <p:tav tm="0">
                                          <p:val>
                                            <p:strVal val="#ppt_y+.1"/>
                                          </p:val>
                                        </p:tav>
                                        <p:tav tm="100000">
                                          <p:val>
                                            <p:strVal val="#ppt_y"/>
                                          </p:val>
                                        </p:tav>
                                      </p:tavLst>
                                    </p:anim>
                                  </p:childTnLst>
                                </p:cTn>
                              </p:par>
                              <p:par>
                                <p:cTn id="503" presetID="42" presetClass="entr" presetSubtype="0" fill="hold" grpId="0" nodeType="withEffect">
                                  <p:stCondLst>
                                    <p:cond delay="550"/>
                                  </p:stCondLst>
                                  <p:childTnLst>
                                    <p:set>
                                      <p:cBhvr>
                                        <p:cTn id="504" dur="1" fill="hold">
                                          <p:stCondLst>
                                            <p:cond delay="0"/>
                                          </p:stCondLst>
                                        </p:cTn>
                                        <p:tgtEl>
                                          <p:spTgt spid="85"/>
                                        </p:tgtEl>
                                        <p:attrNameLst>
                                          <p:attrName>style.visibility</p:attrName>
                                        </p:attrNameLst>
                                      </p:cBhvr>
                                      <p:to>
                                        <p:strVal val="visible"/>
                                      </p:to>
                                    </p:set>
                                    <p:animEffect transition="in" filter="fade">
                                      <p:cBhvr>
                                        <p:cTn id="505" dur="650"/>
                                        <p:tgtEl>
                                          <p:spTgt spid="85"/>
                                        </p:tgtEl>
                                      </p:cBhvr>
                                    </p:animEffect>
                                    <p:anim calcmode="lin" valueType="num">
                                      <p:cBhvr>
                                        <p:cTn id="506" dur="650" fill="hold"/>
                                        <p:tgtEl>
                                          <p:spTgt spid="85"/>
                                        </p:tgtEl>
                                        <p:attrNameLst>
                                          <p:attrName>ppt_x</p:attrName>
                                        </p:attrNameLst>
                                      </p:cBhvr>
                                      <p:tavLst>
                                        <p:tav tm="0">
                                          <p:val>
                                            <p:strVal val="#ppt_x"/>
                                          </p:val>
                                        </p:tav>
                                        <p:tav tm="100000">
                                          <p:val>
                                            <p:strVal val="#ppt_x"/>
                                          </p:val>
                                        </p:tav>
                                      </p:tavLst>
                                    </p:anim>
                                    <p:anim calcmode="lin" valueType="num">
                                      <p:cBhvr>
                                        <p:cTn id="507" dur="650" fill="hold"/>
                                        <p:tgtEl>
                                          <p:spTgt spid="85"/>
                                        </p:tgtEl>
                                        <p:attrNameLst>
                                          <p:attrName>ppt_y</p:attrName>
                                        </p:attrNameLst>
                                      </p:cBhvr>
                                      <p:tavLst>
                                        <p:tav tm="0">
                                          <p:val>
                                            <p:strVal val="#ppt_y+.1"/>
                                          </p:val>
                                        </p:tav>
                                        <p:tav tm="100000">
                                          <p:val>
                                            <p:strVal val="#ppt_y"/>
                                          </p:val>
                                        </p:tav>
                                      </p:tavLst>
                                    </p:anim>
                                  </p:childTnLst>
                                </p:cTn>
                              </p:par>
                              <p:par>
                                <p:cTn id="508" presetID="42" presetClass="entr" presetSubtype="0" fill="hold" grpId="0" nodeType="withEffect">
                                  <p:stCondLst>
                                    <p:cond delay="650"/>
                                  </p:stCondLst>
                                  <p:childTnLst>
                                    <p:set>
                                      <p:cBhvr>
                                        <p:cTn id="509" dur="1" fill="hold">
                                          <p:stCondLst>
                                            <p:cond delay="0"/>
                                          </p:stCondLst>
                                        </p:cTn>
                                        <p:tgtEl>
                                          <p:spTgt spid="97"/>
                                        </p:tgtEl>
                                        <p:attrNameLst>
                                          <p:attrName>style.visibility</p:attrName>
                                        </p:attrNameLst>
                                      </p:cBhvr>
                                      <p:to>
                                        <p:strVal val="visible"/>
                                      </p:to>
                                    </p:set>
                                    <p:animEffect transition="in" filter="fade">
                                      <p:cBhvr>
                                        <p:cTn id="510" dur="650"/>
                                        <p:tgtEl>
                                          <p:spTgt spid="97"/>
                                        </p:tgtEl>
                                      </p:cBhvr>
                                    </p:animEffect>
                                    <p:anim calcmode="lin" valueType="num">
                                      <p:cBhvr>
                                        <p:cTn id="511" dur="650" fill="hold"/>
                                        <p:tgtEl>
                                          <p:spTgt spid="97"/>
                                        </p:tgtEl>
                                        <p:attrNameLst>
                                          <p:attrName>ppt_x</p:attrName>
                                        </p:attrNameLst>
                                      </p:cBhvr>
                                      <p:tavLst>
                                        <p:tav tm="0">
                                          <p:val>
                                            <p:strVal val="#ppt_x"/>
                                          </p:val>
                                        </p:tav>
                                        <p:tav tm="100000">
                                          <p:val>
                                            <p:strVal val="#ppt_x"/>
                                          </p:val>
                                        </p:tav>
                                      </p:tavLst>
                                    </p:anim>
                                    <p:anim calcmode="lin" valueType="num">
                                      <p:cBhvr>
                                        <p:cTn id="512" dur="650" fill="hold"/>
                                        <p:tgtEl>
                                          <p:spTgt spid="97"/>
                                        </p:tgtEl>
                                        <p:attrNameLst>
                                          <p:attrName>ppt_y</p:attrName>
                                        </p:attrNameLst>
                                      </p:cBhvr>
                                      <p:tavLst>
                                        <p:tav tm="0">
                                          <p:val>
                                            <p:strVal val="#ppt_y+.1"/>
                                          </p:val>
                                        </p:tav>
                                        <p:tav tm="100000">
                                          <p:val>
                                            <p:strVal val="#ppt_y"/>
                                          </p:val>
                                        </p:tav>
                                      </p:tavLst>
                                    </p:anim>
                                  </p:childTnLst>
                                </p:cTn>
                              </p:par>
                              <p:par>
                                <p:cTn id="513" presetID="42" presetClass="entr" presetSubtype="0" fill="hold" grpId="0" nodeType="withEffect">
                                  <p:stCondLst>
                                    <p:cond delay="650"/>
                                  </p:stCondLst>
                                  <p:childTnLst>
                                    <p:set>
                                      <p:cBhvr>
                                        <p:cTn id="514" dur="1" fill="hold">
                                          <p:stCondLst>
                                            <p:cond delay="0"/>
                                          </p:stCondLst>
                                        </p:cTn>
                                        <p:tgtEl>
                                          <p:spTgt spid="98"/>
                                        </p:tgtEl>
                                        <p:attrNameLst>
                                          <p:attrName>style.visibility</p:attrName>
                                        </p:attrNameLst>
                                      </p:cBhvr>
                                      <p:to>
                                        <p:strVal val="visible"/>
                                      </p:to>
                                    </p:set>
                                    <p:animEffect transition="in" filter="fade">
                                      <p:cBhvr>
                                        <p:cTn id="515" dur="650"/>
                                        <p:tgtEl>
                                          <p:spTgt spid="98"/>
                                        </p:tgtEl>
                                      </p:cBhvr>
                                    </p:animEffect>
                                    <p:anim calcmode="lin" valueType="num">
                                      <p:cBhvr>
                                        <p:cTn id="516" dur="650" fill="hold"/>
                                        <p:tgtEl>
                                          <p:spTgt spid="98"/>
                                        </p:tgtEl>
                                        <p:attrNameLst>
                                          <p:attrName>ppt_x</p:attrName>
                                        </p:attrNameLst>
                                      </p:cBhvr>
                                      <p:tavLst>
                                        <p:tav tm="0">
                                          <p:val>
                                            <p:strVal val="#ppt_x"/>
                                          </p:val>
                                        </p:tav>
                                        <p:tav tm="100000">
                                          <p:val>
                                            <p:strVal val="#ppt_x"/>
                                          </p:val>
                                        </p:tav>
                                      </p:tavLst>
                                    </p:anim>
                                    <p:anim calcmode="lin" valueType="num">
                                      <p:cBhvr>
                                        <p:cTn id="517" dur="650" fill="hold"/>
                                        <p:tgtEl>
                                          <p:spTgt spid="98"/>
                                        </p:tgtEl>
                                        <p:attrNameLst>
                                          <p:attrName>ppt_y</p:attrName>
                                        </p:attrNameLst>
                                      </p:cBhvr>
                                      <p:tavLst>
                                        <p:tav tm="0">
                                          <p:val>
                                            <p:strVal val="#ppt_y+.1"/>
                                          </p:val>
                                        </p:tav>
                                        <p:tav tm="100000">
                                          <p:val>
                                            <p:strVal val="#ppt_y"/>
                                          </p:val>
                                        </p:tav>
                                      </p:tavLst>
                                    </p:anim>
                                  </p:childTnLst>
                                </p:cTn>
                              </p:par>
                              <p:par>
                                <p:cTn id="518" presetID="42" presetClass="entr" presetSubtype="0" fill="hold" grpId="0" nodeType="withEffect">
                                  <p:stCondLst>
                                    <p:cond delay="650"/>
                                  </p:stCondLst>
                                  <p:childTnLst>
                                    <p:set>
                                      <p:cBhvr>
                                        <p:cTn id="519" dur="1" fill="hold">
                                          <p:stCondLst>
                                            <p:cond delay="0"/>
                                          </p:stCondLst>
                                        </p:cTn>
                                        <p:tgtEl>
                                          <p:spTgt spid="99"/>
                                        </p:tgtEl>
                                        <p:attrNameLst>
                                          <p:attrName>style.visibility</p:attrName>
                                        </p:attrNameLst>
                                      </p:cBhvr>
                                      <p:to>
                                        <p:strVal val="visible"/>
                                      </p:to>
                                    </p:set>
                                    <p:animEffect transition="in" filter="fade">
                                      <p:cBhvr>
                                        <p:cTn id="520" dur="650"/>
                                        <p:tgtEl>
                                          <p:spTgt spid="99"/>
                                        </p:tgtEl>
                                      </p:cBhvr>
                                    </p:animEffect>
                                    <p:anim calcmode="lin" valueType="num">
                                      <p:cBhvr>
                                        <p:cTn id="521" dur="650" fill="hold"/>
                                        <p:tgtEl>
                                          <p:spTgt spid="99"/>
                                        </p:tgtEl>
                                        <p:attrNameLst>
                                          <p:attrName>ppt_x</p:attrName>
                                        </p:attrNameLst>
                                      </p:cBhvr>
                                      <p:tavLst>
                                        <p:tav tm="0">
                                          <p:val>
                                            <p:strVal val="#ppt_x"/>
                                          </p:val>
                                        </p:tav>
                                        <p:tav tm="100000">
                                          <p:val>
                                            <p:strVal val="#ppt_x"/>
                                          </p:val>
                                        </p:tav>
                                      </p:tavLst>
                                    </p:anim>
                                    <p:anim calcmode="lin" valueType="num">
                                      <p:cBhvr>
                                        <p:cTn id="522" dur="650" fill="hold"/>
                                        <p:tgtEl>
                                          <p:spTgt spid="99"/>
                                        </p:tgtEl>
                                        <p:attrNameLst>
                                          <p:attrName>ppt_y</p:attrName>
                                        </p:attrNameLst>
                                      </p:cBhvr>
                                      <p:tavLst>
                                        <p:tav tm="0">
                                          <p:val>
                                            <p:strVal val="#ppt_y+.1"/>
                                          </p:val>
                                        </p:tav>
                                        <p:tav tm="100000">
                                          <p:val>
                                            <p:strVal val="#ppt_y"/>
                                          </p:val>
                                        </p:tav>
                                      </p:tavLst>
                                    </p:anim>
                                  </p:childTnLst>
                                </p:cTn>
                              </p:par>
                              <p:par>
                                <p:cTn id="523" presetID="42" presetClass="entr" presetSubtype="0" fill="hold" grpId="0" nodeType="withEffect">
                                  <p:stCondLst>
                                    <p:cond delay="650"/>
                                  </p:stCondLst>
                                  <p:childTnLst>
                                    <p:set>
                                      <p:cBhvr>
                                        <p:cTn id="524" dur="1" fill="hold">
                                          <p:stCondLst>
                                            <p:cond delay="0"/>
                                          </p:stCondLst>
                                        </p:cTn>
                                        <p:tgtEl>
                                          <p:spTgt spid="100"/>
                                        </p:tgtEl>
                                        <p:attrNameLst>
                                          <p:attrName>style.visibility</p:attrName>
                                        </p:attrNameLst>
                                      </p:cBhvr>
                                      <p:to>
                                        <p:strVal val="visible"/>
                                      </p:to>
                                    </p:set>
                                    <p:animEffect transition="in" filter="fade">
                                      <p:cBhvr>
                                        <p:cTn id="525" dur="650"/>
                                        <p:tgtEl>
                                          <p:spTgt spid="100"/>
                                        </p:tgtEl>
                                      </p:cBhvr>
                                    </p:animEffect>
                                    <p:anim calcmode="lin" valueType="num">
                                      <p:cBhvr>
                                        <p:cTn id="526" dur="650" fill="hold"/>
                                        <p:tgtEl>
                                          <p:spTgt spid="100"/>
                                        </p:tgtEl>
                                        <p:attrNameLst>
                                          <p:attrName>ppt_x</p:attrName>
                                        </p:attrNameLst>
                                      </p:cBhvr>
                                      <p:tavLst>
                                        <p:tav tm="0">
                                          <p:val>
                                            <p:strVal val="#ppt_x"/>
                                          </p:val>
                                        </p:tav>
                                        <p:tav tm="100000">
                                          <p:val>
                                            <p:strVal val="#ppt_x"/>
                                          </p:val>
                                        </p:tav>
                                      </p:tavLst>
                                    </p:anim>
                                    <p:anim calcmode="lin" valueType="num">
                                      <p:cBhvr>
                                        <p:cTn id="527" dur="650" fill="hold"/>
                                        <p:tgtEl>
                                          <p:spTgt spid="100"/>
                                        </p:tgtEl>
                                        <p:attrNameLst>
                                          <p:attrName>ppt_y</p:attrName>
                                        </p:attrNameLst>
                                      </p:cBhvr>
                                      <p:tavLst>
                                        <p:tav tm="0">
                                          <p:val>
                                            <p:strVal val="#ppt_y+.1"/>
                                          </p:val>
                                        </p:tav>
                                        <p:tav tm="100000">
                                          <p:val>
                                            <p:strVal val="#ppt_y"/>
                                          </p:val>
                                        </p:tav>
                                      </p:tavLst>
                                    </p:anim>
                                  </p:childTnLst>
                                </p:cTn>
                              </p:par>
                              <p:par>
                                <p:cTn id="528" presetID="42" presetClass="entr" presetSubtype="0" fill="hold" grpId="0" nodeType="withEffect">
                                  <p:stCondLst>
                                    <p:cond delay="750"/>
                                  </p:stCondLst>
                                  <p:childTnLst>
                                    <p:set>
                                      <p:cBhvr>
                                        <p:cTn id="529" dur="1" fill="hold">
                                          <p:stCondLst>
                                            <p:cond delay="0"/>
                                          </p:stCondLst>
                                        </p:cTn>
                                        <p:tgtEl>
                                          <p:spTgt spid="112"/>
                                        </p:tgtEl>
                                        <p:attrNameLst>
                                          <p:attrName>style.visibility</p:attrName>
                                        </p:attrNameLst>
                                      </p:cBhvr>
                                      <p:to>
                                        <p:strVal val="visible"/>
                                      </p:to>
                                    </p:set>
                                    <p:animEffect transition="in" filter="fade">
                                      <p:cBhvr>
                                        <p:cTn id="530" dur="650"/>
                                        <p:tgtEl>
                                          <p:spTgt spid="112"/>
                                        </p:tgtEl>
                                      </p:cBhvr>
                                    </p:animEffect>
                                    <p:anim calcmode="lin" valueType="num">
                                      <p:cBhvr>
                                        <p:cTn id="531" dur="650" fill="hold"/>
                                        <p:tgtEl>
                                          <p:spTgt spid="112"/>
                                        </p:tgtEl>
                                        <p:attrNameLst>
                                          <p:attrName>ppt_x</p:attrName>
                                        </p:attrNameLst>
                                      </p:cBhvr>
                                      <p:tavLst>
                                        <p:tav tm="0">
                                          <p:val>
                                            <p:strVal val="#ppt_x"/>
                                          </p:val>
                                        </p:tav>
                                        <p:tav tm="100000">
                                          <p:val>
                                            <p:strVal val="#ppt_x"/>
                                          </p:val>
                                        </p:tav>
                                      </p:tavLst>
                                    </p:anim>
                                    <p:anim calcmode="lin" valueType="num">
                                      <p:cBhvr>
                                        <p:cTn id="532" dur="650" fill="hold"/>
                                        <p:tgtEl>
                                          <p:spTgt spid="112"/>
                                        </p:tgtEl>
                                        <p:attrNameLst>
                                          <p:attrName>ppt_y</p:attrName>
                                        </p:attrNameLst>
                                      </p:cBhvr>
                                      <p:tavLst>
                                        <p:tav tm="0">
                                          <p:val>
                                            <p:strVal val="#ppt_y+.1"/>
                                          </p:val>
                                        </p:tav>
                                        <p:tav tm="100000">
                                          <p:val>
                                            <p:strVal val="#ppt_y"/>
                                          </p:val>
                                        </p:tav>
                                      </p:tavLst>
                                    </p:anim>
                                  </p:childTnLst>
                                </p:cTn>
                              </p:par>
                              <p:par>
                                <p:cTn id="533" presetID="42" presetClass="entr" presetSubtype="0" fill="hold" grpId="0" nodeType="withEffect">
                                  <p:stCondLst>
                                    <p:cond delay="750"/>
                                  </p:stCondLst>
                                  <p:childTnLst>
                                    <p:set>
                                      <p:cBhvr>
                                        <p:cTn id="534" dur="1" fill="hold">
                                          <p:stCondLst>
                                            <p:cond delay="0"/>
                                          </p:stCondLst>
                                        </p:cTn>
                                        <p:tgtEl>
                                          <p:spTgt spid="113"/>
                                        </p:tgtEl>
                                        <p:attrNameLst>
                                          <p:attrName>style.visibility</p:attrName>
                                        </p:attrNameLst>
                                      </p:cBhvr>
                                      <p:to>
                                        <p:strVal val="visible"/>
                                      </p:to>
                                    </p:set>
                                    <p:animEffect transition="in" filter="fade">
                                      <p:cBhvr>
                                        <p:cTn id="535" dur="650"/>
                                        <p:tgtEl>
                                          <p:spTgt spid="113"/>
                                        </p:tgtEl>
                                      </p:cBhvr>
                                    </p:animEffect>
                                    <p:anim calcmode="lin" valueType="num">
                                      <p:cBhvr>
                                        <p:cTn id="536" dur="650" fill="hold"/>
                                        <p:tgtEl>
                                          <p:spTgt spid="113"/>
                                        </p:tgtEl>
                                        <p:attrNameLst>
                                          <p:attrName>ppt_x</p:attrName>
                                        </p:attrNameLst>
                                      </p:cBhvr>
                                      <p:tavLst>
                                        <p:tav tm="0">
                                          <p:val>
                                            <p:strVal val="#ppt_x"/>
                                          </p:val>
                                        </p:tav>
                                        <p:tav tm="100000">
                                          <p:val>
                                            <p:strVal val="#ppt_x"/>
                                          </p:val>
                                        </p:tav>
                                      </p:tavLst>
                                    </p:anim>
                                    <p:anim calcmode="lin" valueType="num">
                                      <p:cBhvr>
                                        <p:cTn id="537" dur="650" fill="hold"/>
                                        <p:tgtEl>
                                          <p:spTgt spid="113"/>
                                        </p:tgtEl>
                                        <p:attrNameLst>
                                          <p:attrName>ppt_y</p:attrName>
                                        </p:attrNameLst>
                                      </p:cBhvr>
                                      <p:tavLst>
                                        <p:tav tm="0">
                                          <p:val>
                                            <p:strVal val="#ppt_y+.1"/>
                                          </p:val>
                                        </p:tav>
                                        <p:tav tm="100000">
                                          <p:val>
                                            <p:strVal val="#ppt_y"/>
                                          </p:val>
                                        </p:tav>
                                      </p:tavLst>
                                    </p:anim>
                                  </p:childTnLst>
                                </p:cTn>
                              </p:par>
                              <p:par>
                                <p:cTn id="538" presetID="42" presetClass="entr" presetSubtype="0" fill="hold" grpId="0" nodeType="withEffect">
                                  <p:stCondLst>
                                    <p:cond delay="750"/>
                                  </p:stCondLst>
                                  <p:childTnLst>
                                    <p:set>
                                      <p:cBhvr>
                                        <p:cTn id="539" dur="1" fill="hold">
                                          <p:stCondLst>
                                            <p:cond delay="0"/>
                                          </p:stCondLst>
                                        </p:cTn>
                                        <p:tgtEl>
                                          <p:spTgt spid="114"/>
                                        </p:tgtEl>
                                        <p:attrNameLst>
                                          <p:attrName>style.visibility</p:attrName>
                                        </p:attrNameLst>
                                      </p:cBhvr>
                                      <p:to>
                                        <p:strVal val="visible"/>
                                      </p:to>
                                    </p:set>
                                    <p:animEffect transition="in" filter="fade">
                                      <p:cBhvr>
                                        <p:cTn id="540" dur="650"/>
                                        <p:tgtEl>
                                          <p:spTgt spid="114"/>
                                        </p:tgtEl>
                                      </p:cBhvr>
                                    </p:animEffect>
                                    <p:anim calcmode="lin" valueType="num">
                                      <p:cBhvr>
                                        <p:cTn id="541" dur="650" fill="hold"/>
                                        <p:tgtEl>
                                          <p:spTgt spid="114"/>
                                        </p:tgtEl>
                                        <p:attrNameLst>
                                          <p:attrName>ppt_x</p:attrName>
                                        </p:attrNameLst>
                                      </p:cBhvr>
                                      <p:tavLst>
                                        <p:tav tm="0">
                                          <p:val>
                                            <p:strVal val="#ppt_x"/>
                                          </p:val>
                                        </p:tav>
                                        <p:tav tm="100000">
                                          <p:val>
                                            <p:strVal val="#ppt_x"/>
                                          </p:val>
                                        </p:tav>
                                      </p:tavLst>
                                    </p:anim>
                                    <p:anim calcmode="lin" valueType="num">
                                      <p:cBhvr>
                                        <p:cTn id="542" dur="650" fill="hold"/>
                                        <p:tgtEl>
                                          <p:spTgt spid="114"/>
                                        </p:tgtEl>
                                        <p:attrNameLst>
                                          <p:attrName>ppt_y</p:attrName>
                                        </p:attrNameLst>
                                      </p:cBhvr>
                                      <p:tavLst>
                                        <p:tav tm="0">
                                          <p:val>
                                            <p:strVal val="#ppt_y+.1"/>
                                          </p:val>
                                        </p:tav>
                                        <p:tav tm="100000">
                                          <p:val>
                                            <p:strVal val="#ppt_y"/>
                                          </p:val>
                                        </p:tav>
                                      </p:tavLst>
                                    </p:anim>
                                  </p:childTnLst>
                                </p:cTn>
                              </p:par>
                              <p:par>
                                <p:cTn id="543" presetID="42" presetClass="entr" presetSubtype="0" fill="hold" grpId="0" nodeType="withEffect">
                                  <p:stCondLst>
                                    <p:cond delay="750"/>
                                  </p:stCondLst>
                                  <p:childTnLst>
                                    <p:set>
                                      <p:cBhvr>
                                        <p:cTn id="544" dur="1" fill="hold">
                                          <p:stCondLst>
                                            <p:cond delay="0"/>
                                          </p:stCondLst>
                                        </p:cTn>
                                        <p:tgtEl>
                                          <p:spTgt spid="115"/>
                                        </p:tgtEl>
                                        <p:attrNameLst>
                                          <p:attrName>style.visibility</p:attrName>
                                        </p:attrNameLst>
                                      </p:cBhvr>
                                      <p:to>
                                        <p:strVal val="visible"/>
                                      </p:to>
                                    </p:set>
                                    <p:animEffect transition="in" filter="fade">
                                      <p:cBhvr>
                                        <p:cTn id="545" dur="650"/>
                                        <p:tgtEl>
                                          <p:spTgt spid="115"/>
                                        </p:tgtEl>
                                      </p:cBhvr>
                                    </p:animEffect>
                                    <p:anim calcmode="lin" valueType="num">
                                      <p:cBhvr>
                                        <p:cTn id="546" dur="650" fill="hold"/>
                                        <p:tgtEl>
                                          <p:spTgt spid="115"/>
                                        </p:tgtEl>
                                        <p:attrNameLst>
                                          <p:attrName>ppt_x</p:attrName>
                                        </p:attrNameLst>
                                      </p:cBhvr>
                                      <p:tavLst>
                                        <p:tav tm="0">
                                          <p:val>
                                            <p:strVal val="#ppt_x"/>
                                          </p:val>
                                        </p:tav>
                                        <p:tav tm="100000">
                                          <p:val>
                                            <p:strVal val="#ppt_x"/>
                                          </p:val>
                                        </p:tav>
                                      </p:tavLst>
                                    </p:anim>
                                    <p:anim calcmode="lin" valueType="num">
                                      <p:cBhvr>
                                        <p:cTn id="547" dur="650" fill="hold"/>
                                        <p:tgtEl>
                                          <p:spTgt spid="115"/>
                                        </p:tgtEl>
                                        <p:attrNameLst>
                                          <p:attrName>ppt_y</p:attrName>
                                        </p:attrNameLst>
                                      </p:cBhvr>
                                      <p:tavLst>
                                        <p:tav tm="0">
                                          <p:val>
                                            <p:strVal val="#ppt_y+.1"/>
                                          </p:val>
                                        </p:tav>
                                        <p:tav tm="100000">
                                          <p:val>
                                            <p:strVal val="#ppt_y"/>
                                          </p:val>
                                        </p:tav>
                                      </p:tavLst>
                                    </p:anim>
                                  </p:childTnLst>
                                </p:cTn>
                              </p:par>
                              <p:par>
                                <p:cTn id="548" presetID="53" presetClass="entr" presetSubtype="16" fill="hold" grpId="0" nodeType="withEffect">
                                  <p:stCondLst>
                                    <p:cond delay="850"/>
                                  </p:stCondLst>
                                  <p:childTnLst>
                                    <p:set>
                                      <p:cBhvr>
                                        <p:cTn id="549" dur="1" fill="hold">
                                          <p:stCondLst>
                                            <p:cond delay="0"/>
                                          </p:stCondLst>
                                        </p:cTn>
                                        <p:tgtEl>
                                          <p:spTgt spid="116"/>
                                        </p:tgtEl>
                                        <p:attrNameLst>
                                          <p:attrName>style.visibility</p:attrName>
                                        </p:attrNameLst>
                                      </p:cBhvr>
                                      <p:to>
                                        <p:strVal val="visible"/>
                                      </p:to>
                                    </p:set>
                                    <p:anim calcmode="lin" valueType="num">
                                      <p:cBhvr>
                                        <p:cTn id="550" dur="750" fill="hold"/>
                                        <p:tgtEl>
                                          <p:spTgt spid="116"/>
                                        </p:tgtEl>
                                        <p:attrNameLst>
                                          <p:attrName>ppt_w</p:attrName>
                                        </p:attrNameLst>
                                      </p:cBhvr>
                                      <p:tavLst>
                                        <p:tav tm="0">
                                          <p:val>
                                            <p:fltVal val="0"/>
                                          </p:val>
                                        </p:tav>
                                        <p:tav tm="100000">
                                          <p:val>
                                            <p:strVal val="#ppt_w"/>
                                          </p:val>
                                        </p:tav>
                                      </p:tavLst>
                                    </p:anim>
                                    <p:anim calcmode="lin" valueType="num">
                                      <p:cBhvr>
                                        <p:cTn id="551" dur="750" fill="hold"/>
                                        <p:tgtEl>
                                          <p:spTgt spid="116"/>
                                        </p:tgtEl>
                                        <p:attrNameLst>
                                          <p:attrName>ppt_h</p:attrName>
                                        </p:attrNameLst>
                                      </p:cBhvr>
                                      <p:tavLst>
                                        <p:tav tm="0">
                                          <p:val>
                                            <p:fltVal val="0"/>
                                          </p:val>
                                        </p:tav>
                                        <p:tav tm="100000">
                                          <p:val>
                                            <p:strVal val="#ppt_h"/>
                                          </p:val>
                                        </p:tav>
                                      </p:tavLst>
                                    </p:anim>
                                    <p:animEffect transition="in" filter="fade">
                                      <p:cBhvr>
                                        <p:cTn id="552" dur="750"/>
                                        <p:tgtEl>
                                          <p:spTgt spid="116"/>
                                        </p:tgtEl>
                                      </p:cBhvr>
                                    </p:animEffect>
                                  </p:childTnLst>
                                </p:cTn>
                              </p:par>
                              <p:par>
                                <p:cTn id="553" presetID="53" presetClass="entr" presetSubtype="16" fill="hold" nodeType="withEffect">
                                  <p:stCondLst>
                                    <p:cond delay="850"/>
                                  </p:stCondLst>
                                  <p:childTnLst>
                                    <p:set>
                                      <p:cBhvr>
                                        <p:cTn id="554" dur="1" fill="hold">
                                          <p:stCondLst>
                                            <p:cond delay="0"/>
                                          </p:stCondLst>
                                        </p:cTn>
                                        <p:tgtEl>
                                          <p:spTgt spid="117"/>
                                        </p:tgtEl>
                                        <p:attrNameLst>
                                          <p:attrName>style.visibility</p:attrName>
                                        </p:attrNameLst>
                                      </p:cBhvr>
                                      <p:to>
                                        <p:strVal val="visible"/>
                                      </p:to>
                                    </p:set>
                                    <p:anim calcmode="lin" valueType="num">
                                      <p:cBhvr>
                                        <p:cTn id="555" dur="750" fill="hold"/>
                                        <p:tgtEl>
                                          <p:spTgt spid="117"/>
                                        </p:tgtEl>
                                        <p:attrNameLst>
                                          <p:attrName>ppt_w</p:attrName>
                                        </p:attrNameLst>
                                      </p:cBhvr>
                                      <p:tavLst>
                                        <p:tav tm="0">
                                          <p:val>
                                            <p:fltVal val="0"/>
                                          </p:val>
                                        </p:tav>
                                        <p:tav tm="100000">
                                          <p:val>
                                            <p:strVal val="#ppt_w"/>
                                          </p:val>
                                        </p:tav>
                                      </p:tavLst>
                                    </p:anim>
                                    <p:anim calcmode="lin" valueType="num">
                                      <p:cBhvr>
                                        <p:cTn id="556" dur="750" fill="hold"/>
                                        <p:tgtEl>
                                          <p:spTgt spid="117"/>
                                        </p:tgtEl>
                                        <p:attrNameLst>
                                          <p:attrName>ppt_h</p:attrName>
                                        </p:attrNameLst>
                                      </p:cBhvr>
                                      <p:tavLst>
                                        <p:tav tm="0">
                                          <p:val>
                                            <p:fltVal val="0"/>
                                          </p:val>
                                        </p:tav>
                                        <p:tav tm="100000">
                                          <p:val>
                                            <p:strVal val="#ppt_h"/>
                                          </p:val>
                                        </p:tav>
                                      </p:tavLst>
                                    </p:anim>
                                    <p:animEffect transition="in" filter="fade">
                                      <p:cBhvr>
                                        <p:cTn id="557" dur="750"/>
                                        <p:tgtEl>
                                          <p:spTgt spid="117"/>
                                        </p:tgtEl>
                                      </p:cBhvr>
                                    </p:animEffect>
                                  </p:childTnLst>
                                </p:cTn>
                              </p:par>
                              <p:par>
                                <p:cTn id="558" presetID="53" presetClass="entr" presetSubtype="16" fill="hold" grpId="0" nodeType="withEffect">
                                  <p:stCondLst>
                                    <p:cond delay="850"/>
                                  </p:stCondLst>
                                  <p:childTnLst>
                                    <p:set>
                                      <p:cBhvr>
                                        <p:cTn id="559" dur="1" fill="hold">
                                          <p:stCondLst>
                                            <p:cond delay="0"/>
                                          </p:stCondLst>
                                        </p:cTn>
                                        <p:tgtEl>
                                          <p:spTgt spid="118"/>
                                        </p:tgtEl>
                                        <p:attrNameLst>
                                          <p:attrName>style.visibility</p:attrName>
                                        </p:attrNameLst>
                                      </p:cBhvr>
                                      <p:to>
                                        <p:strVal val="visible"/>
                                      </p:to>
                                    </p:set>
                                    <p:anim calcmode="lin" valueType="num">
                                      <p:cBhvr>
                                        <p:cTn id="560" dur="750" fill="hold"/>
                                        <p:tgtEl>
                                          <p:spTgt spid="118"/>
                                        </p:tgtEl>
                                        <p:attrNameLst>
                                          <p:attrName>ppt_w</p:attrName>
                                        </p:attrNameLst>
                                      </p:cBhvr>
                                      <p:tavLst>
                                        <p:tav tm="0">
                                          <p:val>
                                            <p:fltVal val="0"/>
                                          </p:val>
                                        </p:tav>
                                        <p:tav tm="100000">
                                          <p:val>
                                            <p:strVal val="#ppt_w"/>
                                          </p:val>
                                        </p:tav>
                                      </p:tavLst>
                                    </p:anim>
                                    <p:anim calcmode="lin" valueType="num">
                                      <p:cBhvr>
                                        <p:cTn id="561" dur="750" fill="hold"/>
                                        <p:tgtEl>
                                          <p:spTgt spid="118"/>
                                        </p:tgtEl>
                                        <p:attrNameLst>
                                          <p:attrName>ppt_h</p:attrName>
                                        </p:attrNameLst>
                                      </p:cBhvr>
                                      <p:tavLst>
                                        <p:tav tm="0">
                                          <p:val>
                                            <p:fltVal val="0"/>
                                          </p:val>
                                        </p:tav>
                                        <p:tav tm="100000">
                                          <p:val>
                                            <p:strVal val="#ppt_h"/>
                                          </p:val>
                                        </p:tav>
                                      </p:tavLst>
                                    </p:anim>
                                    <p:animEffect transition="in" filter="fade">
                                      <p:cBhvr>
                                        <p:cTn id="562" dur="750"/>
                                        <p:tgtEl>
                                          <p:spTgt spid="118"/>
                                        </p:tgtEl>
                                      </p:cBhvr>
                                    </p:animEffect>
                                  </p:childTnLst>
                                </p:cTn>
                              </p:par>
                              <p:par>
                                <p:cTn id="563" presetID="42" presetClass="entr" presetSubtype="0" fill="hold" grpId="0" nodeType="withEffect">
                                  <p:stCondLst>
                                    <p:cond delay="950"/>
                                  </p:stCondLst>
                                  <p:childTnLst>
                                    <p:set>
                                      <p:cBhvr>
                                        <p:cTn id="564" dur="1" fill="hold">
                                          <p:stCondLst>
                                            <p:cond delay="0"/>
                                          </p:stCondLst>
                                        </p:cTn>
                                        <p:tgtEl>
                                          <p:spTgt spid="119"/>
                                        </p:tgtEl>
                                        <p:attrNameLst>
                                          <p:attrName>style.visibility</p:attrName>
                                        </p:attrNameLst>
                                      </p:cBhvr>
                                      <p:to>
                                        <p:strVal val="visible"/>
                                      </p:to>
                                    </p:set>
                                    <p:animEffect transition="in" filter="fade">
                                      <p:cBhvr>
                                        <p:cTn id="565" dur="650"/>
                                        <p:tgtEl>
                                          <p:spTgt spid="119"/>
                                        </p:tgtEl>
                                      </p:cBhvr>
                                    </p:animEffect>
                                    <p:anim calcmode="lin" valueType="num">
                                      <p:cBhvr>
                                        <p:cTn id="566" dur="650" fill="hold"/>
                                        <p:tgtEl>
                                          <p:spTgt spid="119"/>
                                        </p:tgtEl>
                                        <p:attrNameLst>
                                          <p:attrName>ppt_x</p:attrName>
                                        </p:attrNameLst>
                                      </p:cBhvr>
                                      <p:tavLst>
                                        <p:tav tm="0">
                                          <p:val>
                                            <p:strVal val="#ppt_x"/>
                                          </p:val>
                                        </p:tav>
                                        <p:tav tm="100000">
                                          <p:val>
                                            <p:strVal val="#ppt_x"/>
                                          </p:val>
                                        </p:tav>
                                      </p:tavLst>
                                    </p:anim>
                                    <p:anim calcmode="lin" valueType="num">
                                      <p:cBhvr>
                                        <p:cTn id="567" dur="650" fill="hold"/>
                                        <p:tgtEl>
                                          <p:spTgt spid="119"/>
                                        </p:tgtEl>
                                        <p:attrNameLst>
                                          <p:attrName>ppt_y</p:attrName>
                                        </p:attrNameLst>
                                      </p:cBhvr>
                                      <p:tavLst>
                                        <p:tav tm="0">
                                          <p:val>
                                            <p:strVal val="#ppt_y+.1"/>
                                          </p:val>
                                        </p:tav>
                                        <p:tav tm="100000">
                                          <p:val>
                                            <p:strVal val="#ppt_y"/>
                                          </p:val>
                                        </p:tav>
                                      </p:tavLst>
                                    </p:anim>
                                  </p:childTnLst>
                                </p:cTn>
                              </p:par>
                              <p:par>
                                <p:cTn id="568" presetID="42" presetClass="entr" presetSubtype="0" fill="hold" grpId="0" nodeType="withEffect">
                                  <p:stCondLst>
                                    <p:cond delay="950"/>
                                  </p:stCondLst>
                                  <p:childTnLst>
                                    <p:set>
                                      <p:cBhvr>
                                        <p:cTn id="569" dur="1" fill="hold">
                                          <p:stCondLst>
                                            <p:cond delay="0"/>
                                          </p:stCondLst>
                                        </p:cTn>
                                        <p:tgtEl>
                                          <p:spTgt spid="120"/>
                                        </p:tgtEl>
                                        <p:attrNameLst>
                                          <p:attrName>style.visibility</p:attrName>
                                        </p:attrNameLst>
                                      </p:cBhvr>
                                      <p:to>
                                        <p:strVal val="visible"/>
                                      </p:to>
                                    </p:set>
                                    <p:animEffect transition="in" filter="fade">
                                      <p:cBhvr>
                                        <p:cTn id="570" dur="650"/>
                                        <p:tgtEl>
                                          <p:spTgt spid="120"/>
                                        </p:tgtEl>
                                      </p:cBhvr>
                                    </p:animEffect>
                                    <p:anim calcmode="lin" valueType="num">
                                      <p:cBhvr>
                                        <p:cTn id="571" dur="650" fill="hold"/>
                                        <p:tgtEl>
                                          <p:spTgt spid="120"/>
                                        </p:tgtEl>
                                        <p:attrNameLst>
                                          <p:attrName>ppt_x</p:attrName>
                                        </p:attrNameLst>
                                      </p:cBhvr>
                                      <p:tavLst>
                                        <p:tav tm="0">
                                          <p:val>
                                            <p:strVal val="#ppt_x"/>
                                          </p:val>
                                        </p:tav>
                                        <p:tav tm="100000">
                                          <p:val>
                                            <p:strVal val="#ppt_x"/>
                                          </p:val>
                                        </p:tav>
                                      </p:tavLst>
                                    </p:anim>
                                    <p:anim calcmode="lin" valueType="num">
                                      <p:cBhvr>
                                        <p:cTn id="572" dur="650" fill="hold"/>
                                        <p:tgtEl>
                                          <p:spTgt spid="120"/>
                                        </p:tgtEl>
                                        <p:attrNameLst>
                                          <p:attrName>ppt_y</p:attrName>
                                        </p:attrNameLst>
                                      </p:cBhvr>
                                      <p:tavLst>
                                        <p:tav tm="0">
                                          <p:val>
                                            <p:strVal val="#ppt_y+.1"/>
                                          </p:val>
                                        </p:tav>
                                        <p:tav tm="100000">
                                          <p:val>
                                            <p:strVal val="#ppt_y"/>
                                          </p:val>
                                        </p:tav>
                                      </p:tavLst>
                                    </p:anim>
                                  </p:childTnLst>
                                </p:cTn>
                              </p:par>
                              <p:par>
                                <p:cTn id="573" presetID="42" presetClass="entr" presetSubtype="0" fill="hold" grpId="0" nodeType="withEffect">
                                  <p:stCondLst>
                                    <p:cond delay="950"/>
                                  </p:stCondLst>
                                  <p:childTnLst>
                                    <p:set>
                                      <p:cBhvr>
                                        <p:cTn id="574" dur="1" fill="hold">
                                          <p:stCondLst>
                                            <p:cond delay="0"/>
                                          </p:stCondLst>
                                        </p:cTn>
                                        <p:tgtEl>
                                          <p:spTgt spid="121"/>
                                        </p:tgtEl>
                                        <p:attrNameLst>
                                          <p:attrName>style.visibility</p:attrName>
                                        </p:attrNameLst>
                                      </p:cBhvr>
                                      <p:to>
                                        <p:strVal val="visible"/>
                                      </p:to>
                                    </p:set>
                                    <p:animEffect transition="in" filter="fade">
                                      <p:cBhvr>
                                        <p:cTn id="575" dur="650"/>
                                        <p:tgtEl>
                                          <p:spTgt spid="121"/>
                                        </p:tgtEl>
                                      </p:cBhvr>
                                    </p:animEffect>
                                    <p:anim calcmode="lin" valueType="num">
                                      <p:cBhvr>
                                        <p:cTn id="576" dur="650" fill="hold"/>
                                        <p:tgtEl>
                                          <p:spTgt spid="121"/>
                                        </p:tgtEl>
                                        <p:attrNameLst>
                                          <p:attrName>ppt_x</p:attrName>
                                        </p:attrNameLst>
                                      </p:cBhvr>
                                      <p:tavLst>
                                        <p:tav tm="0">
                                          <p:val>
                                            <p:strVal val="#ppt_x"/>
                                          </p:val>
                                        </p:tav>
                                        <p:tav tm="100000">
                                          <p:val>
                                            <p:strVal val="#ppt_x"/>
                                          </p:val>
                                        </p:tav>
                                      </p:tavLst>
                                    </p:anim>
                                    <p:anim calcmode="lin" valueType="num">
                                      <p:cBhvr>
                                        <p:cTn id="577" dur="650" fill="hold"/>
                                        <p:tgtEl>
                                          <p:spTgt spid="121"/>
                                        </p:tgtEl>
                                        <p:attrNameLst>
                                          <p:attrName>ppt_y</p:attrName>
                                        </p:attrNameLst>
                                      </p:cBhvr>
                                      <p:tavLst>
                                        <p:tav tm="0">
                                          <p:val>
                                            <p:strVal val="#ppt_y+.1"/>
                                          </p:val>
                                        </p:tav>
                                        <p:tav tm="100000">
                                          <p:val>
                                            <p:strVal val="#ppt_y"/>
                                          </p:val>
                                        </p:tav>
                                      </p:tavLst>
                                    </p:anim>
                                  </p:childTnLst>
                                </p:cTn>
                              </p:par>
                              <p:par>
                                <p:cTn id="578" presetID="42" presetClass="entr" presetSubtype="0" fill="hold" grpId="0" nodeType="withEffect">
                                  <p:stCondLst>
                                    <p:cond delay="950"/>
                                  </p:stCondLst>
                                  <p:childTnLst>
                                    <p:set>
                                      <p:cBhvr>
                                        <p:cTn id="579" dur="1" fill="hold">
                                          <p:stCondLst>
                                            <p:cond delay="0"/>
                                          </p:stCondLst>
                                        </p:cTn>
                                        <p:tgtEl>
                                          <p:spTgt spid="122"/>
                                        </p:tgtEl>
                                        <p:attrNameLst>
                                          <p:attrName>style.visibility</p:attrName>
                                        </p:attrNameLst>
                                      </p:cBhvr>
                                      <p:to>
                                        <p:strVal val="visible"/>
                                      </p:to>
                                    </p:set>
                                    <p:animEffect transition="in" filter="fade">
                                      <p:cBhvr>
                                        <p:cTn id="580" dur="650"/>
                                        <p:tgtEl>
                                          <p:spTgt spid="122"/>
                                        </p:tgtEl>
                                      </p:cBhvr>
                                    </p:animEffect>
                                    <p:anim calcmode="lin" valueType="num">
                                      <p:cBhvr>
                                        <p:cTn id="581" dur="650" fill="hold"/>
                                        <p:tgtEl>
                                          <p:spTgt spid="122"/>
                                        </p:tgtEl>
                                        <p:attrNameLst>
                                          <p:attrName>ppt_x</p:attrName>
                                        </p:attrNameLst>
                                      </p:cBhvr>
                                      <p:tavLst>
                                        <p:tav tm="0">
                                          <p:val>
                                            <p:strVal val="#ppt_x"/>
                                          </p:val>
                                        </p:tav>
                                        <p:tav tm="100000">
                                          <p:val>
                                            <p:strVal val="#ppt_x"/>
                                          </p:val>
                                        </p:tav>
                                      </p:tavLst>
                                    </p:anim>
                                    <p:anim calcmode="lin" valueType="num">
                                      <p:cBhvr>
                                        <p:cTn id="582" dur="650" fill="hold"/>
                                        <p:tgtEl>
                                          <p:spTgt spid="1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5" grpId="0" animBg="1"/>
      <p:bldP spid="16" grpId="0" animBg="1"/>
      <p:bldP spid="17" grpId="0" animBg="1"/>
      <p:bldP spid="18" grpId="0"/>
      <p:bldP spid="21" grpId="0" animBg="1"/>
      <p:bldP spid="21" grpId="1" animBg="1"/>
      <p:bldP spid="22" grpId="0" animBg="1"/>
      <p:bldP spid="22" grpId="1" animBg="1"/>
      <p:bldP spid="23" grpId="0" animBg="1"/>
      <p:bldP spid="23" grpId="1" animBg="1"/>
      <p:bldP spid="24" grpId="0"/>
      <p:bldP spid="24" grpId="1"/>
      <p:bldP spid="25" grpId="0" animBg="1"/>
      <p:bldP spid="26" grpId="0"/>
      <p:bldP spid="27" grpId="0" animBg="1"/>
      <p:bldP spid="28" grpId="0" animBg="1"/>
      <p:bldP spid="29" grpId="0" animBg="1"/>
      <p:bldP spid="30" grpId="0"/>
      <p:bldP spid="31" grpId="0"/>
      <p:bldP spid="32" grpId="0" animBg="1"/>
      <p:bldP spid="33" grpId="0"/>
      <p:bldP spid="34" grpId="0"/>
      <p:bldP spid="35" grpId="0" animBg="1"/>
      <p:bldP spid="36" grpId="0" animBg="1"/>
      <p:bldP spid="36" grpId="1" animBg="1"/>
      <p:bldP spid="37" grpId="0"/>
      <p:bldP spid="38" grpId="0"/>
      <p:bldP spid="39" grpId="0"/>
      <p:bldP spid="39" grpId="1"/>
      <p:bldP spid="40" grpId="0"/>
      <p:bldP spid="41" grpId="0" animBg="1"/>
      <p:bldP spid="42" grpId="0"/>
      <p:bldP spid="43" grpId="0"/>
      <p:bldP spid="44" grpId="0" animBg="1"/>
      <p:bldP spid="45" grpId="0" animBg="1"/>
      <p:bldP spid="46" grpId="0"/>
      <p:bldP spid="47" grpId="0" animBg="1"/>
      <p:bldP spid="48" grpId="0" animBg="1"/>
      <p:bldP spid="49" grpId="0"/>
      <p:bldP spid="50" grpId="0" animBg="1"/>
      <p:bldP spid="51" grpId="0" animBg="1"/>
      <p:bldP spid="52" grpId="0"/>
      <p:bldP spid="53" grpId="0" animBg="1"/>
      <p:bldP spid="54" grpId="0" animBg="1"/>
      <p:bldP spid="55" grpId="0"/>
      <p:bldP spid="56" grpId="0" animBg="1"/>
      <p:bldP spid="57" grpId="0" animBg="1"/>
      <p:bldP spid="58" grpId="0" animBg="1"/>
      <p:bldP spid="59" grpId="0"/>
      <p:bldP spid="60" grpId="0" animBg="1"/>
      <p:bldP spid="61" grpId="0" animBg="1"/>
      <p:bldP spid="62" grpId="0"/>
      <p:bldP spid="63" grpId="0" animBg="1"/>
      <p:bldP spid="64" grpId="0" animBg="1"/>
      <p:bldP spid="65" grpId="0"/>
      <p:bldP spid="66" grpId="0"/>
      <p:bldP spid="67" grpId="0" animBg="1"/>
      <p:bldP spid="68" grpId="0" animBg="1"/>
      <p:bldP spid="69" grpId="0"/>
      <p:bldP spid="70" grpId="0"/>
      <p:bldP spid="71" grpId="0" animBg="1"/>
      <p:bldP spid="72" grpId="0" animBg="1"/>
      <p:bldP spid="73" grpId="0" animBg="1"/>
      <p:bldP spid="74" grpId="0"/>
      <p:bldP spid="75" grpId="0" animBg="1"/>
      <p:bldP spid="76" grpId="0" animBg="1"/>
      <p:bldP spid="77" grpId="0"/>
      <p:bldP spid="78" grpId="0" animBg="1"/>
      <p:bldP spid="79" grpId="0" animBg="1"/>
      <p:bldP spid="80" grpId="0"/>
      <p:bldP spid="81" grpId="0"/>
      <p:bldP spid="82" grpId="0" animBg="1"/>
      <p:bldP spid="83" grpId="0" animBg="1"/>
      <p:bldP spid="84" grpId="0"/>
      <p:bldP spid="85" grpId="0"/>
      <p:bldP spid="86" grpId="0" animBg="1"/>
      <p:bldP spid="87" grpId="0" animBg="1"/>
      <p:bldP spid="88" grpId="0" animBg="1"/>
      <p:bldP spid="89" grpId="0"/>
      <p:bldP spid="90" grpId="0" animBg="1"/>
      <p:bldP spid="91" grpId="0" animBg="1"/>
      <p:bldP spid="92" grpId="0"/>
      <p:bldP spid="93" grpId="0" animBg="1"/>
      <p:bldP spid="94" grpId="0" animBg="1"/>
      <p:bldP spid="95" grpId="0"/>
      <p:bldP spid="96" grpId="0"/>
      <p:bldP spid="97" grpId="0" animBg="1"/>
      <p:bldP spid="98" grpId="0" animBg="1"/>
      <p:bldP spid="99" grpId="0"/>
      <p:bldP spid="100" grpId="0"/>
      <p:bldP spid="101" grpId="0" animBg="1"/>
      <p:bldP spid="102" grpId="0" animBg="1"/>
      <p:bldP spid="103" grpId="0" animBg="1"/>
      <p:bldP spid="104" grpId="0"/>
      <p:bldP spid="105" grpId="0" animBg="1"/>
      <p:bldP spid="106" grpId="0" animBg="1"/>
      <p:bldP spid="107" grpId="0"/>
      <p:bldP spid="108" grpId="0" animBg="1"/>
      <p:bldP spid="109" grpId="0" animBg="1"/>
      <p:bldP spid="110" grpId="0"/>
      <p:bldP spid="111" grpId="0"/>
      <p:bldP spid="112" grpId="0" animBg="1"/>
      <p:bldP spid="113" grpId="0" animBg="1"/>
      <p:bldP spid="114" grpId="0"/>
      <p:bldP spid="115" grpId="0"/>
      <p:bldP spid="116" grpId="0" animBg="1"/>
      <p:bldP spid="118" grpId="0"/>
      <p:bldP spid="119" grpId="0" animBg="1"/>
      <p:bldP spid="120" grpId="0" animBg="1"/>
      <p:bldP spid="121" grpId="0"/>
      <p:bldP spid="122" grpId="0"/>
      <p:bldP spid="123" grpId="0"/>
      <p:bldP spid="123" grpId="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sep-conclusiones:efddc9a3bf" descr="89ce2e15a280b8ff.png"/>
          <p:cNvPicPr>
            <a:picLocks noChangeAspect="1"/>
          </p:cNvPicPr>
          <p:nvPr/>
        </p:nvPicPr>
        <p:blipFill>
          <a:blip r:embed="rId2"/>
          <a:stretch>
            <a:fillRect/>
          </a:stretch>
        </p:blipFill>
        <p:spPr>
          <a:xfrm>
            <a:off x="0" y="0"/>
            <a:ext cx="12192000" cy="6858000"/>
          </a:xfrm>
          <a:prstGeom prst="rect">
            <a:avLst/>
          </a:prstGeom>
        </p:spPr>
      </p:pic>
      <p:sp>
        <p:nvSpPr>
          <p:cNvPr id="3" name="!!sep-conclusiones:b2a06e4b77"/>
          <p:cNvSpPr/>
          <p:nvPr/>
        </p:nvSpPr>
        <p:spPr>
          <a:xfrm>
            <a:off x="955675" y="1133475"/>
            <a:ext cx="1137031" cy="336550"/>
          </a:xfrm>
          <a:prstGeom prst="roundRect">
            <a:avLst>
              <a:gd name="adj" fmla="val 50000"/>
            </a:avLst>
          </a:prstGeom>
          <a:solidFill>
            <a:srgbClr val="FDF1E2"/>
          </a:solidFill>
          <a:ln w="6350">
            <a:solidFill>
              <a:srgbClr val="C7D2E8">
                <a:alpha val="1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p-conclusiones:810e18fbd1"/>
          <p:cNvSpPr txBox="1"/>
          <p:nvPr/>
        </p:nvSpPr>
        <p:spPr>
          <a:xfrm>
            <a:off x="1085850" y="1206261"/>
            <a:ext cx="927481" cy="201549"/>
          </a:xfrm>
          <a:prstGeom prst="rect">
            <a:avLst/>
          </a:prstGeom>
          <a:noFill/>
        </p:spPr>
        <p:txBody>
          <a:bodyPr wrap="square" lIns="0" rIns="0" tIns="0" bIns="0" anchor="t"/>
          <a:lstStyle/>
          <a:p>
            <a:pPr algn="l">
              <a:lnSpc>
                <a:spcPts val="1587"/>
              </a:lnSpc>
              <a:spcBef>
                <a:spcPts val="0"/>
              </a:spcBef>
              <a:spcAft>
                <a:spcPts val="0"/>
              </a:spcAft>
            </a:pPr>
            <a:r>
              <a:rPr sz="1300" b="1" i="0" cap="all" spc="78">
                <a:solidFill>
                  <a:srgbClr val="C9620F"/>
                </a:solidFill>
                <a:latin typeface="Calibri"/>
              </a:rPr>
              <a:t>Respuesta</a:t>
            </a:r>
          </a:p>
        </p:txBody>
      </p:sp>
      <p:sp>
        <p:nvSpPr>
          <p:cNvPr id="5" name="!!sep-conclusiones:1dde30c008"/>
          <p:cNvSpPr txBox="1"/>
          <p:nvPr/>
        </p:nvSpPr>
        <p:spPr>
          <a:xfrm>
            <a:off x="2210181" y="1184247"/>
            <a:ext cx="3748850"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C7D2E8"/>
                </a:solidFill>
                <a:latin typeface="Calibri"/>
              </a:rPr>
              <a:t>Objetivos · hipótesis · problema · preguntas</a:t>
            </a:r>
          </a:p>
        </p:txBody>
      </p:sp>
      <p:sp>
        <p:nvSpPr>
          <p:cNvPr id="6" name="!!sep-conclusiones:9124303602"/>
          <p:cNvSpPr/>
          <p:nvPr/>
        </p:nvSpPr>
        <p:spPr>
          <a:xfrm>
            <a:off x="952500" y="1905000"/>
            <a:ext cx="10287000" cy="662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p-conclusiones:9124303602·2"/>
          <p:cNvSpPr/>
          <p:nvPr/>
        </p:nvSpPr>
        <p:spPr>
          <a:xfrm>
            <a:off x="952500" y="1905000"/>
            <a:ext cx="38100" cy="662876"/>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p-conclusiones:ca05900575"/>
          <p:cNvSpPr txBox="1"/>
          <p:nvPr/>
        </p:nvSpPr>
        <p:spPr>
          <a:xfrm>
            <a:off x="1346200" y="2020722"/>
            <a:ext cx="10091166" cy="586740"/>
          </a:xfrm>
          <a:prstGeom prst="rect">
            <a:avLst/>
          </a:prstGeom>
          <a:noFill/>
        </p:spPr>
        <p:txBody>
          <a:bodyPr wrap="square" lIns="0" rIns="0" tIns="0" bIns="0" anchor="t"/>
          <a:lstStyle/>
          <a:p>
            <a:pPr algn="l">
              <a:lnSpc>
                <a:spcPts val="4620"/>
              </a:lnSpc>
              <a:spcBef>
                <a:spcPts val="0"/>
              </a:spcBef>
              <a:spcAft>
                <a:spcPts val="0"/>
              </a:spcAft>
            </a:pPr>
            <a:r>
              <a:rPr sz="4400" b="1" i="0">
                <a:solidFill>
                  <a:srgbClr val="FFFFFF"/>
                </a:solidFill>
                <a:latin typeface="Calibri"/>
              </a:rPr>
              <a:t>Conclusiones y recomendaciones</a:t>
            </a:r>
          </a:p>
        </p:txBody>
      </p:sp>
      <p:sp>
        <p:nvSpPr>
          <p:cNvPr id="9" name="!!sep-conclusiones:8f5efa3778"/>
          <p:cNvSpPr/>
          <p:nvPr/>
        </p:nvSpPr>
        <p:spPr>
          <a:xfrm>
            <a:off x="952500" y="2567876"/>
            <a:ext cx="8255000" cy="11821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ep-conclusiones:8f5efa3778·2"/>
          <p:cNvSpPr/>
          <p:nvPr/>
        </p:nvSpPr>
        <p:spPr>
          <a:xfrm>
            <a:off x="952500" y="2567876"/>
            <a:ext cx="38100" cy="11821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p-conclusiones:f4bbd50304"/>
          <p:cNvSpPr txBox="1"/>
          <p:nvPr/>
        </p:nvSpPr>
        <p:spPr>
          <a:xfrm>
            <a:off x="1346200" y="2731668"/>
            <a:ext cx="8018526" cy="941070"/>
          </a:xfrm>
          <a:prstGeom prst="rect">
            <a:avLst/>
          </a:prstGeom>
          <a:noFill/>
        </p:spPr>
        <p:txBody>
          <a:bodyPr wrap="square" lIns="0" rIns="0" tIns="0" bIns="0" anchor="t"/>
          <a:lstStyle/>
          <a:p>
            <a:pPr algn="l">
              <a:lnSpc>
                <a:spcPts val="2470"/>
              </a:lnSpc>
              <a:spcBef>
                <a:spcPts val="0"/>
              </a:spcBef>
              <a:spcAft>
                <a:spcPts val="0"/>
              </a:spcAft>
            </a:pPr>
            <a:r>
              <a:rPr sz="1900" b="0" i="0">
                <a:solidFill>
                  <a:srgbClr val="C7D2E8"/>
                </a:solidFill>
                <a:latin typeface="Calibri"/>
              </a:rPr>
              <a:t>La respuesta a cada objetivo, el contraste de la hipótesis parte por parte, la</a:t>
            </a:r>
            <a:br/>
            <a:r>
              <a:rPr sz="1900" b="0" i="0">
                <a:solidFill>
                  <a:srgbClr val="C7D2E8"/>
                </a:solidFill>
                <a:latin typeface="Calibri"/>
              </a:rPr>
              <a:t>respuesta al problema y a las dos preguntas de investigación, y las</a:t>
            </a:r>
            <a:br/>
            <a:r>
              <a:rPr sz="1900" b="0" i="0">
                <a:solidFill>
                  <a:srgbClr val="C7D2E8"/>
                </a:solidFill>
                <a:latin typeface="Calibri"/>
              </a:rPr>
              <a:t>recomendaciones de cada capítulo.</a:t>
            </a:r>
          </a:p>
        </p:txBody>
      </p:sp>
      <p:sp>
        <p:nvSpPr>
          <p:cNvPr id="12" name="!!sep-conclusiones:9f43d78927"/>
          <p:cNvSpPr/>
          <p:nvPr/>
        </p:nvSpPr>
        <p:spPr>
          <a:xfrm>
            <a:off x="955675" y="5842698"/>
            <a:ext cx="1959546"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p-conclusiones:e2d8e30eec"/>
          <p:cNvSpPr txBox="1"/>
          <p:nvPr/>
        </p:nvSpPr>
        <p:spPr>
          <a:xfrm>
            <a:off x="100965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Introducción</a:t>
            </a:r>
          </a:p>
        </p:txBody>
      </p:sp>
      <p:sp>
        <p:nvSpPr>
          <p:cNvPr id="14" name="!!sep-conclusiones:7e1af359a3"/>
          <p:cNvSpPr/>
          <p:nvPr/>
        </p:nvSpPr>
        <p:spPr>
          <a:xfrm>
            <a:off x="3035872" y="5842698"/>
            <a:ext cx="1959674"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p-conclusiones:df69804368"/>
          <p:cNvSpPr txBox="1"/>
          <p:nvPr/>
        </p:nvSpPr>
        <p:spPr>
          <a:xfrm>
            <a:off x="3089846"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Cap. 1 · Fundamentar</a:t>
            </a:r>
          </a:p>
        </p:txBody>
      </p:sp>
      <p:sp>
        <p:nvSpPr>
          <p:cNvPr id="16" name="!!sep-conclusiones:3f02f2cc98"/>
          <p:cNvSpPr/>
          <p:nvPr/>
        </p:nvSpPr>
        <p:spPr>
          <a:xfrm>
            <a:off x="5116195" y="5842698"/>
            <a:ext cx="1959546"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ep-conclusiones:f9ccb10a65"/>
          <p:cNvSpPr txBox="1"/>
          <p:nvPr/>
        </p:nvSpPr>
        <p:spPr>
          <a:xfrm>
            <a:off x="5170170"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Cap. 2 · Desarrollar</a:t>
            </a:r>
          </a:p>
        </p:txBody>
      </p:sp>
      <p:sp>
        <p:nvSpPr>
          <p:cNvPr id="18" name="!!sep-conclusiones:2fe6752036"/>
          <p:cNvSpPr/>
          <p:nvPr/>
        </p:nvSpPr>
        <p:spPr>
          <a:xfrm>
            <a:off x="7196455" y="5842698"/>
            <a:ext cx="1959674" cy="402526"/>
          </a:xfrm>
          <a:prstGeom prst="roundRect">
            <a:avLst>
              <a:gd name="adj" fmla="val 14986"/>
            </a:avLst>
          </a:prstGeom>
          <a:solidFill>
            <a:srgbClr val="22335A"/>
          </a:solidFill>
          <a:ln w="6350">
            <a:solidFill>
              <a:srgbClr val="E8741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p-conclusiones:254cf2036a"/>
          <p:cNvSpPr txBox="1"/>
          <p:nvPr/>
        </p:nvSpPr>
        <p:spPr>
          <a:xfrm>
            <a:off x="7250430" y="5960897"/>
            <a:ext cx="1851724" cy="167640"/>
          </a:xfrm>
          <a:prstGeom prst="rect">
            <a:avLst/>
          </a:prstGeom>
          <a:noFill/>
        </p:spPr>
        <p:txBody>
          <a:bodyPr wrap="square" lIns="0" rIns="0" tIns="0" bIns="0" anchor="t"/>
          <a:lstStyle/>
          <a:p>
            <a:pPr algn="ctr">
              <a:lnSpc>
                <a:spcPts val="1320"/>
              </a:lnSpc>
              <a:spcBef>
                <a:spcPts val="0"/>
              </a:spcBef>
              <a:spcAft>
                <a:spcPts val="0"/>
              </a:spcAft>
            </a:pPr>
            <a:r>
              <a:rPr sz="1100" b="0" i="0">
                <a:solidFill>
                  <a:srgbClr val="FFFFFF"/>
                </a:solidFill>
                <a:latin typeface="Calibri"/>
              </a:rPr>
              <a:t>✓ Cap. 3 · Verificar y validar</a:t>
            </a:r>
          </a:p>
        </p:txBody>
      </p:sp>
      <p:sp>
        <p:nvSpPr>
          <p:cNvPr id="20" name="!!sep-conclusiones:7a07fe10fa"/>
          <p:cNvSpPr/>
          <p:nvPr/>
        </p:nvSpPr>
        <p:spPr>
          <a:xfrm>
            <a:off x="9273604" y="5839524"/>
            <a:ext cx="1965896" cy="408876"/>
          </a:xfrm>
          <a:prstGeom prst="roundRect">
            <a:avLst>
              <a:gd name="adj" fmla="val 1553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p-conclusiones:d02c8aa704"/>
          <p:cNvSpPr txBox="1"/>
          <p:nvPr/>
        </p:nvSpPr>
        <p:spPr>
          <a:xfrm>
            <a:off x="9330754" y="5960897"/>
            <a:ext cx="1851596" cy="167640"/>
          </a:xfrm>
          <a:prstGeom prst="rect">
            <a:avLst/>
          </a:prstGeom>
          <a:noFill/>
        </p:spPr>
        <p:txBody>
          <a:bodyPr wrap="square" lIns="0" rIns="0" tIns="0" bIns="0" anchor="t"/>
          <a:lstStyle/>
          <a:p>
            <a:pPr algn="ctr">
              <a:lnSpc>
                <a:spcPts val="1320"/>
              </a:lnSpc>
              <a:spcBef>
                <a:spcPts val="0"/>
              </a:spcBef>
              <a:spcAft>
                <a:spcPts val="0"/>
              </a:spcAft>
            </a:pPr>
            <a:r>
              <a:rPr sz="1100" b="1" i="0">
                <a:solidFill>
                  <a:srgbClr val="FFFFFF"/>
                </a:solidFill>
                <a:latin typeface="Calibri"/>
              </a:rPr>
              <a:t>Conclusiones</a:t>
            </a:r>
          </a:p>
        </p:txBody>
      </p:sp>
      <p:sp>
        <p:nvSpPr>
          <p:cNvPr id="22" name="!!sep-conclusiones:4f0cd56693">
            <a:hlinkClick action="ppaction://hlinksldjump" r:id="rId3"/>
          </p:cNvPr>
          <p:cNvSpPr/>
          <p:nvPr/>
        </p:nvSpPr>
        <p:spPr>
          <a:xfrm>
            <a:off x="95250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ep-conclusiones:526d9341d3">
            <a:hlinkClick action="ppaction://hlinksldjump" r:id="rId4"/>
          </p:cNvPr>
          <p:cNvSpPr/>
          <p:nvPr/>
        </p:nvSpPr>
        <p:spPr>
          <a:xfrm>
            <a:off x="3032696"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p-conclusiones:475e8a91c2">
            <a:hlinkClick action="ppaction://hlinksldjump" r:id="rId5"/>
          </p:cNvPr>
          <p:cNvSpPr/>
          <p:nvPr/>
        </p:nvSpPr>
        <p:spPr>
          <a:xfrm>
            <a:off x="5113020"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p-conclusiones:1b3d633db1">
            <a:hlinkClick action="ppaction://hlinksldjump" r:id="rId6"/>
          </p:cNvPr>
          <p:cNvSpPr/>
          <p:nvPr/>
        </p:nvSpPr>
        <p:spPr>
          <a:xfrm>
            <a:off x="7193280" y="5839524"/>
            <a:ext cx="1966024"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p-conclusiones:1d842a210c">
            <a:hlinkClick action="ppaction://hlinksldjump" r:id="rId7"/>
          </p:cNvPr>
          <p:cNvSpPr/>
          <p:nvPr/>
        </p:nvSpPr>
        <p:spPr>
          <a:xfrm>
            <a:off x="9273604" y="5839524"/>
            <a:ext cx="1965896" cy="40887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290">
                                          <p:stCondLst>
                                            <p:cond delay="0"/>
                                          </p:stCondLst>
                                        </p:cTn>
                                        <p:tgtEl>
                                          <p:spTgt spid="3"/>
                                        </p:tgtEl>
                                      </p:cBhvr>
                                    </p:animEffect>
                                    <p:anim calcmode="lin" valueType="num">
                                      <p:cBhvr>
                                        <p:cTn id="8" dur="911"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3"/>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3"/>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3"/>
                                        </p:tgtEl>
                                        <p:attrNameLst>
                                          <p:attrName>ppt_y</p:attrName>
                                        </p:attrNameLst>
                                      </p:cBhvr>
                                      <p:tavLst>
                                        <p:tav tm="0" fmla="#ppt_y-sin(pi*$)/81">
                                          <p:val>
                                            <p:fltVal val="0"/>
                                          </p:val>
                                        </p:tav>
                                        <p:tav tm="100000">
                                          <p:val>
                                            <p:fltVal val="1"/>
                                          </p:val>
                                        </p:tav>
                                      </p:tavLst>
                                    </p:anim>
                                    <p:animScale>
                                      <p:cBhvr>
                                        <p:cTn id="13" dur="13">
                                          <p:stCondLst>
                                            <p:cond delay="325"/>
                                          </p:stCondLst>
                                        </p:cTn>
                                        <p:tgtEl>
                                          <p:spTgt spid="3"/>
                                        </p:tgtEl>
                                      </p:cBhvr>
                                      <p:to x="100000" y="60000"/>
                                    </p:animScale>
                                    <p:animScale>
                                      <p:cBhvr>
                                        <p:cTn id="14" dur="83" decel="50000">
                                          <p:stCondLst>
                                            <p:cond delay="338"/>
                                          </p:stCondLst>
                                        </p:cTn>
                                        <p:tgtEl>
                                          <p:spTgt spid="3"/>
                                        </p:tgtEl>
                                      </p:cBhvr>
                                      <p:to x="100000" y="100000"/>
                                    </p:animScale>
                                    <p:animScale>
                                      <p:cBhvr>
                                        <p:cTn id="15" dur="13">
                                          <p:stCondLst>
                                            <p:cond delay="656"/>
                                          </p:stCondLst>
                                        </p:cTn>
                                        <p:tgtEl>
                                          <p:spTgt spid="3"/>
                                        </p:tgtEl>
                                      </p:cBhvr>
                                      <p:to x="100000" y="80000"/>
                                    </p:animScale>
                                    <p:animScale>
                                      <p:cBhvr>
                                        <p:cTn id="16" dur="83" decel="50000">
                                          <p:stCondLst>
                                            <p:cond delay="669"/>
                                          </p:stCondLst>
                                        </p:cTn>
                                        <p:tgtEl>
                                          <p:spTgt spid="3"/>
                                        </p:tgtEl>
                                      </p:cBhvr>
                                      <p:to x="100000" y="100000"/>
                                    </p:animScale>
                                    <p:animScale>
                                      <p:cBhvr>
                                        <p:cTn id="17" dur="13">
                                          <p:stCondLst>
                                            <p:cond delay="821"/>
                                          </p:stCondLst>
                                        </p:cTn>
                                        <p:tgtEl>
                                          <p:spTgt spid="3"/>
                                        </p:tgtEl>
                                      </p:cBhvr>
                                      <p:to x="100000" y="90000"/>
                                    </p:animScale>
                                    <p:animScale>
                                      <p:cBhvr>
                                        <p:cTn id="18" dur="83" decel="50000">
                                          <p:stCondLst>
                                            <p:cond delay="834"/>
                                          </p:stCondLst>
                                        </p:cTn>
                                        <p:tgtEl>
                                          <p:spTgt spid="3"/>
                                        </p:tgtEl>
                                      </p:cBhvr>
                                      <p:to x="100000" y="100000"/>
                                    </p:animScale>
                                    <p:animScale>
                                      <p:cBhvr>
                                        <p:cTn id="19" dur="13">
                                          <p:stCondLst>
                                            <p:cond delay="904"/>
                                          </p:stCondLst>
                                        </p:cTn>
                                        <p:tgtEl>
                                          <p:spTgt spid="3"/>
                                        </p:tgtEl>
                                      </p:cBhvr>
                                      <p:to x="100000" y="95000"/>
                                    </p:animScale>
                                    <p:animScale>
                                      <p:cBhvr>
                                        <p:cTn id="20" dur="83" decel="50000">
                                          <p:stCondLst>
                                            <p:cond delay="917"/>
                                          </p:stCondLst>
                                        </p:cTn>
                                        <p:tgtEl>
                                          <p:spTgt spid="3"/>
                                        </p:tgtEl>
                                      </p:cBhvr>
                                      <p:to x="100000" y="100000"/>
                                    </p:animScale>
                                  </p:childTnLst>
                                </p:cTn>
                              </p:par>
                              <p:par>
                                <p:cTn id="21" presetID="26" presetClass="entr" presetSubtype="0" fill="hold" grpId="0" nodeType="withEffect">
                                  <p:stCondLst>
                                    <p:cond delay="15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290">
                                          <p:stCondLst>
                                            <p:cond delay="0"/>
                                          </p:stCondLst>
                                        </p:cTn>
                                        <p:tgtEl>
                                          <p:spTgt spid="4"/>
                                        </p:tgtEl>
                                      </p:cBhvr>
                                    </p:animEffect>
                                    <p:anim calcmode="lin" valueType="num">
                                      <p:cBhvr>
                                        <p:cTn id="24" dur="91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5" dur="332"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6" dur="332" tmFilter="0, 0; 0.125,0.2665; 0.25,0.4; 0.375,0.465; 0.5,0.5;  0.625,0.535; 0.75,0.6; 0.875,0.7335; 1,1">
                                          <p:stCondLst>
                                            <p:cond delay="332"/>
                                          </p:stCondLst>
                                        </p:cTn>
                                        <p:tgtEl>
                                          <p:spTgt spid="4"/>
                                        </p:tgtEl>
                                        <p:attrNameLst>
                                          <p:attrName>ppt_y</p:attrName>
                                        </p:attrNameLst>
                                      </p:cBhvr>
                                      <p:tavLst>
                                        <p:tav tm="0" fmla="#ppt_y-sin(pi*$)/9">
                                          <p:val>
                                            <p:fltVal val="0"/>
                                          </p:val>
                                        </p:tav>
                                        <p:tav tm="100000">
                                          <p:val>
                                            <p:fltVal val="1"/>
                                          </p:val>
                                        </p:tav>
                                      </p:tavLst>
                                    </p:anim>
                                    <p:anim calcmode="lin" valueType="num">
                                      <p:cBhvr>
                                        <p:cTn id="27" dur="166" tmFilter="0, 0; 0.125,0.2665; 0.25,0.4; 0.375,0.465; 0.5,0.5;  0.625,0.535; 0.75,0.6; 0.875,0.7335; 1,1">
                                          <p:stCondLst>
                                            <p:cond delay="662"/>
                                          </p:stCondLst>
                                        </p:cTn>
                                        <p:tgtEl>
                                          <p:spTgt spid="4"/>
                                        </p:tgtEl>
                                        <p:attrNameLst>
                                          <p:attrName>ppt_y</p:attrName>
                                        </p:attrNameLst>
                                      </p:cBhvr>
                                      <p:tavLst>
                                        <p:tav tm="0" fmla="#ppt_y-sin(pi*$)/27">
                                          <p:val>
                                            <p:fltVal val="0"/>
                                          </p:val>
                                        </p:tav>
                                        <p:tav tm="100000">
                                          <p:val>
                                            <p:fltVal val="1"/>
                                          </p:val>
                                        </p:tav>
                                      </p:tavLst>
                                    </p:anim>
                                    <p:anim calcmode="lin" valueType="num">
                                      <p:cBhvr>
                                        <p:cTn id="28" dur="82" tmFilter="0, 0; 0.125,0.2665; 0.25,0.4; 0.375,0.465; 0.5,0.5;  0.625,0.535; 0.75,0.6; 0.875,0.7335; 1,1">
                                          <p:stCondLst>
                                            <p:cond delay="828"/>
                                          </p:stCondLst>
                                        </p:cTn>
                                        <p:tgtEl>
                                          <p:spTgt spid="4"/>
                                        </p:tgtEl>
                                        <p:attrNameLst>
                                          <p:attrName>ppt_y</p:attrName>
                                        </p:attrNameLst>
                                      </p:cBhvr>
                                      <p:tavLst>
                                        <p:tav tm="0" fmla="#ppt_y-sin(pi*$)/81">
                                          <p:val>
                                            <p:fltVal val="0"/>
                                          </p:val>
                                        </p:tav>
                                        <p:tav tm="100000">
                                          <p:val>
                                            <p:fltVal val="1"/>
                                          </p:val>
                                        </p:tav>
                                      </p:tavLst>
                                    </p:anim>
                                    <p:animScale>
                                      <p:cBhvr>
                                        <p:cTn id="29" dur="13">
                                          <p:stCondLst>
                                            <p:cond delay="325"/>
                                          </p:stCondLst>
                                        </p:cTn>
                                        <p:tgtEl>
                                          <p:spTgt spid="4"/>
                                        </p:tgtEl>
                                      </p:cBhvr>
                                      <p:to x="100000" y="60000"/>
                                    </p:animScale>
                                    <p:animScale>
                                      <p:cBhvr>
                                        <p:cTn id="30" dur="83" decel="50000">
                                          <p:stCondLst>
                                            <p:cond delay="338"/>
                                          </p:stCondLst>
                                        </p:cTn>
                                        <p:tgtEl>
                                          <p:spTgt spid="4"/>
                                        </p:tgtEl>
                                      </p:cBhvr>
                                      <p:to x="100000" y="100000"/>
                                    </p:animScale>
                                    <p:animScale>
                                      <p:cBhvr>
                                        <p:cTn id="31" dur="13">
                                          <p:stCondLst>
                                            <p:cond delay="656"/>
                                          </p:stCondLst>
                                        </p:cTn>
                                        <p:tgtEl>
                                          <p:spTgt spid="4"/>
                                        </p:tgtEl>
                                      </p:cBhvr>
                                      <p:to x="100000" y="80000"/>
                                    </p:animScale>
                                    <p:animScale>
                                      <p:cBhvr>
                                        <p:cTn id="32" dur="83" decel="50000">
                                          <p:stCondLst>
                                            <p:cond delay="669"/>
                                          </p:stCondLst>
                                        </p:cTn>
                                        <p:tgtEl>
                                          <p:spTgt spid="4"/>
                                        </p:tgtEl>
                                      </p:cBhvr>
                                      <p:to x="100000" y="100000"/>
                                    </p:animScale>
                                    <p:animScale>
                                      <p:cBhvr>
                                        <p:cTn id="33" dur="13">
                                          <p:stCondLst>
                                            <p:cond delay="821"/>
                                          </p:stCondLst>
                                        </p:cTn>
                                        <p:tgtEl>
                                          <p:spTgt spid="4"/>
                                        </p:tgtEl>
                                      </p:cBhvr>
                                      <p:to x="100000" y="90000"/>
                                    </p:animScale>
                                    <p:animScale>
                                      <p:cBhvr>
                                        <p:cTn id="34" dur="83" decel="50000">
                                          <p:stCondLst>
                                            <p:cond delay="834"/>
                                          </p:stCondLst>
                                        </p:cTn>
                                        <p:tgtEl>
                                          <p:spTgt spid="4"/>
                                        </p:tgtEl>
                                      </p:cBhvr>
                                      <p:to x="100000" y="100000"/>
                                    </p:animScale>
                                    <p:animScale>
                                      <p:cBhvr>
                                        <p:cTn id="35" dur="13">
                                          <p:stCondLst>
                                            <p:cond delay="904"/>
                                          </p:stCondLst>
                                        </p:cTn>
                                        <p:tgtEl>
                                          <p:spTgt spid="4"/>
                                        </p:tgtEl>
                                      </p:cBhvr>
                                      <p:to x="100000" y="95000"/>
                                    </p:animScale>
                                    <p:animScale>
                                      <p:cBhvr>
                                        <p:cTn id="36" dur="83" decel="50000">
                                          <p:stCondLst>
                                            <p:cond delay="917"/>
                                          </p:stCondLst>
                                        </p:cTn>
                                        <p:tgtEl>
                                          <p:spTgt spid="4"/>
                                        </p:tgtEl>
                                      </p:cBhvr>
                                      <p:to x="100000" y="100000"/>
                                    </p:animScale>
                                  </p:childTnLst>
                                </p:cTn>
                              </p:par>
                              <p:par>
                                <p:cTn id="37" presetID="26" presetClass="entr" presetSubtype="0" fill="hold" grpId="0" nodeType="withEffect">
                                  <p:stCondLst>
                                    <p:cond delay="150"/>
                                  </p:stCondLst>
                                  <p:childTnLst>
                                    <p:set>
                                      <p:cBhvr>
                                        <p:cTn id="38" dur="1" fill="hold">
                                          <p:stCondLst>
                                            <p:cond delay="0"/>
                                          </p:stCondLst>
                                        </p:cTn>
                                        <p:tgtEl>
                                          <p:spTgt spid="5"/>
                                        </p:tgtEl>
                                        <p:attrNameLst>
                                          <p:attrName>style.visibility</p:attrName>
                                        </p:attrNameLst>
                                      </p:cBhvr>
                                      <p:to>
                                        <p:strVal val="visible"/>
                                      </p:to>
                                    </p:set>
                                    <p:animEffect transition="in" filter="wipe(down)">
                                      <p:cBhvr>
                                        <p:cTn id="39" dur="290">
                                          <p:stCondLst>
                                            <p:cond delay="0"/>
                                          </p:stCondLst>
                                        </p:cTn>
                                        <p:tgtEl>
                                          <p:spTgt spid="5"/>
                                        </p:tgtEl>
                                      </p:cBhvr>
                                    </p:animEffect>
                                    <p:anim calcmode="lin" valueType="num">
                                      <p:cBhvr>
                                        <p:cTn id="40" dur="911"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1" dur="332"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2" dur="332" tmFilter="0, 0; 0.125,0.2665; 0.25,0.4; 0.375,0.465; 0.5,0.5;  0.625,0.535; 0.75,0.6; 0.875,0.7335; 1,1">
                                          <p:stCondLst>
                                            <p:cond delay="332"/>
                                          </p:stCondLst>
                                        </p:cTn>
                                        <p:tgtEl>
                                          <p:spTgt spid="5"/>
                                        </p:tgtEl>
                                        <p:attrNameLst>
                                          <p:attrName>ppt_y</p:attrName>
                                        </p:attrNameLst>
                                      </p:cBhvr>
                                      <p:tavLst>
                                        <p:tav tm="0" fmla="#ppt_y-sin(pi*$)/9">
                                          <p:val>
                                            <p:fltVal val="0"/>
                                          </p:val>
                                        </p:tav>
                                        <p:tav tm="100000">
                                          <p:val>
                                            <p:fltVal val="1"/>
                                          </p:val>
                                        </p:tav>
                                      </p:tavLst>
                                    </p:anim>
                                    <p:anim calcmode="lin" valueType="num">
                                      <p:cBhvr>
                                        <p:cTn id="43" dur="166" tmFilter="0, 0; 0.125,0.2665; 0.25,0.4; 0.375,0.465; 0.5,0.5;  0.625,0.535; 0.75,0.6; 0.875,0.7335; 1,1">
                                          <p:stCondLst>
                                            <p:cond delay="662"/>
                                          </p:stCondLst>
                                        </p:cTn>
                                        <p:tgtEl>
                                          <p:spTgt spid="5"/>
                                        </p:tgtEl>
                                        <p:attrNameLst>
                                          <p:attrName>ppt_y</p:attrName>
                                        </p:attrNameLst>
                                      </p:cBhvr>
                                      <p:tavLst>
                                        <p:tav tm="0" fmla="#ppt_y-sin(pi*$)/27">
                                          <p:val>
                                            <p:fltVal val="0"/>
                                          </p:val>
                                        </p:tav>
                                        <p:tav tm="100000">
                                          <p:val>
                                            <p:fltVal val="1"/>
                                          </p:val>
                                        </p:tav>
                                      </p:tavLst>
                                    </p:anim>
                                    <p:anim calcmode="lin" valueType="num">
                                      <p:cBhvr>
                                        <p:cTn id="44" dur="82" tmFilter="0, 0; 0.125,0.2665; 0.25,0.4; 0.375,0.465; 0.5,0.5;  0.625,0.535; 0.75,0.6; 0.875,0.7335; 1,1">
                                          <p:stCondLst>
                                            <p:cond delay="828"/>
                                          </p:stCondLst>
                                        </p:cTn>
                                        <p:tgtEl>
                                          <p:spTgt spid="5"/>
                                        </p:tgtEl>
                                        <p:attrNameLst>
                                          <p:attrName>ppt_y</p:attrName>
                                        </p:attrNameLst>
                                      </p:cBhvr>
                                      <p:tavLst>
                                        <p:tav tm="0" fmla="#ppt_y-sin(pi*$)/81">
                                          <p:val>
                                            <p:fltVal val="0"/>
                                          </p:val>
                                        </p:tav>
                                        <p:tav tm="100000">
                                          <p:val>
                                            <p:fltVal val="1"/>
                                          </p:val>
                                        </p:tav>
                                      </p:tavLst>
                                    </p:anim>
                                    <p:animScale>
                                      <p:cBhvr>
                                        <p:cTn id="45" dur="13">
                                          <p:stCondLst>
                                            <p:cond delay="325"/>
                                          </p:stCondLst>
                                        </p:cTn>
                                        <p:tgtEl>
                                          <p:spTgt spid="5"/>
                                        </p:tgtEl>
                                      </p:cBhvr>
                                      <p:to x="100000" y="60000"/>
                                    </p:animScale>
                                    <p:animScale>
                                      <p:cBhvr>
                                        <p:cTn id="46" dur="83" decel="50000">
                                          <p:stCondLst>
                                            <p:cond delay="338"/>
                                          </p:stCondLst>
                                        </p:cTn>
                                        <p:tgtEl>
                                          <p:spTgt spid="5"/>
                                        </p:tgtEl>
                                      </p:cBhvr>
                                      <p:to x="100000" y="100000"/>
                                    </p:animScale>
                                    <p:animScale>
                                      <p:cBhvr>
                                        <p:cTn id="47" dur="13">
                                          <p:stCondLst>
                                            <p:cond delay="656"/>
                                          </p:stCondLst>
                                        </p:cTn>
                                        <p:tgtEl>
                                          <p:spTgt spid="5"/>
                                        </p:tgtEl>
                                      </p:cBhvr>
                                      <p:to x="100000" y="80000"/>
                                    </p:animScale>
                                    <p:animScale>
                                      <p:cBhvr>
                                        <p:cTn id="48" dur="83" decel="50000">
                                          <p:stCondLst>
                                            <p:cond delay="669"/>
                                          </p:stCondLst>
                                        </p:cTn>
                                        <p:tgtEl>
                                          <p:spTgt spid="5"/>
                                        </p:tgtEl>
                                      </p:cBhvr>
                                      <p:to x="100000" y="100000"/>
                                    </p:animScale>
                                    <p:animScale>
                                      <p:cBhvr>
                                        <p:cTn id="49" dur="13">
                                          <p:stCondLst>
                                            <p:cond delay="821"/>
                                          </p:stCondLst>
                                        </p:cTn>
                                        <p:tgtEl>
                                          <p:spTgt spid="5"/>
                                        </p:tgtEl>
                                      </p:cBhvr>
                                      <p:to x="100000" y="90000"/>
                                    </p:animScale>
                                    <p:animScale>
                                      <p:cBhvr>
                                        <p:cTn id="50" dur="83" decel="50000">
                                          <p:stCondLst>
                                            <p:cond delay="834"/>
                                          </p:stCondLst>
                                        </p:cTn>
                                        <p:tgtEl>
                                          <p:spTgt spid="5"/>
                                        </p:tgtEl>
                                      </p:cBhvr>
                                      <p:to x="100000" y="100000"/>
                                    </p:animScale>
                                    <p:animScale>
                                      <p:cBhvr>
                                        <p:cTn id="51" dur="13">
                                          <p:stCondLst>
                                            <p:cond delay="904"/>
                                          </p:stCondLst>
                                        </p:cTn>
                                        <p:tgtEl>
                                          <p:spTgt spid="5"/>
                                        </p:tgtEl>
                                      </p:cBhvr>
                                      <p:to x="100000" y="95000"/>
                                    </p:animScale>
                                    <p:animScale>
                                      <p:cBhvr>
                                        <p:cTn id="52" dur="83" decel="50000">
                                          <p:stCondLst>
                                            <p:cond delay="917"/>
                                          </p:stCondLst>
                                        </p:cTn>
                                        <p:tgtEl>
                                          <p:spTgt spid="5"/>
                                        </p:tgtEl>
                                      </p:cBhvr>
                                      <p:to x="100000" y="100000"/>
                                    </p:animScale>
                                  </p:childTnLst>
                                </p:cTn>
                              </p:par>
                              <p:par>
                                <p:cTn id="53" presetID="42" presetClass="entr" presetSubtype="0" fill="hold" grpId="0" nodeType="withEffect">
                                  <p:stCondLst>
                                    <p:cond delay="37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650"/>
                                        <p:tgtEl>
                                          <p:spTgt spid="6"/>
                                        </p:tgtEl>
                                      </p:cBhvr>
                                    </p:animEffect>
                                    <p:anim calcmode="lin" valueType="num">
                                      <p:cBhvr>
                                        <p:cTn id="56" dur="650" fill="hold"/>
                                        <p:tgtEl>
                                          <p:spTgt spid="6"/>
                                        </p:tgtEl>
                                        <p:attrNameLst>
                                          <p:attrName>ppt_x</p:attrName>
                                        </p:attrNameLst>
                                      </p:cBhvr>
                                      <p:tavLst>
                                        <p:tav tm="0">
                                          <p:val>
                                            <p:strVal val="#ppt_x"/>
                                          </p:val>
                                        </p:tav>
                                        <p:tav tm="100000">
                                          <p:val>
                                            <p:strVal val="#ppt_x"/>
                                          </p:val>
                                        </p:tav>
                                      </p:tavLst>
                                    </p:anim>
                                    <p:anim calcmode="lin" valueType="num">
                                      <p:cBhvr>
                                        <p:cTn id="57" dur="650" fill="hold"/>
                                        <p:tgtEl>
                                          <p:spTgt spid="6"/>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37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650"/>
                                        <p:tgtEl>
                                          <p:spTgt spid="7"/>
                                        </p:tgtEl>
                                      </p:cBhvr>
                                    </p:animEffect>
                                    <p:anim calcmode="lin" valueType="num">
                                      <p:cBhvr>
                                        <p:cTn id="61" dur="650" fill="hold"/>
                                        <p:tgtEl>
                                          <p:spTgt spid="7"/>
                                        </p:tgtEl>
                                        <p:attrNameLst>
                                          <p:attrName>ppt_x</p:attrName>
                                        </p:attrNameLst>
                                      </p:cBhvr>
                                      <p:tavLst>
                                        <p:tav tm="0">
                                          <p:val>
                                            <p:strVal val="#ppt_x"/>
                                          </p:val>
                                        </p:tav>
                                        <p:tav tm="100000">
                                          <p:val>
                                            <p:strVal val="#ppt_x"/>
                                          </p:val>
                                        </p:tav>
                                      </p:tavLst>
                                    </p:anim>
                                    <p:anim calcmode="lin" valueType="num">
                                      <p:cBhvr>
                                        <p:cTn id="62" dur="650" fill="hold"/>
                                        <p:tgtEl>
                                          <p:spTgt spid="7"/>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370"/>
                                  </p:stCondLst>
                                  <p:childTnLst>
                                    <p:set>
                                      <p:cBhvr>
                                        <p:cTn id="64" dur="1" fill="hold">
                                          <p:stCondLst>
                                            <p:cond delay="0"/>
                                          </p:stCondLst>
                                        </p:cTn>
                                        <p:tgtEl>
                                          <p:spTgt spid="8"/>
                                        </p:tgtEl>
                                        <p:attrNameLst>
                                          <p:attrName>style.visibility</p:attrName>
                                        </p:attrNameLst>
                                      </p:cBhvr>
                                      <p:to>
                                        <p:strVal val="visible"/>
                                      </p:to>
                                    </p:set>
                                    <p:animEffect transition="in" filter="fade">
                                      <p:cBhvr>
                                        <p:cTn id="65" dur="650"/>
                                        <p:tgtEl>
                                          <p:spTgt spid="8"/>
                                        </p:tgtEl>
                                      </p:cBhvr>
                                    </p:animEffect>
                                    <p:anim calcmode="lin" valueType="num">
                                      <p:cBhvr>
                                        <p:cTn id="66" dur="650" fill="hold"/>
                                        <p:tgtEl>
                                          <p:spTgt spid="8"/>
                                        </p:tgtEl>
                                        <p:attrNameLst>
                                          <p:attrName>ppt_x</p:attrName>
                                        </p:attrNameLst>
                                      </p:cBhvr>
                                      <p:tavLst>
                                        <p:tav tm="0">
                                          <p:val>
                                            <p:strVal val="#ppt_x"/>
                                          </p:val>
                                        </p:tav>
                                        <p:tav tm="100000">
                                          <p:val>
                                            <p:strVal val="#ppt_x"/>
                                          </p:val>
                                        </p:tav>
                                      </p:tavLst>
                                    </p:anim>
                                    <p:anim calcmode="lin" valueType="num">
                                      <p:cBhvr>
                                        <p:cTn id="67" dur="650" fill="hold"/>
                                        <p:tgtEl>
                                          <p:spTgt spid="8"/>
                                        </p:tgtEl>
                                        <p:attrNameLst>
                                          <p:attrName>ppt_y</p:attrName>
                                        </p:attrNameLst>
                                      </p:cBhvr>
                                      <p:tavLst>
                                        <p:tav tm="0">
                                          <p:val>
                                            <p:strVal val="#ppt_y+.1"/>
                                          </p:val>
                                        </p:tav>
                                        <p:tav tm="100000">
                                          <p:val>
                                            <p:strVal val="#ppt_y"/>
                                          </p:val>
                                        </p:tav>
                                      </p:tavLst>
                                    </p:anim>
                                  </p:childTnLst>
                                </p:cTn>
                              </p:par>
                              <p:par>
                                <p:cTn id="68" presetID="10" presetClass="entr" presetSubtype="0" fill="hold" grpId="0" nodeType="withEffect">
                                  <p:stCondLst>
                                    <p:cond delay="590"/>
                                  </p:stCondLst>
                                  <p:childTnLst>
                                    <p:set>
                                      <p:cBhvr>
                                        <p:cTn id="69" dur="1" fill="hold">
                                          <p:stCondLst>
                                            <p:cond delay="0"/>
                                          </p:stCondLst>
                                        </p:cTn>
                                        <p:tgtEl>
                                          <p:spTgt spid="9"/>
                                        </p:tgtEl>
                                        <p:attrNameLst>
                                          <p:attrName>style.visibility</p:attrName>
                                        </p:attrNameLst>
                                      </p:cBhvr>
                                      <p:to>
                                        <p:strVal val="visible"/>
                                      </p:to>
                                    </p:set>
                                    <p:animEffect transition="in" filter="fade">
                                      <p:cBhvr>
                                        <p:cTn id="70" dur="600"/>
                                        <p:tgtEl>
                                          <p:spTgt spid="9"/>
                                        </p:tgtEl>
                                      </p:cBhvr>
                                    </p:animEffect>
                                  </p:childTnLst>
                                </p:cTn>
                              </p:par>
                              <p:par>
                                <p:cTn id="71" presetID="10" presetClass="entr" presetSubtype="0" fill="hold" grpId="0" nodeType="withEffect">
                                  <p:stCondLst>
                                    <p:cond delay="590"/>
                                  </p:stCondLst>
                                  <p:childTnLst>
                                    <p:set>
                                      <p:cBhvr>
                                        <p:cTn id="72" dur="1" fill="hold">
                                          <p:stCondLst>
                                            <p:cond delay="0"/>
                                          </p:stCondLst>
                                        </p:cTn>
                                        <p:tgtEl>
                                          <p:spTgt spid="10"/>
                                        </p:tgtEl>
                                        <p:attrNameLst>
                                          <p:attrName>style.visibility</p:attrName>
                                        </p:attrNameLst>
                                      </p:cBhvr>
                                      <p:to>
                                        <p:strVal val="visible"/>
                                      </p:to>
                                    </p:set>
                                    <p:animEffect transition="in" filter="fade">
                                      <p:cBhvr>
                                        <p:cTn id="73" dur="600"/>
                                        <p:tgtEl>
                                          <p:spTgt spid="10"/>
                                        </p:tgtEl>
                                      </p:cBhvr>
                                    </p:animEffect>
                                  </p:childTnLst>
                                </p:cTn>
                              </p:par>
                              <p:par>
                                <p:cTn id="74" presetID="10" presetClass="entr" presetSubtype="0" fill="hold" grpId="0" nodeType="withEffect">
                                  <p:stCondLst>
                                    <p:cond delay="59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600"/>
                                        <p:tgtEl>
                                          <p:spTgt spid="11"/>
                                        </p:tgtEl>
                                      </p:cBhvr>
                                    </p:animEffect>
                                  </p:childTnLst>
                                </p:cTn>
                              </p:par>
                              <p:par>
                                <p:cTn id="77" presetID="22" presetClass="entr" presetSubtype="8" fill="hold" grpId="0" nodeType="withEffect">
                                  <p:stCondLst>
                                    <p:cond delay="810"/>
                                  </p:stCondLst>
                                  <p:childTnLst>
                                    <p:set>
                                      <p:cBhvr>
                                        <p:cTn id="78" dur="1" fill="hold">
                                          <p:stCondLst>
                                            <p:cond delay="0"/>
                                          </p:stCondLst>
                                        </p:cTn>
                                        <p:tgtEl>
                                          <p:spTgt spid="12"/>
                                        </p:tgtEl>
                                        <p:attrNameLst>
                                          <p:attrName>style.visibility</p:attrName>
                                        </p:attrNameLst>
                                      </p:cBhvr>
                                      <p:to>
                                        <p:strVal val="visible"/>
                                      </p:to>
                                    </p:set>
                                    <p:animEffect transition="in" filter="wipe(left)">
                                      <p:cBhvr>
                                        <p:cTn id="79" dur="500"/>
                                        <p:tgtEl>
                                          <p:spTgt spid="12"/>
                                        </p:tgtEl>
                                      </p:cBhvr>
                                    </p:animEffect>
                                  </p:childTnLst>
                                </p:cTn>
                              </p:par>
                              <p:par>
                                <p:cTn id="80" presetID="22" presetClass="entr" presetSubtype="8" fill="hold" grpId="0" nodeType="withEffect">
                                  <p:stCondLst>
                                    <p:cond delay="810"/>
                                  </p:stCondLst>
                                  <p:childTnLst>
                                    <p:set>
                                      <p:cBhvr>
                                        <p:cTn id="81" dur="1" fill="hold">
                                          <p:stCondLst>
                                            <p:cond delay="0"/>
                                          </p:stCondLst>
                                        </p:cTn>
                                        <p:tgtEl>
                                          <p:spTgt spid="13"/>
                                        </p:tgtEl>
                                        <p:attrNameLst>
                                          <p:attrName>style.visibility</p:attrName>
                                        </p:attrNameLst>
                                      </p:cBhvr>
                                      <p:to>
                                        <p:strVal val="visible"/>
                                      </p:to>
                                    </p:set>
                                    <p:animEffect transition="in" filter="wipe(left)">
                                      <p:cBhvr>
                                        <p:cTn id="82" dur="500"/>
                                        <p:tgtEl>
                                          <p:spTgt spid="13"/>
                                        </p:tgtEl>
                                      </p:cBhvr>
                                    </p:animEffect>
                                  </p:childTnLst>
                                </p:cTn>
                              </p:par>
                              <p:par>
                                <p:cTn id="83" presetID="22" presetClass="entr" presetSubtype="8" fill="hold" grpId="0" nodeType="withEffect">
                                  <p:stCondLst>
                                    <p:cond delay="810"/>
                                  </p:stCondLst>
                                  <p:childTnLst>
                                    <p:set>
                                      <p:cBhvr>
                                        <p:cTn id="84" dur="1" fill="hold">
                                          <p:stCondLst>
                                            <p:cond delay="0"/>
                                          </p:stCondLst>
                                        </p:cTn>
                                        <p:tgtEl>
                                          <p:spTgt spid="14"/>
                                        </p:tgtEl>
                                        <p:attrNameLst>
                                          <p:attrName>style.visibility</p:attrName>
                                        </p:attrNameLst>
                                      </p:cBhvr>
                                      <p:to>
                                        <p:strVal val="visible"/>
                                      </p:to>
                                    </p:set>
                                    <p:animEffect transition="in" filter="wipe(left)">
                                      <p:cBhvr>
                                        <p:cTn id="85" dur="500"/>
                                        <p:tgtEl>
                                          <p:spTgt spid="14"/>
                                        </p:tgtEl>
                                      </p:cBhvr>
                                    </p:animEffect>
                                  </p:childTnLst>
                                </p:cTn>
                              </p:par>
                              <p:par>
                                <p:cTn id="86" presetID="22" presetClass="entr" presetSubtype="8" fill="hold" grpId="0" nodeType="withEffect">
                                  <p:stCondLst>
                                    <p:cond delay="810"/>
                                  </p:stCondLst>
                                  <p:childTnLst>
                                    <p:set>
                                      <p:cBhvr>
                                        <p:cTn id="87" dur="1" fill="hold">
                                          <p:stCondLst>
                                            <p:cond delay="0"/>
                                          </p:stCondLst>
                                        </p:cTn>
                                        <p:tgtEl>
                                          <p:spTgt spid="15"/>
                                        </p:tgtEl>
                                        <p:attrNameLst>
                                          <p:attrName>style.visibility</p:attrName>
                                        </p:attrNameLst>
                                      </p:cBhvr>
                                      <p:to>
                                        <p:strVal val="visible"/>
                                      </p:to>
                                    </p:set>
                                    <p:animEffect transition="in" filter="wipe(left)">
                                      <p:cBhvr>
                                        <p:cTn id="88" dur="500"/>
                                        <p:tgtEl>
                                          <p:spTgt spid="15"/>
                                        </p:tgtEl>
                                      </p:cBhvr>
                                    </p:animEffect>
                                  </p:childTnLst>
                                </p:cTn>
                              </p:par>
                              <p:par>
                                <p:cTn id="89" presetID="22" presetClass="entr" presetSubtype="8" fill="hold" grpId="0" nodeType="withEffect">
                                  <p:stCondLst>
                                    <p:cond delay="810"/>
                                  </p:stCondLst>
                                  <p:childTnLst>
                                    <p:set>
                                      <p:cBhvr>
                                        <p:cTn id="90" dur="1" fill="hold">
                                          <p:stCondLst>
                                            <p:cond delay="0"/>
                                          </p:stCondLst>
                                        </p:cTn>
                                        <p:tgtEl>
                                          <p:spTgt spid="16"/>
                                        </p:tgtEl>
                                        <p:attrNameLst>
                                          <p:attrName>style.visibility</p:attrName>
                                        </p:attrNameLst>
                                      </p:cBhvr>
                                      <p:to>
                                        <p:strVal val="visible"/>
                                      </p:to>
                                    </p:set>
                                    <p:animEffect transition="in" filter="wipe(left)">
                                      <p:cBhvr>
                                        <p:cTn id="91" dur="500"/>
                                        <p:tgtEl>
                                          <p:spTgt spid="16"/>
                                        </p:tgtEl>
                                      </p:cBhvr>
                                    </p:animEffect>
                                  </p:childTnLst>
                                </p:cTn>
                              </p:par>
                              <p:par>
                                <p:cTn id="92" presetID="22" presetClass="entr" presetSubtype="8" fill="hold" grpId="0" nodeType="withEffect">
                                  <p:stCondLst>
                                    <p:cond delay="810"/>
                                  </p:stCondLst>
                                  <p:childTnLst>
                                    <p:set>
                                      <p:cBhvr>
                                        <p:cTn id="93" dur="1" fill="hold">
                                          <p:stCondLst>
                                            <p:cond delay="0"/>
                                          </p:stCondLst>
                                        </p:cTn>
                                        <p:tgtEl>
                                          <p:spTgt spid="17"/>
                                        </p:tgtEl>
                                        <p:attrNameLst>
                                          <p:attrName>style.visibility</p:attrName>
                                        </p:attrNameLst>
                                      </p:cBhvr>
                                      <p:to>
                                        <p:strVal val="visible"/>
                                      </p:to>
                                    </p:set>
                                    <p:animEffect transition="in" filter="wipe(left)">
                                      <p:cBhvr>
                                        <p:cTn id="94" dur="500"/>
                                        <p:tgtEl>
                                          <p:spTgt spid="17"/>
                                        </p:tgtEl>
                                      </p:cBhvr>
                                    </p:animEffect>
                                  </p:childTnLst>
                                </p:cTn>
                              </p:par>
                              <p:par>
                                <p:cTn id="95" presetID="22" presetClass="entr" presetSubtype="8" fill="hold" grpId="0" nodeType="withEffect">
                                  <p:stCondLst>
                                    <p:cond delay="810"/>
                                  </p:stCondLst>
                                  <p:childTnLst>
                                    <p:set>
                                      <p:cBhvr>
                                        <p:cTn id="96" dur="1" fill="hold">
                                          <p:stCondLst>
                                            <p:cond delay="0"/>
                                          </p:stCondLst>
                                        </p:cTn>
                                        <p:tgtEl>
                                          <p:spTgt spid="18"/>
                                        </p:tgtEl>
                                        <p:attrNameLst>
                                          <p:attrName>style.visibility</p:attrName>
                                        </p:attrNameLst>
                                      </p:cBhvr>
                                      <p:to>
                                        <p:strVal val="visible"/>
                                      </p:to>
                                    </p:set>
                                    <p:animEffect transition="in" filter="wipe(left)">
                                      <p:cBhvr>
                                        <p:cTn id="97" dur="500"/>
                                        <p:tgtEl>
                                          <p:spTgt spid="18"/>
                                        </p:tgtEl>
                                      </p:cBhvr>
                                    </p:animEffect>
                                  </p:childTnLst>
                                </p:cTn>
                              </p:par>
                              <p:par>
                                <p:cTn id="98" presetID="22" presetClass="entr" presetSubtype="8" fill="hold" grpId="0" nodeType="withEffect">
                                  <p:stCondLst>
                                    <p:cond delay="810"/>
                                  </p:stCondLst>
                                  <p:childTnLst>
                                    <p:set>
                                      <p:cBhvr>
                                        <p:cTn id="99" dur="1" fill="hold">
                                          <p:stCondLst>
                                            <p:cond delay="0"/>
                                          </p:stCondLst>
                                        </p:cTn>
                                        <p:tgtEl>
                                          <p:spTgt spid="19"/>
                                        </p:tgtEl>
                                        <p:attrNameLst>
                                          <p:attrName>style.visibility</p:attrName>
                                        </p:attrNameLst>
                                      </p:cBhvr>
                                      <p:to>
                                        <p:strVal val="visible"/>
                                      </p:to>
                                    </p:set>
                                    <p:animEffect transition="in" filter="wipe(left)">
                                      <p:cBhvr>
                                        <p:cTn id="100" dur="500"/>
                                        <p:tgtEl>
                                          <p:spTgt spid="19"/>
                                        </p:tgtEl>
                                      </p:cBhvr>
                                    </p:animEffect>
                                  </p:childTnLst>
                                </p:cTn>
                              </p:par>
                              <p:par>
                                <p:cTn id="101" presetID="22" presetClass="entr" presetSubtype="8" fill="hold" grpId="0" nodeType="withEffect">
                                  <p:stCondLst>
                                    <p:cond delay="810"/>
                                  </p:stCondLst>
                                  <p:childTnLst>
                                    <p:set>
                                      <p:cBhvr>
                                        <p:cTn id="102" dur="1" fill="hold">
                                          <p:stCondLst>
                                            <p:cond delay="0"/>
                                          </p:stCondLst>
                                        </p:cTn>
                                        <p:tgtEl>
                                          <p:spTgt spid="20"/>
                                        </p:tgtEl>
                                        <p:attrNameLst>
                                          <p:attrName>style.visibility</p:attrName>
                                        </p:attrNameLst>
                                      </p:cBhvr>
                                      <p:to>
                                        <p:strVal val="visible"/>
                                      </p:to>
                                    </p:set>
                                    <p:animEffect transition="in" filter="wipe(left)">
                                      <p:cBhvr>
                                        <p:cTn id="103" dur="500"/>
                                        <p:tgtEl>
                                          <p:spTgt spid="20"/>
                                        </p:tgtEl>
                                      </p:cBhvr>
                                    </p:animEffect>
                                  </p:childTnLst>
                                </p:cTn>
                              </p:par>
                              <p:par>
                                <p:cTn id="104" presetID="22" presetClass="entr" presetSubtype="8" fill="hold" grpId="0" nodeType="withEffect">
                                  <p:stCondLst>
                                    <p:cond delay="810"/>
                                  </p:stCondLst>
                                  <p:childTnLst>
                                    <p:set>
                                      <p:cBhvr>
                                        <p:cTn id="105" dur="1" fill="hold">
                                          <p:stCondLst>
                                            <p:cond delay="0"/>
                                          </p:stCondLst>
                                        </p:cTn>
                                        <p:tgtEl>
                                          <p:spTgt spid="21"/>
                                        </p:tgtEl>
                                        <p:attrNameLst>
                                          <p:attrName>style.visibility</p:attrName>
                                        </p:attrNameLst>
                                      </p:cBhvr>
                                      <p:to>
                                        <p:strVal val="visible"/>
                                      </p:to>
                                    </p:set>
                                    <p:animEffect transition="in" filter="wipe(left)">
                                      <p:cBhvr>
                                        <p:cTn id="10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animBg="1"/>
      <p:bldP spid="8" grpId="0"/>
      <p:bldP spid="9" grpId="0" animBg="1"/>
      <p:bldP spid="10" grpId="0" animBg="1"/>
      <p:bldP spid="11" grpId="0"/>
      <p:bldP spid="12" grpId="0" animBg="1"/>
      <p:bldP spid="13" grpId="0"/>
      <p:bldP spid="14" grpId="0" animBg="1"/>
      <p:bldP spid="15" grpId="0"/>
      <p:bldP spid="16" grpId="0" animBg="1"/>
      <p:bldP spid="17" grpId="0"/>
      <p:bldP spid="18" grpId="0" animBg="1"/>
      <p:bldP spid="19" grpId="0"/>
      <p:bldP spid="20" grpId="0" animBg="1"/>
      <p:bldP spid="21" grpId="0"/>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¿Se cumplieron los objetivos?</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bjetivos-cumplidos:ef5d901ec7"/>
          <p:cNvSpPr/>
          <p:nvPr/>
        </p:nvSpPr>
        <p:spPr>
          <a:xfrm>
            <a:off x="565150" y="1257300"/>
            <a:ext cx="11061700" cy="952500"/>
          </a:xfrm>
          <a:prstGeom prst="roundRect">
            <a:avLst>
              <a:gd name="adj" fmla="val 12000"/>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bjetivos-cumplidos:ef5d901ec7·2"/>
          <p:cNvSpPr/>
          <p:nvPr/>
        </p:nvSpPr>
        <p:spPr>
          <a:xfrm>
            <a:off x="565150" y="12573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bjetivos-cumplidos:ef5d901ec7·3"/>
          <p:cNvSpPr/>
          <p:nvPr/>
        </p:nvSpPr>
        <p:spPr>
          <a:xfrm>
            <a:off x="11620500" y="1257300"/>
            <a:ext cx="6350" cy="95250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bjetivos-cumplidos:ef5d901ec7·4"/>
          <p:cNvSpPr/>
          <p:nvPr/>
        </p:nvSpPr>
        <p:spPr>
          <a:xfrm>
            <a:off x="565150" y="220345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bjetivos-cumplidos:ef5d901ec7·5"/>
          <p:cNvSpPr/>
          <p:nvPr/>
        </p:nvSpPr>
        <p:spPr>
          <a:xfrm>
            <a:off x="565150" y="1257300"/>
            <a:ext cx="50800" cy="9525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bjetivos-cumplidos:de5589c583"/>
          <p:cNvSpPr txBox="1"/>
          <p:nvPr/>
        </p:nvSpPr>
        <p:spPr>
          <a:xfrm>
            <a:off x="806450" y="1345743"/>
            <a:ext cx="3950970"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E8741A"/>
                </a:solidFill>
                <a:latin typeface="Calibri"/>
              </a:rPr>
              <a:t>Objetivo general</a:t>
            </a:r>
          </a:p>
        </p:txBody>
      </p:sp>
      <p:sp>
        <p:nvSpPr>
          <p:cNvPr id="17" name="!!objetivos-cumplidos:663c89972d"/>
          <p:cNvSpPr txBox="1"/>
          <p:nvPr/>
        </p:nvSpPr>
        <p:spPr>
          <a:xfrm>
            <a:off x="806450" y="1551803"/>
            <a:ext cx="3950970" cy="682752"/>
          </a:xfrm>
          <a:prstGeom prst="rect">
            <a:avLst/>
          </a:prstGeom>
          <a:noFill/>
        </p:spPr>
        <p:txBody>
          <a:bodyPr wrap="square" lIns="0" rIns="0" tIns="0" bIns="0" anchor="t"/>
          <a:lstStyle/>
          <a:p>
            <a:pPr algn="l">
              <a:lnSpc>
                <a:spcPts val="1792"/>
              </a:lnSpc>
              <a:spcBef>
                <a:spcPts val="0"/>
              </a:spcBef>
              <a:spcAft>
                <a:spcPts val="0"/>
              </a:spcAft>
            </a:pPr>
            <a:r>
              <a:rPr sz="1400" b="0" i="0">
                <a:solidFill>
                  <a:srgbClr val="1F2937"/>
                </a:solidFill>
                <a:latin typeface="Calibri"/>
              </a:rPr>
              <a:t>Desarrollar un software educativo de elementos</a:t>
            </a:r>
            <a:br/>
            <a:r>
              <a:rPr sz="1400" b="0" i="0">
                <a:solidFill>
                  <a:srgbClr val="1F2937"/>
                </a:solidFill>
                <a:latin typeface="Calibri"/>
              </a:rPr>
              <a:t>finitos …</a:t>
            </a:r>
            <a:r>
              <a:rPr sz="1400" b="1" i="0">
                <a:solidFill>
                  <a:srgbClr val="1F2937"/>
                </a:solidFill>
                <a:latin typeface="Calibri"/>
              </a:rPr>
              <a:t> para mejorar la trazabilidad y la</a:t>
            </a:r>
            <a:br/>
            <a:r>
              <a:rPr sz="1400" b="1" i="0">
                <a:solidFill>
                  <a:srgbClr val="1F2937"/>
                </a:solidFill>
                <a:latin typeface="Calibri"/>
              </a:rPr>
              <a:t>verificabilidad</a:t>
            </a:r>
            <a:r>
              <a:rPr sz="1400" b="0" i="0">
                <a:solidFill>
                  <a:srgbClr val="1F2937"/>
                </a:solidFill>
                <a:latin typeface="Calibri"/>
              </a:rPr>
              <a:t> del procedimiento de cálculo</a:t>
            </a:r>
          </a:p>
        </p:txBody>
      </p:sp>
      <p:sp>
        <p:nvSpPr>
          <p:cNvPr id="18" name="!!objetivos-cumplidos:fcf15dac68"/>
          <p:cNvSpPr txBox="1"/>
          <p:nvPr/>
        </p:nvSpPr>
        <p:spPr>
          <a:xfrm>
            <a:off x="4768850" y="1649794"/>
            <a:ext cx="406400" cy="330200"/>
          </a:xfrm>
          <a:prstGeom prst="rect">
            <a:avLst/>
          </a:prstGeom>
          <a:noFill/>
        </p:spPr>
        <p:txBody>
          <a:bodyPr wrap="square" lIns="0" rIns="0" tIns="0" bIns="0" anchor="t"/>
          <a:lstStyle/>
          <a:p>
            <a:pPr algn="ctr">
              <a:lnSpc>
                <a:spcPts val="2600"/>
              </a:lnSpc>
              <a:spcBef>
                <a:spcPts val="0"/>
              </a:spcBef>
              <a:spcAft>
                <a:spcPts val="0"/>
              </a:spcAft>
            </a:pPr>
            <a:r>
              <a:rPr sz="2600" b="1" i="0">
                <a:solidFill>
                  <a:srgbClr val="E8741A"/>
                </a:solidFill>
                <a:latin typeface="Calibri"/>
              </a:rPr>
              <a:t>→</a:t>
            </a:r>
          </a:p>
        </p:txBody>
      </p:sp>
      <p:pic>
        <p:nvPicPr>
          <p:cNvPr id="19" name="!!objetivos-cumplidos:d77c3abdff" descr="fig_logo_edufem.png"/>
          <p:cNvPicPr>
            <a:picLocks noChangeAspect="1"/>
          </p:cNvPicPr>
          <p:nvPr/>
        </p:nvPicPr>
        <p:blipFill>
          <a:blip r:embed="rId2"/>
          <a:srcRect/>
          <a:stretch>
            <a:fillRect/>
          </a:stretch>
        </p:blipFill>
        <p:spPr>
          <a:xfrm>
            <a:off x="5200650" y="1469326"/>
            <a:ext cx="635000" cy="635000"/>
          </a:xfrm>
          <a:prstGeom prst="rect">
            <a:avLst/>
          </a:prstGeom>
        </p:spPr>
      </p:pic>
      <p:sp>
        <p:nvSpPr>
          <p:cNvPr id="20" name="!!objetivos-cumplidos:fad7b38afa"/>
          <p:cNvSpPr txBox="1"/>
          <p:nvPr/>
        </p:nvSpPr>
        <p:spPr>
          <a:xfrm>
            <a:off x="5911850" y="1377569"/>
            <a:ext cx="4111180" cy="279400"/>
          </a:xfrm>
          <a:prstGeom prst="rect">
            <a:avLst/>
          </a:prstGeom>
          <a:noFill/>
        </p:spPr>
        <p:txBody>
          <a:bodyPr wrap="square" lIns="0" rIns="0" tIns="0" bIns="0" anchor="t"/>
          <a:lstStyle/>
          <a:p>
            <a:pPr algn="l">
              <a:lnSpc>
                <a:spcPts val="2200"/>
              </a:lnSpc>
              <a:spcBef>
                <a:spcPts val="0"/>
              </a:spcBef>
              <a:spcAft>
                <a:spcPts val="0"/>
              </a:spcAft>
            </a:pPr>
            <a:r>
              <a:rPr sz="2200" b="1" i="0" spc="-22">
                <a:solidFill>
                  <a:srgbClr val="1F2937"/>
                </a:solidFill>
                <a:latin typeface="Calibri"/>
              </a:rPr>
              <a:t>Edu</a:t>
            </a:r>
            <a:r>
              <a:rPr sz="2200" b="1" i="0" spc="-22">
                <a:solidFill>
                  <a:srgbClr val="E8741A"/>
                </a:solidFill>
                <a:latin typeface="Calibri"/>
              </a:rPr>
              <a:t>FEM</a:t>
            </a:r>
            <a:r>
              <a:rPr sz="1300" b="1" i="0">
                <a:solidFill>
                  <a:srgbClr val="3F4A5A"/>
                </a:solidFill>
                <a:latin typeface="Calibri"/>
              </a:rPr>
              <a:t>expone su procedimiento de cálculo</a:t>
            </a:r>
          </a:p>
        </p:txBody>
      </p:sp>
      <p:sp>
        <p:nvSpPr>
          <p:cNvPr id="21" name="!!objetivos-cumplidos:28041d6ff8"/>
          <p:cNvSpPr/>
          <p:nvPr/>
        </p:nvSpPr>
        <p:spPr>
          <a:xfrm>
            <a:off x="5915025" y="1712595"/>
            <a:ext cx="433514" cy="223456"/>
          </a:xfrm>
          <a:prstGeom prst="roundRect">
            <a:avLst>
              <a:gd name="adj" fmla="val 50000"/>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bjetivos-cumplidos:8dfebc1868"/>
          <p:cNvSpPr txBox="1"/>
          <p:nvPr/>
        </p:nvSpPr>
        <p:spPr>
          <a:xfrm>
            <a:off x="6000750" y="1752232"/>
            <a:ext cx="312864"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3F4A5A"/>
                </a:solidFill>
                <a:latin typeface="Calibri"/>
              </a:rPr>
              <a:t>libre</a:t>
            </a:r>
          </a:p>
        </p:txBody>
      </p:sp>
      <p:sp>
        <p:nvSpPr>
          <p:cNvPr id="23" name="!!objetivos-cumplidos:cacdb31c14"/>
          <p:cNvSpPr/>
          <p:nvPr/>
        </p:nvSpPr>
        <p:spPr>
          <a:xfrm>
            <a:off x="6405690" y="1712595"/>
            <a:ext cx="802767" cy="223456"/>
          </a:xfrm>
          <a:prstGeom prst="roundRect">
            <a:avLst>
              <a:gd name="adj" fmla="val 50000"/>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bjetivos-cumplidos:2790cd3631"/>
          <p:cNvSpPr txBox="1"/>
          <p:nvPr/>
        </p:nvSpPr>
        <p:spPr>
          <a:xfrm>
            <a:off x="6491414" y="1752232"/>
            <a:ext cx="682117"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3F4A5A"/>
                </a:solidFill>
                <a:latin typeface="Calibri"/>
              </a:rPr>
              <a:t>en español</a:t>
            </a:r>
          </a:p>
        </p:txBody>
      </p:sp>
      <p:sp>
        <p:nvSpPr>
          <p:cNvPr id="25" name="!!objetivos-cumplidos:f1d46f6743"/>
          <p:cNvSpPr/>
          <p:nvPr/>
        </p:nvSpPr>
        <p:spPr>
          <a:xfrm>
            <a:off x="7265606" y="1712595"/>
            <a:ext cx="1186244" cy="223456"/>
          </a:xfrm>
          <a:prstGeom prst="roundRect">
            <a:avLst>
              <a:gd name="adj" fmla="val 50000"/>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bjetivos-cumplidos:dda73a3b11"/>
          <p:cNvSpPr txBox="1"/>
          <p:nvPr/>
        </p:nvSpPr>
        <p:spPr>
          <a:xfrm>
            <a:off x="7351332" y="1752232"/>
            <a:ext cx="1065594"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3F4A5A"/>
                </a:solidFill>
                <a:latin typeface="Calibri"/>
              </a:rPr>
              <a:t>escrito en Python</a:t>
            </a:r>
          </a:p>
        </p:txBody>
      </p:sp>
      <p:sp>
        <p:nvSpPr>
          <p:cNvPr id="27" name="!!objetivos-cumplidos:3e8aac9e79"/>
          <p:cNvSpPr/>
          <p:nvPr/>
        </p:nvSpPr>
        <p:spPr>
          <a:xfrm>
            <a:off x="5915025" y="1993202"/>
            <a:ext cx="1880108" cy="223456"/>
          </a:xfrm>
          <a:prstGeom prst="roundRect">
            <a:avLst>
              <a:gd name="adj" fmla="val 50000"/>
            </a:avLst>
          </a:prstGeom>
          <a:solidFill>
            <a:srgbClr val="FFFFFF"/>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bjetivos-cumplidos:092d08db60"/>
          <p:cNvSpPr txBox="1"/>
          <p:nvPr/>
        </p:nvSpPr>
        <p:spPr>
          <a:xfrm>
            <a:off x="6000750" y="2032838"/>
            <a:ext cx="1759458"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3F4A5A"/>
                </a:solidFill>
                <a:latin typeface="Calibri"/>
              </a:rPr>
              <a:t>elasticidad plana con Q4 y Q9</a:t>
            </a:r>
          </a:p>
        </p:txBody>
      </p:sp>
      <p:sp>
        <p:nvSpPr>
          <p:cNvPr id="29" name="!!objetivos-cumplidos:1e11e99341"/>
          <p:cNvSpPr/>
          <p:nvPr/>
        </p:nvSpPr>
        <p:spPr>
          <a:xfrm>
            <a:off x="10066210" y="1574102"/>
            <a:ext cx="1379664" cy="4254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bjetivos-cumplidos:07624056cf"/>
          <p:cNvSpPr txBox="1"/>
          <p:nvPr/>
        </p:nvSpPr>
        <p:spPr>
          <a:xfrm>
            <a:off x="10458640" y="1669324"/>
            <a:ext cx="876110" cy="248031"/>
          </a:xfrm>
          <a:prstGeom prst="rect">
            <a:avLst/>
          </a:prstGeom>
          <a:noFill/>
        </p:spPr>
        <p:txBody>
          <a:bodyPr wrap="square" lIns="0" rIns="0" tIns="0" bIns="0" anchor="t"/>
          <a:lstStyle/>
          <a:p>
            <a:pPr algn="l">
              <a:lnSpc>
                <a:spcPts val="1953"/>
              </a:lnSpc>
              <a:spcBef>
                <a:spcPts val="0"/>
              </a:spcBef>
              <a:spcAft>
                <a:spcPts val="0"/>
              </a:spcAft>
            </a:pPr>
            <a:r>
              <a:rPr sz="1600" b="1" i="0" spc="16">
                <a:solidFill>
                  <a:srgbClr val="198754"/>
                </a:solidFill>
                <a:latin typeface="Calibri"/>
              </a:rPr>
              <a:t>Cumplido</a:t>
            </a:r>
          </a:p>
        </p:txBody>
      </p:sp>
      <p:sp>
        <p:nvSpPr>
          <p:cNvPr id="31" name="!!objetivos-cumplidos:9e1faaab7a"/>
          <p:cNvSpPr txBox="1"/>
          <p:nvPr/>
        </p:nvSpPr>
        <p:spPr>
          <a:xfrm>
            <a:off x="10228136" y="1685199"/>
            <a:ext cx="205105" cy="248031"/>
          </a:xfrm>
          <a:prstGeom prst="rect">
            <a:avLst/>
          </a:prstGeom>
          <a:noFill/>
        </p:spPr>
        <p:txBody>
          <a:bodyPr wrap="square" lIns="0" rIns="0" tIns="0" bIns="0" anchor="t"/>
          <a:lstStyle/>
          <a:p>
            <a:pPr algn="l">
              <a:lnSpc>
                <a:spcPts val="1953"/>
              </a:lnSpc>
              <a:spcBef>
                <a:spcPts val="0"/>
              </a:spcBef>
              <a:spcAft>
                <a:spcPts val="0"/>
              </a:spcAft>
            </a:pPr>
            <a:r>
              <a:rPr sz="1600" b="1" i="0" spc="16">
                <a:solidFill>
                  <a:srgbClr val="198754"/>
                </a:solidFill>
                <a:latin typeface="Calibri"/>
              </a:rPr>
              <a:t>✓</a:t>
            </a:r>
          </a:p>
        </p:txBody>
      </p:sp>
      <p:sp>
        <p:nvSpPr>
          <p:cNvPr id="32" name="!!objetivos-cumplidos:cbf217d7a3"/>
          <p:cNvSpPr txBox="1"/>
          <p:nvPr/>
        </p:nvSpPr>
        <p:spPr>
          <a:xfrm>
            <a:off x="565150" y="2351202"/>
            <a:ext cx="3278505"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5B6575"/>
                </a:solidFill>
                <a:latin typeface="Calibri"/>
              </a:rPr>
              <a:t>Objetivos específicos · uno por capítulo</a:t>
            </a:r>
          </a:p>
        </p:txBody>
      </p:sp>
      <p:sp>
        <p:nvSpPr>
          <p:cNvPr id="33" name="!!objetivos-cumplidos:8d23f6b76f"/>
          <p:cNvSpPr/>
          <p:nvPr/>
        </p:nvSpPr>
        <p:spPr>
          <a:xfrm>
            <a:off x="8763127" y="2374900"/>
            <a:ext cx="469900" cy="1016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bjetivos-cumplidos:516756d077"/>
          <p:cNvSpPr/>
          <p:nvPr/>
        </p:nvSpPr>
        <p:spPr>
          <a:xfrm>
            <a:off x="8763127" y="2374900"/>
            <a:ext cx="469900" cy="1016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bjetivos-cumplidos:89f074bdb6"/>
          <p:cNvSpPr/>
          <p:nvPr/>
        </p:nvSpPr>
        <p:spPr>
          <a:xfrm>
            <a:off x="9283827" y="2374900"/>
            <a:ext cx="469900" cy="1016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bjetivos-cumplidos:9290316357"/>
          <p:cNvSpPr/>
          <p:nvPr/>
        </p:nvSpPr>
        <p:spPr>
          <a:xfrm>
            <a:off x="9283827" y="2374900"/>
            <a:ext cx="469900" cy="1016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bjetivos-cumplidos:0c60607607"/>
          <p:cNvSpPr/>
          <p:nvPr/>
        </p:nvSpPr>
        <p:spPr>
          <a:xfrm>
            <a:off x="9804527" y="2374900"/>
            <a:ext cx="469900" cy="101600"/>
          </a:xfrm>
          <a:prstGeom prst="roundRect">
            <a:avLst>
              <a:gd name="adj" fmla="val 50000"/>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bjetivos-cumplidos:fd843852eb"/>
          <p:cNvSpPr/>
          <p:nvPr/>
        </p:nvSpPr>
        <p:spPr>
          <a:xfrm>
            <a:off x="9804527" y="2374900"/>
            <a:ext cx="469900" cy="101600"/>
          </a:xfrm>
          <a:prstGeom prst="roundRect">
            <a:avLst>
              <a:gd name="adj" fmla="val 50000"/>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bjetivos-cumplidos:f888e39702"/>
          <p:cNvSpPr txBox="1"/>
          <p:nvPr/>
        </p:nvSpPr>
        <p:spPr>
          <a:xfrm>
            <a:off x="10312527" y="2330831"/>
            <a:ext cx="190500" cy="228600"/>
          </a:xfrm>
          <a:prstGeom prst="rect">
            <a:avLst/>
          </a:prstGeom>
          <a:noFill/>
        </p:spPr>
        <p:txBody>
          <a:bodyPr wrap="square" lIns="0" rIns="0" tIns="0" bIns="0" anchor="t"/>
          <a:lstStyle/>
          <a:p>
            <a:pPr algn="r">
              <a:lnSpc>
                <a:spcPts val="1800"/>
              </a:lnSpc>
              <a:spcBef>
                <a:spcPts val="0"/>
              </a:spcBef>
              <a:spcAft>
                <a:spcPts val="0"/>
              </a:spcAft>
            </a:pPr>
            <a:r>
              <a:rPr sz="1800" b="1" i="0">
                <a:solidFill>
                  <a:srgbClr val="198754"/>
                </a:solidFill>
                <a:latin typeface="Calibri"/>
              </a:rPr>
              <a:t>3</a:t>
            </a:r>
          </a:p>
        </p:txBody>
      </p:sp>
      <p:sp>
        <p:nvSpPr>
          <p:cNvPr id="40" name="!!objetivos-cumplidos:f6b2e88aaf"/>
          <p:cNvSpPr txBox="1"/>
          <p:nvPr/>
        </p:nvSpPr>
        <p:spPr>
          <a:xfrm>
            <a:off x="10591927" y="2357184"/>
            <a:ext cx="1085723"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198754"/>
                </a:solidFill>
                <a:latin typeface="Calibri"/>
              </a:rPr>
              <a:t>de 3 cumplidos</a:t>
            </a:r>
          </a:p>
        </p:txBody>
      </p:sp>
      <p:sp>
        <p:nvSpPr>
          <p:cNvPr id="41" name="!!objetivos-cumplidos:7a3a076113"/>
          <p:cNvSpPr txBox="1"/>
          <p:nvPr/>
        </p:nvSpPr>
        <p:spPr>
          <a:xfrm>
            <a:off x="10312527" y="2330831"/>
            <a:ext cx="190500" cy="228600"/>
          </a:xfrm>
          <a:prstGeom prst="rect">
            <a:avLst/>
          </a:prstGeom>
          <a:noFill/>
        </p:spPr>
        <p:txBody>
          <a:bodyPr wrap="square" lIns="0" rIns="0" tIns="0" bIns="0" anchor="t"/>
          <a:lstStyle/>
          <a:p>
            <a:pPr algn="r">
              <a:lnSpc>
                <a:spcPts val="1800"/>
              </a:lnSpc>
              <a:spcBef>
                <a:spcPts val="0"/>
              </a:spcBef>
              <a:spcAft>
                <a:spcPts val="0"/>
              </a:spcAft>
            </a:pPr>
            <a:r>
              <a:rPr sz="1800" b="1" i="0">
                <a:solidFill>
                  <a:srgbClr val="198754"/>
                </a:solidFill>
                <a:latin typeface="Calibri"/>
              </a:rPr>
              <a:t>2</a:t>
            </a:r>
          </a:p>
        </p:txBody>
      </p:sp>
      <p:sp>
        <p:nvSpPr>
          <p:cNvPr id="42" name="!!objetivos-cumplidos:04cfb6446a"/>
          <p:cNvSpPr txBox="1"/>
          <p:nvPr/>
        </p:nvSpPr>
        <p:spPr>
          <a:xfrm>
            <a:off x="10312527" y="2330831"/>
            <a:ext cx="190500" cy="228600"/>
          </a:xfrm>
          <a:prstGeom prst="rect">
            <a:avLst/>
          </a:prstGeom>
          <a:noFill/>
        </p:spPr>
        <p:txBody>
          <a:bodyPr wrap="square" lIns="0" rIns="0" tIns="0" bIns="0" anchor="t"/>
          <a:lstStyle/>
          <a:p>
            <a:pPr algn="r">
              <a:lnSpc>
                <a:spcPts val="1800"/>
              </a:lnSpc>
              <a:spcBef>
                <a:spcPts val="0"/>
              </a:spcBef>
              <a:spcAft>
                <a:spcPts val="0"/>
              </a:spcAft>
            </a:pPr>
            <a:r>
              <a:rPr sz="1800" b="1" i="0">
                <a:solidFill>
                  <a:srgbClr val="198754"/>
                </a:solidFill>
                <a:latin typeface="Calibri"/>
              </a:rPr>
              <a:t>1</a:t>
            </a:r>
          </a:p>
        </p:txBody>
      </p:sp>
      <p:sp>
        <p:nvSpPr>
          <p:cNvPr id="43" name="!!objetivos-cumplidos:86d3f117ec"/>
          <p:cNvSpPr txBox="1"/>
          <p:nvPr/>
        </p:nvSpPr>
        <p:spPr>
          <a:xfrm>
            <a:off x="10312527" y="2330831"/>
            <a:ext cx="190500" cy="228600"/>
          </a:xfrm>
          <a:prstGeom prst="rect">
            <a:avLst/>
          </a:prstGeom>
          <a:noFill/>
        </p:spPr>
        <p:txBody>
          <a:bodyPr wrap="square" lIns="0" rIns="0" tIns="0" bIns="0" anchor="t"/>
          <a:lstStyle/>
          <a:p>
            <a:pPr algn="r">
              <a:lnSpc>
                <a:spcPts val="1800"/>
              </a:lnSpc>
              <a:spcBef>
                <a:spcPts val="0"/>
              </a:spcBef>
              <a:spcAft>
                <a:spcPts val="0"/>
              </a:spcAft>
            </a:pPr>
            <a:r>
              <a:rPr sz="1800" b="1" i="0">
                <a:solidFill>
                  <a:srgbClr val="198754"/>
                </a:solidFill>
                <a:latin typeface="Calibri"/>
              </a:rPr>
              <a:t>0</a:t>
            </a:r>
          </a:p>
        </p:txBody>
      </p:sp>
      <p:sp>
        <p:nvSpPr>
          <p:cNvPr id="44" name="!!objetivos-cumplidos:eb335e2737"/>
          <p:cNvSpPr txBox="1"/>
          <p:nvPr/>
        </p:nvSpPr>
        <p:spPr>
          <a:xfrm>
            <a:off x="10591927" y="2357184"/>
            <a:ext cx="1085723" cy="165100"/>
          </a:xfrm>
          <a:prstGeom prst="rect">
            <a:avLst/>
          </a:prstGeom>
          <a:noFill/>
        </p:spPr>
        <p:txBody>
          <a:bodyPr wrap="square" lIns="0" rIns="0" tIns="0" bIns="0" anchor="t"/>
          <a:lstStyle/>
          <a:p>
            <a:pPr algn="l">
              <a:lnSpc>
                <a:spcPts val="1300"/>
              </a:lnSpc>
              <a:spcBef>
                <a:spcPts val="0"/>
              </a:spcBef>
              <a:spcAft>
                <a:spcPts val="0"/>
              </a:spcAft>
            </a:pPr>
            <a:r>
              <a:rPr sz="1300" b="1" i="0">
                <a:solidFill>
                  <a:srgbClr val="3F4A5A"/>
                </a:solidFill>
                <a:latin typeface="Calibri"/>
              </a:rPr>
              <a:t>de 3 cumplidos</a:t>
            </a:r>
          </a:p>
        </p:txBody>
      </p:sp>
      <p:sp>
        <p:nvSpPr>
          <p:cNvPr id="45" name="!!objetivos-cumplidos:84a956b976"/>
          <p:cNvSpPr/>
          <p:nvPr/>
        </p:nvSpPr>
        <p:spPr>
          <a:xfrm>
            <a:off x="565150" y="2641600"/>
            <a:ext cx="3577146" cy="3683000"/>
          </a:xfrm>
          <a:prstGeom prst="roundRect">
            <a:avLst>
              <a:gd name="adj" fmla="val 3195"/>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bjetivos-cumplidos:84a956b976·2"/>
          <p:cNvSpPr/>
          <p:nvPr/>
        </p:nvSpPr>
        <p:spPr>
          <a:xfrm>
            <a:off x="565150" y="2641600"/>
            <a:ext cx="3577146" cy="381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bjetivos-cumplidos:84a956b976·3"/>
          <p:cNvSpPr/>
          <p:nvPr/>
        </p:nvSpPr>
        <p:spPr>
          <a:xfrm>
            <a:off x="4135946"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bjetivos-cumplidos:84a956b976·4"/>
          <p:cNvSpPr/>
          <p:nvPr/>
        </p:nvSpPr>
        <p:spPr>
          <a:xfrm>
            <a:off x="565150" y="6318250"/>
            <a:ext cx="3577146"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bjetivos-cumplidos:84a956b976·5"/>
          <p:cNvSpPr/>
          <p:nvPr/>
        </p:nvSpPr>
        <p:spPr>
          <a:xfrm>
            <a:off x="565150"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bjetivos-cumplidos:e4c15f85f4"/>
          <p:cNvSpPr/>
          <p:nvPr/>
        </p:nvSpPr>
        <p:spPr>
          <a:xfrm>
            <a:off x="723900" y="2794000"/>
            <a:ext cx="342900" cy="342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bjetivos-cumplidos:29c09e5289"/>
          <p:cNvSpPr/>
          <p:nvPr/>
        </p:nvSpPr>
        <p:spPr>
          <a:xfrm>
            <a:off x="565150" y="2641600"/>
            <a:ext cx="3577146" cy="3683000"/>
          </a:xfrm>
          <a:prstGeom prst="roundRect">
            <a:avLst>
              <a:gd name="adj" fmla="val 3195"/>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bjetivos-cumplidos:29c09e5289·2"/>
          <p:cNvSpPr/>
          <p:nvPr/>
        </p:nvSpPr>
        <p:spPr>
          <a:xfrm>
            <a:off x="565150" y="2641600"/>
            <a:ext cx="3577146"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bjetivos-cumplidos:29c09e5289·3"/>
          <p:cNvSpPr/>
          <p:nvPr/>
        </p:nvSpPr>
        <p:spPr>
          <a:xfrm>
            <a:off x="4135946"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bjetivos-cumplidos:29c09e5289·4"/>
          <p:cNvSpPr/>
          <p:nvPr/>
        </p:nvSpPr>
        <p:spPr>
          <a:xfrm>
            <a:off x="565150" y="6318250"/>
            <a:ext cx="3577146"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bjetivos-cumplidos:29c09e5289·5"/>
          <p:cNvSpPr/>
          <p:nvPr/>
        </p:nvSpPr>
        <p:spPr>
          <a:xfrm>
            <a:off x="565150"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bjetivos-cumplidos:16418349a9"/>
          <p:cNvSpPr/>
          <p:nvPr/>
        </p:nvSpPr>
        <p:spPr>
          <a:xfrm>
            <a:off x="723900" y="2794000"/>
            <a:ext cx="342900" cy="3429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bjetivos-cumplidos:6e8df260c7"/>
          <p:cNvSpPr txBox="1"/>
          <p:nvPr/>
        </p:nvSpPr>
        <p:spPr>
          <a:xfrm>
            <a:off x="698500" y="2888488"/>
            <a:ext cx="3937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1</a:t>
            </a:r>
          </a:p>
        </p:txBody>
      </p:sp>
      <p:sp>
        <p:nvSpPr>
          <p:cNvPr id="58" name="!!objetivos-cumplidos:e65987ce95"/>
          <p:cNvSpPr/>
          <p:nvPr/>
        </p:nvSpPr>
        <p:spPr>
          <a:xfrm>
            <a:off x="2256917" y="2835275"/>
            <a:ext cx="1726629" cy="260350"/>
          </a:xfrm>
          <a:prstGeom prst="roundRect">
            <a:avLst>
              <a:gd name="adj" fmla="val 50000"/>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bjetivos-cumplidos:dd1caf0973"/>
          <p:cNvSpPr txBox="1"/>
          <p:nvPr/>
        </p:nvSpPr>
        <p:spPr>
          <a:xfrm>
            <a:off x="2352167" y="2901664"/>
            <a:ext cx="1586928"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198754"/>
                </a:solidFill>
                <a:latin typeface="Calibri"/>
              </a:rPr>
              <a:t>Capítulo 1 · Fundamentar</a:t>
            </a:r>
          </a:p>
        </p:txBody>
      </p:sp>
      <p:sp>
        <p:nvSpPr>
          <p:cNvPr id="60" name="!!objetivos-cumplidos:1b5715810f"/>
          <p:cNvSpPr txBox="1"/>
          <p:nvPr/>
        </p:nvSpPr>
        <p:spPr>
          <a:xfrm>
            <a:off x="723900" y="3222231"/>
            <a:ext cx="3324796" cy="429260"/>
          </a:xfrm>
          <a:prstGeom prst="rect">
            <a:avLst/>
          </a:prstGeom>
          <a:noFill/>
        </p:spPr>
        <p:txBody>
          <a:bodyPr wrap="square" lIns="0" rIns="0" tIns="0" bIns="0" anchor="t"/>
          <a:lstStyle/>
          <a:p>
            <a:pPr algn="l">
              <a:lnSpc>
                <a:spcPts val="1690"/>
              </a:lnSpc>
              <a:spcBef>
                <a:spcPts val="0"/>
              </a:spcBef>
              <a:spcAft>
                <a:spcPts val="0"/>
              </a:spcAft>
            </a:pPr>
            <a:r>
              <a:rPr sz="1300" b="1" i="0">
                <a:solidFill>
                  <a:srgbClr val="1F2937"/>
                </a:solidFill>
                <a:latin typeface="Calibri"/>
              </a:rPr>
              <a:t>De la fundamentación teórica (Capítulo 1) se</a:t>
            </a:r>
            <a:br/>
            <a:r>
              <a:rPr sz="1300" b="1" i="0">
                <a:solidFill>
                  <a:srgbClr val="1F2937"/>
                </a:solidFill>
                <a:latin typeface="Calibri"/>
              </a:rPr>
              <a:t>concluye que:</a:t>
            </a:r>
          </a:p>
        </p:txBody>
      </p:sp>
      <p:sp>
        <p:nvSpPr>
          <p:cNvPr id="61" name="!!objetivos-cumplidos:7d01723505"/>
          <p:cNvSpPr/>
          <p:nvPr/>
        </p:nvSpPr>
        <p:spPr>
          <a:xfrm>
            <a:off x="727075" y="373437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objetivos-cumplidos:07318b83a8" descr="cc9fc7f881808dbf.png"/>
          <p:cNvPicPr>
            <a:picLocks noChangeAspect="1"/>
          </p:cNvPicPr>
          <p:nvPr/>
        </p:nvPicPr>
        <p:blipFill>
          <a:blip r:embed="rId3"/>
          <a:stretch>
            <a:fillRect/>
          </a:stretch>
        </p:blipFill>
        <p:spPr>
          <a:xfrm>
            <a:off x="762000" y="3765550"/>
            <a:ext cx="241300" cy="247650"/>
          </a:xfrm>
          <a:prstGeom prst="rect">
            <a:avLst/>
          </a:prstGeom>
        </p:spPr>
      </p:pic>
      <p:sp>
        <p:nvSpPr>
          <p:cNvPr id="63" name="!!objetivos-cumplidos:82d2140c91"/>
          <p:cNvSpPr txBox="1"/>
          <p:nvPr/>
        </p:nvSpPr>
        <p:spPr>
          <a:xfrm>
            <a:off x="1117600" y="3730847"/>
            <a:ext cx="2923222" cy="406400"/>
          </a:xfrm>
          <a:prstGeom prst="rect">
            <a:avLst/>
          </a:prstGeom>
          <a:noFill/>
        </p:spPr>
        <p:txBody>
          <a:bodyPr wrap="square" lIns="0" rIns="0" tIns="0" bIns="0" anchor="t"/>
          <a:lstStyle/>
          <a:p>
            <a:pPr algn="l">
              <a:lnSpc>
                <a:spcPts val="1600"/>
              </a:lnSpc>
              <a:spcBef>
                <a:spcPts val="0"/>
              </a:spcBef>
              <a:spcAft>
                <a:spcPts val="0"/>
              </a:spcAft>
            </a:pPr>
            <a:r>
              <a:rPr sz="1250" b="0" i="0">
                <a:solidFill>
                  <a:srgbClr val="3F4A5A"/>
                </a:solidFill>
                <a:latin typeface="Calibri"/>
              </a:rPr>
              <a:t>el software comercial de análisis opera</a:t>
            </a:r>
            <a:br/>
            <a:r>
              <a:rPr sz="1250" b="0" i="0">
                <a:solidFill>
                  <a:srgbClr val="3F4A5A"/>
                </a:solidFill>
                <a:latin typeface="Calibri"/>
              </a:rPr>
              <a:t>como una</a:t>
            </a:r>
            <a:r>
              <a:rPr sz="1250" b="1" i="0">
                <a:solidFill>
                  <a:srgbClr val="1F2937"/>
                </a:solidFill>
                <a:latin typeface="Calibri"/>
              </a:rPr>
              <a:t> caja negra</a:t>
            </a:r>
            <a:r>
              <a:rPr sz="1250" b="0" i="0">
                <a:solidFill>
                  <a:srgbClr val="3F4A5A"/>
                </a:solidFill>
                <a:latin typeface="Calibri"/>
              </a:rPr>
              <a:t>;</a:t>
            </a:r>
          </a:p>
        </p:txBody>
      </p:sp>
      <p:sp>
        <p:nvSpPr>
          <p:cNvPr id="64" name="!!objetivos-cumplidos:71121b322d"/>
          <p:cNvSpPr/>
          <p:nvPr/>
        </p:nvSpPr>
        <p:spPr>
          <a:xfrm>
            <a:off x="727075" y="421062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objetivos-cumplidos:6e5c44db96" descr="251403608ca815c5.png"/>
          <p:cNvPicPr>
            <a:picLocks noChangeAspect="1"/>
          </p:cNvPicPr>
          <p:nvPr/>
        </p:nvPicPr>
        <p:blipFill>
          <a:blip r:embed="rId4"/>
          <a:stretch>
            <a:fillRect/>
          </a:stretch>
        </p:blipFill>
        <p:spPr>
          <a:xfrm>
            <a:off x="762000" y="4241800"/>
            <a:ext cx="241300" cy="247650"/>
          </a:xfrm>
          <a:prstGeom prst="rect">
            <a:avLst/>
          </a:prstGeom>
        </p:spPr>
      </p:pic>
      <p:sp>
        <p:nvSpPr>
          <p:cNvPr id="66" name="!!objetivos-cumplidos:6557df6479"/>
          <p:cNvSpPr txBox="1"/>
          <p:nvPr/>
        </p:nvSpPr>
        <p:spPr>
          <a:xfrm>
            <a:off x="1117600" y="4207097"/>
            <a:ext cx="2923222" cy="812800"/>
          </a:xfrm>
          <a:prstGeom prst="rect">
            <a:avLst/>
          </a:prstGeom>
          <a:noFill/>
        </p:spPr>
        <p:txBody>
          <a:bodyPr wrap="square" lIns="0" rIns="0" tIns="0" bIns="0" anchor="t"/>
          <a:lstStyle/>
          <a:p>
            <a:pPr algn="l">
              <a:lnSpc>
                <a:spcPts val="1600"/>
              </a:lnSpc>
              <a:spcBef>
                <a:spcPts val="0"/>
              </a:spcBef>
              <a:spcAft>
                <a:spcPts val="0"/>
              </a:spcAft>
            </a:pPr>
            <a:r>
              <a:rPr sz="1250" b="1" i="0">
                <a:solidFill>
                  <a:srgbClr val="1F2937"/>
                </a:solidFill>
                <a:latin typeface="Calibri"/>
              </a:rPr>
              <a:t>ningún recurso educativo revisado</a:t>
            </a:r>
            <a:br/>
            <a:r>
              <a:rPr sz="1250" b="0" i="0">
                <a:solidFill>
                  <a:srgbClr val="3F4A5A"/>
                </a:solidFill>
                <a:latin typeface="Calibri"/>
              </a:rPr>
              <a:t>documenta a la vez los atributos que harían</a:t>
            </a:r>
            <a:br/>
            <a:r>
              <a:rPr sz="1250" b="0" i="0">
                <a:solidFill>
                  <a:srgbClr val="3F4A5A"/>
                </a:solidFill>
                <a:latin typeface="Calibri"/>
              </a:rPr>
              <a:t>trazable y verificable el procedimiento de</a:t>
            </a:r>
            <a:br/>
            <a:r>
              <a:rPr sz="1250" b="0" i="0">
                <a:solidFill>
                  <a:srgbClr val="3F4A5A"/>
                </a:solidFill>
                <a:latin typeface="Calibri"/>
              </a:rPr>
              <a:t>cálculo.</a:t>
            </a:r>
          </a:p>
        </p:txBody>
      </p:sp>
      <p:sp>
        <p:nvSpPr>
          <p:cNvPr id="67" name="!!objetivos-cumplidos:20188be018"/>
          <p:cNvSpPr/>
          <p:nvPr/>
        </p:nvSpPr>
        <p:spPr>
          <a:xfrm>
            <a:off x="727075" y="5902325"/>
            <a:ext cx="1405128" cy="260350"/>
          </a:xfrm>
          <a:prstGeom prst="roundRect">
            <a:avLst>
              <a:gd name="adj" fmla="val 2317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bjetivos-cumplidos:63aff2f996"/>
          <p:cNvSpPr txBox="1"/>
          <p:nvPr/>
        </p:nvSpPr>
        <p:spPr>
          <a:xfrm>
            <a:off x="1035050" y="5958002"/>
            <a:ext cx="1055878"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Tabla 1.1 · § 2.2.1</a:t>
            </a:r>
          </a:p>
        </p:txBody>
      </p:sp>
      <p:pic>
        <p:nvPicPr>
          <p:cNvPr id="69" name="!!objetivos-cumplidos:26a37bb32b" descr="16ecdf4087870e59.png"/>
          <p:cNvPicPr>
            <a:picLocks noChangeAspect="1"/>
          </p:cNvPicPr>
          <p:nvPr/>
        </p:nvPicPr>
        <p:blipFill>
          <a:blip r:embed="rId5"/>
          <a:stretch>
            <a:fillRect/>
          </a:stretch>
        </p:blipFill>
        <p:spPr>
          <a:xfrm>
            <a:off x="819150" y="5949950"/>
            <a:ext cx="165100" cy="165100"/>
          </a:xfrm>
          <a:prstGeom prst="rect">
            <a:avLst/>
          </a:prstGeom>
        </p:spPr>
      </p:pic>
      <p:sp>
        <p:nvSpPr>
          <p:cNvPr id="70" name="!!objetivos-cumplidos:4d46b45a62"/>
          <p:cNvSpPr/>
          <p:nvPr/>
        </p:nvSpPr>
        <p:spPr>
          <a:xfrm>
            <a:off x="2897505" y="5870575"/>
            <a:ext cx="107651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bjetivos-cumplidos:ae2ba6c310"/>
          <p:cNvSpPr txBox="1"/>
          <p:nvPr/>
        </p:nvSpPr>
        <p:spPr>
          <a:xfrm>
            <a:off x="3205353" y="5940680"/>
            <a:ext cx="695642"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Cumplido</a:t>
            </a:r>
          </a:p>
        </p:txBody>
      </p:sp>
      <p:sp>
        <p:nvSpPr>
          <p:cNvPr id="72" name="!!objetivos-cumplidos:cefaf35f07"/>
          <p:cNvSpPr txBox="1"/>
          <p:nvPr/>
        </p:nvSpPr>
        <p:spPr>
          <a:xfrm>
            <a:off x="3021330" y="5950205"/>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73" name="!!objetivos-cumplidos:c456faec51"/>
          <p:cNvSpPr/>
          <p:nvPr/>
        </p:nvSpPr>
        <p:spPr>
          <a:xfrm>
            <a:off x="4307396" y="2641600"/>
            <a:ext cx="3577146" cy="3683000"/>
          </a:xfrm>
          <a:prstGeom prst="roundRect">
            <a:avLst>
              <a:gd name="adj" fmla="val 3195"/>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bjetivos-cumplidos:c456faec51·2"/>
          <p:cNvSpPr/>
          <p:nvPr/>
        </p:nvSpPr>
        <p:spPr>
          <a:xfrm>
            <a:off x="4307396" y="2641600"/>
            <a:ext cx="3577146" cy="381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bjetivos-cumplidos:c456faec51·3"/>
          <p:cNvSpPr/>
          <p:nvPr/>
        </p:nvSpPr>
        <p:spPr>
          <a:xfrm>
            <a:off x="7878191"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bjetivos-cumplidos:c456faec51·4"/>
          <p:cNvSpPr/>
          <p:nvPr/>
        </p:nvSpPr>
        <p:spPr>
          <a:xfrm>
            <a:off x="4307396" y="6318250"/>
            <a:ext cx="3577146"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bjetivos-cumplidos:c456faec51·5"/>
          <p:cNvSpPr/>
          <p:nvPr/>
        </p:nvSpPr>
        <p:spPr>
          <a:xfrm>
            <a:off x="4307396"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bjetivos-cumplidos:970f8f4fa6"/>
          <p:cNvSpPr/>
          <p:nvPr/>
        </p:nvSpPr>
        <p:spPr>
          <a:xfrm>
            <a:off x="4466146" y="2794000"/>
            <a:ext cx="342900" cy="342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bjetivos-cumplidos:0d3fdcedd4"/>
          <p:cNvSpPr/>
          <p:nvPr/>
        </p:nvSpPr>
        <p:spPr>
          <a:xfrm>
            <a:off x="3182048" y="2838450"/>
            <a:ext cx="798322" cy="25400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bjetivos-cumplidos:fc1de2677e"/>
          <p:cNvSpPr txBox="1"/>
          <p:nvPr/>
        </p:nvSpPr>
        <p:spPr>
          <a:xfrm>
            <a:off x="3274124" y="2901664"/>
            <a:ext cx="664972"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1F77B4"/>
                </a:solidFill>
                <a:latin typeface="Calibri"/>
              </a:rPr>
              <a:t>Capítulo 1</a:t>
            </a:r>
          </a:p>
        </p:txBody>
      </p:sp>
      <p:sp>
        <p:nvSpPr>
          <p:cNvPr id="81" name="!!objetivos-cumplidos:bf30d72c58"/>
          <p:cNvSpPr txBox="1"/>
          <p:nvPr/>
        </p:nvSpPr>
        <p:spPr>
          <a:xfrm>
            <a:off x="723900" y="3320415"/>
            <a:ext cx="3324796" cy="333375"/>
          </a:xfrm>
          <a:prstGeom prst="rect">
            <a:avLst/>
          </a:prstGeom>
          <a:noFill/>
        </p:spPr>
        <p:txBody>
          <a:bodyPr wrap="square" lIns="0" rIns="0" tIns="0" bIns="0" anchor="t"/>
          <a:lstStyle/>
          <a:p>
            <a:pPr algn="l">
              <a:lnSpc>
                <a:spcPts val="2625"/>
              </a:lnSpc>
              <a:spcBef>
                <a:spcPts val="0"/>
              </a:spcBef>
              <a:spcAft>
                <a:spcPts val="0"/>
              </a:spcAft>
            </a:pPr>
            <a:r>
              <a:rPr sz="2500" b="1" i="0">
                <a:solidFill>
                  <a:srgbClr val="1F2937"/>
                </a:solidFill>
                <a:latin typeface="Calibri"/>
              </a:rPr>
              <a:t>Fundamentar</a:t>
            </a:r>
          </a:p>
        </p:txBody>
      </p:sp>
      <p:sp>
        <p:nvSpPr>
          <p:cNvPr id="82" name="!!objetivos-cumplidos:8de689ce3f"/>
          <p:cNvSpPr txBox="1"/>
          <p:nvPr/>
        </p:nvSpPr>
        <p:spPr>
          <a:xfrm>
            <a:off x="723900" y="3745978"/>
            <a:ext cx="3324796" cy="1358265"/>
          </a:xfrm>
          <a:prstGeom prst="rect">
            <a:avLst/>
          </a:prstGeom>
          <a:noFill/>
        </p:spPr>
        <p:txBody>
          <a:bodyPr wrap="square" lIns="0" rIns="0" tIns="0" bIns="0" anchor="t"/>
          <a:lstStyle/>
          <a:p>
            <a:pPr algn="l">
              <a:lnSpc>
                <a:spcPts val="2139"/>
              </a:lnSpc>
              <a:spcBef>
                <a:spcPts val="0"/>
              </a:spcBef>
              <a:spcAft>
                <a:spcPts val="0"/>
              </a:spcAft>
            </a:pPr>
            <a:r>
              <a:rPr sz="1550" b="0" i="0">
                <a:solidFill>
                  <a:srgbClr val="3F4A5A"/>
                </a:solidFill>
                <a:latin typeface="Calibri"/>
              </a:rPr>
              <a:t>teóricamente el MEF en elasticidad</a:t>
            </a:r>
            <a:br/>
            <a:r>
              <a:rPr sz="1550" b="0" i="0">
                <a:solidFill>
                  <a:srgbClr val="3F4A5A"/>
                </a:solidFill>
                <a:latin typeface="Calibri"/>
              </a:rPr>
              <a:t>plana con elementos Q4 y Q9, y el</a:t>
            </a:r>
            <a:br/>
            <a:r>
              <a:rPr sz="1550" b="0" i="0">
                <a:solidFill>
                  <a:srgbClr val="3F4A5A"/>
                </a:solidFill>
                <a:latin typeface="Calibri"/>
              </a:rPr>
              <a:t>estado del arte del software para su</a:t>
            </a:r>
            <a:br/>
            <a:r>
              <a:rPr sz="1550" b="0" i="0">
                <a:solidFill>
                  <a:srgbClr val="3F4A5A"/>
                </a:solidFill>
                <a:latin typeface="Calibri"/>
              </a:rPr>
              <a:t>enseñanza,</a:t>
            </a:r>
            <a:r>
              <a:rPr sz="1550" b="1" i="0">
                <a:solidFill>
                  <a:srgbClr val="1F2937"/>
                </a:solidFill>
                <a:latin typeface="Calibri"/>
              </a:rPr>
              <a:t> para fijar los requisitos de la</a:t>
            </a:r>
            <a:br/>
            <a:r>
              <a:rPr sz="1550" b="1" i="0">
                <a:solidFill>
                  <a:srgbClr val="1F2937"/>
                </a:solidFill>
                <a:latin typeface="Calibri"/>
              </a:rPr>
              <a:t>herramienta</a:t>
            </a:r>
            <a:r>
              <a:rPr sz="1550" b="0" i="0">
                <a:solidFill>
                  <a:srgbClr val="3F4A5A"/>
                </a:solidFill>
                <a:latin typeface="Calibri"/>
              </a:rPr>
              <a:t>.</a:t>
            </a:r>
          </a:p>
        </p:txBody>
      </p:sp>
      <p:sp>
        <p:nvSpPr>
          <p:cNvPr id="83" name="!!objetivos-cumplidos:cff1dc5d51"/>
          <p:cNvSpPr/>
          <p:nvPr/>
        </p:nvSpPr>
        <p:spPr>
          <a:xfrm>
            <a:off x="2939352" y="5915025"/>
            <a:ext cx="1034669" cy="279400"/>
          </a:xfrm>
          <a:prstGeom prst="roundRect">
            <a:avLst>
              <a:gd name="adj" fmla="val 50000"/>
            </a:avLst>
          </a:prstGeom>
          <a:noFill/>
          <a:ln w="190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bjetivos-cumplidos:36dd27a4f6"/>
          <p:cNvSpPr txBox="1"/>
          <p:nvPr/>
        </p:nvSpPr>
        <p:spPr>
          <a:xfrm>
            <a:off x="3075876" y="5988844"/>
            <a:ext cx="812419" cy="158750"/>
          </a:xfrm>
          <a:prstGeom prst="rect">
            <a:avLst/>
          </a:prstGeom>
          <a:noFill/>
        </p:spPr>
        <p:txBody>
          <a:bodyPr wrap="square" lIns="0" rIns="0" tIns="0" bIns="0" anchor="t"/>
          <a:lstStyle/>
          <a:p>
            <a:pPr algn="l">
              <a:lnSpc>
                <a:spcPts val="1250"/>
              </a:lnSpc>
              <a:spcBef>
                <a:spcPts val="0"/>
              </a:spcBef>
              <a:spcAft>
                <a:spcPts val="0"/>
              </a:spcAft>
            </a:pPr>
            <a:r>
              <a:rPr sz="1250" b="1" i="0">
                <a:solidFill>
                  <a:srgbClr val="5B6575"/>
                </a:solidFill>
                <a:latin typeface="Calibri"/>
              </a:rPr>
              <a:t>¿cumplido?</a:t>
            </a:r>
          </a:p>
        </p:txBody>
      </p:sp>
      <p:sp>
        <p:nvSpPr>
          <p:cNvPr id="85" name="!!objetivos-cumplidos:770796835d"/>
          <p:cNvSpPr/>
          <p:nvPr/>
        </p:nvSpPr>
        <p:spPr>
          <a:xfrm>
            <a:off x="4307396" y="2641600"/>
            <a:ext cx="3577146" cy="3683000"/>
          </a:xfrm>
          <a:prstGeom prst="roundRect">
            <a:avLst>
              <a:gd name="adj" fmla="val 3195"/>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bjetivos-cumplidos:770796835d·2"/>
          <p:cNvSpPr/>
          <p:nvPr/>
        </p:nvSpPr>
        <p:spPr>
          <a:xfrm>
            <a:off x="4307396" y="2641600"/>
            <a:ext cx="3577146"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bjetivos-cumplidos:770796835d·3"/>
          <p:cNvSpPr/>
          <p:nvPr/>
        </p:nvSpPr>
        <p:spPr>
          <a:xfrm>
            <a:off x="7878191"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bjetivos-cumplidos:770796835d·4"/>
          <p:cNvSpPr/>
          <p:nvPr/>
        </p:nvSpPr>
        <p:spPr>
          <a:xfrm>
            <a:off x="4307396" y="6318250"/>
            <a:ext cx="3577146"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bjetivos-cumplidos:770796835d·5"/>
          <p:cNvSpPr/>
          <p:nvPr/>
        </p:nvSpPr>
        <p:spPr>
          <a:xfrm>
            <a:off x="4307396"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bjetivos-cumplidos:98f17bb784"/>
          <p:cNvSpPr/>
          <p:nvPr/>
        </p:nvSpPr>
        <p:spPr>
          <a:xfrm>
            <a:off x="4466146" y="2794000"/>
            <a:ext cx="342900" cy="3429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bjetivos-cumplidos:c5ca48ab4c"/>
          <p:cNvSpPr txBox="1"/>
          <p:nvPr/>
        </p:nvSpPr>
        <p:spPr>
          <a:xfrm>
            <a:off x="4440746" y="2888488"/>
            <a:ext cx="3937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2</a:t>
            </a:r>
          </a:p>
        </p:txBody>
      </p:sp>
      <p:sp>
        <p:nvSpPr>
          <p:cNvPr id="92" name="!!objetivos-cumplidos:811df0d316"/>
          <p:cNvSpPr/>
          <p:nvPr/>
        </p:nvSpPr>
        <p:spPr>
          <a:xfrm>
            <a:off x="6143752" y="2835275"/>
            <a:ext cx="1582039" cy="260350"/>
          </a:xfrm>
          <a:prstGeom prst="roundRect">
            <a:avLst>
              <a:gd name="adj" fmla="val 50000"/>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bjetivos-cumplidos:6a84ea55f5"/>
          <p:cNvSpPr txBox="1"/>
          <p:nvPr/>
        </p:nvSpPr>
        <p:spPr>
          <a:xfrm>
            <a:off x="6239002" y="2901664"/>
            <a:ext cx="1442339"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198754"/>
                </a:solidFill>
                <a:latin typeface="Calibri"/>
              </a:rPr>
              <a:t>Capítulo 2 · Desarrollar</a:t>
            </a:r>
          </a:p>
        </p:txBody>
      </p:sp>
      <p:sp>
        <p:nvSpPr>
          <p:cNvPr id="94" name="!!objetivos-cumplidos:a1e088630c"/>
          <p:cNvSpPr txBox="1"/>
          <p:nvPr/>
        </p:nvSpPr>
        <p:spPr>
          <a:xfrm>
            <a:off x="4466146" y="3222231"/>
            <a:ext cx="3324796" cy="643890"/>
          </a:xfrm>
          <a:prstGeom prst="rect">
            <a:avLst/>
          </a:prstGeom>
          <a:noFill/>
        </p:spPr>
        <p:txBody>
          <a:bodyPr wrap="square" lIns="0" rIns="0" tIns="0" bIns="0" anchor="t"/>
          <a:lstStyle/>
          <a:p>
            <a:pPr algn="l">
              <a:lnSpc>
                <a:spcPts val="1690"/>
              </a:lnSpc>
              <a:spcBef>
                <a:spcPts val="0"/>
              </a:spcBef>
              <a:spcAft>
                <a:spcPts val="0"/>
              </a:spcAft>
            </a:pPr>
            <a:r>
              <a:rPr sz="1300" b="1" i="0">
                <a:solidFill>
                  <a:srgbClr val="1F2937"/>
                </a:solidFill>
                <a:latin typeface="Calibri"/>
              </a:rPr>
              <a:t>Del desarrollo de EduFEM (Capítulo 2) se</a:t>
            </a:r>
            <a:br/>
            <a:r>
              <a:rPr sz="1300" b="1" i="0">
                <a:solidFill>
                  <a:srgbClr val="1F2937"/>
                </a:solidFill>
                <a:latin typeface="Calibri"/>
              </a:rPr>
              <a:t>concluye que el software lleva su</a:t>
            </a:r>
            <a:br/>
            <a:r>
              <a:rPr sz="1300" b="1" i="0">
                <a:solidFill>
                  <a:srgbClr val="1F2937"/>
                </a:solidFill>
                <a:latin typeface="Calibri"/>
              </a:rPr>
              <a:t>procedimiento a la vista:</a:t>
            </a:r>
          </a:p>
        </p:txBody>
      </p:sp>
      <p:sp>
        <p:nvSpPr>
          <p:cNvPr id="95" name="!!objetivos-cumplidos:6eca997c9d"/>
          <p:cNvSpPr/>
          <p:nvPr/>
        </p:nvSpPr>
        <p:spPr>
          <a:xfrm>
            <a:off x="4469320" y="394900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objetivos-cumplidos:28dc43ab03" descr="5b1e4f573c878564.png"/>
          <p:cNvPicPr>
            <a:picLocks noChangeAspect="1"/>
          </p:cNvPicPr>
          <p:nvPr/>
        </p:nvPicPr>
        <p:blipFill>
          <a:blip r:embed="rId6"/>
          <a:stretch>
            <a:fillRect/>
          </a:stretch>
        </p:blipFill>
        <p:spPr>
          <a:xfrm>
            <a:off x="4502150" y="3981450"/>
            <a:ext cx="247650" cy="247650"/>
          </a:xfrm>
          <a:prstGeom prst="rect">
            <a:avLst/>
          </a:prstGeom>
        </p:spPr>
      </p:pic>
      <p:sp>
        <p:nvSpPr>
          <p:cNvPr id="97" name="!!objetivos-cumplidos:4f808f498e"/>
          <p:cNvSpPr txBox="1"/>
          <p:nvPr/>
        </p:nvSpPr>
        <p:spPr>
          <a:xfrm>
            <a:off x="4859846" y="3945477"/>
            <a:ext cx="2923222" cy="406400"/>
          </a:xfrm>
          <a:prstGeom prst="rect">
            <a:avLst/>
          </a:prstGeom>
          <a:noFill/>
        </p:spPr>
        <p:txBody>
          <a:bodyPr wrap="square" lIns="0" rIns="0" tIns="0" bIns="0" anchor="t"/>
          <a:lstStyle/>
          <a:p>
            <a:pPr algn="l">
              <a:lnSpc>
                <a:spcPts val="1600"/>
              </a:lnSpc>
              <a:spcBef>
                <a:spcPts val="0"/>
              </a:spcBef>
              <a:spcAft>
                <a:spcPts val="0"/>
              </a:spcAft>
            </a:pPr>
            <a:r>
              <a:rPr sz="1250" b="0" i="0">
                <a:solidFill>
                  <a:srgbClr val="3F4A5A"/>
                </a:solidFill>
                <a:latin typeface="Calibri"/>
              </a:rPr>
              <a:t>los</a:t>
            </a:r>
            <a:r>
              <a:rPr sz="1250" b="1" i="0">
                <a:solidFill>
                  <a:srgbClr val="1F2937"/>
                </a:solidFill>
                <a:latin typeface="Calibri"/>
              </a:rPr>
              <a:t> módulos educativos</a:t>
            </a:r>
            <a:r>
              <a:rPr sz="1250" b="0" i="0">
                <a:solidFill>
                  <a:srgbClr val="3F4A5A"/>
                </a:solidFill>
                <a:latin typeface="Calibri"/>
              </a:rPr>
              <a:t>, sobre el modelo</a:t>
            </a:r>
            <a:br/>
            <a:r>
              <a:rPr sz="1250" b="0" i="0">
                <a:solidFill>
                  <a:srgbClr val="3F4A5A"/>
                </a:solidFill>
                <a:latin typeface="Calibri"/>
              </a:rPr>
              <a:t>del usuario, hasta el ensamblaje;</a:t>
            </a:r>
          </a:p>
        </p:txBody>
      </p:sp>
      <p:sp>
        <p:nvSpPr>
          <p:cNvPr id="98" name="!!objetivos-cumplidos:8c58ff1547"/>
          <p:cNvSpPr/>
          <p:nvPr/>
        </p:nvSpPr>
        <p:spPr>
          <a:xfrm>
            <a:off x="4469320" y="442525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9" name="!!objetivos-cumplidos:6d974d6464" descr="66034f4f8cf5ad8e.png"/>
          <p:cNvPicPr>
            <a:picLocks noChangeAspect="1"/>
          </p:cNvPicPr>
          <p:nvPr/>
        </p:nvPicPr>
        <p:blipFill>
          <a:blip r:embed="rId7"/>
          <a:stretch>
            <a:fillRect/>
          </a:stretch>
        </p:blipFill>
        <p:spPr>
          <a:xfrm>
            <a:off x="4502150" y="4457700"/>
            <a:ext cx="247650" cy="247650"/>
          </a:xfrm>
          <a:prstGeom prst="rect">
            <a:avLst/>
          </a:prstGeom>
        </p:spPr>
      </p:pic>
      <p:sp>
        <p:nvSpPr>
          <p:cNvPr id="100" name="!!objetivos-cumplidos:06ebe438f2"/>
          <p:cNvSpPr txBox="1"/>
          <p:nvPr/>
        </p:nvSpPr>
        <p:spPr>
          <a:xfrm>
            <a:off x="4859846" y="4421727"/>
            <a:ext cx="2923222" cy="406400"/>
          </a:xfrm>
          <a:prstGeom prst="rect">
            <a:avLst/>
          </a:prstGeom>
          <a:noFill/>
        </p:spPr>
        <p:txBody>
          <a:bodyPr wrap="square" lIns="0" rIns="0" tIns="0" bIns="0" anchor="t"/>
          <a:lstStyle/>
          <a:p>
            <a:pPr algn="l">
              <a:lnSpc>
                <a:spcPts val="1600"/>
              </a:lnSpc>
              <a:spcBef>
                <a:spcPts val="0"/>
              </a:spcBef>
              <a:spcAft>
                <a:spcPts val="0"/>
              </a:spcAft>
            </a:pPr>
            <a:r>
              <a:rPr sz="1250" b="0" i="0">
                <a:solidFill>
                  <a:srgbClr val="3F4A5A"/>
                </a:solidFill>
                <a:latin typeface="Calibri"/>
              </a:rPr>
              <a:t>el</a:t>
            </a:r>
            <a:r>
              <a:rPr sz="1250" b="1" i="0">
                <a:solidFill>
                  <a:srgbClr val="1F2937"/>
                </a:solidFill>
                <a:latin typeface="Calibri"/>
              </a:rPr>
              <a:t> post-proceso</a:t>
            </a:r>
            <a:r>
              <a:rPr sz="1250" b="0" i="0">
                <a:solidFill>
                  <a:srgbClr val="3F4A5A"/>
                </a:solidFill>
                <a:latin typeface="Calibri"/>
              </a:rPr>
              <a:t>, con sus medios de</a:t>
            </a:r>
            <a:br/>
            <a:r>
              <a:rPr sz="1250" b="0" i="0">
                <a:solidFill>
                  <a:srgbClr val="3F4A5A"/>
                </a:solidFill>
                <a:latin typeface="Calibri"/>
              </a:rPr>
              <a:t>comprobación;</a:t>
            </a:r>
          </a:p>
        </p:txBody>
      </p:sp>
      <p:sp>
        <p:nvSpPr>
          <p:cNvPr id="101" name="!!objetivos-cumplidos:58f3b604c5"/>
          <p:cNvSpPr/>
          <p:nvPr/>
        </p:nvSpPr>
        <p:spPr>
          <a:xfrm>
            <a:off x="4469320" y="490150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2" name="!!objetivos-cumplidos:1ec61d216e" descr="1252a7edfb3705ad.png"/>
          <p:cNvPicPr>
            <a:picLocks noChangeAspect="1"/>
          </p:cNvPicPr>
          <p:nvPr/>
        </p:nvPicPr>
        <p:blipFill>
          <a:blip r:embed="rId8"/>
          <a:stretch>
            <a:fillRect/>
          </a:stretch>
        </p:blipFill>
        <p:spPr>
          <a:xfrm>
            <a:off x="4502150" y="4933950"/>
            <a:ext cx="247650" cy="247650"/>
          </a:xfrm>
          <a:prstGeom prst="rect">
            <a:avLst/>
          </a:prstGeom>
        </p:spPr>
      </p:pic>
      <p:sp>
        <p:nvSpPr>
          <p:cNvPr id="103" name="!!objetivos-cumplidos:1035f86ac2"/>
          <p:cNvSpPr txBox="1"/>
          <p:nvPr/>
        </p:nvSpPr>
        <p:spPr>
          <a:xfrm>
            <a:off x="4859846" y="4897977"/>
            <a:ext cx="2923222" cy="406400"/>
          </a:xfrm>
          <a:prstGeom prst="rect">
            <a:avLst/>
          </a:prstGeom>
          <a:noFill/>
        </p:spPr>
        <p:txBody>
          <a:bodyPr wrap="square" lIns="0" rIns="0" tIns="0" bIns="0" anchor="t"/>
          <a:lstStyle/>
          <a:p>
            <a:pPr algn="l">
              <a:lnSpc>
                <a:spcPts val="1600"/>
              </a:lnSpc>
              <a:spcBef>
                <a:spcPts val="0"/>
              </a:spcBef>
              <a:spcAft>
                <a:spcPts val="0"/>
              </a:spcAft>
            </a:pPr>
            <a:r>
              <a:rPr sz="1250" b="0" i="0">
                <a:solidFill>
                  <a:srgbClr val="3F4A5A"/>
                </a:solidFill>
                <a:latin typeface="Calibri"/>
              </a:rPr>
              <a:t>la</a:t>
            </a:r>
            <a:r>
              <a:rPr sz="1250" b="1" i="0">
                <a:solidFill>
                  <a:srgbClr val="1F2937"/>
                </a:solidFill>
                <a:latin typeface="Calibri"/>
              </a:rPr>
              <a:t> memoria de cálculo</a:t>
            </a:r>
            <a:r>
              <a:rPr sz="1250" b="0" i="0">
                <a:solidFill>
                  <a:srgbClr val="3F4A5A"/>
                </a:solidFill>
                <a:latin typeface="Calibri"/>
              </a:rPr>
              <a:t>, con sustitución</a:t>
            </a:r>
            <a:br/>
            <a:r>
              <a:rPr sz="1250" b="0" i="0">
                <a:solidFill>
                  <a:srgbClr val="3F4A5A"/>
                </a:solidFill>
                <a:latin typeface="Calibri"/>
              </a:rPr>
              <a:t>numérica.</a:t>
            </a:r>
          </a:p>
        </p:txBody>
      </p:sp>
      <p:sp>
        <p:nvSpPr>
          <p:cNvPr id="104" name="!!objetivos-cumplidos:1b32ce017c"/>
          <p:cNvSpPr/>
          <p:nvPr/>
        </p:nvSpPr>
        <p:spPr>
          <a:xfrm>
            <a:off x="4469320" y="5902325"/>
            <a:ext cx="1582610" cy="260350"/>
          </a:xfrm>
          <a:prstGeom prst="roundRect">
            <a:avLst>
              <a:gd name="adj" fmla="val 2317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bjetivos-cumplidos:b383c82862"/>
          <p:cNvSpPr txBox="1"/>
          <p:nvPr/>
        </p:nvSpPr>
        <p:spPr>
          <a:xfrm>
            <a:off x="4777296" y="5958002"/>
            <a:ext cx="123336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Tabla 3.6 · Figura 3.5</a:t>
            </a:r>
          </a:p>
        </p:txBody>
      </p:sp>
      <p:pic>
        <p:nvPicPr>
          <p:cNvPr id="106" name="!!objetivos-cumplidos:9845e22b7e" descr="fc7a6973d889cacf.png"/>
          <p:cNvPicPr>
            <a:picLocks noChangeAspect="1"/>
          </p:cNvPicPr>
          <p:nvPr/>
        </p:nvPicPr>
        <p:blipFill>
          <a:blip r:embed="rId9"/>
          <a:stretch>
            <a:fillRect/>
          </a:stretch>
        </p:blipFill>
        <p:spPr>
          <a:xfrm>
            <a:off x="4559300" y="5949950"/>
            <a:ext cx="171450" cy="165100"/>
          </a:xfrm>
          <a:prstGeom prst="rect">
            <a:avLst/>
          </a:prstGeom>
        </p:spPr>
      </p:pic>
      <p:sp>
        <p:nvSpPr>
          <p:cNvPr id="107" name="!!objetivos-cumplidos:b6089b5749"/>
          <p:cNvSpPr/>
          <p:nvPr/>
        </p:nvSpPr>
        <p:spPr>
          <a:xfrm>
            <a:off x="6639751" y="5870575"/>
            <a:ext cx="107651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bjetivos-cumplidos:09d3de0023"/>
          <p:cNvSpPr txBox="1"/>
          <p:nvPr/>
        </p:nvSpPr>
        <p:spPr>
          <a:xfrm>
            <a:off x="6947598" y="5940680"/>
            <a:ext cx="695642"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Cumplido</a:t>
            </a:r>
          </a:p>
        </p:txBody>
      </p:sp>
      <p:sp>
        <p:nvSpPr>
          <p:cNvPr id="109" name="!!objetivos-cumplidos:48d1d0185c"/>
          <p:cNvSpPr txBox="1"/>
          <p:nvPr/>
        </p:nvSpPr>
        <p:spPr>
          <a:xfrm>
            <a:off x="6763576" y="5950205"/>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110" name="!!objetivos-cumplidos:bc3ed6fab0"/>
          <p:cNvSpPr/>
          <p:nvPr/>
        </p:nvSpPr>
        <p:spPr>
          <a:xfrm>
            <a:off x="8049641" y="2641600"/>
            <a:ext cx="3577146" cy="3683000"/>
          </a:xfrm>
          <a:prstGeom prst="roundRect">
            <a:avLst>
              <a:gd name="adj" fmla="val 3195"/>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bjetivos-cumplidos:bc3ed6fab0·2"/>
          <p:cNvSpPr/>
          <p:nvPr/>
        </p:nvSpPr>
        <p:spPr>
          <a:xfrm>
            <a:off x="8049641" y="2641600"/>
            <a:ext cx="3577146" cy="381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bjetivos-cumplidos:bc3ed6fab0·3"/>
          <p:cNvSpPr/>
          <p:nvPr/>
        </p:nvSpPr>
        <p:spPr>
          <a:xfrm>
            <a:off x="11620437"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bjetivos-cumplidos:bc3ed6fab0·4"/>
          <p:cNvSpPr/>
          <p:nvPr/>
        </p:nvSpPr>
        <p:spPr>
          <a:xfrm>
            <a:off x="8049641" y="6318250"/>
            <a:ext cx="3577146"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bjetivos-cumplidos:bc3ed6fab0·5"/>
          <p:cNvSpPr/>
          <p:nvPr/>
        </p:nvSpPr>
        <p:spPr>
          <a:xfrm>
            <a:off x="8049641"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bjetivos-cumplidos:0f8ce507ed"/>
          <p:cNvSpPr/>
          <p:nvPr/>
        </p:nvSpPr>
        <p:spPr>
          <a:xfrm>
            <a:off x="8208391" y="2794000"/>
            <a:ext cx="342900" cy="3429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bjetivos-cumplidos:a81f3a5e2d"/>
          <p:cNvSpPr/>
          <p:nvPr/>
        </p:nvSpPr>
        <p:spPr>
          <a:xfrm>
            <a:off x="6924294" y="2838450"/>
            <a:ext cx="798322" cy="25400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bjetivos-cumplidos:d926d34fb5"/>
          <p:cNvSpPr txBox="1"/>
          <p:nvPr/>
        </p:nvSpPr>
        <p:spPr>
          <a:xfrm>
            <a:off x="7016369" y="2901664"/>
            <a:ext cx="664972"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1F77B4"/>
                </a:solidFill>
                <a:latin typeface="Calibri"/>
              </a:rPr>
              <a:t>Capítulo 2</a:t>
            </a:r>
          </a:p>
        </p:txBody>
      </p:sp>
      <p:sp>
        <p:nvSpPr>
          <p:cNvPr id="118" name="!!objetivos-cumplidos:3ddd3ba491"/>
          <p:cNvSpPr txBox="1"/>
          <p:nvPr/>
        </p:nvSpPr>
        <p:spPr>
          <a:xfrm>
            <a:off x="4466146" y="3320415"/>
            <a:ext cx="3324796" cy="333375"/>
          </a:xfrm>
          <a:prstGeom prst="rect">
            <a:avLst/>
          </a:prstGeom>
          <a:noFill/>
        </p:spPr>
        <p:txBody>
          <a:bodyPr wrap="square" lIns="0" rIns="0" tIns="0" bIns="0" anchor="t"/>
          <a:lstStyle/>
          <a:p>
            <a:pPr algn="l">
              <a:lnSpc>
                <a:spcPts val="2625"/>
              </a:lnSpc>
              <a:spcBef>
                <a:spcPts val="0"/>
              </a:spcBef>
              <a:spcAft>
                <a:spcPts val="0"/>
              </a:spcAft>
            </a:pPr>
            <a:r>
              <a:rPr sz="2500" b="1" i="0">
                <a:solidFill>
                  <a:srgbClr val="1F2937"/>
                </a:solidFill>
                <a:latin typeface="Calibri"/>
              </a:rPr>
              <a:t>Desarrollar</a:t>
            </a:r>
          </a:p>
        </p:txBody>
      </p:sp>
      <p:sp>
        <p:nvSpPr>
          <p:cNvPr id="119" name="!!objetivos-cumplidos:760866d69e"/>
          <p:cNvSpPr txBox="1"/>
          <p:nvPr/>
        </p:nvSpPr>
        <p:spPr>
          <a:xfrm>
            <a:off x="4466146" y="3745978"/>
            <a:ext cx="3324796" cy="1358265"/>
          </a:xfrm>
          <a:prstGeom prst="rect">
            <a:avLst/>
          </a:prstGeom>
          <a:noFill/>
        </p:spPr>
        <p:txBody>
          <a:bodyPr wrap="square" lIns="0" rIns="0" tIns="0" bIns="0" anchor="t"/>
          <a:lstStyle/>
          <a:p>
            <a:pPr algn="l">
              <a:lnSpc>
                <a:spcPts val="2139"/>
              </a:lnSpc>
              <a:spcBef>
                <a:spcPts val="0"/>
              </a:spcBef>
              <a:spcAft>
                <a:spcPts val="0"/>
              </a:spcAft>
            </a:pPr>
            <a:r>
              <a:rPr sz="1550" b="0" i="0">
                <a:solidFill>
                  <a:srgbClr val="3F4A5A"/>
                </a:solidFill>
                <a:latin typeface="Calibri"/>
              </a:rPr>
              <a:t>EduFEM en Python —motor de cálculo,</a:t>
            </a:r>
            <a:br/>
            <a:r>
              <a:rPr sz="1550" b="0" i="0">
                <a:solidFill>
                  <a:srgbClr val="3F4A5A"/>
                </a:solidFill>
                <a:latin typeface="Calibri"/>
              </a:rPr>
              <a:t>interfaz, módulos educativos y memoria</a:t>
            </a:r>
            <a:br/>
            <a:r>
              <a:rPr sz="1550" b="0" i="0">
                <a:solidFill>
                  <a:srgbClr val="3F4A5A"/>
                </a:solidFill>
                <a:latin typeface="Calibri"/>
              </a:rPr>
              <a:t>de cálculo—</a:t>
            </a:r>
            <a:r>
              <a:rPr sz="1550" b="1" i="0">
                <a:solidFill>
                  <a:srgbClr val="1F2937"/>
                </a:solidFill>
                <a:latin typeface="Calibri"/>
              </a:rPr>
              <a:t> para exponer el</a:t>
            </a:r>
            <a:br/>
            <a:r>
              <a:rPr sz="1550" b="1" i="0">
                <a:solidFill>
                  <a:srgbClr val="1F2937"/>
                </a:solidFill>
                <a:latin typeface="Calibri"/>
              </a:rPr>
              <a:t>procedimiento de cálculo etapa por</a:t>
            </a:r>
            <a:br/>
            <a:r>
              <a:rPr sz="1550" b="1" i="0">
                <a:solidFill>
                  <a:srgbClr val="1F2937"/>
                </a:solidFill>
                <a:latin typeface="Calibri"/>
              </a:rPr>
              <a:t>etapa sobre el modelo del usuario</a:t>
            </a:r>
            <a:r>
              <a:rPr sz="1550" b="0" i="0">
                <a:solidFill>
                  <a:srgbClr val="3F4A5A"/>
                </a:solidFill>
                <a:latin typeface="Calibri"/>
              </a:rPr>
              <a:t>.</a:t>
            </a:r>
          </a:p>
        </p:txBody>
      </p:sp>
      <p:sp>
        <p:nvSpPr>
          <p:cNvPr id="120" name="!!objetivos-cumplidos:407f5efcf7"/>
          <p:cNvSpPr/>
          <p:nvPr/>
        </p:nvSpPr>
        <p:spPr>
          <a:xfrm>
            <a:off x="6681597" y="5915025"/>
            <a:ext cx="1034669" cy="279400"/>
          </a:xfrm>
          <a:prstGeom prst="roundRect">
            <a:avLst>
              <a:gd name="adj" fmla="val 50000"/>
            </a:avLst>
          </a:prstGeom>
          <a:noFill/>
          <a:ln w="190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bjetivos-cumplidos:88d8fdd5e1"/>
          <p:cNvSpPr txBox="1"/>
          <p:nvPr/>
        </p:nvSpPr>
        <p:spPr>
          <a:xfrm>
            <a:off x="6818122" y="5988844"/>
            <a:ext cx="812419" cy="158750"/>
          </a:xfrm>
          <a:prstGeom prst="rect">
            <a:avLst/>
          </a:prstGeom>
          <a:noFill/>
        </p:spPr>
        <p:txBody>
          <a:bodyPr wrap="square" lIns="0" rIns="0" tIns="0" bIns="0" anchor="t"/>
          <a:lstStyle/>
          <a:p>
            <a:pPr algn="l">
              <a:lnSpc>
                <a:spcPts val="1250"/>
              </a:lnSpc>
              <a:spcBef>
                <a:spcPts val="0"/>
              </a:spcBef>
              <a:spcAft>
                <a:spcPts val="0"/>
              </a:spcAft>
            </a:pPr>
            <a:r>
              <a:rPr sz="1250" b="1" i="0">
                <a:solidFill>
                  <a:srgbClr val="5B6575"/>
                </a:solidFill>
                <a:latin typeface="Calibri"/>
              </a:rPr>
              <a:t>¿cumplido?</a:t>
            </a:r>
          </a:p>
        </p:txBody>
      </p:sp>
      <p:sp>
        <p:nvSpPr>
          <p:cNvPr id="122" name="!!objetivos-cumplidos:4c32c09986"/>
          <p:cNvSpPr/>
          <p:nvPr/>
        </p:nvSpPr>
        <p:spPr>
          <a:xfrm>
            <a:off x="8049641" y="2641600"/>
            <a:ext cx="3577146" cy="3683000"/>
          </a:xfrm>
          <a:prstGeom prst="roundRect">
            <a:avLst>
              <a:gd name="adj" fmla="val 3195"/>
            </a:avLst>
          </a:prstGeom>
          <a:solidFill>
            <a:srgbClr val="FFFFFF"/>
          </a:solidFill>
          <a:ln>
            <a:no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bjetivos-cumplidos:4c32c09986·2"/>
          <p:cNvSpPr/>
          <p:nvPr/>
        </p:nvSpPr>
        <p:spPr>
          <a:xfrm>
            <a:off x="8049641" y="2641600"/>
            <a:ext cx="3577146" cy="38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bjetivos-cumplidos:4c32c09986·3"/>
          <p:cNvSpPr/>
          <p:nvPr/>
        </p:nvSpPr>
        <p:spPr>
          <a:xfrm>
            <a:off x="11620437"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bjetivos-cumplidos:4c32c09986·4"/>
          <p:cNvSpPr/>
          <p:nvPr/>
        </p:nvSpPr>
        <p:spPr>
          <a:xfrm>
            <a:off x="8049641" y="6318250"/>
            <a:ext cx="3577146"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bjetivos-cumplidos:4c32c09986·5"/>
          <p:cNvSpPr/>
          <p:nvPr/>
        </p:nvSpPr>
        <p:spPr>
          <a:xfrm>
            <a:off x="8049641" y="2641600"/>
            <a:ext cx="6350" cy="36830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bjetivos-cumplidos:028c0a3606"/>
          <p:cNvSpPr/>
          <p:nvPr/>
        </p:nvSpPr>
        <p:spPr>
          <a:xfrm>
            <a:off x="8208391" y="2794000"/>
            <a:ext cx="342900" cy="3429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bjetivos-cumplidos:4e8c8be234"/>
          <p:cNvSpPr txBox="1"/>
          <p:nvPr/>
        </p:nvSpPr>
        <p:spPr>
          <a:xfrm>
            <a:off x="8182991" y="2888488"/>
            <a:ext cx="393700" cy="177800"/>
          </a:xfrm>
          <a:prstGeom prst="rect">
            <a:avLst/>
          </a:prstGeom>
          <a:noFill/>
        </p:spPr>
        <p:txBody>
          <a:bodyPr wrap="square" lIns="0" rIns="0" tIns="0" bIns="0" anchor="t"/>
          <a:lstStyle/>
          <a:p>
            <a:pPr algn="ctr">
              <a:lnSpc>
                <a:spcPts val="1400"/>
              </a:lnSpc>
              <a:spcBef>
                <a:spcPts val="0"/>
              </a:spcBef>
              <a:spcAft>
                <a:spcPts val="0"/>
              </a:spcAft>
            </a:pPr>
            <a:r>
              <a:rPr sz="1400" b="1" i="0">
                <a:solidFill>
                  <a:srgbClr val="FFFFFF"/>
                </a:solidFill>
                <a:latin typeface="Calibri"/>
              </a:rPr>
              <a:t>3</a:t>
            </a:r>
          </a:p>
        </p:txBody>
      </p:sp>
      <p:sp>
        <p:nvSpPr>
          <p:cNvPr id="129" name="!!objetivos-cumplidos:4c7df57242"/>
          <p:cNvSpPr/>
          <p:nvPr/>
        </p:nvSpPr>
        <p:spPr>
          <a:xfrm>
            <a:off x="9504490" y="2835275"/>
            <a:ext cx="1963547" cy="260350"/>
          </a:xfrm>
          <a:prstGeom prst="roundRect">
            <a:avLst>
              <a:gd name="adj" fmla="val 50000"/>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bjetivos-cumplidos:5d24155bcb"/>
          <p:cNvSpPr txBox="1"/>
          <p:nvPr/>
        </p:nvSpPr>
        <p:spPr>
          <a:xfrm>
            <a:off x="9599740" y="2901664"/>
            <a:ext cx="1823847"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198754"/>
                </a:solidFill>
                <a:latin typeface="Calibri"/>
              </a:rPr>
              <a:t>Capítulo 3 · Verificar y validar</a:t>
            </a:r>
          </a:p>
        </p:txBody>
      </p:sp>
      <p:sp>
        <p:nvSpPr>
          <p:cNvPr id="131" name="!!objetivos-cumplidos:a197752842"/>
          <p:cNvSpPr txBox="1"/>
          <p:nvPr/>
        </p:nvSpPr>
        <p:spPr>
          <a:xfrm>
            <a:off x="8208391" y="3222231"/>
            <a:ext cx="3324796" cy="429260"/>
          </a:xfrm>
          <a:prstGeom prst="rect">
            <a:avLst/>
          </a:prstGeom>
          <a:noFill/>
        </p:spPr>
        <p:txBody>
          <a:bodyPr wrap="square" lIns="0" rIns="0" tIns="0" bIns="0" anchor="t"/>
          <a:lstStyle/>
          <a:p>
            <a:pPr algn="l">
              <a:lnSpc>
                <a:spcPts val="1690"/>
              </a:lnSpc>
              <a:spcBef>
                <a:spcPts val="0"/>
              </a:spcBef>
              <a:spcAft>
                <a:spcPts val="0"/>
              </a:spcAft>
            </a:pPr>
            <a:r>
              <a:rPr sz="1300" b="1" i="0">
                <a:solidFill>
                  <a:srgbClr val="1F2937"/>
                </a:solidFill>
                <a:latin typeface="Calibri"/>
              </a:rPr>
              <a:t>De la verificación y la validación (Capítulo 3) se</a:t>
            </a:r>
            <a:br/>
            <a:r>
              <a:rPr sz="1300" b="1" i="0">
                <a:solidFill>
                  <a:srgbClr val="1F2937"/>
                </a:solidFill>
                <a:latin typeface="Calibri"/>
              </a:rPr>
              <a:t>concluye que:</a:t>
            </a:r>
          </a:p>
        </p:txBody>
      </p:sp>
      <p:sp>
        <p:nvSpPr>
          <p:cNvPr id="132" name="!!objetivos-cumplidos:92c166ac93"/>
          <p:cNvSpPr/>
          <p:nvPr/>
        </p:nvSpPr>
        <p:spPr>
          <a:xfrm>
            <a:off x="8211566" y="373437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3" name="!!objetivos-cumplidos:531beca28c" descr="98c3eadc32af2ed3.png"/>
          <p:cNvPicPr>
            <a:picLocks noChangeAspect="1"/>
          </p:cNvPicPr>
          <p:nvPr/>
        </p:nvPicPr>
        <p:blipFill>
          <a:blip r:embed="rId10"/>
          <a:stretch>
            <a:fillRect/>
          </a:stretch>
        </p:blipFill>
        <p:spPr>
          <a:xfrm>
            <a:off x="8242300" y="3765550"/>
            <a:ext cx="247650" cy="247650"/>
          </a:xfrm>
          <a:prstGeom prst="rect">
            <a:avLst/>
          </a:prstGeom>
        </p:spPr>
      </p:pic>
      <p:sp>
        <p:nvSpPr>
          <p:cNvPr id="134" name="!!objetivos-cumplidos:7e61f11c80"/>
          <p:cNvSpPr txBox="1"/>
          <p:nvPr/>
        </p:nvSpPr>
        <p:spPr>
          <a:xfrm>
            <a:off x="8602091" y="3730847"/>
            <a:ext cx="2923222" cy="203200"/>
          </a:xfrm>
          <a:prstGeom prst="rect">
            <a:avLst/>
          </a:prstGeom>
          <a:noFill/>
        </p:spPr>
        <p:txBody>
          <a:bodyPr wrap="square" lIns="0" rIns="0" tIns="0" bIns="0" anchor="t"/>
          <a:lstStyle/>
          <a:p>
            <a:pPr algn="l">
              <a:lnSpc>
                <a:spcPts val="1600"/>
              </a:lnSpc>
              <a:spcBef>
                <a:spcPts val="0"/>
              </a:spcBef>
              <a:spcAft>
                <a:spcPts val="0"/>
              </a:spcAft>
            </a:pPr>
            <a:r>
              <a:rPr sz="1250" b="0" i="0">
                <a:solidFill>
                  <a:srgbClr val="3F4A5A"/>
                </a:solidFill>
                <a:latin typeface="Calibri"/>
              </a:rPr>
              <a:t>ese procedimiento es</a:t>
            </a:r>
            <a:r>
              <a:rPr sz="1250" b="1" i="0">
                <a:solidFill>
                  <a:srgbClr val="1F2937"/>
                </a:solidFill>
                <a:latin typeface="Calibri"/>
              </a:rPr>
              <a:t> trazable y verificable</a:t>
            </a:r>
            <a:r>
              <a:rPr sz="1250" b="0" i="0">
                <a:solidFill>
                  <a:srgbClr val="3F4A5A"/>
                </a:solidFill>
                <a:latin typeface="Calibri"/>
              </a:rPr>
              <a:t>;</a:t>
            </a:r>
          </a:p>
        </p:txBody>
      </p:sp>
      <p:sp>
        <p:nvSpPr>
          <p:cNvPr id="135" name="!!objetivos-cumplidos:2992563082"/>
          <p:cNvSpPr/>
          <p:nvPr/>
        </p:nvSpPr>
        <p:spPr>
          <a:xfrm>
            <a:off x="8211566" y="4121722"/>
            <a:ext cx="311150" cy="311150"/>
          </a:xfrm>
          <a:prstGeom prst="roundRect">
            <a:avLst>
              <a:gd name="adj" fmla="val 2346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6" name="!!objetivos-cumplidos:aeeead39f2" descr="95e105578fe09d83.png"/>
          <p:cNvPicPr>
            <a:picLocks noChangeAspect="1"/>
          </p:cNvPicPr>
          <p:nvPr/>
        </p:nvPicPr>
        <p:blipFill>
          <a:blip r:embed="rId11"/>
          <a:stretch>
            <a:fillRect/>
          </a:stretch>
        </p:blipFill>
        <p:spPr>
          <a:xfrm>
            <a:off x="8242300" y="4152900"/>
            <a:ext cx="247650" cy="247650"/>
          </a:xfrm>
          <a:prstGeom prst="rect">
            <a:avLst/>
          </a:prstGeom>
        </p:spPr>
      </p:pic>
      <p:sp>
        <p:nvSpPr>
          <p:cNvPr id="137" name="!!objetivos-cumplidos:05db119a7c"/>
          <p:cNvSpPr txBox="1"/>
          <p:nvPr/>
        </p:nvSpPr>
        <p:spPr>
          <a:xfrm>
            <a:off x="8602091" y="4118197"/>
            <a:ext cx="2923222" cy="406400"/>
          </a:xfrm>
          <a:prstGeom prst="rect">
            <a:avLst/>
          </a:prstGeom>
          <a:noFill/>
        </p:spPr>
        <p:txBody>
          <a:bodyPr wrap="square" lIns="0" rIns="0" tIns="0" bIns="0" anchor="t"/>
          <a:lstStyle/>
          <a:p>
            <a:pPr algn="l">
              <a:lnSpc>
                <a:spcPts val="1600"/>
              </a:lnSpc>
              <a:spcBef>
                <a:spcPts val="0"/>
              </a:spcBef>
              <a:spcAft>
                <a:spcPts val="0"/>
              </a:spcAft>
            </a:pPr>
            <a:r>
              <a:rPr sz="1250" b="0" i="0">
                <a:solidFill>
                  <a:srgbClr val="3F4A5A"/>
                </a:solidFill>
                <a:latin typeface="Calibri"/>
              </a:rPr>
              <a:t>se cumplen los</a:t>
            </a:r>
            <a:r>
              <a:rPr sz="1250" b="1" i="0">
                <a:solidFill>
                  <a:srgbClr val="1F2937"/>
                </a:solidFill>
                <a:latin typeface="Calibri"/>
              </a:rPr>
              <a:t> 15 de 15 criterios</a:t>
            </a:r>
            <a:r>
              <a:rPr sz="1250" b="0" i="0">
                <a:solidFill>
                  <a:srgbClr val="3F4A5A"/>
                </a:solidFill>
                <a:latin typeface="Calibri"/>
              </a:rPr>
              <a:t>: 6 de</a:t>
            </a:r>
            <a:br/>
            <a:r>
              <a:rPr sz="1250" b="0" i="0">
                <a:solidFill>
                  <a:srgbClr val="3F4A5A"/>
                </a:solidFill>
                <a:latin typeface="Calibri"/>
              </a:rPr>
              <a:t>trazabilidad y 9 de verificabilidad.</a:t>
            </a:r>
          </a:p>
        </p:txBody>
      </p:sp>
      <p:sp>
        <p:nvSpPr>
          <p:cNvPr id="138" name="!!objetivos-cumplidos:0499d06d53"/>
          <p:cNvSpPr/>
          <p:nvPr/>
        </p:nvSpPr>
        <p:spPr>
          <a:xfrm>
            <a:off x="8211566" y="5902325"/>
            <a:ext cx="1735963" cy="260350"/>
          </a:xfrm>
          <a:prstGeom prst="roundRect">
            <a:avLst>
              <a:gd name="adj" fmla="val 2317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bjetivos-cumplidos:4ab52fe8a5"/>
          <p:cNvSpPr txBox="1"/>
          <p:nvPr/>
        </p:nvSpPr>
        <p:spPr>
          <a:xfrm>
            <a:off x="8519541" y="5958002"/>
            <a:ext cx="1386713"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3F4A5A"/>
                </a:solidFill>
                <a:latin typeface="Calibri"/>
              </a:rPr>
              <a:t>Tabla 3.10 · Figura CR.2</a:t>
            </a:r>
          </a:p>
        </p:txBody>
      </p:sp>
      <p:pic>
        <p:nvPicPr>
          <p:cNvPr id="140" name="!!objetivos-cumplidos:4490f0ac7a" descr="66d48703301c52df.png"/>
          <p:cNvPicPr>
            <a:picLocks noChangeAspect="1"/>
          </p:cNvPicPr>
          <p:nvPr/>
        </p:nvPicPr>
        <p:blipFill>
          <a:blip r:embed="rId12"/>
          <a:stretch>
            <a:fillRect/>
          </a:stretch>
        </p:blipFill>
        <p:spPr>
          <a:xfrm>
            <a:off x="8299450" y="5949950"/>
            <a:ext cx="171450" cy="165100"/>
          </a:xfrm>
          <a:prstGeom prst="rect">
            <a:avLst/>
          </a:prstGeom>
        </p:spPr>
      </p:pic>
      <p:sp>
        <p:nvSpPr>
          <p:cNvPr id="141" name="!!objetivos-cumplidos:e6ec0512fa"/>
          <p:cNvSpPr/>
          <p:nvPr/>
        </p:nvSpPr>
        <p:spPr>
          <a:xfrm>
            <a:off x="10381932" y="5870575"/>
            <a:ext cx="107651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bjetivos-cumplidos:602f19bc62"/>
          <p:cNvSpPr txBox="1"/>
          <p:nvPr/>
        </p:nvSpPr>
        <p:spPr>
          <a:xfrm>
            <a:off x="10689844" y="5940680"/>
            <a:ext cx="695642"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Cumplido</a:t>
            </a:r>
          </a:p>
        </p:txBody>
      </p:sp>
      <p:sp>
        <p:nvSpPr>
          <p:cNvPr id="143" name="!!objetivos-cumplidos:3ecd886398"/>
          <p:cNvSpPr txBox="1"/>
          <p:nvPr/>
        </p:nvSpPr>
        <p:spPr>
          <a:xfrm>
            <a:off x="10505758" y="5950205"/>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144" name="!!objetivos-cumplidos:3afb2393b5"/>
          <p:cNvSpPr/>
          <p:nvPr/>
        </p:nvSpPr>
        <p:spPr>
          <a:xfrm>
            <a:off x="10666540" y="2838450"/>
            <a:ext cx="798322" cy="25400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bjetivos-cumplidos:cc881092f1"/>
          <p:cNvSpPr txBox="1"/>
          <p:nvPr/>
        </p:nvSpPr>
        <p:spPr>
          <a:xfrm>
            <a:off x="10758614" y="2901664"/>
            <a:ext cx="664972"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1F77B4"/>
                </a:solidFill>
                <a:latin typeface="Calibri"/>
              </a:rPr>
              <a:t>Capítulo 3</a:t>
            </a:r>
          </a:p>
        </p:txBody>
      </p:sp>
      <p:sp>
        <p:nvSpPr>
          <p:cNvPr id="146" name="!!objetivos-cumplidos:a4c0a8f699"/>
          <p:cNvSpPr txBox="1"/>
          <p:nvPr/>
        </p:nvSpPr>
        <p:spPr>
          <a:xfrm>
            <a:off x="8208391" y="3320415"/>
            <a:ext cx="3324796" cy="333375"/>
          </a:xfrm>
          <a:prstGeom prst="rect">
            <a:avLst/>
          </a:prstGeom>
          <a:noFill/>
        </p:spPr>
        <p:txBody>
          <a:bodyPr wrap="square" lIns="0" rIns="0" tIns="0" bIns="0" anchor="t"/>
          <a:lstStyle/>
          <a:p>
            <a:pPr algn="l">
              <a:lnSpc>
                <a:spcPts val="2625"/>
              </a:lnSpc>
              <a:spcBef>
                <a:spcPts val="0"/>
              </a:spcBef>
              <a:spcAft>
                <a:spcPts val="0"/>
              </a:spcAft>
            </a:pPr>
            <a:r>
              <a:rPr sz="2500" b="1" i="0">
                <a:solidFill>
                  <a:srgbClr val="1F2937"/>
                </a:solidFill>
                <a:latin typeface="Calibri"/>
              </a:rPr>
              <a:t>Verificar y validar</a:t>
            </a:r>
          </a:p>
        </p:txBody>
      </p:sp>
      <p:sp>
        <p:nvSpPr>
          <p:cNvPr id="147" name="!!objetivos-cumplidos:0bd13796bc"/>
          <p:cNvSpPr txBox="1"/>
          <p:nvPr/>
        </p:nvSpPr>
        <p:spPr>
          <a:xfrm>
            <a:off x="8208391" y="3745978"/>
            <a:ext cx="3324796" cy="1629918"/>
          </a:xfrm>
          <a:prstGeom prst="rect">
            <a:avLst/>
          </a:prstGeom>
          <a:noFill/>
        </p:spPr>
        <p:txBody>
          <a:bodyPr wrap="square" lIns="0" rIns="0" tIns="0" bIns="0" anchor="t"/>
          <a:lstStyle/>
          <a:p>
            <a:pPr algn="l">
              <a:lnSpc>
                <a:spcPts val="2139"/>
              </a:lnSpc>
              <a:spcBef>
                <a:spcPts val="0"/>
              </a:spcBef>
              <a:spcAft>
                <a:spcPts val="0"/>
              </a:spcAft>
            </a:pPr>
            <a:r>
              <a:rPr sz="1550" b="0" i="0">
                <a:solidFill>
                  <a:srgbClr val="3F4A5A"/>
                </a:solidFill>
                <a:latin typeface="Calibri"/>
              </a:rPr>
              <a:t>EduFEM, midiendo la cobertura de su</a:t>
            </a:r>
            <a:br/>
            <a:r>
              <a:rPr sz="1550" b="0" i="0">
                <a:solidFill>
                  <a:srgbClr val="3F4A5A"/>
                </a:solidFill>
                <a:latin typeface="Calibri"/>
              </a:rPr>
              <a:t>procedimiento de cálculo y la exactitud</a:t>
            </a:r>
            <a:br/>
            <a:r>
              <a:rPr sz="1550" b="0" i="0">
                <a:solidFill>
                  <a:srgbClr val="3F4A5A"/>
                </a:solidFill>
                <a:latin typeface="Calibri"/>
              </a:rPr>
              <a:t>de su motor frente a soluciones exactas</a:t>
            </a:r>
            <a:br/>
            <a:r>
              <a:rPr sz="1550" b="0" i="0">
                <a:solidFill>
                  <a:srgbClr val="3F4A5A"/>
                </a:solidFill>
                <a:latin typeface="Calibri"/>
              </a:rPr>
              <a:t>y referencias externas,</a:t>
            </a:r>
            <a:r>
              <a:rPr sz="1550" b="1" i="0">
                <a:solidFill>
                  <a:srgbClr val="1F2937"/>
                </a:solidFill>
                <a:latin typeface="Calibri"/>
              </a:rPr>
              <a:t> para establecer</a:t>
            </a:r>
            <a:br/>
            <a:r>
              <a:rPr sz="1550" b="1" i="0">
                <a:solidFill>
                  <a:srgbClr val="1F2937"/>
                </a:solidFill>
                <a:latin typeface="Calibri"/>
              </a:rPr>
              <a:t>si ese procedimiento es trazable y</a:t>
            </a:r>
            <a:br/>
            <a:r>
              <a:rPr sz="1550" b="1" i="0">
                <a:solidFill>
                  <a:srgbClr val="1F2937"/>
                </a:solidFill>
                <a:latin typeface="Calibri"/>
              </a:rPr>
              <a:t>verificable</a:t>
            </a:r>
            <a:r>
              <a:rPr sz="1550" b="0" i="0">
                <a:solidFill>
                  <a:srgbClr val="3F4A5A"/>
                </a:solidFill>
                <a:latin typeface="Calibri"/>
              </a:rPr>
              <a:t>.</a:t>
            </a:r>
          </a:p>
        </p:txBody>
      </p:sp>
      <p:sp>
        <p:nvSpPr>
          <p:cNvPr id="148" name="!!objetivos-cumplidos:1c825e77f5"/>
          <p:cNvSpPr/>
          <p:nvPr/>
        </p:nvSpPr>
        <p:spPr>
          <a:xfrm>
            <a:off x="10423842" y="5915025"/>
            <a:ext cx="1034669" cy="279400"/>
          </a:xfrm>
          <a:prstGeom prst="roundRect">
            <a:avLst>
              <a:gd name="adj" fmla="val 50000"/>
            </a:avLst>
          </a:prstGeom>
          <a:noFill/>
          <a:ln w="190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bjetivos-cumplidos:6203b394ec"/>
          <p:cNvSpPr txBox="1"/>
          <p:nvPr/>
        </p:nvSpPr>
        <p:spPr>
          <a:xfrm>
            <a:off x="10560368" y="5988844"/>
            <a:ext cx="812419" cy="158750"/>
          </a:xfrm>
          <a:prstGeom prst="rect">
            <a:avLst/>
          </a:prstGeom>
          <a:noFill/>
        </p:spPr>
        <p:txBody>
          <a:bodyPr wrap="square" lIns="0" rIns="0" tIns="0" bIns="0" anchor="t"/>
          <a:lstStyle/>
          <a:p>
            <a:pPr algn="l">
              <a:lnSpc>
                <a:spcPts val="1250"/>
              </a:lnSpc>
              <a:spcBef>
                <a:spcPts val="0"/>
              </a:spcBef>
              <a:spcAft>
                <a:spcPts val="0"/>
              </a:spcAft>
            </a:pPr>
            <a:r>
              <a:rPr sz="1250" b="1" i="0">
                <a:solidFill>
                  <a:srgbClr val="5B6575"/>
                </a:solidFill>
                <a:latin typeface="Calibri"/>
              </a:rPr>
              <a:t>¿cumplido?</a:t>
            </a:r>
          </a:p>
        </p:txBody>
      </p:sp>
      <p:sp>
        <p:nvSpPr>
          <p:cNvPr id="150"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ie-izq"/>
          <p:cNvSpPr txBox="1"/>
          <p:nvPr/>
        </p:nvSpPr>
        <p:spPr>
          <a:xfrm>
            <a:off x="565150" y="6535420"/>
            <a:ext cx="482403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53" name="!!pie-cen"/>
          <p:cNvSpPr txBox="1"/>
          <p:nvPr/>
        </p:nvSpPr>
        <p:spPr>
          <a:xfrm>
            <a:off x="5269230" y="6535420"/>
            <a:ext cx="165360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Conclusiones · Tabla CR.1</a:t>
            </a:r>
          </a:p>
        </p:txBody>
      </p:sp>
      <p:sp>
        <p:nvSpPr>
          <p:cNvPr id="154" name="!!pie-der"/>
          <p:cNvSpPr txBox="1"/>
          <p:nvPr/>
        </p:nvSpPr>
        <p:spPr>
          <a:xfrm>
            <a:off x="6802818" y="6535420"/>
            <a:ext cx="482403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26</a:t>
            </a:r>
          </a:p>
        </p:txBody>
      </p:sp>
      <p:sp>
        <p:nvSpPr>
          <p:cNvPr id="155" name="!!objetivos-cumplidos:31b8312914">
            <a:hlinkClick action="ppaction://hlinksldjump" r:id="rId13"/>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bjetivos-cumplidos:01b7d89d9e">
            <a:hlinkClick action="ppaction://hlinksldjump" r:id="rId14"/>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bjetivos-cumplidos:c7d17a55c0">
            <a:hlinkClick action="ppaction://hlinksldjump" r:id="rId15"/>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bjetivos-cumplidos:005dbf4b11">
            <a:hlinkClick action="ppaction://hlinksldjump" r:id="rId16"/>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bjetivos-cumplidos:ff2c4358c1">
            <a:hlinkClick action="ppaction://hlinksldjump" r:id="rId17"/>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bjetivos-cumplidos:cddc3f2445">
            <a:hlinkClick action="ppaction://hlinksldjump" r:id="rId18"/>
          </p:cNvPr>
          <p:cNvSpPr/>
          <p:nvPr/>
        </p:nvSpPr>
        <p:spPr>
          <a:xfrm>
            <a:off x="723900" y="5899150"/>
            <a:ext cx="1411478" cy="266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bjetivos-cumplidos:fcfa0d4d28">
            <a:hlinkClick action="ppaction://hlinksldjump" r:id="rId19"/>
          </p:cNvPr>
          <p:cNvSpPr/>
          <p:nvPr/>
        </p:nvSpPr>
        <p:spPr>
          <a:xfrm>
            <a:off x="4466146" y="5899150"/>
            <a:ext cx="1588960" cy="266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bjetivos-cumplidos:eb4f006b7a">
            <a:hlinkClick action="ppaction://hlinksldjump" r:id="rId20"/>
          </p:cNvPr>
          <p:cNvSpPr/>
          <p:nvPr/>
        </p:nvSpPr>
        <p:spPr>
          <a:xfrm>
            <a:off x="8208391" y="5899150"/>
            <a:ext cx="1742313" cy="266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50"/>
                                        <p:tgtEl>
                                          <p:spTgt spid="11"/>
                                        </p:tgtEl>
                                      </p:cBhvr>
                                    </p:animEffect>
                                    <p:anim calcmode="lin" valueType="num">
                                      <p:cBhvr>
                                        <p:cTn id="8" dur="650" fill="hold"/>
                                        <p:tgtEl>
                                          <p:spTgt spid="11"/>
                                        </p:tgtEl>
                                        <p:attrNameLst>
                                          <p:attrName>ppt_x</p:attrName>
                                        </p:attrNameLst>
                                      </p:cBhvr>
                                      <p:tavLst>
                                        <p:tav tm="0">
                                          <p:val>
                                            <p:strVal val="#ppt_x"/>
                                          </p:val>
                                        </p:tav>
                                        <p:tav tm="100000">
                                          <p:val>
                                            <p:strVal val="#ppt_x"/>
                                          </p:val>
                                        </p:tav>
                                      </p:tavLst>
                                    </p:anim>
                                    <p:anim calcmode="lin" valueType="num">
                                      <p:cBhvr>
                                        <p:cTn id="9" dur="65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650"/>
                                        <p:tgtEl>
                                          <p:spTgt spid="12"/>
                                        </p:tgtEl>
                                      </p:cBhvr>
                                    </p:animEffect>
                                    <p:anim calcmode="lin" valueType="num">
                                      <p:cBhvr>
                                        <p:cTn id="13" dur="650" fill="hold"/>
                                        <p:tgtEl>
                                          <p:spTgt spid="12"/>
                                        </p:tgtEl>
                                        <p:attrNameLst>
                                          <p:attrName>ppt_x</p:attrName>
                                        </p:attrNameLst>
                                      </p:cBhvr>
                                      <p:tavLst>
                                        <p:tav tm="0">
                                          <p:val>
                                            <p:strVal val="#ppt_x"/>
                                          </p:val>
                                        </p:tav>
                                        <p:tav tm="100000">
                                          <p:val>
                                            <p:strVal val="#ppt_x"/>
                                          </p:val>
                                        </p:tav>
                                      </p:tavLst>
                                    </p:anim>
                                    <p:anim calcmode="lin" valueType="num">
                                      <p:cBhvr>
                                        <p:cTn id="14" dur="65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650"/>
                                        <p:tgtEl>
                                          <p:spTgt spid="13"/>
                                        </p:tgtEl>
                                      </p:cBhvr>
                                    </p:animEffect>
                                    <p:anim calcmode="lin" valueType="num">
                                      <p:cBhvr>
                                        <p:cTn id="18" dur="650" fill="hold"/>
                                        <p:tgtEl>
                                          <p:spTgt spid="13"/>
                                        </p:tgtEl>
                                        <p:attrNameLst>
                                          <p:attrName>ppt_x</p:attrName>
                                        </p:attrNameLst>
                                      </p:cBhvr>
                                      <p:tavLst>
                                        <p:tav tm="0">
                                          <p:val>
                                            <p:strVal val="#ppt_x"/>
                                          </p:val>
                                        </p:tav>
                                        <p:tav tm="100000">
                                          <p:val>
                                            <p:strVal val="#ppt_x"/>
                                          </p:val>
                                        </p:tav>
                                      </p:tavLst>
                                    </p:anim>
                                    <p:anim calcmode="lin" valueType="num">
                                      <p:cBhvr>
                                        <p:cTn id="19" dur="650" fill="hold"/>
                                        <p:tgtEl>
                                          <p:spTgt spid="1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1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650"/>
                                        <p:tgtEl>
                                          <p:spTgt spid="14"/>
                                        </p:tgtEl>
                                      </p:cBhvr>
                                    </p:animEffect>
                                    <p:anim calcmode="lin" valueType="num">
                                      <p:cBhvr>
                                        <p:cTn id="23" dur="650" fill="hold"/>
                                        <p:tgtEl>
                                          <p:spTgt spid="14"/>
                                        </p:tgtEl>
                                        <p:attrNameLst>
                                          <p:attrName>ppt_x</p:attrName>
                                        </p:attrNameLst>
                                      </p:cBhvr>
                                      <p:tavLst>
                                        <p:tav tm="0">
                                          <p:val>
                                            <p:strVal val="#ppt_x"/>
                                          </p:val>
                                        </p:tav>
                                        <p:tav tm="100000">
                                          <p:val>
                                            <p:strVal val="#ppt_x"/>
                                          </p:val>
                                        </p:tav>
                                      </p:tavLst>
                                    </p:anim>
                                    <p:anim calcmode="lin" valueType="num">
                                      <p:cBhvr>
                                        <p:cTn id="24" dur="65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15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650"/>
                                        <p:tgtEl>
                                          <p:spTgt spid="15"/>
                                        </p:tgtEl>
                                      </p:cBhvr>
                                    </p:animEffect>
                                    <p:anim calcmode="lin" valueType="num">
                                      <p:cBhvr>
                                        <p:cTn id="28" dur="650" fill="hold"/>
                                        <p:tgtEl>
                                          <p:spTgt spid="15"/>
                                        </p:tgtEl>
                                        <p:attrNameLst>
                                          <p:attrName>ppt_x</p:attrName>
                                        </p:attrNameLst>
                                      </p:cBhvr>
                                      <p:tavLst>
                                        <p:tav tm="0">
                                          <p:val>
                                            <p:strVal val="#ppt_x"/>
                                          </p:val>
                                        </p:tav>
                                        <p:tav tm="100000">
                                          <p:val>
                                            <p:strVal val="#ppt_x"/>
                                          </p:val>
                                        </p:tav>
                                      </p:tavLst>
                                    </p:anim>
                                    <p:anim calcmode="lin" valueType="num">
                                      <p:cBhvr>
                                        <p:cTn id="29" dur="65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15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650"/>
                                        <p:tgtEl>
                                          <p:spTgt spid="16"/>
                                        </p:tgtEl>
                                      </p:cBhvr>
                                    </p:animEffect>
                                    <p:anim calcmode="lin" valueType="num">
                                      <p:cBhvr>
                                        <p:cTn id="33" dur="650" fill="hold"/>
                                        <p:tgtEl>
                                          <p:spTgt spid="16"/>
                                        </p:tgtEl>
                                        <p:attrNameLst>
                                          <p:attrName>ppt_x</p:attrName>
                                        </p:attrNameLst>
                                      </p:cBhvr>
                                      <p:tavLst>
                                        <p:tav tm="0">
                                          <p:val>
                                            <p:strVal val="#ppt_x"/>
                                          </p:val>
                                        </p:tav>
                                        <p:tav tm="100000">
                                          <p:val>
                                            <p:strVal val="#ppt_x"/>
                                          </p:val>
                                        </p:tav>
                                      </p:tavLst>
                                    </p:anim>
                                    <p:anim calcmode="lin" valueType="num">
                                      <p:cBhvr>
                                        <p:cTn id="34" dur="65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15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650"/>
                                        <p:tgtEl>
                                          <p:spTgt spid="17"/>
                                        </p:tgtEl>
                                      </p:cBhvr>
                                    </p:animEffect>
                                    <p:anim calcmode="lin" valueType="num">
                                      <p:cBhvr>
                                        <p:cTn id="38" dur="650" fill="hold"/>
                                        <p:tgtEl>
                                          <p:spTgt spid="17"/>
                                        </p:tgtEl>
                                        <p:attrNameLst>
                                          <p:attrName>ppt_x</p:attrName>
                                        </p:attrNameLst>
                                      </p:cBhvr>
                                      <p:tavLst>
                                        <p:tav tm="0">
                                          <p:val>
                                            <p:strVal val="#ppt_x"/>
                                          </p:val>
                                        </p:tav>
                                        <p:tav tm="100000">
                                          <p:val>
                                            <p:strVal val="#ppt_x"/>
                                          </p:val>
                                        </p:tav>
                                      </p:tavLst>
                                    </p:anim>
                                    <p:anim calcmode="lin" valueType="num">
                                      <p:cBhvr>
                                        <p:cTn id="39" dur="650" fill="hold"/>
                                        <p:tgtEl>
                                          <p:spTgt spid="1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15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650"/>
                                        <p:tgtEl>
                                          <p:spTgt spid="18"/>
                                        </p:tgtEl>
                                      </p:cBhvr>
                                    </p:animEffect>
                                    <p:anim calcmode="lin" valueType="num">
                                      <p:cBhvr>
                                        <p:cTn id="43" dur="650" fill="hold"/>
                                        <p:tgtEl>
                                          <p:spTgt spid="18"/>
                                        </p:tgtEl>
                                        <p:attrNameLst>
                                          <p:attrName>ppt_x</p:attrName>
                                        </p:attrNameLst>
                                      </p:cBhvr>
                                      <p:tavLst>
                                        <p:tav tm="0">
                                          <p:val>
                                            <p:strVal val="#ppt_x"/>
                                          </p:val>
                                        </p:tav>
                                        <p:tav tm="100000">
                                          <p:val>
                                            <p:strVal val="#ppt_x"/>
                                          </p:val>
                                        </p:tav>
                                      </p:tavLst>
                                    </p:anim>
                                    <p:anim calcmode="lin" valueType="num">
                                      <p:cBhvr>
                                        <p:cTn id="44" dur="650" fill="hold"/>
                                        <p:tgtEl>
                                          <p:spTgt spid="18"/>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15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650"/>
                                        <p:tgtEl>
                                          <p:spTgt spid="19"/>
                                        </p:tgtEl>
                                      </p:cBhvr>
                                    </p:animEffect>
                                    <p:anim calcmode="lin" valueType="num">
                                      <p:cBhvr>
                                        <p:cTn id="48" dur="650" fill="hold"/>
                                        <p:tgtEl>
                                          <p:spTgt spid="19"/>
                                        </p:tgtEl>
                                        <p:attrNameLst>
                                          <p:attrName>ppt_x</p:attrName>
                                        </p:attrNameLst>
                                      </p:cBhvr>
                                      <p:tavLst>
                                        <p:tav tm="0">
                                          <p:val>
                                            <p:strVal val="#ppt_x"/>
                                          </p:val>
                                        </p:tav>
                                        <p:tav tm="100000">
                                          <p:val>
                                            <p:strVal val="#ppt_x"/>
                                          </p:val>
                                        </p:tav>
                                      </p:tavLst>
                                    </p:anim>
                                    <p:anim calcmode="lin" valueType="num">
                                      <p:cBhvr>
                                        <p:cTn id="49" dur="650" fill="hold"/>
                                        <p:tgtEl>
                                          <p:spTgt spid="1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15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650"/>
                                        <p:tgtEl>
                                          <p:spTgt spid="20"/>
                                        </p:tgtEl>
                                      </p:cBhvr>
                                    </p:animEffect>
                                    <p:anim calcmode="lin" valueType="num">
                                      <p:cBhvr>
                                        <p:cTn id="53" dur="650" fill="hold"/>
                                        <p:tgtEl>
                                          <p:spTgt spid="20"/>
                                        </p:tgtEl>
                                        <p:attrNameLst>
                                          <p:attrName>ppt_x</p:attrName>
                                        </p:attrNameLst>
                                      </p:cBhvr>
                                      <p:tavLst>
                                        <p:tav tm="0">
                                          <p:val>
                                            <p:strVal val="#ppt_x"/>
                                          </p:val>
                                        </p:tav>
                                        <p:tav tm="100000">
                                          <p:val>
                                            <p:strVal val="#ppt_x"/>
                                          </p:val>
                                        </p:tav>
                                      </p:tavLst>
                                    </p:anim>
                                    <p:anim calcmode="lin" valueType="num">
                                      <p:cBhvr>
                                        <p:cTn id="54" dur="650" fill="hold"/>
                                        <p:tgtEl>
                                          <p:spTgt spid="20"/>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15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650"/>
                                        <p:tgtEl>
                                          <p:spTgt spid="21"/>
                                        </p:tgtEl>
                                      </p:cBhvr>
                                    </p:animEffect>
                                    <p:anim calcmode="lin" valueType="num">
                                      <p:cBhvr>
                                        <p:cTn id="58" dur="650" fill="hold"/>
                                        <p:tgtEl>
                                          <p:spTgt spid="21"/>
                                        </p:tgtEl>
                                        <p:attrNameLst>
                                          <p:attrName>ppt_x</p:attrName>
                                        </p:attrNameLst>
                                      </p:cBhvr>
                                      <p:tavLst>
                                        <p:tav tm="0">
                                          <p:val>
                                            <p:strVal val="#ppt_x"/>
                                          </p:val>
                                        </p:tav>
                                        <p:tav tm="100000">
                                          <p:val>
                                            <p:strVal val="#ppt_x"/>
                                          </p:val>
                                        </p:tav>
                                      </p:tavLst>
                                    </p:anim>
                                    <p:anim calcmode="lin" valueType="num">
                                      <p:cBhvr>
                                        <p:cTn id="59" dur="650" fill="hold"/>
                                        <p:tgtEl>
                                          <p:spTgt spid="21"/>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15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650"/>
                                        <p:tgtEl>
                                          <p:spTgt spid="22"/>
                                        </p:tgtEl>
                                      </p:cBhvr>
                                    </p:animEffect>
                                    <p:anim calcmode="lin" valueType="num">
                                      <p:cBhvr>
                                        <p:cTn id="63" dur="650" fill="hold"/>
                                        <p:tgtEl>
                                          <p:spTgt spid="22"/>
                                        </p:tgtEl>
                                        <p:attrNameLst>
                                          <p:attrName>ppt_x</p:attrName>
                                        </p:attrNameLst>
                                      </p:cBhvr>
                                      <p:tavLst>
                                        <p:tav tm="0">
                                          <p:val>
                                            <p:strVal val="#ppt_x"/>
                                          </p:val>
                                        </p:tav>
                                        <p:tav tm="100000">
                                          <p:val>
                                            <p:strVal val="#ppt_x"/>
                                          </p:val>
                                        </p:tav>
                                      </p:tavLst>
                                    </p:anim>
                                    <p:anim calcmode="lin" valueType="num">
                                      <p:cBhvr>
                                        <p:cTn id="64" dur="650" fill="hold"/>
                                        <p:tgtEl>
                                          <p:spTgt spid="22"/>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15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650"/>
                                        <p:tgtEl>
                                          <p:spTgt spid="23"/>
                                        </p:tgtEl>
                                      </p:cBhvr>
                                    </p:animEffect>
                                    <p:anim calcmode="lin" valueType="num">
                                      <p:cBhvr>
                                        <p:cTn id="68" dur="650" fill="hold"/>
                                        <p:tgtEl>
                                          <p:spTgt spid="23"/>
                                        </p:tgtEl>
                                        <p:attrNameLst>
                                          <p:attrName>ppt_x</p:attrName>
                                        </p:attrNameLst>
                                      </p:cBhvr>
                                      <p:tavLst>
                                        <p:tav tm="0">
                                          <p:val>
                                            <p:strVal val="#ppt_x"/>
                                          </p:val>
                                        </p:tav>
                                        <p:tav tm="100000">
                                          <p:val>
                                            <p:strVal val="#ppt_x"/>
                                          </p:val>
                                        </p:tav>
                                      </p:tavLst>
                                    </p:anim>
                                    <p:anim calcmode="lin" valueType="num">
                                      <p:cBhvr>
                                        <p:cTn id="69" dur="650" fill="hold"/>
                                        <p:tgtEl>
                                          <p:spTgt spid="23"/>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15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650"/>
                                        <p:tgtEl>
                                          <p:spTgt spid="24"/>
                                        </p:tgtEl>
                                      </p:cBhvr>
                                    </p:animEffect>
                                    <p:anim calcmode="lin" valueType="num">
                                      <p:cBhvr>
                                        <p:cTn id="73" dur="650" fill="hold"/>
                                        <p:tgtEl>
                                          <p:spTgt spid="24"/>
                                        </p:tgtEl>
                                        <p:attrNameLst>
                                          <p:attrName>ppt_x</p:attrName>
                                        </p:attrNameLst>
                                      </p:cBhvr>
                                      <p:tavLst>
                                        <p:tav tm="0">
                                          <p:val>
                                            <p:strVal val="#ppt_x"/>
                                          </p:val>
                                        </p:tav>
                                        <p:tav tm="100000">
                                          <p:val>
                                            <p:strVal val="#ppt_x"/>
                                          </p:val>
                                        </p:tav>
                                      </p:tavLst>
                                    </p:anim>
                                    <p:anim calcmode="lin" valueType="num">
                                      <p:cBhvr>
                                        <p:cTn id="74" dur="650" fill="hold"/>
                                        <p:tgtEl>
                                          <p:spTgt spid="24"/>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15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650"/>
                                        <p:tgtEl>
                                          <p:spTgt spid="25"/>
                                        </p:tgtEl>
                                      </p:cBhvr>
                                    </p:animEffect>
                                    <p:anim calcmode="lin" valueType="num">
                                      <p:cBhvr>
                                        <p:cTn id="78" dur="650" fill="hold"/>
                                        <p:tgtEl>
                                          <p:spTgt spid="25"/>
                                        </p:tgtEl>
                                        <p:attrNameLst>
                                          <p:attrName>ppt_x</p:attrName>
                                        </p:attrNameLst>
                                      </p:cBhvr>
                                      <p:tavLst>
                                        <p:tav tm="0">
                                          <p:val>
                                            <p:strVal val="#ppt_x"/>
                                          </p:val>
                                        </p:tav>
                                        <p:tav tm="100000">
                                          <p:val>
                                            <p:strVal val="#ppt_x"/>
                                          </p:val>
                                        </p:tav>
                                      </p:tavLst>
                                    </p:anim>
                                    <p:anim calcmode="lin" valueType="num">
                                      <p:cBhvr>
                                        <p:cTn id="79" dur="650" fill="hold"/>
                                        <p:tgtEl>
                                          <p:spTgt spid="25"/>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15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650"/>
                                        <p:tgtEl>
                                          <p:spTgt spid="26"/>
                                        </p:tgtEl>
                                      </p:cBhvr>
                                    </p:animEffect>
                                    <p:anim calcmode="lin" valueType="num">
                                      <p:cBhvr>
                                        <p:cTn id="83" dur="650" fill="hold"/>
                                        <p:tgtEl>
                                          <p:spTgt spid="26"/>
                                        </p:tgtEl>
                                        <p:attrNameLst>
                                          <p:attrName>ppt_x</p:attrName>
                                        </p:attrNameLst>
                                      </p:cBhvr>
                                      <p:tavLst>
                                        <p:tav tm="0">
                                          <p:val>
                                            <p:strVal val="#ppt_x"/>
                                          </p:val>
                                        </p:tav>
                                        <p:tav tm="100000">
                                          <p:val>
                                            <p:strVal val="#ppt_x"/>
                                          </p:val>
                                        </p:tav>
                                      </p:tavLst>
                                    </p:anim>
                                    <p:anim calcmode="lin" valueType="num">
                                      <p:cBhvr>
                                        <p:cTn id="84" dur="650" fill="hold"/>
                                        <p:tgtEl>
                                          <p:spTgt spid="26"/>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15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650"/>
                                        <p:tgtEl>
                                          <p:spTgt spid="27"/>
                                        </p:tgtEl>
                                      </p:cBhvr>
                                    </p:animEffect>
                                    <p:anim calcmode="lin" valueType="num">
                                      <p:cBhvr>
                                        <p:cTn id="88" dur="650" fill="hold"/>
                                        <p:tgtEl>
                                          <p:spTgt spid="27"/>
                                        </p:tgtEl>
                                        <p:attrNameLst>
                                          <p:attrName>ppt_x</p:attrName>
                                        </p:attrNameLst>
                                      </p:cBhvr>
                                      <p:tavLst>
                                        <p:tav tm="0">
                                          <p:val>
                                            <p:strVal val="#ppt_x"/>
                                          </p:val>
                                        </p:tav>
                                        <p:tav tm="100000">
                                          <p:val>
                                            <p:strVal val="#ppt_x"/>
                                          </p:val>
                                        </p:tav>
                                      </p:tavLst>
                                    </p:anim>
                                    <p:anim calcmode="lin" valueType="num">
                                      <p:cBhvr>
                                        <p:cTn id="89" dur="650" fill="hold"/>
                                        <p:tgtEl>
                                          <p:spTgt spid="27"/>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15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650"/>
                                        <p:tgtEl>
                                          <p:spTgt spid="28"/>
                                        </p:tgtEl>
                                      </p:cBhvr>
                                    </p:animEffect>
                                    <p:anim calcmode="lin" valueType="num">
                                      <p:cBhvr>
                                        <p:cTn id="93" dur="650" fill="hold"/>
                                        <p:tgtEl>
                                          <p:spTgt spid="28"/>
                                        </p:tgtEl>
                                        <p:attrNameLst>
                                          <p:attrName>ppt_x</p:attrName>
                                        </p:attrNameLst>
                                      </p:cBhvr>
                                      <p:tavLst>
                                        <p:tav tm="0">
                                          <p:val>
                                            <p:strVal val="#ppt_x"/>
                                          </p:val>
                                        </p:tav>
                                        <p:tav tm="100000">
                                          <p:val>
                                            <p:strVal val="#ppt_x"/>
                                          </p:val>
                                        </p:tav>
                                      </p:tavLst>
                                    </p:anim>
                                    <p:anim calcmode="lin" valueType="num">
                                      <p:cBhvr>
                                        <p:cTn id="94" dur="650" fill="hold"/>
                                        <p:tgtEl>
                                          <p:spTgt spid="28"/>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15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650"/>
                                        <p:tgtEl>
                                          <p:spTgt spid="29"/>
                                        </p:tgtEl>
                                      </p:cBhvr>
                                    </p:animEffect>
                                    <p:anim calcmode="lin" valueType="num">
                                      <p:cBhvr>
                                        <p:cTn id="98" dur="650" fill="hold"/>
                                        <p:tgtEl>
                                          <p:spTgt spid="29"/>
                                        </p:tgtEl>
                                        <p:attrNameLst>
                                          <p:attrName>ppt_x</p:attrName>
                                        </p:attrNameLst>
                                      </p:cBhvr>
                                      <p:tavLst>
                                        <p:tav tm="0">
                                          <p:val>
                                            <p:strVal val="#ppt_x"/>
                                          </p:val>
                                        </p:tav>
                                        <p:tav tm="100000">
                                          <p:val>
                                            <p:strVal val="#ppt_x"/>
                                          </p:val>
                                        </p:tav>
                                      </p:tavLst>
                                    </p:anim>
                                    <p:anim calcmode="lin" valueType="num">
                                      <p:cBhvr>
                                        <p:cTn id="99" dur="650" fill="hold"/>
                                        <p:tgtEl>
                                          <p:spTgt spid="29"/>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150"/>
                                  </p:stCondLst>
                                  <p:childTnLst>
                                    <p:set>
                                      <p:cBhvr>
                                        <p:cTn id="101" dur="1" fill="hold">
                                          <p:stCondLst>
                                            <p:cond delay="0"/>
                                          </p:stCondLst>
                                        </p:cTn>
                                        <p:tgtEl>
                                          <p:spTgt spid="30"/>
                                        </p:tgtEl>
                                        <p:attrNameLst>
                                          <p:attrName>style.visibility</p:attrName>
                                        </p:attrNameLst>
                                      </p:cBhvr>
                                      <p:to>
                                        <p:strVal val="visible"/>
                                      </p:to>
                                    </p:set>
                                    <p:animEffect transition="in" filter="fade">
                                      <p:cBhvr>
                                        <p:cTn id="102" dur="650"/>
                                        <p:tgtEl>
                                          <p:spTgt spid="30"/>
                                        </p:tgtEl>
                                      </p:cBhvr>
                                    </p:animEffect>
                                    <p:anim calcmode="lin" valueType="num">
                                      <p:cBhvr>
                                        <p:cTn id="103" dur="650" fill="hold"/>
                                        <p:tgtEl>
                                          <p:spTgt spid="30"/>
                                        </p:tgtEl>
                                        <p:attrNameLst>
                                          <p:attrName>ppt_x</p:attrName>
                                        </p:attrNameLst>
                                      </p:cBhvr>
                                      <p:tavLst>
                                        <p:tav tm="0">
                                          <p:val>
                                            <p:strVal val="#ppt_x"/>
                                          </p:val>
                                        </p:tav>
                                        <p:tav tm="100000">
                                          <p:val>
                                            <p:strVal val="#ppt_x"/>
                                          </p:val>
                                        </p:tav>
                                      </p:tavLst>
                                    </p:anim>
                                    <p:anim calcmode="lin" valueType="num">
                                      <p:cBhvr>
                                        <p:cTn id="104" dur="650" fill="hold"/>
                                        <p:tgtEl>
                                          <p:spTgt spid="30"/>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150"/>
                                  </p:stCondLst>
                                  <p:childTnLst>
                                    <p:set>
                                      <p:cBhvr>
                                        <p:cTn id="106" dur="1" fill="hold">
                                          <p:stCondLst>
                                            <p:cond delay="0"/>
                                          </p:stCondLst>
                                        </p:cTn>
                                        <p:tgtEl>
                                          <p:spTgt spid="31"/>
                                        </p:tgtEl>
                                        <p:attrNameLst>
                                          <p:attrName>style.visibility</p:attrName>
                                        </p:attrNameLst>
                                      </p:cBhvr>
                                      <p:to>
                                        <p:strVal val="visible"/>
                                      </p:to>
                                    </p:set>
                                    <p:animEffect transition="in" filter="fade">
                                      <p:cBhvr>
                                        <p:cTn id="107" dur="650"/>
                                        <p:tgtEl>
                                          <p:spTgt spid="31"/>
                                        </p:tgtEl>
                                      </p:cBhvr>
                                    </p:animEffect>
                                    <p:anim calcmode="lin" valueType="num">
                                      <p:cBhvr>
                                        <p:cTn id="108" dur="650" fill="hold"/>
                                        <p:tgtEl>
                                          <p:spTgt spid="31"/>
                                        </p:tgtEl>
                                        <p:attrNameLst>
                                          <p:attrName>ppt_x</p:attrName>
                                        </p:attrNameLst>
                                      </p:cBhvr>
                                      <p:tavLst>
                                        <p:tav tm="0">
                                          <p:val>
                                            <p:strVal val="#ppt_x"/>
                                          </p:val>
                                        </p:tav>
                                        <p:tav tm="100000">
                                          <p:val>
                                            <p:strVal val="#ppt_x"/>
                                          </p:val>
                                        </p:tav>
                                      </p:tavLst>
                                    </p:anim>
                                    <p:anim calcmode="lin" valueType="num">
                                      <p:cBhvr>
                                        <p:cTn id="109" dur="650" fill="hold"/>
                                        <p:tgtEl>
                                          <p:spTgt spid="31"/>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370"/>
                                  </p:stCondLst>
                                  <p:childTnLst>
                                    <p:set>
                                      <p:cBhvr>
                                        <p:cTn id="111" dur="1" fill="hold">
                                          <p:stCondLst>
                                            <p:cond delay="0"/>
                                          </p:stCondLst>
                                        </p:cTn>
                                        <p:tgtEl>
                                          <p:spTgt spid="32"/>
                                        </p:tgtEl>
                                        <p:attrNameLst>
                                          <p:attrName>style.visibility</p:attrName>
                                        </p:attrNameLst>
                                      </p:cBhvr>
                                      <p:to>
                                        <p:strVal val="visible"/>
                                      </p:to>
                                    </p:set>
                                    <p:animEffect transition="in" filter="fade">
                                      <p:cBhvr>
                                        <p:cTn id="112" dur="650"/>
                                        <p:tgtEl>
                                          <p:spTgt spid="32"/>
                                        </p:tgtEl>
                                      </p:cBhvr>
                                    </p:animEffect>
                                    <p:anim calcmode="lin" valueType="num">
                                      <p:cBhvr>
                                        <p:cTn id="113" dur="650" fill="hold"/>
                                        <p:tgtEl>
                                          <p:spTgt spid="32"/>
                                        </p:tgtEl>
                                        <p:attrNameLst>
                                          <p:attrName>ppt_x</p:attrName>
                                        </p:attrNameLst>
                                      </p:cBhvr>
                                      <p:tavLst>
                                        <p:tav tm="0">
                                          <p:val>
                                            <p:strVal val="#ppt_x"/>
                                          </p:val>
                                        </p:tav>
                                        <p:tav tm="100000">
                                          <p:val>
                                            <p:strVal val="#ppt_x"/>
                                          </p:val>
                                        </p:tav>
                                      </p:tavLst>
                                    </p:anim>
                                    <p:anim calcmode="lin" valueType="num">
                                      <p:cBhvr>
                                        <p:cTn id="114" dur="650" fill="hold"/>
                                        <p:tgtEl>
                                          <p:spTgt spid="32"/>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370"/>
                                  </p:stCondLst>
                                  <p:childTnLst>
                                    <p:set>
                                      <p:cBhvr>
                                        <p:cTn id="116" dur="1" fill="hold">
                                          <p:stCondLst>
                                            <p:cond delay="0"/>
                                          </p:stCondLst>
                                        </p:cTn>
                                        <p:tgtEl>
                                          <p:spTgt spid="33"/>
                                        </p:tgtEl>
                                        <p:attrNameLst>
                                          <p:attrName>style.visibility</p:attrName>
                                        </p:attrNameLst>
                                      </p:cBhvr>
                                      <p:to>
                                        <p:strVal val="visible"/>
                                      </p:to>
                                    </p:set>
                                    <p:animEffect transition="in" filter="fade">
                                      <p:cBhvr>
                                        <p:cTn id="117" dur="650"/>
                                        <p:tgtEl>
                                          <p:spTgt spid="33"/>
                                        </p:tgtEl>
                                      </p:cBhvr>
                                    </p:animEffect>
                                    <p:anim calcmode="lin" valueType="num">
                                      <p:cBhvr>
                                        <p:cTn id="118" dur="650" fill="hold"/>
                                        <p:tgtEl>
                                          <p:spTgt spid="33"/>
                                        </p:tgtEl>
                                        <p:attrNameLst>
                                          <p:attrName>ppt_x</p:attrName>
                                        </p:attrNameLst>
                                      </p:cBhvr>
                                      <p:tavLst>
                                        <p:tav tm="0">
                                          <p:val>
                                            <p:strVal val="#ppt_x"/>
                                          </p:val>
                                        </p:tav>
                                        <p:tav tm="100000">
                                          <p:val>
                                            <p:strVal val="#ppt_x"/>
                                          </p:val>
                                        </p:tav>
                                      </p:tavLst>
                                    </p:anim>
                                    <p:anim calcmode="lin" valueType="num">
                                      <p:cBhvr>
                                        <p:cTn id="119" dur="650" fill="hold"/>
                                        <p:tgtEl>
                                          <p:spTgt spid="33"/>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370"/>
                                  </p:stCondLst>
                                  <p:childTnLst>
                                    <p:set>
                                      <p:cBhvr>
                                        <p:cTn id="121" dur="1" fill="hold">
                                          <p:stCondLst>
                                            <p:cond delay="0"/>
                                          </p:stCondLst>
                                        </p:cTn>
                                        <p:tgtEl>
                                          <p:spTgt spid="35"/>
                                        </p:tgtEl>
                                        <p:attrNameLst>
                                          <p:attrName>style.visibility</p:attrName>
                                        </p:attrNameLst>
                                      </p:cBhvr>
                                      <p:to>
                                        <p:strVal val="visible"/>
                                      </p:to>
                                    </p:set>
                                    <p:animEffect transition="in" filter="fade">
                                      <p:cBhvr>
                                        <p:cTn id="122" dur="650"/>
                                        <p:tgtEl>
                                          <p:spTgt spid="35"/>
                                        </p:tgtEl>
                                      </p:cBhvr>
                                    </p:animEffect>
                                    <p:anim calcmode="lin" valueType="num">
                                      <p:cBhvr>
                                        <p:cTn id="123" dur="650" fill="hold"/>
                                        <p:tgtEl>
                                          <p:spTgt spid="35"/>
                                        </p:tgtEl>
                                        <p:attrNameLst>
                                          <p:attrName>ppt_x</p:attrName>
                                        </p:attrNameLst>
                                      </p:cBhvr>
                                      <p:tavLst>
                                        <p:tav tm="0">
                                          <p:val>
                                            <p:strVal val="#ppt_x"/>
                                          </p:val>
                                        </p:tav>
                                        <p:tav tm="100000">
                                          <p:val>
                                            <p:strVal val="#ppt_x"/>
                                          </p:val>
                                        </p:tav>
                                      </p:tavLst>
                                    </p:anim>
                                    <p:anim calcmode="lin" valueType="num">
                                      <p:cBhvr>
                                        <p:cTn id="124" dur="650" fill="hold"/>
                                        <p:tgtEl>
                                          <p:spTgt spid="35"/>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370"/>
                                  </p:stCondLst>
                                  <p:childTnLst>
                                    <p:set>
                                      <p:cBhvr>
                                        <p:cTn id="126" dur="1" fill="hold">
                                          <p:stCondLst>
                                            <p:cond delay="0"/>
                                          </p:stCondLst>
                                        </p:cTn>
                                        <p:tgtEl>
                                          <p:spTgt spid="37"/>
                                        </p:tgtEl>
                                        <p:attrNameLst>
                                          <p:attrName>style.visibility</p:attrName>
                                        </p:attrNameLst>
                                      </p:cBhvr>
                                      <p:to>
                                        <p:strVal val="visible"/>
                                      </p:to>
                                    </p:set>
                                    <p:animEffect transition="in" filter="fade">
                                      <p:cBhvr>
                                        <p:cTn id="127" dur="650"/>
                                        <p:tgtEl>
                                          <p:spTgt spid="37"/>
                                        </p:tgtEl>
                                      </p:cBhvr>
                                    </p:animEffect>
                                    <p:anim calcmode="lin" valueType="num">
                                      <p:cBhvr>
                                        <p:cTn id="128" dur="650" fill="hold"/>
                                        <p:tgtEl>
                                          <p:spTgt spid="37"/>
                                        </p:tgtEl>
                                        <p:attrNameLst>
                                          <p:attrName>ppt_x</p:attrName>
                                        </p:attrNameLst>
                                      </p:cBhvr>
                                      <p:tavLst>
                                        <p:tav tm="0">
                                          <p:val>
                                            <p:strVal val="#ppt_x"/>
                                          </p:val>
                                        </p:tav>
                                        <p:tav tm="100000">
                                          <p:val>
                                            <p:strVal val="#ppt_x"/>
                                          </p:val>
                                        </p:tav>
                                      </p:tavLst>
                                    </p:anim>
                                    <p:anim calcmode="lin" valueType="num">
                                      <p:cBhvr>
                                        <p:cTn id="129" dur="650" fill="hold"/>
                                        <p:tgtEl>
                                          <p:spTgt spid="37"/>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370"/>
                                  </p:stCondLst>
                                  <p:childTnLst>
                                    <p:set>
                                      <p:cBhvr>
                                        <p:cTn id="131" dur="1" fill="hold">
                                          <p:stCondLst>
                                            <p:cond delay="0"/>
                                          </p:stCondLst>
                                        </p:cTn>
                                        <p:tgtEl>
                                          <p:spTgt spid="43"/>
                                        </p:tgtEl>
                                        <p:attrNameLst>
                                          <p:attrName>style.visibility</p:attrName>
                                        </p:attrNameLst>
                                      </p:cBhvr>
                                      <p:to>
                                        <p:strVal val="visible"/>
                                      </p:to>
                                    </p:set>
                                    <p:animEffect transition="in" filter="fade">
                                      <p:cBhvr>
                                        <p:cTn id="132" dur="650"/>
                                        <p:tgtEl>
                                          <p:spTgt spid="43"/>
                                        </p:tgtEl>
                                      </p:cBhvr>
                                    </p:animEffect>
                                    <p:anim calcmode="lin" valueType="num">
                                      <p:cBhvr>
                                        <p:cTn id="133" dur="650" fill="hold"/>
                                        <p:tgtEl>
                                          <p:spTgt spid="43"/>
                                        </p:tgtEl>
                                        <p:attrNameLst>
                                          <p:attrName>ppt_x</p:attrName>
                                        </p:attrNameLst>
                                      </p:cBhvr>
                                      <p:tavLst>
                                        <p:tav tm="0">
                                          <p:val>
                                            <p:strVal val="#ppt_x"/>
                                          </p:val>
                                        </p:tav>
                                        <p:tav tm="100000">
                                          <p:val>
                                            <p:strVal val="#ppt_x"/>
                                          </p:val>
                                        </p:tav>
                                      </p:tavLst>
                                    </p:anim>
                                    <p:anim calcmode="lin" valueType="num">
                                      <p:cBhvr>
                                        <p:cTn id="134" dur="650" fill="hold"/>
                                        <p:tgtEl>
                                          <p:spTgt spid="43"/>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370"/>
                                  </p:stCondLst>
                                  <p:childTnLst>
                                    <p:set>
                                      <p:cBhvr>
                                        <p:cTn id="136" dur="1" fill="hold">
                                          <p:stCondLst>
                                            <p:cond delay="0"/>
                                          </p:stCondLst>
                                        </p:cTn>
                                        <p:tgtEl>
                                          <p:spTgt spid="44"/>
                                        </p:tgtEl>
                                        <p:attrNameLst>
                                          <p:attrName>style.visibility</p:attrName>
                                        </p:attrNameLst>
                                      </p:cBhvr>
                                      <p:to>
                                        <p:strVal val="visible"/>
                                      </p:to>
                                    </p:set>
                                    <p:animEffect transition="in" filter="fade">
                                      <p:cBhvr>
                                        <p:cTn id="137" dur="650"/>
                                        <p:tgtEl>
                                          <p:spTgt spid="44"/>
                                        </p:tgtEl>
                                      </p:cBhvr>
                                    </p:animEffect>
                                    <p:anim calcmode="lin" valueType="num">
                                      <p:cBhvr>
                                        <p:cTn id="138" dur="650" fill="hold"/>
                                        <p:tgtEl>
                                          <p:spTgt spid="44"/>
                                        </p:tgtEl>
                                        <p:attrNameLst>
                                          <p:attrName>ppt_x</p:attrName>
                                        </p:attrNameLst>
                                      </p:cBhvr>
                                      <p:tavLst>
                                        <p:tav tm="0">
                                          <p:val>
                                            <p:strVal val="#ppt_x"/>
                                          </p:val>
                                        </p:tav>
                                        <p:tav tm="100000">
                                          <p:val>
                                            <p:strVal val="#ppt_x"/>
                                          </p:val>
                                        </p:tav>
                                      </p:tavLst>
                                    </p:anim>
                                    <p:anim calcmode="lin" valueType="num">
                                      <p:cBhvr>
                                        <p:cTn id="139" dur="650" fill="hold"/>
                                        <p:tgtEl>
                                          <p:spTgt spid="44"/>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59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650"/>
                                        <p:tgtEl>
                                          <p:spTgt spid="51"/>
                                        </p:tgtEl>
                                      </p:cBhvr>
                                    </p:animEffect>
                                    <p:anim calcmode="lin" valueType="num">
                                      <p:cBhvr>
                                        <p:cTn id="143" dur="650" fill="hold"/>
                                        <p:tgtEl>
                                          <p:spTgt spid="51"/>
                                        </p:tgtEl>
                                        <p:attrNameLst>
                                          <p:attrName>ppt_x</p:attrName>
                                        </p:attrNameLst>
                                      </p:cBhvr>
                                      <p:tavLst>
                                        <p:tav tm="0">
                                          <p:val>
                                            <p:strVal val="#ppt_x"/>
                                          </p:val>
                                        </p:tav>
                                        <p:tav tm="100000">
                                          <p:val>
                                            <p:strVal val="#ppt_x"/>
                                          </p:val>
                                        </p:tav>
                                      </p:tavLst>
                                    </p:anim>
                                    <p:anim calcmode="lin" valueType="num">
                                      <p:cBhvr>
                                        <p:cTn id="144" dur="650" fill="hold"/>
                                        <p:tgtEl>
                                          <p:spTgt spid="51"/>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59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650"/>
                                        <p:tgtEl>
                                          <p:spTgt spid="52"/>
                                        </p:tgtEl>
                                      </p:cBhvr>
                                    </p:animEffect>
                                    <p:anim calcmode="lin" valueType="num">
                                      <p:cBhvr>
                                        <p:cTn id="148" dur="650" fill="hold"/>
                                        <p:tgtEl>
                                          <p:spTgt spid="52"/>
                                        </p:tgtEl>
                                        <p:attrNameLst>
                                          <p:attrName>ppt_x</p:attrName>
                                        </p:attrNameLst>
                                      </p:cBhvr>
                                      <p:tavLst>
                                        <p:tav tm="0">
                                          <p:val>
                                            <p:strVal val="#ppt_x"/>
                                          </p:val>
                                        </p:tav>
                                        <p:tav tm="100000">
                                          <p:val>
                                            <p:strVal val="#ppt_x"/>
                                          </p:val>
                                        </p:tav>
                                      </p:tavLst>
                                    </p:anim>
                                    <p:anim calcmode="lin" valueType="num">
                                      <p:cBhvr>
                                        <p:cTn id="149" dur="650" fill="hold"/>
                                        <p:tgtEl>
                                          <p:spTgt spid="52"/>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590"/>
                                  </p:stCondLst>
                                  <p:childTnLst>
                                    <p:set>
                                      <p:cBhvr>
                                        <p:cTn id="151" dur="1" fill="hold">
                                          <p:stCondLst>
                                            <p:cond delay="0"/>
                                          </p:stCondLst>
                                        </p:cTn>
                                        <p:tgtEl>
                                          <p:spTgt spid="53"/>
                                        </p:tgtEl>
                                        <p:attrNameLst>
                                          <p:attrName>style.visibility</p:attrName>
                                        </p:attrNameLst>
                                      </p:cBhvr>
                                      <p:to>
                                        <p:strVal val="visible"/>
                                      </p:to>
                                    </p:set>
                                    <p:animEffect transition="in" filter="fade">
                                      <p:cBhvr>
                                        <p:cTn id="152" dur="650"/>
                                        <p:tgtEl>
                                          <p:spTgt spid="53"/>
                                        </p:tgtEl>
                                      </p:cBhvr>
                                    </p:animEffect>
                                    <p:anim calcmode="lin" valueType="num">
                                      <p:cBhvr>
                                        <p:cTn id="153" dur="650" fill="hold"/>
                                        <p:tgtEl>
                                          <p:spTgt spid="53"/>
                                        </p:tgtEl>
                                        <p:attrNameLst>
                                          <p:attrName>ppt_x</p:attrName>
                                        </p:attrNameLst>
                                      </p:cBhvr>
                                      <p:tavLst>
                                        <p:tav tm="0">
                                          <p:val>
                                            <p:strVal val="#ppt_x"/>
                                          </p:val>
                                        </p:tav>
                                        <p:tav tm="100000">
                                          <p:val>
                                            <p:strVal val="#ppt_x"/>
                                          </p:val>
                                        </p:tav>
                                      </p:tavLst>
                                    </p:anim>
                                    <p:anim calcmode="lin" valueType="num">
                                      <p:cBhvr>
                                        <p:cTn id="154" dur="650" fill="hold"/>
                                        <p:tgtEl>
                                          <p:spTgt spid="53"/>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59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7" dur="650"/>
                                        <p:tgtEl>
                                          <p:spTgt spid="54"/>
                                        </p:tgtEl>
                                      </p:cBhvr>
                                    </p:animEffect>
                                    <p:anim calcmode="lin" valueType="num">
                                      <p:cBhvr>
                                        <p:cTn id="158" dur="650" fill="hold"/>
                                        <p:tgtEl>
                                          <p:spTgt spid="54"/>
                                        </p:tgtEl>
                                        <p:attrNameLst>
                                          <p:attrName>ppt_x</p:attrName>
                                        </p:attrNameLst>
                                      </p:cBhvr>
                                      <p:tavLst>
                                        <p:tav tm="0">
                                          <p:val>
                                            <p:strVal val="#ppt_x"/>
                                          </p:val>
                                        </p:tav>
                                        <p:tav tm="100000">
                                          <p:val>
                                            <p:strVal val="#ppt_x"/>
                                          </p:val>
                                        </p:tav>
                                      </p:tavLst>
                                    </p:anim>
                                    <p:anim calcmode="lin" valueType="num">
                                      <p:cBhvr>
                                        <p:cTn id="159" dur="650" fill="hold"/>
                                        <p:tgtEl>
                                          <p:spTgt spid="54"/>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59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650"/>
                                        <p:tgtEl>
                                          <p:spTgt spid="55"/>
                                        </p:tgtEl>
                                      </p:cBhvr>
                                    </p:animEffect>
                                    <p:anim calcmode="lin" valueType="num">
                                      <p:cBhvr>
                                        <p:cTn id="163" dur="650" fill="hold"/>
                                        <p:tgtEl>
                                          <p:spTgt spid="55"/>
                                        </p:tgtEl>
                                        <p:attrNameLst>
                                          <p:attrName>ppt_x</p:attrName>
                                        </p:attrNameLst>
                                      </p:cBhvr>
                                      <p:tavLst>
                                        <p:tav tm="0">
                                          <p:val>
                                            <p:strVal val="#ppt_x"/>
                                          </p:val>
                                        </p:tav>
                                        <p:tav tm="100000">
                                          <p:val>
                                            <p:strVal val="#ppt_x"/>
                                          </p:val>
                                        </p:tav>
                                      </p:tavLst>
                                    </p:anim>
                                    <p:anim calcmode="lin" valueType="num">
                                      <p:cBhvr>
                                        <p:cTn id="164" dur="650" fill="hold"/>
                                        <p:tgtEl>
                                          <p:spTgt spid="55"/>
                                        </p:tgtEl>
                                        <p:attrNameLst>
                                          <p:attrName>ppt_y</p:attrName>
                                        </p:attrNameLst>
                                      </p:cBhvr>
                                      <p:tavLst>
                                        <p:tav tm="0">
                                          <p:val>
                                            <p:strVal val="#ppt_y+.1"/>
                                          </p:val>
                                        </p:tav>
                                        <p:tav tm="100000">
                                          <p:val>
                                            <p:strVal val="#ppt_y"/>
                                          </p:val>
                                        </p:tav>
                                      </p:tavLst>
                                    </p:anim>
                                  </p:childTnLst>
                                </p:cTn>
                              </p:par>
                              <p:par>
                                <p:cTn id="165" presetID="42" presetClass="entr" presetSubtype="0" fill="hold" grpId="0" nodeType="withEffect">
                                  <p:stCondLst>
                                    <p:cond delay="590"/>
                                  </p:stCondLst>
                                  <p:childTnLst>
                                    <p:set>
                                      <p:cBhvr>
                                        <p:cTn id="166" dur="1" fill="hold">
                                          <p:stCondLst>
                                            <p:cond delay="0"/>
                                          </p:stCondLst>
                                        </p:cTn>
                                        <p:tgtEl>
                                          <p:spTgt spid="56"/>
                                        </p:tgtEl>
                                        <p:attrNameLst>
                                          <p:attrName>style.visibility</p:attrName>
                                        </p:attrNameLst>
                                      </p:cBhvr>
                                      <p:to>
                                        <p:strVal val="visible"/>
                                      </p:to>
                                    </p:set>
                                    <p:animEffect transition="in" filter="fade">
                                      <p:cBhvr>
                                        <p:cTn id="167" dur="650"/>
                                        <p:tgtEl>
                                          <p:spTgt spid="56"/>
                                        </p:tgtEl>
                                      </p:cBhvr>
                                    </p:animEffect>
                                    <p:anim calcmode="lin" valueType="num">
                                      <p:cBhvr>
                                        <p:cTn id="168" dur="650" fill="hold"/>
                                        <p:tgtEl>
                                          <p:spTgt spid="56"/>
                                        </p:tgtEl>
                                        <p:attrNameLst>
                                          <p:attrName>ppt_x</p:attrName>
                                        </p:attrNameLst>
                                      </p:cBhvr>
                                      <p:tavLst>
                                        <p:tav tm="0">
                                          <p:val>
                                            <p:strVal val="#ppt_x"/>
                                          </p:val>
                                        </p:tav>
                                        <p:tav tm="100000">
                                          <p:val>
                                            <p:strVal val="#ppt_x"/>
                                          </p:val>
                                        </p:tav>
                                      </p:tavLst>
                                    </p:anim>
                                    <p:anim calcmode="lin" valueType="num">
                                      <p:cBhvr>
                                        <p:cTn id="169" dur="650" fill="hold"/>
                                        <p:tgtEl>
                                          <p:spTgt spid="56"/>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590"/>
                                  </p:stCondLst>
                                  <p:childTnLst>
                                    <p:set>
                                      <p:cBhvr>
                                        <p:cTn id="171" dur="1" fill="hold">
                                          <p:stCondLst>
                                            <p:cond delay="0"/>
                                          </p:stCondLst>
                                        </p:cTn>
                                        <p:tgtEl>
                                          <p:spTgt spid="57"/>
                                        </p:tgtEl>
                                        <p:attrNameLst>
                                          <p:attrName>style.visibility</p:attrName>
                                        </p:attrNameLst>
                                      </p:cBhvr>
                                      <p:to>
                                        <p:strVal val="visible"/>
                                      </p:to>
                                    </p:set>
                                    <p:animEffect transition="in" filter="fade">
                                      <p:cBhvr>
                                        <p:cTn id="172" dur="650"/>
                                        <p:tgtEl>
                                          <p:spTgt spid="57"/>
                                        </p:tgtEl>
                                      </p:cBhvr>
                                    </p:animEffect>
                                    <p:anim calcmode="lin" valueType="num">
                                      <p:cBhvr>
                                        <p:cTn id="173" dur="650" fill="hold"/>
                                        <p:tgtEl>
                                          <p:spTgt spid="57"/>
                                        </p:tgtEl>
                                        <p:attrNameLst>
                                          <p:attrName>ppt_x</p:attrName>
                                        </p:attrNameLst>
                                      </p:cBhvr>
                                      <p:tavLst>
                                        <p:tav tm="0">
                                          <p:val>
                                            <p:strVal val="#ppt_x"/>
                                          </p:val>
                                        </p:tav>
                                        <p:tav tm="100000">
                                          <p:val>
                                            <p:strVal val="#ppt_x"/>
                                          </p:val>
                                        </p:tav>
                                      </p:tavLst>
                                    </p:anim>
                                    <p:anim calcmode="lin" valueType="num">
                                      <p:cBhvr>
                                        <p:cTn id="174" dur="650" fill="hold"/>
                                        <p:tgtEl>
                                          <p:spTgt spid="57"/>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590"/>
                                  </p:stCondLst>
                                  <p:childTnLst>
                                    <p:set>
                                      <p:cBhvr>
                                        <p:cTn id="176" dur="1" fill="hold">
                                          <p:stCondLst>
                                            <p:cond delay="0"/>
                                          </p:stCondLst>
                                        </p:cTn>
                                        <p:tgtEl>
                                          <p:spTgt spid="79"/>
                                        </p:tgtEl>
                                        <p:attrNameLst>
                                          <p:attrName>style.visibility</p:attrName>
                                        </p:attrNameLst>
                                      </p:cBhvr>
                                      <p:to>
                                        <p:strVal val="visible"/>
                                      </p:to>
                                    </p:set>
                                    <p:animEffect transition="in" filter="fade">
                                      <p:cBhvr>
                                        <p:cTn id="177" dur="650"/>
                                        <p:tgtEl>
                                          <p:spTgt spid="79"/>
                                        </p:tgtEl>
                                      </p:cBhvr>
                                    </p:animEffect>
                                    <p:anim calcmode="lin" valueType="num">
                                      <p:cBhvr>
                                        <p:cTn id="178" dur="650" fill="hold"/>
                                        <p:tgtEl>
                                          <p:spTgt spid="79"/>
                                        </p:tgtEl>
                                        <p:attrNameLst>
                                          <p:attrName>ppt_x</p:attrName>
                                        </p:attrNameLst>
                                      </p:cBhvr>
                                      <p:tavLst>
                                        <p:tav tm="0">
                                          <p:val>
                                            <p:strVal val="#ppt_x"/>
                                          </p:val>
                                        </p:tav>
                                        <p:tav tm="100000">
                                          <p:val>
                                            <p:strVal val="#ppt_x"/>
                                          </p:val>
                                        </p:tav>
                                      </p:tavLst>
                                    </p:anim>
                                    <p:anim calcmode="lin" valueType="num">
                                      <p:cBhvr>
                                        <p:cTn id="179" dur="650" fill="hold"/>
                                        <p:tgtEl>
                                          <p:spTgt spid="79"/>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590"/>
                                  </p:stCondLst>
                                  <p:childTnLst>
                                    <p:set>
                                      <p:cBhvr>
                                        <p:cTn id="181" dur="1" fill="hold">
                                          <p:stCondLst>
                                            <p:cond delay="0"/>
                                          </p:stCondLst>
                                        </p:cTn>
                                        <p:tgtEl>
                                          <p:spTgt spid="80"/>
                                        </p:tgtEl>
                                        <p:attrNameLst>
                                          <p:attrName>style.visibility</p:attrName>
                                        </p:attrNameLst>
                                      </p:cBhvr>
                                      <p:to>
                                        <p:strVal val="visible"/>
                                      </p:to>
                                    </p:set>
                                    <p:animEffect transition="in" filter="fade">
                                      <p:cBhvr>
                                        <p:cTn id="182" dur="650"/>
                                        <p:tgtEl>
                                          <p:spTgt spid="80"/>
                                        </p:tgtEl>
                                      </p:cBhvr>
                                    </p:animEffect>
                                    <p:anim calcmode="lin" valueType="num">
                                      <p:cBhvr>
                                        <p:cTn id="183" dur="650" fill="hold"/>
                                        <p:tgtEl>
                                          <p:spTgt spid="80"/>
                                        </p:tgtEl>
                                        <p:attrNameLst>
                                          <p:attrName>ppt_x</p:attrName>
                                        </p:attrNameLst>
                                      </p:cBhvr>
                                      <p:tavLst>
                                        <p:tav tm="0">
                                          <p:val>
                                            <p:strVal val="#ppt_x"/>
                                          </p:val>
                                        </p:tav>
                                        <p:tav tm="100000">
                                          <p:val>
                                            <p:strVal val="#ppt_x"/>
                                          </p:val>
                                        </p:tav>
                                      </p:tavLst>
                                    </p:anim>
                                    <p:anim calcmode="lin" valueType="num">
                                      <p:cBhvr>
                                        <p:cTn id="184" dur="650" fill="hold"/>
                                        <p:tgtEl>
                                          <p:spTgt spid="80"/>
                                        </p:tgtEl>
                                        <p:attrNameLst>
                                          <p:attrName>ppt_y</p:attrName>
                                        </p:attrNameLst>
                                      </p:cBhvr>
                                      <p:tavLst>
                                        <p:tav tm="0">
                                          <p:val>
                                            <p:strVal val="#ppt_y+.1"/>
                                          </p:val>
                                        </p:tav>
                                        <p:tav tm="100000">
                                          <p:val>
                                            <p:strVal val="#ppt_y"/>
                                          </p:val>
                                        </p:tav>
                                      </p:tavLst>
                                    </p:anim>
                                  </p:childTnLst>
                                </p:cTn>
                              </p:par>
                              <p:par>
                                <p:cTn id="185" presetID="42" presetClass="entr" presetSubtype="0" fill="hold" grpId="0" nodeType="withEffect">
                                  <p:stCondLst>
                                    <p:cond delay="590"/>
                                  </p:stCondLst>
                                  <p:childTnLst>
                                    <p:set>
                                      <p:cBhvr>
                                        <p:cTn id="186" dur="1" fill="hold">
                                          <p:stCondLst>
                                            <p:cond delay="0"/>
                                          </p:stCondLst>
                                        </p:cTn>
                                        <p:tgtEl>
                                          <p:spTgt spid="81"/>
                                        </p:tgtEl>
                                        <p:attrNameLst>
                                          <p:attrName>style.visibility</p:attrName>
                                        </p:attrNameLst>
                                      </p:cBhvr>
                                      <p:to>
                                        <p:strVal val="visible"/>
                                      </p:to>
                                    </p:set>
                                    <p:animEffect transition="in" filter="fade">
                                      <p:cBhvr>
                                        <p:cTn id="187" dur="650"/>
                                        <p:tgtEl>
                                          <p:spTgt spid="81"/>
                                        </p:tgtEl>
                                      </p:cBhvr>
                                    </p:animEffect>
                                    <p:anim calcmode="lin" valueType="num">
                                      <p:cBhvr>
                                        <p:cTn id="188" dur="650" fill="hold"/>
                                        <p:tgtEl>
                                          <p:spTgt spid="81"/>
                                        </p:tgtEl>
                                        <p:attrNameLst>
                                          <p:attrName>ppt_x</p:attrName>
                                        </p:attrNameLst>
                                      </p:cBhvr>
                                      <p:tavLst>
                                        <p:tav tm="0">
                                          <p:val>
                                            <p:strVal val="#ppt_x"/>
                                          </p:val>
                                        </p:tav>
                                        <p:tav tm="100000">
                                          <p:val>
                                            <p:strVal val="#ppt_x"/>
                                          </p:val>
                                        </p:tav>
                                      </p:tavLst>
                                    </p:anim>
                                    <p:anim calcmode="lin" valueType="num">
                                      <p:cBhvr>
                                        <p:cTn id="189" dur="650" fill="hold"/>
                                        <p:tgtEl>
                                          <p:spTgt spid="81"/>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590"/>
                                  </p:stCondLst>
                                  <p:childTnLst>
                                    <p:set>
                                      <p:cBhvr>
                                        <p:cTn id="191" dur="1" fill="hold">
                                          <p:stCondLst>
                                            <p:cond delay="0"/>
                                          </p:stCondLst>
                                        </p:cTn>
                                        <p:tgtEl>
                                          <p:spTgt spid="82"/>
                                        </p:tgtEl>
                                        <p:attrNameLst>
                                          <p:attrName>style.visibility</p:attrName>
                                        </p:attrNameLst>
                                      </p:cBhvr>
                                      <p:to>
                                        <p:strVal val="visible"/>
                                      </p:to>
                                    </p:set>
                                    <p:animEffect transition="in" filter="fade">
                                      <p:cBhvr>
                                        <p:cTn id="192" dur="650"/>
                                        <p:tgtEl>
                                          <p:spTgt spid="82"/>
                                        </p:tgtEl>
                                      </p:cBhvr>
                                    </p:animEffect>
                                    <p:anim calcmode="lin" valueType="num">
                                      <p:cBhvr>
                                        <p:cTn id="193" dur="650" fill="hold"/>
                                        <p:tgtEl>
                                          <p:spTgt spid="82"/>
                                        </p:tgtEl>
                                        <p:attrNameLst>
                                          <p:attrName>ppt_x</p:attrName>
                                        </p:attrNameLst>
                                      </p:cBhvr>
                                      <p:tavLst>
                                        <p:tav tm="0">
                                          <p:val>
                                            <p:strVal val="#ppt_x"/>
                                          </p:val>
                                        </p:tav>
                                        <p:tav tm="100000">
                                          <p:val>
                                            <p:strVal val="#ppt_x"/>
                                          </p:val>
                                        </p:tav>
                                      </p:tavLst>
                                    </p:anim>
                                    <p:anim calcmode="lin" valueType="num">
                                      <p:cBhvr>
                                        <p:cTn id="194" dur="650" fill="hold"/>
                                        <p:tgtEl>
                                          <p:spTgt spid="82"/>
                                        </p:tgtEl>
                                        <p:attrNameLst>
                                          <p:attrName>ppt_y</p:attrName>
                                        </p:attrNameLst>
                                      </p:cBhvr>
                                      <p:tavLst>
                                        <p:tav tm="0">
                                          <p:val>
                                            <p:strVal val="#ppt_y+.1"/>
                                          </p:val>
                                        </p:tav>
                                        <p:tav tm="100000">
                                          <p:val>
                                            <p:strVal val="#ppt_y"/>
                                          </p:val>
                                        </p:tav>
                                      </p:tavLst>
                                    </p:anim>
                                  </p:childTnLst>
                                </p:cTn>
                              </p:par>
                              <p:par>
                                <p:cTn id="195" presetID="42" presetClass="entr" presetSubtype="0" fill="hold" grpId="0" nodeType="withEffect">
                                  <p:stCondLst>
                                    <p:cond delay="590"/>
                                  </p:stCondLst>
                                  <p:childTnLst>
                                    <p:set>
                                      <p:cBhvr>
                                        <p:cTn id="196" dur="1" fill="hold">
                                          <p:stCondLst>
                                            <p:cond delay="0"/>
                                          </p:stCondLst>
                                        </p:cTn>
                                        <p:tgtEl>
                                          <p:spTgt spid="83"/>
                                        </p:tgtEl>
                                        <p:attrNameLst>
                                          <p:attrName>style.visibility</p:attrName>
                                        </p:attrNameLst>
                                      </p:cBhvr>
                                      <p:to>
                                        <p:strVal val="visible"/>
                                      </p:to>
                                    </p:set>
                                    <p:animEffect transition="in" filter="fade">
                                      <p:cBhvr>
                                        <p:cTn id="197" dur="650"/>
                                        <p:tgtEl>
                                          <p:spTgt spid="83"/>
                                        </p:tgtEl>
                                      </p:cBhvr>
                                    </p:animEffect>
                                    <p:anim calcmode="lin" valueType="num">
                                      <p:cBhvr>
                                        <p:cTn id="198" dur="650" fill="hold"/>
                                        <p:tgtEl>
                                          <p:spTgt spid="83"/>
                                        </p:tgtEl>
                                        <p:attrNameLst>
                                          <p:attrName>ppt_x</p:attrName>
                                        </p:attrNameLst>
                                      </p:cBhvr>
                                      <p:tavLst>
                                        <p:tav tm="0">
                                          <p:val>
                                            <p:strVal val="#ppt_x"/>
                                          </p:val>
                                        </p:tav>
                                        <p:tav tm="100000">
                                          <p:val>
                                            <p:strVal val="#ppt_x"/>
                                          </p:val>
                                        </p:tav>
                                      </p:tavLst>
                                    </p:anim>
                                    <p:anim calcmode="lin" valueType="num">
                                      <p:cBhvr>
                                        <p:cTn id="199" dur="650" fill="hold"/>
                                        <p:tgtEl>
                                          <p:spTgt spid="83"/>
                                        </p:tgtEl>
                                        <p:attrNameLst>
                                          <p:attrName>ppt_y</p:attrName>
                                        </p:attrNameLst>
                                      </p:cBhvr>
                                      <p:tavLst>
                                        <p:tav tm="0">
                                          <p:val>
                                            <p:strVal val="#ppt_y+.1"/>
                                          </p:val>
                                        </p:tav>
                                        <p:tav tm="100000">
                                          <p:val>
                                            <p:strVal val="#ppt_y"/>
                                          </p:val>
                                        </p:tav>
                                      </p:tavLst>
                                    </p:anim>
                                  </p:childTnLst>
                                </p:cTn>
                              </p:par>
                              <p:par>
                                <p:cTn id="200" presetID="42" presetClass="entr" presetSubtype="0" fill="hold" grpId="0" nodeType="withEffect">
                                  <p:stCondLst>
                                    <p:cond delay="590"/>
                                  </p:stCondLst>
                                  <p:childTnLst>
                                    <p:set>
                                      <p:cBhvr>
                                        <p:cTn id="201" dur="1" fill="hold">
                                          <p:stCondLst>
                                            <p:cond delay="0"/>
                                          </p:stCondLst>
                                        </p:cTn>
                                        <p:tgtEl>
                                          <p:spTgt spid="84"/>
                                        </p:tgtEl>
                                        <p:attrNameLst>
                                          <p:attrName>style.visibility</p:attrName>
                                        </p:attrNameLst>
                                      </p:cBhvr>
                                      <p:to>
                                        <p:strVal val="visible"/>
                                      </p:to>
                                    </p:set>
                                    <p:animEffect transition="in" filter="fade">
                                      <p:cBhvr>
                                        <p:cTn id="202" dur="650"/>
                                        <p:tgtEl>
                                          <p:spTgt spid="84"/>
                                        </p:tgtEl>
                                      </p:cBhvr>
                                    </p:animEffect>
                                    <p:anim calcmode="lin" valueType="num">
                                      <p:cBhvr>
                                        <p:cTn id="203" dur="650" fill="hold"/>
                                        <p:tgtEl>
                                          <p:spTgt spid="84"/>
                                        </p:tgtEl>
                                        <p:attrNameLst>
                                          <p:attrName>ppt_x</p:attrName>
                                        </p:attrNameLst>
                                      </p:cBhvr>
                                      <p:tavLst>
                                        <p:tav tm="0">
                                          <p:val>
                                            <p:strVal val="#ppt_x"/>
                                          </p:val>
                                        </p:tav>
                                        <p:tav tm="100000">
                                          <p:val>
                                            <p:strVal val="#ppt_x"/>
                                          </p:val>
                                        </p:tav>
                                      </p:tavLst>
                                    </p:anim>
                                    <p:anim calcmode="lin" valueType="num">
                                      <p:cBhvr>
                                        <p:cTn id="204" dur="650" fill="hold"/>
                                        <p:tgtEl>
                                          <p:spTgt spid="84"/>
                                        </p:tgtEl>
                                        <p:attrNameLst>
                                          <p:attrName>ppt_y</p:attrName>
                                        </p:attrNameLst>
                                      </p:cBhvr>
                                      <p:tavLst>
                                        <p:tav tm="0">
                                          <p:val>
                                            <p:strVal val="#ppt_y+.1"/>
                                          </p:val>
                                        </p:tav>
                                        <p:tav tm="100000">
                                          <p:val>
                                            <p:strVal val="#ppt_y"/>
                                          </p:val>
                                        </p:tav>
                                      </p:tavLst>
                                    </p:anim>
                                  </p:childTnLst>
                                </p:cTn>
                              </p:par>
                              <p:par>
                                <p:cTn id="205" presetID="42" presetClass="entr" presetSubtype="0" fill="hold" grpId="0" nodeType="withEffect">
                                  <p:stCondLst>
                                    <p:cond delay="810"/>
                                  </p:stCondLst>
                                  <p:childTnLst>
                                    <p:set>
                                      <p:cBhvr>
                                        <p:cTn id="206" dur="1" fill="hold">
                                          <p:stCondLst>
                                            <p:cond delay="0"/>
                                          </p:stCondLst>
                                        </p:cTn>
                                        <p:tgtEl>
                                          <p:spTgt spid="85"/>
                                        </p:tgtEl>
                                        <p:attrNameLst>
                                          <p:attrName>style.visibility</p:attrName>
                                        </p:attrNameLst>
                                      </p:cBhvr>
                                      <p:to>
                                        <p:strVal val="visible"/>
                                      </p:to>
                                    </p:set>
                                    <p:animEffect transition="in" filter="fade">
                                      <p:cBhvr>
                                        <p:cTn id="207" dur="650"/>
                                        <p:tgtEl>
                                          <p:spTgt spid="85"/>
                                        </p:tgtEl>
                                      </p:cBhvr>
                                    </p:animEffect>
                                    <p:anim calcmode="lin" valueType="num">
                                      <p:cBhvr>
                                        <p:cTn id="208" dur="650" fill="hold"/>
                                        <p:tgtEl>
                                          <p:spTgt spid="85"/>
                                        </p:tgtEl>
                                        <p:attrNameLst>
                                          <p:attrName>ppt_x</p:attrName>
                                        </p:attrNameLst>
                                      </p:cBhvr>
                                      <p:tavLst>
                                        <p:tav tm="0">
                                          <p:val>
                                            <p:strVal val="#ppt_x"/>
                                          </p:val>
                                        </p:tav>
                                        <p:tav tm="100000">
                                          <p:val>
                                            <p:strVal val="#ppt_x"/>
                                          </p:val>
                                        </p:tav>
                                      </p:tavLst>
                                    </p:anim>
                                    <p:anim calcmode="lin" valueType="num">
                                      <p:cBhvr>
                                        <p:cTn id="209" dur="650" fill="hold"/>
                                        <p:tgtEl>
                                          <p:spTgt spid="85"/>
                                        </p:tgtEl>
                                        <p:attrNameLst>
                                          <p:attrName>ppt_y</p:attrName>
                                        </p:attrNameLst>
                                      </p:cBhvr>
                                      <p:tavLst>
                                        <p:tav tm="0">
                                          <p:val>
                                            <p:strVal val="#ppt_y+.1"/>
                                          </p:val>
                                        </p:tav>
                                        <p:tav tm="100000">
                                          <p:val>
                                            <p:strVal val="#ppt_y"/>
                                          </p:val>
                                        </p:tav>
                                      </p:tavLst>
                                    </p:anim>
                                  </p:childTnLst>
                                </p:cTn>
                              </p:par>
                              <p:par>
                                <p:cTn id="210" presetID="42" presetClass="entr" presetSubtype="0" fill="hold" grpId="0" nodeType="withEffect">
                                  <p:stCondLst>
                                    <p:cond delay="810"/>
                                  </p:stCondLst>
                                  <p:childTnLst>
                                    <p:set>
                                      <p:cBhvr>
                                        <p:cTn id="211" dur="1" fill="hold">
                                          <p:stCondLst>
                                            <p:cond delay="0"/>
                                          </p:stCondLst>
                                        </p:cTn>
                                        <p:tgtEl>
                                          <p:spTgt spid="86"/>
                                        </p:tgtEl>
                                        <p:attrNameLst>
                                          <p:attrName>style.visibility</p:attrName>
                                        </p:attrNameLst>
                                      </p:cBhvr>
                                      <p:to>
                                        <p:strVal val="visible"/>
                                      </p:to>
                                    </p:set>
                                    <p:animEffect transition="in" filter="fade">
                                      <p:cBhvr>
                                        <p:cTn id="212" dur="650"/>
                                        <p:tgtEl>
                                          <p:spTgt spid="86"/>
                                        </p:tgtEl>
                                      </p:cBhvr>
                                    </p:animEffect>
                                    <p:anim calcmode="lin" valueType="num">
                                      <p:cBhvr>
                                        <p:cTn id="213" dur="650" fill="hold"/>
                                        <p:tgtEl>
                                          <p:spTgt spid="86"/>
                                        </p:tgtEl>
                                        <p:attrNameLst>
                                          <p:attrName>ppt_x</p:attrName>
                                        </p:attrNameLst>
                                      </p:cBhvr>
                                      <p:tavLst>
                                        <p:tav tm="0">
                                          <p:val>
                                            <p:strVal val="#ppt_x"/>
                                          </p:val>
                                        </p:tav>
                                        <p:tav tm="100000">
                                          <p:val>
                                            <p:strVal val="#ppt_x"/>
                                          </p:val>
                                        </p:tav>
                                      </p:tavLst>
                                    </p:anim>
                                    <p:anim calcmode="lin" valueType="num">
                                      <p:cBhvr>
                                        <p:cTn id="214" dur="650" fill="hold"/>
                                        <p:tgtEl>
                                          <p:spTgt spid="86"/>
                                        </p:tgtEl>
                                        <p:attrNameLst>
                                          <p:attrName>ppt_y</p:attrName>
                                        </p:attrNameLst>
                                      </p:cBhvr>
                                      <p:tavLst>
                                        <p:tav tm="0">
                                          <p:val>
                                            <p:strVal val="#ppt_y+.1"/>
                                          </p:val>
                                        </p:tav>
                                        <p:tav tm="100000">
                                          <p:val>
                                            <p:strVal val="#ppt_y"/>
                                          </p:val>
                                        </p:tav>
                                      </p:tavLst>
                                    </p:anim>
                                  </p:childTnLst>
                                </p:cTn>
                              </p:par>
                              <p:par>
                                <p:cTn id="215" presetID="42" presetClass="entr" presetSubtype="0" fill="hold" grpId="0" nodeType="withEffect">
                                  <p:stCondLst>
                                    <p:cond delay="810"/>
                                  </p:stCondLst>
                                  <p:childTnLst>
                                    <p:set>
                                      <p:cBhvr>
                                        <p:cTn id="216" dur="1" fill="hold">
                                          <p:stCondLst>
                                            <p:cond delay="0"/>
                                          </p:stCondLst>
                                        </p:cTn>
                                        <p:tgtEl>
                                          <p:spTgt spid="87"/>
                                        </p:tgtEl>
                                        <p:attrNameLst>
                                          <p:attrName>style.visibility</p:attrName>
                                        </p:attrNameLst>
                                      </p:cBhvr>
                                      <p:to>
                                        <p:strVal val="visible"/>
                                      </p:to>
                                    </p:set>
                                    <p:animEffect transition="in" filter="fade">
                                      <p:cBhvr>
                                        <p:cTn id="217" dur="650"/>
                                        <p:tgtEl>
                                          <p:spTgt spid="87"/>
                                        </p:tgtEl>
                                      </p:cBhvr>
                                    </p:animEffect>
                                    <p:anim calcmode="lin" valueType="num">
                                      <p:cBhvr>
                                        <p:cTn id="218" dur="650" fill="hold"/>
                                        <p:tgtEl>
                                          <p:spTgt spid="87"/>
                                        </p:tgtEl>
                                        <p:attrNameLst>
                                          <p:attrName>ppt_x</p:attrName>
                                        </p:attrNameLst>
                                      </p:cBhvr>
                                      <p:tavLst>
                                        <p:tav tm="0">
                                          <p:val>
                                            <p:strVal val="#ppt_x"/>
                                          </p:val>
                                        </p:tav>
                                        <p:tav tm="100000">
                                          <p:val>
                                            <p:strVal val="#ppt_x"/>
                                          </p:val>
                                        </p:tav>
                                      </p:tavLst>
                                    </p:anim>
                                    <p:anim calcmode="lin" valueType="num">
                                      <p:cBhvr>
                                        <p:cTn id="219" dur="650" fill="hold"/>
                                        <p:tgtEl>
                                          <p:spTgt spid="87"/>
                                        </p:tgtEl>
                                        <p:attrNameLst>
                                          <p:attrName>ppt_y</p:attrName>
                                        </p:attrNameLst>
                                      </p:cBhvr>
                                      <p:tavLst>
                                        <p:tav tm="0">
                                          <p:val>
                                            <p:strVal val="#ppt_y+.1"/>
                                          </p:val>
                                        </p:tav>
                                        <p:tav tm="100000">
                                          <p:val>
                                            <p:strVal val="#ppt_y"/>
                                          </p:val>
                                        </p:tav>
                                      </p:tavLst>
                                    </p:anim>
                                  </p:childTnLst>
                                </p:cTn>
                              </p:par>
                              <p:par>
                                <p:cTn id="220" presetID="42" presetClass="entr" presetSubtype="0" fill="hold" grpId="0" nodeType="withEffect">
                                  <p:stCondLst>
                                    <p:cond delay="810"/>
                                  </p:stCondLst>
                                  <p:childTnLst>
                                    <p:set>
                                      <p:cBhvr>
                                        <p:cTn id="221" dur="1" fill="hold">
                                          <p:stCondLst>
                                            <p:cond delay="0"/>
                                          </p:stCondLst>
                                        </p:cTn>
                                        <p:tgtEl>
                                          <p:spTgt spid="88"/>
                                        </p:tgtEl>
                                        <p:attrNameLst>
                                          <p:attrName>style.visibility</p:attrName>
                                        </p:attrNameLst>
                                      </p:cBhvr>
                                      <p:to>
                                        <p:strVal val="visible"/>
                                      </p:to>
                                    </p:set>
                                    <p:animEffect transition="in" filter="fade">
                                      <p:cBhvr>
                                        <p:cTn id="222" dur="650"/>
                                        <p:tgtEl>
                                          <p:spTgt spid="88"/>
                                        </p:tgtEl>
                                      </p:cBhvr>
                                    </p:animEffect>
                                    <p:anim calcmode="lin" valueType="num">
                                      <p:cBhvr>
                                        <p:cTn id="223" dur="650" fill="hold"/>
                                        <p:tgtEl>
                                          <p:spTgt spid="88"/>
                                        </p:tgtEl>
                                        <p:attrNameLst>
                                          <p:attrName>ppt_x</p:attrName>
                                        </p:attrNameLst>
                                      </p:cBhvr>
                                      <p:tavLst>
                                        <p:tav tm="0">
                                          <p:val>
                                            <p:strVal val="#ppt_x"/>
                                          </p:val>
                                        </p:tav>
                                        <p:tav tm="100000">
                                          <p:val>
                                            <p:strVal val="#ppt_x"/>
                                          </p:val>
                                        </p:tav>
                                      </p:tavLst>
                                    </p:anim>
                                    <p:anim calcmode="lin" valueType="num">
                                      <p:cBhvr>
                                        <p:cTn id="224" dur="650" fill="hold"/>
                                        <p:tgtEl>
                                          <p:spTgt spid="88"/>
                                        </p:tgtEl>
                                        <p:attrNameLst>
                                          <p:attrName>ppt_y</p:attrName>
                                        </p:attrNameLst>
                                      </p:cBhvr>
                                      <p:tavLst>
                                        <p:tav tm="0">
                                          <p:val>
                                            <p:strVal val="#ppt_y+.1"/>
                                          </p:val>
                                        </p:tav>
                                        <p:tav tm="100000">
                                          <p:val>
                                            <p:strVal val="#ppt_y"/>
                                          </p:val>
                                        </p:tav>
                                      </p:tavLst>
                                    </p:anim>
                                  </p:childTnLst>
                                </p:cTn>
                              </p:par>
                              <p:par>
                                <p:cTn id="225" presetID="42" presetClass="entr" presetSubtype="0" fill="hold" grpId="0" nodeType="withEffect">
                                  <p:stCondLst>
                                    <p:cond delay="810"/>
                                  </p:stCondLst>
                                  <p:childTnLst>
                                    <p:set>
                                      <p:cBhvr>
                                        <p:cTn id="226" dur="1" fill="hold">
                                          <p:stCondLst>
                                            <p:cond delay="0"/>
                                          </p:stCondLst>
                                        </p:cTn>
                                        <p:tgtEl>
                                          <p:spTgt spid="89"/>
                                        </p:tgtEl>
                                        <p:attrNameLst>
                                          <p:attrName>style.visibility</p:attrName>
                                        </p:attrNameLst>
                                      </p:cBhvr>
                                      <p:to>
                                        <p:strVal val="visible"/>
                                      </p:to>
                                    </p:set>
                                    <p:animEffect transition="in" filter="fade">
                                      <p:cBhvr>
                                        <p:cTn id="227" dur="650"/>
                                        <p:tgtEl>
                                          <p:spTgt spid="89"/>
                                        </p:tgtEl>
                                      </p:cBhvr>
                                    </p:animEffect>
                                    <p:anim calcmode="lin" valueType="num">
                                      <p:cBhvr>
                                        <p:cTn id="228" dur="650" fill="hold"/>
                                        <p:tgtEl>
                                          <p:spTgt spid="89"/>
                                        </p:tgtEl>
                                        <p:attrNameLst>
                                          <p:attrName>ppt_x</p:attrName>
                                        </p:attrNameLst>
                                      </p:cBhvr>
                                      <p:tavLst>
                                        <p:tav tm="0">
                                          <p:val>
                                            <p:strVal val="#ppt_x"/>
                                          </p:val>
                                        </p:tav>
                                        <p:tav tm="100000">
                                          <p:val>
                                            <p:strVal val="#ppt_x"/>
                                          </p:val>
                                        </p:tav>
                                      </p:tavLst>
                                    </p:anim>
                                    <p:anim calcmode="lin" valueType="num">
                                      <p:cBhvr>
                                        <p:cTn id="229" dur="650" fill="hold"/>
                                        <p:tgtEl>
                                          <p:spTgt spid="89"/>
                                        </p:tgtEl>
                                        <p:attrNameLst>
                                          <p:attrName>ppt_y</p:attrName>
                                        </p:attrNameLst>
                                      </p:cBhvr>
                                      <p:tavLst>
                                        <p:tav tm="0">
                                          <p:val>
                                            <p:strVal val="#ppt_y+.1"/>
                                          </p:val>
                                        </p:tav>
                                        <p:tav tm="100000">
                                          <p:val>
                                            <p:strVal val="#ppt_y"/>
                                          </p:val>
                                        </p:tav>
                                      </p:tavLst>
                                    </p:anim>
                                  </p:childTnLst>
                                </p:cTn>
                              </p:par>
                              <p:par>
                                <p:cTn id="230" presetID="42" presetClass="entr" presetSubtype="0" fill="hold" grpId="0" nodeType="withEffect">
                                  <p:stCondLst>
                                    <p:cond delay="810"/>
                                  </p:stCondLst>
                                  <p:childTnLst>
                                    <p:set>
                                      <p:cBhvr>
                                        <p:cTn id="231" dur="1" fill="hold">
                                          <p:stCondLst>
                                            <p:cond delay="0"/>
                                          </p:stCondLst>
                                        </p:cTn>
                                        <p:tgtEl>
                                          <p:spTgt spid="90"/>
                                        </p:tgtEl>
                                        <p:attrNameLst>
                                          <p:attrName>style.visibility</p:attrName>
                                        </p:attrNameLst>
                                      </p:cBhvr>
                                      <p:to>
                                        <p:strVal val="visible"/>
                                      </p:to>
                                    </p:set>
                                    <p:animEffect transition="in" filter="fade">
                                      <p:cBhvr>
                                        <p:cTn id="232" dur="650"/>
                                        <p:tgtEl>
                                          <p:spTgt spid="90"/>
                                        </p:tgtEl>
                                      </p:cBhvr>
                                    </p:animEffect>
                                    <p:anim calcmode="lin" valueType="num">
                                      <p:cBhvr>
                                        <p:cTn id="233" dur="650" fill="hold"/>
                                        <p:tgtEl>
                                          <p:spTgt spid="90"/>
                                        </p:tgtEl>
                                        <p:attrNameLst>
                                          <p:attrName>ppt_x</p:attrName>
                                        </p:attrNameLst>
                                      </p:cBhvr>
                                      <p:tavLst>
                                        <p:tav tm="0">
                                          <p:val>
                                            <p:strVal val="#ppt_x"/>
                                          </p:val>
                                        </p:tav>
                                        <p:tav tm="100000">
                                          <p:val>
                                            <p:strVal val="#ppt_x"/>
                                          </p:val>
                                        </p:tav>
                                      </p:tavLst>
                                    </p:anim>
                                    <p:anim calcmode="lin" valueType="num">
                                      <p:cBhvr>
                                        <p:cTn id="234" dur="650" fill="hold"/>
                                        <p:tgtEl>
                                          <p:spTgt spid="90"/>
                                        </p:tgtEl>
                                        <p:attrNameLst>
                                          <p:attrName>ppt_y</p:attrName>
                                        </p:attrNameLst>
                                      </p:cBhvr>
                                      <p:tavLst>
                                        <p:tav tm="0">
                                          <p:val>
                                            <p:strVal val="#ppt_y+.1"/>
                                          </p:val>
                                        </p:tav>
                                        <p:tav tm="100000">
                                          <p:val>
                                            <p:strVal val="#ppt_y"/>
                                          </p:val>
                                        </p:tav>
                                      </p:tavLst>
                                    </p:anim>
                                  </p:childTnLst>
                                </p:cTn>
                              </p:par>
                              <p:par>
                                <p:cTn id="235" presetID="42" presetClass="entr" presetSubtype="0" fill="hold" grpId="0" nodeType="withEffect">
                                  <p:stCondLst>
                                    <p:cond delay="810"/>
                                  </p:stCondLst>
                                  <p:childTnLst>
                                    <p:set>
                                      <p:cBhvr>
                                        <p:cTn id="236" dur="1" fill="hold">
                                          <p:stCondLst>
                                            <p:cond delay="0"/>
                                          </p:stCondLst>
                                        </p:cTn>
                                        <p:tgtEl>
                                          <p:spTgt spid="91"/>
                                        </p:tgtEl>
                                        <p:attrNameLst>
                                          <p:attrName>style.visibility</p:attrName>
                                        </p:attrNameLst>
                                      </p:cBhvr>
                                      <p:to>
                                        <p:strVal val="visible"/>
                                      </p:to>
                                    </p:set>
                                    <p:animEffect transition="in" filter="fade">
                                      <p:cBhvr>
                                        <p:cTn id="237" dur="650"/>
                                        <p:tgtEl>
                                          <p:spTgt spid="91"/>
                                        </p:tgtEl>
                                      </p:cBhvr>
                                    </p:animEffect>
                                    <p:anim calcmode="lin" valueType="num">
                                      <p:cBhvr>
                                        <p:cTn id="238" dur="650" fill="hold"/>
                                        <p:tgtEl>
                                          <p:spTgt spid="91"/>
                                        </p:tgtEl>
                                        <p:attrNameLst>
                                          <p:attrName>ppt_x</p:attrName>
                                        </p:attrNameLst>
                                      </p:cBhvr>
                                      <p:tavLst>
                                        <p:tav tm="0">
                                          <p:val>
                                            <p:strVal val="#ppt_x"/>
                                          </p:val>
                                        </p:tav>
                                        <p:tav tm="100000">
                                          <p:val>
                                            <p:strVal val="#ppt_x"/>
                                          </p:val>
                                        </p:tav>
                                      </p:tavLst>
                                    </p:anim>
                                    <p:anim calcmode="lin" valueType="num">
                                      <p:cBhvr>
                                        <p:cTn id="239" dur="650" fill="hold"/>
                                        <p:tgtEl>
                                          <p:spTgt spid="91"/>
                                        </p:tgtEl>
                                        <p:attrNameLst>
                                          <p:attrName>ppt_y</p:attrName>
                                        </p:attrNameLst>
                                      </p:cBhvr>
                                      <p:tavLst>
                                        <p:tav tm="0">
                                          <p:val>
                                            <p:strVal val="#ppt_y+.1"/>
                                          </p:val>
                                        </p:tav>
                                        <p:tav tm="100000">
                                          <p:val>
                                            <p:strVal val="#ppt_y"/>
                                          </p:val>
                                        </p:tav>
                                      </p:tavLst>
                                    </p:anim>
                                  </p:childTnLst>
                                </p:cTn>
                              </p:par>
                              <p:par>
                                <p:cTn id="240" presetID="42" presetClass="entr" presetSubtype="0" fill="hold" grpId="0" nodeType="withEffect">
                                  <p:stCondLst>
                                    <p:cond delay="810"/>
                                  </p:stCondLst>
                                  <p:childTnLst>
                                    <p:set>
                                      <p:cBhvr>
                                        <p:cTn id="241" dur="1" fill="hold">
                                          <p:stCondLst>
                                            <p:cond delay="0"/>
                                          </p:stCondLst>
                                        </p:cTn>
                                        <p:tgtEl>
                                          <p:spTgt spid="116"/>
                                        </p:tgtEl>
                                        <p:attrNameLst>
                                          <p:attrName>style.visibility</p:attrName>
                                        </p:attrNameLst>
                                      </p:cBhvr>
                                      <p:to>
                                        <p:strVal val="visible"/>
                                      </p:to>
                                    </p:set>
                                    <p:animEffect transition="in" filter="fade">
                                      <p:cBhvr>
                                        <p:cTn id="242" dur="650"/>
                                        <p:tgtEl>
                                          <p:spTgt spid="116"/>
                                        </p:tgtEl>
                                      </p:cBhvr>
                                    </p:animEffect>
                                    <p:anim calcmode="lin" valueType="num">
                                      <p:cBhvr>
                                        <p:cTn id="243" dur="650" fill="hold"/>
                                        <p:tgtEl>
                                          <p:spTgt spid="116"/>
                                        </p:tgtEl>
                                        <p:attrNameLst>
                                          <p:attrName>ppt_x</p:attrName>
                                        </p:attrNameLst>
                                      </p:cBhvr>
                                      <p:tavLst>
                                        <p:tav tm="0">
                                          <p:val>
                                            <p:strVal val="#ppt_x"/>
                                          </p:val>
                                        </p:tav>
                                        <p:tav tm="100000">
                                          <p:val>
                                            <p:strVal val="#ppt_x"/>
                                          </p:val>
                                        </p:tav>
                                      </p:tavLst>
                                    </p:anim>
                                    <p:anim calcmode="lin" valueType="num">
                                      <p:cBhvr>
                                        <p:cTn id="244" dur="650" fill="hold"/>
                                        <p:tgtEl>
                                          <p:spTgt spid="116"/>
                                        </p:tgtEl>
                                        <p:attrNameLst>
                                          <p:attrName>ppt_y</p:attrName>
                                        </p:attrNameLst>
                                      </p:cBhvr>
                                      <p:tavLst>
                                        <p:tav tm="0">
                                          <p:val>
                                            <p:strVal val="#ppt_y+.1"/>
                                          </p:val>
                                        </p:tav>
                                        <p:tav tm="100000">
                                          <p:val>
                                            <p:strVal val="#ppt_y"/>
                                          </p:val>
                                        </p:tav>
                                      </p:tavLst>
                                    </p:anim>
                                  </p:childTnLst>
                                </p:cTn>
                              </p:par>
                              <p:par>
                                <p:cTn id="245" presetID="42" presetClass="entr" presetSubtype="0" fill="hold" grpId="0" nodeType="withEffect">
                                  <p:stCondLst>
                                    <p:cond delay="810"/>
                                  </p:stCondLst>
                                  <p:childTnLst>
                                    <p:set>
                                      <p:cBhvr>
                                        <p:cTn id="246" dur="1" fill="hold">
                                          <p:stCondLst>
                                            <p:cond delay="0"/>
                                          </p:stCondLst>
                                        </p:cTn>
                                        <p:tgtEl>
                                          <p:spTgt spid="117"/>
                                        </p:tgtEl>
                                        <p:attrNameLst>
                                          <p:attrName>style.visibility</p:attrName>
                                        </p:attrNameLst>
                                      </p:cBhvr>
                                      <p:to>
                                        <p:strVal val="visible"/>
                                      </p:to>
                                    </p:set>
                                    <p:animEffect transition="in" filter="fade">
                                      <p:cBhvr>
                                        <p:cTn id="247" dur="650"/>
                                        <p:tgtEl>
                                          <p:spTgt spid="117"/>
                                        </p:tgtEl>
                                      </p:cBhvr>
                                    </p:animEffect>
                                    <p:anim calcmode="lin" valueType="num">
                                      <p:cBhvr>
                                        <p:cTn id="248" dur="650" fill="hold"/>
                                        <p:tgtEl>
                                          <p:spTgt spid="117"/>
                                        </p:tgtEl>
                                        <p:attrNameLst>
                                          <p:attrName>ppt_x</p:attrName>
                                        </p:attrNameLst>
                                      </p:cBhvr>
                                      <p:tavLst>
                                        <p:tav tm="0">
                                          <p:val>
                                            <p:strVal val="#ppt_x"/>
                                          </p:val>
                                        </p:tav>
                                        <p:tav tm="100000">
                                          <p:val>
                                            <p:strVal val="#ppt_x"/>
                                          </p:val>
                                        </p:tav>
                                      </p:tavLst>
                                    </p:anim>
                                    <p:anim calcmode="lin" valueType="num">
                                      <p:cBhvr>
                                        <p:cTn id="249" dur="650" fill="hold"/>
                                        <p:tgtEl>
                                          <p:spTgt spid="117"/>
                                        </p:tgtEl>
                                        <p:attrNameLst>
                                          <p:attrName>ppt_y</p:attrName>
                                        </p:attrNameLst>
                                      </p:cBhvr>
                                      <p:tavLst>
                                        <p:tav tm="0">
                                          <p:val>
                                            <p:strVal val="#ppt_y+.1"/>
                                          </p:val>
                                        </p:tav>
                                        <p:tav tm="100000">
                                          <p:val>
                                            <p:strVal val="#ppt_y"/>
                                          </p:val>
                                        </p:tav>
                                      </p:tavLst>
                                    </p:anim>
                                  </p:childTnLst>
                                </p:cTn>
                              </p:par>
                              <p:par>
                                <p:cTn id="250" presetID="42" presetClass="entr" presetSubtype="0" fill="hold" grpId="0" nodeType="withEffect">
                                  <p:stCondLst>
                                    <p:cond delay="810"/>
                                  </p:stCondLst>
                                  <p:childTnLst>
                                    <p:set>
                                      <p:cBhvr>
                                        <p:cTn id="251" dur="1" fill="hold">
                                          <p:stCondLst>
                                            <p:cond delay="0"/>
                                          </p:stCondLst>
                                        </p:cTn>
                                        <p:tgtEl>
                                          <p:spTgt spid="118"/>
                                        </p:tgtEl>
                                        <p:attrNameLst>
                                          <p:attrName>style.visibility</p:attrName>
                                        </p:attrNameLst>
                                      </p:cBhvr>
                                      <p:to>
                                        <p:strVal val="visible"/>
                                      </p:to>
                                    </p:set>
                                    <p:animEffect transition="in" filter="fade">
                                      <p:cBhvr>
                                        <p:cTn id="252" dur="650"/>
                                        <p:tgtEl>
                                          <p:spTgt spid="118"/>
                                        </p:tgtEl>
                                      </p:cBhvr>
                                    </p:animEffect>
                                    <p:anim calcmode="lin" valueType="num">
                                      <p:cBhvr>
                                        <p:cTn id="253" dur="650" fill="hold"/>
                                        <p:tgtEl>
                                          <p:spTgt spid="118"/>
                                        </p:tgtEl>
                                        <p:attrNameLst>
                                          <p:attrName>ppt_x</p:attrName>
                                        </p:attrNameLst>
                                      </p:cBhvr>
                                      <p:tavLst>
                                        <p:tav tm="0">
                                          <p:val>
                                            <p:strVal val="#ppt_x"/>
                                          </p:val>
                                        </p:tav>
                                        <p:tav tm="100000">
                                          <p:val>
                                            <p:strVal val="#ppt_x"/>
                                          </p:val>
                                        </p:tav>
                                      </p:tavLst>
                                    </p:anim>
                                    <p:anim calcmode="lin" valueType="num">
                                      <p:cBhvr>
                                        <p:cTn id="254" dur="650" fill="hold"/>
                                        <p:tgtEl>
                                          <p:spTgt spid="118"/>
                                        </p:tgtEl>
                                        <p:attrNameLst>
                                          <p:attrName>ppt_y</p:attrName>
                                        </p:attrNameLst>
                                      </p:cBhvr>
                                      <p:tavLst>
                                        <p:tav tm="0">
                                          <p:val>
                                            <p:strVal val="#ppt_y+.1"/>
                                          </p:val>
                                        </p:tav>
                                        <p:tav tm="100000">
                                          <p:val>
                                            <p:strVal val="#ppt_y"/>
                                          </p:val>
                                        </p:tav>
                                      </p:tavLst>
                                    </p:anim>
                                  </p:childTnLst>
                                </p:cTn>
                              </p:par>
                              <p:par>
                                <p:cTn id="255" presetID="42" presetClass="entr" presetSubtype="0" fill="hold" grpId="0" nodeType="withEffect">
                                  <p:stCondLst>
                                    <p:cond delay="810"/>
                                  </p:stCondLst>
                                  <p:childTnLst>
                                    <p:set>
                                      <p:cBhvr>
                                        <p:cTn id="256" dur="1" fill="hold">
                                          <p:stCondLst>
                                            <p:cond delay="0"/>
                                          </p:stCondLst>
                                        </p:cTn>
                                        <p:tgtEl>
                                          <p:spTgt spid="119"/>
                                        </p:tgtEl>
                                        <p:attrNameLst>
                                          <p:attrName>style.visibility</p:attrName>
                                        </p:attrNameLst>
                                      </p:cBhvr>
                                      <p:to>
                                        <p:strVal val="visible"/>
                                      </p:to>
                                    </p:set>
                                    <p:animEffect transition="in" filter="fade">
                                      <p:cBhvr>
                                        <p:cTn id="257" dur="650"/>
                                        <p:tgtEl>
                                          <p:spTgt spid="119"/>
                                        </p:tgtEl>
                                      </p:cBhvr>
                                    </p:animEffect>
                                    <p:anim calcmode="lin" valueType="num">
                                      <p:cBhvr>
                                        <p:cTn id="258" dur="650" fill="hold"/>
                                        <p:tgtEl>
                                          <p:spTgt spid="119"/>
                                        </p:tgtEl>
                                        <p:attrNameLst>
                                          <p:attrName>ppt_x</p:attrName>
                                        </p:attrNameLst>
                                      </p:cBhvr>
                                      <p:tavLst>
                                        <p:tav tm="0">
                                          <p:val>
                                            <p:strVal val="#ppt_x"/>
                                          </p:val>
                                        </p:tav>
                                        <p:tav tm="100000">
                                          <p:val>
                                            <p:strVal val="#ppt_x"/>
                                          </p:val>
                                        </p:tav>
                                      </p:tavLst>
                                    </p:anim>
                                    <p:anim calcmode="lin" valueType="num">
                                      <p:cBhvr>
                                        <p:cTn id="259" dur="650" fill="hold"/>
                                        <p:tgtEl>
                                          <p:spTgt spid="119"/>
                                        </p:tgtEl>
                                        <p:attrNameLst>
                                          <p:attrName>ppt_y</p:attrName>
                                        </p:attrNameLst>
                                      </p:cBhvr>
                                      <p:tavLst>
                                        <p:tav tm="0">
                                          <p:val>
                                            <p:strVal val="#ppt_y+.1"/>
                                          </p:val>
                                        </p:tav>
                                        <p:tav tm="100000">
                                          <p:val>
                                            <p:strVal val="#ppt_y"/>
                                          </p:val>
                                        </p:tav>
                                      </p:tavLst>
                                    </p:anim>
                                  </p:childTnLst>
                                </p:cTn>
                              </p:par>
                              <p:par>
                                <p:cTn id="260" presetID="42" presetClass="entr" presetSubtype="0" fill="hold" grpId="0" nodeType="withEffect">
                                  <p:stCondLst>
                                    <p:cond delay="810"/>
                                  </p:stCondLst>
                                  <p:childTnLst>
                                    <p:set>
                                      <p:cBhvr>
                                        <p:cTn id="261" dur="1" fill="hold">
                                          <p:stCondLst>
                                            <p:cond delay="0"/>
                                          </p:stCondLst>
                                        </p:cTn>
                                        <p:tgtEl>
                                          <p:spTgt spid="120"/>
                                        </p:tgtEl>
                                        <p:attrNameLst>
                                          <p:attrName>style.visibility</p:attrName>
                                        </p:attrNameLst>
                                      </p:cBhvr>
                                      <p:to>
                                        <p:strVal val="visible"/>
                                      </p:to>
                                    </p:set>
                                    <p:animEffect transition="in" filter="fade">
                                      <p:cBhvr>
                                        <p:cTn id="262" dur="650"/>
                                        <p:tgtEl>
                                          <p:spTgt spid="120"/>
                                        </p:tgtEl>
                                      </p:cBhvr>
                                    </p:animEffect>
                                    <p:anim calcmode="lin" valueType="num">
                                      <p:cBhvr>
                                        <p:cTn id="263" dur="650" fill="hold"/>
                                        <p:tgtEl>
                                          <p:spTgt spid="120"/>
                                        </p:tgtEl>
                                        <p:attrNameLst>
                                          <p:attrName>ppt_x</p:attrName>
                                        </p:attrNameLst>
                                      </p:cBhvr>
                                      <p:tavLst>
                                        <p:tav tm="0">
                                          <p:val>
                                            <p:strVal val="#ppt_x"/>
                                          </p:val>
                                        </p:tav>
                                        <p:tav tm="100000">
                                          <p:val>
                                            <p:strVal val="#ppt_x"/>
                                          </p:val>
                                        </p:tav>
                                      </p:tavLst>
                                    </p:anim>
                                    <p:anim calcmode="lin" valueType="num">
                                      <p:cBhvr>
                                        <p:cTn id="264" dur="650" fill="hold"/>
                                        <p:tgtEl>
                                          <p:spTgt spid="120"/>
                                        </p:tgtEl>
                                        <p:attrNameLst>
                                          <p:attrName>ppt_y</p:attrName>
                                        </p:attrNameLst>
                                      </p:cBhvr>
                                      <p:tavLst>
                                        <p:tav tm="0">
                                          <p:val>
                                            <p:strVal val="#ppt_y+.1"/>
                                          </p:val>
                                        </p:tav>
                                        <p:tav tm="100000">
                                          <p:val>
                                            <p:strVal val="#ppt_y"/>
                                          </p:val>
                                        </p:tav>
                                      </p:tavLst>
                                    </p:anim>
                                  </p:childTnLst>
                                </p:cTn>
                              </p:par>
                              <p:par>
                                <p:cTn id="265" presetID="42" presetClass="entr" presetSubtype="0" fill="hold" grpId="0" nodeType="withEffect">
                                  <p:stCondLst>
                                    <p:cond delay="810"/>
                                  </p:stCondLst>
                                  <p:childTnLst>
                                    <p:set>
                                      <p:cBhvr>
                                        <p:cTn id="266" dur="1" fill="hold">
                                          <p:stCondLst>
                                            <p:cond delay="0"/>
                                          </p:stCondLst>
                                        </p:cTn>
                                        <p:tgtEl>
                                          <p:spTgt spid="121"/>
                                        </p:tgtEl>
                                        <p:attrNameLst>
                                          <p:attrName>style.visibility</p:attrName>
                                        </p:attrNameLst>
                                      </p:cBhvr>
                                      <p:to>
                                        <p:strVal val="visible"/>
                                      </p:to>
                                    </p:set>
                                    <p:animEffect transition="in" filter="fade">
                                      <p:cBhvr>
                                        <p:cTn id="267" dur="650"/>
                                        <p:tgtEl>
                                          <p:spTgt spid="121"/>
                                        </p:tgtEl>
                                      </p:cBhvr>
                                    </p:animEffect>
                                    <p:anim calcmode="lin" valueType="num">
                                      <p:cBhvr>
                                        <p:cTn id="268" dur="650" fill="hold"/>
                                        <p:tgtEl>
                                          <p:spTgt spid="121"/>
                                        </p:tgtEl>
                                        <p:attrNameLst>
                                          <p:attrName>ppt_x</p:attrName>
                                        </p:attrNameLst>
                                      </p:cBhvr>
                                      <p:tavLst>
                                        <p:tav tm="0">
                                          <p:val>
                                            <p:strVal val="#ppt_x"/>
                                          </p:val>
                                        </p:tav>
                                        <p:tav tm="100000">
                                          <p:val>
                                            <p:strVal val="#ppt_x"/>
                                          </p:val>
                                        </p:tav>
                                      </p:tavLst>
                                    </p:anim>
                                    <p:anim calcmode="lin" valueType="num">
                                      <p:cBhvr>
                                        <p:cTn id="269" dur="650" fill="hold"/>
                                        <p:tgtEl>
                                          <p:spTgt spid="121"/>
                                        </p:tgtEl>
                                        <p:attrNameLst>
                                          <p:attrName>ppt_y</p:attrName>
                                        </p:attrNameLst>
                                      </p:cBhvr>
                                      <p:tavLst>
                                        <p:tav tm="0">
                                          <p:val>
                                            <p:strVal val="#ppt_y+.1"/>
                                          </p:val>
                                        </p:tav>
                                        <p:tav tm="100000">
                                          <p:val>
                                            <p:strVal val="#ppt_y"/>
                                          </p:val>
                                        </p:tav>
                                      </p:tavLst>
                                    </p:anim>
                                  </p:childTnLst>
                                </p:cTn>
                              </p:par>
                              <p:par>
                                <p:cTn id="270" presetID="42" presetClass="entr" presetSubtype="0" fill="hold" grpId="0" nodeType="withEffect">
                                  <p:stCondLst>
                                    <p:cond delay="1030"/>
                                  </p:stCondLst>
                                  <p:childTnLst>
                                    <p:set>
                                      <p:cBhvr>
                                        <p:cTn id="271" dur="1" fill="hold">
                                          <p:stCondLst>
                                            <p:cond delay="0"/>
                                          </p:stCondLst>
                                        </p:cTn>
                                        <p:tgtEl>
                                          <p:spTgt spid="122"/>
                                        </p:tgtEl>
                                        <p:attrNameLst>
                                          <p:attrName>style.visibility</p:attrName>
                                        </p:attrNameLst>
                                      </p:cBhvr>
                                      <p:to>
                                        <p:strVal val="visible"/>
                                      </p:to>
                                    </p:set>
                                    <p:animEffect transition="in" filter="fade">
                                      <p:cBhvr>
                                        <p:cTn id="272" dur="650"/>
                                        <p:tgtEl>
                                          <p:spTgt spid="122"/>
                                        </p:tgtEl>
                                      </p:cBhvr>
                                    </p:animEffect>
                                    <p:anim calcmode="lin" valueType="num">
                                      <p:cBhvr>
                                        <p:cTn id="273" dur="650" fill="hold"/>
                                        <p:tgtEl>
                                          <p:spTgt spid="122"/>
                                        </p:tgtEl>
                                        <p:attrNameLst>
                                          <p:attrName>ppt_x</p:attrName>
                                        </p:attrNameLst>
                                      </p:cBhvr>
                                      <p:tavLst>
                                        <p:tav tm="0">
                                          <p:val>
                                            <p:strVal val="#ppt_x"/>
                                          </p:val>
                                        </p:tav>
                                        <p:tav tm="100000">
                                          <p:val>
                                            <p:strVal val="#ppt_x"/>
                                          </p:val>
                                        </p:tav>
                                      </p:tavLst>
                                    </p:anim>
                                    <p:anim calcmode="lin" valueType="num">
                                      <p:cBhvr>
                                        <p:cTn id="274" dur="650" fill="hold"/>
                                        <p:tgtEl>
                                          <p:spTgt spid="122"/>
                                        </p:tgtEl>
                                        <p:attrNameLst>
                                          <p:attrName>ppt_y</p:attrName>
                                        </p:attrNameLst>
                                      </p:cBhvr>
                                      <p:tavLst>
                                        <p:tav tm="0">
                                          <p:val>
                                            <p:strVal val="#ppt_y+.1"/>
                                          </p:val>
                                        </p:tav>
                                        <p:tav tm="100000">
                                          <p:val>
                                            <p:strVal val="#ppt_y"/>
                                          </p:val>
                                        </p:tav>
                                      </p:tavLst>
                                    </p:anim>
                                  </p:childTnLst>
                                </p:cTn>
                              </p:par>
                              <p:par>
                                <p:cTn id="275" presetID="42" presetClass="entr" presetSubtype="0" fill="hold" grpId="0" nodeType="withEffect">
                                  <p:stCondLst>
                                    <p:cond delay="1030"/>
                                  </p:stCondLst>
                                  <p:childTnLst>
                                    <p:set>
                                      <p:cBhvr>
                                        <p:cTn id="276" dur="1" fill="hold">
                                          <p:stCondLst>
                                            <p:cond delay="0"/>
                                          </p:stCondLst>
                                        </p:cTn>
                                        <p:tgtEl>
                                          <p:spTgt spid="123"/>
                                        </p:tgtEl>
                                        <p:attrNameLst>
                                          <p:attrName>style.visibility</p:attrName>
                                        </p:attrNameLst>
                                      </p:cBhvr>
                                      <p:to>
                                        <p:strVal val="visible"/>
                                      </p:to>
                                    </p:set>
                                    <p:animEffect transition="in" filter="fade">
                                      <p:cBhvr>
                                        <p:cTn id="277" dur="650"/>
                                        <p:tgtEl>
                                          <p:spTgt spid="123"/>
                                        </p:tgtEl>
                                      </p:cBhvr>
                                    </p:animEffect>
                                    <p:anim calcmode="lin" valueType="num">
                                      <p:cBhvr>
                                        <p:cTn id="278" dur="650" fill="hold"/>
                                        <p:tgtEl>
                                          <p:spTgt spid="123"/>
                                        </p:tgtEl>
                                        <p:attrNameLst>
                                          <p:attrName>ppt_x</p:attrName>
                                        </p:attrNameLst>
                                      </p:cBhvr>
                                      <p:tavLst>
                                        <p:tav tm="0">
                                          <p:val>
                                            <p:strVal val="#ppt_x"/>
                                          </p:val>
                                        </p:tav>
                                        <p:tav tm="100000">
                                          <p:val>
                                            <p:strVal val="#ppt_x"/>
                                          </p:val>
                                        </p:tav>
                                      </p:tavLst>
                                    </p:anim>
                                    <p:anim calcmode="lin" valueType="num">
                                      <p:cBhvr>
                                        <p:cTn id="279" dur="650" fill="hold"/>
                                        <p:tgtEl>
                                          <p:spTgt spid="123"/>
                                        </p:tgtEl>
                                        <p:attrNameLst>
                                          <p:attrName>ppt_y</p:attrName>
                                        </p:attrNameLst>
                                      </p:cBhvr>
                                      <p:tavLst>
                                        <p:tav tm="0">
                                          <p:val>
                                            <p:strVal val="#ppt_y+.1"/>
                                          </p:val>
                                        </p:tav>
                                        <p:tav tm="100000">
                                          <p:val>
                                            <p:strVal val="#ppt_y"/>
                                          </p:val>
                                        </p:tav>
                                      </p:tavLst>
                                    </p:anim>
                                  </p:childTnLst>
                                </p:cTn>
                              </p:par>
                              <p:par>
                                <p:cTn id="280" presetID="42" presetClass="entr" presetSubtype="0" fill="hold" grpId="0" nodeType="withEffect">
                                  <p:stCondLst>
                                    <p:cond delay="1030"/>
                                  </p:stCondLst>
                                  <p:childTnLst>
                                    <p:set>
                                      <p:cBhvr>
                                        <p:cTn id="281" dur="1" fill="hold">
                                          <p:stCondLst>
                                            <p:cond delay="0"/>
                                          </p:stCondLst>
                                        </p:cTn>
                                        <p:tgtEl>
                                          <p:spTgt spid="124"/>
                                        </p:tgtEl>
                                        <p:attrNameLst>
                                          <p:attrName>style.visibility</p:attrName>
                                        </p:attrNameLst>
                                      </p:cBhvr>
                                      <p:to>
                                        <p:strVal val="visible"/>
                                      </p:to>
                                    </p:set>
                                    <p:animEffect transition="in" filter="fade">
                                      <p:cBhvr>
                                        <p:cTn id="282" dur="650"/>
                                        <p:tgtEl>
                                          <p:spTgt spid="124"/>
                                        </p:tgtEl>
                                      </p:cBhvr>
                                    </p:animEffect>
                                    <p:anim calcmode="lin" valueType="num">
                                      <p:cBhvr>
                                        <p:cTn id="283" dur="650" fill="hold"/>
                                        <p:tgtEl>
                                          <p:spTgt spid="124"/>
                                        </p:tgtEl>
                                        <p:attrNameLst>
                                          <p:attrName>ppt_x</p:attrName>
                                        </p:attrNameLst>
                                      </p:cBhvr>
                                      <p:tavLst>
                                        <p:tav tm="0">
                                          <p:val>
                                            <p:strVal val="#ppt_x"/>
                                          </p:val>
                                        </p:tav>
                                        <p:tav tm="100000">
                                          <p:val>
                                            <p:strVal val="#ppt_x"/>
                                          </p:val>
                                        </p:tav>
                                      </p:tavLst>
                                    </p:anim>
                                    <p:anim calcmode="lin" valueType="num">
                                      <p:cBhvr>
                                        <p:cTn id="284" dur="650" fill="hold"/>
                                        <p:tgtEl>
                                          <p:spTgt spid="124"/>
                                        </p:tgtEl>
                                        <p:attrNameLst>
                                          <p:attrName>ppt_y</p:attrName>
                                        </p:attrNameLst>
                                      </p:cBhvr>
                                      <p:tavLst>
                                        <p:tav tm="0">
                                          <p:val>
                                            <p:strVal val="#ppt_y+.1"/>
                                          </p:val>
                                        </p:tav>
                                        <p:tav tm="100000">
                                          <p:val>
                                            <p:strVal val="#ppt_y"/>
                                          </p:val>
                                        </p:tav>
                                      </p:tavLst>
                                    </p:anim>
                                  </p:childTnLst>
                                </p:cTn>
                              </p:par>
                              <p:par>
                                <p:cTn id="285" presetID="42" presetClass="entr" presetSubtype="0" fill="hold" grpId="0" nodeType="withEffect">
                                  <p:stCondLst>
                                    <p:cond delay="1030"/>
                                  </p:stCondLst>
                                  <p:childTnLst>
                                    <p:set>
                                      <p:cBhvr>
                                        <p:cTn id="286" dur="1" fill="hold">
                                          <p:stCondLst>
                                            <p:cond delay="0"/>
                                          </p:stCondLst>
                                        </p:cTn>
                                        <p:tgtEl>
                                          <p:spTgt spid="125"/>
                                        </p:tgtEl>
                                        <p:attrNameLst>
                                          <p:attrName>style.visibility</p:attrName>
                                        </p:attrNameLst>
                                      </p:cBhvr>
                                      <p:to>
                                        <p:strVal val="visible"/>
                                      </p:to>
                                    </p:set>
                                    <p:animEffect transition="in" filter="fade">
                                      <p:cBhvr>
                                        <p:cTn id="287" dur="650"/>
                                        <p:tgtEl>
                                          <p:spTgt spid="125"/>
                                        </p:tgtEl>
                                      </p:cBhvr>
                                    </p:animEffect>
                                    <p:anim calcmode="lin" valueType="num">
                                      <p:cBhvr>
                                        <p:cTn id="288" dur="650" fill="hold"/>
                                        <p:tgtEl>
                                          <p:spTgt spid="125"/>
                                        </p:tgtEl>
                                        <p:attrNameLst>
                                          <p:attrName>ppt_x</p:attrName>
                                        </p:attrNameLst>
                                      </p:cBhvr>
                                      <p:tavLst>
                                        <p:tav tm="0">
                                          <p:val>
                                            <p:strVal val="#ppt_x"/>
                                          </p:val>
                                        </p:tav>
                                        <p:tav tm="100000">
                                          <p:val>
                                            <p:strVal val="#ppt_x"/>
                                          </p:val>
                                        </p:tav>
                                      </p:tavLst>
                                    </p:anim>
                                    <p:anim calcmode="lin" valueType="num">
                                      <p:cBhvr>
                                        <p:cTn id="289" dur="650" fill="hold"/>
                                        <p:tgtEl>
                                          <p:spTgt spid="125"/>
                                        </p:tgtEl>
                                        <p:attrNameLst>
                                          <p:attrName>ppt_y</p:attrName>
                                        </p:attrNameLst>
                                      </p:cBhvr>
                                      <p:tavLst>
                                        <p:tav tm="0">
                                          <p:val>
                                            <p:strVal val="#ppt_y+.1"/>
                                          </p:val>
                                        </p:tav>
                                        <p:tav tm="100000">
                                          <p:val>
                                            <p:strVal val="#ppt_y"/>
                                          </p:val>
                                        </p:tav>
                                      </p:tavLst>
                                    </p:anim>
                                  </p:childTnLst>
                                </p:cTn>
                              </p:par>
                              <p:par>
                                <p:cTn id="290" presetID="42" presetClass="entr" presetSubtype="0" fill="hold" grpId="0" nodeType="withEffect">
                                  <p:stCondLst>
                                    <p:cond delay="1030"/>
                                  </p:stCondLst>
                                  <p:childTnLst>
                                    <p:set>
                                      <p:cBhvr>
                                        <p:cTn id="291" dur="1" fill="hold">
                                          <p:stCondLst>
                                            <p:cond delay="0"/>
                                          </p:stCondLst>
                                        </p:cTn>
                                        <p:tgtEl>
                                          <p:spTgt spid="126"/>
                                        </p:tgtEl>
                                        <p:attrNameLst>
                                          <p:attrName>style.visibility</p:attrName>
                                        </p:attrNameLst>
                                      </p:cBhvr>
                                      <p:to>
                                        <p:strVal val="visible"/>
                                      </p:to>
                                    </p:set>
                                    <p:animEffect transition="in" filter="fade">
                                      <p:cBhvr>
                                        <p:cTn id="292" dur="650"/>
                                        <p:tgtEl>
                                          <p:spTgt spid="126"/>
                                        </p:tgtEl>
                                      </p:cBhvr>
                                    </p:animEffect>
                                    <p:anim calcmode="lin" valueType="num">
                                      <p:cBhvr>
                                        <p:cTn id="293" dur="650" fill="hold"/>
                                        <p:tgtEl>
                                          <p:spTgt spid="126"/>
                                        </p:tgtEl>
                                        <p:attrNameLst>
                                          <p:attrName>ppt_x</p:attrName>
                                        </p:attrNameLst>
                                      </p:cBhvr>
                                      <p:tavLst>
                                        <p:tav tm="0">
                                          <p:val>
                                            <p:strVal val="#ppt_x"/>
                                          </p:val>
                                        </p:tav>
                                        <p:tav tm="100000">
                                          <p:val>
                                            <p:strVal val="#ppt_x"/>
                                          </p:val>
                                        </p:tav>
                                      </p:tavLst>
                                    </p:anim>
                                    <p:anim calcmode="lin" valueType="num">
                                      <p:cBhvr>
                                        <p:cTn id="294" dur="650" fill="hold"/>
                                        <p:tgtEl>
                                          <p:spTgt spid="126"/>
                                        </p:tgtEl>
                                        <p:attrNameLst>
                                          <p:attrName>ppt_y</p:attrName>
                                        </p:attrNameLst>
                                      </p:cBhvr>
                                      <p:tavLst>
                                        <p:tav tm="0">
                                          <p:val>
                                            <p:strVal val="#ppt_y+.1"/>
                                          </p:val>
                                        </p:tav>
                                        <p:tav tm="100000">
                                          <p:val>
                                            <p:strVal val="#ppt_y"/>
                                          </p:val>
                                        </p:tav>
                                      </p:tavLst>
                                    </p:anim>
                                  </p:childTnLst>
                                </p:cTn>
                              </p:par>
                              <p:par>
                                <p:cTn id="295" presetID="42" presetClass="entr" presetSubtype="0" fill="hold" grpId="0" nodeType="withEffect">
                                  <p:stCondLst>
                                    <p:cond delay="1030"/>
                                  </p:stCondLst>
                                  <p:childTnLst>
                                    <p:set>
                                      <p:cBhvr>
                                        <p:cTn id="296" dur="1" fill="hold">
                                          <p:stCondLst>
                                            <p:cond delay="0"/>
                                          </p:stCondLst>
                                        </p:cTn>
                                        <p:tgtEl>
                                          <p:spTgt spid="127"/>
                                        </p:tgtEl>
                                        <p:attrNameLst>
                                          <p:attrName>style.visibility</p:attrName>
                                        </p:attrNameLst>
                                      </p:cBhvr>
                                      <p:to>
                                        <p:strVal val="visible"/>
                                      </p:to>
                                    </p:set>
                                    <p:animEffect transition="in" filter="fade">
                                      <p:cBhvr>
                                        <p:cTn id="297" dur="650"/>
                                        <p:tgtEl>
                                          <p:spTgt spid="127"/>
                                        </p:tgtEl>
                                      </p:cBhvr>
                                    </p:animEffect>
                                    <p:anim calcmode="lin" valueType="num">
                                      <p:cBhvr>
                                        <p:cTn id="298" dur="650" fill="hold"/>
                                        <p:tgtEl>
                                          <p:spTgt spid="127"/>
                                        </p:tgtEl>
                                        <p:attrNameLst>
                                          <p:attrName>ppt_x</p:attrName>
                                        </p:attrNameLst>
                                      </p:cBhvr>
                                      <p:tavLst>
                                        <p:tav tm="0">
                                          <p:val>
                                            <p:strVal val="#ppt_x"/>
                                          </p:val>
                                        </p:tav>
                                        <p:tav tm="100000">
                                          <p:val>
                                            <p:strVal val="#ppt_x"/>
                                          </p:val>
                                        </p:tav>
                                      </p:tavLst>
                                    </p:anim>
                                    <p:anim calcmode="lin" valueType="num">
                                      <p:cBhvr>
                                        <p:cTn id="299" dur="650" fill="hold"/>
                                        <p:tgtEl>
                                          <p:spTgt spid="127"/>
                                        </p:tgtEl>
                                        <p:attrNameLst>
                                          <p:attrName>ppt_y</p:attrName>
                                        </p:attrNameLst>
                                      </p:cBhvr>
                                      <p:tavLst>
                                        <p:tav tm="0">
                                          <p:val>
                                            <p:strVal val="#ppt_y+.1"/>
                                          </p:val>
                                        </p:tav>
                                        <p:tav tm="100000">
                                          <p:val>
                                            <p:strVal val="#ppt_y"/>
                                          </p:val>
                                        </p:tav>
                                      </p:tavLst>
                                    </p:anim>
                                  </p:childTnLst>
                                </p:cTn>
                              </p:par>
                              <p:par>
                                <p:cTn id="300" presetID="42" presetClass="entr" presetSubtype="0" fill="hold" grpId="0" nodeType="withEffect">
                                  <p:stCondLst>
                                    <p:cond delay="1030"/>
                                  </p:stCondLst>
                                  <p:childTnLst>
                                    <p:set>
                                      <p:cBhvr>
                                        <p:cTn id="301" dur="1" fill="hold">
                                          <p:stCondLst>
                                            <p:cond delay="0"/>
                                          </p:stCondLst>
                                        </p:cTn>
                                        <p:tgtEl>
                                          <p:spTgt spid="128"/>
                                        </p:tgtEl>
                                        <p:attrNameLst>
                                          <p:attrName>style.visibility</p:attrName>
                                        </p:attrNameLst>
                                      </p:cBhvr>
                                      <p:to>
                                        <p:strVal val="visible"/>
                                      </p:to>
                                    </p:set>
                                    <p:animEffect transition="in" filter="fade">
                                      <p:cBhvr>
                                        <p:cTn id="302" dur="650"/>
                                        <p:tgtEl>
                                          <p:spTgt spid="128"/>
                                        </p:tgtEl>
                                      </p:cBhvr>
                                    </p:animEffect>
                                    <p:anim calcmode="lin" valueType="num">
                                      <p:cBhvr>
                                        <p:cTn id="303" dur="650" fill="hold"/>
                                        <p:tgtEl>
                                          <p:spTgt spid="128"/>
                                        </p:tgtEl>
                                        <p:attrNameLst>
                                          <p:attrName>ppt_x</p:attrName>
                                        </p:attrNameLst>
                                      </p:cBhvr>
                                      <p:tavLst>
                                        <p:tav tm="0">
                                          <p:val>
                                            <p:strVal val="#ppt_x"/>
                                          </p:val>
                                        </p:tav>
                                        <p:tav tm="100000">
                                          <p:val>
                                            <p:strVal val="#ppt_x"/>
                                          </p:val>
                                        </p:tav>
                                      </p:tavLst>
                                    </p:anim>
                                    <p:anim calcmode="lin" valueType="num">
                                      <p:cBhvr>
                                        <p:cTn id="304" dur="650" fill="hold"/>
                                        <p:tgtEl>
                                          <p:spTgt spid="128"/>
                                        </p:tgtEl>
                                        <p:attrNameLst>
                                          <p:attrName>ppt_y</p:attrName>
                                        </p:attrNameLst>
                                      </p:cBhvr>
                                      <p:tavLst>
                                        <p:tav tm="0">
                                          <p:val>
                                            <p:strVal val="#ppt_y+.1"/>
                                          </p:val>
                                        </p:tav>
                                        <p:tav tm="100000">
                                          <p:val>
                                            <p:strVal val="#ppt_y"/>
                                          </p:val>
                                        </p:tav>
                                      </p:tavLst>
                                    </p:anim>
                                  </p:childTnLst>
                                </p:cTn>
                              </p:par>
                              <p:par>
                                <p:cTn id="305" presetID="42" presetClass="entr" presetSubtype="0" fill="hold" grpId="0" nodeType="withEffect">
                                  <p:stCondLst>
                                    <p:cond delay="1030"/>
                                  </p:stCondLst>
                                  <p:childTnLst>
                                    <p:set>
                                      <p:cBhvr>
                                        <p:cTn id="306" dur="1" fill="hold">
                                          <p:stCondLst>
                                            <p:cond delay="0"/>
                                          </p:stCondLst>
                                        </p:cTn>
                                        <p:tgtEl>
                                          <p:spTgt spid="144"/>
                                        </p:tgtEl>
                                        <p:attrNameLst>
                                          <p:attrName>style.visibility</p:attrName>
                                        </p:attrNameLst>
                                      </p:cBhvr>
                                      <p:to>
                                        <p:strVal val="visible"/>
                                      </p:to>
                                    </p:set>
                                    <p:animEffect transition="in" filter="fade">
                                      <p:cBhvr>
                                        <p:cTn id="307" dur="650"/>
                                        <p:tgtEl>
                                          <p:spTgt spid="144"/>
                                        </p:tgtEl>
                                      </p:cBhvr>
                                    </p:animEffect>
                                    <p:anim calcmode="lin" valueType="num">
                                      <p:cBhvr>
                                        <p:cTn id="308" dur="650" fill="hold"/>
                                        <p:tgtEl>
                                          <p:spTgt spid="144"/>
                                        </p:tgtEl>
                                        <p:attrNameLst>
                                          <p:attrName>ppt_x</p:attrName>
                                        </p:attrNameLst>
                                      </p:cBhvr>
                                      <p:tavLst>
                                        <p:tav tm="0">
                                          <p:val>
                                            <p:strVal val="#ppt_x"/>
                                          </p:val>
                                        </p:tav>
                                        <p:tav tm="100000">
                                          <p:val>
                                            <p:strVal val="#ppt_x"/>
                                          </p:val>
                                        </p:tav>
                                      </p:tavLst>
                                    </p:anim>
                                    <p:anim calcmode="lin" valueType="num">
                                      <p:cBhvr>
                                        <p:cTn id="309" dur="650" fill="hold"/>
                                        <p:tgtEl>
                                          <p:spTgt spid="144"/>
                                        </p:tgtEl>
                                        <p:attrNameLst>
                                          <p:attrName>ppt_y</p:attrName>
                                        </p:attrNameLst>
                                      </p:cBhvr>
                                      <p:tavLst>
                                        <p:tav tm="0">
                                          <p:val>
                                            <p:strVal val="#ppt_y+.1"/>
                                          </p:val>
                                        </p:tav>
                                        <p:tav tm="100000">
                                          <p:val>
                                            <p:strVal val="#ppt_y"/>
                                          </p:val>
                                        </p:tav>
                                      </p:tavLst>
                                    </p:anim>
                                  </p:childTnLst>
                                </p:cTn>
                              </p:par>
                              <p:par>
                                <p:cTn id="310" presetID="42" presetClass="entr" presetSubtype="0" fill="hold" grpId="0" nodeType="withEffect">
                                  <p:stCondLst>
                                    <p:cond delay="1030"/>
                                  </p:stCondLst>
                                  <p:childTnLst>
                                    <p:set>
                                      <p:cBhvr>
                                        <p:cTn id="311" dur="1" fill="hold">
                                          <p:stCondLst>
                                            <p:cond delay="0"/>
                                          </p:stCondLst>
                                        </p:cTn>
                                        <p:tgtEl>
                                          <p:spTgt spid="145"/>
                                        </p:tgtEl>
                                        <p:attrNameLst>
                                          <p:attrName>style.visibility</p:attrName>
                                        </p:attrNameLst>
                                      </p:cBhvr>
                                      <p:to>
                                        <p:strVal val="visible"/>
                                      </p:to>
                                    </p:set>
                                    <p:animEffect transition="in" filter="fade">
                                      <p:cBhvr>
                                        <p:cTn id="312" dur="650"/>
                                        <p:tgtEl>
                                          <p:spTgt spid="145"/>
                                        </p:tgtEl>
                                      </p:cBhvr>
                                    </p:animEffect>
                                    <p:anim calcmode="lin" valueType="num">
                                      <p:cBhvr>
                                        <p:cTn id="313" dur="650" fill="hold"/>
                                        <p:tgtEl>
                                          <p:spTgt spid="145"/>
                                        </p:tgtEl>
                                        <p:attrNameLst>
                                          <p:attrName>ppt_x</p:attrName>
                                        </p:attrNameLst>
                                      </p:cBhvr>
                                      <p:tavLst>
                                        <p:tav tm="0">
                                          <p:val>
                                            <p:strVal val="#ppt_x"/>
                                          </p:val>
                                        </p:tav>
                                        <p:tav tm="100000">
                                          <p:val>
                                            <p:strVal val="#ppt_x"/>
                                          </p:val>
                                        </p:tav>
                                      </p:tavLst>
                                    </p:anim>
                                    <p:anim calcmode="lin" valueType="num">
                                      <p:cBhvr>
                                        <p:cTn id="314" dur="650" fill="hold"/>
                                        <p:tgtEl>
                                          <p:spTgt spid="145"/>
                                        </p:tgtEl>
                                        <p:attrNameLst>
                                          <p:attrName>ppt_y</p:attrName>
                                        </p:attrNameLst>
                                      </p:cBhvr>
                                      <p:tavLst>
                                        <p:tav tm="0">
                                          <p:val>
                                            <p:strVal val="#ppt_y+.1"/>
                                          </p:val>
                                        </p:tav>
                                        <p:tav tm="100000">
                                          <p:val>
                                            <p:strVal val="#ppt_y"/>
                                          </p:val>
                                        </p:tav>
                                      </p:tavLst>
                                    </p:anim>
                                  </p:childTnLst>
                                </p:cTn>
                              </p:par>
                              <p:par>
                                <p:cTn id="315" presetID="42" presetClass="entr" presetSubtype="0" fill="hold" grpId="0" nodeType="withEffect">
                                  <p:stCondLst>
                                    <p:cond delay="1030"/>
                                  </p:stCondLst>
                                  <p:childTnLst>
                                    <p:set>
                                      <p:cBhvr>
                                        <p:cTn id="316" dur="1" fill="hold">
                                          <p:stCondLst>
                                            <p:cond delay="0"/>
                                          </p:stCondLst>
                                        </p:cTn>
                                        <p:tgtEl>
                                          <p:spTgt spid="146"/>
                                        </p:tgtEl>
                                        <p:attrNameLst>
                                          <p:attrName>style.visibility</p:attrName>
                                        </p:attrNameLst>
                                      </p:cBhvr>
                                      <p:to>
                                        <p:strVal val="visible"/>
                                      </p:to>
                                    </p:set>
                                    <p:animEffect transition="in" filter="fade">
                                      <p:cBhvr>
                                        <p:cTn id="317" dur="650"/>
                                        <p:tgtEl>
                                          <p:spTgt spid="146"/>
                                        </p:tgtEl>
                                      </p:cBhvr>
                                    </p:animEffect>
                                    <p:anim calcmode="lin" valueType="num">
                                      <p:cBhvr>
                                        <p:cTn id="318" dur="650" fill="hold"/>
                                        <p:tgtEl>
                                          <p:spTgt spid="146"/>
                                        </p:tgtEl>
                                        <p:attrNameLst>
                                          <p:attrName>ppt_x</p:attrName>
                                        </p:attrNameLst>
                                      </p:cBhvr>
                                      <p:tavLst>
                                        <p:tav tm="0">
                                          <p:val>
                                            <p:strVal val="#ppt_x"/>
                                          </p:val>
                                        </p:tav>
                                        <p:tav tm="100000">
                                          <p:val>
                                            <p:strVal val="#ppt_x"/>
                                          </p:val>
                                        </p:tav>
                                      </p:tavLst>
                                    </p:anim>
                                    <p:anim calcmode="lin" valueType="num">
                                      <p:cBhvr>
                                        <p:cTn id="319" dur="650" fill="hold"/>
                                        <p:tgtEl>
                                          <p:spTgt spid="146"/>
                                        </p:tgtEl>
                                        <p:attrNameLst>
                                          <p:attrName>ppt_y</p:attrName>
                                        </p:attrNameLst>
                                      </p:cBhvr>
                                      <p:tavLst>
                                        <p:tav tm="0">
                                          <p:val>
                                            <p:strVal val="#ppt_y+.1"/>
                                          </p:val>
                                        </p:tav>
                                        <p:tav tm="100000">
                                          <p:val>
                                            <p:strVal val="#ppt_y"/>
                                          </p:val>
                                        </p:tav>
                                      </p:tavLst>
                                    </p:anim>
                                  </p:childTnLst>
                                </p:cTn>
                              </p:par>
                              <p:par>
                                <p:cTn id="320" presetID="42" presetClass="entr" presetSubtype="0" fill="hold" grpId="0" nodeType="withEffect">
                                  <p:stCondLst>
                                    <p:cond delay="1030"/>
                                  </p:stCondLst>
                                  <p:childTnLst>
                                    <p:set>
                                      <p:cBhvr>
                                        <p:cTn id="321" dur="1" fill="hold">
                                          <p:stCondLst>
                                            <p:cond delay="0"/>
                                          </p:stCondLst>
                                        </p:cTn>
                                        <p:tgtEl>
                                          <p:spTgt spid="147"/>
                                        </p:tgtEl>
                                        <p:attrNameLst>
                                          <p:attrName>style.visibility</p:attrName>
                                        </p:attrNameLst>
                                      </p:cBhvr>
                                      <p:to>
                                        <p:strVal val="visible"/>
                                      </p:to>
                                    </p:set>
                                    <p:animEffect transition="in" filter="fade">
                                      <p:cBhvr>
                                        <p:cTn id="322" dur="650"/>
                                        <p:tgtEl>
                                          <p:spTgt spid="147"/>
                                        </p:tgtEl>
                                      </p:cBhvr>
                                    </p:animEffect>
                                    <p:anim calcmode="lin" valueType="num">
                                      <p:cBhvr>
                                        <p:cTn id="323" dur="650" fill="hold"/>
                                        <p:tgtEl>
                                          <p:spTgt spid="147"/>
                                        </p:tgtEl>
                                        <p:attrNameLst>
                                          <p:attrName>ppt_x</p:attrName>
                                        </p:attrNameLst>
                                      </p:cBhvr>
                                      <p:tavLst>
                                        <p:tav tm="0">
                                          <p:val>
                                            <p:strVal val="#ppt_x"/>
                                          </p:val>
                                        </p:tav>
                                        <p:tav tm="100000">
                                          <p:val>
                                            <p:strVal val="#ppt_x"/>
                                          </p:val>
                                        </p:tav>
                                      </p:tavLst>
                                    </p:anim>
                                    <p:anim calcmode="lin" valueType="num">
                                      <p:cBhvr>
                                        <p:cTn id="324" dur="650" fill="hold"/>
                                        <p:tgtEl>
                                          <p:spTgt spid="147"/>
                                        </p:tgtEl>
                                        <p:attrNameLst>
                                          <p:attrName>ppt_y</p:attrName>
                                        </p:attrNameLst>
                                      </p:cBhvr>
                                      <p:tavLst>
                                        <p:tav tm="0">
                                          <p:val>
                                            <p:strVal val="#ppt_y+.1"/>
                                          </p:val>
                                        </p:tav>
                                        <p:tav tm="100000">
                                          <p:val>
                                            <p:strVal val="#ppt_y"/>
                                          </p:val>
                                        </p:tav>
                                      </p:tavLst>
                                    </p:anim>
                                  </p:childTnLst>
                                </p:cTn>
                              </p:par>
                              <p:par>
                                <p:cTn id="325" presetID="42" presetClass="entr" presetSubtype="0" fill="hold" grpId="0" nodeType="withEffect">
                                  <p:stCondLst>
                                    <p:cond delay="1030"/>
                                  </p:stCondLst>
                                  <p:childTnLst>
                                    <p:set>
                                      <p:cBhvr>
                                        <p:cTn id="326" dur="1" fill="hold">
                                          <p:stCondLst>
                                            <p:cond delay="0"/>
                                          </p:stCondLst>
                                        </p:cTn>
                                        <p:tgtEl>
                                          <p:spTgt spid="148"/>
                                        </p:tgtEl>
                                        <p:attrNameLst>
                                          <p:attrName>style.visibility</p:attrName>
                                        </p:attrNameLst>
                                      </p:cBhvr>
                                      <p:to>
                                        <p:strVal val="visible"/>
                                      </p:to>
                                    </p:set>
                                    <p:animEffect transition="in" filter="fade">
                                      <p:cBhvr>
                                        <p:cTn id="327" dur="650"/>
                                        <p:tgtEl>
                                          <p:spTgt spid="148"/>
                                        </p:tgtEl>
                                      </p:cBhvr>
                                    </p:animEffect>
                                    <p:anim calcmode="lin" valueType="num">
                                      <p:cBhvr>
                                        <p:cTn id="328" dur="650" fill="hold"/>
                                        <p:tgtEl>
                                          <p:spTgt spid="148"/>
                                        </p:tgtEl>
                                        <p:attrNameLst>
                                          <p:attrName>ppt_x</p:attrName>
                                        </p:attrNameLst>
                                      </p:cBhvr>
                                      <p:tavLst>
                                        <p:tav tm="0">
                                          <p:val>
                                            <p:strVal val="#ppt_x"/>
                                          </p:val>
                                        </p:tav>
                                        <p:tav tm="100000">
                                          <p:val>
                                            <p:strVal val="#ppt_x"/>
                                          </p:val>
                                        </p:tav>
                                      </p:tavLst>
                                    </p:anim>
                                    <p:anim calcmode="lin" valueType="num">
                                      <p:cBhvr>
                                        <p:cTn id="329" dur="650" fill="hold"/>
                                        <p:tgtEl>
                                          <p:spTgt spid="148"/>
                                        </p:tgtEl>
                                        <p:attrNameLst>
                                          <p:attrName>ppt_y</p:attrName>
                                        </p:attrNameLst>
                                      </p:cBhvr>
                                      <p:tavLst>
                                        <p:tav tm="0">
                                          <p:val>
                                            <p:strVal val="#ppt_y+.1"/>
                                          </p:val>
                                        </p:tav>
                                        <p:tav tm="100000">
                                          <p:val>
                                            <p:strVal val="#ppt_y"/>
                                          </p:val>
                                        </p:tav>
                                      </p:tavLst>
                                    </p:anim>
                                  </p:childTnLst>
                                </p:cTn>
                              </p:par>
                              <p:par>
                                <p:cTn id="330" presetID="42" presetClass="entr" presetSubtype="0" fill="hold" grpId="0" nodeType="withEffect">
                                  <p:stCondLst>
                                    <p:cond delay="1030"/>
                                  </p:stCondLst>
                                  <p:childTnLst>
                                    <p:set>
                                      <p:cBhvr>
                                        <p:cTn id="331" dur="1" fill="hold">
                                          <p:stCondLst>
                                            <p:cond delay="0"/>
                                          </p:stCondLst>
                                        </p:cTn>
                                        <p:tgtEl>
                                          <p:spTgt spid="149"/>
                                        </p:tgtEl>
                                        <p:attrNameLst>
                                          <p:attrName>style.visibility</p:attrName>
                                        </p:attrNameLst>
                                      </p:cBhvr>
                                      <p:to>
                                        <p:strVal val="visible"/>
                                      </p:to>
                                    </p:set>
                                    <p:animEffect transition="in" filter="fade">
                                      <p:cBhvr>
                                        <p:cTn id="332" dur="650"/>
                                        <p:tgtEl>
                                          <p:spTgt spid="149"/>
                                        </p:tgtEl>
                                      </p:cBhvr>
                                    </p:animEffect>
                                    <p:anim calcmode="lin" valueType="num">
                                      <p:cBhvr>
                                        <p:cTn id="333" dur="650" fill="hold"/>
                                        <p:tgtEl>
                                          <p:spTgt spid="149"/>
                                        </p:tgtEl>
                                        <p:attrNameLst>
                                          <p:attrName>ppt_x</p:attrName>
                                        </p:attrNameLst>
                                      </p:cBhvr>
                                      <p:tavLst>
                                        <p:tav tm="0">
                                          <p:val>
                                            <p:strVal val="#ppt_x"/>
                                          </p:val>
                                        </p:tav>
                                        <p:tav tm="100000">
                                          <p:val>
                                            <p:strVal val="#ppt_x"/>
                                          </p:val>
                                        </p:tav>
                                      </p:tavLst>
                                    </p:anim>
                                    <p:anim calcmode="lin" valueType="num">
                                      <p:cBhvr>
                                        <p:cTn id="334" dur="650" fill="hold"/>
                                        <p:tgtEl>
                                          <p:spTgt spid="149"/>
                                        </p:tgtEl>
                                        <p:attrNameLst>
                                          <p:attrName>ppt_y</p:attrName>
                                        </p:attrNameLst>
                                      </p:cBhvr>
                                      <p:tavLst>
                                        <p:tav tm="0">
                                          <p:val>
                                            <p:strVal val="#ppt_y+.1"/>
                                          </p:val>
                                        </p:tav>
                                        <p:tav tm="100000">
                                          <p:val>
                                            <p:strVal val="#ppt_y"/>
                                          </p:val>
                                        </p:tav>
                                      </p:tavLst>
                                    </p:anim>
                                  </p:childTnLst>
                                </p:cTn>
                              </p:par>
                            </p:childTnLst>
                          </p:cTn>
                        </p:par>
                      </p:childTnLst>
                    </p:cTn>
                  </p:par>
                  <p:par>
                    <p:cTn id="335" fill="hold">
                      <p:stCondLst>
                        <p:cond delay="indefinite"/>
                      </p:stCondLst>
                      <p:childTnLst>
                        <p:par>
                          <p:cTn id="336" fill="hold">
                            <p:stCondLst>
                              <p:cond delay="0"/>
                            </p:stCondLst>
                            <p:childTnLst>
                              <p:par>
                                <p:cTn id="337" presetID="10" presetClass="entr" presetSubtype="0" fill="hold" grpId="0" nodeType="clickEffect">
                                  <p:stCondLst>
                                    <p:cond delay="0"/>
                                  </p:stCondLst>
                                  <p:childTnLst>
                                    <p:set>
                                      <p:cBhvr>
                                        <p:cTn id="338" dur="1" fill="hold">
                                          <p:stCondLst>
                                            <p:cond delay="0"/>
                                          </p:stCondLst>
                                        </p:cTn>
                                        <p:tgtEl>
                                          <p:spTgt spid="34"/>
                                        </p:tgtEl>
                                        <p:attrNameLst>
                                          <p:attrName>style.visibility</p:attrName>
                                        </p:attrNameLst>
                                      </p:cBhvr>
                                      <p:to>
                                        <p:strVal val="visible"/>
                                      </p:to>
                                    </p:set>
                                    <p:animEffect transition="in" filter="fade">
                                      <p:cBhvr>
                                        <p:cTn id="339" dur="420"/>
                                        <p:tgtEl>
                                          <p:spTgt spid="34"/>
                                        </p:tgtEl>
                                      </p:cBhvr>
                                    </p:animEffect>
                                  </p:childTnLst>
                                </p:cTn>
                              </p:par>
                              <p:par>
                                <p:cTn id="340" presetID="1" presetClass="entr" presetSubtype="0" fill="hold" grpId="0" nodeType="withEffect">
                                  <p:stCondLst>
                                    <p:cond delay="0"/>
                                  </p:stCondLst>
                                  <p:childTnLst>
                                    <p:set>
                                      <p:cBhvr>
                                        <p:cTn id="341" dur="1" fill="hold">
                                          <p:stCondLst>
                                            <p:cond delay="0"/>
                                          </p:stCondLst>
                                        </p:cTn>
                                        <p:tgtEl>
                                          <p:spTgt spid="42"/>
                                        </p:tgtEl>
                                        <p:attrNameLst>
                                          <p:attrName>style.visibility</p:attrName>
                                        </p:attrNameLst>
                                      </p:cBhvr>
                                      <p:to>
                                        <p:strVal val="visible"/>
                                      </p:to>
                                    </p:set>
                                  </p:childTnLst>
                                </p:cTn>
                              </p:par>
                              <p:par>
                                <p:cTn id="342" presetID="1" presetClass="entr" presetSubtype="0" fill="hold" grpId="0" nodeType="withEffect">
                                  <p:stCondLst>
                                    <p:cond delay="0"/>
                                  </p:stCondLst>
                                  <p:childTnLst>
                                    <p:set>
                                      <p:cBhvr>
                                        <p:cTn id="343" dur="1" fill="hold">
                                          <p:stCondLst>
                                            <p:cond delay="0"/>
                                          </p:stCondLst>
                                        </p:cTn>
                                        <p:tgtEl>
                                          <p:spTgt spid="45"/>
                                        </p:tgtEl>
                                        <p:attrNameLst>
                                          <p:attrName>style.visibility</p:attrName>
                                        </p:attrNameLst>
                                      </p:cBhvr>
                                      <p:to>
                                        <p:strVal val="visible"/>
                                      </p:to>
                                    </p:set>
                                  </p:childTnLst>
                                </p:cTn>
                              </p:par>
                              <p:par>
                                <p:cTn id="344" presetID="1" presetClass="entr" presetSubtype="0" fill="hold" grpId="0" nodeType="withEffect">
                                  <p:stCondLst>
                                    <p:cond delay="0"/>
                                  </p:stCondLst>
                                  <p:childTnLst>
                                    <p:set>
                                      <p:cBhvr>
                                        <p:cTn id="345" dur="1" fill="hold">
                                          <p:stCondLst>
                                            <p:cond delay="0"/>
                                          </p:stCondLst>
                                        </p:cTn>
                                        <p:tgtEl>
                                          <p:spTgt spid="46"/>
                                        </p:tgtEl>
                                        <p:attrNameLst>
                                          <p:attrName>style.visibility</p:attrName>
                                        </p:attrNameLst>
                                      </p:cBhvr>
                                      <p:to>
                                        <p:strVal val="visible"/>
                                      </p:to>
                                    </p:set>
                                  </p:childTnLst>
                                </p:cTn>
                              </p:par>
                              <p:par>
                                <p:cTn id="346" presetID="1" presetClass="entr" presetSubtype="0" fill="hold" grpId="0" nodeType="withEffect">
                                  <p:stCondLst>
                                    <p:cond delay="0"/>
                                  </p:stCondLst>
                                  <p:childTnLst>
                                    <p:set>
                                      <p:cBhvr>
                                        <p:cTn id="347" dur="1" fill="hold">
                                          <p:stCondLst>
                                            <p:cond delay="0"/>
                                          </p:stCondLst>
                                        </p:cTn>
                                        <p:tgtEl>
                                          <p:spTgt spid="47"/>
                                        </p:tgtEl>
                                        <p:attrNameLst>
                                          <p:attrName>style.visibility</p:attrName>
                                        </p:attrNameLst>
                                      </p:cBhvr>
                                      <p:to>
                                        <p:strVal val="visible"/>
                                      </p:to>
                                    </p:set>
                                  </p:childTnLst>
                                </p:cTn>
                              </p:par>
                              <p:par>
                                <p:cTn id="348" presetID="1" presetClass="entr" presetSubtype="0" fill="hold" grpId="0" nodeType="withEffect">
                                  <p:stCondLst>
                                    <p:cond delay="0"/>
                                  </p:stCondLst>
                                  <p:childTnLst>
                                    <p:set>
                                      <p:cBhvr>
                                        <p:cTn id="349" dur="1" fill="hold">
                                          <p:stCondLst>
                                            <p:cond delay="0"/>
                                          </p:stCondLst>
                                        </p:cTn>
                                        <p:tgtEl>
                                          <p:spTgt spid="48"/>
                                        </p:tgtEl>
                                        <p:attrNameLst>
                                          <p:attrName>style.visibility</p:attrName>
                                        </p:attrNameLst>
                                      </p:cBhvr>
                                      <p:to>
                                        <p:strVal val="visible"/>
                                      </p:to>
                                    </p:set>
                                  </p:childTnLst>
                                </p:cTn>
                              </p:par>
                              <p:par>
                                <p:cTn id="350" presetID="1" presetClass="entr" presetSubtype="0" fill="hold" grpId="0" nodeType="withEffect">
                                  <p:stCondLst>
                                    <p:cond delay="0"/>
                                  </p:stCondLst>
                                  <p:childTnLst>
                                    <p:set>
                                      <p:cBhvr>
                                        <p:cTn id="351" dur="1" fill="hold">
                                          <p:stCondLst>
                                            <p:cond delay="0"/>
                                          </p:stCondLst>
                                        </p:cTn>
                                        <p:tgtEl>
                                          <p:spTgt spid="49"/>
                                        </p:tgtEl>
                                        <p:attrNameLst>
                                          <p:attrName>style.visibility</p:attrName>
                                        </p:attrNameLst>
                                      </p:cBhvr>
                                      <p:to>
                                        <p:strVal val="visible"/>
                                      </p:to>
                                    </p:set>
                                  </p:childTnLst>
                                </p:cTn>
                              </p:par>
                              <p:par>
                                <p:cTn id="352" presetID="1" presetClass="entr" presetSubtype="0" fill="hold" grpId="0" nodeType="withEffect">
                                  <p:stCondLst>
                                    <p:cond delay="0"/>
                                  </p:stCondLst>
                                  <p:childTnLst>
                                    <p:set>
                                      <p:cBhvr>
                                        <p:cTn id="353" dur="1" fill="hold">
                                          <p:stCondLst>
                                            <p:cond delay="0"/>
                                          </p:stCondLst>
                                        </p:cTn>
                                        <p:tgtEl>
                                          <p:spTgt spid="50"/>
                                        </p:tgtEl>
                                        <p:attrNameLst>
                                          <p:attrName>style.visibility</p:attrName>
                                        </p:attrNameLst>
                                      </p:cBhvr>
                                      <p:to>
                                        <p:strVal val="visible"/>
                                      </p:to>
                                    </p:set>
                                  </p:childTnLst>
                                </p:cTn>
                              </p:par>
                              <p:par>
                                <p:cTn id="354" presetID="1" presetClass="entr" presetSubtype="0" fill="hold" grpId="0" nodeType="withEffect">
                                  <p:stCondLst>
                                    <p:cond delay="0"/>
                                  </p:stCondLst>
                                  <p:childTnLst>
                                    <p:set>
                                      <p:cBhvr>
                                        <p:cTn id="355" dur="1" fill="hold">
                                          <p:stCondLst>
                                            <p:cond delay="0"/>
                                          </p:stCondLst>
                                        </p:cTn>
                                        <p:tgtEl>
                                          <p:spTgt spid="58"/>
                                        </p:tgtEl>
                                        <p:attrNameLst>
                                          <p:attrName>style.visibility</p:attrName>
                                        </p:attrNameLst>
                                      </p:cBhvr>
                                      <p:to>
                                        <p:strVal val="visible"/>
                                      </p:to>
                                    </p:set>
                                  </p:childTnLst>
                                </p:cTn>
                              </p:par>
                              <p:par>
                                <p:cTn id="356" presetID="1" presetClass="entr" presetSubtype="0" fill="hold" grpId="0" nodeType="withEffect">
                                  <p:stCondLst>
                                    <p:cond delay="0"/>
                                  </p:stCondLst>
                                  <p:childTnLst>
                                    <p:set>
                                      <p:cBhvr>
                                        <p:cTn id="357" dur="1" fill="hold">
                                          <p:stCondLst>
                                            <p:cond delay="0"/>
                                          </p:stCondLst>
                                        </p:cTn>
                                        <p:tgtEl>
                                          <p:spTgt spid="59"/>
                                        </p:tgtEl>
                                        <p:attrNameLst>
                                          <p:attrName>style.visibility</p:attrName>
                                        </p:attrNameLst>
                                      </p:cBhvr>
                                      <p:to>
                                        <p:strVal val="visible"/>
                                      </p:to>
                                    </p:set>
                                  </p:childTnLst>
                                </p:cTn>
                              </p:par>
                              <p:par>
                                <p:cTn id="358" presetID="1" presetClass="entr" presetSubtype="0" fill="hold" grpId="0" nodeType="withEffect">
                                  <p:stCondLst>
                                    <p:cond delay="0"/>
                                  </p:stCondLst>
                                  <p:childTnLst>
                                    <p:set>
                                      <p:cBhvr>
                                        <p:cTn id="359" dur="1" fill="hold">
                                          <p:stCondLst>
                                            <p:cond delay="0"/>
                                          </p:stCondLst>
                                        </p:cTn>
                                        <p:tgtEl>
                                          <p:spTgt spid="60"/>
                                        </p:tgtEl>
                                        <p:attrNameLst>
                                          <p:attrName>style.visibility</p:attrName>
                                        </p:attrNameLst>
                                      </p:cBhvr>
                                      <p:to>
                                        <p:strVal val="visible"/>
                                      </p:to>
                                    </p:set>
                                  </p:childTnLst>
                                </p:cTn>
                              </p:par>
                              <p:par>
                                <p:cTn id="360" presetID="1" presetClass="entr" presetSubtype="0" fill="hold" grpId="0" nodeType="withEffect">
                                  <p:stCondLst>
                                    <p:cond delay="0"/>
                                  </p:stCondLst>
                                  <p:childTnLst>
                                    <p:set>
                                      <p:cBhvr>
                                        <p:cTn id="361" dur="1" fill="hold">
                                          <p:stCondLst>
                                            <p:cond delay="0"/>
                                          </p:stCondLst>
                                        </p:cTn>
                                        <p:tgtEl>
                                          <p:spTgt spid="61"/>
                                        </p:tgtEl>
                                        <p:attrNameLst>
                                          <p:attrName>style.visibility</p:attrName>
                                        </p:attrNameLst>
                                      </p:cBhvr>
                                      <p:to>
                                        <p:strVal val="visible"/>
                                      </p:to>
                                    </p:set>
                                  </p:childTnLst>
                                </p:cTn>
                              </p:par>
                              <p:par>
                                <p:cTn id="362" presetID="1" presetClass="entr" presetSubtype="0" fill="hold" nodeType="withEffect">
                                  <p:stCondLst>
                                    <p:cond delay="0"/>
                                  </p:stCondLst>
                                  <p:childTnLst>
                                    <p:set>
                                      <p:cBhvr>
                                        <p:cTn id="363" dur="1" fill="hold">
                                          <p:stCondLst>
                                            <p:cond delay="0"/>
                                          </p:stCondLst>
                                        </p:cTn>
                                        <p:tgtEl>
                                          <p:spTgt spid="62"/>
                                        </p:tgtEl>
                                        <p:attrNameLst>
                                          <p:attrName>style.visibility</p:attrName>
                                        </p:attrNameLst>
                                      </p:cBhvr>
                                      <p:to>
                                        <p:strVal val="visible"/>
                                      </p:to>
                                    </p:set>
                                  </p:childTnLst>
                                </p:cTn>
                              </p:par>
                              <p:par>
                                <p:cTn id="364" presetID="1" presetClass="entr" presetSubtype="0" fill="hold" grpId="0" nodeType="withEffect">
                                  <p:stCondLst>
                                    <p:cond delay="0"/>
                                  </p:stCondLst>
                                  <p:childTnLst>
                                    <p:set>
                                      <p:cBhvr>
                                        <p:cTn id="365" dur="1" fill="hold">
                                          <p:stCondLst>
                                            <p:cond delay="0"/>
                                          </p:stCondLst>
                                        </p:cTn>
                                        <p:tgtEl>
                                          <p:spTgt spid="63"/>
                                        </p:tgtEl>
                                        <p:attrNameLst>
                                          <p:attrName>style.visibility</p:attrName>
                                        </p:attrNameLst>
                                      </p:cBhvr>
                                      <p:to>
                                        <p:strVal val="visible"/>
                                      </p:to>
                                    </p:set>
                                  </p:childTnLst>
                                </p:cTn>
                              </p:par>
                              <p:par>
                                <p:cTn id="366" presetID="1" presetClass="entr" presetSubtype="0" fill="hold" grpId="0" nodeType="withEffect">
                                  <p:stCondLst>
                                    <p:cond delay="0"/>
                                  </p:stCondLst>
                                  <p:childTnLst>
                                    <p:set>
                                      <p:cBhvr>
                                        <p:cTn id="367" dur="1" fill="hold">
                                          <p:stCondLst>
                                            <p:cond delay="0"/>
                                          </p:stCondLst>
                                        </p:cTn>
                                        <p:tgtEl>
                                          <p:spTgt spid="64"/>
                                        </p:tgtEl>
                                        <p:attrNameLst>
                                          <p:attrName>style.visibility</p:attrName>
                                        </p:attrNameLst>
                                      </p:cBhvr>
                                      <p:to>
                                        <p:strVal val="visible"/>
                                      </p:to>
                                    </p:set>
                                  </p:childTnLst>
                                </p:cTn>
                              </p:par>
                              <p:par>
                                <p:cTn id="368" presetID="1" presetClass="entr" presetSubtype="0" fill="hold" nodeType="withEffect">
                                  <p:stCondLst>
                                    <p:cond delay="0"/>
                                  </p:stCondLst>
                                  <p:childTnLst>
                                    <p:set>
                                      <p:cBhvr>
                                        <p:cTn id="369" dur="1" fill="hold">
                                          <p:stCondLst>
                                            <p:cond delay="0"/>
                                          </p:stCondLst>
                                        </p:cTn>
                                        <p:tgtEl>
                                          <p:spTgt spid="65"/>
                                        </p:tgtEl>
                                        <p:attrNameLst>
                                          <p:attrName>style.visibility</p:attrName>
                                        </p:attrNameLst>
                                      </p:cBhvr>
                                      <p:to>
                                        <p:strVal val="visible"/>
                                      </p:to>
                                    </p:set>
                                  </p:childTnLst>
                                </p:cTn>
                              </p:par>
                              <p:par>
                                <p:cTn id="370" presetID="1" presetClass="entr" presetSubtype="0" fill="hold" grpId="0" nodeType="withEffect">
                                  <p:stCondLst>
                                    <p:cond delay="0"/>
                                  </p:stCondLst>
                                  <p:childTnLst>
                                    <p:set>
                                      <p:cBhvr>
                                        <p:cTn id="371" dur="1" fill="hold">
                                          <p:stCondLst>
                                            <p:cond delay="0"/>
                                          </p:stCondLst>
                                        </p:cTn>
                                        <p:tgtEl>
                                          <p:spTgt spid="66"/>
                                        </p:tgtEl>
                                        <p:attrNameLst>
                                          <p:attrName>style.visibility</p:attrName>
                                        </p:attrNameLst>
                                      </p:cBhvr>
                                      <p:to>
                                        <p:strVal val="visible"/>
                                      </p:to>
                                    </p:set>
                                  </p:childTnLst>
                                </p:cTn>
                              </p:par>
                              <p:par>
                                <p:cTn id="372" presetID="10" presetClass="entr" presetSubtype="0" fill="hold" grpId="0" nodeType="withEffect">
                                  <p:stCondLst>
                                    <p:cond delay="0"/>
                                  </p:stCondLst>
                                  <p:childTnLst>
                                    <p:set>
                                      <p:cBhvr>
                                        <p:cTn id="373" dur="1" fill="hold">
                                          <p:stCondLst>
                                            <p:cond delay="0"/>
                                          </p:stCondLst>
                                        </p:cTn>
                                        <p:tgtEl>
                                          <p:spTgt spid="67"/>
                                        </p:tgtEl>
                                        <p:attrNameLst>
                                          <p:attrName>style.visibility</p:attrName>
                                        </p:attrNameLst>
                                      </p:cBhvr>
                                      <p:to>
                                        <p:strVal val="visible"/>
                                      </p:to>
                                    </p:set>
                                    <p:animEffect transition="in" filter="fade">
                                      <p:cBhvr>
                                        <p:cTn id="374" dur="420"/>
                                        <p:tgtEl>
                                          <p:spTgt spid="67"/>
                                        </p:tgtEl>
                                      </p:cBhvr>
                                    </p:animEffect>
                                  </p:childTnLst>
                                </p:cTn>
                              </p:par>
                              <p:par>
                                <p:cTn id="375" presetID="10" presetClass="entr" presetSubtype="0" fill="hold" grpId="0" nodeType="withEffect">
                                  <p:stCondLst>
                                    <p:cond delay="0"/>
                                  </p:stCondLst>
                                  <p:childTnLst>
                                    <p:set>
                                      <p:cBhvr>
                                        <p:cTn id="376" dur="1" fill="hold">
                                          <p:stCondLst>
                                            <p:cond delay="0"/>
                                          </p:stCondLst>
                                        </p:cTn>
                                        <p:tgtEl>
                                          <p:spTgt spid="68"/>
                                        </p:tgtEl>
                                        <p:attrNameLst>
                                          <p:attrName>style.visibility</p:attrName>
                                        </p:attrNameLst>
                                      </p:cBhvr>
                                      <p:to>
                                        <p:strVal val="visible"/>
                                      </p:to>
                                    </p:set>
                                    <p:animEffect transition="in" filter="fade">
                                      <p:cBhvr>
                                        <p:cTn id="377" dur="420"/>
                                        <p:tgtEl>
                                          <p:spTgt spid="68"/>
                                        </p:tgtEl>
                                      </p:cBhvr>
                                    </p:animEffect>
                                  </p:childTnLst>
                                </p:cTn>
                              </p:par>
                              <p:par>
                                <p:cTn id="378" presetID="10" presetClass="entr" presetSubtype="0" fill="hold" nodeType="withEffect">
                                  <p:stCondLst>
                                    <p:cond delay="0"/>
                                  </p:stCondLst>
                                  <p:childTnLst>
                                    <p:set>
                                      <p:cBhvr>
                                        <p:cTn id="379" dur="1" fill="hold">
                                          <p:stCondLst>
                                            <p:cond delay="0"/>
                                          </p:stCondLst>
                                        </p:cTn>
                                        <p:tgtEl>
                                          <p:spTgt spid="69"/>
                                        </p:tgtEl>
                                        <p:attrNameLst>
                                          <p:attrName>style.visibility</p:attrName>
                                        </p:attrNameLst>
                                      </p:cBhvr>
                                      <p:to>
                                        <p:strVal val="visible"/>
                                      </p:to>
                                    </p:set>
                                    <p:animEffect transition="in" filter="fade">
                                      <p:cBhvr>
                                        <p:cTn id="380" dur="420"/>
                                        <p:tgtEl>
                                          <p:spTgt spid="69"/>
                                        </p:tgtEl>
                                      </p:cBhvr>
                                    </p:animEffect>
                                  </p:childTnLst>
                                </p:cTn>
                              </p:par>
                              <p:par>
                                <p:cTn id="381" presetID="1" presetClass="entr" presetSubtype="0" fill="hold" grpId="0" nodeType="withEffect">
                                  <p:stCondLst>
                                    <p:cond delay="0"/>
                                  </p:stCondLst>
                                  <p:childTnLst>
                                    <p:set>
                                      <p:cBhvr>
                                        <p:cTn id="382" dur="1" fill="hold">
                                          <p:stCondLst>
                                            <p:cond delay="0"/>
                                          </p:stCondLst>
                                        </p:cTn>
                                        <p:tgtEl>
                                          <p:spTgt spid="70"/>
                                        </p:tgtEl>
                                        <p:attrNameLst>
                                          <p:attrName>style.visibility</p:attrName>
                                        </p:attrNameLst>
                                      </p:cBhvr>
                                      <p:to>
                                        <p:strVal val="visible"/>
                                      </p:to>
                                    </p:set>
                                  </p:childTnLst>
                                </p:cTn>
                              </p:par>
                              <p:par>
                                <p:cTn id="383" presetID="1" presetClass="entr" presetSubtype="0" fill="hold" grpId="0" nodeType="withEffect">
                                  <p:stCondLst>
                                    <p:cond delay="0"/>
                                  </p:stCondLst>
                                  <p:childTnLst>
                                    <p:set>
                                      <p:cBhvr>
                                        <p:cTn id="384" dur="1" fill="hold">
                                          <p:stCondLst>
                                            <p:cond delay="0"/>
                                          </p:stCondLst>
                                        </p:cTn>
                                        <p:tgtEl>
                                          <p:spTgt spid="71"/>
                                        </p:tgtEl>
                                        <p:attrNameLst>
                                          <p:attrName>style.visibility</p:attrName>
                                        </p:attrNameLst>
                                      </p:cBhvr>
                                      <p:to>
                                        <p:strVal val="visible"/>
                                      </p:to>
                                    </p:set>
                                  </p:childTnLst>
                                </p:cTn>
                              </p:par>
                              <p:par>
                                <p:cTn id="385" presetID="1" presetClass="entr" presetSubtype="0" fill="hold" grpId="0" nodeType="withEffect">
                                  <p:stCondLst>
                                    <p:cond delay="0"/>
                                  </p:stCondLst>
                                  <p:childTnLst>
                                    <p:set>
                                      <p:cBhvr>
                                        <p:cTn id="386" dur="1" fill="hold">
                                          <p:stCondLst>
                                            <p:cond delay="0"/>
                                          </p:stCondLst>
                                        </p:cTn>
                                        <p:tgtEl>
                                          <p:spTgt spid="72"/>
                                        </p:tgtEl>
                                        <p:attrNameLst>
                                          <p:attrName>style.visibility</p:attrName>
                                        </p:attrNameLst>
                                      </p:cBhvr>
                                      <p:to>
                                        <p:strVal val="visible"/>
                                      </p:to>
                                    </p:set>
                                  </p:childTnLst>
                                </p:cTn>
                              </p:par>
                              <p:par>
                                <p:cTn id="387" presetID="1" presetClass="entr" presetSubtype="0" fill="hold" grpId="0" nodeType="withEffect">
                                  <p:stCondLst>
                                    <p:cond delay="0"/>
                                  </p:stCondLst>
                                  <p:childTnLst>
                                    <p:set>
                                      <p:cBhvr>
                                        <p:cTn id="388" dur="1" fill="hold">
                                          <p:stCondLst>
                                            <p:cond delay="0"/>
                                          </p:stCondLst>
                                        </p:cTn>
                                        <p:tgtEl>
                                          <p:spTgt spid="160"/>
                                        </p:tgtEl>
                                        <p:attrNameLst>
                                          <p:attrName>style.visibility</p:attrName>
                                        </p:attrNameLst>
                                      </p:cBhvr>
                                      <p:to>
                                        <p:strVal val="visible"/>
                                      </p:to>
                                    </p:set>
                                  </p:childTnLst>
                                </p:cTn>
                              </p:par>
                              <p:par>
                                <p:cTn id="389" presetID="10" presetClass="exit" presetSubtype="0" fill="hold" grpId="1" nodeType="withEffect">
                                  <p:stCondLst>
                                    <p:cond delay="0"/>
                                  </p:stCondLst>
                                  <p:childTnLst>
                                    <p:animEffect transition="out" filter="fade">
                                      <p:cBhvr>
                                        <p:cTn id="390" dur="420"/>
                                        <p:tgtEl>
                                          <p:spTgt spid="43"/>
                                        </p:tgtEl>
                                      </p:cBhvr>
                                    </p:animEffect>
                                    <p:set>
                                      <p:cBhvr>
                                        <p:cTn id="391" dur="1" fill="hold">
                                          <p:stCondLst>
                                            <p:cond delay="419"/>
                                          </p:stCondLst>
                                        </p:cTn>
                                        <p:tgtEl>
                                          <p:spTgt spid="43"/>
                                        </p:tgtEl>
                                        <p:attrNameLst>
                                          <p:attrName>style.visibility</p:attrName>
                                        </p:attrNameLst>
                                      </p:cBhvr>
                                      <p:to>
                                        <p:strVal val="hidden"/>
                                      </p:to>
                                    </p:set>
                                  </p:childTnLst>
                                </p:cTn>
                              </p:par>
                              <p:par>
                                <p:cTn id="392" presetID="10" presetClass="exit" presetSubtype="0" fill="hold" grpId="1" nodeType="withEffect">
                                  <p:stCondLst>
                                    <p:cond delay="0"/>
                                  </p:stCondLst>
                                  <p:childTnLst>
                                    <p:animEffect transition="out" filter="fade">
                                      <p:cBhvr>
                                        <p:cTn id="393" dur="420"/>
                                        <p:tgtEl>
                                          <p:spTgt spid="56"/>
                                        </p:tgtEl>
                                      </p:cBhvr>
                                    </p:animEffect>
                                    <p:set>
                                      <p:cBhvr>
                                        <p:cTn id="394" dur="1" fill="hold">
                                          <p:stCondLst>
                                            <p:cond delay="419"/>
                                          </p:stCondLst>
                                        </p:cTn>
                                        <p:tgtEl>
                                          <p:spTgt spid="56"/>
                                        </p:tgtEl>
                                        <p:attrNameLst>
                                          <p:attrName>style.visibility</p:attrName>
                                        </p:attrNameLst>
                                      </p:cBhvr>
                                      <p:to>
                                        <p:strVal val="hidden"/>
                                      </p:to>
                                    </p:set>
                                  </p:childTnLst>
                                </p:cTn>
                              </p:par>
                              <p:par>
                                <p:cTn id="395" presetID="10" presetClass="exit" presetSubtype="0" fill="hold" grpId="1" nodeType="withEffect">
                                  <p:stCondLst>
                                    <p:cond delay="0"/>
                                  </p:stCondLst>
                                  <p:childTnLst>
                                    <p:animEffect transition="out" filter="fade">
                                      <p:cBhvr>
                                        <p:cTn id="396" dur="420"/>
                                        <p:tgtEl>
                                          <p:spTgt spid="79"/>
                                        </p:tgtEl>
                                      </p:cBhvr>
                                    </p:animEffect>
                                    <p:set>
                                      <p:cBhvr>
                                        <p:cTn id="397" dur="1" fill="hold">
                                          <p:stCondLst>
                                            <p:cond delay="419"/>
                                          </p:stCondLst>
                                        </p:cTn>
                                        <p:tgtEl>
                                          <p:spTgt spid="79"/>
                                        </p:tgtEl>
                                        <p:attrNameLst>
                                          <p:attrName>style.visibility</p:attrName>
                                        </p:attrNameLst>
                                      </p:cBhvr>
                                      <p:to>
                                        <p:strVal val="hidden"/>
                                      </p:to>
                                    </p:set>
                                  </p:childTnLst>
                                </p:cTn>
                              </p:par>
                              <p:par>
                                <p:cTn id="398" presetID="10" presetClass="exit" presetSubtype="0" fill="hold" grpId="1" nodeType="withEffect">
                                  <p:stCondLst>
                                    <p:cond delay="0"/>
                                  </p:stCondLst>
                                  <p:childTnLst>
                                    <p:animEffect transition="out" filter="fade">
                                      <p:cBhvr>
                                        <p:cTn id="399" dur="420"/>
                                        <p:tgtEl>
                                          <p:spTgt spid="80"/>
                                        </p:tgtEl>
                                      </p:cBhvr>
                                    </p:animEffect>
                                    <p:set>
                                      <p:cBhvr>
                                        <p:cTn id="400" dur="1" fill="hold">
                                          <p:stCondLst>
                                            <p:cond delay="419"/>
                                          </p:stCondLst>
                                        </p:cTn>
                                        <p:tgtEl>
                                          <p:spTgt spid="80"/>
                                        </p:tgtEl>
                                        <p:attrNameLst>
                                          <p:attrName>style.visibility</p:attrName>
                                        </p:attrNameLst>
                                      </p:cBhvr>
                                      <p:to>
                                        <p:strVal val="hidden"/>
                                      </p:to>
                                    </p:set>
                                  </p:childTnLst>
                                </p:cTn>
                              </p:par>
                              <p:par>
                                <p:cTn id="401" presetID="10" presetClass="exit" presetSubtype="0" fill="hold" grpId="1" nodeType="withEffect">
                                  <p:stCondLst>
                                    <p:cond delay="0"/>
                                  </p:stCondLst>
                                  <p:childTnLst>
                                    <p:animEffect transition="out" filter="fade">
                                      <p:cBhvr>
                                        <p:cTn id="402" dur="420"/>
                                        <p:tgtEl>
                                          <p:spTgt spid="81"/>
                                        </p:tgtEl>
                                      </p:cBhvr>
                                    </p:animEffect>
                                    <p:set>
                                      <p:cBhvr>
                                        <p:cTn id="403" dur="1" fill="hold">
                                          <p:stCondLst>
                                            <p:cond delay="419"/>
                                          </p:stCondLst>
                                        </p:cTn>
                                        <p:tgtEl>
                                          <p:spTgt spid="81"/>
                                        </p:tgtEl>
                                        <p:attrNameLst>
                                          <p:attrName>style.visibility</p:attrName>
                                        </p:attrNameLst>
                                      </p:cBhvr>
                                      <p:to>
                                        <p:strVal val="hidden"/>
                                      </p:to>
                                    </p:set>
                                  </p:childTnLst>
                                </p:cTn>
                              </p:par>
                              <p:par>
                                <p:cTn id="404" presetID="10" presetClass="exit" presetSubtype="0" fill="hold" grpId="1" nodeType="withEffect">
                                  <p:stCondLst>
                                    <p:cond delay="0"/>
                                  </p:stCondLst>
                                  <p:childTnLst>
                                    <p:animEffect transition="out" filter="fade">
                                      <p:cBhvr>
                                        <p:cTn id="405" dur="420"/>
                                        <p:tgtEl>
                                          <p:spTgt spid="82"/>
                                        </p:tgtEl>
                                      </p:cBhvr>
                                    </p:animEffect>
                                    <p:set>
                                      <p:cBhvr>
                                        <p:cTn id="406" dur="1" fill="hold">
                                          <p:stCondLst>
                                            <p:cond delay="419"/>
                                          </p:stCondLst>
                                        </p:cTn>
                                        <p:tgtEl>
                                          <p:spTgt spid="82"/>
                                        </p:tgtEl>
                                        <p:attrNameLst>
                                          <p:attrName>style.visibility</p:attrName>
                                        </p:attrNameLst>
                                      </p:cBhvr>
                                      <p:to>
                                        <p:strVal val="hidden"/>
                                      </p:to>
                                    </p:set>
                                  </p:childTnLst>
                                </p:cTn>
                              </p:par>
                              <p:par>
                                <p:cTn id="407" presetID="10" presetClass="exit" presetSubtype="0" fill="hold" grpId="1" nodeType="withEffect">
                                  <p:stCondLst>
                                    <p:cond delay="0"/>
                                  </p:stCondLst>
                                  <p:childTnLst>
                                    <p:animEffect transition="out" filter="fade">
                                      <p:cBhvr>
                                        <p:cTn id="408" dur="420"/>
                                        <p:tgtEl>
                                          <p:spTgt spid="83"/>
                                        </p:tgtEl>
                                      </p:cBhvr>
                                    </p:animEffect>
                                    <p:set>
                                      <p:cBhvr>
                                        <p:cTn id="409" dur="1" fill="hold">
                                          <p:stCondLst>
                                            <p:cond delay="419"/>
                                          </p:stCondLst>
                                        </p:cTn>
                                        <p:tgtEl>
                                          <p:spTgt spid="83"/>
                                        </p:tgtEl>
                                        <p:attrNameLst>
                                          <p:attrName>style.visibility</p:attrName>
                                        </p:attrNameLst>
                                      </p:cBhvr>
                                      <p:to>
                                        <p:strVal val="hidden"/>
                                      </p:to>
                                    </p:set>
                                  </p:childTnLst>
                                </p:cTn>
                              </p:par>
                              <p:par>
                                <p:cTn id="410" presetID="10" presetClass="exit" presetSubtype="0" fill="hold" grpId="1" nodeType="withEffect">
                                  <p:stCondLst>
                                    <p:cond delay="0"/>
                                  </p:stCondLst>
                                  <p:childTnLst>
                                    <p:animEffect transition="out" filter="fade">
                                      <p:cBhvr>
                                        <p:cTn id="411" dur="420"/>
                                        <p:tgtEl>
                                          <p:spTgt spid="84"/>
                                        </p:tgtEl>
                                      </p:cBhvr>
                                    </p:animEffect>
                                    <p:set>
                                      <p:cBhvr>
                                        <p:cTn id="412" dur="1" fill="hold">
                                          <p:stCondLst>
                                            <p:cond delay="419"/>
                                          </p:stCondLst>
                                        </p:cTn>
                                        <p:tgtEl>
                                          <p:spTgt spid="84"/>
                                        </p:tgtEl>
                                        <p:attrNameLst>
                                          <p:attrName>style.visibility</p:attrName>
                                        </p:attrNameLst>
                                      </p:cBhvr>
                                      <p:to>
                                        <p:strVal val="hidden"/>
                                      </p:to>
                                    </p:set>
                                  </p:childTnLst>
                                </p:cTn>
                              </p:par>
                              <p:par>
                                <p:cTn id="413" presetID="1" presetClass="exit" presetSubtype="0" fill="hold" grpId="1" nodeType="withEffect">
                                  <p:stCondLst>
                                    <p:cond delay="420"/>
                                  </p:stCondLst>
                                  <p:childTnLst>
                                    <p:set>
                                      <p:cBhvr>
                                        <p:cTn id="414" dur="1" fill="hold">
                                          <p:stCondLst>
                                            <p:cond delay="0"/>
                                          </p:stCondLst>
                                        </p:cTn>
                                        <p:tgtEl>
                                          <p:spTgt spid="51"/>
                                        </p:tgtEl>
                                        <p:attrNameLst>
                                          <p:attrName>style.visibility</p:attrName>
                                        </p:attrNameLst>
                                      </p:cBhvr>
                                      <p:to>
                                        <p:strVal val="hidden"/>
                                      </p:to>
                                    </p:set>
                                  </p:childTnLst>
                                </p:cTn>
                              </p:par>
                              <p:par>
                                <p:cTn id="415" presetID="1" presetClass="exit" presetSubtype="0" fill="hold" grpId="1" nodeType="withEffect">
                                  <p:stCondLst>
                                    <p:cond delay="420"/>
                                  </p:stCondLst>
                                  <p:childTnLst>
                                    <p:set>
                                      <p:cBhvr>
                                        <p:cTn id="416" dur="1" fill="hold">
                                          <p:stCondLst>
                                            <p:cond delay="0"/>
                                          </p:stCondLst>
                                        </p:cTn>
                                        <p:tgtEl>
                                          <p:spTgt spid="52"/>
                                        </p:tgtEl>
                                        <p:attrNameLst>
                                          <p:attrName>style.visibility</p:attrName>
                                        </p:attrNameLst>
                                      </p:cBhvr>
                                      <p:to>
                                        <p:strVal val="hidden"/>
                                      </p:to>
                                    </p:set>
                                  </p:childTnLst>
                                </p:cTn>
                              </p:par>
                              <p:par>
                                <p:cTn id="417" presetID="1" presetClass="exit" presetSubtype="0" fill="hold" grpId="1" nodeType="withEffect">
                                  <p:stCondLst>
                                    <p:cond delay="420"/>
                                  </p:stCondLst>
                                  <p:childTnLst>
                                    <p:set>
                                      <p:cBhvr>
                                        <p:cTn id="418" dur="1" fill="hold">
                                          <p:stCondLst>
                                            <p:cond delay="0"/>
                                          </p:stCondLst>
                                        </p:cTn>
                                        <p:tgtEl>
                                          <p:spTgt spid="53"/>
                                        </p:tgtEl>
                                        <p:attrNameLst>
                                          <p:attrName>style.visibility</p:attrName>
                                        </p:attrNameLst>
                                      </p:cBhvr>
                                      <p:to>
                                        <p:strVal val="hidden"/>
                                      </p:to>
                                    </p:set>
                                  </p:childTnLst>
                                </p:cTn>
                              </p:par>
                              <p:par>
                                <p:cTn id="419" presetID="1" presetClass="exit" presetSubtype="0" fill="hold" grpId="1" nodeType="withEffect">
                                  <p:stCondLst>
                                    <p:cond delay="420"/>
                                  </p:stCondLst>
                                  <p:childTnLst>
                                    <p:set>
                                      <p:cBhvr>
                                        <p:cTn id="420" dur="1" fill="hold">
                                          <p:stCondLst>
                                            <p:cond delay="0"/>
                                          </p:stCondLst>
                                        </p:cTn>
                                        <p:tgtEl>
                                          <p:spTgt spid="54"/>
                                        </p:tgtEl>
                                        <p:attrNameLst>
                                          <p:attrName>style.visibility</p:attrName>
                                        </p:attrNameLst>
                                      </p:cBhvr>
                                      <p:to>
                                        <p:strVal val="hidden"/>
                                      </p:to>
                                    </p:set>
                                  </p:childTnLst>
                                </p:cTn>
                              </p:par>
                              <p:par>
                                <p:cTn id="421" presetID="1" presetClass="exit" presetSubtype="0" fill="hold" grpId="1" nodeType="withEffect">
                                  <p:stCondLst>
                                    <p:cond delay="420"/>
                                  </p:stCondLst>
                                  <p:childTnLst>
                                    <p:set>
                                      <p:cBhvr>
                                        <p:cTn id="422" dur="1" fill="hold">
                                          <p:stCondLst>
                                            <p:cond delay="0"/>
                                          </p:stCondLst>
                                        </p:cTn>
                                        <p:tgtEl>
                                          <p:spTgt spid="55"/>
                                        </p:tgtEl>
                                        <p:attrNameLst>
                                          <p:attrName>style.visibility</p:attrName>
                                        </p:attrNameLst>
                                      </p:cBhvr>
                                      <p:to>
                                        <p:strVal val="hidden"/>
                                      </p:to>
                                    </p:set>
                                  </p:childTnLst>
                                </p:cTn>
                              </p:par>
                            </p:childTnLst>
                          </p:cTn>
                        </p:par>
                      </p:childTnLst>
                    </p:cTn>
                  </p:par>
                  <p:par>
                    <p:cTn id="423" fill="hold">
                      <p:stCondLst>
                        <p:cond delay="indefinite"/>
                      </p:stCondLst>
                      <p:childTnLst>
                        <p:par>
                          <p:cTn id="424" fill="hold">
                            <p:stCondLst>
                              <p:cond delay="0"/>
                            </p:stCondLst>
                            <p:childTnLst>
                              <p:par>
                                <p:cTn id="425" presetID="10" presetClass="entr" presetSubtype="0" fill="hold" grpId="0" nodeType="clickEffect">
                                  <p:stCondLst>
                                    <p:cond delay="0"/>
                                  </p:stCondLst>
                                  <p:childTnLst>
                                    <p:set>
                                      <p:cBhvr>
                                        <p:cTn id="426" dur="1" fill="hold">
                                          <p:stCondLst>
                                            <p:cond delay="0"/>
                                          </p:stCondLst>
                                        </p:cTn>
                                        <p:tgtEl>
                                          <p:spTgt spid="36"/>
                                        </p:tgtEl>
                                        <p:attrNameLst>
                                          <p:attrName>style.visibility</p:attrName>
                                        </p:attrNameLst>
                                      </p:cBhvr>
                                      <p:to>
                                        <p:strVal val="visible"/>
                                      </p:to>
                                    </p:set>
                                    <p:animEffect transition="in" filter="fade">
                                      <p:cBhvr>
                                        <p:cTn id="427" dur="420"/>
                                        <p:tgtEl>
                                          <p:spTgt spid="36"/>
                                        </p:tgtEl>
                                      </p:cBhvr>
                                    </p:animEffect>
                                  </p:childTnLst>
                                </p:cTn>
                              </p:par>
                              <p:par>
                                <p:cTn id="428" presetID="1" presetClass="entr" presetSubtype="0" fill="hold" grpId="0" nodeType="withEffect">
                                  <p:stCondLst>
                                    <p:cond delay="0"/>
                                  </p:stCondLst>
                                  <p:childTnLst>
                                    <p:set>
                                      <p:cBhvr>
                                        <p:cTn id="429" dur="1" fill="hold">
                                          <p:stCondLst>
                                            <p:cond delay="0"/>
                                          </p:stCondLst>
                                        </p:cTn>
                                        <p:tgtEl>
                                          <p:spTgt spid="41"/>
                                        </p:tgtEl>
                                        <p:attrNameLst>
                                          <p:attrName>style.visibility</p:attrName>
                                        </p:attrNameLst>
                                      </p:cBhvr>
                                      <p:to>
                                        <p:strVal val="visible"/>
                                      </p:to>
                                    </p:set>
                                  </p:childTnLst>
                                </p:cTn>
                              </p:par>
                              <p:par>
                                <p:cTn id="430" presetID="1" presetClass="entr" presetSubtype="0" fill="hold" grpId="0" nodeType="withEffect">
                                  <p:stCondLst>
                                    <p:cond delay="0"/>
                                  </p:stCondLst>
                                  <p:childTnLst>
                                    <p:set>
                                      <p:cBhvr>
                                        <p:cTn id="431" dur="1" fill="hold">
                                          <p:stCondLst>
                                            <p:cond delay="0"/>
                                          </p:stCondLst>
                                        </p:cTn>
                                        <p:tgtEl>
                                          <p:spTgt spid="73"/>
                                        </p:tgtEl>
                                        <p:attrNameLst>
                                          <p:attrName>style.visibility</p:attrName>
                                        </p:attrNameLst>
                                      </p:cBhvr>
                                      <p:to>
                                        <p:strVal val="visible"/>
                                      </p:to>
                                    </p:set>
                                  </p:childTnLst>
                                </p:cTn>
                              </p:par>
                              <p:par>
                                <p:cTn id="432" presetID="1" presetClass="entr" presetSubtype="0" fill="hold" grpId="0" nodeType="withEffect">
                                  <p:stCondLst>
                                    <p:cond delay="0"/>
                                  </p:stCondLst>
                                  <p:childTnLst>
                                    <p:set>
                                      <p:cBhvr>
                                        <p:cTn id="433" dur="1" fill="hold">
                                          <p:stCondLst>
                                            <p:cond delay="0"/>
                                          </p:stCondLst>
                                        </p:cTn>
                                        <p:tgtEl>
                                          <p:spTgt spid="74"/>
                                        </p:tgtEl>
                                        <p:attrNameLst>
                                          <p:attrName>style.visibility</p:attrName>
                                        </p:attrNameLst>
                                      </p:cBhvr>
                                      <p:to>
                                        <p:strVal val="visible"/>
                                      </p:to>
                                    </p:set>
                                  </p:childTnLst>
                                </p:cTn>
                              </p:par>
                              <p:par>
                                <p:cTn id="434" presetID="1" presetClass="entr" presetSubtype="0" fill="hold" grpId="0" nodeType="withEffect">
                                  <p:stCondLst>
                                    <p:cond delay="0"/>
                                  </p:stCondLst>
                                  <p:childTnLst>
                                    <p:set>
                                      <p:cBhvr>
                                        <p:cTn id="435" dur="1" fill="hold">
                                          <p:stCondLst>
                                            <p:cond delay="0"/>
                                          </p:stCondLst>
                                        </p:cTn>
                                        <p:tgtEl>
                                          <p:spTgt spid="75"/>
                                        </p:tgtEl>
                                        <p:attrNameLst>
                                          <p:attrName>style.visibility</p:attrName>
                                        </p:attrNameLst>
                                      </p:cBhvr>
                                      <p:to>
                                        <p:strVal val="visible"/>
                                      </p:to>
                                    </p:set>
                                  </p:childTnLst>
                                </p:cTn>
                              </p:par>
                              <p:par>
                                <p:cTn id="436" presetID="1" presetClass="entr" presetSubtype="0" fill="hold" grpId="0" nodeType="withEffect">
                                  <p:stCondLst>
                                    <p:cond delay="0"/>
                                  </p:stCondLst>
                                  <p:childTnLst>
                                    <p:set>
                                      <p:cBhvr>
                                        <p:cTn id="437" dur="1" fill="hold">
                                          <p:stCondLst>
                                            <p:cond delay="0"/>
                                          </p:stCondLst>
                                        </p:cTn>
                                        <p:tgtEl>
                                          <p:spTgt spid="76"/>
                                        </p:tgtEl>
                                        <p:attrNameLst>
                                          <p:attrName>style.visibility</p:attrName>
                                        </p:attrNameLst>
                                      </p:cBhvr>
                                      <p:to>
                                        <p:strVal val="visible"/>
                                      </p:to>
                                    </p:set>
                                  </p:childTnLst>
                                </p:cTn>
                              </p:par>
                              <p:par>
                                <p:cTn id="438" presetID="1" presetClass="entr" presetSubtype="0" fill="hold" grpId="0" nodeType="withEffect">
                                  <p:stCondLst>
                                    <p:cond delay="0"/>
                                  </p:stCondLst>
                                  <p:childTnLst>
                                    <p:set>
                                      <p:cBhvr>
                                        <p:cTn id="439" dur="1" fill="hold">
                                          <p:stCondLst>
                                            <p:cond delay="0"/>
                                          </p:stCondLst>
                                        </p:cTn>
                                        <p:tgtEl>
                                          <p:spTgt spid="77"/>
                                        </p:tgtEl>
                                        <p:attrNameLst>
                                          <p:attrName>style.visibility</p:attrName>
                                        </p:attrNameLst>
                                      </p:cBhvr>
                                      <p:to>
                                        <p:strVal val="visible"/>
                                      </p:to>
                                    </p:set>
                                  </p:childTnLst>
                                </p:cTn>
                              </p:par>
                              <p:par>
                                <p:cTn id="440" presetID="1" presetClass="entr" presetSubtype="0" fill="hold" grpId="0" nodeType="withEffect">
                                  <p:stCondLst>
                                    <p:cond delay="0"/>
                                  </p:stCondLst>
                                  <p:childTnLst>
                                    <p:set>
                                      <p:cBhvr>
                                        <p:cTn id="441" dur="1" fill="hold">
                                          <p:stCondLst>
                                            <p:cond delay="0"/>
                                          </p:stCondLst>
                                        </p:cTn>
                                        <p:tgtEl>
                                          <p:spTgt spid="78"/>
                                        </p:tgtEl>
                                        <p:attrNameLst>
                                          <p:attrName>style.visibility</p:attrName>
                                        </p:attrNameLst>
                                      </p:cBhvr>
                                      <p:to>
                                        <p:strVal val="visible"/>
                                      </p:to>
                                    </p:set>
                                  </p:childTnLst>
                                </p:cTn>
                              </p:par>
                              <p:par>
                                <p:cTn id="442" presetID="1" presetClass="entr" presetSubtype="0" fill="hold" grpId="0" nodeType="withEffect">
                                  <p:stCondLst>
                                    <p:cond delay="0"/>
                                  </p:stCondLst>
                                  <p:childTnLst>
                                    <p:set>
                                      <p:cBhvr>
                                        <p:cTn id="443" dur="1" fill="hold">
                                          <p:stCondLst>
                                            <p:cond delay="0"/>
                                          </p:stCondLst>
                                        </p:cTn>
                                        <p:tgtEl>
                                          <p:spTgt spid="92"/>
                                        </p:tgtEl>
                                        <p:attrNameLst>
                                          <p:attrName>style.visibility</p:attrName>
                                        </p:attrNameLst>
                                      </p:cBhvr>
                                      <p:to>
                                        <p:strVal val="visible"/>
                                      </p:to>
                                    </p:set>
                                  </p:childTnLst>
                                </p:cTn>
                              </p:par>
                              <p:par>
                                <p:cTn id="444" presetID="1" presetClass="entr" presetSubtype="0" fill="hold" grpId="0" nodeType="withEffect">
                                  <p:stCondLst>
                                    <p:cond delay="0"/>
                                  </p:stCondLst>
                                  <p:childTnLst>
                                    <p:set>
                                      <p:cBhvr>
                                        <p:cTn id="445" dur="1" fill="hold">
                                          <p:stCondLst>
                                            <p:cond delay="0"/>
                                          </p:stCondLst>
                                        </p:cTn>
                                        <p:tgtEl>
                                          <p:spTgt spid="93"/>
                                        </p:tgtEl>
                                        <p:attrNameLst>
                                          <p:attrName>style.visibility</p:attrName>
                                        </p:attrNameLst>
                                      </p:cBhvr>
                                      <p:to>
                                        <p:strVal val="visible"/>
                                      </p:to>
                                    </p:set>
                                  </p:childTnLst>
                                </p:cTn>
                              </p:par>
                              <p:par>
                                <p:cTn id="446" presetID="1" presetClass="entr" presetSubtype="0" fill="hold" grpId="0" nodeType="withEffect">
                                  <p:stCondLst>
                                    <p:cond delay="0"/>
                                  </p:stCondLst>
                                  <p:childTnLst>
                                    <p:set>
                                      <p:cBhvr>
                                        <p:cTn id="447" dur="1" fill="hold">
                                          <p:stCondLst>
                                            <p:cond delay="0"/>
                                          </p:stCondLst>
                                        </p:cTn>
                                        <p:tgtEl>
                                          <p:spTgt spid="94"/>
                                        </p:tgtEl>
                                        <p:attrNameLst>
                                          <p:attrName>style.visibility</p:attrName>
                                        </p:attrNameLst>
                                      </p:cBhvr>
                                      <p:to>
                                        <p:strVal val="visible"/>
                                      </p:to>
                                    </p:set>
                                  </p:childTnLst>
                                </p:cTn>
                              </p:par>
                              <p:par>
                                <p:cTn id="448" presetID="1" presetClass="entr" presetSubtype="0" fill="hold" grpId="0" nodeType="withEffect">
                                  <p:stCondLst>
                                    <p:cond delay="0"/>
                                  </p:stCondLst>
                                  <p:childTnLst>
                                    <p:set>
                                      <p:cBhvr>
                                        <p:cTn id="449" dur="1" fill="hold">
                                          <p:stCondLst>
                                            <p:cond delay="0"/>
                                          </p:stCondLst>
                                        </p:cTn>
                                        <p:tgtEl>
                                          <p:spTgt spid="95"/>
                                        </p:tgtEl>
                                        <p:attrNameLst>
                                          <p:attrName>style.visibility</p:attrName>
                                        </p:attrNameLst>
                                      </p:cBhvr>
                                      <p:to>
                                        <p:strVal val="visible"/>
                                      </p:to>
                                    </p:set>
                                  </p:childTnLst>
                                </p:cTn>
                              </p:par>
                              <p:par>
                                <p:cTn id="450" presetID="1" presetClass="entr" presetSubtype="0" fill="hold" nodeType="withEffect">
                                  <p:stCondLst>
                                    <p:cond delay="0"/>
                                  </p:stCondLst>
                                  <p:childTnLst>
                                    <p:set>
                                      <p:cBhvr>
                                        <p:cTn id="451" dur="1" fill="hold">
                                          <p:stCondLst>
                                            <p:cond delay="0"/>
                                          </p:stCondLst>
                                        </p:cTn>
                                        <p:tgtEl>
                                          <p:spTgt spid="96"/>
                                        </p:tgtEl>
                                        <p:attrNameLst>
                                          <p:attrName>style.visibility</p:attrName>
                                        </p:attrNameLst>
                                      </p:cBhvr>
                                      <p:to>
                                        <p:strVal val="visible"/>
                                      </p:to>
                                    </p:set>
                                  </p:childTnLst>
                                </p:cTn>
                              </p:par>
                              <p:par>
                                <p:cTn id="452" presetID="1" presetClass="entr" presetSubtype="0" fill="hold" grpId="0" nodeType="withEffect">
                                  <p:stCondLst>
                                    <p:cond delay="0"/>
                                  </p:stCondLst>
                                  <p:childTnLst>
                                    <p:set>
                                      <p:cBhvr>
                                        <p:cTn id="453" dur="1" fill="hold">
                                          <p:stCondLst>
                                            <p:cond delay="0"/>
                                          </p:stCondLst>
                                        </p:cTn>
                                        <p:tgtEl>
                                          <p:spTgt spid="97"/>
                                        </p:tgtEl>
                                        <p:attrNameLst>
                                          <p:attrName>style.visibility</p:attrName>
                                        </p:attrNameLst>
                                      </p:cBhvr>
                                      <p:to>
                                        <p:strVal val="visible"/>
                                      </p:to>
                                    </p:set>
                                  </p:childTnLst>
                                </p:cTn>
                              </p:par>
                              <p:par>
                                <p:cTn id="454" presetID="1" presetClass="entr" presetSubtype="0" fill="hold" grpId="0" nodeType="withEffect">
                                  <p:stCondLst>
                                    <p:cond delay="0"/>
                                  </p:stCondLst>
                                  <p:childTnLst>
                                    <p:set>
                                      <p:cBhvr>
                                        <p:cTn id="455" dur="1" fill="hold">
                                          <p:stCondLst>
                                            <p:cond delay="0"/>
                                          </p:stCondLst>
                                        </p:cTn>
                                        <p:tgtEl>
                                          <p:spTgt spid="98"/>
                                        </p:tgtEl>
                                        <p:attrNameLst>
                                          <p:attrName>style.visibility</p:attrName>
                                        </p:attrNameLst>
                                      </p:cBhvr>
                                      <p:to>
                                        <p:strVal val="visible"/>
                                      </p:to>
                                    </p:set>
                                  </p:childTnLst>
                                </p:cTn>
                              </p:par>
                              <p:par>
                                <p:cTn id="456" presetID="1" presetClass="entr" presetSubtype="0" fill="hold" nodeType="withEffect">
                                  <p:stCondLst>
                                    <p:cond delay="0"/>
                                  </p:stCondLst>
                                  <p:childTnLst>
                                    <p:set>
                                      <p:cBhvr>
                                        <p:cTn id="457" dur="1" fill="hold">
                                          <p:stCondLst>
                                            <p:cond delay="0"/>
                                          </p:stCondLst>
                                        </p:cTn>
                                        <p:tgtEl>
                                          <p:spTgt spid="99"/>
                                        </p:tgtEl>
                                        <p:attrNameLst>
                                          <p:attrName>style.visibility</p:attrName>
                                        </p:attrNameLst>
                                      </p:cBhvr>
                                      <p:to>
                                        <p:strVal val="visible"/>
                                      </p:to>
                                    </p:set>
                                  </p:childTnLst>
                                </p:cTn>
                              </p:par>
                              <p:par>
                                <p:cTn id="458" presetID="1" presetClass="entr" presetSubtype="0" fill="hold" grpId="0" nodeType="withEffect">
                                  <p:stCondLst>
                                    <p:cond delay="0"/>
                                  </p:stCondLst>
                                  <p:childTnLst>
                                    <p:set>
                                      <p:cBhvr>
                                        <p:cTn id="459" dur="1" fill="hold">
                                          <p:stCondLst>
                                            <p:cond delay="0"/>
                                          </p:stCondLst>
                                        </p:cTn>
                                        <p:tgtEl>
                                          <p:spTgt spid="100"/>
                                        </p:tgtEl>
                                        <p:attrNameLst>
                                          <p:attrName>style.visibility</p:attrName>
                                        </p:attrNameLst>
                                      </p:cBhvr>
                                      <p:to>
                                        <p:strVal val="visible"/>
                                      </p:to>
                                    </p:set>
                                  </p:childTnLst>
                                </p:cTn>
                              </p:par>
                              <p:par>
                                <p:cTn id="460" presetID="1" presetClass="entr" presetSubtype="0" fill="hold" grpId="0" nodeType="withEffect">
                                  <p:stCondLst>
                                    <p:cond delay="0"/>
                                  </p:stCondLst>
                                  <p:childTnLst>
                                    <p:set>
                                      <p:cBhvr>
                                        <p:cTn id="461" dur="1" fill="hold">
                                          <p:stCondLst>
                                            <p:cond delay="0"/>
                                          </p:stCondLst>
                                        </p:cTn>
                                        <p:tgtEl>
                                          <p:spTgt spid="101"/>
                                        </p:tgtEl>
                                        <p:attrNameLst>
                                          <p:attrName>style.visibility</p:attrName>
                                        </p:attrNameLst>
                                      </p:cBhvr>
                                      <p:to>
                                        <p:strVal val="visible"/>
                                      </p:to>
                                    </p:set>
                                  </p:childTnLst>
                                </p:cTn>
                              </p:par>
                              <p:par>
                                <p:cTn id="462" presetID="1" presetClass="entr" presetSubtype="0" fill="hold" nodeType="withEffect">
                                  <p:stCondLst>
                                    <p:cond delay="0"/>
                                  </p:stCondLst>
                                  <p:childTnLst>
                                    <p:set>
                                      <p:cBhvr>
                                        <p:cTn id="463" dur="1" fill="hold">
                                          <p:stCondLst>
                                            <p:cond delay="0"/>
                                          </p:stCondLst>
                                        </p:cTn>
                                        <p:tgtEl>
                                          <p:spTgt spid="102"/>
                                        </p:tgtEl>
                                        <p:attrNameLst>
                                          <p:attrName>style.visibility</p:attrName>
                                        </p:attrNameLst>
                                      </p:cBhvr>
                                      <p:to>
                                        <p:strVal val="visible"/>
                                      </p:to>
                                    </p:set>
                                  </p:childTnLst>
                                </p:cTn>
                              </p:par>
                              <p:par>
                                <p:cTn id="464" presetID="1" presetClass="entr" presetSubtype="0" fill="hold" grpId="0" nodeType="withEffect">
                                  <p:stCondLst>
                                    <p:cond delay="0"/>
                                  </p:stCondLst>
                                  <p:childTnLst>
                                    <p:set>
                                      <p:cBhvr>
                                        <p:cTn id="465" dur="1" fill="hold">
                                          <p:stCondLst>
                                            <p:cond delay="0"/>
                                          </p:stCondLst>
                                        </p:cTn>
                                        <p:tgtEl>
                                          <p:spTgt spid="103"/>
                                        </p:tgtEl>
                                        <p:attrNameLst>
                                          <p:attrName>style.visibility</p:attrName>
                                        </p:attrNameLst>
                                      </p:cBhvr>
                                      <p:to>
                                        <p:strVal val="visible"/>
                                      </p:to>
                                    </p:set>
                                  </p:childTnLst>
                                </p:cTn>
                              </p:par>
                              <p:par>
                                <p:cTn id="466" presetID="10" presetClass="entr" presetSubtype="0" fill="hold" grpId="0" nodeType="withEffect">
                                  <p:stCondLst>
                                    <p:cond delay="0"/>
                                  </p:stCondLst>
                                  <p:childTnLst>
                                    <p:set>
                                      <p:cBhvr>
                                        <p:cTn id="467" dur="1" fill="hold">
                                          <p:stCondLst>
                                            <p:cond delay="0"/>
                                          </p:stCondLst>
                                        </p:cTn>
                                        <p:tgtEl>
                                          <p:spTgt spid="104"/>
                                        </p:tgtEl>
                                        <p:attrNameLst>
                                          <p:attrName>style.visibility</p:attrName>
                                        </p:attrNameLst>
                                      </p:cBhvr>
                                      <p:to>
                                        <p:strVal val="visible"/>
                                      </p:to>
                                    </p:set>
                                    <p:animEffect transition="in" filter="fade">
                                      <p:cBhvr>
                                        <p:cTn id="468" dur="420"/>
                                        <p:tgtEl>
                                          <p:spTgt spid="104"/>
                                        </p:tgtEl>
                                      </p:cBhvr>
                                    </p:animEffect>
                                  </p:childTnLst>
                                </p:cTn>
                              </p:par>
                              <p:par>
                                <p:cTn id="469" presetID="10" presetClass="entr" presetSubtype="0" fill="hold" grpId="0" nodeType="withEffect">
                                  <p:stCondLst>
                                    <p:cond delay="0"/>
                                  </p:stCondLst>
                                  <p:childTnLst>
                                    <p:set>
                                      <p:cBhvr>
                                        <p:cTn id="470" dur="1" fill="hold">
                                          <p:stCondLst>
                                            <p:cond delay="0"/>
                                          </p:stCondLst>
                                        </p:cTn>
                                        <p:tgtEl>
                                          <p:spTgt spid="105"/>
                                        </p:tgtEl>
                                        <p:attrNameLst>
                                          <p:attrName>style.visibility</p:attrName>
                                        </p:attrNameLst>
                                      </p:cBhvr>
                                      <p:to>
                                        <p:strVal val="visible"/>
                                      </p:to>
                                    </p:set>
                                    <p:animEffect transition="in" filter="fade">
                                      <p:cBhvr>
                                        <p:cTn id="471" dur="420"/>
                                        <p:tgtEl>
                                          <p:spTgt spid="105"/>
                                        </p:tgtEl>
                                      </p:cBhvr>
                                    </p:animEffect>
                                  </p:childTnLst>
                                </p:cTn>
                              </p:par>
                              <p:par>
                                <p:cTn id="472" presetID="10" presetClass="entr" presetSubtype="0" fill="hold" nodeType="withEffect">
                                  <p:stCondLst>
                                    <p:cond delay="0"/>
                                  </p:stCondLst>
                                  <p:childTnLst>
                                    <p:set>
                                      <p:cBhvr>
                                        <p:cTn id="473" dur="1" fill="hold">
                                          <p:stCondLst>
                                            <p:cond delay="0"/>
                                          </p:stCondLst>
                                        </p:cTn>
                                        <p:tgtEl>
                                          <p:spTgt spid="106"/>
                                        </p:tgtEl>
                                        <p:attrNameLst>
                                          <p:attrName>style.visibility</p:attrName>
                                        </p:attrNameLst>
                                      </p:cBhvr>
                                      <p:to>
                                        <p:strVal val="visible"/>
                                      </p:to>
                                    </p:set>
                                    <p:animEffect transition="in" filter="fade">
                                      <p:cBhvr>
                                        <p:cTn id="474" dur="420"/>
                                        <p:tgtEl>
                                          <p:spTgt spid="106"/>
                                        </p:tgtEl>
                                      </p:cBhvr>
                                    </p:animEffect>
                                  </p:childTnLst>
                                </p:cTn>
                              </p:par>
                              <p:par>
                                <p:cTn id="475" presetID="1" presetClass="entr" presetSubtype="0" fill="hold" grpId="0" nodeType="withEffect">
                                  <p:stCondLst>
                                    <p:cond delay="0"/>
                                  </p:stCondLst>
                                  <p:childTnLst>
                                    <p:set>
                                      <p:cBhvr>
                                        <p:cTn id="476" dur="1" fill="hold">
                                          <p:stCondLst>
                                            <p:cond delay="0"/>
                                          </p:stCondLst>
                                        </p:cTn>
                                        <p:tgtEl>
                                          <p:spTgt spid="107"/>
                                        </p:tgtEl>
                                        <p:attrNameLst>
                                          <p:attrName>style.visibility</p:attrName>
                                        </p:attrNameLst>
                                      </p:cBhvr>
                                      <p:to>
                                        <p:strVal val="visible"/>
                                      </p:to>
                                    </p:set>
                                  </p:childTnLst>
                                </p:cTn>
                              </p:par>
                              <p:par>
                                <p:cTn id="477" presetID="1" presetClass="entr" presetSubtype="0" fill="hold" grpId="0" nodeType="withEffect">
                                  <p:stCondLst>
                                    <p:cond delay="0"/>
                                  </p:stCondLst>
                                  <p:childTnLst>
                                    <p:set>
                                      <p:cBhvr>
                                        <p:cTn id="478" dur="1" fill="hold">
                                          <p:stCondLst>
                                            <p:cond delay="0"/>
                                          </p:stCondLst>
                                        </p:cTn>
                                        <p:tgtEl>
                                          <p:spTgt spid="108"/>
                                        </p:tgtEl>
                                        <p:attrNameLst>
                                          <p:attrName>style.visibility</p:attrName>
                                        </p:attrNameLst>
                                      </p:cBhvr>
                                      <p:to>
                                        <p:strVal val="visible"/>
                                      </p:to>
                                    </p:set>
                                  </p:childTnLst>
                                </p:cTn>
                              </p:par>
                              <p:par>
                                <p:cTn id="479" presetID="1" presetClass="entr" presetSubtype="0" fill="hold" grpId="0" nodeType="withEffect">
                                  <p:stCondLst>
                                    <p:cond delay="0"/>
                                  </p:stCondLst>
                                  <p:childTnLst>
                                    <p:set>
                                      <p:cBhvr>
                                        <p:cTn id="480" dur="1" fill="hold">
                                          <p:stCondLst>
                                            <p:cond delay="0"/>
                                          </p:stCondLst>
                                        </p:cTn>
                                        <p:tgtEl>
                                          <p:spTgt spid="109"/>
                                        </p:tgtEl>
                                        <p:attrNameLst>
                                          <p:attrName>style.visibility</p:attrName>
                                        </p:attrNameLst>
                                      </p:cBhvr>
                                      <p:to>
                                        <p:strVal val="visible"/>
                                      </p:to>
                                    </p:set>
                                  </p:childTnLst>
                                </p:cTn>
                              </p:par>
                              <p:par>
                                <p:cTn id="481" presetID="1" presetClass="entr" presetSubtype="0" fill="hold" grpId="0" nodeType="withEffect">
                                  <p:stCondLst>
                                    <p:cond delay="0"/>
                                  </p:stCondLst>
                                  <p:childTnLst>
                                    <p:set>
                                      <p:cBhvr>
                                        <p:cTn id="482" dur="1" fill="hold">
                                          <p:stCondLst>
                                            <p:cond delay="0"/>
                                          </p:stCondLst>
                                        </p:cTn>
                                        <p:tgtEl>
                                          <p:spTgt spid="161"/>
                                        </p:tgtEl>
                                        <p:attrNameLst>
                                          <p:attrName>style.visibility</p:attrName>
                                        </p:attrNameLst>
                                      </p:cBhvr>
                                      <p:to>
                                        <p:strVal val="visible"/>
                                      </p:to>
                                    </p:set>
                                  </p:childTnLst>
                                </p:cTn>
                              </p:par>
                              <p:par>
                                <p:cTn id="483" presetID="10" presetClass="exit" presetSubtype="0" fill="hold" grpId="1" nodeType="withEffect">
                                  <p:stCondLst>
                                    <p:cond delay="0"/>
                                  </p:stCondLst>
                                  <p:childTnLst>
                                    <p:animEffect transition="out" filter="fade">
                                      <p:cBhvr>
                                        <p:cTn id="484" dur="420"/>
                                        <p:tgtEl>
                                          <p:spTgt spid="42"/>
                                        </p:tgtEl>
                                      </p:cBhvr>
                                    </p:animEffect>
                                    <p:set>
                                      <p:cBhvr>
                                        <p:cTn id="485" dur="1" fill="hold">
                                          <p:stCondLst>
                                            <p:cond delay="419"/>
                                          </p:stCondLst>
                                        </p:cTn>
                                        <p:tgtEl>
                                          <p:spTgt spid="42"/>
                                        </p:tgtEl>
                                        <p:attrNameLst>
                                          <p:attrName>style.visibility</p:attrName>
                                        </p:attrNameLst>
                                      </p:cBhvr>
                                      <p:to>
                                        <p:strVal val="hidden"/>
                                      </p:to>
                                    </p:set>
                                  </p:childTnLst>
                                </p:cTn>
                              </p:par>
                              <p:par>
                                <p:cTn id="486" presetID="10" presetClass="exit" presetSubtype="0" fill="hold" grpId="1" nodeType="withEffect">
                                  <p:stCondLst>
                                    <p:cond delay="0"/>
                                  </p:stCondLst>
                                  <p:childTnLst>
                                    <p:animEffect transition="out" filter="fade">
                                      <p:cBhvr>
                                        <p:cTn id="487" dur="420"/>
                                        <p:tgtEl>
                                          <p:spTgt spid="90"/>
                                        </p:tgtEl>
                                      </p:cBhvr>
                                    </p:animEffect>
                                    <p:set>
                                      <p:cBhvr>
                                        <p:cTn id="488" dur="1" fill="hold">
                                          <p:stCondLst>
                                            <p:cond delay="419"/>
                                          </p:stCondLst>
                                        </p:cTn>
                                        <p:tgtEl>
                                          <p:spTgt spid="90"/>
                                        </p:tgtEl>
                                        <p:attrNameLst>
                                          <p:attrName>style.visibility</p:attrName>
                                        </p:attrNameLst>
                                      </p:cBhvr>
                                      <p:to>
                                        <p:strVal val="hidden"/>
                                      </p:to>
                                    </p:set>
                                  </p:childTnLst>
                                </p:cTn>
                              </p:par>
                              <p:par>
                                <p:cTn id="489" presetID="10" presetClass="exit" presetSubtype="0" fill="hold" grpId="1" nodeType="withEffect">
                                  <p:stCondLst>
                                    <p:cond delay="0"/>
                                  </p:stCondLst>
                                  <p:childTnLst>
                                    <p:animEffect transition="out" filter="fade">
                                      <p:cBhvr>
                                        <p:cTn id="490" dur="420"/>
                                        <p:tgtEl>
                                          <p:spTgt spid="116"/>
                                        </p:tgtEl>
                                      </p:cBhvr>
                                    </p:animEffect>
                                    <p:set>
                                      <p:cBhvr>
                                        <p:cTn id="491" dur="1" fill="hold">
                                          <p:stCondLst>
                                            <p:cond delay="419"/>
                                          </p:stCondLst>
                                        </p:cTn>
                                        <p:tgtEl>
                                          <p:spTgt spid="116"/>
                                        </p:tgtEl>
                                        <p:attrNameLst>
                                          <p:attrName>style.visibility</p:attrName>
                                        </p:attrNameLst>
                                      </p:cBhvr>
                                      <p:to>
                                        <p:strVal val="hidden"/>
                                      </p:to>
                                    </p:set>
                                  </p:childTnLst>
                                </p:cTn>
                              </p:par>
                              <p:par>
                                <p:cTn id="492" presetID="10" presetClass="exit" presetSubtype="0" fill="hold" grpId="1" nodeType="withEffect">
                                  <p:stCondLst>
                                    <p:cond delay="0"/>
                                  </p:stCondLst>
                                  <p:childTnLst>
                                    <p:animEffect transition="out" filter="fade">
                                      <p:cBhvr>
                                        <p:cTn id="493" dur="420"/>
                                        <p:tgtEl>
                                          <p:spTgt spid="117"/>
                                        </p:tgtEl>
                                      </p:cBhvr>
                                    </p:animEffect>
                                    <p:set>
                                      <p:cBhvr>
                                        <p:cTn id="494" dur="1" fill="hold">
                                          <p:stCondLst>
                                            <p:cond delay="419"/>
                                          </p:stCondLst>
                                        </p:cTn>
                                        <p:tgtEl>
                                          <p:spTgt spid="117"/>
                                        </p:tgtEl>
                                        <p:attrNameLst>
                                          <p:attrName>style.visibility</p:attrName>
                                        </p:attrNameLst>
                                      </p:cBhvr>
                                      <p:to>
                                        <p:strVal val="hidden"/>
                                      </p:to>
                                    </p:set>
                                  </p:childTnLst>
                                </p:cTn>
                              </p:par>
                              <p:par>
                                <p:cTn id="495" presetID="10" presetClass="exit" presetSubtype="0" fill="hold" grpId="1" nodeType="withEffect">
                                  <p:stCondLst>
                                    <p:cond delay="0"/>
                                  </p:stCondLst>
                                  <p:childTnLst>
                                    <p:animEffect transition="out" filter="fade">
                                      <p:cBhvr>
                                        <p:cTn id="496" dur="420"/>
                                        <p:tgtEl>
                                          <p:spTgt spid="118"/>
                                        </p:tgtEl>
                                      </p:cBhvr>
                                    </p:animEffect>
                                    <p:set>
                                      <p:cBhvr>
                                        <p:cTn id="497" dur="1" fill="hold">
                                          <p:stCondLst>
                                            <p:cond delay="419"/>
                                          </p:stCondLst>
                                        </p:cTn>
                                        <p:tgtEl>
                                          <p:spTgt spid="118"/>
                                        </p:tgtEl>
                                        <p:attrNameLst>
                                          <p:attrName>style.visibility</p:attrName>
                                        </p:attrNameLst>
                                      </p:cBhvr>
                                      <p:to>
                                        <p:strVal val="hidden"/>
                                      </p:to>
                                    </p:set>
                                  </p:childTnLst>
                                </p:cTn>
                              </p:par>
                              <p:par>
                                <p:cTn id="498" presetID="10" presetClass="exit" presetSubtype="0" fill="hold" grpId="1" nodeType="withEffect">
                                  <p:stCondLst>
                                    <p:cond delay="0"/>
                                  </p:stCondLst>
                                  <p:childTnLst>
                                    <p:animEffect transition="out" filter="fade">
                                      <p:cBhvr>
                                        <p:cTn id="499" dur="420"/>
                                        <p:tgtEl>
                                          <p:spTgt spid="119"/>
                                        </p:tgtEl>
                                      </p:cBhvr>
                                    </p:animEffect>
                                    <p:set>
                                      <p:cBhvr>
                                        <p:cTn id="500" dur="1" fill="hold">
                                          <p:stCondLst>
                                            <p:cond delay="419"/>
                                          </p:stCondLst>
                                        </p:cTn>
                                        <p:tgtEl>
                                          <p:spTgt spid="119"/>
                                        </p:tgtEl>
                                        <p:attrNameLst>
                                          <p:attrName>style.visibility</p:attrName>
                                        </p:attrNameLst>
                                      </p:cBhvr>
                                      <p:to>
                                        <p:strVal val="hidden"/>
                                      </p:to>
                                    </p:set>
                                  </p:childTnLst>
                                </p:cTn>
                              </p:par>
                              <p:par>
                                <p:cTn id="501" presetID="10" presetClass="exit" presetSubtype="0" fill="hold" grpId="1" nodeType="withEffect">
                                  <p:stCondLst>
                                    <p:cond delay="0"/>
                                  </p:stCondLst>
                                  <p:childTnLst>
                                    <p:animEffect transition="out" filter="fade">
                                      <p:cBhvr>
                                        <p:cTn id="502" dur="420"/>
                                        <p:tgtEl>
                                          <p:spTgt spid="120"/>
                                        </p:tgtEl>
                                      </p:cBhvr>
                                    </p:animEffect>
                                    <p:set>
                                      <p:cBhvr>
                                        <p:cTn id="503" dur="1" fill="hold">
                                          <p:stCondLst>
                                            <p:cond delay="419"/>
                                          </p:stCondLst>
                                        </p:cTn>
                                        <p:tgtEl>
                                          <p:spTgt spid="120"/>
                                        </p:tgtEl>
                                        <p:attrNameLst>
                                          <p:attrName>style.visibility</p:attrName>
                                        </p:attrNameLst>
                                      </p:cBhvr>
                                      <p:to>
                                        <p:strVal val="hidden"/>
                                      </p:to>
                                    </p:set>
                                  </p:childTnLst>
                                </p:cTn>
                              </p:par>
                              <p:par>
                                <p:cTn id="504" presetID="10" presetClass="exit" presetSubtype="0" fill="hold" grpId="1" nodeType="withEffect">
                                  <p:stCondLst>
                                    <p:cond delay="0"/>
                                  </p:stCondLst>
                                  <p:childTnLst>
                                    <p:animEffect transition="out" filter="fade">
                                      <p:cBhvr>
                                        <p:cTn id="505" dur="420"/>
                                        <p:tgtEl>
                                          <p:spTgt spid="121"/>
                                        </p:tgtEl>
                                      </p:cBhvr>
                                    </p:animEffect>
                                    <p:set>
                                      <p:cBhvr>
                                        <p:cTn id="506" dur="1" fill="hold">
                                          <p:stCondLst>
                                            <p:cond delay="419"/>
                                          </p:stCondLst>
                                        </p:cTn>
                                        <p:tgtEl>
                                          <p:spTgt spid="121"/>
                                        </p:tgtEl>
                                        <p:attrNameLst>
                                          <p:attrName>style.visibility</p:attrName>
                                        </p:attrNameLst>
                                      </p:cBhvr>
                                      <p:to>
                                        <p:strVal val="hidden"/>
                                      </p:to>
                                    </p:set>
                                  </p:childTnLst>
                                </p:cTn>
                              </p:par>
                              <p:par>
                                <p:cTn id="507" presetID="1" presetClass="exit" presetSubtype="0" fill="hold" grpId="1" nodeType="withEffect">
                                  <p:stCondLst>
                                    <p:cond delay="420"/>
                                  </p:stCondLst>
                                  <p:childTnLst>
                                    <p:set>
                                      <p:cBhvr>
                                        <p:cTn id="508" dur="1" fill="hold">
                                          <p:stCondLst>
                                            <p:cond delay="0"/>
                                          </p:stCondLst>
                                        </p:cTn>
                                        <p:tgtEl>
                                          <p:spTgt spid="85"/>
                                        </p:tgtEl>
                                        <p:attrNameLst>
                                          <p:attrName>style.visibility</p:attrName>
                                        </p:attrNameLst>
                                      </p:cBhvr>
                                      <p:to>
                                        <p:strVal val="hidden"/>
                                      </p:to>
                                    </p:set>
                                  </p:childTnLst>
                                </p:cTn>
                              </p:par>
                              <p:par>
                                <p:cTn id="509" presetID="1" presetClass="exit" presetSubtype="0" fill="hold" grpId="1" nodeType="withEffect">
                                  <p:stCondLst>
                                    <p:cond delay="420"/>
                                  </p:stCondLst>
                                  <p:childTnLst>
                                    <p:set>
                                      <p:cBhvr>
                                        <p:cTn id="510" dur="1" fill="hold">
                                          <p:stCondLst>
                                            <p:cond delay="0"/>
                                          </p:stCondLst>
                                        </p:cTn>
                                        <p:tgtEl>
                                          <p:spTgt spid="86"/>
                                        </p:tgtEl>
                                        <p:attrNameLst>
                                          <p:attrName>style.visibility</p:attrName>
                                        </p:attrNameLst>
                                      </p:cBhvr>
                                      <p:to>
                                        <p:strVal val="hidden"/>
                                      </p:to>
                                    </p:set>
                                  </p:childTnLst>
                                </p:cTn>
                              </p:par>
                              <p:par>
                                <p:cTn id="511" presetID="1" presetClass="exit" presetSubtype="0" fill="hold" grpId="1" nodeType="withEffect">
                                  <p:stCondLst>
                                    <p:cond delay="420"/>
                                  </p:stCondLst>
                                  <p:childTnLst>
                                    <p:set>
                                      <p:cBhvr>
                                        <p:cTn id="512" dur="1" fill="hold">
                                          <p:stCondLst>
                                            <p:cond delay="0"/>
                                          </p:stCondLst>
                                        </p:cTn>
                                        <p:tgtEl>
                                          <p:spTgt spid="87"/>
                                        </p:tgtEl>
                                        <p:attrNameLst>
                                          <p:attrName>style.visibility</p:attrName>
                                        </p:attrNameLst>
                                      </p:cBhvr>
                                      <p:to>
                                        <p:strVal val="hidden"/>
                                      </p:to>
                                    </p:set>
                                  </p:childTnLst>
                                </p:cTn>
                              </p:par>
                              <p:par>
                                <p:cTn id="513" presetID="1" presetClass="exit" presetSubtype="0" fill="hold" grpId="1" nodeType="withEffect">
                                  <p:stCondLst>
                                    <p:cond delay="420"/>
                                  </p:stCondLst>
                                  <p:childTnLst>
                                    <p:set>
                                      <p:cBhvr>
                                        <p:cTn id="514" dur="1" fill="hold">
                                          <p:stCondLst>
                                            <p:cond delay="0"/>
                                          </p:stCondLst>
                                        </p:cTn>
                                        <p:tgtEl>
                                          <p:spTgt spid="88"/>
                                        </p:tgtEl>
                                        <p:attrNameLst>
                                          <p:attrName>style.visibility</p:attrName>
                                        </p:attrNameLst>
                                      </p:cBhvr>
                                      <p:to>
                                        <p:strVal val="hidden"/>
                                      </p:to>
                                    </p:set>
                                  </p:childTnLst>
                                </p:cTn>
                              </p:par>
                              <p:par>
                                <p:cTn id="515" presetID="1" presetClass="exit" presetSubtype="0" fill="hold" grpId="1" nodeType="withEffect">
                                  <p:stCondLst>
                                    <p:cond delay="420"/>
                                  </p:stCondLst>
                                  <p:childTnLst>
                                    <p:set>
                                      <p:cBhvr>
                                        <p:cTn id="516" dur="1" fill="hold">
                                          <p:stCondLst>
                                            <p:cond delay="0"/>
                                          </p:stCondLst>
                                        </p:cTn>
                                        <p:tgtEl>
                                          <p:spTgt spid="89"/>
                                        </p:tgtEl>
                                        <p:attrNameLst>
                                          <p:attrName>style.visibility</p:attrName>
                                        </p:attrNameLst>
                                      </p:cBhvr>
                                      <p:to>
                                        <p:strVal val="hidden"/>
                                      </p:to>
                                    </p:set>
                                  </p:childTnLst>
                                </p:cTn>
                              </p:par>
                            </p:childTnLst>
                          </p:cTn>
                        </p:par>
                      </p:childTnLst>
                    </p:cTn>
                  </p:par>
                  <p:par>
                    <p:cTn id="517" fill="hold">
                      <p:stCondLst>
                        <p:cond delay="indefinite"/>
                      </p:stCondLst>
                      <p:childTnLst>
                        <p:par>
                          <p:cTn id="518" fill="hold">
                            <p:stCondLst>
                              <p:cond delay="0"/>
                            </p:stCondLst>
                            <p:childTnLst>
                              <p:par>
                                <p:cTn id="519" presetID="10" presetClass="entr" presetSubtype="0" fill="hold" grpId="0" nodeType="clickEffect">
                                  <p:stCondLst>
                                    <p:cond delay="0"/>
                                  </p:stCondLst>
                                  <p:childTnLst>
                                    <p:set>
                                      <p:cBhvr>
                                        <p:cTn id="520" dur="1" fill="hold">
                                          <p:stCondLst>
                                            <p:cond delay="0"/>
                                          </p:stCondLst>
                                        </p:cTn>
                                        <p:tgtEl>
                                          <p:spTgt spid="38"/>
                                        </p:tgtEl>
                                        <p:attrNameLst>
                                          <p:attrName>style.visibility</p:attrName>
                                        </p:attrNameLst>
                                      </p:cBhvr>
                                      <p:to>
                                        <p:strVal val="visible"/>
                                      </p:to>
                                    </p:set>
                                    <p:animEffect transition="in" filter="fade">
                                      <p:cBhvr>
                                        <p:cTn id="521" dur="420"/>
                                        <p:tgtEl>
                                          <p:spTgt spid="38"/>
                                        </p:tgtEl>
                                      </p:cBhvr>
                                    </p:animEffect>
                                  </p:childTnLst>
                                </p:cTn>
                              </p:par>
                              <p:par>
                                <p:cTn id="522" presetID="1" presetClass="entr" presetSubtype="0" fill="hold" grpId="0" nodeType="withEffect">
                                  <p:stCondLst>
                                    <p:cond delay="0"/>
                                  </p:stCondLst>
                                  <p:childTnLst>
                                    <p:set>
                                      <p:cBhvr>
                                        <p:cTn id="523" dur="1" fill="hold">
                                          <p:stCondLst>
                                            <p:cond delay="0"/>
                                          </p:stCondLst>
                                        </p:cTn>
                                        <p:tgtEl>
                                          <p:spTgt spid="39"/>
                                        </p:tgtEl>
                                        <p:attrNameLst>
                                          <p:attrName>style.visibility</p:attrName>
                                        </p:attrNameLst>
                                      </p:cBhvr>
                                      <p:to>
                                        <p:strVal val="visible"/>
                                      </p:to>
                                    </p:set>
                                  </p:childTnLst>
                                </p:cTn>
                              </p:par>
                              <p:par>
                                <p:cTn id="524" presetID="1" presetClass="entr" presetSubtype="0" fill="hold" grpId="0" nodeType="withEffect">
                                  <p:stCondLst>
                                    <p:cond delay="0"/>
                                  </p:stCondLst>
                                  <p:childTnLst>
                                    <p:set>
                                      <p:cBhvr>
                                        <p:cTn id="525" dur="1" fill="hold">
                                          <p:stCondLst>
                                            <p:cond delay="0"/>
                                          </p:stCondLst>
                                        </p:cTn>
                                        <p:tgtEl>
                                          <p:spTgt spid="40"/>
                                        </p:tgtEl>
                                        <p:attrNameLst>
                                          <p:attrName>style.visibility</p:attrName>
                                        </p:attrNameLst>
                                      </p:cBhvr>
                                      <p:to>
                                        <p:strVal val="visible"/>
                                      </p:to>
                                    </p:set>
                                  </p:childTnLst>
                                </p:cTn>
                              </p:par>
                              <p:par>
                                <p:cTn id="526" presetID="1" presetClass="entr" presetSubtype="0" fill="hold" grpId="0" nodeType="withEffect">
                                  <p:stCondLst>
                                    <p:cond delay="0"/>
                                  </p:stCondLst>
                                  <p:childTnLst>
                                    <p:set>
                                      <p:cBhvr>
                                        <p:cTn id="527" dur="1" fill="hold">
                                          <p:stCondLst>
                                            <p:cond delay="0"/>
                                          </p:stCondLst>
                                        </p:cTn>
                                        <p:tgtEl>
                                          <p:spTgt spid="110"/>
                                        </p:tgtEl>
                                        <p:attrNameLst>
                                          <p:attrName>style.visibility</p:attrName>
                                        </p:attrNameLst>
                                      </p:cBhvr>
                                      <p:to>
                                        <p:strVal val="visible"/>
                                      </p:to>
                                    </p:set>
                                  </p:childTnLst>
                                </p:cTn>
                              </p:par>
                              <p:par>
                                <p:cTn id="528" presetID="1" presetClass="entr" presetSubtype="0" fill="hold" grpId="0" nodeType="withEffect">
                                  <p:stCondLst>
                                    <p:cond delay="0"/>
                                  </p:stCondLst>
                                  <p:childTnLst>
                                    <p:set>
                                      <p:cBhvr>
                                        <p:cTn id="529" dur="1" fill="hold">
                                          <p:stCondLst>
                                            <p:cond delay="0"/>
                                          </p:stCondLst>
                                        </p:cTn>
                                        <p:tgtEl>
                                          <p:spTgt spid="111"/>
                                        </p:tgtEl>
                                        <p:attrNameLst>
                                          <p:attrName>style.visibility</p:attrName>
                                        </p:attrNameLst>
                                      </p:cBhvr>
                                      <p:to>
                                        <p:strVal val="visible"/>
                                      </p:to>
                                    </p:set>
                                  </p:childTnLst>
                                </p:cTn>
                              </p:par>
                              <p:par>
                                <p:cTn id="530" presetID="1" presetClass="entr" presetSubtype="0" fill="hold" grpId="0" nodeType="withEffect">
                                  <p:stCondLst>
                                    <p:cond delay="0"/>
                                  </p:stCondLst>
                                  <p:childTnLst>
                                    <p:set>
                                      <p:cBhvr>
                                        <p:cTn id="531" dur="1" fill="hold">
                                          <p:stCondLst>
                                            <p:cond delay="0"/>
                                          </p:stCondLst>
                                        </p:cTn>
                                        <p:tgtEl>
                                          <p:spTgt spid="112"/>
                                        </p:tgtEl>
                                        <p:attrNameLst>
                                          <p:attrName>style.visibility</p:attrName>
                                        </p:attrNameLst>
                                      </p:cBhvr>
                                      <p:to>
                                        <p:strVal val="visible"/>
                                      </p:to>
                                    </p:set>
                                  </p:childTnLst>
                                </p:cTn>
                              </p:par>
                              <p:par>
                                <p:cTn id="532" presetID="1" presetClass="entr" presetSubtype="0" fill="hold" grpId="0" nodeType="withEffect">
                                  <p:stCondLst>
                                    <p:cond delay="0"/>
                                  </p:stCondLst>
                                  <p:childTnLst>
                                    <p:set>
                                      <p:cBhvr>
                                        <p:cTn id="533" dur="1" fill="hold">
                                          <p:stCondLst>
                                            <p:cond delay="0"/>
                                          </p:stCondLst>
                                        </p:cTn>
                                        <p:tgtEl>
                                          <p:spTgt spid="113"/>
                                        </p:tgtEl>
                                        <p:attrNameLst>
                                          <p:attrName>style.visibility</p:attrName>
                                        </p:attrNameLst>
                                      </p:cBhvr>
                                      <p:to>
                                        <p:strVal val="visible"/>
                                      </p:to>
                                    </p:set>
                                  </p:childTnLst>
                                </p:cTn>
                              </p:par>
                              <p:par>
                                <p:cTn id="534" presetID="1" presetClass="entr" presetSubtype="0" fill="hold" grpId="0" nodeType="withEffect">
                                  <p:stCondLst>
                                    <p:cond delay="0"/>
                                  </p:stCondLst>
                                  <p:childTnLst>
                                    <p:set>
                                      <p:cBhvr>
                                        <p:cTn id="535" dur="1" fill="hold">
                                          <p:stCondLst>
                                            <p:cond delay="0"/>
                                          </p:stCondLst>
                                        </p:cTn>
                                        <p:tgtEl>
                                          <p:spTgt spid="114"/>
                                        </p:tgtEl>
                                        <p:attrNameLst>
                                          <p:attrName>style.visibility</p:attrName>
                                        </p:attrNameLst>
                                      </p:cBhvr>
                                      <p:to>
                                        <p:strVal val="visible"/>
                                      </p:to>
                                    </p:set>
                                  </p:childTnLst>
                                </p:cTn>
                              </p:par>
                              <p:par>
                                <p:cTn id="536" presetID="1" presetClass="entr" presetSubtype="0" fill="hold" grpId="0" nodeType="withEffect">
                                  <p:stCondLst>
                                    <p:cond delay="0"/>
                                  </p:stCondLst>
                                  <p:childTnLst>
                                    <p:set>
                                      <p:cBhvr>
                                        <p:cTn id="537" dur="1" fill="hold">
                                          <p:stCondLst>
                                            <p:cond delay="0"/>
                                          </p:stCondLst>
                                        </p:cTn>
                                        <p:tgtEl>
                                          <p:spTgt spid="115"/>
                                        </p:tgtEl>
                                        <p:attrNameLst>
                                          <p:attrName>style.visibility</p:attrName>
                                        </p:attrNameLst>
                                      </p:cBhvr>
                                      <p:to>
                                        <p:strVal val="visible"/>
                                      </p:to>
                                    </p:set>
                                  </p:childTnLst>
                                </p:cTn>
                              </p:par>
                              <p:par>
                                <p:cTn id="538" presetID="1" presetClass="entr" presetSubtype="0" fill="hold" grpId="0" nodeType="withEffect">
                                  <p:stCondLst>
                                    <p:cond delay="0"/>
                                  </p:stCondLst>
                                  <p:childTnLst>
                                    <p:set>
                                      <p:cBhvr>
                                        <p:cTn id="539" dur="1" fill="hold">
                                          <p:stCondLst>
                                            <p:cond delay="0"/>
                                          </p:stCondLst>
                                        </p:cTn>
                                        <p:tgtEl>
                                          <p:spTgt spid="129"/>
                                        </p:tgtEl>
                                        <p:attrNameLst>
                                          <p:attrName>style.visibility</p:attrName>
                                        </p:attrNameLst>
                                      </p:cBhvr>
                                      <p:to>
                                        <p:strVal val="visible"/>
                                      </p:to>
                                    </p:set>
                                  </p:childTnLst>
                                </p:cTn>
                              </p:par>
                              <p:par>
                                <p:cTn id="540" presetID="1" presetClass="entr" presetSubtype="0" fill="hold" grpId="0" nodeType="withEffect">
                                  <p:stCondLst>
                                    <p:cond delay="0"/>
                                  </p:stCondLst>
                                  <p:childTnLst>
                                    <p:set>
                                      <p:cBhvr>
                                        <p:cTn id="541" dur="1" fill="hold">
                                          <p:stCondLst>
                                            <p:cond delay="0"/>
                                          </p:stCondLst>
                                        </p:cTn>
                                        <p:tgtEl>
                                          <p:spTgt spid="130"/>
                                        </p:tgtEl>
                                        <p:attrNameLst>
                                          <p:attrName>style.visibility</p:attrName>
                                        </p:attrNameLst>
                                      </p:cBhvr>
                                      <p:to>
                                        <p:strVal val="visible"/>
                                      </p:to>
                                    </p:set>
                                  </p:childTnLst>
                                </p:cTn>
                              </p:par>
                              <p:par>
                                <p:cTn id="542" presetID="1" presetClass="entr" presetSubtype="0" fill="hold" grpId="0" nodeType="withEffect">
                                  <p:stCondLst>
                                    <p:cond delay="0"/>
                                  </p:stCondLst>
                                  <p:childTnLst>
                                    <p:set>
                                      <p:cBhvr>
                                        <p:cTn id="543" dur="1" fill="hold">
                                          <p:stCondLst>
                                            <p:cond delay="0"/>
                                          </p:stCondLst>
                                        </p:cTn>
                                        <p:tgtEl>
                                          <p:spTgt spid="131"/>
                                        </p:tgtEl>
                                        <p:attrNameLst>
                                          <p:attrName>style.visibility</p:attrName>
                                        </p:attrNameLst>
                                      </p:cBhvr>
                                      <p:to>
                                        <p:strVal val="visible"/>
                                      </p:to>
                                    </p:set>
                                  </p:childTnLst>
                                </p:cTn>
                              </p:par>
                              <p:par>
                                <p:cTn id="544" presetID="1" presetClass="entr" presetSubtype="0" fill="hold" grpId="0" nodeType="withEffect">
                                  <p:stCondLst>
                                    <p:cond delay="0"/>
                                  </p:stCondLst>
                                  <p:childTnLst>
                                    <p:set>
                                      <p:cBhvr>
                                        <p:cTn id="545" dur="1" fill="hold">
                                          <p:stCondLst>
                                            <p:cond delay="0"/>
                                          </p:stCondLst>
                                        </p:cTn>
                                        <p:tgtEl>
                                          <p:spTgt spid="132"/>
                                        </p:tgtEl>
                                        <p:attrNameLst>
                                          <p:attrName>style.visibility</p:attrName>
                                        </p:attrNameLst>
                                      </p:cBhvr>
                                      <p:to>
                                        <p:strVal val="visible"/>
                                      </p:to>
                                    </p:set>
                                  </p:childTnLst>
                                </p:cTn>
                              </p:par>
                              <p:par>
                                <p:cTn id="546" presetID="1" presetClass="entr" presetSubtype="0" fill="hold" nodeType="withEffect">
                                  <p:stCondLst>
                                    <p:cond delay="0"/>
                                  </p:stCondLst>
                                  <p:childTnLst>
                                    <p:set>
                                      <p:cBhvr>
                                        <p:cTn id="547" dur="1" fill="hold">
                                          <p:stCondLst>
                                            <p:cond delay="0"/>
                                          </p:stCondLst>
                                        </p:cTn>
                                        <p:tgtEl>
                                          <p:spTgt spid="133"/>
                                        </p:tgtEl>
                                        <p:attrNameLst>
                                          <p:attrName>style.visibility</p:attrName>
                                        </p:attrNameLst>
                                      </p:cBhvr>
                                      <p:to>
                                        <p:strVal val="visible"/>
                                      </p:to>
                                    </p:set>
                                  </p:childTnLst>
                                </p:cTn>
                              </p:par>
                              <p:par>
                                <p:cTn id="548" presetID="1" presetClass="entr" presetSubtype="0" fill="hold" grpId="0" nodeType="withEffect">
                                  <p:stCondLst>
                                    <p:cond delay="0"/>
                                  </p:stCondLst>
                                  <p:childTnLst>
                                    <p:set>
                                      <p:cBhvr>
                                        <p:cTn id="549" dur="1" fill="hold">
                                          <p:stCondLst>
                                            <p:cond delay="0"/>
                                          </p:stCondLst>
                                        </p:cTn>
                                        <p:tgtEl>
                                          <p:spTgt spid="134"/>
                                        </p:tgtEl>
                                        <p:attrNameLst>
                                          <p:attrName>style.visibility</p:attrName>
                                        </p:attrNameLst>
                                      </p:cBhvr>
                                      <p:to>
                                        <p:strVal val="visible"/>
                                      </p:to>
                                    </p:set>
                                  </p:childTnLst>
                                </p:cTn>
                              </p:par>
                              <p:par>
                                <p:cTn id="550" presetID="1" presetClass="entr" presetSubtype="0" fill="hold" grpId="0" nodeType="withEffect">
                                  <p:stCondLst>
                                    <p:cond delay="0"/>
                                  </p:stCondLst>
                                  <p:childTnLst>
                                    <p:set>
                                      <p:cBhvr>
                                        <p:cTn id="551" dur="1" fill="hold">
                                          <p:stCondLst>
                                            <p:cond delay="0"/>
                                          </p:stCondLst>
                                        </p:cTn>
                                        <p:tgtEl>
                                          <p:spTgt spid="135"/>
                                        </p:tgtEl>
                                        <p:attrNameLst>
                                          <p:attrName>style.visibility</p:attrName>
                                        </p:attrNameLst>
                                      </p:cBhvr>
                                      <p:to>
                                        <p:strVal val="visible"/>
                                      </p:to>
                                    </p:set>
                                  </p:childTnLst>
                                </p:cTn>
                              </p:par>
                              <p:par>
                                <p:cTn id="552" presetID="1" presetClass="entr" presetSubtype="0" fill="hold" nodeType="withEffect">
                                  <p:stCondLst>
                                    <p:cond delay="0"/>
                                  </p:stCondLst>
                                  <p:childTnLst>
                                    <p:set>
                                      <p:cBhvr>
                                        <p:cTn id="553" dur="1" fill="hold">
                                          <p:stCondLst>
                                            <p:cond delay="0"/>
                                          </p:stCondLst>
                                        </p:cTn>
                                        <p:tgtEl>
                                          <p:spTgt spid="136"/>
                                        </p:tgtEl>
                                        <p:attrNameLst>
                                          <p:attrName>style.visibility</p:attrName>
                                        </p:attrNameLst>
                                      </p:cBhvr>
                                      <p:to>
                                        <p:strVal val="visible"/>
                                      </p:to>
                                    </p:set>
                                  </p:childTnLst>
                                </p:cTn>
                              </p:par>
                              <p:par>
                                <p:cTn id="554" presetID="1" presetClass="entr" presetSubtype="0" fill="hold" grpId="0" nodeType="withEffect">
                                  <p:stCondLst>
                                    <p:cond delay="0"/>
                                  </p:stCondLst>
                                  <p:childTnLst>
                                    <p:set>
                                      <p:cBhvr>
                                        <p:cTn id="555" dur="1" fill="hold">
                                          <p:stCondLst>
                                            <p:cond delay="0"/>
                                          </p:stCondLst>
                                        </p:cTn>
                                        <p:tgtEl>
                                          <p:spTgt spid="137"/>
                                        </p:tgtEl>
                                        <p:attrNameLst>
                                          <p:attrName>style.visibility</p:attrName>
                                        </p:attrNameLst>
                                      </p:cBhvr>
                                      <p:to>
                                        <p:strVal val="visible"/>
                                      </p:to>
                                    </p:set>
                                  </p:childTnLst>
                                </p:cTn>
                              </p:par>
                              <p:par>
                                <p:cTn id="556" presetID="10" presetClass="entr" presetSubtype="0" fill="hold" grpId="0" nodeType="withEffect">
                                  <p:stCondLst>
                                    <p:cond delay="0"/>
                                  </p:stCondLst>
                                  <p:childTnLst>
                                    <p:set>
                                      <p:cBhvr>
                                        <p:cTn id="557" dur="1" fill="hold">
                                          <p:stCondLst>
                                            <p:cond delay="0"/>
                                          </p:stCondLst>
                                        </p:cTn>
                                        <p:tgtEl>
                                          <p:spTgt spid="138"/>
                                        </p:tgtEl>
                                        <p:attrNameLst>
                                          <p:attrName>style.visibility</p:attrName>
                                        </p:attrNameLst>
                                      </p:cBhvr>
                                      <p:to>
                                        <p:strVal val="visible"/>
                                      </p:to>
                                    </p:set>
                                    <p:animEffect transition="in" filter="fade">
                                      <p:cBhvr>
                                        <p:cTn id="558" dur="420"/>
                                        <p:tgtEl>
                                          <p:spTgt spid="138"/>
                                        </p:tgtEl>
                                      </p:cBhvr>
                                    </p:animEffect>
                                  </p:childTnLst>
                                </p:cTn>
                              </p:par>
                              <p:par>
                                <p:cTn id="559" presetID="10" presetClass="entr" presetSubtype="0" fill="hold" grpId="0" nodeType="withEffect">
                                  <p:stCondLst>
                                    <p:cond delay="0"/>
                                  </p:stCondLst>
                                  <p:childTnLst>
                                    <p:set>
                                      <p:cBhvr>
                                        <p:cTn id="560" dur="1" fill="hold">
                                          <p:stCondLst>
                                            <p:cond delay="0"/>
                                          </p:stCondLst>
                                        </p:cTn>
                                        <p:tgtEl>
                                          <p:spTgt spid="139"/>
                                        </p:tgtEl>
                                        <p:attrNameLst>
                                          <p:attrName>style.visibility</p:attrName>
                                        </p:attrNameLst>
                                      </p:cBhvr>
                                      <p:to>
                                        <p:strVal val="visible"/>
                                      </p:to>
                                    </p:set>
                                    <p:animEffect transition="in" filter="fade">
                                      <p:cBhvr>
                                        <p:cTn id="561" dur="420"/>
                                        <p:tgtEl>
                                          <p:spTgt spid="139"/>
                                        </p:tgtEl>
                                      </p:cBhvr>
                                    </p:animEffect>
                                  </p:childTnLst>
                                </p:cTn>
                              </p:par>
                              <p:par>
                                <p:cTn id="562" presetID="10" presetClass="entr" presetSubtype="0" fill="hold" nodeType="withEffect">
                                  <p:stCondLst>
                                    <p:cond delay="0"/>
                                  </p:stCondLst>
                                  <p:childTnLst>
                                    <p:set>
                                      <p:cBhvr>
                                        <p:cTn id="563" dur="1" fill="hold">
                                          <p:stCondLst>
                                            <p:cond delay="0"/>
                                          </p:stCondLst>
                                        </p:cTn>
                                        <p:tgtEl>
                                          <p:spTgt spid="140"/>
                                        </p:tgtEl>
                                        <p:attrNameLst>
                                          <p:attrName>style.visibility</p:attrName>
                                        </p:attrNameLst>
                                      </p:cBhvr>
                                      <p:to>
                                        <p:strVal val="visible"/>
                                      </p:to>
                                    </p:set>
                                    <p:animEffect transition="in" filter="fade">
                                      <p:cBhvr>
                                        <p:cTn id="564" dur="420"/>
                                        <p:tgtEl>
                                          <p:spTgt spid="140"/>
                                        </p:tgtEl>
                                      </p:cBhvr>
                                    </p:animEffect>
                                  </p:childTnLst>
                                </p:cTn>
                              </p:par>
                              <p:par>
                                <p:cTn id="565" presetID="1" presetClass="entr" presetSubtype="0" fill="hold" grpId="0" nodeType="withEffect">
                                  <p:stCondLst>
                                    <p:cond delay="0"/>
                                  </p:stCondLst>
                                  <p:childTnLst>
                                    <p:set>
                                      <p:cBhvr>
                                        <p:cTn id="566" dur="1" fill="hold">
                                          <p:stCondLst>
                                            <p:cond delay="0"/>
                                          </p:stCondLst>
                                        </p:cTn>
                                        <p:tgtEl>
                                          <p:spTgt spid="141"/>
                                        </p:tgtEl>
                                        <p:attrNameLst>
                                          <p:attrName>style.visibility</p:attrName>
                                        </p:attrNameLst>
                                      </p:cBhvr>
                                      <p:to>
                                        <p:strVal val="visible"/>
                                      </p:to>
                                    </p:set>
                                  </p:childTnLst>
                                </p:cTn>
                              </p:par>
                              <p:par>
                                <p:cTn id="567" presetID="1" presetClass="entr" presetSubtype="0" fill="hold" grpId="0" nodeType="withEffect">
                                  <p:stCondLst>
                                    <p:cond delay="0"/>
                                  </p:stCondLst>
                                  <p:childTnLst>
                                    <p:set>
                                      <p:cBhvr>
                                        <p:cTn id="568" dur="1" fill="hold">
                                          <p:stCondLst>
                                            <p:cond delay="0"/>
                                          </p:stCondLst>
                                        </p:cTn>
                                        <p:tgtEl>
                                          <p:spTgt spid="142"/>
                                        </p:tgtEl>
                                        <p:attrNameLst>
                                          <p:attrName>style.visibility</p:attrName>
                                        </p:attrNameLst>
                                      </p:cBhvr>
                                      <p:to>
                                        <p:strVal val="visible"/>
                                      </p:to>
                                    </p:set>
                                  </p:childTnLst>
                                </p:cTn>
                              </p:par>
                              <p:par>
                                <p:cTn id="569" presetID="1" presetClass="entr" presetSubtype="0" fill="hold" grpId="0" nodeType="withEffect">
                                  <p:stCondLst>
                                    <p:cond delay="0"/>
                                  </p:stCondLst>
                                  <p:childTnLst>
                                    <p:set>
                                      <p:cBhvr>
                                        <p:cTn id="570" dur="1" fill="hold">
                                          <p:stCondLst>
                                            <p:cond delay="0"/>
                                          </p:stCondLst>
                                        </p:cTn>
                                        <p:tgtEl>
                                          <p:spTgt spid="143"/>
                                        </p:tgtEl>
                                        <p:attrNameLst>
                                          <p:attrName>style.visibility</p:attrName>
                                        </p:attrNameLst>
                                      </p:cBhvr>
                                      <p:to>
                                        <p:strVal val="visible"/>
                                      </p:to>
                                    </p:set>
                                  </p:childTnLst>
                                </p:cTn>
                              </p:par>
                              <p:par>
                                <p:cTn id="571" presetID="1" presetClass="entr" presetSubtype="0" fill="hold" grpId="0" nodeType="withEffect">
                                  <p:stCondLst>
                                    <p:cond delay="0"/>
                                  </p:stCondLst>
                                  <p:childTnLst>
                                    <p:set>
                                      <p:cBhvr>
                                        <p:cTn id="572" dur="1" fill="hold">
                                          <p:stCondLst>
                                            <p:cond delay="0"/>
                                          </p:stCondLst>
                                        </p:cTn>
                                        <p:tgtEl>
                                          <p:spTgt spid="162"/>
                                        </p:tgtEl>
                                        <p:attrNameLst>
                                          <p:attrName>style.visibility</p:attrName>
                                        </p:attrNameLst>
                                      </p:cBhvr>
                                      <p:to>
                                        <p:strVal val="visible"/>
                                      </p:to>
                                    </p:set>
                                  </p:childTnLst>
                                </p:cTn>
                              </p:par>
                              <p:par>
                                <p:cTn id="573" presetID="10" presetClass="exit" presetSubtype="0" fill="hold" grpId="1" nodeType="withEffect">
                                  <p:stCondLst>
                                    <p:cond delay="0"/>
                                  </p:stCondLst>
                                  <p:childTnLst>
                                    <p:animEffect transition="out" filter="fade">
                                      <p:cBhvr>
                                        <p:cTn id="574" dur="420"/>
                                        <p:tgtEl>
                                          <p:spTgt spid="41"/>
                                        </p:tgtEl>
                                      </p:cBhvr>
                                    </p:animEffect>
                                    <p:set>
                                      <p:cBhvr>
                                        <p:cTn id="575" dur="1" fill="hold">
                                          <p:stCondLst>
                                            <p:cond delay="419"/>
                                          </p:stCondLst>
                                        </p:cTn>
                                        <p:tgtEl>
                                          <p:spTgt spid="41"/>
                                        </p:tgtEl>
                                        <p:attrNameLst>
                                          <p:attrName>style.visibility</p:attrName>
                                        </p:attrNameLst>
                                      </p:cBhvr>
                                      <p:to>
                                        <p:strVal val="hidden"/>
                                      </p:to>
                                    </p:set>
                                  </p:childTnLst>
                                </p:cTn>
                              </p:par>
                              <p:par>
                                <p:cTn id="576" presetID="10" presetClass="exit" presetSubtype="0" fill="hold" grpId="1" nodeType="withEffect">
                                  <p:stCondLst>
                                    <p:cond delay="0"/>
                                  </p:stCondLst>
                                  <p:childTnLst>
                                    <p:animEffect transition="out" filter="fade">
                                      <p:cBhvr>
                                        <p:cTn id="577" dur="420"/>
                                        <p:tgtEl>
                                          <p:spTgt spid="44"/>
                                        </p:tgtEl>
                                      </p:cBhvr>
                                    </p:animEffect>
                                    <p:set>
                                      <p:cBhvr>
                                        <p:cTn id="578" dur="1" fill="hold">
                                          <p:stCondLst>
                                            <p:cond delay="419"/>
                                          </p:stCondLst>
                                        </p:cTn>
                                        <p:tgtEl>
                                          <p:spTgt spid="44"/>
                                        </p:tgtEl>
                                        <p:attrNameLst>
                                          <p:attrName>style.visibility</p:attrName>
                                        </p:attrNameLst>
                                      </p:cBhvr>
                                      <p:to>
                                        <p:strVal val="hidden"/>
                                      </p:to>
                                    </p:set>
                                  </p:childTnLst>
                                </p:cTn>
                              </p:par>
                              <p:par>
                                <p:cTn id="579" presetID="10" presetClass="exit" presetSubtype="0" fill="hold" grpId="1" nodeType="withEffect">
                                  <p:stCondLst>
                                    <p:cond delay="0"/>
                                  </p:stCondLst>
                                  <p:childTnLst>
                                    <p:animEffect transition="out" filter="fade">
                                      <p:cBhvr>
                                        <p:cTn id="580" dur="420"/>
                                        <p:tgtEl>
                                          <p:spTgt spid="127"/>
                                        </p:tgtEl>
                                      </p:cBhvr>
                                    </p:animEffect>
                                    <p:set>
                                      <p:cBhvr>
                                        <p:cTn id="581" dur="1" fill="hold">
                                          <p:stCondLst>
                                            <p:cond delay="419"/>
                                          </p:stCondLst>
                                        </p:cTn>
                                        <p:tgtEl>
                                          <p:spTgt spid="127"/>
                                        </p:tgtEl>
                                        <p:attrNameLst>
                                          <p:attrName>style.visibility</p:attrName>
                                        </p:attrNameLst>
                                      </p:cBhvr>
                                      <p:to>
                                        <p:strVal val="hidden"/>
                                      </p:to>
                                    </p:set>
                                  </p:childTnLst>
                                </p:cTn>
                              </p:par>
                              <p:par>
                                <p:cTn id="582" presetID="10" presetClass="exit" presetSubtype="0" fill="hold" grpId="1" nodeType="withEffect">
                                  <p:stCondLst>
                                    <p:cond delay="0"/>
                                  </p:stCondLst>
                                  <p:childTnLst>
                                    <p:animEffect transition="out" filter="fade">
                                      <p:cBhvr>
                                        <p:cTn id="583" dur="420"/>
                                        <p:tgtEl>
                                          <p:spTgt spid="144"/>
                                        </p:tgtEl>
                                      </p:cBhvr>
                                    </p:animEffect>
                                    <p:set>
                                      <p:cBhvr>
                                        <p:cTn id="584" dur="1" fill="hold">
                                          <p:stCondLst>
                                            <p:cond delay="419"/>
                                          </p:stCondLst>
                                        </p:cTn>
                                        <p:tgtEl>
                                          <p:spTgt spid="144"/>
                                        </p:tgtEl>
                                        <p:attrNameLst>
                                          <p:attrName>style.visibility</p:attrName>
                                        </p:attrNameLst>
                                      </p:cBhvr>
                                      <p:to>
                                        <p:strVal val="hidden"/>
                                      </p:to>
                                    </p:set>
                                  </p:childTnLst>
                                </p:cTn>
                              </p:par>
                              <p:par>
                                <p:cTn id="585" presetID="10" presetClass="exit" presetSubtype="0" fill="hold" grpId="1" nodeType="withEffect">
                                  <p:stCondLst>
                                    <p:cond delay="0"/>
                                  </p:stCondLst>
                                  <p:childTnLst>
                                    <p:animEffect transition="out" filter="fade">
                                      <p:cBhvr>
                                        <p:cTn id="586" dur="420"/>
                                        <p:tgtEl>
                                          <p:spTgt spid="145"/>
                                        </p:tgtEl>
                                      </p:cBhvr>
                                    </p:animEffect>
                                    <p:set>
                                      <p:cBhvr>
                                        <p:cTn id="587" dur="1" fill="hold">
                                          <p:stCondLst>
                                            <p:cond delay="419"/>
                                          </p:stCondLst>
                                        </p:cTn>
                                        <p:tgtEl>
                                          <p:spTgt spid="145"/>
                                        </p:tgtEl>
                                        <p:attrNameLst>
                                          <p:attrName>style.visibility</p:attrName>
                                        </p:attrNameLst>
                                      </p:cBhvr>
                                      <p:to>
                                        <p:strVal val="hidden"/>
                                      </p:to>
                                    </p:set>
                                  </p:childTnLst>
                                </p:cTn>
                              </p:par>
                              <p:par>
                                <p:cTn id="588" presetID="10" presetClass="exit" presetSubtype="0" fill="hold" grpId="1" nodeType="withEffect">
                                  <p:stCondLst>
                                    <p:cond delay="0"/>
                                  </p:stCondLst>
                                  <p:childTnLst>
                                    <p:animEffect transition="out" filter="fade">
                                      <p:cBhvr>
                                        <p:cTn id="589" dur="420"/>
                                        <p:tgtEl>
                                          <p:spTgt spid="146"/>
                                        </p:tgtEl>
                                      </p:cBhvr>
                                    </p:animEffect>
                                    <p:set>
                                      <p:cBhvr>
                                        <p:cTn id="590" dur="1" fill="hold">
                                          <p:stCondLst>
                                            <p:cond delay="419"/>
                                          </p:stCondLst>
                                        </p:cTn>
                                        <p:tgtEl>
                                          <p:spTgt spid="146"/>
                                        </p:tgtEl>
                                        <p:attrNameLst>
                                          <p:attrName>style.visibility</p:attrName>
                                        </p:attrNameLst>
                                      </p:cBhvr>
                                      <p:to>
                                        <p:strVal val="hidden"/>
                                      </p:to>
                                    </p:set>
                                  </p:childTnLst>
                                </p:cTn>
                              </p:par>
                              <p:par>
                                <p:cTn id="591" presetID="10" presetClass="exit" presetSubtype="0" fill="hold" grpId="1" nodeType="withEffect">
                                  <p:stCondLst>
                                    <p:cond delay="0"/>
                                  </p:stCondLst>
                                  <p:childTnLst>
                                    <p:animEffect transition="out" filter="fade">
                                      <p:cBhvr>
                                        <p:cTn id="592" dur="420"/>
                                        <p:tgtEl>
                                          <p:spTgt spid="147"/>
                                        </p:tgtEl>
                                      </p:cBhvr>
                                    </p:animEffect>
                                    <p:set>
                                      <p:cBhvr>
                                        <p:cTn id="593" dur="1" fill="hold">
                                          <p:stCondLst>
                                            <p:cond delay="419"/>
                                          </p:stCondLst>
                                        </p:cTn>
                                        <p:tgtEl>
                                          <p:spTgt spid="147"/>
                                        </p:tgtEl>
                                        <p:attrNameLst>
                                          <p:attrName>style.visibility</p:attrName>
                                        </p:attrNameLst>
                                      </p:cBhvr>
                                      <p:to>
                                        <p:strVal val="hidden"/>
                                      </p:to>
                                    </p:set>
                                  </p:childTnLst>
                                </p:cTn>
                              </p:par>
                              <p:par>
                                <p:cTn id="594" presetID="10" presetClass="exit" presetSubtype="0" fill="hold" grpId="1" nodeType="withEffect">
                                  <p:stCondLst>
                                    <p:cond delay="0"/>
                                  </p:stCondLst>
                                  <p:childTnLst>
                                    <p:animEffect transition="out" filter="fade">
                                      <p:cBhvr>
                                        <p:cTn id="595" dur="420"/>
                                        <p:tgtEl>
                                          <p:spTgt spid="148"/>
                                        </p:tgtEl>
                                      </p:cBhvr>
                                    </p:animEffect>
                                    <p:set>
                                      <p:cBhvr>
                                        <p:cTn id="596" dur="1" fill="hold">
                                          <p:stCondLst>
                                            <p:cond delay="419"/>
                                          </p:stCondLst>
                                        </p:cTn>
                                        <p:tgtEl>
                                          <p:spTgt spid="148"/>
                                        </p:tgtEl>
                                        <p:attrNameLst>
                                          <p:attrName>style.visibility</p:attrName>
                                        </p:attrNameLst>
                                      </p:cBhvr>
                                      <p:to>
                                        <p:strVal val="hidden"/>
                                      </p:to>
                                    </p:set>
                                  </p:childTnLst>
                                </p:cTn>
                              </p:par>
                              <p:par>
                                <p:cTn id="597" presetID="10" presetClass="exit" presetSubtype="0" fill="hold" grpId="1" nodeType="withEffect">
                                  <p:stCondLst>
                                    <p:cond delay="0"/>
                                  </p:stCondLst>
                                  <p:childTnLst>
                                    <p:animEffect transition="out" filter="fade">
                                      <p:cBhvr>
                                        <p:cTn id="598" dur="420"/>
                                        <p:tgtEl>
                                          <p:spTgt spid="149"/>
                                        </p:tgtEl>
                                      </p:cBhvr>
                                    </p:animEffect>
                                    <p:set>
                                      <p:cBhvr>
                                        <p:cTn id="599" dur="1" fill="hold">
                                          <p:stCondLst>
                                            <p:cond delay="419"/>
                                          </p:stCondLst>
                                        </p:cTn>
                                        <p:tgtEl>
                                          <p:spTgt spid="149"/>
                                        </p:tgtEl>
                                        <p:attrNameLst>
                                          <p:attrName>style.visibility</p:attrName>
                                        </p:attrNameLst>
                                      </p:cBhvr>
                                      <p:to>
                                        <p:strVal val="hidden"/>
                                      </p:to>
                                    </p:set>
                                  </p:childTnLst>
                                </p:cTn>
                              </p:par>
                              <p:par>
                                <p:cTn id="600" presetID="1" presetClass="exit" presetSubtype="0" fill="hold" grpId="1" nodeType="withEffect">
                                  <p:stCondLst>
                                    <p:cond delay="420"/>
                                  </p:stCondLst>
                                  <p:childTnLst>
                                    <p:set>
                                      <p:cBhvr>
                                        <p:cTn id="601" dur="1" fill="hold">
                                          <p:stCondLst>
                                            <p:cond delay="0"/>
                                          </p:stCondLst>
                                        </p:cTn>
                                        <p:tgtEl>
                                          <p:spTgt spid="122"/>
                                        </p:tgtEl>
                                        <p:attrNameLst>
                                          <p:attrName>style.visibility</p:attrName>
                                        </p:attrNameLst>
                                      </p:cBhvr>
                                      <p:to>
                                        <p:strVal val="hidden"/>
                                      </p:to>
                                    </p:set>
                                  </p:childTnLst>
                                </p:cTn>
                              </p:par>
                              <p:par>
                                <p:cTn id="602" presetID="1" presetClass="exit" presetSubtype="0" fill="hold" grpId="1" nodeType="withEffect">
                                  <p:stCondLst>
                                    <p:cond delay="420"/>
                                  </p:stCondLst>
                                  <p:childTnLst>
                                    <p:set>
                                      <p:cBhvr>
                                        <p:cTn id="603" dur="1" fill="hold">
                                          <p:stCondLst>
                                            <p:cond delay="0"/>
                                          </p:stCondLst>
                                        </p:cTn>
                                        <p:tgtEl>
                                          <p:spTgt spid="123"/>
                                        </p:tgtEl>
                                        <p:attrNameLst>
                                          <p:attrName>style.visibility</p:attrName>
                                        </p:attrNameLst>
                                      </p:cBhvr>
                                      <p:to>
                                        <p:strVal val="hidden"/>
                                      </p:to>
                                    </p:set>
                                  </p:childTnLst>
                                </p:cTn>
                              </p:par>
                              <p:par>
                                <p:cTn id="604" presetID="1" presetClass="exit" presetSubtype="0" fill="hold" grpId="1" nodeType="withEffect">
                                  <p:stCondLst>
                                    <p:cond delay="420"/>
                                  </p:stCondLst>
                                  <p:childTnLst>
                                    <p:set>
                                      <p:cBhvr>
                                        <p:cTn id="605" dur="1" fill="hold">
                                          <p:stCondLst>
                                            <p:cond delay="0"/>
                                          </p:stCondLst>
                                        </p:cTn>
                                        <p:tgtEl>
                                          <p:spTgt spid="124"/>
                                        </p:tgtEl>
                                        <p:attrNameLst>
                                          <p:attrName>style.visibility</p:attrName>
                                        </p:attrNameLst>
                                      </p:cBhvr>
                                      <p:to>
                                        <p:strVal val="hidden"/>
                                      </p:to>
                                    </p:set>
                                  </p:childTnLst>
                                </p:cTn>
                              </p:par>
                              <p:par>
                                <p:cTn id="606" presetID="1" presetClass="exit" presetSubtype="0" fill="hold" grpId="1" nodeType="withEffect">
                                  <p:stCondLst>
                                    <p:cond delay="420"/>
                                  </p:stCondLst>
                                  <p:childTnLst>
                                    <p:set>
                                      <p:cBhvr>
                                        <p:cTn id="607" dur="1" fill="hold">
                                          <p:stCondLst>
                                            <p:cond delay="0"/>
                                          </p:stCondLst>
                                        </p:cTn>
                                        <p:tgtEl>
                                          <p:spTgt spid="125"/>
                                        </p:tgtEl>
                                        <p:attrNameLst>
                                          <p:attrName>style.visibility</p:attrName>
                                        </p:attrNameLst>
                                      </p:cBhvr>
                                      <p:to>
                                        <p:strVal val="hidden"/>
                                      </p:to>
                                    </p:set>
                                  </p:childTnLst>
                                </p:cTn>
                              </p:par>
                              <p:par>
                                <p:cTn id="608" presetID="1" presetClass="exit" presetSubtype="0" fill="hold" grpId="1" nodeType="withEffect">
                                  <p:stCondLst>
                                    <p:cond delay="420"/>
                                  </p:stCondLst>
                                  <p:childTnLst>
                                    <p:set>
                                      <p:cBhvr>
                                        <p:cTn id="609" dur="1" fill="hold">
                                          <p:stCondLst>
                                            <p:cond delay="0"/>
                                          </p:stCondLst>
                                        </p:cTn>
                                        <p:tgtEl>
                                          <p:spTgt spid="1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p:bldP spid="17" grpId="0"/>
      <p:bldP spid="18" grpId="0"/>
      <p:bldP spid="20" grpId="0"/>
      <p:bldP spid="21" grpId="0" animBg="1"/>
      <p:bldP spid="22" grpId="0"/>
      <p:bldP spid="23" grpId="0" animBg="1"/>
      <p:bldP spid="24" grpId="0"/>
      <p:bldP spid="25" grpId="0" animBg="1"/>
      <p:bldP spid="26" grpId="0"/>
      <p:bldP spid="27" grpId="0" animBg="1"/>
      <p:bldP spid="28" grpId="0"/>
      <p:bldP spid="29" grpId="0" animBg="1"/>
      <p:bldP spid="30" grpId="0"/>
      <p:bldP spid="31" grpId="0"/>
      <p:bldP spid="32" grpId="0"/>
      <p:bldP spid="33" grpId="0" animBg="1"/>
      <p:bldP spid="34" grpId="0" animBg="1"/>
      <p:bldP spid="35" grpId="0" animBg="1"/>
      <p:bldP spid="36" grpId="0" animBg="1"/>
      <p:bldP spid="37" grpId="0" animBg="1"/>
      <p:bldP spid="38" grpId="0" animBg="1"/>
      <p:bldP spid="39" grpId="0"/>
      <p:bldP spid="40" grpId="0"/>
      <p:bldP spid="41" grpId="0"/>
      <p:bldP spid="41" grpId="1"/>
      <p:bldP spid="42" grpId="0"/>
      <p:bldP spid="42" grpId="1"/>
      <p:bldP spid="43" grpId="0"/>
      <p:bldP spid="43" grpId="1"/>
      <p:bldP spid="44" grpId="0"/>
      <p:bldP spid="44" grpId="1"/>
      <p:bldP spid="45" grpId="0" animBg="1"/>
      <p:bldP spid="46" grpId="0" animBg="1"/>
      <p:bldP spid="47" grpId="0" animBg="1"/>
      <p:bldP spid="48" grpId="0" animBg="1"/>
      <p:bldP spid="49" grpId="0" animBg="1"/>
      <p:bldP spid="50" grpId="0" animBg="1"/>
      <p:bldP spid="51" grpId="0" animBg="1"/>
      <p:bldP spid="51" grpId="1" animBg="1"/>
      <p:bldP spid="52" grpId="0" animBg="1"/>
      <p:bldP spid="52" grpId="1" animBg="1"/>
      <p:bldP spid="53" grpId="0" animBg="1"/>
      <p:bldP spid="53" grpId="1" animBg="1"/>
      <p:bldP spid="54" grpId="0" animBg="1"/>
      <p:bldP spid="54" grpId="1" animBg="1"/>
      <p:bldP spid="55" grpId="0" animBg="1"/>
      <p:bldP spid="55" grpId="1" animBg="1"/>
      <p:bldP spid="56" grpId="0" animBg="1"/>
      <p:bldP spid="56" grpId="1" animBg="1"/>
      <p:bldP spid="57" grpId="0"/>
      <p:bldP spid="58" grpId="0" animBg="1"/>
      <p:bldP spid="59" grpId="0"/>
      <p:bldP spid="60" grpId="0"/>
      <p:bldP spid="61" grpId="0" animBg="1"/>
      <p:bldP spid="63" grpId="0"/>
      <p:bldP spid="64" grpId="0" animBg="1"/>
      <p:bldP spid="66" grpId="0"/>
      <p:bldP spid="67" grpId="0" animBg="1"/>
      <p:bldP spid="68" grpId="0"/>
      <p:bldP spid="70" grpId="0" animBg="1"/>
      <p:bldP spid="71" grpId="0"/>
      <p:bldP spid="72" grpId="0"/>
      <p:bldP spid="73" grpId="0" animBg="1"/>
      <p:bldP spid="74" grpId="0" animBg="1"/>
      <p:bldP spid="75" grpId="0" animBg="1"/>
      <p:bldP spid="76" grpId="0" animBg="1"/>
      <p:bldP spid="77" grpId="0" animBg="1"/>
      <p:bldP spid="78" grpId="0" animBg="1"/>
      <p:bldP spid="79" grpId="0" animBg="1"/>
      <p:bldP spid="79" grpId="1" animBg="1"/>
      <p:bldP spid="80" grpId="0"/>
      <p:bldP spid="80" grpId="1"/>
      <p:bldP spid="81" grpId="0"/>
      <p:bldP spid="81" grpId="1"/>
      <p:bldP spid="82" grpId="0"/>
      <p:bldP spid="82" grpId="1"/>
      <p:bldP spid="83" grpId="0" animBg="1"/>
      <p:bldP spid="83" grpId="1" animBg="1"/>
      <p:bldP spid="84" grpId="0"/>
      <p:bldP spid="84" grpId="1"/>
      <p:bldP spid="85" grpId="0" animBg="1"/>
      <p:bldP spid="85" grpId="1" animBg="1"/>
      <p:bldP spid="86" grpId="0" animBg="1"/>
      <p:bldP spid="86" grpId="1" animBg="1"/>
      <p:bldP spid="87" grpId="0" animBg="1"/>
      <p:bldP spid="87" grpId="1" animBg="1"/>
      <p:bldP spid="88" grpId="0" animBg="1"/>
      <p:bldP spid="88" grpId="1" animBg="1"/>
      <p:bldP spid="89" grpId="0" animBg="1"/>
      <p:bldP spid="89" grpId="1" animBg="1"/>
      <p:bldP spid="90" grpId="0" animBg="1"/>
      <p:bldP spid="90" grpId="1" animBg="1"/>
      <p:bldP spid="91" grpId="0"/>
      <p:bldP spid="92" grpId="0" animBg="1"/>
      <p:bldP spid="93" grpId="0"/>
      <p:bldP spid="94" grpId="0"/>
      <p:bldP spid="95" grpId="0" animBg="1"/>
      <p:bldP spid="97" grpId="0"/>
      <p:bldP spid="98" grpId="0" animBg="1"/>
      <p:bldP spid="100" grpId="0"/>
      <p:bldP spid="101" grpId="0" animBg="1"/>
      <p:bldP spid="103" grpId="0"/>
      <p:bldP spid="104" grpId="0" animBg="1"/>
      <p:bldP spid="105" grpId="0"/>
      <p:bldP spid="107" grpId="0" animBg="1"/>
      <p:bldP spid="108" grpId="0"/>
      <p:bldP spid="109" grpId="0"/>
      <p:bldP spid="110" grpId="0" animBg="1"/>
      <p:bldP spid="111" grpId="0" animBg="1"/>
      <p:bldP spid="112" grpId="0" animBg="1"/>
      <p:bldP spid="113" grpId="0" animBg="1"/>
      <p:bldP spid="114" grpId="0" animBg="1"/>
      <p:bldP spid="115" grpId="0" animBg="1"/>
      <p:bldP spid="116" grpId="0" animBg="1"/>
      <p:bldP spid="116" grpId="1" animBg="1"/>
      <p:bldP spid="117" grpId="0"/>
      <p:bldP spid="117" grpId="1"/>
      <p:bldP spid="118" grpId="0"/>
      <p:bldP spid="118" grpId="1"/>
      <p:bldP spid="119" grpId="0"/>
      <p:bldP spid="119" grpId="1"/>
      <p:bldP spid="120" grpId="0" animBg="1"/>
      <p:bldP spid="120" grpId="1" animBg="1"/>
      <p:bldP spid="121" grpId="0"/>
      <p:bldP spid="121" grpId="1"/>
      <p:bldP spid="122" grpId="0" animBg="1"/>
      <p:bldP spid="122" grpId="1" animBg="1"/>
      <p:bldP spid="123" grpId="0" animBg="1"/>
      <p:bldP spid="123" grpId="1" animBg="1"/>
      <p:bldP spid="124" grpId="0" animBg="1"/>
      <p:bldP spid="124" grpId="1" animBg="1"/>
      <p:bldP spid="125" grpId="0" animBg="1"/>
      <p:bldP spid="125" grpId="1" animBg="1"/>
      <p:bldP spid="126" grpId="0" animBg="1"/>
      <p:bldP spid="126" grpId="1" animBg="1"/>
      <p:bldP spid="127" grpId="0" animBg="1"/>
      <p:bldP spid="127" grpId="1" animBg="1"/>
      <p:bldP spid="128" grpId="0"/>
      <p:bldP spid="129" grpId="0" animBg="1"/>
      <p:bldP spid="130" grpId="0"/>
      <p:bldP spid="131" grpId="0"/>
      <p:bldP spid="132" grpId="0" animBg="1"/>
      <p:bldP spid="134" grpId="0"/>
      <p:bldP spid="135" grpId="0" animBg="1"/>
      <p:bldP spid="137" grpId="0"/>
      <p:bldP spid="138" grpId="0" animBg="1"/>
      <p:bldP spid="139" grpId="0"/>
      <p:bldP spid="141" grpId="0" animBg="1"/>
      <p:bldP spid="142" grpId="0"/>
      <p:bldP spid="143" grpId="0"/>
      <p:bldP spid="144" grpId="0" animBg="1"/>
      <p:bldP spid="144" grpId="1" animBg="1"/>
      <p:bldP spid="145" grpId="0"/>
      <p:bldP spid="145" grpId="1"/>
      <p:bldP spid="146" grpId="0"/>
      <p:bldP spid="146" grpId="1"/>
      <p:bldP spid="147" grpId="0"/>
      <p:bldP spid="147" grpId="1"/>
      <p:bldP spid="148" grpId="0" animBg="1"/>
      <p:bldP spid="148" grpId="1" animBg="1"/>
      <p:bldP spid="149" grpId="0"/>
      <p:bldP spid="149" grpId="1"/>
      <p:bldP spid="160" grpId="0" animBg="1"/>
      <p:bldP spid="161" grpId="0" animBg="1"/>
      <p:bldP spid="162"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La hipótesis, parte por parte</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ntraste:ae291279b0"/>
          <p:cNvSpPr/>
          <p:nvPr/>
        </p:nvSpPr>
        <p:spPr>
          <a:xfrm>
            <a:off x="565150" y="1257300"/>
            <a:ext cx="11061700" cy="2234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ntraste:ae291279b0·2"/>
          <p:cNvSpPr/>
          <p:nvPr/>
        </p:nvSpPr>
        <p:spPr>
          <a:xfrm>
            <a:off x="565150" y="1468056"/>
            <a:ext cx="11061700" cy="127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ontraste:bf7402a1fd"/>
          <p:cNvSpPr txBox="1"/>
          <p:nvPr/>
        </p:nvSpPr>
        <p:spPr>
          <a:xfrm>
            <a:off x="565150" y="1262012"/>
            <a:ext cx="2286000"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5B6575"/>
                </a:solidFill>
                <a:latin typeface="Calibri"/>
              </a:rPr>
              <a:t>Parte de la hipótesis</a:t>
            </a:r>
          </a:p>
        </p:txBody>
      </p:sp>
      <p:sp>
        <p:nvSpPr>
          <p:cNvPr id="14" name="!!contraste:627fadee0a"/>
          <p:cNvSpPr txBox="1"/>
          <p:nvPr/>
        </p:nvSpPr>
        <p:spPr>
          <a:xfrm>
            <a:off x="2952750" y="1262012"/>
            <a:ext cx="808609"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5B6575"/>
                </a:solidFill>
                <a:latin typeface="Calibri"/>
              </a:rPr>
              <a:t>Evidencia</a:t>
            </a:r>
          </a:p>
        </p:txBody>
      </p:sp>
      <p:sp>
        <p:nvSpPr>
          <p:cNvPr id="15" name="!!contraste:0d63060a32"/>
          <p:cNvSpPr txBox="1"/>
          <p:nvPr/>
        </p:nvSpPr>
        <p:spPr>
          <a:xfrm>
            <a:off x="3984752" y="1262012"/>
            <a:ext cx="2880804"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5B6575"/>
                </a:solidFill>
                <a:latin typeface="Calibri"/>
              </a:rPr>
              <a:t>antes, con software de caja negra →</a:t>
            </a:r>
            <a:r>
              <a:rPr sz="1100" b="1" i="0">
                <a:solidFill>
                  <a:srgbClr val="D9650B"/>
                </a:solidFill>
                <a:latin typeface="Calibri"/>
              </a:rPr>
              <a:t> con EduFEM</a:t>
            </a:r>
          </a:p>
        </p:txBody>
      </p:sp>
      <p:sp>
        <p:nvSpPr>
          <p:cNvPr id="16" name="!!contraste:497c0a2bcc"/>
          <p:cNvSpPr/>
          <p:nvPr/>
        </p:nvSpPr>
        <p:spPr>
          <a:xfrm>
            <a:off x="3832352" y="1276350"/>
            <a:ext cx="114300" cy="114300"/>
          </a:xfrm>
          <a:prstGeom prst="roundRect">
            <a:avLst>
              <a:gd name="adj" fmla="val 22222"/>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ntraste:6104387ab6"/>
          <p:cNvSpPr txBox="1"/>
          <p:nvPr/>
        </p:nvSpPr>
        <p:spPr>
          <a:xfrm>
            <a:off x="10153650" y="1262012"/>
            <a:ext cx="1524000"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5B6575"/>
                </a:solidFill>
                <a:latin typeface="Calibri"/>
              </a:rPr>
              <a:t>Veredicto</a:t>
            </a:r>
          </a:p>
        </p:txBody>
      </p:sp>
      <p:sp>
        <p:nvSpPr>
          <p:cNvPr id="18" name="!!contraste:0a49126ff8"/>
          <p:cNvSpPr/>
          <p:nvPr/>
        </p:nvSpPr>
        <p:spPr>
          <a:xfrm>
            <a:off x="565150" y="1480756"/>
            <a:ext cx="11061700" cy="781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ontraste:0a49126ff8·2"/>
          <p:cNvSpPr/>
          <p:nvPr/>
        </p:nvSpPr>
        <p:spPr>
          <a:xfrm>
            <a:off x="565150" y="2256282"/>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ontraste:0c47f202c6"/>
          <p:cNvSpPr/>
          <p:nvPr/>
        </p:nvSpPr>
        <p:spPr>
          <a:xfrm>
            <a:off x="571500" y="1506156"/>
            <a:ext cx="2222500" cy="724726"/>
          </a:xfrm>
          <a:prstGeom prst="roundRect">
            <a:avLst>
              <a:gd name="adj" fmla="val 9638"/>
            </a:avLst>
          </a:prstGeom>
          <a:solidFill>
            <a:srgbClr val="FFF3E8">
              <a:alpha val="35000"/>
            </a:srgbClr>
          </a:solidFill>
          <a:ln w="12700">
            <a:solidFill>
              <a:srgbClr val="D9650B">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ontraste:4ac2ca2c13"/>
          <p:cNvSpPr txBox="1"/>
          <p:nvPr/>
        </p:nvSpPr>
        <p:spPr>
          <a:xfrm>
            <a:off x="679450" y="1589430"/>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D9650B">
                    <a:alpha val="35000"/>
                  </a:srgbClr>
                </a:solidFill>
                <a:latin typeface="Calibri"/>
              </a:rPr>
              <a:t>Condición</a:t>
            </a:r>
            <a:r>
              <a:rPr sz="1100" b="1" i="0">
                <a:solidFill>
                  <a:srgbClr val="D9650B">
                    <a:alpha val="35000"/>
                  </a:srgbClr>
                </a:solidFill>
                <a:latin typeface="Calibri"/>
              </a:rPr>
              <a:t> · interviniente</a:t>
            </a:r>
          </a:p>
        </p:txBody>
      </p:sp>
      <p:sp>
        <p:nvSpPr>
          <p:cNvPr id="22" name="!!contraste:5c61e1adc5"/>
          <p:cNvSpPr txBox="1"/>
          <p:nvPr/>
        </p:nvSpPr>
        <p:spPr>
          <a:xfrm>
            <a:off x="679450" y="1793321"/>
            <a:ext cx="205740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35000"/>
                  </a:srgbClr>
                </a:solidFill>
                <a:latin typeface="Calibri"/>
              </a:rPr>
              <a:t>método de diseño de software</a:t>
            </a:r>
            <a:br/>
            <a:r>
              <a:rPr sz="1200" b="0" i="0">
                <a:solidFill>
                  <a:srgbClr val="1F2937">
                    <a:alpha val="35000"/>
                  </a:srgbClr>
                </a:solidFill>
                <a:latin typeface="Calibri"/>
              </a:rPr>
              <a:t>educativo</a:t>
            </a:r>
          </a:p>
        </p:txBody>
      </p:sp>
      <p:sp>
        <p:nvSpPr>
          <p:cNvPr id="23" name="!!contraste:2b88301deb"/>
          <p:cNvSpPr/>
          <p:nvPr/>
        </p:nvSpPr>
        <p:spPr>
          <a:xfrm>
            <a:off x="2955925" y="1637982"/>
            <a:ext cx="2283841" cy="460946"/>
          </a:xfrm>
          <a:prstGeom prst="roundRect">
            <a:avLst>
              <a:gd name="adj" fmla="val 15842"/>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ontraste:1e6b2f1229"/>
          <p:cNvSpPr txBox="1"/>
          <p:nvPr/>
        </p:nvSpPr>
        <p:spPr>
          <a:xfrm>
            <a:off x="3048000"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alpha val="35000"/>
                  </a:srgbClr>
                </a:solidFill>
                <a:latin typeface="Calibri"/>
              </a:rPr>
              <a:t>6</a:t>
            </a:r>
          </a:p>
        </p:txBody>
      </p:sp>
      <p:sp>
        <p:nvSpPr>
          <p:cNvPr id="25" name="!!contraste:59e2678b3b"/>
          <p:cNvSpPr txBox="1"/>
          <p:nvPr/>
        </p:nvSpPr>
        <p:spPr>
          <a:xfrm>
            <a:off x="3252978" y="1685531"/>
            <a:ext cx="1945513"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alpha val="35000"/>
                  </a:srgbClr>
                </a:solidFill>
                <a:latin typeface="Calibri"/>
              </a:rPr>
              <a:t>actividades aplicadas de la</a:t>
            </a:r>
            <a:br/>
            <a:r>
              <a:rPr sz="1200" b="0" i="0">
                <a:solidFill>
                  <a:srgbClr val="1F2937">
                    <a:alpha val="35000"/>
                  </a:srgbClr>
                </a:solidFill>
                <a:latin typeface="Calibri"/>
              </a:rPr>
              <a:t>ciencia del diseño</a:t>
            </a:r>
          </a:p>
        </p:txBody>
      </p:sp>
      <p:sp>
        <p:nvSpPr>
          <p:cNvPr id="26" name="!!contraste:db138e1c02"/>
          <p:cNvSpPr/>
          <p:nvPr/>
        </p:nvSpPr>
        <p:spPr>
          <a:xfrm>
            <a:off x="5335016" y="1637982"/>
            <a:ext cx="2283904" cy="460946"/>
          </a:xfrm>
          <a:prstGeom prst="roundRect">
            <a:avLst>
              <a:gd name="adj" fmla="val 15842"/>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ontraste:9d26eabe8b"/>
          <p:cNvSpPr txBox="1"/>
          <p:nvPr/>
        </p:nvSpPr>
        <p:spPr>
          <a:xfrm>
            <a:off x="5427091"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alpha val="35000"/>
                  </a:srgbClr>
                </a:solidFill>
                <a:latin typeface="Calibri"/>
              </a:rPr>
              <a:t>5</a:t>
            </a:r>
          </a:p>
        </p:txBody>
      </p:sp>
      <p:sp>
        <p:nvSpPr>
          <p:cNvPr id="28" name="!!contraste:26c38a3a6c"/>
          <p:cNvSpPr txBox="1"/>
          <p:nvPr/>
        </p:nvSpPr>
        <p:spPr>
          <a:xfrm>
            <a:off x="5632069" y="1685531"/>
            <a:ext cx="1945576"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alpha val="35000"/>
                  </a:srgbClr>
                </a:solidFill>
                <a:latin typeface="Calibri"/>
              </a:rPr>
              <a:t>requisitos tomados de los</a:t>
            </a:r>
            <a:br/>
            <a:r>
              <a:rPr sz="1200" b="0" i="0">
                <a:solidFill>
                  <a:srgbClr val="1F2937">
                    <a:alpha val="35000"/>
                  </a:srgbClr>
                </a:solidFill>
                <a:latin typeface="Calibri"/>
              </a:rPr>
              <a:t>antecedentes</a:t>
            </a:r>
          </a:p>
        </p:txBody>
      </p:sp>
      <p:sp>
        <p:nvSpPr>
          <p:cNvPr id="29" name="!!contraste:f383c7119f"/>
          <p:cNvSpPr/>
          <p:nvPr/>
        </p:nvSpPr>
        <p:spPr>
          <a:xfrm>
            <a:off x="7714170" y="1637982"/>
            <a:ext cx="2283841" cy="460946"/>
          </a:xfrm>
          <a:prstGeom prst="roundRect">
            <a:avLst>
              <a:gd name="adj" fmla="val 15842"/>
            </a:avLst>
          </a:prstGeom>
          <a:solidFill>
            <a:srgbClr val="F6F8FC">
              <a:alpha val="35000"/>
            </a:srgbClr>
          </a:solidFill>
          <a:ln w="6350">
            <a:solidFill>
              <a:srgbClr val="DCE3E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traste:f3d5e185bd"/>
          <p:cNvSpPr txBox="1"/>
          <p:nvPr/>
        </p:nvSpPr>
        <p:spPr>
          <a:xfrm>
            <a:off x="7806246"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alpha val="35000"/>
                  </a:srgbClr>
                </a:solidFill>
                <a:latin typeface="Calibri"/>
              </a:rPr>
              <a:t>4</a:t>
            </a:r>
          </a:p>
        </p:txBody>
      </p:sp>
      <p:sp>
        <p:nvSpPr>
          <p:cNvPr id="31" name="!!contraste:97f63f8ec9"/>
          <p:cNvSpPr txBox="1"/>
          <p:nvPr/>
        </p:nvSpPr>
        <p:spPr>
          <a:xfrm>
            <a:off x="8011223" y="1685531"/>
            <a:ext cx="1945513"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alpha val="35000"/>
                  </a:srgbClr>
                </a:solidFill>
                <a:latin typeface="Calibri"/>
              </a:rPr>
              <a:t>principios, cada uno con su</a:t>
            </a:r>
            <a:br/>
            <a:r>
              <a:rPr sz="1200" b="0" i="0">
                <a:solidFill>
                  <a:srgbClr val="1F2937">
                    <a:alpha val="35000"/>
                  </a:srgbClr>
                </a:solidFill>
                <a:latin typeface="Calibri"/>
              </a:rPr>
              <a:t>decisión de diseño</a:t>
            </a:r>
          </a:p>
        </p:txBody>
      </p:sp>
      <p:sp>
        <p:nvSpPr>
          <p:cNvPr id="32" name="!!contraste:5eccd1eed2"/>
          <p:cNvSpPr/>
          <p:nvPr/>
        </p:nvSpPr>
        <p:spPr>
          <a:xfrm>
            <a:off x="10163175" y="1706562"/>
            <a:ext cx="120986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ontraste:9847ab77b7"/>
          <p:cNvSpPr txBox="1"/>
          <p:nvPr/>
        </p:nvSpPr>
        <p:spPr>
          <a:xfrm>
            <a:off x="10471023" y="1776668"/>
            <a:ext cx="82899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Respaldada</a:t>
            </a:r>
          </a:p>
        </p:txBody>
      </p:sp>
      <p:sp>
        <p:nvSpPr>
          <p:cNvPr id="34" name="!!contraste:748aee915b"/>
          <p:cNvSpPr txBox="1"/>
          <p:nvPr/>
        </p:nvSpPr>
        <p:spPr>
          <a:xfrm>
            <a:off x="10287000" y="1786193"/>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35" name="!!contraste:facdc67174"/>
          <p:cNvSpPr/>
          <p:nvPr/>
        </p:nvSpPr>
        <p:spPr>
          <a:xfrm>
            <a:off x="565150" y="2262568"/>
            <a:ext cx="11061700" cy="5960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ntraste:facdc67174·2"/>
          <p:cNvSpPr/>
          <p:nvPr/>
        </p:nvSpPr>
        <p:spPr>
          <a:xfrm>
            <a:off x="565150" y="285223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ontraste:d9ef7b26aa"/>
          <p:cNvSpPr/>
          <p:nvPr/>
        </p:nvSpPr>
        <p:spPr>
          <a:xfrm>
            <a:off x="571500" y="2287968"/>
            <a:ext cx="2222500" cy="538861"/>
          </a:xfrm>
          <a:prstGeom prst="roundRect">
            <a:avLst>
              <a:gd name="adj" fmla="val 12962"/>
            </a:avLst>
          </a:prstGeom>
          <a:solidFill>
            <a:srgbClr val="FFF3E8">
              <a:alpha val="35000"/>
            </a:srgbClr>
          </a:solidFill>
          <a:ln w="12700">
            <a:solidFill>
              <a:srgbClr val="D9650B">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ontraste:15f030712e"/>
          <p:cNvSpPr txBox="1"/>
          <p:nvPr/>
        </p:nvSpPr>
        <p:spPr>
          <a:xfrm>
            <a:off x="679450" y="2371242"/>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D9650B">
                    <a:alpha val="35000"/>
                  </a:srgbClr>
                </a:solidFill>
                <a:latin typeface="Calibri"/>
              </a:rPr>
              <a:t>Intervención</a:t>
            </a:r>
            <a:r>
              <a:rPr sz="1100" b="1" i="0">
                <a:solidFill>
                  <a:srgbClr val="D9650B">
                    <a:alpha val="35000"/>
                  </a:srgbClr>
                </a:solidFill>
                <a:latin typeface="Calibri"/>
              </a:rPr>
              <a:t> · interviniente</a:t>
            </a:r>
          </a:p>
        </p:txBody>
      </p:sp>
      <p:sp>
        <p:nvSpPr>
          <p:cNvPr id="39" name="!!contraste:2fa4381975"/>
          <p:cNvSpPr txBox="1"/>
          <p:nvPr/>
        </p:nvSpPr>
        <p:spPr>
          <a:xfrm>
            <a:off x="679450" y="2575197"/>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35000"/>
                  </a:srgbClr>
                </a:solidFill>
                <a:latin typeface="Calibri"/>
              </a:rPr>
              <a:t>desarrollo de EduFEM</a:t>
            </a:r>
          </a:p>
        </p:txBody>
      </p:sp>
      <p:sp>
        <p:nvSpPr>
          <p:cNvPr id="40" name="!!contraste:0e598455b3"/>
          <p:cNvSpPr/>
          <p:nvPr/>
        </p:nvSpPr>
        <p:spPr>
          <a:xfrm>
            <a:off x="2952750" y="2488311"/>
            <a:ext cx="139700" cy="139700"/>
          </a:xfrm>
          <a:prstGeom prst="roundRect">
            <a:avLst>
              <a:gd name="adj" fmla="val 22727"/>
            </a:avLst>
          </a:prstGeom>
          <a:solidFill>
            <a:srgbClr val="1B2A4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ontraste:e185e1df08"/>
          <p:cNvSpPr txBox="1"/>
          <p:nvPr/>
        </p:nvSpPr>
        <p:spPr>
          <a:xfrm>
            <a:off x="3155950" y="2464674"/>
            <a:ext cx="1511300" cy="188976"/>
          </a:xfrm>
          <a:prstGeom prst="rect">
            <a:avLst/>
          </a:prstGeom>
          <a:noFill/>
        </p:spPr>
        <p:txBody>
          <a:bodyPr wrap="square" lIns="0" rIns="0" tIns="0" bIns="0" anchor="t"/>
          <a:lstStyle/>
          <a:p>
            <a:pPr algn="l">
              <a:lnSpc>
                <a:spcPts val="1488"/>
              </a:lnSpc>
              <a:spcBef>
                <a:spcPts val="0"/>
              </a:spcBef>
              <a:spcAft>
                <a:spcPts val="0"/>
              </a:spcAft>
            </a:pPr>
            <a:r>
              <a:rPr sz="1200" b="0" i="0">
                <a:solidFill>
                  <a:srgbClr val="3F4A5A">
                    <a:alpha val="35000"/>
                  </a:srgbClr>
                </a:solidFill>
                <a:latin typeface="Calibri"/>
              </a:rPr>
              <a:t>Caja negra</a:t>
            </a:r>
          </a:p>
        </p:txBody>
      </p:sp>
      <p:sp>
        <p:nvSpPr>
          <p:cNvPr id="42" name="!!contraste:536dd09718"/>
          <p:cNvSpPr txBox="1"/>
          <p:nvPr/>
        </p:nvSpPr>
        <p:spPr>
          <a:xfrm>
            <a:off x="4667250" y="2462466"/>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alpha val="35000"/>
                  </a:srgbClr>
                </a:solidFill>
                <a:latin typeface="Calibri"/>
              </a:rPr>
              <a:t>→</a:t>
            </a:r>
          </a:p>
        </p:txBody>
      </p:sp>
      <p:sp>
        <p:nvSpPr>
          <p:cNvPr id="43" name="!!contraste:44b262313a"/>
          <p:cNvSpPr txBox="1"/>
          <p:nvPr/>
        </p:nvSpPr>
        <p:spPr>
          <a:xfrm>
            <a:off x="5022850" y="2348262"/>
            <a:ext cx="5077968" cy="412750"/>
          </a:xfrm>
          <a:prstGeom prst="rect">
            <a:avLst/>
          </a:prstGeom>
          <a:noFill/>
        </p:spPr>
        <p:txBody>
          <a:bodyPr wrap="square" lIns="0" rIns="0" tIns="0" bIns="0" anchor="t"/>
          <a:lstStyle/>
          <a:p>
            <a:pPr algn="l">
              <a:lnSpc>
                <a:spcPts val="1625"/>
              </a:lnSpc>
              <a:spcBef>
                <a:spcPts val="0"/>
              </a:spcBef>
              <a:spcAft>
                <a:spcPts val="0"/>
              </a:spcAft>
            </a:pPr>
            <a:r>
              <a:rPr sz="1250" b="1" i="0">
                <a:solidFill>
                  <a:srgbClr val="D9650B">
                    <a:alpha val="35000"/>
                  </a:srgbClr>
                </a:solidFill>
                <a:latin typeface="Calibri"/>
              </a:rPr>
              <a:t>Procedimiento a la vista:</a:t>
            </a:r>
            <a:r>
              <a:rPr sz="1250" b="0" i="0">
                <a:solidFill>
                  <a:srgbClr val="1F2937">
                    <a:alpha val="35000"/>
                  </a:srgbClr>
                </a:solidFill>
                <a:latin typeface="Calibri"/>
              </a:rPr>
              <a:t> módulos M1 a M7, post-proceso y memoria de</a:t>
            </a:r>
            <a:br/>
            <a:r>
              <a:rPr sz="1250" b="0" i="0">
                <a:solidFill>
                  <a:srgbClr val="1F2937">
                    <a:alpha val="35000"/>
                  </a:srgbClr>
                </a:solidFill>
                <a:latin typeface="Calibri"/>
              </a:rPr>
              <a:t>cálculo sobre el modelo del usuario</a:t>
            </a:r>
          </a:p>
        </p:txBody>
      </p:sp>
      <p:sp>
        <p:nvSpPr>
          <p:cNvPr id="44" name="!!contraste:d0541713aa"/>
          <p:cNvSpPr/>
          <p:nvPr/>
        </p:nvSpPr>
        <p:spPr>
          <a:xfrm>
            <a:off x="10163175" y="2395410"/>
            <a:ext cx="120986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ontraste:9a8f68d1f8"/>
          <p:cNvSpPr txBox="1"/>
          <p:nvPr/>
        </p:nvSpPr>
        <p:spPr>
          <a:xfrm>
            <a:off x="10471023" y="2465579"/>
            <a:ext cx="82899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Respaldada</a:t>
            </a:r>
          </a:p>
        </p:txBody>
      </p:sp>
      <p:sp>
        <p:nvSpPr>
          <p:cNvPr id="46" name="!!contraste:20956485fb"/>
          <p:cNvSpPr txBox="1"/>
          <p:nvPr/>
        </p:nvSpPr>
        <p:spPr>
          <a:xfrm>
            <a:off x="10287000" y="2475104"/>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47" name="!!contraste:add65f7172"/>
          <p:cNvSpPr/>
          <p:nvPr/>
        </p:nvSpPr>
        <p:spPr>
          <a:xfrm>
            <a:off x="565150" y="2858580"/>
            <a:ext cx="11061700" cy="800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ontraste:add65f7172·2"/>
          <p:cNvSpPr/>
          <p:nvPr/>
        </p:nvSpPr>
        <p:spPr>
          <a:xfrm>
            <a:off x="565150" y="365233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ontraste:6bcb3d7544"/>
          <p:cNvSpPr/>
          <p:nvPr/>
        </p:nvSpPr>
        <p:spPr>
          <a:xfrm>
            <a:off x="571500" y="2985960"/>
            <a:ext cx="2222500" cy="538861"/>
          </a:xfrm>
          <a:prstGeom prst="roundRect">
            <a:avLst>
              <a:gd name="adj" fmla="val 12962"/>
            </a:avLst>
          </a:prstGeom>
          <a:solidFill>
            <a:srgbClr val="F3EEFB">
              <a:alpha val="35000"/>
            </a:srgbClr>
          </a:solidFill>
          <a:ln w="12700">
            <a:solidFill>
              <a:srgbClr val="6F42C1">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ontraste:4fc71e4093"/>
          <p:cNvSpPr txBox="1"/>
          <p:nvPr/>
        </p:nvSpPr>
        <p:spPr>
          <a:xfrm>
            <a:off x="679450" y="3069234"/>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alpha val="35000"/>
                  </a:srgbClr>
                </a:solidFill>
                <a:latin typeface="Calibri"/>
              </a:rPr>
              <a:t>Efecto (a)</a:t>
            </a:r>
            <a:r>
              <a:rPr sz="1100" b="1" i="0">
                <a:solidFill>
                  <a:srgbClr val="6F42C1">
                    <a:alpha val="35000"/>
                  </a:srgbClr>
                </a:solidFill>
                <a:latin typeface="Calibri"/>
              </a:rPr>
              <a:t> · dependiente</a:t>
            </a:r>
          </a:p>
        </p:txBody>
      </p:sp>
      <p:sp>
        <p:nvSpPr>
          <p:cNvPr id="51" name="!!contraste:0efbdae7e4"/>
          <p:cNvSpPr txBox="1"/>
          <p:nvPr/>
        </p:nvSpPr>
        <p:spPr>
          <a:xfrm>
            <a:off x="679450" y="3273189"/>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35000"/>
                  </a:srgbClr>
                </a:solidFill>
                <a:latin typeface="Calibri"/>
              </a:rPr>
              <a:t>trazabilidad del análisis</a:t>
            </a:r>
          </a:p>
        </p:txBody>
      </p:sp>
      <p:sp>
        <p:nvSpPr>
          <p:cNvPr id="52" name="!!contraste:2d6ef0417c"/>
          <p:cNvSpPr/>
          <p:nvPr/>
        </p:nvSpPr>
        <p:spPr>
          <a:xfrm>
            <a:off x="2952750" y="2903030"/>
            <a:ext cx="139700" cy="139700"/>
          </a:xfrm>
          <a:prstGeom prst="roundRect">
            <a:avLst>
              <a:gd name="adj" fmla="val 22727"/>
            </a:avLst>
          </a:prstGeom>
          <a:solidFill>
            <a:srgbClr val="1B2A4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ontraste:f2b7e4f258"/>
          <p:cNvSpPr txBox="1"/>
          <p:nvPr/>
        </p:nvSpPr>
        <p:spPr>
          <a:xfrm>
            <a:off x="3155950" y="2879392"/>
            <a:ext cx="1511300" cy="755904"/>
          </a:xfrm>
          <a:prstGeom prst="rect">
            <a:avLst/>
          </a:prstGeom>
          <a:noFill/>
        </p:spPr>
        <p:txBody>
          <a:bodyPr wrap="square" lIns="0" rIns="0" tIns="0" bIns="0" anchor="t"/>
          <a:lstStyle/>
          <a:p>
            <a:pPr algn="l">
              <a:lnSpc>
                <a:spcPts val="1488"/>
              </a:lnSpc>
              <a:spcBef>
                <a:spcPts val="0"/>
              </a:spcBef>
              <a:spcAft>
                <a:spcPts val="0"/>
              </a:spcAft>
            </a:pPr>
            <a:r>
              <a:rPr sz="1200" b="1" i="0">
                <a:solidFill>
                  <a:srgbClr val="6F42C1">
                    <a:alpha val="35000"/>
                  </a:srgbClr>
                </a:solidFill>
                <a:latin typeface="Calibri"/>
              </a:rPr>
              <a:t>Baja</a:t>
            </a:r>
            <a:r>
              <a:rPr sz="1200" b="0" i="0">
                <a:solidFill>
                  <a:srgbClr val="3F4A5A">
                    <a:alpha val="35000"/>
                  </a:srgbClr>
                </a:solidFill>
                <a:latin typeface="Calibri"/>
              </a:rPr>
              <a:t> · solo datos y</a:t>
            </a:r>
            <a:br/>
            <a:r>
              <a:rPr sz="1200" b="0" i="0">
                <a:solidFill>
                  <a:srgbClr val="3F4A5A">
                    <a:alpha val="35000"/>
                  </a:srgbClr>
                </a:solidFill>
                <a:latin typeface="Calibri"/>
              </a:rPr>
              <a:t>resultados: ningún</a:t>
            </a:r>
            <a:br/>
            <a:r>
              <a:rPr sz="1200" b="0" i="0">
                <a:solidFill>
                  <a:srgbClr val="3F4A5A">
                    <a:alpha val="35000"/>
                  </a:srgbClr>
                </a:solidFill>
                <a:latin typeface="Calibri"/>
              </a:rPr>
              <a:t>resultado se sigue</a:t>
            </a:r>
            <a:br/>
            <a:r>
              <a:rPr sz="1200" b="0" i="0">
                <a:solidFill>
                  <a:srgbClr val="3F4A5A">
                    <a:alpha val="35000"/>
                  </a:srgbClr>
                </a:solidFill>
                <a:latin typeface="Calibri"/>
              </a:rPr>
              <a:t>etapa por etapa</a:t>
            </a:r>
          </a:p>
        </p:txBody>
      </p:sp>
      <p:sp>
        <p:nvSpPr>
          <p:cNvPr id="54" name="!!contraste:14fd7d3130"/>
          <p:cNvSpPr txBox="1"/>
          <p:nvPr/>
        </p:nvSpPr>
        <p:spPr>
          <a:xfrm>
            <a:off x="4667250" y="3160586"/>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alpha val="35000"/>
                  </a:srgbClr>
                </a:solidFill>
                <a:latin typeface="Calibri"/>
              </a:rPr>
              <a:t>→</a:t>
            </a:r>
          </a:p>
        </p:txBody>
      </p:sp>
      <p:sp>
        <p:nvSpPr>
          <p:cNvPr id="55" name="!!contraste:697c472e1a"/>
          <p:cNvSpPr/>
          <p:nvPr/>
        </p:nvSpPr>
        <p:spPr>
          <a:xfrm>
            <a:off x="5029200" y="2937954"/>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ontraste:422aa29a26"/>
          <p:cNvSpPr txBox="1"/>
          <p:nvPr/>
        </p:nvSpPr>
        <p:spPr>
          <a:xfrm>
            <a:off x="5070475" y="29741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57" name="!!contraste:9f704fa14a"/>
          <p:cNvSpPr txBox="1"/>
          <p:nvPr/>
        </p:nvSpPr>
        <p:spPr>
          <a:xfrm>
            <a:off x="5276850" y="29448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7 de 7 etapas con módulo</a:t>
            </a:r>
          </a:p>
        </p:txBody>
      </p:sp>
      <p:sp>
        <p:nvSpPr>
          <p:cNvPr id="58" name="!!contraste:862735e190"/>
          <p:cNvSpPr/>
          <p:nvPr/>
        </p:nvSpPr>
        <p:spPr>
          <a:xfrm>
            <a:off x="7562850" y="2937954"/>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ontraste:94b1c573d0"/>
          <p:cNvSpPr txBox="1"/>
          <p:nvPr/>
        </p:nvSpPr>
        <p:spPr>
          <a:xfrm>
            <a:off x="7604125" y="29741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60" name="!!contraste:d76c5c9d49"/>
          <p:cNvSpPr txBox="1"/>
          <p:nvPr/>
        </p:nvSpPr>
        <p:spPr>
          <a:xfrm>
            <a:off x="7810500" y="29448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9 de 9 en la memoria</a:t>
            </a:r>
          </a:p>
        </p:txBody>
      </p:sp>
      <p:sp>
        <p:nvSpPr>
          <p:cNvPr id="61" name="!!contraste:23396d7115"/>
          <p:cNvSpPr/>
          <p:nvPr/>
        </p:nvSpPr>
        <p:spPr>
          <a:xfrm>
            <a:off x="5029200" y="3166554"/>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traste:c722b260b1"/>
          <p:cNvSpPr txBox="1"/>
          <p:nvPr/>
        </p:nvSpPr>
        <p:spPr>
          <a:xfrm>
            <a:off x="5070475" y="32027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63" name="!!contraste:a8af296b74"/>
          <p:cNvSpPr txBox="1"/>
          <p:nvPr/>
        </p:nvSpPr>
        <p:spPr>
          <a:xfrm>
            <a:off x="5276850" y="31734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Solución y tensiones: ambas</a:t>
            </a:r>
          </a:p>
        </p:txBody>
      </p:sp>
      <p:sp>
        <p:nvSpPr>
          <p:cNvPr id="64" name="!!contraste:638d134512"/>
          <p:cNvSpPr/>
          <p:nvPr/>
        </p:nvSpPr>
        <p:spPr>
          <a:xfrm>
            <a:off x="7562850" y="3166554"/>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ontraste:5ddb81afae"/>
          <p:cNvSpPr txBox="1"/>
          <p:nvPr/>
        </p:nvSpPr>
        <p:spPr>
          <a:xfrm>
            <a:off x="7604125" y="32027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66" name="!!contraste:008852c151"/>
          <p:cNvSpPr txBox="1"/>
          <p:nvPr/>
        </p:nvSpPr>
        <p:spPr>
          <a:xfrm>
            <a:off x="7810500" y="31734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3 de 3 fases en un lienzo</a:t>
            </a:r>
          </a:p>
        </p:txBody>
      </p:sp>
      <p:sp>
        <p:nvSpPr>
          <p:cNvPr id="67" name="!!contraste:f1751770fa"/>
          <p:cNvSpPr/>
          <p:nvPr/>
        </p:nvSpPr>
        <p:spPr>
          <a:xfrm>
            <a:off x="5029200" y="3395154"/>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ontraste:fac159ab9b"/>
          <p:cNvSpPr txBox="1"/>
          <p:nvPr/>
        </p:nvSpPr>
        <p:spPr>
          <a:xfrm>
            <a:off x="5070475" y="34313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69" name="!!contraste:dbadcb963b"/>
          <p:cNvSpPr txBox="1"/>
          <p:nvPr/>
        </p:nvSpPr>
        <p:spPr>
          <a:xfrm>
            <a:off x="5276850" y="34020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18 de 18 contenidos</a:t>
            </a:r>
          </a:p>
        </p:txBody>
      </p:sp>
      <p:sp>
        <p:nvSpPr>
          <p:cNvPr id="70" name="!!contraste:73e5aad985"/>
          <p:cNvSpPr/>
          <p:nvPr/>
        </p:nvSpPr>
        <p:spPr>
          <a:xfrm>
            <a:off x="7562850" y="3395154"/>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ontraste:814675ca44"/>
          <p:cNvSpPr txBox="1"/>
          <p:nvPr/>
        </p:nvSpPr>
        <p:spPr>
          <a:xfrm>
            <a:off x="7604125" y="34313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72" name="!!contraste:ed921cdee7"/>
          <p:cNvSpPr txBox="1"/>
          <p:nvPr/>
        </p:nvSpPr>
        <p:spPr>
          <a:xfrm>
            <a:off x="7810500" y="34020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Intercambio sin pérdida</a:t>
            </a:r>
          </a:p>
        </p:txBody>
      </p:sp>
      <p:sp>
        <p:nvSpPr>
          <p:cNvPr id="73" name="!!contraste:69d11ff78f"/>
          <p:cNvSpPr/>
          <p:nvPr/>
        </p:nvSpPr>
        <p:spPr>
          <a:xfrm>
            <a:off x="10163175" y="2887853"/>
            <a:ext cx="1121791"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ontraste:c9a931145a"/>
          <p:cNvSpPr txBox="1"/>
          <p:nvPr/>
        </p:nvSpPr>
        <p:spPr>
          <a:xfrm>
            <a:off x="10471023" y="2957958"/>
            <a:ext cx="740854"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Se cumple</a:t>
            </a:r>
          </a:p>
        </p:txBody>
      </p:sp>
      <p:sp>
        <p:nvSpPr>
          <p:cNvPr id="75" name="!!contraste:afe11cfe45"/>
          <p:cNvSpPr txBox="1"/>
          <p:nvPr/>
        </p:nvSpPr>
        <p:spPr>
          <a:xfrm>
            <a:off x="10287000" y="2967483"/>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76" name="!!contraste:8a7bad72fa"/>
          <p:cNvSpPr txBox="1"/>
          <p:nvPr/>
        </p:nvSpPr>
        <p:spPr>
          <a:xfrm>
            <a:off x="10179050" y="3276810"/>
            <a:ext cx="955357" cy="160655"/>
          </a:xfrm>
          <a:prstGeom prst="rect">
            <a:avLst/>
          </a:prstGeom>
          <a:noFill/>
        </p:spPr>
        <p:txBody>
          <a:bodyPr wrap="square" lIns="0" rIns="0" tIns="0" bIns="0" anchor="t"/>
          <a:lstStyle/>
          <a:p>
            <a:pPr algn="l">
              <a:lnSpc>
                <a:spcPts val="1265"/>
              </a:lnSpc>
              <a:spcBef>
                <a:spcPts val="0"/>
              </a:spcBef>
              <a:spcAft>
                <a:spcPts val="0"/>
              </a:spcAft>
            </a:pPr>
            <a:r>
              <a:rPr sz="1300" b="1" i="0">
                <a:solidFill>
                  <a:srgbClr val="198754"/>
                </a:solidFill>
                <a:latin typeface="Calibri"/>
              </a:rPr>
              <a:t>6</a:t>
            </a:r>
            <a:r>
              <a:rPr sz="1150" b="1" i="0">
                <a:solidFill>
                  <a:srgbClr val="198754"/>
                </a:solidFill>
                <a:latin typeface="Calibri"/>
              </a:rPr>
              <a:t> de 6 criterios</a:t>
            </a:r>
          </a:p>
        </p:txBody>
      </p:sp>
      <p:sp>
        <p:nvSpPr>
          <p:cNvPr id="77" name="!!contraste:bca7ac1b7d"/>
          <p:cNvSpPr txBox="1"/>
          <p:nvPr/>
        </p:nvSpPr>
        <p:spPr>
          <a:xfrm>
            <a:off x="10179050" y="3483750"/>
            <a:ext cx="744728"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6F42C1"/>
                </a:solidFill>
                <a:latin typeface="Calibri"/>
              </a:rPr>
              <a:t>→ nivel alto</a:t>
            </a:r>
          </a:p>
        </p:txBody>
      </p:sp>
      <p:sp>
        <p:nvSpPr>
          <p:cNvPr id="78" name="!!contraste:bb2cdc4511"/>
          <p:cNvSpPr/>
          <p:nvPr/>
        </p:nvSpPr>
        <p:spPr>
          <a:xfrm>
            <a:off x="565150" y="1480756"/>
            <a:ext cx="11061700" cy="781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ontraste:bb2cdc4511·2"/>
          <p:cNvSpPr/>
          <p:nvPr/>
        </p:nvSpPr>
        <p:spPr>
          <a:xfrm>
            <a:off x="565150" y="2256282"/>
            <a:ext cx="11061700" cy="6350"/>
          </a:xfrm>
          <a:prstGeom prst="rect">
            <a:avLst/>
          </a:prstGeom>
          <a:solidFill>
            <a:srgbClr val="DCE3E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contraste:d24a83c828"/>
          <p:cNvSpPr/>
          <p:nvPr/>
        </p:nvSpPr>
        <p:spPr>
          <a:xfrm>
            <a:off x="571500" y="1506156"/>
            <a:ext cx="2222500" cy="724726"/>
          </a:xfrm>
          <a:prstGeom prst="roundRect">
            <a:avLst>
              <a:gd name="adj" fmla="val 9638"/>
            </a:avLst>
          </a:prstGeom>
          <a:solidFill>
            <a:srgbClr val="FFF3E8">
              <a:alpha val="40000"/>
            </a:srgbClr>
          </a:solidFill>
          <a:ln w="12700">
            <a:solidFill>
              <a:srgbClr val="D9650B">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contraste:a923503571"/>
          <p:cNvSpPr txBox="1"/>
          <p:nvPr/>
        </p:nvSpPr>
        <p:spPr>
          <a:xfrm>
            <a:off x="679450" y="1589430"/>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D9650B">
                    <a:alpha val="40000"/>
                  </a:srgbClr>
                </a:solidFill>
                <a:latin typeface="Calibri"/>
              </a:rPr>
              <a:t>Condición</a:t>
            </a:r>
            <a:r>
              <a:rPr sz="1100" b="1" i="0">
                <a:solidFill>
                  <a:srgbClr val="D9650B">
                    <a:alpha val="40000"/>
                  </a:srgbClr>
                </a:solidFill>
                <a:latin typeface="Calibri"/>
              </a:rPr>
              <a:t> · interviniente</a:t>
            </a:r>
          </a:p>
        </p:txBody>
      </p:sp>
      <p:sp>
        <p:nvSpPr>
          <p:cNvPr id="82" name="!!contraste:4fdff77b94"/>
          <p:cNvSpPr txBox="1"/>
          <p:nvPr/>
        </p:nvSpPr>
        <p:spPr>
          <a:xfrm>
            <a:off x="679450" y="1793321"/>
            <a:ext cx="205740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40000"/>
                  </a:srgbClr>
                </a:solidFill>
                <a:latin typeface="Calibri"/>
              </a:rPr>
              <a:t>método de diseño de software</a:t>
            </a:r>
            <a:br/>
            <a:r>
              <a:rPr sz="1200" b="0" i="0">
                <a:solidFill>
                  <a:srgbClr val="1F2937">
                    <a:alpha val="40000"/>
                  </a:srgbClr>
                </a:solidFill>
                <a:latin typeface="Calibri"/>
              </a:rPr>
              <a:t>educativo</a:t>
            </a:r>
          </a:p>
        </p:txBody>
      </p:sp>
      <p:sp>
        <p:nvSpPr>
          <p:cNvPr id="83" name="!!contraste:2afec9957d"/>
          <p:cNvSpPr/>
          <p:nvPr/>
        </p:nvSpPr>
        <p:spPr>
          <a:xfrm>
            <a:off x="2955925" y="1637982"/>
            <a:ext cx="2283841" cy="460946"/>
          </a:xfrm>
          <a:prstGeom prst="roundRect">
            <a:avLst>
              <a:gd name="adj" fmla="val 15842"/>
            </a:avLst>
          </a:prstGeom>
          <a:solidFill>
            <a:srgbClr val="F6F8FC">
              <a:alpha val="40000"/>
            </a:srgbClr>
          </a:solidFill>
          <a:ln w="6350">
            <a:solidFill>
              <a:srgbClr val="DCE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ontraste:2e51e289bc"/>
          <p:cNvSpPr txBox="1"/>
          <p:nvPr/>
        </p:nvSpPr>
        <p:spPr>
          <a:xfrm>
            <a:off x="3048000"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alpha val="40000"/>
                  </a:srgbClr>
                </a:solidFill>
                <a:latin typeface="Calibri"/>
              </a:rPr>
              <a:t>6</a:t>
            </a:r>
          </a:p>
        </p:txBody>
      </p:sp>
      <p:sp>
        <p:nvSpPr>
          <p:cNvPr id="85" name="!!contraste:5b07790d2c"/>
          <p:cNvSpPr txBox="1"/>
          <p:nvPr/>
        </p:nvSpPr>
        <p:spPr>
          <a:xfrm>
            <a:off x="3252978" y="1685531"/>
            <a:ext cx="1945513"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alpha val="40000"/>
                  </a:srgbClr>
                </a:solidFill>
                <a:latin typeface="Calibri"/>
              </a:rPr>
              <a:t>actividades aplicadas de la</a:t>
            </a:r>
            <a:br/>
            <a:r>
              <a:rPr sz="1200" b="0" i="0">
                <a:solidFill>
                  <a:srgbClr val="1F2937">
                    <a:alpha val="40000"/>
                  </a:srgbClr>
                </a:solidFill>
                <a:latin typeface="Calibri"/>
              </a:rPr>
              <a:t>ciencia del diseño</a:t>
            </a:r>
          </a:p>
        </p:txBody>
      </p:sp>
      <p:sp>
        <p:nvSpPr>
          <p:cNvPr id="86" name="!!contraste:5640a01497"/>
          <p:cNvSpPr/>
          <p:nvPr/>
        </p:nvSpPr>
        <p:spPr>
          <a:xfrm>
            <a:off x="5335016" y="1637982"/>
            <a:ext cx="2283904" cy="460946"/>
          </a:xfrm>
          <a:prstGeom prst="roundRect">
            <a:avLst>
              <a:gd name="adj" fmla="val 15842"/>
            </a:avLst>
          </a:prstGeom>
          <a:solidFill>
            <a:srgbClr val="F6F8FC">
              <a:alpha val="40000"/>
            </a:srgbClr>
          </a:solidFill>
          <a:ln w="6350">
            <a:solidFill>
              <a:srgbClr val="DCE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ontraste:552dc74aab"/>
          <p:cNvSpPr txBox="1"/>
          <p:nvPr/>
        </p:nvSpPr>
        <p:spPr>
          <a:xfrm>
            <a:off x="5427091"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alpha val="40000"/>
                  </a:srgbClr>
                </a:solidFill>
                <a:latin typeface="Calibri"/>
              </a:rPr>
              <a:t>5</a:t>
            </a:r>
          </a:p>
        </p:txBody>
      </p:sp>
      <p:sp>
        <p:nvSpPr>
          <p:cNvPr id="88" name="!!contraste:dc4fbfe80a"/>
          <p:cNvSpPr txBox="1"/>
          <p:nvPr/>
        </p:nvSpPr>
        <p:spPr>
          <a:xfrm>
            <a:off x="5632069" y="1685531"/>
            <a:ext cx="1945576"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alpha val="40000"/>
                  </a:srgbClr>
                </a:solidFill>
                <a:latin typeface="Calibri"/>
              </a:rPr>
              <a:t>requisitos tomados de los</a:t>
            </a:r>
            <a:br/>
            <a:r>
              <a:rPr sz="1200" b="0" i="0">
                <a:solidFill>
                  <a:srgbClr val="1F2937">
                    <a:alpha val="40000"/>
                  </a:srgbClr>
                </a:solidFill>
                <a:latin typeface="Calibri"/>
              </a:rPr>
              <a:t>antecedentes</a:t>
            </a:r>
          </a:p>
        </p:txBody>
      </p:sp>
      <p:sp>
        <p:nvSpPr>
          <p:cNvPr id="89" name="!!contraste:175428bf1e"/>
          <p:cNvSpPr/>
          <p:nvPr/>
        </p:nvSpPr>
        <p:spPr>
          <a:xfrm>
            <a:off x="7714170" y="1637982"/>
            <a:ext cx="2283841" cy="460946"/>
          </a:xfrm>
          <a:prstGeom prst="roundRect">
            <a:avLst>
              <a:gd name="adj" fmla="val 15842"/>
            </a:avLst>
          </a:prstGeom>
          <a:solidFill>
            <a:srgbClr val="F6F8FC">
              <a:alpha val="40000"/>
            </a:srgbClr>
          </a:solidFill>
          <a:ln w="6350">
            <a:solidFill>
              <a:srgbClr val="DCE3EE">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contraste:78d38dae51"/>
          <p:cNvSpPr txBox="1"/>
          <p:nvPr/>
        </p:nvSpPr>
        <p:spPr>
          <a:xfrm>
            <a:off x="7806246"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alpha val="40000"/>
                  </a:srgbClr>
                </a:solidFill>
                <a:latin typeface="Calibri"/>
              </a:rPr>
              <a:t>4</a:t>
            </a:r>
          </a:p>
        </p:txBody>
      </p:sp>
      <p:sp>
        <p:nvSpPr>
          <p:cNvPr id="91" name="!!contraste:bca97798e2"/>
          <p:cNvSpPr txBox="1"/>
          <p:nvPr/>
        </p:nvSpPr>
        <p:spPr>
          <a:xfrm>
            <a:off x="8011223" y="1685531"/>
            <a:ext cx="1945513"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alpha val="40000"/>
                  </a:srgbClr>
                </a:solidFill>
                <a:latin typeface="Calibri"/>
              </a:rPr>
              <a:t>principios, cada uno con su</a:t>
            </a:r>
            <a:br/>
            <a:r>
              <a:rPr sz="1200" b="0" i="0">
                <a:solidFill>
                  <a:srgbClr val="1F2937">
                    <a:alpha val="40000"/>
                  </a:srgbClr>
                </a:solidFill>
                <a:latin typeface="Calibri"/>
              </a:rPr>
              <a:t>decisión de diseño</a:t>
            </a:r>
          </a:p>
        </p:txBody>
      </p:sp>
      <p:sp>
        <p:nvSpPr>
          <p:cNvPr id="92" name="!!contraste:327a00def0"/>
          <p:cNvSpPr/>
          <p:nvPr/>
        </p:nvSpPr>
        <p:spPr>
          <a:xfrm>
            <a:off x="10163175" y="1706562"/>
            <a:ext cx="1209866" cy="323850"/>
          </a:xfrm>
          <a:prstGeom prst="roundRect">
            <a:avLst>
              <a:gd name="adj" fmla="val 50000"/>
            </a:avLst>
          </a:prstGeom>
          <a:solidFill>
            <a:srgbClr val="E8F5EE">
              <a:alpha val="40000"/>
            </a:srgbClr>
          </a:solidFill>
          <a:ln w="1905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ontraste:909e7e9f34"/>
          <p:cNvSpPr txBox="1"/>
          <p:nvPr/>
        </p:nvSpPr>
        <p:spPr>
          <a:xfrm>
            <a:off x="10471023" y="1776668"/>
            <a:ext cx="82899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Respaldada</a:t>
            </a:r>
          </a:p>
        </p:txBody>
      </p:sp>
      <p:sp>
        <p:nvSpPr>
          <p:cNvPr id="94" name="!!contraste:7fa04418cd"/>
          <p:cNvSpPr txBox="1"/>
          <p:nvPr/>
        </p:nvSpPr>
        <p:spPr>
          <a:xfrm>
            <a:off x="10287000" y="1786193"/>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a:t>
            </a:r>
          </a:p>
        </p:txBody>
      </p:sp>
      <p:sp>
        <p:nvSpPr>
          <p:cNvPr id="95" name="!!contraste:64ab7cad74"/>
          <p:cNvSpPr/>
          <p:nvPr/>
        </p:nvSpPr>
        <p:spPr>
          <a:xfrm>
            <a:off x="565150" y="2262568"/>
            <a:ext cx="11061700" cy="5960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contraste:64ab7cad74·2"/>
          <p:cNvSpPr/>
          <p:nvPr/>
        </p:nvSpPr>
        <p:spPr>
          <a:xfrm>
            <a:off x="565150" y="2852230"/>
            <a:ext cx="11061700" cy="6350"/>
          </a:xfrm>
          <a:prstGeom prst="rect">
            <a:avLst/>
          </a:prstGeom>
          <a:solidFill>
            <a:srgbClr val="DCE3E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contraste:3435e236d8"/>
          <p:cNvSpPr/>
          <p:nvPr/>
        </p:nvSpPr>
        <p:spPr>
          <a:xfrm>
            <a:off x="571500" y="2287968"/>
            <a:ext cx="2222500" cy="538861"/>
          </a:xfrm>
          <a:prstGeom prst="roundRect">
            <a:avLst>
              <a:gd name="adj" fmla="val 12962"/>
            </a:avLst>
          </a:prstGeom>
          <a:solidFill>
            <a:srgbClr val="FFF3E8">
              <a:alpha val="40000"/>
            </a:srgbClr>
          </a:solidFill>
          <a:ln w="12700">
            <a:solidFill>
              <a:srgbClr val="D9650B">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contraste:b8207088da"/>
          <p:cNvSpPr txBox="1"/>
          <p:nvPr/>
        </p:nvSpPr>
        <p:spPr>
          <a:xfrm>
            <a:off x="679450" y="2371242"/>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D9650B">
                    <a:alpha val="40000"/>
                  </a:srgbClr>
                </a:solidFill>
                <a:latin typeface="Calibri"/>
              </a:rPr>
              <a:t>Intervención</a:t>
            </a:r>
            <a:r>
              <a:rPr sz="1100" b="1" i="0">
                <a:solidFill>
                  <a:srgbClr val="D9650B">
                    <a:alpha val="40000"/>
                  </a:srgbClr>
                </a:solidFill>
                <a:latin typeface="Calibri"/>
              </a:rPr>
              <a:t> · interviniente</a:t>
            </a:r>
          </a:p>
        </p:txBody>
      </p:sp>
      <p:sp>
        <p:nvSpPr>
          <p:cNvPr id="99" name="!!contraste:da882bc902"/>
          <p:cNvSpPr txBox="1"/>
          <p:nvPr/>
        </p:nvSpPr>
        <p:spPr>
          <a:xfrm>
            <a:off x="679450" y="2575197"/>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40000"/>
                  </a:srgbClr>
                </a:solidFill>
                <a:latin typeface="Calibri"/>
              </a:rPr>
              <a:t>desarrollo de EduFEM</a:t>
            </a:r>
          </a:p>
        </p:txBody>
      </p:sp>
      <p:sp>
        <p:nvSpPr>
          <p:cNvPr id="100" name="!!contraste:5aa910ddd3"/>
          <p:cNvSpPr/>
          <p:nvPr/>
        </p:nvSpPr>
        <p:spPr>
          <a:xfrm>
            <a:off x="2952750" y="2488311"/>
            <a:ext cx="139700" cy="139700"/>
          </a:xfrm>
          <a:prstGeom prst="roundRect">
            <a:avLst>
              <a:gd name="adj" fmla="val 22727"/>
            </a:avLst>
          </a:prstGeom>
          <a:solidFill>
            <a:srgbClr val="1B2A4A">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contraste:dc19393b82"/>
          <p:cNvSpPr txBox="1"/>
          <p:nvPr/>
        </p:nvSpPr>
        <p:spPr>
          <a:xfrm>
            <a:off x="3155950" y="2464674"/>
            <a:ext cx="1511300" cy="188976"/>
          </a:xfrm>
          <a:prstGeom prst="rect">
            <a:avLst/>
          </a:prstGeom>
          <a:noFill/>
        </p:spPr>
        <p:txBody>
          <a:bodyPr wrap="square" lIns="0" rIns="0" tIns="0" bIns="0" anchor="t"/>
          <a:lstStyle/>
          <a:p>
            <a:pPr algn="l">
              <a:lnSpc>
                <a:spcPts val="1488"/>
              </a:lnSpc>
              <a:spcBef>
                <a:spcPts val="0"/>
              </a:spcBef>
              <a:spcAft>
                <a:spcPts val="0"/>
              </a:spcAft>
            </a:pPr>
            <a:r>
              <a:rPr sz="1200" b="0" i="0">
                <a:solidFill>
                  <a:srgbClr val="3F4A5A">
                    <a:alpha val="40000"/>
                  </a:srgbClr>
                </a:solidFill>
                <a:latin typeface="Calibri"/>
              </a:rPr>
              <a:t>Caja negra</a:t>
            </a:r>
          </a:p>
        </p:txBody>
      </p:sp>
      <p:sp>
        <p:nvSpPr>
          <p:cNvPr id="102" name="!!contraste:4cf09cc8fc"/>
          <p:cNvSpPr txBox="1"/>
          <p:nvPr/>
        </p:nvSpPr>
        <p:spPr>
          <a:xfrm>
            <a:off x="4667250" y="2462466"/>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alpha val="40000"/>
                  </a:srgbClr>
                </a:solidFill>
                <a:latin typeface="Calibri"/>
              </a:rPr>
              <a:t>→</a:t>
            </a:r>
          </a:p>
        </p:txBody>
      </p:sp>
      <p:sp>
        <p:nvSpPr>
          <p:cNvPr id="103" name="!!contraste:ecd8357c22"/>
          <p:cNvSpPr txBox="1"/>
          <p:nvPr/>
        </p:nvSpPr>
        <p:spPr>
          <a:xfrm>
            <a:off x="5022850" y="2348262"/>
            <a:ext cx="5077968" cy="412750"/>
          </a:xfrm>
          <a:prstGeom prst="rect">
            <a:avLst/>
          </a:prstGeom>
          <a:noFill/>
        </p:spPr>
        <p:txBody>
          <a:bodyPr wrap="square" lIns="0" rIns="0" tIns="0" bIns="0" anchor="t"/>
          <a:lstStyle/>
          <a:p>
            <a:pPr algn="l">
              <a:lnSpc>
                <a:spcPts val="1625"/>
              </a:lnSpc>
              <a:spcBef>
                <a:spcPts val="0"/>
              </a:spcBef>
              <a:spcAft>
                <a:spcPts val="0"/>
              </a:spcAft>
            </a:pPr>
            <a:r>
              <a:rPr sz="1250" b="1" i="0">
                <a:solidFill>
                  <a:srgbClr val="D9650B">
                    <a:alpha val="40000"/>
                  </a:srgbClr>
                </a:solidFill>
                <a:latin typeface="Calibri"/>
              </a:rPr>
              <a:t>Procedimiento a la vista:</a:t>
            </a:r>
            <a:r>
              <a:rPr sz="1250" b="0" i="0">
                <a:solidFill>
                  <a:srgbClr val="1F2937">
                    <a:alpha val="40000"/>
                  </a:srgbClr>
                </a:solidFill>
                <a:latin typeface="Calibri"/>
              </a:rPr>
              <a:t> módulos M1 a M7, post-proceso y memoria de</a:t>
            </a:r>
            <a:br/>
            <a:r>
              <a:rPr sz="1250" b="0" i="0">
                <a:solidFill>
                  <a:srgbClr val="1F2937">
                    <a:alpha val="40000"/>
                  </a:srgbClr>
                </a:solidFill>
                <a:latin typeface="Calibri"/>
              </a:rPr>
              <a:t>cálculo sobre el modelo del usuario</a:t>
            </a:r>
          </a:p>
        </p:txBody>
      </p:sp>
      <p:sp>
        <p:nvSpPr>
          <p:cNvPr id="104" name="!!contraste:1229bf29b3"/>
          <p:cNvSpPr/>
          <p:nvPr/>
        </p:nvSpPr>
        <p:spPr>
          <a:xfrm>
            <a:off x="10163175" y="2395410"/>
            <a:ext cx="1209866" cy="323850"/>
          </a:xfrm>
          <a:prstGeom prst="roundRect">
            <a:avLst>
              <a:gd name="adj" fmla="val 50000"/>
            </a:avLst>
          </a:prstGeom>
          <a:solidFill>
            <a:srgbClr val="E8F5EE">
              <a:alpha val="40000"/>
            </a:srgbClr>
          </a:solidFill>
          <a:ln w="1905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contraste:9940ba709b"/>
          <p:cNvSpPr txBox="1"/>
          <p:nvPr/>
        </p:nvSpPr>
        <p:spPr>
          <a:xfrm>
            <a:off x="10471023" y="2465579"/>
            <a:ext cx="82899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Respaldada</a:t>
            </a:r>
          </a:p>
        </p:txBody>
      </p:sp>
      <p:sp>
        <p:nvSpPr>
          <p:cNvPr id="106" name="!!contraste:4e8c8e965f"/>
          <p:cNvSpPr txBox="1"/>
          <p:nvPr/>
        </p:nvSpPr>
        <p:spPr>
          <a:xfrm>
            <a:off x="10287000" y="2475104"/>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a:t>
            </a:r>
          </a:p>
        </p:txBody>
      </p:sp>
      <p:sp>
        <p:nvSpPr>
          <p:cNvPr id="107" name="!!contraste:35c429550f"/>
          <p:cNvSpPr/>
          <p:nvPr/>
        </p:nvSpPr>
        <p:spPr>
          <a:xfrm>
            <a:off x="565150" y="2858580"/>
            <a:ext cx="11061700" cy="800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contraste:35c429550f·2"/>
          <p:cNvSpPr/>
          <p:nvPr/>
        </p:nvSpPr>
        <p:spPr>
          <a:xfrm>
            <a:off x="565150" y="3652330"/>
            <a:ext cx="11061700" cy="6350"/>
          </a:xfrm>
          <a:prstGeom prst="rect">
            <a:avLst/>
          </a:prstGeom>
          <a:solidFill>
            <a:srgbClr val="DCE3E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contraste:fa452365b4"/>
          <p:cNvSpPr/>
          <p:nvPr/>
        </p:nvSpPr>
        <p:spPr>
          <a:xfrm>
            <a:off x="571500" y="2985960"/>
            <a:ext cx="2222500" cy="538861"/>
          </a:xfrm>
          <a:prstGeom prst="roundRect">
            <a:avLst>
              <a:gd name="adj" fmla="val 12962"/>
            </a:avLst>
          </a:prstGeom>
          <a:solidFill>
            <a:srgbClr val="F3EEFB">
              <a:alpha val="40000"/>
            </a:srgbClr>
          </a:solidFill>
          <a:ln w="12700">
            <a:solidFill>
              <a:srgbClr val="6F42C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contraste:82c92d4210"/>
          <p:cNvSpPr txBox="1"/>
          <p:nvPr/>
        </p:nvSpPr>
        <p:spPr>
          <a:xfrm>
            <a:off x="679450" y="3069234"/>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alpha val="40000"/>
                  </a:srgbClr>
                </a:solidFill>
                <a:latin typeface="Calibri"/>
              </a:rPr>
              <a:t>Efecto (a)</a:t>
            </a:r>
            <a:r>
              <a:rPr sz="1100" b="1" i="0">
                <a:solidFill>
                  <a:srgbClr val="6F42C1">
                    <a:alpha val="40000"/>
                  </a:srgbClr>
                </a:solidFill>
                <a:latin typeface="Calibri"/>
              </a:rPr>
              <a:t> · dependiente</a:t>
            </a:r>
          </a:p>
        </p:txBody>
      </p:sp>
      <p:sp>
        <p:nvSpPr>
          <p:cNvPr id="111" name="!!contraste:5b2585d3df"/>
          <p:cNvSpPr txBox="1"/>
          <p:nvPr/>
        </p:nvSpPr>
        <p:spPr>
          <a:xfrm>
            <a:off x="679450" y="3273189"/>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40000"/>
                  </a:srgbClr>
                </a:solidFill>
                <a:latin typeface="Calibri"/>
              </a:rPr>
              <a:t>trazabilidad del análisis</a:t>
            </a:r>
          </a:p>
        </p:txBody>
      </p:sp>
      <p:sp>
        <p:nvSpPr>
          <p:cNvPr id="112" name="!!contraste:994795c9a5"/>
          <p:cNvSpPr/>
          <p:nvPr/>
        </p:nvSpPr>
        <p:spPr>
          <a:xfrm>
            <a:off x="2952750" y="2903030"/>
            <a:ext cx="139700" cy="139700"/>
          </a:xfrm>
          <a:prstGeom prst="roundRect">
            <a:avLst>
              <a:gd name="adj" fmla="val 22727"/>
            </a:avLst>
          </a:prstGeom>
          <a:solidFill>
            <a:srgbClr val="1B2A4A">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contraste:f82ea7379d"/>
          <p:cNvSpPr txBox="1"/>
          <p:nvPr/>
        </p:nvSpPr>
        <p:spPr>
          <a:xfrm>
            <a:off x="3155950" y="2879392"/>
            <a:ext cx="1511300" cy="755904"/>
          </a:xfrm>
          <a:prstGeom prst="rect">
            <a:avLst/>
          </a:prstGeom>
          <a:noFill/>
        </p:spPr>
        <p:txBody>
          <a:bodyPr wrap="square" lIns="0" rIns="0" tIns="0" bIns="0" anchor="t"/>
          <a:lstStyle/>
          <a:p>
            <a:pPr algn="l">
              <a:lnSpc>
                <a:spcPts val="1488"/>
              </a:lnSpc>
              <a:spcBef>
                <a:spcPts val="0"/>
              </a:spcBef>
              <a:spcAft>
                <a:spcPts val="0"/>
              </a:spcAft>
            </a:pPr>
            <a:r>
              <a:rPr sz="1200" b="1" i="0">
                <a:solidFill>
                  <a:srgbClr val="6F42C1">
                    <a:alpha val="40000"/>
                  </a:srgbClr>
                </a:solidFill>
                <a:latin typeface="Calibri"/>
              </a:rPr>
              <a:t>Baja</a:t>
            </a:r>
            <a:r>
              <a:rPr sz="1200" b="0" i="0">
                <a:solidFill>
                  <a:srgbClr val="3F4A5A">
                    <a:alpha val="40000"/>
                  </a:srgbClr>
                </a:solidFill>
                <a:latin typeface="Calibri"/>
              </a:rPr>
              <a:t> · solo datos y</a:t>
            </a:r>
            <a:br/>
            <a:r>
              <a:rPr sz="1200" b="0" i="0">
                <a:solidFill>
                  <a:srgbClr val="3F4A5A">
                    <a:alpha val="40000"/>
                  </a:srgbClr>
                </a:solidFill>
                <a:latin typeface="Calibri"/>
              </a:rPr>
              <a:t>resultados: ningún</a:t>
            </a:r>
            <a:br/>
            <a:r>
              <a:rPr sz="1200" b="0" i="0">
                <a:solidFill>
                  <a:srgbClr val="3F4A5A">
                    <a:alpha val="40000"/>
                  </a:srgbClr>
                </a:solidFill>
                <a:latin typeface="Calibri"/>
              </a:rPr>
              <a:t>resultado se sigue</a:t>
            </a:r>
            <a:br/>
            <a:r>
              <a:rPr sz="1200" b="0" i="0">
                <a:solidFill>
                  <a:srgbClr val="3F4A5A">
                    <a:alpha val="40000"/>
                  </a:srgbClr>
                </a:solidFill>
                <a:latin typeface="Calibri"/>
              </a:rPr>
              <a:t>etapa por etapa</a:t>
            </a:r>
          </a:p>
        </p:txBody>
      </p:sp>
      <p:sp>
        <p:nvSpPr>
          <p:cNvPr id="114" name="!!contraste:bf057c8239"/>
          <p:cNvSpPr txBox="1"/>
          <p:nvPr/>
        </p:nvSpPr>
        <p:spPr>
          <a:xfrm>
            <a:off x="4667250" y="3160586"/>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alpha val="40000"/>
                  </a:srgbClr>
                </a:solidFill>
                <a:latin typeface="Calibri"/>
              </a:rPr>
              <a:t>→</a:t>
            </a:r>
          </a:p>
        </p:txBody>
      </p:sp>
      <p:sp>
        <p:nvSpPr>
          <p:cNvPr id="115" name="!!contraste:700ee3eaad"/>
          <p:cNvSpPr/>
          <p:nvPr/>
        </p:nvSpPr>
        <p:spPr>
          <a:xfrm>
            <a:off x="5029200" y="2937954"/>
            <a:ext cx="177800" cy="177800"/>
          </a:xfrm>
          <a:prstGeom prst="roundRect">
            <a:avLst>
              <a:gd name="adj" fmla="val 25000"/>
            </a:avLst>
          </a:prstGeom>
          <a:solidFill>
            <a:srgbClr val="198754">
              <a:alpha val="40000"/>
            </a:srgbClr>
          </a:solidFill>
          <a:ln w="1270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contraste:a21f010997"/>
          <p:cNvSpPr txBox="1"/>
          <p:nvPr/>
        </p:nvSpPr>
        <p:spPr>
          <a:xfrm>
            <a:off x="5070475" y="29741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40000"/>
                  </a:srgbClr>
                </a:solidFill>
                <a:latin typeface="Calibri"/>
              </a:rPr>
              <a:t>✓</a:t>
            </a:r>
          </a:p>
        </p:txBody>
      </p:sp>
      <p:sp>
        <p:nvSpPr>
          <p:cNvPr id="117" name="!!contraste:d1d053b2bb"/>
          <p:cNvSpPr txBox="1"/>
          <p:nvPr/>
        </p:nvSpPr>
        <p:spPr>
          <a:xfrm>
            <a:off x="5276850" y="29448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40000"/>
                  </a:srgbClr>
                </a:solidFill>
                <a:latin typeface="Calibri"/>
              </a:rPr>
              <a:t>7 de 7 etapas con módulo</a:t>
            </a:r>
          </a:p>
        </p:txBody>
      </p:sp>
      <p:sp>
        <p:nvSpPr>
          <p:cNvPr id="118" name="!!contraste:d7198b1b48"/>
          <p:cNvSpPr/>
          <p:nvPr/>
        </p:nvSpPr>
        <p:spPr>
          <a:xfrm>
            <a:off x="7562850" y="2937954"/>
            <a:ext cx="177800" cy="177800"/>
          </a:xfrm>
          <a:prstGeom prst="roundRect">
            <a:avLst>
              <a:gd name="adj" fmla="val 25000"/>
            </a:avLst>
          </a:prstGeom>
          <a:solidFill>
            <a:srgbClr val="198754">
              <a:alpha val="40000"/>
            </a:srgbClr>
          </a:solidFill>
          <a:ln w="1270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contraste:37a7300081"/>
          <p:cNvSpPr txBox="1"/>
          <p:nvPr/>
        </p:nvSpPr>
        <p:spPr>
          <a:xfrm>
            <a:off x="7604125" y="29741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40000"/>
                  </a:srgbClr>
                </a:solidFill>
                <a:latin typeface="Calibri"/>
              </a:rPr>
              <a:t>✓</a:t>
            </a:r>
          </a:p>
        </p:txBody>
      </p:sp>
      <p:sp>
        <p:nvSpPr>
          <p:cNvPr id="120" name="!!contraste:a7b30e5da1"/>
          <p:cNvSpPr txBox="1"/>
          <p:nvPr/>
        </p:nvSpPr>
        <p:spPr>
          <a:xfrm>
            <a:off x="7810500" y="29448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40000"/>
                  </a:srgbClr>
                </a:solidFill>
                <a:latin typeface="Calibri"/>
              </a:rPr>
              <a:t>9 de 9 en la memoria</a:t>
            </a:r>
          </a:p>
        </p:txBody>
      </p:sp>
      <p:sp>
        <p:nvSpPr>
          <p:cNvPr id="121" name="!!contraste:a0aad47030"/>
          <p:cNvSpPr/>
          <p:nvPr/>
        </p:nvSpPr>
        <p:spPr>
          <a:xfrm>
            <a:off x="5029200" y="3166554"/>
            <a:ext cx="177800" cy="177800"/>
          </a:xfrm>
          <a:prstGeom prst="roundRect">
            <a:avLst>
              <a:gd name="adj" fmla="val 25000"/>
            </a:avLst>
          </a:prstGeom>
          <a:solidFill>
            <a:srgbClr val="198754">
              <a:alpha val="40000"/>
            </a:srgbClr>
          </a:solidFill>
          <a:ln w="1270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contraste:71e2db73da"/>
          <p:cNvSpPr txBox="1"/>
          <p:nvPr/>
        </p:nvSpPr>
        <p:spPr>
          <a:xfrm>
            <a:off x="5070475" y="32027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40000"/>
                  </a:srgbClr>
                </a:solidFill>
                <a:latin typeface="Calibri"/>
              </a:rPr>
              <a:t>✓</a:t>
            </a:r>
          </a:p>
        </p:txBody>
      </p:sp>
      <p:sp>
        <p:nvSpPr>
          <p:cNvPr id="123" name="!!contraste:64b8f24cc0"/>
          <p:cNvSpPr txBox="1"/>
          <p:nvPr/>
        </p:nvSpPr>
        <p:spPr>
          <a:xfrm>
            <a:off x="5276850" y="31734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40000"/>
                  </a:srgbClr>
                </a:solidFill>
                <a:latin typeface="Calibri"/>
              </a:rPr>
              <a:t>Solución y tensiones: ambas</a:t>
            </a:r>
          </a:p>
        </p:txBody>
      </p:sp>
      <p:sp>
        <p:nvSpPr>
          <p:cNvPr id="124" name="!!contraste:5fdc16c707"/>
          <p:cNvSpPr/>
          <p:nvPr/>
        </p:nvSpPr>
        <p:spPr>
          <a:xfrm>
            <a:off x="7562850" y="3166554"/>
            <a:ext cx="177800" cy="177800"/>
          </a:xfrm>
          <a:prstGeom prst="roundRect">
            <a:avLst>
              <a:gd name="adj" fmla="val 25000"/>
            </a:avLst>
          </a:prstGeom>
          <a:solidFill>
            <a:srgbClr val="198754">
              <a:alpha val="40000"/>
            </a:srgbClr>
          </a:solidFill>
          <a:ln w="1270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contraste:51f6e7886f"/>
          <p:cNvSpPr txBox="1"/>
          <p:nvPr/>
        </p:nvSpPr>
        <p:spPr>
          <a:xfrm>
            <a:off x="7604125" y="32027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40000"/>
                  </a:srgbClr>
                </a:solidFill>
                <a:latin typeface="Calibri"/>
              </a:rPr>
              <a:t>✓</a:t>
            </a:r>
          </a:p>
        </p:txBody>
      </p:sp>
      <p:sp>
        <p:nvSpPr>
          <p:cNvPr id="126" name="!!contraste:78f97e5366"/>
          <p:cNvSpPr txBox="1"/>
          <p:nvPr/>
        </p:nvSpPr>
        <p:spPr>
          <a:xfrm>
            <a:off x="7810500" y="31734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40000"/>
                  </a:srgbClr>
                </a:solidFill>
                <a:latin typeface="Calibri"/>
              </a:rPr>
              <a:t>3 de 3 fases en un lienzo</a:t>
            </a:r>
          </a:p>
        </p:txBody>
      </p:sp>
      <p:sp>
        <p:nvSpPr>
          <p:cNvPr id="127" name="!!contraste:0b86625594"/>
          <p:cNvSpPr/>
          <p:nvPr/>
        </p:nvSpPr>
        <p:spPr>
          <a:xfrm>
            <a:off x="5029200" y="3395154"/>
            <a:ext cx="177800" cy="177800"/>
          </a:xfrm>
          <a:prstGeom prst="roundRect">
            <a:avLst>
              <a:gd name="adj" fmla="val 25000"/>
            </a:avLst>
          </a:prstGeom>
          <a:solidFill>
            <a:srgbClr val="198754">
              <a:alpha val="40000"/>
            </a:srgbClr>
          </a:solidFill>
          <a:ln w="1270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contraste:29926c8f6f"/>
          <p:cNvSpPr txBox="1"/>
          <p:nvPr/>
        </p:nvSpPr>
        <p:spPr>
          <a:xfrm>
            <a:off x="5070475" y="34313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40000"/>
                  </a:srgbClr>
                </a:solidFill>
                <a:latin typeface="Calibri"/>
              </a:rPr>
              <a:t>✓</a:t>
            </a:r>
          </a:p>
        </p:txBody>
      </p:sp>
      <p:sp>
        <p:nvSpPr>
          <p:cNvPr id="129" name="!!contraste:ec2b43c644"/>
          <p:cNvSpPr txBox="1"/>
          <p:nvPr/>
        </p:nvSpPr>
        <p:spPr>
          <a:xfrm>
            <a:off x="5276850" y="34020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40000"/>
                  </a:srgbClr>
                </a:solidFill>
                <a:latin typeface="Calibri"/>
              </a:rPr>
              <a:t>18 de 18 contenidos</a:t>
            </a:r>
          </a:p>
        </p:txBody>
      </p:sp>
      <p:sp>
        <p:nvSpPr>
          <p:cNvPr id="130" name="!!contraste:9e6f6eae6f"/>
          <p:cNvSpPr/>
          <p:nvPr/>
        </p:nvSpPr>
        <p:spPr>
          <a:xfrm>
            <a:off x="7562850" y="3395154"/>
            <a:ext cx="177800" cy="177800"/>
          </a:xfrm>
          <a:prstGeom prst="roundRect">
            <a:avLst>
              <a:gd name="adj" fmla="val 25000"/>
            </a:avLst>
          </a:prstGeom>
          <a:solidFill>
            <a:srgbClr val="198754">
              <a:alpha val="40000"/>
            </a:srgbClr>
          </a:solidFill>
          <a:ln w="1270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contraste:9e86dbf01e"/>
          <p:cNvSpPr txBox="1"/>
          <p:nvPr/>
        </p:nvSpPr>
        <p:spPr>
          <a:xfrm>
            <a:off x="7604125" y="34313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40000"/>
                  </a:srgbClr>
                </a:solidFill>
                <a:latin typeface="Calibri"/>
              </a:rPr>
              <a:t>✓</a:t>
            </a:r>
          </a:p>
        </p:txBody>
      </p:sp>
      <p:sp>
        <p:nvSpPr>
          <p:cNvPr id="132" name="!!contraste:274be65764"/>
          <p:cNvSpPr txBox="1"/>
          <p:nvPr/>
        </p:nvSpPr>
        <p:spPr>
          <a:xfrm>
            <a:off x="7810500" y="34020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40000"/>
                  </a:srgbClr>
                </a:solidFill>
                <a:latin typeface="Calibri"/>
              </a:rPr>
              <a:t>Intercambio sin pérdida</a:t>
            </a:r>
          </a:p>
        </p:txBody>
      </p:sp>
      <p:sp>
        <p:nvSpPr>
          <p:cNvPr id="133" name="!!contraste:13e8715059"/>
          <p:cNvSpPr/>
          <p:nvPr/>
        </p:nvSpPr>
        <p:spPr>
          <a:xfrm>
            <a:off x="10163175" y="2887853"/>
            <a:ext cx="1121791" cy="323850"/>
          </a:xfrm>
          <a:prstGeom prst="roundRect">
            <a:avLst>
              <a:gd name="adj" fmla="val 50000"/>
            </a:avLst>
          </a:prstGeom>
          <a:solidFill>
            <a:srgbClr val="E8F5EE">
              <a:alpha val="40000"/>
            </a:srgbClr>
          </a:solidFill>
          <a:ln w="1905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contraste:ef399c5fc8"/>
          <p:cNvSpPr txBox="1"/>
          <p:nvPr/>
        </p:nvSpPr>
        <p:spPr>
          <a:xfrm>
            <a:off x="10471023" y="2957958"/>
            <a:ext cx="740854"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Se cumple</a:t>
            </a:r>
          </a:p>
        </p:txBody>
      </p:sp>
      <p:sp>
        <p:nvSpPr>
          <p:cNvPr id="135" name="!!contraste:2e3dfbd9d9"/>
          <p:cNvSpPr txBox="1"/>
          <p:nvPr/>
        </p:nvSpPr>
        <p:spPr>
          <a:xfrm>
            <a:off x="10287000" y="2967483"/>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a:t>
            </a:r>
          </a:p>
        </p:txBody>
      </p:sp>
      <p:sp>
        <p:nvSpPr>
          <p:cNvPr id="136" name="!!contraste:d4c4af3305"/>
          <p:cNvSpPr txBox="1"/>
          <p:nvPr/>
        </p:nvSpPr>
        <p:spPr>
          <a:xfrm>
            <a:off x="10179050" y="3276810"/>
            <a:ext cx="955357" cy="160655"/>
          </a:xfrm>
          <a:prstGeom prst="rect">
            <a:avLst/>
          </a:prstGeom>
          <a:noFill/>
        </p:spPr>
        <p:txBody>
          <a:bodyPr wrap="square" lIns="0" rIns="0" tIns="0" bIns="0" anchor="t"/>
          <a:lstStyle/>
          <a:p>
            <a:pPr algn="l">
              <a:lnSpc>
                <a:spcPts val="1265"/>
              </a:lnSpc>
              <a:spcBef>
                <a:spcPts val="0"/>
              </a:spcBef>
              <a:spcAft>
                <a:spcPts val="0"/>
              </a:spcAft>
            </a:pPr>
            <a:r>
              <a:rPr sz="1300" b="1" i="0">
                <a:solidFill>
                  <a:srgbClr val="198754">
                    <a:alpha val="40000"/>
                  </a:srgbClr>
                </a:solidFill>
                <a:latin typeface="Calibri"/>
              </a:rPr>
              <a:t>6</a:t>
            </a:r>
            <a:r>
              <a:rPr sz="1150" b="1" i="0">
                <a:solidFill>
                  <a:srgbClr val="198754">
                    <a:alpha val="40000"/>
                  </a:srgbClr>
                </a:solidFill>
                <a:latin typeface="Calibri"/>
              </a:rPr>
              <a:t> de 6 criterios</a:t>
            </a:r>
          </a:p>
        </p:txBody>
      </p:sp>
      <p:sp>
        <p:nvSpPr>
          <p:cNvPr id="137" name="!!contraste:f4772d7817"/>
          <p:cNvSpPr/>
          <p:nvPr/>
        </p:nvSpPr>
        <p:spPr>
          <a:xfrm>
            <a:off x="565150" y="3658679"/>
            <a:ext cx="11061700" cy="7987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contraste:f4772d7817·2"/>
          <p:cNvSpPr/>
          <p:nvPr/>
        </p:nvSpPr>
        <p:spPr>
          <a:xfrm>
            <a:off x="565150" y="4451032"/>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contraste:6148db12ff"/>
          <p:cNvSpPr/>
          <p:nvPr/>
        </p:nvSpPr>
        <p:spPr>
          <a:xfrm>
            <a:off x="571500" y="3785426"/>
            <a:ext cx="2222500" cy="538861"/>
          </a:xfrm>
          <a:prstGeom prst="roundRect">
            <a:avLst>
              <a:gd name="adj" fmla="val 12962"/>
            </a:avLst>
          </a:prstGeom>
          <a:solidFill>
            <a:srgbClr val="F3EEFB">
              <a:alpha val="35000"/>
            </a:srgbClr>
          </a:solidFill>
          <a:ln w="12700">
            <a:solidFill>
              <a:srgbClr val="6F42C1">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contraste:f7562c9d99"/>
          <p:cNvSpPr txBox="1"/>
          <p:nvPr/>
        </p:nvSpPr>
        <p:spPr>
          <a:xfrm>
            <a:off x="679450" y="386863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alpha val="35000"/>
                  </a:srgbClr>
                </a:solidFill>
                <a:latin typeface="Calibri"/>
              </a:rPr>
              <a:t>Efecto (b)</a:t>
            </a:r>
            <a:r>
              <a:rPr sz="1100" b="1" i="0">
                <a:solidFill>
                  <a:srgbClr val="6F42C1">
                    <a:alpha val="35000"/>
                  </a:srgbClr>
                </a:solidFill>
                <a:latin typeface="Calibri"/>
              </a:rPr>
              <a:t> · dependiente</a:t>
            </a:r>
          </a:p>
        </p:txBody>
      </p:sp>
      <p:sp>
        <p:nvSpPr>
          <p:cNvPr id="141" name="!!contraste:419316d895"/>
          <p:cNvSpPr txBox="1"/>
          <p:nvPr/>
        </p:nvSpPr>
        <p:spPr>
          <a:xfrm>
            <a:off x="679450" y="4072590"/>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35000"/>
                  </a:srgbClr>
                </a:solidFill>
                <a:latin typeface="Calibri"/>
              </a:rPr>
              <a:t>verificabilidad del análisis</a:t>
            </a:r>
          </a:p>
        </p:txBody>
      </p:sp>
      <p:sp>
        <p:nvSpPr>
          <p:cNvPr id="142" name="!!contraste:faf11694da"/>
          <p:cNvSpPr/>
          <p:nvPr/>
        </p:nvSpPr>
        <p:spPr>
          <a:xfrm>
            <a:off x="2952750" y="3796792"/>
            <a:ext cx="139700" cy="139700"/>
          </a:xfrm>
          <a:prstGeom prst="roundRect">
            <a:avLst>
              <a:gd name="adj" fmla="val 22727"/>
            </a:avLst>
          </a:prstGeom>
          <a:solidFill>
            <a:srgbClr val="1B2A4A">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contraste:3c2b542d1c"/>
          <p:cNvSpPr txBox="1"/>
          <p:nvPr/>
        </p:nvSpPr>
        <p:spPr>
          <a:xfrm>
            <a:off x="3155950" y="3773155"/>
            <a:ext cx="1511300" cy="566928"/>
          </a:xfrm>
          <a:prstGeom prst="rect">
            <a:avLst/>
          </a:prstGeom>
          <a:noFill/>
        </p:spPr>
        <p:txBody>
          <a:bodyPr wrap="square" lIns="0" rIns="0" tIns="0" bIns="0" anchor="t"/>
          <a:lstStyle/>
          <a:p>
            <a:pPr algn="l">
              <a:lnSpc>
                <a:spcPts val="1488"/>
              </a:lnSpc>
              <a:spcBef>
                <a:spcPts val="0"/>
              </a:spcBef>
              <a:spcAft>
                <a:spcPts val="0"/>
              </a:spcAft>
            </a:pPr>
            <a:r>
              <a:rPr sz="1200" b="1" i="0">
                <a:solidFill>
                  <a:srgbClr val="6F42C1">
                    <a:alpha val="35000"/>
                  </a:srgbClr>
                </a:solidFill>
                <a:latin typeface="Calibri"/>
              </a:rPr>
              <a:t>Baja</a:t>
            </a:r>
            <a:r>
              <a:rPr sz="1200" b="0" i="0">
                <a:solidFill>
                  <a:srgbClr val="3F4A5A">
                    <a:alpha val="35000"/>
                  </a:srgbClr>
                </a:solidFill>
                <a:latin typeface="Calibri"/>
              </a:rPr>
              <a:t> · solo se</a:t>
            </a:r>
            <a:br/>
            <a:r>
              <a:rPr sz="1200" b="0" i="0">
                <a:solidFill>
                  <a:srgbClr val="3F4A5A">
                    <a:alpha val="35000"/>
                  </a:srgbClr>
                </a:solidFill>
                <a:latin typeface="Calibri"/>
              </a:rPr>
              <a:t>comprueban los</a:t>
            </a:r>
            <a:br/>
            <a:r>
              <a:rPr sz="1200" b="0" i="0">
                <a:solidFill>
                  <a:srgbClr val="3F4A5A">
                    <a:alpha val="35000"/>
                  </a:srgbClr>
                </a:solidFill>
                <a:latin typeface="Calibri"/>
              </a:rPr>
              <a:t>resultados finales</a:t>
            </a:r>
          </a:p>
        </p:txBody>
      </p:sp>
      <p:sp>
        <p:nvSpPr>
          <p:cNvPr id="144" name="!!contraste:bde86393c7"/>
          <p:cNvSpPr txBox="1"/>
          <p:nvPr/>
        </p:nvSpPr>
        <p:spPr>
          <a:xfrm>
            <a:off x="4667250" y="3959923"/>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alpha val="35000"/>
                  </a:srgbClr>
                </a:solidFill>
                <a:latin typeface="Calibri"/>
              </a:rPr>
              <a:t>→</a:t>
            </a:r>
          </a:p>
        </p:txBody>
      </p:sp>
      <p:sp>
        <p:nvSpPr>
          <p:cNvPr id="145" name="!!contraste:4b1b3cdc72"/>
          <p:cNvSpPr/>
          <p:nvPr/>
        </p:nvSpPr>
        <p:spPr>
          <a:xfrm>
            <a:off x="5029200" y="3728466"/>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contraste:2ef2ba82b6"/>
          <p:cNvSpPr txBox="1"/>
          <p:nvPr/>
        </p:nvSpPr>
        <p:spPr>
          <a:xfrm>
            <a:off x="5070475" y="3764661"/>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47" name="!!contraste:9876a1a3bd"/>
          <p:cNvSpPr txBox="1"/>
          <p:nvPr/>
        </p:nvSpPr>
        <p:spPr>
          <a:xfrm>
            <a:off x="5276850" y="373529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Tasa L²</a:t>
            </a:r>
          </a:p>
        </p:txBody>
      </p:sp>
      <p:sp>
        <p:nvSpPr>
          <p:cNvPr id="148" name="!!contraste:442f755df7"/>
          <p:cNvSpPr/>
          <p:nvPr/>
        </p:nvSpPr>
        <p:spPr>
          <a:xfrm>
            <a:off x="6718300" y="3728466"/>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contraste:bf0c869b5a"/>
          <p:cNvSpPr txBox="1"/>
          <p:nvPr/>
        </p:nvSpPr>
        <p:spPr>
          <a:xfrm>
            <a:off x="6759575" y="3764661"/>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50" name="!!contraste:17e08bef58"/>
          <p:cNvSpPr txBox="1"/>
          <p:nvPr/>
        </p:nvSpPr>
        <p:spPr>
          <a:xfrm>
            <a:off x="6965950" y="373529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Tasa H¹</a:t>
            </a:r>
          </a:p>
        </p:txBody>
      </p:sp>
      <p:sp>
        <p:nvSpPr>
          <p:cNvPr id="151" name="!!contraste:d708f391b4"/>
          <p:cNvSpPr/>
          <p:nvPr/>
        </p:nvSpPr>
        <p:spPr>
          <a:xfrm>
            <a:off x="8407400" y="3728466"/>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contraste:bdc34056b1"/>
          <p:cNvSpPr txBox="1"/>
          <p:nvPr/>
        </p:nvSpPr>
        <p:spPr>
          <a:xfrm>
            <a:off x="8448675" y="3764661"/>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53" name="!!contraste:0c1ac82f1e"/>
          <p:cNvSpPr txBox="1"/>
          <p:nvPr/>
        </p:nvSpPr>
        <p:spPr>
          <a:xfrm>
            <a:off x="8655050" y="373529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Flecha central</a:t>
            </a:r>
          </a:p>
        </p:txBody>
      </p:sp>
      <p:sp>
        <p:nvSpPr>
          <p:cNvPr id="154" name="!!contraste:296e5d833e"/>
          <p:cNvSpPr/>
          <p:nvPr/>
        </p:nvSpPr>
        <p:spPr>
          <a:xfrm>
            <a:off x="5029200" y="3965892"/>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contraste:ce5f9ff3f4"/>
          <p:cNvSpPr txBox="1"/>
          <p:nvPr/>
        </p:nvSpPr>
        <p:spPr>
          <a:xfrm>
            <a:off x="5070475" y="400208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56" name="!!contraste:56e0ad5e2a"/>
          <p:cNvSpPr txBox="1"/>
          <p:nvPr/>
        </p:nvSpPr>
        <p:spPr>
          <a:xfrm>
            <a:off x="5276850" y="3956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σ</a:t>
            </a:r>
            <a:r>
              <a:rPr sz="1200" b="1" i="0" baseline="-25000">
                <a:solidFill>
                  <a:srgbClr val="1F2937">
                    <a:alpha val="35000"/>
                  </a:srgbClr>
                </a:solidFill>
                <a:latin typeface="Calibri"/>
              </a:rPr>
              <a:t>x</a:t>
            </a:r>
            <a:r>
              <a:rPr sz="1200" b="1" i="0">
                <a:solidFill>
                  <a:srgbClr val="1F2937">
                    <a:alpha val="35000"/>
                  </a:srgbClr>
                </a:solidFill>
                <a:latin typeface="Calibri"/>
              </a:rPr>
              <a:t> analítica</a:t>
            </a:r>
          </a:p>
        </p:txBody>
      </p:sp>
      <p:sp>
        <p:nvSpPr>
          <p:cNvPr id="157" name="!!contraste:efe7c0e935"/>
          <p:cNvSpPr/>
          <p:nvPr/>
        </p:nvSpPr>
        <p:spPr>
          <a:xfrm>
            <a:off x="6718300" y="3965892"/>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contraste:da2e9c627d"/>
          <p:cNvSpPr txBox="1"/>
          <p:nvPr/>
        </p:nvSpPr>
        <p:spPr>
          <a:xfrm>
            <a:off x="6759575" y="400208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59" name="!!contraste:a857032562"/>
          <p:cNvSpPr txBox="1"/>
          <p:nvPr/>
        </p:nvSpPr>
        <p:spPr>
          <a:xfrm>
            <a:off x="6965950" y="3956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σ</a:t>
            </a:r>
            <a:r>
              <a:rPr sz="1200" b="1" i="0" baseline="-25000">
                <a:solidFill>
                  <a:srgbClr val="1F2937">
                    <a:alpha val="35000"/>
                  </a:srgbClr>
                </a:solidFill>
                <a:latin typeface="Calibri"/>
              </a:rPr>
              <a:t>x</a:t>
            </a:r>
            <a:r>
              <a:rPr sz="1200" b="1" i="0">
                <a:solidFill>
                  <a:srgbClr val="1F2937">
                    <a:alpha val="35000"/>
                  </a:srgbClr>
                </a:solidFill>
                <a:latin typeface="Calibri"/>
              </a:rPr>
              <a:t> SAP2000</a:t>
            </a:r>
          </a:p>
        </p:txBody>
      </p:sp>
      <p:sp>
        <p:nvSpPr>
          <p:cNvPr id="160" name="!!contraste:fa9dcbd2b9"/>
          <p:cNvSpPr/>
          <p:nvPr/>
        </p:nvSpPr>
        <p:spPr>
          <a:xfrm>
            <a:off x="8407400" y="3965892"/>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contraste:04b11aa098"/>
          <p:cNvSpPr txBox="1"/>
          <p:nvPr/>
        </p:nvSpPr>
        <p:spPr>
          <a:xfrm>
            <a:off x="8448675" y="400208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62" name="!!contraste:5d8a0a23d3"/>
          <p:cNvSpPr txBox="1"/>
          <p:nvPr/>
        </p:nvSpPr>
        <p:spPr>
          <a:xfrm>
            <a:off x="8655050" y="3972725"/>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Equilibrio</a:t>
            </a:r>
          </a:p>
        </p:txBody>
      </p:sp>
      <p:sp>
        <p:nvSpPr>
          <p:cNvPr id="163" name="!!contraste:04d7f335b4"/>
          <p:cNvSpPr/>
          <p:nvPr/>
        </p:nvSpPr>
        <p:spPr>
          <a:xfrm>
            <a:off x="5029200" y="4203382"/>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contraste:be624abfef"/>
          <p:cNvSpPr txBox="1"/>
          <p:nvPr/>
        </p:nvSpPr>
        <p:spPr>
          <a:xfrm>
            <a:off x="5070475" y="423957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65" name="!!contraste:c4f14ee350"/>
          <p:cNvSpPr txBox="1"/>
          <p:nvPr/>
        </p:nvSpPr>
        <p:spPr>
          <a:xfrm>
            <a:off x="5276850" y="4210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Membrana de Cook</a:t>
            </a:r>
          </a:p>
        </p:txBody>
      </p:sp>
      <p:sp>
        <p:nvSpPr>
          <p:cNvPr id="166" name="!!contraste:82583e6c36"/>
          <p:cNvSpPr/>
          <p:nvPr/>
        </p:nvSpPr>
        <p:spPr>
          <a:xfrm>
            <a:off x="6718300" y="4203382"/>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contraste:c7aa450f9a"/>
          <p:cNvSpPr txBox="1"/>
          <p:nvPr/>
        </p:nvSpPr>
        <p:spPr>
          <a:xfrm>
            <a:off x="6759575" y="423957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68" name="!!contraste:37c0d1d97d"/>
          <p:cNvSpPr txBox="1"/>
          <p:nvPr/>
        </p:nvSpPr>
        <p:spPr>
          <a:xfrm>
            <a:off x="6965950" y="4210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Bloqueo del Q4</a:t>
            </a:r>
          </a:p>
        </p:txBody>
      </p:sp>
      <p:sp>
        <p:nvSpPr>
          <p:cNvPr id="169" name="!!contraste:5596609856"/>
          <p:cNvSpPr/>
          <p:nvPr/>
        </p:nvSpPr>
        <p:spPr>
          <a:xfrm>
            <a:off x="8407400" y="4203382"/>
            <a:ext cx="177800" cy="177800"/>
          </a:xfrm>
          <a:prstGeom prst="roundRect">
            <a:avLst>
              <a:gd name="adj" fmla="val 25000"/>
            </a:avLst>
          </a:prstGeom>
          <a:solidFill>
            <a:srgbClr val="198754">
              <a:alpha val="35000"/>
            </a:srgbClr>
          </a:solidFill>
          <a:ln w="12700">
            <a:solidFill>
              <a:srgbClr val="198754">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contraste:6ca98bc5ae"/>
          <p:cNvSpPr txBox="1"/>
          <p:nvPr/>
        </p:nvSpPr>
        <p:spPr>
          <a:xfrm>
            <a:off x="8448675" y="423957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alpha val="35000"/>
                  </a:srgbClr>
                </a:solidFill>
                <a:latin typeface="Calibri"/>
              </a:rPr>
              <a:t>✓</a:t>
            </a:r>
          </a:p>
        </p:txBody>
      </p:sp>
      <p:sp>
        <p:nvSpPr>
          <p:cNvPr id="171" name="!!contraste:f6cafc8b3c"/>
          <p:cNvSpPr txBox="1"/>
          <p:nvPr/>
        </p:nvSpPr>
        <p:spPr>
          <a:xfrm>
            <a:off x="8655050" y="4210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alpha val="35000"/>
                  </a:srgbClr>
                </a:solidFill>
                <a:latin typeface="Calibri"/>
              </a:rPr>
              <a:t>Memoria a mano</a:t>
            </a:r>
          </a:p>
        </p:txBody>
      </p:sp>
      <p:sp>
        <p:nvSpPr>
          <p:cNvPr id="172" name="!!contraste:33ea0613af"/>
          <p:cNvSpPr/>
          <p:nvPr/>
        </p:nvSpPr>
        <p:spPr>
          <a:xfrm>
            <a:off x="571500" y="3785426"/>
            <a:ext cx="2222500" cy="538861"/>
          </a:xfrm>
          <a:prstGeom prst="roundRect">
            <a:avLst>
              <a:gd name="adj" fmla="val 12962"/>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contraste:31c4635def"/>
          <p:cNvSpPr txBox="1"/>
          <p:nvPr/>
        </p:nvSpPr>
        <p:spPr>
          <a:xfrm>
            <a:off x="679450" y="386863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solidFill>
                <a:latin typeface="Calibri"/>
              </a:rPr>
              <a:t>Efecto (b)</a:t>
            </a:r>
            <a:r>
              <a:rPr sz="1100" b="1" i="0">
                <a:solidFill>
                  <a:srgbClr val="6F42C1"/>
                </a:solidFill>
                <a:latin typeface="Calibri"/>
              </a:rPr>
              <a:t> · dependiente</a:t>
            </a:r>
          </a:p>
        </p:txBody>
      </p:sp>
      <p:sp>
        <p:nvSpPr>
          <p:cNvPr id="174" name="!!contraste:945be99dc4"/>
          <p:cNvSpPr txBox="1"/>
          <p:nvPr/>
        </p:nvSpPr>
        <p:spPr>
          <a:xfrm>
            <a:off x="679450" y="4072590"/>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verificabilidad del análisis</a:t>
            </a:r>
          </a:p>
        </p:txBody>
      </p:sp>
      <p:sp>
        <p:nvSpPr>
          <p:cNvPr id="175" name="!!contraste:1600a0cb71"/>
          <p:cNvSpPr/>
          <p:nvPr/>
        </p:nvSpPr>
        <p:spPr>
          <a:xfrm>
            <a:off x="2952750" y="3796792"/>
            <a:ext cx="139700" cy="139700"/>
          </a:xfrm>
          <a:prstGeom prst="roundRect">
            <a:avLst>
              <a:gd name="adj" fmla="val 22727"/>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contraste:f05f703166"/>
          <p:cNvSpPr txBox="1"/>
          <p:nvPr/>
        </p:nvSpPr>
        <p:spPr>
          <a:xfrm>
            <a:off x="3155950" y="3773155"/>
            <a:ext cx="1511300" cy="566928"/>
          </a:xfrm>
          <a:prstGeom prst="rect">
            <a:avLst/>
          </a:prstGeom>
          <a:noFill/>
        </p:spPr>
        <p:txBody>
          <a:bodyPr wrap="square" lIns="0" rIns="0" tIns="0" bIns="0" anchor="t"/>
          <a:lstStyle/>
          <a:p>
            <a:pPr algn="l">
              <a:lnSpc>
                <a:spcPts val="1488"/>
              </a:lnSpc>
              <a:spcBef>
                <a:spcPts val="0"/>
              </a:spcBef>
              <a:spcAft>
                <a:spcPts val="0"/>
              </a:spcAft>
            </a:pPr>
            <a:r>
              <a:rPr sz="1200" b="1" i="0">
                <a:solidFill>
                  <a:srgbClr val="6F42C1"/>
                </a:solidFill>
                <a:latin typeface="Calibri"/>
              </a:rPr>
              <a:t>Baja</a:t>
            </a:r>
            <a:r>
              <a:rPr sz="1200" b="0" i="0">
                <a:solidFill>
                  <a:srgbClr val="3F4A5A"/>
                </a:solidFill>
                <a:latin typeface="Calibri"/>
              </a:rPr>
              <a:t> · solo se</a:t>
            </a:r>
            <a:br/>
            <a:r>
              <a:rPr sz="1200" b="0" i="0">
                <a:solidFill>
                  <a:srgbClr val="3F4A5A"/>
                </a:solidFill>
                <a:latin typeface="Calibri"/>
              </a:rPr>
              <a:t>comprueban los</a:t>
            </a:r>
            <a:br/>
            <a:r>
              <a:rPr sz="1200" b="0" i="0">
                <a:solidFill>
                  <a:srgbClr val="3F4A5A"/>
                </a:solidFill>
                <a:latin typeface="Calibri"/>
              </a:rPr>
              <a:t>resultados finales</a:t>
            </a:r>
          </a:p>
        </p:txBody>
      </p:sp>
      <p:sp>
        <p:nvSpPr>
          <p:cNvPr id="177" name="!!contraste:2250a4f164"/>
          <p:cNvSpPr txBox="1"/>
          <p:nvPr/>
        </p:nvSpPr>
        <p:spPr>
          <a:xfrm>
            <a:off x="4667250" y="3959923"/>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solidFill>
                <a:latin typeface="Calibri"/>
              </a:rPr>
              <a:t>→</a:t>
            </a:r>
          </a:p>
        </p:txBody>
      </p:sp>
      <p:sp>
        <p:nvSpPr>
          <p:cNvPr id="178" name="!!contraste:a419efd81b"/>
          <p:cNvSpPr/>
          <p:nvPr/>
        </p:nvSpPr>
        <p:spPr>
          <a:xfrm>
            <a:off x="5029200" y="3728466"/>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contraste:570d51d337"/>
          <p:cNvSpPr txBox="1"/>
          <p:nvPr/>
        </p:nvSpPr>
        <p:spPr>
          <a:xfrm>
            <a:off x="5070475" y="3764661"/>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80" name="!!contraste:d13aef2b3d"/>
          <p:cNvSpPr txBox="1"/>
          <p:nvPr/>
        </p:nvSpPr>
        <p:spPr>
          <a:xfrm>
            <a:off x="5276850" y="373529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Tasa L²</a:t>
            </a:r>
          </a:p>
        </p:txBody>
      </p:sp>
      <p:sp>
        <p:nvSpPr>
          <p:cNvPr id="181" name="!!contraste:6e8c09d55b"/>
          <p:cNvSpPr/>
          <p:nvPr/>
        </p:nvSpPr>
        <p:spPr>
          <a:xfrm>
            <a:off x="6718300" y="3728466"/>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contraste:644f15f390"/>
          <p:cNvSpPr txBox="1"/>
          <p:nvPr/>
        </p:nvSpPr>
        <p:spPr>
          <a:xfrm>
            <a:off x="6759575" y="3764661"/>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83" name="!!contraste:9b3e0be967"/>
          <p:cNvSpPr txBox="1"/>
          <p:nvPr/>
        </p:nvSpPr>
        <p:spPr>
          <a:xfrm>
            <a:off x="6965950" y="373529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Tasa H¹</a:t>
            </a:r>
          </a:p>
        </p:txBody>
      </p:sp>
      <p:sp>
        <p:nvSpPr>
          <p:cNvPr id="184" name="!!contraste:f701e4eb75"/>
          <p:cNvSpPr/>
          <p:nvPr/>
        </p:nvSpPr>
        <p:spPr>
          <a:xfrm>
            <a:off x="8407400" y="3728466"/>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contraste:49bcbe1bce"/>
          <p:cNvSpPr txBox="1"/>
          <p:nvPr/>
        </p:nvSpPr>
        <p:spPr>
          <a:xfrm>
            <a:off x="8448675" y="3764661"/>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86" name="!!contraste:8ffab657f7"/>
          <p:cNvSpPr txBox="1"/>
          <p:nvPr/>
        </p:nvSpPr>
        <p:spPr>
          <a:xfrm>
            <a:off x="8655050" y="373529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Flecha central</a:t>
            </a:r>
          </a:p>
        </p:txBody>
      </p:sp>
      <p:sp>
        <p:nvSpPr>
          <p:cNvPr id="187" name="!!contraste:f4285ae224"/>
          <p:cNvSpPr/>
          <p:nvPr/>
        </p:nvSpPr>
        <p:spPr>
          <a:xfrm>
            <a:off x="5029200" y="3965892"/>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contraste:271f4a5497"/>
          <p:cNvSpPr txBox="1"/>
          <p:nvPr/>
        </p:nvSpPr>
        <p:spPr>
          <a:xfrm>
            <a:off x="5070475" y="400208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89" name="!!contraste:fc02fe2668"/>
          <p:cNvSpPr txBox="1"/>
          <p:nvPr/>
        </p:nvSpPr>
        <p:spPr>
          <a:xfrm>
            <a:off x="5276850" y="3956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σ</a:t>
            </a:r>
            <a:r>
              <a:rPr sz="1200" b="1" i="0" baseline="-25000">
                <a:solidFill>
                  <a:srgbClr val="1F2937"/>
                </a:solidFill>
                <a:latin typeface="Calibri"/>
              </a:rPr>
              <a:t>x</a:t>
            </a:r>
            <a:r>
              <a:rPr sz="1200" b="1" i="0">
                <a:solidFill>
                  <a:srgbClr val="1F2937"/>
                </a:solidFill>
                <a:latin typeface="Calibri"/>
              </a:rPr>
              <a:t> analítica</a:t>
            </a:r>
          </a:p>
        </p:txBody>
      </p:sp>
      <p:sp>
        <p:nvSpPr>
          <p:cNvPr id="190" name="!!contraste:397a592709"/>
          <p:cNvSpPr/>
          <p:nvPr/>
        </p:nvSpPr>
        <p:spPr>
          <a:xfrm>
            <a:off x="6718300" y="3965892"/>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contraste:bee545c168"/>
          <p:cNvSpPr txBox="1"/>
          <p:nvPr/>
        </p:nvSpPr>
        <p:spPr>
          <a:xfrm>
            <a:off x="6759575" y="400208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92" name="!!contraste:51d7b7439a"/>
          <p:cNvSpPr txBox="1"/>
          <p:nvPr/>
        </p:nvSpPr>
        <p:spPr>
          <a:xfrm>
            <a:off x="6965950" y="3956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σ</a:t>
            </a:r>
            <a:r>
              <a:rPr sz="1200" b="1" i="0" baseline="-25000">
                <a:solidFill>
                  <a:srgbClr val="1F2937"/>
                </a:solidFill>
                <a:latin typeface="Calibri"/>
              </a:rPr>
              <a:t>x</a:t>
            </a:r>
            <a:r>
              <a:rPr sz="1200" b="1" i="0">
                <a:solidFill>
                  <a:srgbClr val="1F2937"/>
                </a:solidFill>
                <a:latin typeface="Calibri"/>
              </a:rPr>
              <a:t> SAP2000</a:t>
            </a:r>
          </a:p>
        </p:txBody>
      </p:sp>
      <p:sp>
        <p:nvSpPr>
          <p:cNvPr id="193" name="!!contraste:f430a531e3"/>
          <p:cNvSpPr/>
          <p:nvPr/>
        </p:nvSpPr>
        <p:spPr>
          <a:xfrm>
            <a:off x="8407400" y="3965892"/>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contraste:c1ee8a766c"/>
          <p:cNvSpPr txBox="1"/>
          <p:nvPr/>
        </p:nvSpPr>
        <p:spPr>
          <a:xfrm>
            <a:off x="8448675" y="400208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95" name="!!contraste:d7229e8c85"/>
          <p:cNvSpPr txBox="1"/>
          <p:nvPr/>
        </p:nvSpPr>
        <p:spPr>
          <a:xfrm>
            <a:off x="8655050" y="3972725"/>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Equilibrio</a:t>
            </a:r>
          </a:p>
        </p:txBody>
      </p:sp>
      <p:sp>
        <p:nvSpPr>
          <p:cNvPr id="196" name="!!contraste:903a9634a8"/>
          <p:cNvSpPr/>
          <p:nvPr/>
        </p:nvSpPr>
        <p:spPr>
          <a:xfrm>
            <a:off x="5029200" y="4203382"/>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contraste:7c08c8ad99"/>
          <p:cNvSpPr txBox="1"/>
          <p:nvPr/>
        </p:nvSpPr>
        <p:spPr>
          <a:xfrm>
            <a:off x="5070475" y="423957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198" name="!!contraste:2fc8d1c1b7"/>
          <p:cNvSpPr txBox="1"/>
          <p:nvPr/>
        </p:nvSpPr>
        <p:spPr>
          <a:xfrm>
            <a:off x="5276850" y="4210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Membrana de Cook</a:t>
            </a:r>
          </a:p>
        </p:txBody>
      </p:sp>
      <p:sp>
        <p:nvSpPr>
          <p:cNvPr id="199" name="!!contraste:6909f907ad"/>
          <p:cNvSpPr/>
          <p:nvPr/>
        </p:nvSpPr>
        <p:spPr>
          <a:xfrm>
            <a:off x="6718300" y="4203382"/>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contraste:1ac4c9fbc4"/>
          <p:cNvSpPr txBox="1"/>
          <p:nvPr/>
        </p:nvSpPr>
        <p:spPr>
          <a:xfrm>
            <a:off x="6759575" y="423957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01" name="!!contraste:6ccdd8393b"/>
          <p:cNvSpPr txBox="1"/>
          <p:nvPr/>
        </p:nvSpPr>
        <p:spPr>
          <a:xfrm>
            <a:off x="6965950" y="4210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Bloqueo del Q4</a:t>
            </a:r>
          </a:p>
        </p:txBody>
      </p:sp>
      <p:sp>
        <p:nvSpPr>
          <p:cNvPr id="202" name="!!contraste:4447b4dc60"/>
          <p:cNvSpPr/>
          <p:nvPr/>
        </p:nvSpPr>
        <p:spPr>
          <a:xfrm>
            <a:off x="8407400" y="4203382"/>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contraste:3e7bdd8467"/>
          <p:cNvSpPr txBox="1"/>
          <p:nvPr/>
        </p:nvSpPr>
        <p:spPr>
          <a:xfrm>
            <a:off x="8448675" y="4239578"/>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04" name="!!contraste:4e04cf3cca"/>
          <p:cNvSpPr txBox="1"/>
          <p:nvPr/>
        </p:nvSpPr>
        <p:spPr>
          <a:xfrm>
            <a:off x="8655050" y="4210279"/>
            <a:ext cx="139700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Memoria a mano</a:t>
            </a:r>
          </a:p>
        </p:txBody>
      </p:sp>
      <p:sp>
        <p:nvSpPr>
          <p:cNvPr id="205" name="!!contraste:65d3a6414d"/>
          <p:cNvSpPr/>
          <p:nvPr/>
        </p:nvSpPr>
        <p:spPr>
          <a:xfrm>
            <a:off x="10163175" y="3687254"/>
            <a:ext cx="1121791"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contraste:51f76f2310"/>
          <p:cNvSpPr txBox="1"/>
          <p:nvPr/>
        </p:nvSpPr>
        <p:spPr>
          <a:xfrm>
            <a:off x="10471023" y="3757360"/>
            <a:ext cx="740854"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Se cumple</a:t>
            </a:r>
          </a:p>
        </p:txBody>
      </p:sp>
      <p:sp>
        <p:nvSpPr>
          <p:cNvPr id="207" name="!!contraste:0514a02ab2"/>
          <p:cNvSpPr txBox="1"/>
          <p:nvPr/>
        </p:nvSpPr>
        <p:spPr>
          <a:xfrm>
            <a:off x="10287000" y="3766885"/>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208" name="!!contraste:9b8eaf794c"/>
          <p:cNvSpPr txBox="1"/>
          <p:nvPr/>
        </p:nvSpPr>
        <p:spPr>
          <a:xfrm>
            <a:off x="10179050" y="4076211"/>
            <a:ext cx="955357" cy="160655"/>
          </a:xfrm>
          <a:prstGeom prst="rect">
            <a:avLst/>
          </a:prstGeom>
          <a:noFill/>
        </p:spPr>
        <p:txBody>
          <a:bodyPr wrap="square" lIns="0" rIns="0" tIns="0" bIns="0" anchor="t"/>
          <a:lstStyle/>
          <a:p>
            <a:pPr algn="l">
              <a:lnSpc>
                <a:spcPts val="1265"/>
              </a:lnSpc>
              <a:spcBef>
                <a:spcPts val="0"/>
              </a:spcBef>
              <a:spcAft>
                <a:spcPts val="0"/>
              </a:spcAft>
            </a:pPr>
            <a:r>
              <a:rPr sz="1300" b="1" i="0">
                <a:solidFill>
                  <a:srgbClr val="198754"/>
                </a:solidFill>
                <a:latin typeface="Calibri"/>
              </a:rPr>
              <a:t>9</a:t>
            </a:r>
            <a:r>
              <a:rPr sz="1150" b="1" i="0">
                <a:solidFill>
                  <a:srgbClr val="198754"/>
                </a:solidFill>
                <a:latin typeface="Calibri"/>
              </a:rPr>
              <a:t> de 9 criterios</a:t>
            </a:r>
          </a:p>
        </p:txBody>
      </p:sp>
      <p:sp>
        <p:nvSpPr>
          <p:cNvPr id="209" name="!!contraste:5a4c3c5a2b"/>
          <p:cNvSpPr txBox="1"/>
          <p:nvPr/>
        </p:nvSpPr>
        <p:spPr>
          <a:xfrm>
            <a:off x="10179050" y="4283151"/>
            <a:ext cx="744728" cy="153670"/>
          </a:xfrm>
          <a:prstGeom prst="rect">
            <a:avLst/>
          </a:prstGeom>
          <a:noFill/>
        </p:spPr>
        <p:txBody>
          <a:bodyPr wrap="square" lIns="0" rIns="0" tIns="0" bIns="0" anchor="t"/>
          <a:lstStyle/>
          <a:p>
            <a:pPr algn="l">
              <a:lnSpc>
                <a:spcPts val="1210"/>
              </a:lnSpc>
              <a:spcBef>
                <a:spcPts val="0"/>
              </a:spcBef>
              <a:spcAft>
                <a:spcPts val="0"/>
              </a:spcAft>
            </a:pPr>
            <a:r>
              <a:rPr sz="1100" b="1" i="0">
                <a:solidFill>
                  <a:srgbClr val="6F42C1"/>
                </a:solidFill>
                <a:latin typeface="Calibri"/>
              </a:rPr>
              <a:t>→ nivel alto</a:t>
            </a:r>
          </a:p>
        </p:txBody>
      </p:sp>
      <p:sp>
        <p:nvSpPr>
          <p:cNvPr id="210" name="!!contraste:4f04c01f59"/>
          <p:cNvSpPr/>
          <p:nvPr/>
        </p:nvSpPr>
        <p:spPr>
          <a:xfrm>
            <a:off x="565150" y="4457382"/>
            <a:ext cx="11061700" cy="781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contraste:4f04c01f59·2"/>
          <p:cNvSpPr/>
          <p:nvPr/>
        </p:nvSpPr>
        <p:spPr>
          <a:xfrm>
            <a:off x="565150" y="5232908"/>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contraste:304185f2c4"/>
          <p:cNvSpPr/>
          <p:nvPr/>
        </p:nvSpPr>
        <p:spPr>
          <a:xfrm>
            <a:off x="571500" y="4482782"/>
            <a:ext cx="2222500" cy="724726"/>
          </a:xfrm>
          <a:prstGeom prst="roundRect">
            <a:avLst>
              <a:gd name="adj" fmla="val 9638"/>
            </a:avLst>
          </a:prstGeom>
          <a:solidFill>
            <a:srgbClr val="EAF2FF">
              <a:alpha val="35000"/>
            </a:srgbClr>
          </a:solidFill>
          <a:ln w="12700">
            <a:solidFill>
              <a:srgbClr val="0D6EFD">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contraste:085be97a29"/>
          <p:cNvSpPr txBox="1"/>
          <p:nvPr/>
        </p:nvSpPr>
        <p:spPr>
          <a:xfrm>
            <a:off x="679450" y="456605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0D6EFD">
                    <a:alpha val="35000"/>
                  </a:srgbClr>
                </a:solidFill>
                <a:latin typeface="Calibri"/>
              </a:rPr>
              <a:t>Antecedente</a:t>
            </a:r>
            <a:r>
              <a:rPr sz="1100" b="1" i="0">
                <a:solidFill>
                  <a:srgbClr val="0D6EFD">
                    <a:alpha val="35000"/>
                  </a:srgbClr>
                </a:solidFill>
                <a:latin typeface="Calibri"/>
              </a:rPr>
              <a:t> · independiente</a:t>
            </a:r>
          </a:p>
        </p:txBody>
      </p:sp>
      <p:sp>
        <p:nvSpPr>
          <p:cNvPr id="214" name="!!contraste:8d950d07aa"/>
          <p:cNvSpPr txBox="1"/>
          <p:nvPr/>
        </p:nvSpPr>
        <p:spPr>
          <a:xfrm>
            <a:off x="679450" y="4770011"/>
            <a:ext cx="205740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35000"/>
                  </a:srgbClr>
                </a:solidFill>
                <a:latin typeface="Calibri"/>
              </a:rPr>
              <a:t>escasa transparencia del</a:t>
            </a:r>
            <a:br/>
            <a:r>
              <a:rPr sz="1200" b="0" i="0">
                <a:solidFill>
                  <a:srgbClr val="1F2937">
                    <a:alpha val="35000"/>
                  </a:srgbClr>
                </a:solidFill>
                <a:latin typeface="Calibri"/>
              </a:rPr>
              <a:t>software de análisis</a:t>
            </a:r>
          </a:p>
        </p:txBody>
      </p:sp>
      <p:sp>
        <p:nvSpPr>
          <p:cNvPr id="215" name="!!contraste:838983762c"/>
          <p:cNvSpPr txBox="1"/>
          <p:nvPr/>
        </p:nvSpPr>
        <p:spPr>
          <a:xfrm>
            <a:off x="2952750" y="4588713"/>
            <a:ext cx="1287844" cy="198120"/>
          </a:xfrm>
          <a:prstGeom prst="rect">
            <a:avLst/>
          </a:prstGeom>
          <a:noFill/>
        </p:spPr>
        <p:txBody>
          <a:bodyPr wrap="square" lIns="0" rIns="0" tIns="0" bIns="0" anchor="t"/>
          <a:lstStyle/>
          <a:p>
            <a:pPr algn="l">
              <a:lnSpc>
                <a:spcPts val="1560"/>
              </a:lnSpc>
              <a:spcBef>
                <a:spcPts val="0"/>
              </a:spcBef>
              <a:spcAft>
                <a:spcPts val="0"/>
              </a:spcAft>
            </a:pPr>
            <a:r>
              <a:rPr sz="1200" b="0" i="0">
                <a:solidFill>
                  <a:srgbClr val="3F4A5A">
                    <a:alpha val="35000"/>
                  </a:srgbClr>
                </a:solidFill>
                <a:latin typeface="Calibri"/>
              </a:rPr>
              <a:t>Software comercial:</a:t>
            </a:r>
          </a:p>
        </p:txBody>
      </p:sp>
      <p:sp>
        <p:nvSpPr>
          <p:cNvPr id="216" name="!!contraste:42fdb2de3e"/>
          <p:cNvSpPr/>
          <p:nvPr/>
        </p:nvSpPr>
        <p:spPr>
          <a:xfrm>
            <a:off x="4269168" y="4556252"/>
            <a:ext cx="2629598" cy="260350"/>
          </a:xfrm>
          <a:prstGeom prst="roundRect">
            <a:avLst>
              <a:gd name="adj" fmla="val 23170"/>
            </a:avLst>
          </a:prstGeom>
          <a:solidFill>
            <a:srgbClr val="F6F8FC">
              <a:alpha val="35000"/>
            </a:srgbClr>
          </a:solidFill>
          <a:ln w="6350">
            <a:solidFill>
              <a:srgbClr val="C3CDDC">
                <a:alpha val="3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contraste:a342307263"/>
          <p:cNvSpPr txBox="1"/>
          <p:nvPr/>
        </p:nvSpPr>
        <p:spPr>
          <a:xfrm>
            <a:off x="4361244" y="4591812"/>
            <a:ext cx="2496248" cy="190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3F4A5A">
                    <a:alpha val="35000"/>
                  </a:srgbClr>
                </a:solidFill>
                <a:latin typeface="Calibri"/>
              </a:rPr>
              <a:t>cálculo paso a paso</a:t>
            </a:r>
            <a:r>
              <a:rPr sz="1200" b="1" i="0">
                <a:solidFill>
                  <a:srgbClr val="1F2937">
                    <a:alpha val="35000"/>
                  </a:srgbClr>
                </a:solidFill>
                <a:latin typeface="Calibri"/>
              </a:rPr>
              <a:t> «Baja (caja negra)»</a:t>
            </a:r>
          </a:p>
        </p:txBody>
      </p:sp>
      <p:sp>
        <p:nvSpPr>
          <p:cNvPr id="218" name="!!contraste:996efca417"/>
          <p:cNvSpPr/>
          <p:nvPr/>
        </p:nvSpPr>
        <p:spPr>
          <a:xfrm>
            <a:off x="2955925" y="4873752"/>
            <a:ext cx="4073144" cy="260350"/>
          </a:xfrm>
          <a:prstGeom prst="roundRect">
            <a:avLst>
              <a:gd name="adj" fmla="val 23170"/>
            </a:avLst>
          </a:prstGeom>
          <a:solidFill>
            <a:srgbClr val="F6F8FC">
              <a:alpha val="35000"/>
            </a:srgbClr>
          </a:solidFill>
          <a:ln w="6350">
            <a:solidFill>
              <a:srgbClr val="C3CDDC">
                <a:alpha val="3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contraste:8a3698793c"/>
          <p:cNvSpPr txBox="1"/>
          <p:nvPr/>
        </p:nvSpPr>
        <p:spPr>
          <a:xfrm>
            <a:off x="3048000" y="4909312"/>
            <a:ext cx="3966782" cy="190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3F4A5A">
                    <a:alpha val="35000"/>
                  </a:srgbClr>
                </a:solidFill>
                <a:latin typeface="Calibri"/>
              </a:rPr>
              <a:t>memoria</a:t>
            </a:r>
            <a:r>
              <a:rPr sz="1200" b="1" i="0">
                <a:solidFill>
                  <a:srgbClr val="1F2937">
                    <a:alpha val="35000"/>
                  </a:srgbClr>
                </a:solidFill>
                <a:latin typeface="Calibri"/>
              </a:rPr>
              <a:t> «Informes de resultados, sin el desarrollo matricial»</a:t>
            </a:r>
          </a:p>
        </p:txBody>
      </p:sp>
      <p:sp>
        <p:nvSpPr>
          <p:cNvPr id="220" name="!!contraste:b57c29731b"/>
          <p:cNvSpPr/>
          <p:nvPr/>
        </p:nvSpPr>
        <p:spPr>
          <a:xfrm>
            <a:off x="10163175" y="4683252"/>
            <a:ext cx="1216914"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contraste:d6b9f5df41"/>
          <p:cNvSpPr txBox="1"/>
          <p:nvPr/>
        </p:nvSpPr>
        <p:spPr>
          <a:xfrm>
            <a:off x="10471023" y="4753357"/>
            <a:ext cx="836041"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Respaldado</a:t>
            </a:r>
          </a:p>
        </p:txBody>
      </p:sp>
      <p:sp>
        <p:nvSpPr>
          <p:cNvPr id="222" name="!!contraste:d090c31dbd"/>
          <p:cNvSpPr txBox="1"/>
          <p:nvPr/>
        </p:nvSpPr>
        <p:spPr>
          <a:xfrm>
            <a:off x="10287000" y="4762882"/>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223" name="!!contraste:335f2f5d40"/>
          <p:cNvSpPr txBox="1"/>
          <p:nvPr/>
        </p:nvSpPr>
        <p:spPr>
          <a:xfrm>
            <a:off x="565150" y="5498478"/>
            <a:ext cx="5210620" cy="153670"/>
          </a:xfrm>
          <a:prstGeom prst="rect">
            <a:avLst/>
          </a:prstGeom>
          <a:noFill/>
        </p:spPr>
        <p:txBody>
          <a:bodyPr wrap="square" lIns="0" rIns="0" tIns="0" bIns="0" anchor="t"/>
          <a:lstStyle/>
          <a:p>
            <a:pPr algn="l">
              <a:lnSpc>
                <a:spcPts val="1210"/>
              </a:lnSpc>
              <a:spcBef>
                <a:spcPts val="0"/>
              </a:spcBef>
              <a:spcAft>
                <a:spcPts val="0"/>
              </a:spcAft>
            </a:pPr>
            <a:r>
              <a:rPr sz="1100" b="1" i="0" cap="all" spc="110">
                <a:solidFill>
                  <a:srgbClr val="5B6575"/>
                </a:solidFill>
                <a:latin typeface="Calibri"/>
              </a:rPr>
              <a:t>Regla de decisión conjuntiva</a:t>
            </a:r>
          </a:p>
        </p:txBody>
      </p:sp>
      <p:sp>
        <p:nvSpPr>
          <p:cNvPr id="224" name="!!contraste:197bda5ce1"/>
          <p:cNvSpPr/>
          <p:nvPr/>
        </p:nvSpPr>
        <p:spPr>
          <a:xfrm>
            <a:off x="571500" y="5691759"/>
            <a:ext cx="1805368" cy="276225"/>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contraste:69f0e52081"/>
          <p:cNvSpPr txBox="1"/>
          <p:nvPr/>
        </p:nvSpPr>
        <p:spPr>
          <a:xfrm>
            <a:off x="849185" y="5750655"/>
            <a:ext cx="1470533"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98754"/>
                </a:solidFill>
                <a:latin typeface="Calibri"/>
              </a:rPr>
              <a:t>premisas respaldadas</a:t>
            </a:r>
          </a:p>
        </p:txBody>
      </p:sp>
      <p:sp>
        <p:nvSpPr>
          <p:cNvPr id="226" name="!!contraste:c9d33c2ca0"/>
          <p:cNvSpPr txBox="1"/>
          <p:nvPr/>
        </p:nvSpPr>
        <p:spPr>
          <a:xfrm>
            <a:off x="679450" y="5750655"/>
            <a:ext cx="169736"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98754"/>
                </a:solidFill>
                <a:latin typeface="Calibri"/>
              </a:rPr>
              <a:t>✓</a:t>
            </a:r>
          </a:p>
        </p:txBody>
      </p:sp>
      <p:sp>
        <p:nvSpPr>
          <p:cNvPr id="227" name="!!contraste:41d1a4b3b1"/>
          <p:cNvSpPr txBox="1"/>
          <p:nvPr/>
        </p:nvSpPr>
        <p:spPr>
          <a:xfrm>
            <a:off x="2446718" y="5747639"/>
            <a:ext cx="145732" cy="190500"/>
          </a:xfrm>
          <a:prstGeom prst="rect">
            <a:avLst/>
          </a:prstGeom>
          <a:noFill/>
        </p:spPr>
        <p:txBody>
          <a:bodyPr wrap="square" lIns="0" rIns="0" tIns="0" bIns="0" anchor="t"/>
          <a:lstStyle/>
          <a:p>
            <a:pPr algn="l">
              <a:lnSpc>
                <a:spcPts val="1500"/>
              </a:lnSpc>
              <a:spcBef>
                <a:spcPts val="0"/>
              </a:spcBef>
              <a:spcAft>
                <a:spcPts val="0"/>
              </a:spcAft>
            </a:pPr>
            <a:r>
              <a:rPr sz="1500" b="1" i="0">
                <a:solidFill>
                  <a:srgbClr val="5B6575"/>
                </a:solidFill>
                <a:latin typeface="Calibri"/>
              </a:rPr>
              <a:t>+</a:t>
            </a:r>
          </a:p>
        </p:txBody>
      </p:sp>
      <p:sp>
        <p:nvSpPr>
          <p:cNvPr id="228" name="!!contraste:71695e02b0"/>
          <p:cNvSpPr/>
          <p:nvPr/>
        </p:nvSpPr>
        <p:spPr>
          <a:xfrm>
            <a:off x="2611564" y="5691759"/>
            <a:ext cx="1262888" cy="276225"/>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contraste:7b7e0711d8"/>
          <p:cNvSpPr txBox="1"/>
          <p:nvPr/>
        </p:nvSpPr>
        <p:spPr>
          <a:xfrm>
            <a:off x="2889250" y="5750655"/>
            <a:ext cx="927989"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98754"/>
                </a:solidFill>
                <a:latin typeface="Calibri"/>
              </a:rPr>
              <a:t>(a) se cumple</a:t>
            </a:r>
          </a:p>
        </p:txBody>
      </p:sp>
      <p:sp>
        <p:nvSpPr>
          <p:cNvPr id="230" name="!!contraste:e87c0c2cf0"/>
          <p:cNvSpPr txBox="1"/>
          <p:nvPr/>
        </p:nvSpPr>
        <p:spPr>
          <a:xfrm>
            <a:off x="2719514" y="5750655"/>
            <a:ext cx="169736"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98754"/>
                </a:solidFill>
                <a:latin typeface="Calibri"/>
              </a:rPr>
              <a:t>✓</a:t>
            </a:r>
          </a:p>
        </p:txBody>
      </p:sp>
      <p:sp>
        <p:nvSpPr>
          <p:cNvPr id="231" name="!!contraste:fa19c1cb3e"/>
          <p:cNvSpPr txBox="1"/>
          <p:nvPr/>
        </p:nvSpPr>
        <p:spPr>
          <a:xfrm>
            <a:off x="3944239" y="5747639"/>
            <a:ext cx="145732" cy="190500"/>
          </a:xfrm>
          <a:prstGeom prst="rect">
            <a:avLst/>
          </a:prstGeom>
          <a:noFill/>
        </p:spPr>
        <p:txBody>
          <a:bodyPr wrap="square" lIns="0" rIns="0" tIns="0" bIns="0" anchor="t"/>
          <a:lstStyle/>
          <a:p>
            <a:pPr algn="l">
              <a:lnSpc>
                <a:spcPts val="1500"/>
              </a:lnSpc>
              <a:spcBef>
                <a:spcPts val="0"/>
              </a:spcBef>
              <a:spcAft>
                <a:spcPts val="0"/>
              </a:spcAft>
            </a:pPr>
            <a:r>
              <a:rPr sz="1500" b="1" i="0">
                <a:solidFill>
                  <a:srgbClr val="5B6575"/>
                </a:solidFill>
                <a:latin typeface="Calibri"/>
              </a:rPr>
              <a:t>+</a:t>
            </a:r>
          </a:p>
        </p:txBody>
      </p:sp>
      <p:sp>
        <p:nvSpPr>
          <p:cNvPr id="232" name="!!contraste:cb80baec66"/>
          <p:cNvSpPr/>
          <p:nvPr/>
        </p:nvSpPr>
        <p:spPr>
          <a:xfrm>
            <a:off x="4109022" y="5691759"/>
            <a:ext cx="1269682" cy="276225"/>
          </a:xfrm>
          <a:prstGeom prst="roundRect">
            <a:avLst>
              <a:gd name="adj" fmla="val 50000"/>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contraste:18c6d0337d"/>
          <p:cNvSpPr txBox="1"/>
          <p:nvPr/>
        </p:nvSpPr>
        <p:spPr>
          <a:xfrm>
            <a:off x="4386770" y="5750655"/>
            <a:ext cx="934847"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98754"/>
                </a:solidFill>
                <a:latin typeface="Calibri"/>
              </a:rPr>
              <a:t>(b) se cumple</a:t>
            </a:r>
          </a:p>
        </p:txBody>
      </p:sp>
      <p:sp>
        <p:nvSpPr>
          <p:cNvPr id="234" name="!!contraste:d9e936513f"/>
          <p:cNvSpPr txBox="1"/>
          <p:nvPr/>
        </p:nvSpPr>
        <p:spPr>
          <a:xfrm>
            <a:off x="4216972" y="5750655"/>
            <a:ext cx="169736" cy="174625"/>
          </a:xfrm>
          <a:prstGeom prst="rect">
            <a:avLst/>
          </a:prstGeom>
          <a:noFill/>
        </p:spPr>
        <p:txBody>
          <a:bodyPr wrap="square" lIns="0" rIns="0" tIns="0" bIns="0" anchor="t"/>
          <a:lstStyle/>
          <a:p>
            <a:pPr algn="l">
              <a:lnSpc>
                <a:spcPts val="1375"/>
              </a:lnSpc>
              <a:spcBef>
                <a:spcPts val="0"/>
              </a:spcBef>
              <a:spcAft>
                <a:spcPts val="0"/>
              </a:spcAft>
            </a:pPr>
            <a:r>
              <a:rPr sz="1250" b="1" i="0">
                <a:solidFill>
                  <a:srgbClr val="198754"/>
                </a:solidFill>
                <a:latin typeface="Calibri"/>
              </a:rPr>
              <a:t>✓</a:t>
            </a:r>
          </a:p>
        </p:txBody>
      </p:sp>
      <p:sp>
        <p:nvSpPr>
          <p:cNvPr id="235" name="!!contraste:06c9f658e9"/>
          <p:cNvSpPr txBox="1"/>
          <p:nvPr/>
        </p:nvSpPr>
        <p:spPr>
          <a:xfrm>
            <a:off x="5448618" y="5721286"/>
            <a:ext cx="275844"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198754"/>
                </a:solidFill>
                <a:latin typeface="Calibri"/>
              </a:rPr>
              <a:t>⇒</a:t>
            </a:r>
          </a:p>
        </p:txBody>
      </p:sp>
      <p:sp>
        <p:nvSpPr>
          <p:cNvPr id="236" name="!!contraste:7ed5b10aaa"/>
          <p:cNvSpPr/>
          <p:nvPr/>
        </p:nvSpPr>
        <p:spPr>
          <a:xfrm>
            <a:off x="6969506" y="5362575"/>
            <a:ext cx="4641469" cy="742950"/>
          </a:xfrm>
          <a:prstGeom prst="roundRect">
            <a:avLst>
              <a:gd name="adj" fmla="val 50000"/>
            </a:avLst>
          </a:prstGeom>
          <a:solidFill>
            <a:srgbClr val="E8F5EE"/>
          </a:solidFill>
          <a:ln w="31750">
            <a:solidFill>
              <a:srgbClr val="198754"/>
            </a:solidFill>
          </a:ln>
          <a:effectLst>
            <a:outerShdw blurRad="254000" dist="63500" dir="5400000" algn="ctr" rotWithShape="0">
              <a:srgbClr val="198754">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contraste:e329b763ff"/>
          <p:cNvSpPr txBox="1"/>
          <p:nvPr/>
        </p:nvSpPr>
        <p:spPr>
          <a:xfrm>
            <a:off x="7601776" y="5506382"/>
            <a:ext cx="3827082" cy="480568"/>
          </a:xfrm>
          <a:prstGeom prst="rect">
            <a:avLst/>
          </a:prstGeom>
          <a:noFill/>
        </p:spPr>
        <p:txBody>
          <a:bodyPr wrap="square" lIns="0" rIns="0" tIns="0" bIns="0" anchor="t"/>
          <a:lstStyle/>
          <a:p>
            <a:pPr algn="l">
              <a:lnSpc>
                <a:spcPts val="3784"/>
              </a:lnSpc>
              <a:spcBef>
                <a:spcPts val="0"/>
              </a:spcBef>
              <a:spcAft>
                <a:spcPts val="0"/>
              </a:spcAft>
            </a:pPr>
            <a:r>
              <a:rPr sz="3100" b="1" i="0" spc="31">
                <a:solidFill>
                  <a:srgbClr val="198754"/>
                </a:solidFill>
                <a:latin typeface="Calibri"/>
              </a:rPr>
              <a:t>Hipótesis comprobada</a:t>
            </a:r>
          </a:p>
        </p:txBody>
      </p:sp>
      <p:sp>
        <p:nvSpPr>
          <p:cNvPr id="238" name="!!contraste:2199ee3332"/>
          <p:cNvSpPr txBox="1"/>
          <p:nvPr/>
        </p:nvSpPr>
        <p:spPr>
          <a:xfrm>
            <a:off x="7226681" y="5531782"/>
            <a:ext cx="349631" cy="480568"/>
          </a:xfrm>
          <a:prstGeom prst="rect">
            <a:avLst/>
          </a:prstGeom>
          <a:noFill/>
        </p:spPr>
        <p:txBody>
          <a:bodyPr wrap="square" lIns="0" rIns="0" tIns="0" bIns="0" anchor="t"/>
          <a:lstStyle/>
          <a:p>
            <a:pPr algn="l">
              <a:lnSpc>
                <a:spcPts val="3784"/>
              </a:lnSpc>
              <a:spcBef>
                <a:spcPts val="0"/>
              </a:spcBef>
              <a:spcAft>
                <a:spcPts val="0"/>
              </a:spcAft>
            </a:pPr>
            <a:r>
              <a:rPr sz="3100" b="1" i="0" spc="31">
                <a:solidFill>
                  <a:srgbClr val="198754"/>
                </a:solidFill>
                <a:latin typeface="Calibri"/>
              </a:rPr>
              <a:t>✓</a:t>
            </a:r>
          </a:p>
        </p:txBody>
      </p:sp>
      <p:sp>
        <p:nvSpPr>
          <p:cNvPr id="239" name="!!contraste:1d97286872"/>
          <p:cNvSpPr txBox="1"/>
          <p:nvPr/>
        </p:nvSpPr>
        <p:spPr>
          <a:xfrm>
            <a:off x="565150" y="6167044"/>
            <a:ext cx="11282934" cy="182880"/>
          </a:xfrm>
          <a:prstGeom prst="rect">
            <a:avLst/>
          </a:prstGeom>
          <a:noFill/>
        </p:spPr>
        <p:txBody>
          <a:bodyPr wrap="square" lIns="0" rIns="0" tIns="0" bIns="0" anchor="t"/>
          <a:lstStyle/>
          <a:p>
            <a:pPr algn="l">
              <a:lnSpc>
                <a:spcPts val="1440"/>
              </a:lnSpc>
              <a:spcBef>
                <a:spcPts val="0"/>
              </a:spcBef>
              <a:spcAft>
                <a:spcPts val="0"/>
              </a:spcAft>
            </a:pPr>
            <a:r>
              <a:rPr sz="1200" b="1" i="0">
                <a:solidFill>
                  <a:srgbClr val="1F2937"/>
                </a:solidFill>
                <a:latin typeface="Calibri"/>
              </a:rPr>
              <a:t>Alcance:</a:t>
            </a:r>
            <a:r>
              <a:rPr sz="1200" b="0" i="0">
                <a:solidFill>
                  <a:srgbClr val="3F4A5A"/>
                </a:solidFill>
                <a:latin typeface="Calibri"/>
              </a:rPr>
              <a:t> propiedades del software, no su uso por estudiantes · contraste externo en tensión plana · evaluación del autor</a:t>
            </a:r>
          </a:p>
        </p:txBody>
      </p:sp>
      <p:sp>
        <p:nvSpPr>
          <p:cNvPr id="240" name="!!contraste:add65f7172·3"/>
          <p:cNvSpPr/>
          <p:nvPr/>
        </p:nvSpPr>
        <p:spPr>
          <a:xfrm>
            <a:off x="565150" y="2858580"/>
            <a:ext cx="11061700" cy="800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contraste:add65f7172·4"/>
          <p:cNvSpPr/>
          <p:nvPr/>
        </p:nvSpPr>
        <p:spPr>
          <a:xfrm>
            <a:off x="565150" y="365233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contraste:30db7744dd"/>
          <p:cNvSpPr/>
          <p:nvPr/>
        </p:nvSpPr>
        <p:spPr>
          <a:xfrm>
            <a:off x="571500" y="2985960"/>
            <a:ext cx="2222500" cy="538861"/>
          </a:xfrm>
          <a:prstGeom prst="roundRect">
            <a:avLst>
              <a:gd name="adj" fmla="val 12962"/>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contraste:59f4408b82"/>
          <p:cNvSpPr txBox="1"/>
          <p:nvPr/>
        </p:nvSpPr>
        <p:spPr>
          <a:xfrm>
            <a:off x="679450" y="3069234"/>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solidFill>
                <a:latin typeface="Calibri"/>
              </a:rPr>
              <a:t>Efecto (a)</a:t>
            </a:r>
            <a:r>
              <a:rPr sz="1100" b="1" i="0">
                <a:solidFill>
                  <a:srgbClr val="6F42C1"/>
                </a:solidFill>
                <a:latin typeface="Calibri"/>
              </a:rPr>
              <a:t> · dependiente</a:t>
            </a:r>
          </a:p>
        </p:txBody>
      </p:sp>
      <p:sp>
        <p:nvSpPr>
          <p:cNvPr id="244" name="!!contraste:723885dc6e"/>
          <p:cNvSpPr txBox="1"/>
          <p:nvPr/>
        </p:nvSpPr>
        <p:spPr>
          <a:xfrm>
            <a:off x="679450" y="3273189"/>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trazabilidad del análisis</a:t>
            </a:r>
          </a:p>
        </p:txBody>
      </p:sp>
      <p:sp>
        <p:nvSpPr>
          <p:cNvPr id="245" name="!!contraste:f05d4a5409"/>
          <p:cNvSpPr/>
          <p:nvPr/>
        </p:nvSpPr>
        <p:spPr>
          <a:xfrm>
            <a:off x="2952750" y="2903030"/>
            <a:ext cx="139700" cy="139700"/>
          </a:xfrm>
          <a:prstGeom prst="roundRect">
            <a:avLst>
              <a:gd name="adj" fmla="val 22727"/>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contraste:88e86f8116"/>
          <p:cNvSpPr txBox="1"/>
          <p:nvPr/>
        </p:nvSpPr>
        <p:spPr>
          <a:xfrm>
            <a:off x="3155950" y="2879392"/>
            <a:ext cx="1511300" cy="755904"/>
          </a:xfrm>
          <a:prstGeom prst="rect">
            <a:avLst/>
          </a:prstGeom>
          <a:noFill/>
        </p:spPr>
        <p:txBody>
          <a:bodyPr wrap="square" lIns="0" rIns="0" tIns="0" bIns="0" anchor="t"/>
          <a:lstStyle/>
          <a:p>
            <a:pPr algn="l">
              <a:lnSpc>
                <a:spcPts val="1488"/>
              </a:lnSpc>
              <a:spcBef>
                <a:spcPts val="0"/>
              </a:spcBef>
              <a:spcAft>
                <a:spcPts val="0"/>
              </a:spcAft>
            </a:pPr>
            <a:r>
              <a:rPr sz="1200" b="1" i="0">
                <a:solidFill>
                  <a:srgbClr val="6F42C1"/>
                </a:solidFill>
                <a:latin typeface="Calibri"/>
              </a:rPr>
              <a:t>Baja</a:t>
            </a:r>
            <a:r>
              <a:rPr sz="1200" b="0" i="0">
                <a:solidFill>
                  <a:srgbClr val="3F4A5A"/>
                </a:solidFill>
                <a:latin typeface="Calibri"/>
              </a:rPr>
              <a:t> · solo datos y</a:t>
            </a:r>
            <a:br/>
            <a:r>
              <a:rPr sz="1200" b="0" i="0">
                <a:solidFill>
                  <a:srgbClr val="3F4A5A"/>
                </a:solidFill>
                <a:latin typeface="Calibri"/>
              </a:rPr>
              <a:t>resultados: ningún</a:t>
            </a:r>
            <a:br/>
            <a:r>
              <a:rPr sz="1200" b="0" i="0">
                <a:solidFill>
                  <a:srgbClr val="3F4A5A"/>
                </a:solidFill>
                <a:latin typeface="Calibri"/>
              </a:rPr>
              <a:t>resultado se sigue</a:t>
            </a:r>
            <a:br/>
            <a:r>
              <a:rPr sz="1200" b="0" i="0">
                <a:solidFill>
                  <a:srgbClr val="3F4A5A"/>
                </a:solidFill>
                <a:latin typeface="Calibri"/>
              </a:rPr>
              <a:t>etapa por etapa</a:t>
            </a:r>
          </a:p>
        </p:txBody>
      </p:sp>
      <p:sp>
        <p:nvSpPr>
          <p:cNvPr id="247" name="!!contraste:d5ab61e3a9"/>
          <p:cNvSpPr txBox="1"/>
          <p:nvPr/>
        </p:nvSpPr>
        <p:spPr>
          <a:xfrm>
            <a:off x="4667250" y="3160586"/>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solidFill>
                <a:latin typeface="Calibri"/>
              </a:rPr>
              <a:t>→</a:t>
            </a:r>
          </a:p>
        </p:txBody>
      </p:sp>
      <p:sp>
        <p:nvSpPr>
          <p:cNvPr id="248" name="!!contraste:928f2e3be3"/>
          <p:cNvSpPr/>
          <p:nvPr/>
        </p:nvSpPr>
        <p:spPr>
          <a:xfrm>
            <a:off x="5029200" y="2937954"/>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contraste:47246ab92f"/>
          <p:cNvSpPr txBox="1"/>
          <p:nvPr/>
        </p:nvSpPr>
        <p:spPr>
          <a:xfrm>
            <a:off x="5070475" y="29741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50" name="!!contraste:f0d918aef9"/>
          <p:cNvSpPr txBox="1"/>
          <p:nvPr/>
        </p:nvSpPr>
        <p:spPr>
          <a:xfrm>
            <a:off x="5276850" y="29448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7 de 7 etapas con módulo</a:t>
            </a:r>
          </a:p>
        </p:txBody>
      </p:sp>
      <p:sp>
        <p:nvSpPr>
          <p:cNvPr id="251" name="!!contraste:eb089c430c"/>
          <p:cNvSpPr/>
          <p:nvPr/>
        </p:nvSpPr>
        <p:spPr>
          <a:xfrm>
            <a:off x="7562850" y="2937954"/>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contraste:99a60bfd74"/>
          <p:cNvSpPr txBox="1"/>
          <p:nvPr/>
        </p:nvSpPr>
        <p:spPr>
          <a:xfrm>
            <a:off x="7604125" y="29741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53" name="!!contraste:04be79475d"/>
          <p:cNvSpPr txBox="1"/>
          <p:nvPr/>
        </p:nvSpPr>
        <p:spPr>
          <a:xfrm>
            <a:off x="7810500" y="29448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9 de 9 en la memoria</a:t>
            </a:r>
          </a:p>
        </p:txBody>
      </p:sp>
      <p:sp>
        <p:nvSpPr>
          <p:cNvPr id="254" name="!!contraste:0849829295"/>
          <p:cNvSpPr/>
          <p:nvPr/>
        </p:nvSpPr>
        <p:spPr>
          <a:xfrm>
            <a:off x="5029200" y="3166554"/>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contraste:16d2473aa5"/>
          <p:cNvSpPr txBox="1"/>
          <p:nvPr/>
        </p:nvSpPr>
        <p:spPr>
          <a:xfrm>
            <a:off x="5070475" y="32027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56" name="!!contraste:0825be18c8"/>
          <p:cNvSpPr txBox="1"/>
          <p:nvPr/>
        </p:nvSpPr>
        <p:spPr>
          <a:xfrm>
            <a:off x="5276850" y="31734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Solución y tensiones: ambas</a:t>
            </a:r>
          </a:p>
        </p:txBody>
      </p:sp>
      <p:sp>
        <p:nvSpPr>
          <p:cNvPr id="257" name="!!contraste:b3529a508c"/>
          <p:cNvSpPr/>
          <p:nvPr/>
        </p:nvSpPr>
        <p:spPr>
          <a:xfrm>
            <a:off x="7562850" y="3166554"/>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contraste:633ac4b365"/>
          <p:cNvSpPr txBox="1"/>
          <p:nvPr/>
        </p:nvSpPr>
        <p:spPr>
          <a:xfrm>
            <a:off x="7604125" y="32027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59" name="!!contraste:04f779ee76"/>
          <p:cNvSpPr txBox="1"/>
          <p:nvPr/>
        </p:nvSpPr>
        <p:spPr>
          <a:xfrm>
            <a:off x="7810500" y="31734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3 de 3 fases en un lienzo</a:t>
            </a:r>
          </a:p>
        </p:txBody>
      </p:sp>
      <p:sp>
        <p:nvSpPr>
          <p:cNvPr id="260" name="!!contraste:8b2fe546f3"/>
          <p:cNvSpPr/>
          <p:nvPr/>
        </p:nvSpPr>
        <p:spPr>
          <a:xfrm>
            <a:off x="5029200" y="3395154"/>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contraste:6b9856d9da"/>
          <p:cNvSpPr txBox="1"/>
          <p:nvPr/>
        </p:nvSpPr>
        <p:spPr>
          <a:xfrm>
            <a:off x="5070475" y="34313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62" name="!!contraste:d011c18d6a"/>
          <p:cNvSpPr txBox="1"/>
          <p:nvPr/>
        </p:nvSpPr>
        <p:spPr>
          <a:xfrm>
            <a:off x="5276850" y="34020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18 de 18 contenidos</a:t>
            </a:r>
          </a:p>
        </p:txBody>
      </p:sp>
      <p:sp>
        <p:nvSpPr>
          <p:cNvPr id="263" name="!!contraste:07b2337c2f"/>
          <p:cNvSpPr/>
          <p:nvPr/>
        </p:nvSpPr>
        <p:spPr>
          <a:xfrm>
            <a:off x="7562850" y="3395154"/>
            <a:ext cx="177800" cy="177800"/>
          </a:xfrm>
          <a:prstGeom prst="roundRect">
            <a:avLst>
              <a:gd name="adj" fmla="val 25000"/>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contraste:aff3a2c99d"/>
          <p:cNvSpPr txBox="1"/>
          <p:nvPr/>
        </p:nvSpPr>
        <p:spPr>
          <a:xfrm>
            <a:off x="7604125" y="3431350"/>
            <a:ext cx="145923" cy="127000"/>
          </a:xfrm>
          <a:prstGeom prst="rect">
            <a:avLst/>
          </a:prstGeom>
          <a:noFill/>
        </p:spPr>
        <p:txBody>
          <a:bodyPr wrap="square" lIns="0" rIns="0" tIns="0" bIns="0" anchor="t"/>
          <a:lstStyle/>
          <a:p>
            <a:pPr algn="l">
              <a:lnSpc>
                <a:spcPts val="1000"/>
              </a:lnSpc>
              <a:spcBef>
                <a:spcPts val="0"/>
              </a:spcBef>
              <a:spcAft>
                <a:spcPts val="0"/>
              </a:spcAft>
            </a:pPr>
            <a:r>
              <a:rPr sz="1000" b="1" i="0">
                <a:solidFill>
                  <a:srgbClr val="FFFFFF"/>
                </a:solidFill>
                <a:latin typeface="Calibri"/>
              </a:rPr>
              <a:t>✓</a:t>
            </a:r>
          </a:p>
        </p:txBody>
      </p:sp>
      <p:sp>
        <p:nvSpPr>
          <p:cNvPr id="265" name="!!contraste:9eee130620"/>
          <p:cNvSpPr txBox="1"/>
          <p:nvPr/>
        </p:nvSpPr>
        <p:spPr>
          <a:xfrm>
            <a:off x="7810500" y="3402051"/>
            <a:ext cx="2241550" cy="175260"/>
          </a:xfrm>
          <a:prstGeom prst="rect">
            <a:avLst/>
          </a:prstGeom>
          <a:noFill/>
        </p:spPr>
        <p:txBody>
          <a:bodyPr wrap="square" lIns="0" rIns="0" tIns="0" bIns="0" anchor="t"/>
          <a:lstStyle/>
          <a:p>
            <a:pPr algn="l">
              <a:lnSpc>
                <a:spcPts val="1380"/>
              </a:lnSpc>
              <a:spcBef>
                <a:spcPts val="0"/>
              </a:spcBef>
              <a:spcAft>
                <a:spcPts val="0"/>
              </a:spcAft>
            </a:pPr>
            <a:r>
              <a:rPr sz="1200" b="1" i="0">
                <a:solidFill>
                  <a:srgbClr val="1F2937"/>
                </a:solidFill>
                <a:latin typeface="Calibri"/>
              </a:rPr>
              <a:t>Intercambio sin pérdida</a:t>
            </a:r>
          </a:p>
        </p:txBody>
      </p:sp>
      <p:sp>
        <p:nvSpPr>
          <p:cNvPr id="266" name="!!contraste:69d11ff78f·2"/>
          <p:cNvSpPr/>
          <p:nvPr/>
        </p:nvSpPr>
        <p:spPr>
          <a:xfrm>
            <a:off x="10163175" y="2887853"/>
            <a:ext cx="1121791"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contraste:c9a931145a·2"/>
          <p:cNvSpPr txBox="1"/>
          <p:nvPr/>
        </p:nvSpPr>
        <p:spPr>
          <a:xfrm>
            <a:off x="10471023" y="2957958"/>
            <a:ext cx="740854"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Se cumple</a:t>
            </a:r>
          </a:p>
        </p:txBody>
      </p:sp>
      <p:sp>
        <p:nvSpPr>
          <p:cNvPr id="268" name="!!contraste:afe11cfe45·2"/>
          <p:cNvSpPr txBox="1"/>
          <p:nvPr/>
        </p:nvSpPr>
        <p:spPr>
          <a:xfrm>
            <a:off x="10287000" y="2967483"/>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269" name="!!contraste:8a7bad72fa·2"/>
          <p:cNvSpPr txBox="1"/>
          <p:nvPr/>
        </p:nvSpPr>
        <p:spPr>
          <a:xfrm>
            <a:off x="10179050" y="3276810"/>
            <a:ext cx="955357" cy="160655"/>
          </a:xfrm>
          <a:prstGeom prst="rect">
            <a:avLst/>
          </a:prstGeom>
          <a:noFill/>
        </p:spPr>
        <p:txBody>
          <a:bodyPr wrap="square" lIns="0" rIns="0" tIns="0" bIns="0" anchor="t"/>
          <a:lstStyle/>
          <a:p>
            <a:pPr algn="l">
              <a:lnSpc>
                <a:spcPts val="1265"/>
              </a:lnSpc>
              <a:spcBef>
                <a:spcPts val="0"/>
              </a:spcBef>
              <a:spcAft>
                <a:spcPts val="0"/>
              </a:spcAft>
            </a:pPr>
            <a:r>
              <a:rPr sz="1300" b="1" i="0">
                <a:solidFill>
                  <a:srgbClr val="198754"/>
                </a:solidFill>
                <a:latin typeface="Calibri"/>
              </a:rPr>
              <a:t>6</a:t>
            </a:r>
            <a:r>
              <a:rPr sz="1150" b="1" i="0">
                <a:solidFill>
                  <a:srgbClr val="198754"/>
                </a:solidFill>
                <a:latin typeface="Calibri"/>
              </a:rPr>
              <a:t> de 6 criterios</a:t>
            </a:r>
          </a:p>
        </p:txBody>
      </p:sp>
      <p:sp>
        <p:nvSpPr>
          <p:cNvPr id="270" name="!!contraste:0a49126ff8·3"/>
          <p:cNvSpPr/>
          <p:nvPr/>
        </p:nvSpPr>
        <p:spPr>
          <a:xfrm>
            <a:off x="565150" y="1480756"/>
            <a:ext cx="11061700" cy="781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contraste:0a49126ff8·4"/>
          <p:cNvSpPr/>
          <p:nvPr/>
        </p:nvSpPr>
        <p:spPr>
          <a:xfrm>
            <a:off x="565150" y="2256282"/>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contraste:6f585988f3"/>
          <p:cNvSpPr/>
          <p:nvPr/>
        </p:nvSpPr>
        <p:spPr>
          <a:xfrm>
            <a:off x="571500" y="1506156"/>
            <a:ext cx="2222500" cy="724726"/>
          </a:xfrm>
          <a:prstGeom prst="roundRect">
            <a:avLst>
              <a:gd name="adj" fmla="val 9638"/>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contraste:cac42bf9ca"/>
          <p:cNvSpPr txBox="1"/>
          <p:nvPr/>
        </p:nvSpPr>
        <p:spPr>
          <a:xfrm>
            <a:off x="679450" y="1589430"/>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D9650B"/>
                </a:solidFill>
                <a:latin typeface="Calibri"/>
              </a:rPr>
              <a:t>Condición</a:t>
            </a:r>
            <a:r>
              <a:rPr sz="1100" b="1" i="0">
                <a:solidFill>
                  <a:srgbClr val="D9650B"/>
                </a:solidFill>
                <a:latin typeface="Calibri"/>
              </a:rPr>
              <a:t> · interviniente</a:t>
            </a:r>
          </a:p>
        </p:txBody>
      </p:sp>
      <p:sp>
        <p:nvSpPr>
          <p:cNvPr id="274" name="!!contraste:5054c1300c"/>
          <p:cNvSpPr txBox="1"/>
          <p:nvPr/>
        </p:nvSpPr>
        <p:spPr>
          <a:xfrm>
            <a:off x="679450" y="1793321"/>
            <a:ext cx="205740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método de diseño de software</a:t>
            </a:r>
            <a:br/>
            <a:r>
              <a:rPr sz="1200" b="0" i="0">
                <a:solidFill>
                  <a:srgbClr val="1F2937"/>
                </a:solidFill>
                <a:latin typeface="Calibri"/>
              </a:rPr>
              <a:t>educativo</a:t>
            </a:r>
          </a:p>
        </p:txBody>
      </p:sp>
      <p:sp>
        <p:nvSpPr>
          <p:cNvPr id="275" name="!!contraste:adb2b5ee56"/>
          <p:cNvSpPr/>
          <p:nvPr/>
        </p:nvSpPr>
        <p:spPr>
          <a:xfrm>
            <a:off x="2955925" y="1637982"/>
            <a:ext cx="2283841" cy="460946"/>
          </a:xfrm>
          <a:prstGeom prst="roundRect">
            <a:avLst>
              <a:gd name="adj" fmla="val 1584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contraste:7914a6a117"/>
          <p:cNvSpPr txBox="1"/>
          <p:nvPr/>
        </p:nvSpPr>
        <p:spPr>
          <a:xfrm>
            <a:off x="3048000"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solidFill>
                <a:latin typeface="Calibri"/>
              </a:rPr>
              <a:t>6</a:t>
            </a:r>
          </a:p>
        </p:txBody>
      </p:sp>
      <p:sp>
        <p:nvSpPr>
          <p:cNvPr id="277" name="!!contraste:c4788bf550"/>
          <p:cNvSpPr txBox="1"/>
          <p:nvPr/>
        </p:nvSpPr>
        <p:spPr>
          <a:xfrm>
            <a:off x="3252978" y="1685531"/>
            <a:ext cx="1945513"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solidFill>
                <a:latin typeface="Calibri"/>
              </a:rPr>
              <a:t>actividades aplicadas de la</a:t>
            </a:r>
            <a:br/>
            <a:r>
              <a:rPr sz="1200" b="0" i="0">
                <a:solidFill>
                  <a:srgbClr val="1F2937"/>
                </a:solidFill>
                <a:latin typeface="Calibri"/>
              </a:rPr>
              <a:t>ciencia del diseño</a:t>
            </a:r>
          </a:p>
        </p:txBody>
      </p:sp>
      <p:sp>
        <p:nvSpPr>
          <p:cNvPr id="278" name="!!contraste:4846d58b25"/>
          <p:cNvSpPr/>
          <p:nvPr/>
        </p:nvSpPr>
        <p:spPr>
          <a:xfrm>
            <a:off x="5335016" y="1637982"/>
            <a:ext cx="2283904" cy="460946"/>
          </a:xfrm>
          <a:prstGeom prst="roundRect">
            <a:avLst>
              <a:gd name="adj" fmla="val 1584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contraste:ffc6ab7209"/>
          <p:cNvSpPr txBox="1"/>
          <p:nvPr/>
        </p:nvSpPr>
        <p:spPr>
          <a:xfrm>
            <a:off x="5427091"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solidFill>
                <a:latin typeface="Calibri"/>
              </a:rPr>
              <a:t>5</a:t>
            </a:r>
          </a:p>
        </p:txBody>
      </p:sp>
      <p:sp>
        <p:nvSpPr>
          <p:cNvPr id="280" name="!!contraste:74d9889480"/>
          <p:cNvSpPr txBox="1"/>
          <p:nvPr/>
        </p:nvSpPr>
        <p:spPr>
          <a:xfrm>
            <a:off x="5632069" y="1685531"/>
            <a:ext cx="1945576"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solidFill>
                <a:latin typeface="Calibri"/>
              </a:rPr>
              <a:t>requisitos tomados de los</a:t>
            </a:r>
            <a:br/>
            <a:r>
              <a:rPr sz="1200" b="0" i="0">
                <a:solidFill>
                  <a:srgbClr val="1F2937"/>
                </a:solidFill>
                <a:latin typeface="Calibri"/>
              </a:rPr>
              <a:t>antecedentes</a:t>
            </a:r>
          </a:p>
        </p:txBody>
      </p:sp>
      <p:sp>
        <p:nvSpPr>
          <p:cNvPr id="281" name="!!contraste:4b0b57eda7"/>
          <p:cNvSpPr/>
          <p:nvPr/>
        </p:nvSpPr>
        <p:spPr>
          <a:xfrm>
            <a:off x="7714170" y="1637982"/>
            <a:ext cx="2283841" cy="460946"/>
          </a:xfrm>
          <a:prstGeom prst="roundRect">
            <a:avLst>
              <a:gd name="adj" fmla="val 1584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contraste:0ad8aff84f"/>
          <p:cNvSpPr txBox="1"/>
          <p:nvPr/>
        </p:nvSpPr>
        <p:spPr>
          <a:xfrm>
            <a:off x="7806246" y="1759902"/>
            <a:ext cx="179578" cy="254000"/>
          </a:xfrm>
          <a:prstGeom prst="rect">
            <a:avLst/>
          </a:prstGeom>
          <a:noFill/>
        </p:spPr>
        <p:txBody>
          <a:bodyPr wrap="square" lIns="0" rIns="0" tIns="0" bIns="0" anchor="t"/>
          <a:lstStyle/>
          <a:p>
            <a:pPr algn="l">
              <a:lnSpc>
                <a:spcPts val="2000"/>
              </a:lnSpc>
              <a:spcBef>
                <a:spcPts val="0"/>
              </a:spcBef>
              <a:spcAft>
                <a:spcPts val="0"/>
              </a:spcAft>
            </a:pPr>
            <a:r>
              <a:rPr sz="2000" b="1" i="0">
                <a:solidFill>
                  <a:srgbClr val="D9650B"/>
                </a:solidFill>
                <a:latin typeface="Calibri"/>
              </a:rPr>
              <a:t>4</a:t>
            </a:r>
          </a:p>
        </p:txBody>
      </p:sp>
      <p:sp>
        <p:nvSpPr>
          <p:cNvPr id="283" name="!!contraste:f9004de44d"/>
          <p:cNvSpPr txBox="1"/>
          <p:nvPr/>
        </p:nvSpPr>
        <p:spPr>
          <a:xfrm>
            <a:off x="8011223" y="1685531"/>
            <a:ext cx="1945513" cy="365760"/>
          </a:xfrm>
          <a:prstGeom prst="rect">
            <a:avLst/>
          </a:prstGeom>
          <a:noFill/>
        </p:spPr>
        <p:txBody>
          <a:bodyPr wrap="square" lIns="0" rIns="0" tIns="0" bIns="0" anchor="t"/>
          <a:lstStyle/>
          <a:p>
            <a:pPr algn="l">
              <a:lnSpc>
                <a:spcPts val="1440"/>
              </a:lnSpc>
              <a:spcBef>
                <a:spcPts val="0"/>
              </a:spcBef>
              <a:spcAft>
                <a:spcPts val="0"/>
              </a:spcAft>
            </a:pPr>
            <a:r>
              <a:rPr sz="1200" b="0" i="0">
                <a:solidFill>
                  <a:srgbClr val="1F2937"/>
                </a:solidFill>
                <a:latin typeface="Calibri"/>
              </a:rPr>
              <a:t>principios, cada uno con su</a:t>
            </a:r>
            <a:br/>
            <a:r>
              <a:rPr sz="1200" b="0" i="0">
                <a:solidFill>
                  <a:srgbClr val="1F2937"/>
                </a:solidFill>
                <a:latin typeface="Calibri"/>
              </a:rPr>
              <a:t>decisión de diseño</a:t>
            </a:r>
          </a:p>
        </p:txBody>
      </p:sp>
      <p:sp>
        <p:nvSpPr>
          <p:cNvPr id="284" name="!!contraste:5eccd1eed2·2"/>
          <p:cNvSpPr/>
          <p:nvPr/>
        </p:nvSpPr>
        <p:spPr>
          <a:xfrm>
            <a:off x="10163175" y="1706562"/>
            <a:ext cx="120986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contraste:9847ab77b7·2"/>
          <p:cNvSpPr txBox="1"/>
          <p:nvPr/>
        </p:nvSpPr>
        <p:spPr>
          <a:xfrm>
            <a:off x="10471023" y="1776668"/>
            <a:ext cx="82899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Respaldada</a:t>
            </a:r>
          </a:p>
        </p:txBody>
      </p:sp>
      <p:sp>
        <p:nvSpPr>
          <p:cNvPr id="286" name="!!contraste:748aee915b·2"/>
          <p:cNvSpPr txBox="1"/>
          <p:nvPr/>
        </p:nvSpPr>
        <p:spPr>
          <a:xfrm>
            <a:off x="10287000" y="1786193"/>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287" name="!!contraste:facdc67174·3"/>
          <p:cNvSpPr/>
          <p:nvPr/>
        </p:nvSpPr>
        <p:spPr>
          <a:xfrm>
            <a:off x="565150" y="2262568"/>
            <a:ext cx="11061700" cy="5960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contraste:facdc67174·4"/>
          <p:cNvSpPr/>
          <p:nvPr/>
        </p:nvSpPr>
        <p:spPr>
          <a:xfrm>
            <a:off x="565150" y="285223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contraste:11d63f0519"/>
          <p:cNvSpPr/>
          <p:nvPr/>
        </p:nvSpPr>
        <p:spPr>
          <a:xfrm>
            <a:off x="571500" y="2287968"/>
            <a:ext cx="2222500" cy="538861"/>
          </a:xfrm>
          <a:prstGeom prst="roundRect">
            <a:avLst>
              <a:gd name="adj" fmla="val 12962"/>
            </a:avLst>
          </a:prstGeom>
          <a:solidFill>
            <a:srgbClr val="FFF3E8"/>
          </a:solidFill>
          <a:ln w="12700">
            <a:solidFill>
              <a:srgbClr val="D96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contraste:fd8196632f"/>
          <p:cNvSpPr txBox="1"/>
          <p:nvPr/>
        </p:nvSpPr>
        <p:spPr>
          <a:xfrm>
            <a:off x="679450" y="2371242"/>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D9650B"/>
                </a:solidFill>
                <a:latin typeface="Calibri"/>
              </a:rPr>
              <a:t>Intervención</a:t>
            </a:r>
            <a:r>
              <a:rPr sz="1100" b="1" i="0">
                <a:solidFill>
                  <a:srgbClr val="D9650B"/>
                </a:solidFill>
                <a:latin typeface="Calibri"/>
              </a:rPr>
              <a:t> · interviniente</a:t>
            </a:r>
          </a:p>
        </p:txBody>
      </p:sp>
      <p:sp>
        <p:nvSpPr>
          <p:cNvPr id="291" name="!!contraste:7257bd445f"/>
          <p:cNvSpPr txBox="1"/>
          <p:nvPr/>
        </p:nvSpPr>
        <p:spPr>
          <a:xfrm>
            <a:off x="679450" y="2575197"/>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desarrollo de EduFEM</a:t>
            </a:r>
          </a:p>
        </p:txBody>
      </p:sp>
      <p:sp>
        <p:nvSpPr>
          <p:cNvPr id="292" name="!!contraste:69362c7430"/>
          <p:cNvSpPr/>
          <p:nvPr/>
        </p:nvSpPr>
        <p:spPr>
          <a:xfrm>
            <a:off x="2952750" y="2488311"/>
            <a:ext cx="139700" cy="139700"/>
          </a:xfrm>
          <a:prstGeom prst="roundRect">
            <a:avLst>
              <a:gd name="adj" fmla="val 22727"/>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contraste:0b1e3e83a7"/>
          <p:cNvSpPr txBox="1"/>
          <p:nvPr/>
        </p:nvSpPr>
        <p:spPr>
          <a:xfrm>
            <a:off x="3155950" y="2464674"/>
            <a:ext cx="1511300" cy="188976"/>
          </a:xfrm>
          <a:prstGeom prst="rect">
            <a:avLst/>
          </a:prstGeom>
          <a:noFill/>
        </p:spPr>
        <p:txBody>
          <a:bodyPr wrap="square" lIns="0" rIns="0" tIns="0" bIns="0" anchor="t"/>
          <a:lstStyle/>
          <a:p>
            <a:pPr algn="l">
              <a:lnSpc>
                <a:spcPts val="1488"/>
              </a:lnSpc>
              <a:spcBef>
                <a:spcPts val="0"/>
              </a:spcBef>
              <a:spcAft>
                <a:spcPts val="0"/>
              </a:spcAft>
            </a:pPr>
            <a:r>
              <a:rPr sz="1200" b="0" i="0">
                <a:solidFill>
                  <a:srgbClr val="3F4A5A"/>
                </a:solidFill>
                <a:latin typeface="Calibri"/>
              </a:rPr>
              <a:t>Caja negra</a:t>
            </a:r>
          </a:p>
        </p:txBody>
      </p:sp>
      <p:sp>
        <p:nvSpPr>
          <p:cNvPr id="294" name="!!contraste:c9ae8379ee"/>
          <p:cNvSpPr txBox="1"/>
          <p:nvPr/>
        </p:nvSpPr>
        <p:spPr>
          <a:xfrm>
            <a:off x="4667250" y="2462466"/>
            <a:ext cx="304800" cy="228600"/>
          </a:xfrm>
          <a:prstGeom prst="rect">
            <a:avLst/>
          </a:prstGeom>
          <a:noFill/>
        </p:spPr>
        <p:txBody>
          <a:bodyPr wrap="square" lIns="0" rIns="0" tIns="0" bIns="0" anchor="t"/>
          <a:lstStyle/>
          <a:p>
            <a:pPr algn="ctr">
              <a:lnSpc>
                <a:spcPts val="1800"/>
              </a:lnSpc>
              <a:spcBef>
                <a:spcPts val="0"/>
              </a:spcBef>
              <a:spcAft>
                <a:spcPts val="0"/>
              </a:spcAft>
            </a:pPr>
            <a:r>
              <a:rPr sz="1800" b="1" i="0">
                <a:solidFill>
                  <a:srgbClr val="5B6575"/>
                </a:solidFill>
                <a:latin typeface="Calibri"/>
              </a:rPr>
              <a:t>→</a:t>
            </a:r>
          </a:p>
        </p:txBody>
      </p:sp>
      <p:sp>
        <p:nvSpPr>
          <p:cNvPr id="295" name="!!contraste:3882fc8f63"/>
          <p:cNvSpPr txBox="1"/>
          <p:nvPr/>
        </p:nvSpPr>
        <p:spPr>
          <a:xfrm>
            <a:off x="5022850" y="2348262"/>
            <a:ext cx="5077968" cy="412750"/>
          </a:xfrm>
          <a:prstGeom prst="rect">
            <a:avLst/>
          </a:prstGeom>
          <a:noFill/>
        </p:spPr>
        <p:txBody>
          <a:bodyPr wrap="square" lIns="0" rIns="0" tIns="0" bIns="0" anchor="t"/>
          <a:lstStyle/>
          <a:p>
            <a:pPr algn="l">
              <a:lnSpc>
                <a:spcPts val="1625"/>
              </a:lnSpc>
              <a:spcBef>
                <a:spcPts val="0"/>
              </a:spcBef>
              <a:spcAft>
                <a:spcPts val="0"/>
              </a:spcAft>
            </a:pPr>
            <a:r>
              <a:rPr sz="1250" b="1" i="0">
                <a:solidFill>
                  <a:srgbClr val="D9650B"/>
                </a:solidFill>
                <a:latin typeface="Calibri"/>
              </a:rPr>
              <a:t>Procedimiento a la vista:</a:t>
            </a:r>
            <a:r>
              <a:rPr sz="1250" b="0" i="0">
                <a:solidFill>
                  <a:srgbClr val="1F2937"/>
                </a:solidFill>
                <a:latin typeface="Calibri"/>
              </a:rPr>
              <a:t> módulos M1 a M7, post-proceso y memoria de</a:t>
            </a:r>
            <a:br/>
            <a:r>
              <a:rPr sz="1250" b="0" i="0">
                <a:solidFill>
                  <a:srgbClr val="1F2937"/>
                </a:solidFill>
                <a:latin typeface="Calibri"/>
              </a:rPr>
              <a:t>cálculo sobre el modelo del usuario</a:t>
            </a:r>
          </a:p>
        </p:txBody>
      </p:sp>
      <p:sp>
        <p:nvSpPr>
          <p:cNvPr id="296" name="!!contraste:d0541713aa·2"/>
          <p:cNvSpPr/>
          <p:nvPr/>
        </p:nvSpPr>
        <p:spPr>
          <a:xfrm>
            <a:off x="10163175" y="2395410"/>
            <a:ext cx="1209866"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contraste:9a8f68d1f8·2"/>
          <p:cNvSpPr txBox="1"/>
          <p:nvPr/>
        </p:nvSpPr>
        <p:spPr>
          <a:xfrm>
            <a:off x="10471023" y="2465579"/>
            <a:ext cx="82899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Respaldada</a:t>
            </a:r>
          </a:p>
        </p:txBody>
      </p:sp>
      <p:sp>
        <p:nvSpPr>
          <p:cNvPr id="298" name="!!contraste:20956485fb·2"/>
          <p:cNvSpPr txBox="1"/>
          <p:nvPr/>
        </p:nvSpPr>
        <p:spPr>
          <a:xfrm>
            <a:off x="10287000" y="2475104"/>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299" name="!!contraste:35c429550f·3"/>
          <p:cNvSpPr/>
          <p:nvPr/>
        </p:nvSpPr>
        <p:spPr>
          <a:xfrm>
            <a:off x="565150" y="2858580"/>
            <a:ext cx="11061700" cy="800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contraste:35c429550f·4"/>
          <p:cNvSpPr/>
          <p:nvPr/>
        </p:nvSpPr>
        <p:spPr>
          <a:xfrm>
            <a:off x="565150" y="3652330"/>
            <a:ext cx="11061700" cy="6350"/>
          </a:xfrm>
          <a:prstGeom prst="rect">
            <a:avLst/>
          </a:prstGeom>
          <a:solidFill>
            <a:srgbClr val="DCE3E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contraste:fa452365b4·2"/>
          <p:cNvSpPr/>
          <p:nvPr/>
        </p:nvSpPr>
        <p:spPr>
          <a:xfrm>
            <a:off x="571500" y="2985960"/>
            <a:ext cx="2222500" cy="538861"/>
          </a:xfrm>
          <a:prstGeom prst="roundRect">
            <a:avLst>
              <a:gd name="adj" fmla="val 12962"/>
            </a:avLst>
          </a:prstGeom>
          <a:solidFill>
            <a:srgbClr val="F3EEFB">
              <a:alpha val="40000"/>
            </a:srgbClr>
          </a:solidFill>
          <a:ln w="12700">
            <a:solidFill>
              <a:srgbClr val="6F42C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contraste:82c92d4210·2"/>
          <p:cNvSpPr txBox="1"/>
          <p:nvPr/>
        </p:nvSpPr>
        <p:spPr>
          <a:xfrm>
            <a:off x="679450" y="3069234"/>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alpha val="40000"/>
                  </a:srgbClr>
                </a:solidFill>
                <a:latin typeface="Calibri"/>
              </a:rPr>
              <a:t>Efecto (a)</a:t>
            </a:r>
            <a:r>
              <a:rPr sz="1100" b="1" i="0">
                <a:solidFill>
                  <a:srgbClr val="6F42C1">
                    <a:alpha val="40000"/>
                  </a:srgbClr>
                </a:solidFill>
                <a:latin typeface="Calibri"/>
              </a:rPr>
              <a:t> · dependiente</a:t>
            </a:r>
          </a:p>
        </p:txBody>
      </p:sp>
      <p:sp>
        <p:nvSpPr>
          <p:cNvPr id="303" name="!!contraste:5b2585d3df·2"/>
          <p:cNvSpPr txBox="1"/>
          <p:nvPr/>
        </p:nvSpPr>
        <p:spPr>
          <a:xfrm>
            <a:off x="679450" y="3273189"/>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40000"/>
                  </a:srgbClr>
                </a:solidFill>
                <a:latin typeface="Calibri"/>
              </a:rPr>
              <a:t>trazabilidad del análisis</a:t>
            </a:r>
          </a:p>
        </p:txBody>
      </p:sp>
      <p:sp>
        <p:nvSpPr>
          <p:cNvPr id="304" name="!!contraste:50e9de840f"/>
          <p:cNvSpPr/>
          <p:nvPr/>
        </p:nvSpPr>
        <p:spPr>
          <a:xfrm>
            <a:off x="565150" y="3658679"/>
            <a:ext cx="11061700" cy="7987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contraste:50e9de840f·2"/>
          <p:cNvSpPr/>
          <p:nvPr/>
        </p:nvSpPr>
        <p:spPr>
          <a:xfrm>
            <a:off x="565150" y="4451032"/>
            <a:ext cx="11061700" cy="6350"/>
          </a:xfrm>
          <a:prstGeom prst="rect">
            <a:avLst/>
          </a:prstGeom>
          <a:solidFill>
            <a:srgbClr val="DCE3E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contraste:e000f6f82b"/>
          <p:cNvSpPr/>
          <p:nvPr/>
        </p:nvSpPr>
        <p:spPr>
          <a:xfrm>
            <a:off x="571500" y="3785426"/>
            <a:ext cx="2222500" cy="538861"/>
          </a:xfrm>
          <a:prstGeom prst="roundRect">
            <a:avLst>
              <a:gd name="adj" fmla="val 12962"/>
            </a:avLst>
          </a:prstGeom>
          <a:solidFill>
            <a:srgbClr val="F3EEFB">
              <a:alpha val="40000"/>
            </a:srgbClr>
          </a:solidFill>
          <a:ln w="12700">
            <a:solidFill>
              <a:srgbClr val="6F42C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contraste:d667a4d1ab"/>
          <p:cNvSpPr txBox="1"/>
          <p:nvPr/>
        </p:nvSpPr>
        <p:spPr>
          <a:xfrm>
            <a:off x="679450" y="386863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alpha val="40000"/>
                  </a:srgbClr>
                </a:solidFill>
                <a:latin typeface="Calibri"/>
              </a:rPr>
              <a:t>Efecto (b)</a:t>
            </a:r>
            <a:r>
              <a:rPr sz="1100" b="1" i="0">
                <a:solidFill>
                  <a:srgbClr val="6F42C1">
                    <a:alpha val="40000"/>
                  </a:srgbClr>
                </a:solidFill>
                <a:latin typeface="Calibri"/>
              </a:rPr>
              <a:t> · dependiente</a:t>
            </a:r>
          </a:p>
        </p:txBody>
      </p:sp>
      <p:sp>
        <p:nvSpPr>
          <p:cNvPr id="308" name="!!contraste:7cd5b0e48d"/>
          <p:cNvSpPr txBox="1"/>
          <p:nvPr/>
        </p:nvSpPr>
        <p:spPr>
          <a:xfrm>
            <a:off x="679450" y="4072590"/>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40000"/>
                  </a:srgbClr>
                </a:solidFill>
                <a:latin typeface="Calibri"/>
              </a:rPr>
              <a:t>verificabilidad del análisis</a:t>
            </a:r>
          </a:p>
        </p:txBody>
      </p:sp>
      <p:sp>
        <p:nvSpPr>
          <p:cNvPr id="309" name="!!contraste:5701c57f3c"/>
          <p:cNvSpPr/>
          <p:nvPr/>
        </p:nvSpPr>
        <p:spPr>
          <a:xfrm>
            <a:off x="565150" y="4457382"/>
            <a:ext cx="11061700" cy="781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contraste:5701c57f3c·2"/>
          <p:cNvSpPr/>
          <p:nvPr/>
        </p:nvSpPr>
        <p:spPr>
          <a:xfrm>
            <a:off x="565150" y="5232908"/>
            <a:ext cx="11061700" cy="6350"/>
          </a:xfrm>
          <a:prstGeom prst="rect">
            <a:avLst/>
          </a:prstGeom>
          <a:solidFill>
            <a:srgbClr val="DCE3E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contraste:a7ef62a17d"/>
          <p:cNvSpPr/>
          <p:nvPr/>
        </p:nvSpPr>
        <p:spPr>
          <a:xfrm>
            <a:off x="571500" y="4482782"/>
            <a:ext cx="2222500" cy="724726"/>
          </a:xfrm>
          <a:prstGeom prst="roundRect">
            <a:avLst>
              <a:gd name="adj" fmla="val 9638"/>
            </a:avLst>
          </a:prstGeom>
          <a:solidFill>
            <a:srgbClr val="EAF2FF">
              <a:alpha val="40000"/>
            </a:srgbClr>
          </a:solidFill>
          <a:ln w="12700">
            <a:solidFill>
              <a:srgbClr val="0D6EFD">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contraste:185512e3df"/>
          <p:cNvSpPr txBox="1"/>
          <p:nvPr/>
        </p:nvSpPr>
        <p:spPr>
          <a:xfrm>
            <a:off x="679450" y="456605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0D6EFD">
                    <a:alpha val="40000"/>
                  </a:srgbClr>
                </a:solidFill>
                <a:latin typeface="Calibri"/>
              </a:rPr>
              <a:t>Antecedente</a:t>
            </a:r>
            <a:r>
              <a:rPr sz="1100" b="1" i="0">
                <a:solidFill>
                  <a:srgbClr val="0D6EFD">
                    <a:alpha val="40000"/>
                  </a:srgbClr>
                </a:solidFill>
                <a:latin typeface="Calibri"/>
              </a:rPr>
              <a:t> · independiente</a:t>
            </a:r>
          </a:p>
        </p:txBody>
      </p:sp>
      <p:sp>
        <p:nvSpPr>
          <p:cNvPr id="313" name="!!contraste:6a16519810"/>
          <p:cNvSpPr txBox="1"/>
          <p:nvPr/>
        </p:nvSpPr>
        <p:spPr>
          <a:xfrm>
            <a:off x="679450" y="4770011"/>
            <a:ext cx="205740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alpha val="40000"/>
                  </a:srgbClr>
                </a:solidFill>
                <a:latin typeface="Calibri"/>
              </a:rPr>
              <a:t>escasa transparencia del</a:t>
            </a:r>
            <a:br/>
            <a:r>
              <a:rPr sz="1200" b="0" i="0">
                <a:solidFill>
                  <a:srgbClr val="1F2937">
                    <a:alpha val="40000"/>
                  </a:srgbClr>
                </a:solidFill>
                <a:latin typeface="Calibri"/>
              </a:rPr>
              <a:t>software de análisis</a:t>
            </a:r>
          </a:p>
        </p:txBody>
      </p:sp>
      <p:sp>
        <p:nvSpPr>
          <p:cNvPr id="314" name="!!contraste:c7bd2b7150"/>
          <p:cNvSpPr txBox="1"/>
          <p:nvPr/>
        </p:nvSpPr>
        <p:spPr>
          <a:xfrm>
            <a:off x="2952750" y="4588713"/>
            <a:ext cx="1287844" cy="198120"/>
          </a:xfrm>
          <a:prstGeom prst="rect">
            <a:avLst/>
          </a:prstGeom>
          <a:noFill/>
        </p:spPr>
        <p:txBody>
          <a:bodyPr wrap="square" lIns="0" rIns="0" tIns="0" bIns="0" anchor="t"/>
          <a:lstStyle/>
          <a:p>
            <a:pPr algn="l">
              <a:lnSpc>
                <a:spcPts val="1560"/>
              </a:lnSpc>
              <a:spcBef>
                <a:spcPts val="0"/>
              </a:spcBef>
              <a:spcAft>
                <a:spcPts val="0"/>
              </a:spcAft>
            </a:pPr>
            <a:r>
              <a:rPr sz="1200" b="0" i="0">
                <a:solidFill>
                  <a:srgbClr val="3F4A5A">
                    <a:alpha val="40000"/>
                  </a:srgbClr>
                </a:solidFill>
                <a:latin typeface="Calibri"/>
              </a:rPr>
              <a:t>Software comercial:</a:t>
            </a:r>
          </a:p>
        </p:txBody>
      </p:sp>
      <p:sp>
        <p:nvSpPr>
          <p:cNvPr id="315" name="!!contraste:4dc97d4a14"/>
          <p:cNvSpPr/>
          <p:nvPr/>
        </p:nvSpPr>
        <p:spPr>
          <a:xfrm>
            <a:off x="4269168" y="4556252"/>
            <a:ext cx="2629598" cy="260350"/>
          </a:xfrm>
          <a:prstGeom prst="roundRect">
            <a:avLst>
              <a:gd name="adj" fmla="val 23170"/>
            </a:avLst>
          </a:prstGeom>
          <a:solidFill>
            <a:srgbClr val="F6F8FC">
              <a:alpha val="40000"/>
            </a:srgbClr>
          </a:solidFill>
          <a:ln w="6350">
            <a:solidFill>
              <a:srgbClr val="C3CDDC">
                <a:alpha val="4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contraste:5f4f9e528b"/>
          <p:cNvSpPr txBox="1"/>
          <p:nvPr/>
        </p:nvSpPr>
        <p:spPr>
          <a:xfrm>
            <a:off x="4361244" y="4591812"/>
            <a:ext cx="2496248" cy="190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3F4A5A">
                    <a:alpha val="40000"/>
                  </a:srgbClr>
                </a:solidFill>
                <a:latin typeface="Calibri"/>
              </a:rPr>
              <a:t>cálculo paso a paso</a:t>
            </a:r>
            <a:r>
              <a:rPr sz="1200" b="1" i="0">
                <a:solidFill>
                  <a:srgbClr val="1F2937">
                    <a:alpha val="40000"/>
                  </a:srgbClr>
                </a:solidFill>
                <a:latin typeface="Calibri"/>
              </a:rPr>
              <a:t> «Baja (caja negra)»</a:t>
            </a:r>
          </a:p>
        </p:txBody>
      </p:sp>
      <p:sp>
        <p:nvSpPr>
          <p:cNvPr id="317" name="!!contraste:2389883b42"/>
          <p:cNvSpPr/>
          <p:nvPr/>
        </p:nvSpPr>
        <p:spPr>
          <a:xfrm>
            <a:off x="2955925" y="4873752"/>
            <a:ext cx="4073144" cy="260350"/>
          </a:xfrm>
          <a:prstGeom prst="roundRect">
            <a:avLst>
              <a:gd name="adj" fmla="val 23170"/>
            </a:avLst>
          </a:prstGeom>
          <a:solidFill>
            <a:srgbClr val="F6F8FC">
              <a:alpha val="40000"/>
            </a:srgbClr>
          </a:solidFill>
          <a:ln w="6350">
            <a:solidFill>
              <a:srgbClr val="C3CDDC">
                <a:alpha val="40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contraste:8195536e37"/>
          <p:cNvSpPr txBox="1"/>
          <p:nvPr/>
        </p:nvSpPr>
        <p:spPr>
          <a:xfrm>
            <a:off x="3048000" y="4909312"/>
            <a:ext cx="3966782" cy="190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3F4A5A">
                    <a:alpha val="40000"/>
                  </a:srgbClr>
                </a:solidFill>
                <a:latin typeface="Calibri"/>
              </a:rPr>
              <a:t>memoria</a:t>
            </a:r>
            <a:r>
              <a:rPr sz="1200" b="1" i="0">
                <a:solidFill>
                  <a:srgbClr val="1F2937">
                    <a:alpha val="40000"/>
                  </a:srgbClr>
                </a:solidFill>
                <a:latin typeface="Calibri"/>
              </a:rPr>
              <a:t> «Informes de resultados, sin el desarrollo matricial»</a:t>
            </a:r>
          </a:p>
        </p:txBody>
      </p:sp>
      <p:sp>
        <p:nvSpPr>
          <p:cNvPr id="319" name="!!contraste:64a5e0257f"/>
          <p:cNvSpPr/>
          <p:nvPr/>
        </p:nvSpPr>
        <p:spPr>
          <a:xfrm>
            <a:off x="10163175" y="4683252"/>
            <a:ext cx="1216914" cy="323850"/>
          </a:xfrm>
          <a:prstGeom prst="roundRect">
            <a:avLst>
              <a:gd name="adj" fmla="val 50000"/>
            </a:avLst>
          </a:prstGeom>
          <a:solidFill>
            <a:srgbClr val="E8F5EE">
              <a:alpha val="40000"/>
            </a:srgbClr>
          </a:solidFill>
          <a:ln w="19050">
            <a:solidFill>
              <a:srgbClr val="198754">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contraste:868bae1357"/>
          <p:cNvSpPr txBox="1"/>
          <p:nvPr/>
        </p:nvSpPr>
        <p:spPr>
          <a:xfrm>
            <a:off x="10471023" y="4753357"/>
            <a:ext cx="836041"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Respaldado</a:t>
            </a:r>
          </a:p>
        </p:txBody>
      </p:sp>
      <p:sp>
        <p:nvSpPr>
          <p:cNvPr id="321" name="!!contraste:3cfe1bf2e9"/>
          <p:cNvSpPr txBox="1"/>
          <p:nvPr/>
        </p:nvSpPr>
        <p:spPr>
          <a:xfrm>
            <a:off x="10287000" y="4762882"/>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alpha val="40000"/>
                  </a:srgbClr>
                </a:solidFill>
                <a:latin typeface="Calibri"/>
              </a:rPr>
              <a:t>✓</a:t>
            </a:r>
          </a:p>
        </p:txBody>
      </p:sp>
      <p:sp>
        <p:nvSpPr>
          <p:cNvPr id="322" name="!!contraste:add65f7172·5"/>
          <p:cNvSpPr/>
          <p:nvPr/>
        </p:nvSpPr>
        <p:spPr>
          <a:xfrm>
            <a:off x="565150" y="2858580"/>
            <a:ext cx="11061700" cy="800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contraste:add65f7172·6"/>
          <p:cNvSpPr/>
          <p:nvPr/>
        </p:nvSpPr>
        <p:spPr>
          <a:xfrm>
            <a:off x="565150" y="365233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contraste:30db7744dd·2"/>
          <p:cNvSpPr/>
          <p:nvPr/>
        </p:nvSpPr>
        <p:spPr>
          <a:xfrm>
            <a:off x="571500" y="2985960"/>
            <a:ext cx="2222500" cy="538861"/>
          </a:xfrm>
          <a:prstGeom prst="roundRect">
            <a:avLst>
              <a:gd name="adj" fmla="val 12962"/>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contraste:59f4408b82·2"/>
          <p:cNvSpPr txBox="1"/>
          <p:nvPr/>
        </p:nvSpPr>
        <p:spPr>
          <a:xfrm>
            <a:off x="679450" y="3069234"/>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solidFill>
                <a:latin typeface="Calibri"/>
              </a:rPr>
              <a:t>Efecto (a)</a:t>
            </a:r>
            <a:r>
              <a:rPr sz="1100" b="1" i="0">
                <a:solidFill>
                  <a:srgbClr val="6F42C1"/>
                </a:solidFill>
                <a:latin typeface="Calibri"/>
              </a:rPr>
              <a:t> · dependiente</a:t>
            </a:r>
          </a:p>
        </p:txBody>
      </p:sp>
      <p:sp>
        <p:nvSpPr>
          <p:cNvPr id="326" name="!!contraste:723885dc6e·2"/>
          <p:cNvSpPr txBox="1"/>
          <p:nvPr/>
        </p:nvSpPr>
        <p:spPr>
          <a:xfrm>
            <a:off x="679450" y="3273189"/>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trazabilidad del análisis</a:t>
            </a:r>
          </a:p>
        </p:txBody>
      </p:sp>
      <p:sp>
        <p:nvSpPr>
          <p:cNvPr id="327" name="!!contraste:f4772d7817·3"/>
          <p:cNvSpPr/>
          <p:nvPr/>
        </p:nvSpPr>
        <p:spPr>
          <a:xfrm>
            <a:off x="565150" y="3658679"/>
            <a:ext cx="11061700" cy="7987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contraste:f4772d7817·4"/>
          <p:cNvSpPr/>
          <p:nvPr/>
        </p:nvSpPr>
        <p:spPr>
          <a:xfrm>
            <a:off x="565150" y="4451032"/>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contraste:33ea0613af·2"/>
          <p:cNvSpPr/>
          <p:nvPr/>
        </p:nvSpPr>
        <p:spPr>
          <a:xfrm>
            <a:off x="571500" y="3785426"/>
            <a:ext cx="2222500" cy="538861"/>
          </a:xfrm>
          <a:prstGeom prst="roundRect">
            <a:avLst>
              <a:gd name="adj" fmla="val 12962"/>
            </a:avLst>
          </a:prstGeom>
          <a:solidFill>
            <a:srgbClr val="F3EEFB"/>
          </a:solidFill>
          <a:ln w="12700">
            <a:solidFill>
              <a:srgbClr val="6F4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contraste:31c4635def·2"/>
          <p:cNvSpPr txBox="1"/>
          <p:nvPr/>
        </p:nvSpPr>
        <p:spPr>
          <a:xfrm>
            <a:off x="679450" y="386863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6F42C1"/>
                </a:solidFill>
                <a:latin typeface="Calibri"/>
              </a:rPr>
              <a:t>Efecto (b)</a:t>
            </a:r>
            <a:r>
              <a:rPr sz="1100" b="1" i="0">
                <a:solidFill>
                  <a:srgbClr val="6F42C1"/>
                </a:solidFill>
                <a:latin typeface="Calibri"/>
              </a:rPr>
              <a:t> · dependiente</a:t>
            </a:r>
          </a:p>
        </p:txBody>
      </p:sp>
      <p:sp>
        <p:nvSpPr>
          <p:cNvPr id="331" name="!!contraste:945be99dc4·2"/>
          <p:cNvSpPr txBox="1"/>
          <p:nvPr/>
        </p:nvSpPr>
        <p:spPr>
          <a:xfrm>
            <a:off x="679450" y="4072590"/>
            <a:ext cx="2057400"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verificabilidad del análisis</a:t>
            </a:r>
          </a:p>
        </p:txBody>
      </p:sp>
      <p:sp>
        <p:nvSpPr>
          <p:cNvPr id="332" name="!!contraste:4f04c01f59·3"/>
          <p:cNvSpPr/>
          <p:nvPr/>
        </p:nvSpPr>
        <p:spPr>
          <a:xfrm>
            <a:off x="565150" y="4457382"/>
            <a:ext cx="11061700" cy="7818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contraste:4f04c01f59·4"/>
          <p:cNvSpPr/>
          <p:nvPr/>
        </p:nvSpPr>
        <p:spPr>
          <a:xfrm>
            <a:off x="565150" y="5232908"/>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contraste:0aaea7cf4b"/>
          <p:cNvSpPr/>
          <p:nvPr/>
        </p:nvSpPr>
        <p:spPr>
          <a:xfrm>
            <a:off x="571500" y="4482782"/>
            <a:ext cx="2222500" cy="724726"/>
          </a:xfrm>
          <a:prstGeom prst="roundRect">
            <a:avLst>
              <a:gd name="adj" fmla="val 9638"/>
            </a:avLst>
          </a:prstGeom>
          <a:solidFill>
            <a:srgbClr val="EAF2FF"/>
          </a:solidFill>
          <a:ln w="12700">
            <a:solidFill>
              <a:srgbClr val="0D6E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contraste:5e692392e1"/>
          <p:cNvSpPr txBox="1"/>
          <p:nvPr/>
        </p:nvSpPr>
        <p:spPr>
          <a:xfrm>
            <a:off x="679450" y="4566056"/>
            <a:ext cx="2057400" cy="167640"/>
          </a:xfrm>
          <a:prstGeom prst="rect">
            <a:avLst/>
          </a:prstGeom>
          <a:noFill/>
        </p:spPr>
        <p:txBody>
          <a:bodyPr wrap="square" lIns="0" rIns="0" tIns="0" bIns="0" anchor="t"/>
          <a:lstStyle/>
          <a:p>
            <a:pPr algn="l">
              <a:lnSpc>
                <a:spcPts val="1320"/>
              </a:lnSpc>
              <a:spcBef>
                <a:spcPts val="0"/>
              </a:spcBef>
              <a:spcAft>
                <a:spcPts val="0"/>
              </a:spcAft>
            </a:pPr>
            <a:r>
              <a:rPr sz="1400" b="1" i="0">
                <a:solidFill>
                  <a:srgbClr val="0D6EFD"/>
                </a:solidFill>
                <a:latin typeface="Calibri"/>
              </a:rPr>
              <a:t>Antecedente</a:t>
            </a:r>
            <a:r>
              <a:rPr sz="1100" b="1" i="0">
                <a:solidFill>
                  <a:srgbClr val="0D6EFD"/>
                </a:solidFill>
                <a:latin typeface="Calibri"/>
              </a:rPr>
              <a:t> · independiente</a:t>
            </a:r>
          </a:p>
        </p:txBody>
      </p:sp>
      <p:sp>
        <p:nvSpPr>
          <p:cNvPr id="336" name="!!contraste:3903b0de6c"/>
          <p:cNvSpPr txBox="1"/>
          <p:nvPr/>
        </p:nvSpPr>
        <p:spPr>
          <a:xfrm>
            <a:off x="679450" y="4770011"/>
            <a:ext cx="2057400" cy="371856"/>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escasa transparencia del</a:t>
            </a:r>
            <a:br/>
            <a:r>
              <a:rPr sz="1200" b="0" i="0">
                <a:solidFill>
                  <a:srgbClr val="1F2937"/>
                </a:solidFill>
                <a:latin typeface="Calibri"/>
              </a:rPr>
              <a:t>software de análisis</a:t>
            </a:r>
          </a:p>
        </p:txBody>
      </p:sp>
      <p:sp>
        <p:nvSpPr>
          <p:cNvPr id="337" name="!!contraste:f5d7952c8f"/>
          <p:cNvSpPr txBox="1"/>
          <p:nvPr/>
        </p:nvSpPr>
        <p:spPr>
          <a:xfrm>
            <a:off x="2952750" y="4588713"/>
            <a:ext cx="1287844" cy="198120"/>
          </a:xfrm>
          <a:prstGeom prst="rect">
            <a:avLst/>
          </a:prstGeom>
          <a:noFill/>
        </p:spPr>
        <p:txBody>
          <a:bodyPr wrap="square" lIns="0" rIns="0" tIns="0" bIns="0" anchor="t"/>
          <a:lstStyle/>
          <a:p>
            <a:pPr algn="l">
              <a:lnSpc>
                <a:spcPts val="1560"/>
              </a:lnSpc>
              <a:spcBef>
                <a:spcPts val="0"/>
              </a:spcBef>
              <a:spcAft>
                <a:spcPts val="0"/>
              </a:spcAft>
            </a:pPr>
            <a:r>
              <a:rPr sz="1200" b="0" i="0">
                <a:solidFill>
                  <a:srgbClr val="3F4A5A"/>
                </a:solidFill>
                <a:latin typeface="Calibri"/>
              </a:rPr>
              <a:t>Software comercial:</a:t>
            </a:r>
          </a:p>
        </p:txBody>
      </p:sp>
      <p:sp>
        <p:nvSpPr>
          <p:cNvPr id="338" name="!!contraste:85f2f256b3"/>
          <p:cNvSpPr/>
          <p:nvPr/>
        </p:nvSpPr>
        <p:spPr>
          <a:xfrm>
            <a:off x="4269168" y="4556252"/>
            <a:ext cx="2629598" cy="260350"/>
          </a:xfrm>
          <a:prstGeom prst="roundRect">
            <a:avLst>
              <a:gd name="adj" fmla="val 23170"/>
            </a:avLst>
          </a:prstGeom>
          <a:solidFill>
            <a:srgbClr val="F6F8FC"/>
          </a:solid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contraste:00ddf403c0"/>
          <p:cNvSpPr txBox="1"/>
          <p:nvPr/>
        </p:nvSpPr>
        <p:spPr>
          <a:xfrm>
            <a:off x="4361244" y="4591812"/>
            <a:ext cx="2496248" cy="190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3F4A5A"/>
                </a:solidFill>
                <a:latin typeface="Calibri"/>
              </a:rPr>
              <a:t>cálculo paso a paso</a:t>
            </a:r>
            <a:r>
              <a:rPr sz="1200" b="1" i="0">
                <a:solidFill>
                  <a:srgbClr val="1F2937"/>
                </a:solidFill>
                <a:latin typeface="Calibri"/>
              </a:rPr>
              <a:t> «Baja (caja negra)»</a:t>
            </a:r>
          </a:p>
        </p:txBody>
      </p:sp>
      <p:sp>
        <p:nvSpPr>
          <p:cNvPr id="340" name="!!contraste:3182580236"/>
          <p:cNvSpPr/>
          <p:nvPr/>
        </p:nvSpPr>
        <p:spPr>
          <a:xfrm>
            <a:off x="2955925" y="4873752"/>
            <a:ext cx="4073144" cy="260350"/>
          </a:xfrm>
          <a:prstGeom prst="roundRect">
            <a:avLst>
              <a:gd name="adj" fmla="val 23170"/>
            </a:avLst>
          </a:prstGeom>
          <a:solidFill>
            <a:srgbClr val="F6F8FC"/>
          </a:solidFill>
          <a:ln w="635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contraste:ef98ff8970"/>
          <p:cNvSpPr txBox="1"/>
          <p:nvPr/>
        </p:nvSpPr>
        <p:spPr>
          <a:xfrm>
            <a:off x="3048000" y="4909312"/>
            <a:ext cx="3966782" cy="190500"/>
          </a:xfrm>
          <a:prstGeom prst="rect">
            <a:avLst/>
          </a:prstGeom>
          <a:noFill/>
        </p:spPr>
        <p:txBody>
          <a:bodyPr wrap="square" lIns="0" rIns="0" tIns="0" bIns="0" anchor="t"/>
          <a:lstStyle/>
          <a:p>
            <a:pPr algn="l">
              <a:lnSpc>
                <a:spcPts val="1500"/>
              </a:lnSpc>
              <a:spcBef>
                <a:spcPts val="0"/>
              </a:spcBef>
              <a:spcAft>
                <a:spcPts val="0"/>
              </a:spcAft>
            </a:pPr>
            <a:r>
              <a:rPr sz="1200" b="0" i="0">
                <a:solidFill>
                  <a:srgbClr val="3F4A5A"/>
                </a:solidFill>
                <a:latin typeface="Calibri"/>
              </a:rPr>
              <a:t>memoria</a:t>
            </a:r>
            <a:r>
              <a:rPr sz="1200" b="1" i="0">
                <a:solidFill>
                  <a:srgbClr val="1F2937"/>
                </a:solidFill>
                <a:latin typeface="Calibri"/>
              </a:rPr>
              <a:t> «Informes de resultados, sin el desarrollo matricial»</a:t>
            </a:r>
          </a:p>
        </p:txBody>
      </p:sp>
      <p:sp>
        <p:nvSpPr>
          <p:cNvPr id="342" name="!!contraste:b57c29731b·2"/>
          <p:cNvSpPr/>
          <p:nvPr/>
        </p:nvSpPr>
        <p:spPr>
          <a:xfrm>
            <a:off x="10163175" y="4683252"/>
            <a:ext cx="1216914" cy="3238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contraste:d6b9f5df41·2"/>
          <p:cNvSpPr txBox="1"/>
          <p:nvPr/>
        </p:nvSpPr>
        <p:spPr>
          <a:xfrm>
            <a:off x="10471023" y="4753357"/>
            <a:ext cx="836041"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Respaldado</a:t>
            </a:r>
          </a:p>
        </p:txBody>
      </p:sp>
      <p:sp>
        <p:nvSpPr>
          <p:cNvPr id="344" name="!!contraste:d090c31dbd·2"/>
          <p:cNvSpPr txBox="1"/>
          <p:nvPr/>
        </p:nvSpPr>
        <p:spPr>
          <a:xfrm>
            <a:off x="10287000" y="4762882"/>
            <a:ext cx="171323" cy="193802"/>
          </a:xfrm>
          <a:prstGeom prst="rect">
            <a:avLst/>
          </a:prstGeom>
          <a:noFill/>
        </p:spPr>
        <p:txBody>
          <a:bodyPr wrap="square" lIns="0" rIns="0" tIns="0" bIns="0" anchor="t"/>
          <a:lstStyle/>
          <a:p>
            <a:pPr algn="l">
              <a:lnSpc>
                <a:spcPts val="1526"/>
              </a:lnSpc>
              <a:spcBef>
                <a:spcPts val="0"/>
              </a:spcBef>
              <a:spcAft>
                <a:spcPts val="0"/>
              </a:spcAft>
            </a:pPr>
            <a:r>
              <a:rPr sz="1250" b="1" i="0" spc="12">
                <a:solidFill>
                  <a:srgbClr val="198754"/>
                </a:solidFill>
                <a:latin typeface="Calibri"/>
              </a:rPr>
              <a:t>✓</a:t>
            </a:r>
          </a:p>
        </p:txBody>
      </p:sp>
      <p:sp>
        <p:nvSpPr>
          <p:cNvPr id="345"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pie-izq"/>
          <p:cNvSpPr txBox="1"/>
          <p:nvPr/>
        </p:nvSpPr>
        <p:spPr>
          <a:xfrm>
            <a:off x="565150" y="6535420"/>
            <a:ext cx="470350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348" name="!!pie-cen"/>
          <p:cNvSpPr txBox="1"/>
          <p:nvPr/>
        </p:nvSpPr>
        <p:spPr>
          <a:xfrm>
            <a:off x="5151056" y="6535420"/>
            <a:ext cx="188982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3.8 · Tabla 3.11 · Figura CR.1</a:t>
            </a:r>
          </a:p>
        </p:txBody>
      </p:sp>
      <p:sp>
        <p:nvSpPr>
          <p:cNvPr id="349" name="!!pie-der"/>
          <p:cNvSpPr txBox="1"/>
          <p:nvPr/>
        </p:nvSpPr>
        <p:spPr>
          <a:xfrm>
            <a:off x="6923214" y="6535420"/>
            <a:ext cx="470363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27</a:t>
            </a:r>
          </a:p>
        </p:txBody>
      </p:sp>
      <p:sp>
        <p:nvSpPr>
          <p:cNvPr id="350" name="!!contraste:31b8312914">
            <a:hlinkClick action="ppaction://hlinksldjump" r:id="rId2"/>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contraste:01b7d89d9e">
            <a:hlinkClick action="ppaction://hlinksldjump" r:id="rId3"/>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contraste:c7d17a55c0">
            <a:hlinkClick action="ppaction://hlinksldjump" r:id="rId4"/>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contraste:005dbf4b11">
            <a:hlinkClick action="ppaction://hlinksldjump" r:id="rId5"/>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contraste:ff2c4358c1">
            <a:hlinkClick action="ppaction://hlinksldjump" r:id="rId6"/>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contraste:2f85623cef">
            <a:hlinkClick action="ppaction://hlinksldjump" r:id="rId7"/>
          </p:cNvPr>
          <p:cNvSpPr/>
          <p:nvPr/>
        </p:nvSpPr>
        <p:spPr>
          <a:xfrm>
            <a:off x="2952750" y="1634808"/>
            <a:ext cx="2290191" cy="46729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contraste:e9a4459884">
            <a:hlinkClick action="ppaction://hlinksldjump" r:id="rId8"/>
          </p:cNvPr>
          <p:cNvSpPr/>
          <p:nvPr/>
        </p:nvSpPr>
        <p:spPr>
          <a:xfrm>
            <a:off x="5331841" y="1634808"/>
            <a:ext cx="2290254" cy="46729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contraste:724965bbbe">
            <a:hlinkClick action="ppaction://hlinksldjump" r:id="rId8"/>
          </p:cNvPr>
          <p:cNvSpPr/>
          <p:nvPr/>
        </p:nvSpPr>
        <p:spPr>
          <a:xfrm>
            <a:off x="7710996" y="1634808"/>
            <a:ext cx="2290191" cy="46729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contraste:618b5f4393">
            <a:hlinkClick action="ppaction://hlinksldjump" r:id="rId9"/>
          </p:cNvPr>
          <p:cNvSpPr/>
          <p:nvPr/>
        </p:nvSpPr>
        <p:spPr>
          <a:xfrm>
            <a:off x="5022850" y="2350960"/>
            <a:ext cx="4978400" cy="4127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contraste:668378028b">
            <a:hlinkClick action="ppaction://hlinksldjump" r:id="rId10"/>
          </p:cNvPr>
          <p:cNvSpPr/>
          <p:nvPr/>
        </p:nvSpPr>
        <p:spPr>
          <a:xfrm>
            <a:off x="5022850" y="2931604"/>
            <a:ext cx="244475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contraste:36edd4bd3b">
            <a:hlinkClick action="ppaction://hlinksldjump" r:id="rId10"/>
          </p:cNvPr>
          <p:cNvSpPr/>
          <p:nvPr/>
        </p:nvSpPr>
        <p:spPr>
          <a:xfrm>
            <a:off x="7556500" y="2931604"/>
            <a:ext cx="244475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contraste:75b319737d">
            <a:hlinkClick action="ppaction://hlinksldjump" r:id="rId10"/>
          </p:cNvPr>
          <p:cNvSpPr/>
          <p:nvPr/>
        </p:nvSpPr>
        <p:spPr>
          <a:xfrm>
            <a:off x="5022850" y="3160204"/>
            <a:ext cx="244475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contraste:100b6b79c5">
            <a:hlinkClick action="ppaction://hlinksldjump" r:id="rId10"/>
          </p:cNvPr>
          <p:cNvSpPr/>
          <p:nvPr/>
        </p:nvSpPr>
        <p:spPr>
          <a:xfrm>
            <a:off x="7556500" y="3160204"/>
            <a:ext cx="244475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contraste:7b09fc728e">
            <a:hlinkClick action="ppaction://hlinksldjump" r:id="rId10"/>
          </p:cNvPr>
          <p:cNvSpPr/>
          <p:nvPr/>
        </p:nvSpPr>
        <p:spPr>
          <a:xfrm>
            <a:off x="5022850" y="3388804"/>
            <a:ext cx="244475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contraste:f32c0efa28">
            <a:hlinkClick action="ppaction://hlinksldjump" r:id="rId10"/>
          </p:cNvPr>
          <p:cNvSpPr/>
          <p:nvPr/>
        </p:nvSpPr>
        <p:spPr>
          <a:xfrm>
            <a:off x="7556500" y="3388804"/>
            <a:ext cx="244475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contraste:461a26f31f">
            <a:hlinkClick action="ppaction://hlinksldjump" r:id="rId11"/>
          </p:cNvPr>
          <p:cNvSpPr/>
          <p:nvPr/>
        </p:nvSpPr>
        <p:spPr>
          <a:xfrm>
            <a:off x="5022850" y="3722116"/>
            <a:ext cx="160020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contraste:c83b972e88">
            <a:hlinkClick action="ppaction://hlinksldjump" r:id="rId11"/>
          </p:cNvPr>
          <p:cNvSpPr/>
          <p:nvPr/>
        </p:nvSpPr>
        <p:spPr>
          <a:xfrm>
            <a:off x="6711950" y="3722116"/>
            <a:ext cx="160020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contraste:ac7452c90f">
            <a:hlinkClick action="ppaction://hlinksldjump" r:id="rId12"/>
          </p:cNvPr>
          <p:cNvSpPr/>
          <p:nvPr/>
        </p:nvSpPr>
        <p:spPr>
          <a:xfrm>
            <a:off x="8401050" y="3722116"/>
            <a:ext cx="160020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contraste:87da54e3ec">
            <a:hlinkClick action="ppaction://hlinksldjump" r:id="rId12"/>
          </p:cNvPr>
          <p:cNvSpPr/>
          <p:nvPr/>
        </p:nvSpPr>
        <p:spPr>
          <a:xfrm>
            <a:off x="5022850" y="3950716"/>
            <a:ext cx="1600200" cy="2082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contraste:3fc89c7aa7">
            <a:hlinkClick action="ppaction://hlinksldjump" r:id="rId12"/>
          </p:cNvPr>
          <p:cNvSpPr/>
          <p:nvPr/>
        </p:nvSpPr>
        <p:spPr>
          <a:xfrm>
            <a:off x="6711950" y="3950716"/>
            <a:ext cx="1600200" cy="2082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contraste:d97db0d20a">
            <a:hlinkClick action="ppaction://hlinksldjump" r:id="rId12"/>
          </p:cNvPr>
          <p:cNvSpPr/>
          <p:nvPr/>
        </p:nvSpPr>
        <p:spPr>
          <a:xfrm>
            <a:off x="8401050" y="3950716"/>
            <a:ext cx="1600200" cy="2082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contraste:d1099e1a85">
            <a:hlinkClick action="ppaction://hlinksldjump" r:id="rId13"/>
          </p:cNvPr>
          <p:cNvSpPr/>
          <p:nvPr/>
        </p:nvSpPr>
        <p:spPr>
          <a:xfrm>
            <a:off x="5022850" y="4197032"/>
            <a:ext cx="160020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contraste:39eba55916">
            <a:hlinkClick action="ppaction://hlinksldjump" r:id="rId13"/>
          </p:cNvPr>
          <p:cNvSpPr/>
          <p:nvPr/>
        </p:nvSpPr>
        <p:spPr>
          <a:xfrm>
            <a:off x="6711950" y="4197032"/>
            <a:ext cx="160020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contraste:6acef049fd">
            <a:hlinkClick action="ppaction://hlinksldjump" r:id="rId14"/>
          </p:cNvPr>
          <p:cNvSpPr/>
          <p:nvPr/>
        </p:nvSpPr>
        <p:spPr>
          <a:xfrm>
            <a:off x="8401050" y="4197032"/>
            <a:ext cx="1600200" cy="190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contraste:2213b4d5a8">
            <a:hlinkClick action="ppaction://hlinksldjump" r:id="rId8"/>
          </p:cNvPr>
          <p:cNvSpPr/>
          <p:nvPr/>
        </p:nvSpPr>
        <p:spPr>
          <a:xfrm>
            <a:off x="4265994" y="4553077"/>
            <a:ext cx="2635948" cy="266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contraste:6b1b3fb7d4">
            <a:hlinkClick action="ppaction://hlinksldjump" r:id="rId8"/>
          </p:cNvPr>
          <p:cNvSpPr/>
          <p:nvPr/>
        </p:nvSpPr>
        <p:spPr>
          <a:xfrm>
            <a:off x="2952750" y="4870577"/>
            <a:ext cx="4079494" cy="266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272"/>
                                        </p:tgtEl>
                                        <p:attrNameLst>
                                          <p:attrName>style.visibility</p:attrName>
                                        </p:attrNameLst>
                                      </p:cBhvr>
                                      <p:to>
                                        <p:strVal val="visible"/>
                                      </p:to>
                                    </p:set>
                                    <p:animEffect transition="in" filter="fade">
                                      <p:cBhvr>
                                        <p:cTn id="7" dur="650"/>
                                        <p:tgtEl>
                                          <p:spTgt spid="272"/>
                                        </p:tgtEl>
                                      </p:cBhvr>
                                    </p:animEffect>
                                    <p:anim calcmode="lin" valueType="num">
                                      <p:cBhvr>
                                        <p:cTn id="8" dur="650" fill="hold"/>
                                        <p:tgtEl>
                                          <p:spTgt spid="272"/>
                                        </p:tgtEl>
                                        <p:attrNameLst>
                                          <p:attrName>ppt_x</p:attrName>
                                        </p:attrNameLst>
                                      </p:cBhvr>
                                      <p:tavLst>
                                        <p:tav tm="0">
                                          <p:val>
                                            <p:strVal val="#ppt_x"/>
                                          </p:val>
                                        </p:tav>
                                        <p:tav tm="100000">
                                          <p:val>
                                            <p:strVal val="#ppt_x"/>
                                          </p:val>
                                        </p:tav>
                                      </p:tavLst>
                                    </p:anim>
                                    <p:anim calcmode="lin" valueType="num">
                                      <p:cBhvr>
                                        <p:cTn id="9" dur="650" fill="hold"/>
                                        <p:tgtEl>
                                          <p:spTgt spid="27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273"/>
                                        </p:tgtEl>
                                        <p:attrNameLst>
                                          <p:attrName>style.visibility</p:attrName>
                                        </p:attrNameLst>
                                      </p:cBhvr>
                                      <p:to>
                                        <p:strVal val="visible"/>
                                      </p:to>
                                    </p:set>
                                    <p:animEffect transition="in" filter="fade">
                                      <p:cBhvr>
                                        <p:cTn id="12" dur="650"/>
                                        <p:tgtEl>
                                          <p:spTgt spid="273"/>
                                        </p:tgtEl>
                                      </p:cBhvr>
                                    </p:animEffect>
                                    <p:anim calcmode="lin" valueType="num">
                                      <p:cBhvr>
                                        <p:cTn id="13" dur="650" fill="hold"/>
                                        <p:tgtEl>
                                          <p:spTgt spid="273"/>
                                        </p:tgtEl>
                                        <p:attrNameLst>
                                          <p:attrName>ppt_x</p:attrName>
                                        </p:attrNameLst>
                                      </p:cBhvr>
                                      <p:tavLst>
                                        <p:tav tm="0">
                                          <p:val>
                                            <p:strVal val="#ppt_x"/>
                                          </p:val>
                                        </p:tav>
                                        <p:tav tm="100000">
                                          <p:val>
                                            <p:strVal val="#ppt_x"/>
                                          </p:val>
                                        </p:tav>
                                      </p:tavLst>
                                    </p:anim>
                                    <p:anim calcmode="lin" valueType="num">
                                      <p:cBhvr>
                                        <p:cTn id="14" dur="650" fill="hold"/>
                                        <p:tgtEl>
                                          <p:spTgt spid="27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274"/>
                                        </p:tgtEl>
                                        <p:attrNameLst>
                                          <p:attrName>style.visibility</p:attrName>
                                        </p:attrNameLst>
                                      </p:cBhvr>
                                      <p:to>
                                        <p:strVal val="visible"/>
                                      </p:to>
                                    </p:set>
                                    <p:animEffect transition="in" filter="fade">
                                      <p:cBhvr>
                                        <p:cTn id="17" dur="650"/>
                                        <p:tgtEl>
                                          <p:spTgt spid="274"/>
                                        </p:tgtEl>
                                      </p:cBhvr>
                                    </p:animEffect>
                                    <p:anim calcmode="lin" valueType="num">
                                      <p:cBhvr>
                                        <p:cTn id="18" dur="650" fill="hold"/>
                                        <p:tgtEl>
                                          <p:spTgt spid="274"/>
                                        </p:tgtEl>
                                        <p:attrNameLst>
                                          <p:attrName>ppt_x</p:attrName>
                                        </p:attrNameLst>
                                      </p:cBhvr>
                                      <p:tavLst>
                                        <p:tav tm="0">
                                          <p:val>
                                            <p:strVal val="#ppt_x"/>
                                          </p:val>
                                        </p:tav>
                                        <p:tav tm="100000">
                                          <p:val>
                                            <p:strVal val="#ppt_x"/>
                                          </p:val>
                                        </p:tav>
                                      </p:tavLst>
                                    </p:anim>
                                    <p:anim calcmode="lin" valueType="num">
                                      <p:cBhvr>
                                        <p:cTn id="19" dur="650" fill="hold"/>
                                        <p:tgtEl>
                                          <p:spTgt spid="27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370"/>
                                  </p:stCondLst>
                                  <p:childTnLst>
                                    <p:set>
                                      <p:cBhvr>
                                        <p:cTn id="21" dur="1" fill="hold">
                                          <p:stCondLst>
                                            <p:cond delay="0"/>
                                          </p:stCondLst>
                                        </p:cTn>
                                        <p:tgtEl>
                                          <p:spTgt spid="289"/>
                                        </p:tgtEl>
                                        <p:attrNameLst>
                                          <p:attrName>style.visibility</p:attrName>
                                        </p:attrNameLst>
                                      </p:cBhvr>
                                      <p:to>
                                        <p:strVal val="visible"/>
                                      </p:to>
                                    </p:set>
                                    <p:animEffect transition="in" filter="fade">
                                      <p:cBhvr>
                                        <p:cTn id="22" dur="650"/>
                                        <p:tgtEl>
                                          <p:spTgt spid="289"/>
                                        </p:tgtEl>
                                      </p:cBhvr>
                                    </p:animEffect>
                                    <p:anim calcmode="lin" valueType="num">
                                      <p:cBhvr>
                                        <p:cTn id="23" dur="650" fill="hold"/>
                                        <p:tgtEl>
                                          <p:spTgt spid="289"/>
                                        </p:tgtEl>
                                        <p:attrNameLst>
                                          <p:attrName>ppt_x</p:attrName>
                                        </p:attrNameLst>
                                      </p:cBhvr>
                                      <p:tavLst>
                                        <p:tav tm="0">
                                          <p:val>
                                            <p:strVal val="#ppt_x"/>
                                          </p:val>
                                        </p:tav>
                                        <p:tav tm="100000">
                                          <p:val>
                                            <p:strVal val="#ppt_x"/>
                                          </p:val>
                                        </p:tav>
                                      </p:tavLst>
                                    </p:anim>
                                    <p:anim calcmode="lin" valueType="num">
                                      <p:cBhvr>
                                        <p:cTn id="24" dur="650" fill="hold"/>
                                        <p:tgtEl>
                                          <p:spTgt spid="28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370"/>
                                  </p:stCondLst>
                                  <p:childTnLst>
                                    <p:set>
                                      <p:cBhvr>
                                        <p:cTn id="26" dur="1" fill="hold">
                                          <p:stCondLst>
                                            <p:cond delay="0"/>
                                          </p:stCondLst>
                                        </p:cTn>
                                        <p:tgtEl>
                                          <p:spTgt spid="290"/>
                                        </p:tgtEl>
                                        <p:attrNameLst>
                                          <p:attrName>style.visibility</p:attrName>
                                        </p:attrNameLst>
                                      </p:cBhvr>
                                      <p:to>
                                        <p:strVal val="visible"/>
                                      </p:to>
                                    </p:set>
                                    <p:animEffect transition="in" filter="fade">
                                      <p:cBhvr>
                                        <p:cTn id="27" dur="650"/>
                                        <p:tgtEl>
                                          <p:spTgt spid="290"/>
                                        </p:tgtEl>
                                      </p:cBhvr>
                                    </p:animEffect>
                                    <p:anim calcmode="lin" valueType="num">
                                      <p:cBhvr>
                                        <p:cTn id="28" dur="650" fill="hold"/>
                                        <p:tgtEl>
                                          <p:spTgt spid="290"/>
                                        </p:tgtEl>
                                        <p:attrNameLst>
                                          <p:attrName>ppt_x</p:attrName>
                                        </p:attrNameLst>
                                      </p:cBhvr>
                                      <p:tavLst>
                                        <p:tav tm="0">
                                          <p:val>
                                            <p:strVal val="#ppt_x"/>
                                          </p:val>
                                        </p:tav>
                                        <p:tav tm="100000">
                                          <p:val>
                                            <p:strVal val="#ppt_x"/>
                                          </p:val>
                                        </p:tav>
                                      </p:tavLst>
                                    </p:anim>
                                    <p:anim calcmode="lin" valueType="num">
                                      <p:cBhvr>
                                        <p:cTn id="29" dur="650" fill="hold"/>
                                        <p:tgtEl>
                                          <p:spTgt spid="29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370"/>
                                  </p:stCondLst>
                                  <p:childTnLst>
                                    <p:set>
                                      <p:cBhvr>
                                        <p:cTn id="31" dur="1" fill="hold">
                                          <p:stCondLst>
                                            <p:cond delay="0"/>
                                          </p:stCondLst>
                                        </p:cTn>
                                        <p:tgtEl>
                                          <p:spTgt spid="291"/>
                                        </p:tgtEl>
                                        <p:attrNameLst>
                                          <p:attrName>style.visibility</p:attrName>
                                        </p:attrNameLst>
                                      </p:cBhvr>
                                      <p:to>
                                        <p:strVal val="visible"/>
                                      </p:to>
                                    </p:set>
                                    <p:animEffect transition="in" filter="fade">
                                      <p:cBhvr>
                                        <p:cTn id="32" dur="650"/>
                                        <p:tgtEl>
                                          <p:spTgt spid="291"/>
                                        </p:tgtEl>
                                      </p:cBhvr>
                                    </p:animEffect>
                                    <p:anim calcmode="lin" valueType="num">
                                      <p:cBhvr>
                                        <p:cTn id="33" dur="650" fill="hold"/>
                                        <p:tgtEl>
                                          <p:spTgt spid="291"/>
                                        </p:tgtEl>
                                        <p:attrNameLst>
                                          <p:attrName>ppt_x</p:attrName>
                                        </p:attrNameLst>
                                      </p:cBhvr>
                                      <p:tavLst>
                                        <p:tav tm="0">
                                          <p:val>
                                            <p:strVal val="#ppt_x"/>
                                          </p:val>
                                        </p:tav>
                                        <p:tav tm="100000">
                                          <p:val>
                                            <p:strVal val="#ppt_x"/>
                                          </p:val>
                                        </p:tav>
                                      </p:tavLst>
                                    </p:anim>
                                    <p:anim calcmode="lin" valueType="num">
                                      <p:cBhvr>
                                        <p:cTn id="34" dur="650" fill="hold"/>
                                        <p:tgtEl>
                                          <p:spTgt spid="29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590"/>
                                  </p:stCondLst>
                                  <p:childTnLst>
                                    <p:set>
                                      <p:cBhvr>
                                        <p:cTn id="36" dur="1" fill="hold">
                                          <p:stCondLst>
                                            <p:cond delay="0"/>
                                          </p:stCondLst>
                                        </p:cTn>
                                        <p:tgtEl>
                                          <p:spTgt spid="324"/>
                                        </p:tgtEl>
                                        <p:attrNameLst>
                                          <p:attrName>style.visibility</p:attrName>
                                        </p:attrNameLst>
                                      </p:cBhvr>
                                      <p:to>
                                        <p:strVal val="visible"/>
                                      </p:to>
                                    </p:set>
                                    <p:animEffect transition="in" filter="fade">
                                      <p:cBhvr>
                                        <p:cTn id="37" dur="650"/>
                                        <p:tgtEl>
                                          <p:spTgt spid="324"/>
                                        </p:tgtEl>
                                      </p:cBhvr>
                                    </p:animEffect>
                                    <p:anim calcmode="lin" valueType="num">
                                      <p:cBhvr>
                                        <p:cTn id="38" dur="650" fill="hold"/>
                                        <p:tgtEl>
                                          <p:spTgt spid="324"/>
                                        </p:tgtEl>
                                        <p:attrNameLst>
                                          <p:attrName>ppt_x</p:attrName>
                                        </p:attrNameLst>
                                      </p:cBhvr>
                                      <p:tavLst>
                                        <p:tav tm="0">
                                          <p:val>
                                            <p:strVal val="#ppt_x"/>
                                          </p:val>
                                        </p:tav>
                                        <p:tav tm="100000">
                                          <p:val>
                                            <p:strVal val="#ppt_x"/>
                                          </p:val>
                                        </p:tav>
                                      </p:tavLst>
                                    </p:anim>
                                    <p:anim calcmode="lin" valueType="num">
                                      <p:cBhvr>
                                        <p:cTn id="39" dur="650" fill="hold"/>
                                        <p:tgtEl>
                                          <p:spTgt spid="32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590"/>
                                  </p:stCondLst>
                                  <p:childTnLst>
                                    <p:set>
                                      <p:cBhvr>
                                        <p:cTn id="41" dur="1" fill="hold">
                                          <p:stCondLst>
                                            <p:cond delay="0"/>
                                          </p:stCondLst>
                                        </p:cTn>
                                        <p:tgtEl>
                                          <p:spTgt spid="325"/>
                                        </p:tgtEl>
                                        <p:attrNameLst>
                                          <p:attrName>style.visibility</p:attrName>
                                        </p:attrNameLst>
                                      </p:cBhvr>
                                      <p:to>
                                        <p:strVal val="visible"/>
                                      </p:to>
                                    </p:set>
                                    <p:animEffect transition="in" filter="fade">
                                      <p:cBhvr>
                                        <p:cTn id="42" dur="650"/>
                                        <p:tgtEl>
                                          <p:spTgt spid="325"/>
                                        </p:tgtEl>
                                      </p:cBhvr>
                                    </p:animEffect>
                                    <p:anim calcmode="lin" valueType="num">
                                      <p:cBhvr>
                                        <p:cTn id="43" dur="650" fill="hold"/>
                                        <p:tgtEl>
                                          <p:spTgt spid="325"/>
                                        </p:tgtEl>
                                        <p:attrNameLst>
                                          <p:attrName>ppt_x</p:attrName>
                                        </p:attrNameLst>
                                      </p:cBhvr>
                                      <p:tavLst>
                                        <p:tav tm="0">
                                          <p:val>
                                            <p:strVal val="#ppt_x"/>
                                          </p:val>
                                        </p:tav>
                                        <p:tav tm="100000">
                                          <p:val>
                                            <p:strVal val="#ppt_x"/>
                                          </p:val>
                                        </p:tav>
                                      </p:tavLst>
                                    </p:anim>
                                    <p:anim calcmode="lin" valueType="num">
                                      <p:cBhvr>
                                        <p:cTn id="44" dur="650" fill="hold"/>
                                        <p:tgtEl>
                                          <p:spTgt spid="325"/>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590"/>
                                  </p:stCondLst>
                                  <p:childTnLst>
                                    <p:set>
                                      <p:cBhvr>
                                        <p:cTn id="46" dur="1" fill="hold">
                                          <p:stCondLst>
                                            <p:cond delay="0"/>
                                          </p:stCondLst>
                                        </p:cTn>
                                        <p:tgtEl>
                                          <p:spTgt spid="326"/>
                                        </p:tgtEl>
                                        <p:attrNameLst>
                                          <p:attrName>style.visibility</p:attrName>
                                        </p:attrNameLst>
                                      </p:cBhvr>
                                      <p:to>
                                        <p:strVal val="visible"/>
                                      </p:to>
                                    </p:set>
                                    <p:animEffect transition="in" filter="fade">
                                      <p:cBhvr>
                                        <p:cTn id="47" dur="650"/>
                                        <p:tgtEl>
                                          <p:spTgt spid="326"/>
                                        </p:tgtEl>
                                      </p:cBhvr>
                                    </p:animEffect>
                                    <p:anim calcmode="lin" valueType="num">
                                      <p:cBhvr>
                                        <p:cTn id="48" dur="650" fill="hold"/>
                                        <p:tgtEl>
                                          <p:spTgt spid="326"/>
                                        </p:tgtEl>
                                        <p:attrNameLst>
                                          <p:attrName>ppt_x</p:attrName>
                                        </p:attrNameLst>
                                      </p:cBhvr>
                                      <p:tavLst>
                                        <p:tav tm="0">
                                          <p:val>
                                            <p:strVal val="#ppt_x"/>
                                          </p:val>
                                        </p:tav>
                                        <p:tav tm="100000">
                                          <p:val>
                                            <p:strVal val="#ppt_x"/>
                                          </p:val>
                                        </p:tav>
                                      </p:tavLst>
                                    </p:anim>
                                    <p:anim calcmode="lin" valueType="num">
                                      <p:cBhvr>
                                        <p:cTn id="49" dur="650" fill="hold"/>
                                        <p:tgtEl>
                                          <p:spTgt spid="32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810"/>
                                  </p:stCondLst>
                                  <p:childTnLst>
                                    <p:set>
                                      <p:cBhvr>
                                        <p:cTn id="51" dur="1" fill="hold">
                                          <p:stCondLst>
                                            <p:cond delay="0"/>
                                          </p:stCondLst>
                                        </p:cTn>
                                        <p:tgtEl>
                                          <p:spTgt spid="329"/>
                                        </p:tgtEl>
                                        <p:attrNameLst>
                                          <p:attrName>style.visibility</p:attrName>
                                        </p:attrNameLst>
                                      </p:cBhvr>
                                      <p:to>
                                        <p:strVal val="visible"/>
                                      </p:to>
                                    </p:set>
                                    <p:animEffect transition="in" filter="fade">
                                      <p:cBhvr>
                                        <p:cTn id="52" dur="650"/>
                                        <p:tgtEl>
                                          <p:spTgt spid="329"/>
                                        </p:tgtEl>
                                      </p:cBhvr>
                                    </p:animEffect>
                                    <p:anim calcmode="lin" valueType="num">
                                      <p:cBhvr>
                                        <p:cTn id="53" dur="650" fill="hold"/>
                                        <p:tgtEl>
                                          <p:spTgt spid="329"/>
                                        </p:tgtEl>
                                        <p:attrNameLst>
                                          <p:attrName>ppt_x</p:attrName>
                                        </p:attrNameLst>
                                      </p:cBhvr>
                                      <p:tavLst>
                                        <p:tav tm="0">
                                          <p:val>
                                            <p:strVal val="#ppt_x"/>
                                          </p:val>
                                        </p:tav>
                                        <p:tav tm="100000">
                                          <p:val>
                                            <p:strVal val="#ppt_x"/>
                                          </p:val>
                                        </p:tav>
                                      </p:tavLst>
                                    </p:anim>
                                    <p:anim calcmode="lin" valueType="num">
                                      <p:cBhvr>
                                        <p:cTn id="54" dur="650" fill="hold"/>
                                        <p:tgtEl>
                                          <p:spTgt spid="329"/>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810"/>
                                  </p:stCondLst>
                                  <p:childTnLst>
                                    <p:set>
                                      <p:cBhvr>
                                        <p:cTn id="56" dur="1" fill="hold">
                                          <p:stCondLst>
                                            <p:cond delay="0"/>
                                          </p:stCondLst>
                                        </p:cTn>
                                        <p:tgtEl>
                                          <p:spTgt spid="330"/>
                                        </p:tgtEl>
                                        <p:attrNameLst>
                                          <p:attrName>style.visibility</p:attrName>
                                        </p:attrNameLst>
                                      </p:cBhvr>
                                      <p:to>
                                        <p:strVal val="visible"/>
                                      </p:to>
                                    </p:set>
                                    <p:animEffect transition="in" filter="fade">
                                      <p:cBhvr>
                                        <p:cTn id="57" dur="650"/>
                                        <p:tgtEl>
                                          <p:spTgt spid="330"/>
                                        </p:tgtEl>
                                      </p:cBhvr>
                                    </p:animEffect>
                                    <p:anim calcmode="lin" valueType="num">
                                      <p:cBhvr>
                                        <p:cTn id="58" dur="650" fill="hold"/>
                                        <p:tgtEl>
                                          <p:spTgt spid="330"/>
                                        </p:tgtEl>
                                        <p:attrNameLst>
                                          <p:attrName>ppt_x</p:attrName>
                                        </p:attrNameLst>
                                      </p:cBhvr>
                                      <p:tavLst>
                                        <p:tav tm="0">
                                          <p:val>
                                            <p:strVal val="#ppt_x"/>
                                          </p:val>
                                        </p:tav>
                                        <p:tav tm="100000">
                                          <p:val>
                                            <p:strVal val="#ppt_x"/>
                                          </p:val>
                                        </p:tav>
                                      </p:tavLst>
                                    </p:anim>
                                    <p:anim calcmode="lin" valueType="num">
                                      <p:cBhvr>
                                        <p:cTn id="59" dur="650" fill="hold"/>
                                        <p:tgtEl>
                                          <p:spTgt spid="330"/>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810"/>
                                  </p:stCondLst>
                                  <p:childTnLst>
                                    <p:set>
                                      <p:cBhvr>
                                        <p:cTn id="61" dur="1" fill="hold">
                                          <p:stCondLst>
                                            <p:cond delay="0"/>
                                          </p:stCondLst>
                                        </p:cTn>
                                        <p:tgtEl>
                                          <p:spTgt spid="331"/>
                                        </p:tgtEl>
                                        <p:attrNameLst>
                                          <p:attrName>style.visibility</p:attrName>
                                        </p:attrNameLst>
                                      </p:cBhvr>
                                      <p:to>
                                        <p:strVal val="visible"/>
                                      </p:to>
                                    </p:set>
                                    <p:animEffect transition="in" filter="fade">
                                      <p:cBhvr>
                                        <p:cTn id="62" dur="650"/>
                                        <p:tgtEl>
                                          <p:spTgt spid="331"/>
                                        </p:tgtEl>
                                      </p:cBhvr>
                                    </p:animEffect>
                                    <p:anim calcmode="lin" valueType="num">
                                      <p:cBhvr>
                                        <p:cTn id="63" dur="650" fill="hold"/>
                                        <p:tgtEl>
                                          <p:spTgt spid="331"/>
                                        </p:tgtEl>
                                        <p:attrNameLst>
                                          <p:attrName>ppt_x</p:attrName>
                                        </p:attrNameLst>
                                      </p:cBhvr>
                                      <p:tavLst>
                                        <p:tav tm="0">
                                          <p:val>
                                            <p:strVal val="#ppt_x"/>
                                          </p:val>
                                        </p:tav>
                                        <p:tav tm="100000">
                                          <p:val>
                                            <p:strVal val="#ppt_x"/>
                                          </p:val>
                                        </p:tav>
                                      </p:tavLst>
                                    </p:anim>
                                    <p:anim calcmode="lin" valueType="num">
                                      <p:cBhvr>
                                        <p:cTn id="64" dur="650" fill="hold"/>
                                        <p:tgtEl>
                                          <p:spTgt spid="33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1030"/>
                                  </p:stCondLst>
                                  <p:childTnLst>
                                    <p:set>
                                      <p:cBhvr>
                                        <p:cTn id="66" dur="1" fill="hold">
                                          <p:stCondLst>
                                            <p:cond delay="0"/>
                                          </p:stCondLst>
                                        </p:cTn>
                                        <p:tgtEl>
                                          <p:spTgt spid="334"/>
                                        </p:tgtEl>
                                        <p:attrNameLst>
                                          <p:attrName>style.visibility</p:attrName>
                                        </p:attrNameLst>
                                      </p:cBhvr>
                                      <p:to>
                                        <p:strVal val="visible"/>
                                      </p:to>
                                    </p:set>
                                    <p:animEffect transition="in" filter="fade">
                                      <p:cBhvr>
                                        <p:cTn id="67" dur="650"/>
                                        <p:tgtEl>
                                          <p:spTgt spid="334"/>
                                        </p:tgtEl>
                                      </p:cBhvr>
                                    </p:animEffect>
                                    <p:anim calcmode="lin" valueType="num">
                                      <p:cBhvr>
                                        <p:cTn id="68" dur="650" fill="hold"/>
                                        <p:tgtEl>
                                          <p:spTgt spid="334"/>
                                        </p:tgtEl>
                                        <p:attrNameLst>
                                          <p:attrName>ppt_x</p:attrName>
                                        </p:attrNameLst>
                                      </p:cBhvr>
                                      <p:tavLst>
                                        <p:tav tm="0">
                                          <p:val>
                                            <p:strVal val="#ppt_x"/>
                                          </p:val>
                                        </p:tav>
                                        <p:tav tm="100000">
                                          <p:val>
                                            <p:strVal val="#ppt_x"/>
                                          </p:val>
                                        </p:tav>
                                      </p:tavLst>
                                    </p:anim>
                                    <p:anim calcmode="lin" valueType="num">
                                      <p:cBhvr>
                                        <p:cTn id="69" dur="650" fill="hold"/>
                                        <p:tgtEl>
                                          <p:spTgt spid="334"/>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1030"/>
                                  </p:stCondLst>
                                  <p:childTnLst>
                                    <p:set>
                                      <p:cBhvr>
                                        <p:cTn id="71" dur="1" fill="hold">
                                          <p:stCondLst>
                                            <p:cond delay="0"/>
                                          </p:stCondLst>
                                        </p:cTn>
                                        <p:tgtEl>
                                          <p:spTgt spid="335"/>
                                        </p:tgtEl>
                                        <p:attrNameLst>
                                          <p:attrName>style.visibility</p:attrName>
                                        </p:attrNameLst>
                                      </p:cBhvr>
                                      <p:to>
                                        <p:strVal val="visible"/>
                                      </p:to>
                                    </p:set>
                                    <p:animEffect transition="in" filter="fade">
                                      <p:cBhvr>
                                        <p:cTn id="72" dur="650"/>
                                        <p:tgtEl>
                                          <p:spTgt spid="335"/>
                                        </p:tgtEl>
                                      </p:cBhvr>
                                    </p:animEffect>
                                    <p:anim calcmode="lin" valueType="num">
                                      <p:cBhvr>
                                        <p:cTn id="73" dur="650" fill="hold"/>
                                        <p:tgtEl>
                                          <p:spTgt spid="335"/>
                                        </p:tgtEl>
                                        <p:attrNameLst>
                                          <p:attrName>ppt_x</p:attrName>
                                        </p:attrNameLst>
                                      </p:cBhvr>
                                      <p:tavLst>
                                        <p:tav tm="0">
                                          <p:val>
                                            <p:strVal val="#ppt_x"/>
                                          </p:val>
                                        </p:tav>
                                        <p:tav tm="100000">
                                          <p:val>
                                            <p:strVal val="#ppt_x"/>
                                          </p:val>
                                        </p:tav>
                                      </p:tavLst>
                                    </p:anim>
                                    <p:anim calcmode="lin" valueType="num">
                                      <p:cBhvr>
                                        <p:cTn id="74" dur="650" fill="hold"/>
                                        <p:tgtEl>
                                          <p:spTgt spid="335"/>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1030"/>
                                  </p:stCondLst>
                                  <p:childTnLst>
                                    <p:set>
                                      <p:cBhvr>
                                        <p:cTn id="76" dur="1" fill="hold">
                                          <p:stCondLst>
                                            <p:cond delay="0"/>
                                          </p:stCondLst>
                                        </p:cTn>
                                        <p:tgtEl>
                                          <p:spTgt spid="336"/>
                                        </p:tgtEl>
                                        <p:attrNameLst>
                                          <p:attrName>style.visibility</p:attrName>
                                        </p:attrNameLst>
                                      </p:cBhvr>
                                      <p:to>
                                        <p:strVal val="visible"/>
                                      </p:to>
                                    </p:set>
                                    <p:animEffect transition="in" filter="fade">
                                      <p:cBhvr>
                                        <p:cTn id="77" dur="650"/>
                                        <p:tgtEl>
                                          <p:spTgt spid="336"/>
                                        </p:tgtEl>
                                      </p:cBhvr>
                                    </p:animEffect>
                                    <p:anim calcmode="lin" valueType="num">
                                      <p:cBhvr>
                                        <p:cTn id="78" dur="650" fill="hold"/>
                                        <p:tgtEl>
                                          <p:spTgt spid="336"/>
                                        </p:tgtEl>
                                        <p:attrNameLst>
                                          <p:attrName>ppt_x</p:attrName>
                                        </p:attrNameLst>
                                      </p:cBhvr>
                                      <p:tavLst>
                                        <p:tav tm="0">
                                          <p:val>
                                            <p:strVal val="#ppt_x"/>
                                          </p:val>
                                        </p:tav>
                                        <p:tav tm="100000">
                                          <p:val>
                                            <p:strVal val="#ppt_x"/>
                                          </p:val>
                                        </p:tav>
                                      </p:tavLst>
                                    </p:anim>
                                    <p:anim calcmode="lin" valueType="num">
                                      <p:cBhvr>
                                        <p:cTn id="79" dur="650" fill="hold"/>
                                        <p:tgtEl>
                                          <p:spTgt spid="336"/>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99"/>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300"/>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301"/>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302"/>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303"/>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30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305"/>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306"/>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307"/>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308"/>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355"/>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356"/>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357"/>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358"/>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374"/>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375"/>
                                        </p:tgtEl>
                                        <p:attrNameLst>
                                          <p:attrName>style.visibility</p:attrName>
                                        </p:attrNameLst>
                                      </p:cBhvr>
                                      <p:to>
                                        <p:strVal val="visible"/>
                                      </p:to>
                                    </p:set>
                                  </p:childTnLst>
                                </p:cTn>
                              </p:par>
                              <p:par>
                                <p:cTn id="114" presetID="10" presetClass="exit" presetSubtype="0" fill="hold" grpId="0" nodeType="withEffect">
                                  <p:stCondLst>
                                    <p:cond delay="0"/>
                                  </p:stCondLst>
                                  <p:childTnLst>
                                    <p:animEffect transition="out" filter="fade">
                                      <p:cBhvr>
                                        <p:cTn id="115" dur="420"/>
                                        <p:tgtEl>
                                          <p:spTgt spid="322"/>
                                        </p:tgtEl>
                                      </p:cBhvr>
                                    </p:animEffect>
                                    <p:set>
                                      <p:cBhvr>
                                        <p:cTn id="116" dur="1" fill="hold">
                                          <p:stCondLst>
                                            <p:cond delay="419"/>
                                          </p:stCondLst>
                                        </p:cTn>
                                        <p:tgtEl>
                                          <p:spTgt spid="322"/>
                                        </p:tgtEl>
                                        <p:attrNameLst>
                                          <p:attrName>style.visibility</p:attrName>
                                        </p:attrNameLst>
                                      </p:cBhvr>
                                      <p:to>
                                        <p:strVal val="hidden"/>
                                      </p:to>
                                    </p:set>
                                  </p:childTnLst>
                                </p:cTn>
                              </p:par>
                              <p:par>
                                <p:cTn id="117" presetID="10" presetClass="exit" presetSubtype="0" fill="hold" grpId="0" nodeType="withEffect">
                                  <p:stCondLst>
                                    <p:cond delay="0"/>
                                  </p:stCondLst>
                                  <p:childTnLst>
                                    <p:animEffect transition="out" filter="fade">
                                      <p:cBhvr>
                                        <p:cTn id="118" dur="420"/>
                                        <p:tgtEl>
                                          <p:spTgt spid="323"/>
                                        </p:tgtEl>
                                      </p:cBhvr>
                                    </p:animEffect>
                                    <p:set>
                                      <p:cBhvr>
                                        <p:cTn id="119" dur="1" fill="hold">
                                          <p:stCondLst>
                                            <p:cond delay="419"/>
                                          </p:stCondLst>
                                        </p:cTn>
                                        <p:tgtEl>
                                          <p:spTgt spid="323"/>
                                        </p:tgtEl>
                                        <p:attrNameLst>
                                          <p:attrName>style.visibility</p:attrName>
                                        </p:attrNameLst>
                                      </p:cBhvr>
                                      <p:to>
                                        <p:strVal val="hidden"/>
                                      </p:to>
                                    </p:set>
                                  </p:childTnLst>
                                </p:cTn>
                              </p:par>
                              <p:par>
                                <p:cTn id="120" presetID="10" presetClass="exit" presetSubtype="0" fill="hold" grpId="1" nodeType="withEffect">
                                  <p:stCondLst>
                                    <p:cond delay="0"/>
                                  </p:stCondLst>
                                  <p:childTnLst>
                                    <p:animEffect transition="out" filter="fade">
                                      <p:cBhvr>
                                        <p:cTn id="121" dur="420"/>
                                        <p:tgtEl>
                                          <p:spTgt spid="324"/>
                                        </p:tgtEl>
                                      </p:cBhvr>
                                    </p:animEffect>
                                    <p:set>
                                      <p:cBhvr>
                                        <p:cTn id="122" dur="1" fill="hold">
                                          <p:stCondLst>
                                            <p:cond delay="419"/>
                                          </p:stCondLst>
                                        </p:cTn>
                                        <p:tgtEl>
                                          <p:spTgt spid="324"/>
                                        </p:tgtEl>
                                        <p:attrNameLst>
                                          <p:attrName>style.visibility</p:attrName>
                                        </p:attrNameLst>
                                      </p:cBhvr>
                                      <p:to>
                                        <p:strVal val="hidden"/>
                                      </p:to>
                                    </p:set>
                                  </p:childTnLst>
                                </p:cTn>
                              </p:par>
                              <p:par>
                                <p:cTn id="123" presetID="10" presetClass="exit" presetSubtype="0" fill="hold" grpId="1" nodeType="withEffect">
                                  <p:stCondLst>
                                    <p:cond delay="0"/>
                                  </p:stCondLst>
                                  <p:childTnLst>
                                    <p:animEffect transition="out" filter="fade">
                                      <p:cBhvr>
                                        <p:cTn id="124" dur="420"/>
                                        <p:tgtEl>
                                          <p:spTgt spid="325"/>
                                        </p:tgtEl>
                                      </p:cBhvr>
                                    </p:animEffect>
                                    <p:set>
                                      <p:cBhvr>
                                        <p:cTn id="125" dur="1" fill="hold">
                                          <p:stCondLst>
                                            <p:cond delay="419"/>
                                          </p:stCondLst>
                                        </p:cTn>
                                        <p:tgtEl>
                                          <p:spTgt spid="325"/>
                                        </p:tgtEl>
                                        <p:attrNameLst>
                                          <p:attrName>style.visibility</p:attrName>
                                        </p:attrNameLst>
                                      </p:cBhvr>
                                      <p:to>
                                        <p:strVal val="hidden"/>
                                      </p:to>
                                    </p:set>
                                  </p:childTnLst>
                                </p:cTn>
                              </p:par>
                              <p:par>
                                <p:cTn id="126" presetID="10" presetClass="exit" presetSubtype="0" fill="hold" grpId="1" nodeType="withEffect">
                                  <p:stCondLst>
                                    <p:cond delay="0"/>
                                  </p:stCondLst>
                                  <p:childTnLst>
                                    <p:animEffect transition="out" filter="fade">
                                      <p:cBhvr>
                                        <p:cTn id="127" dur="420"/>
                                        <p:tgtEl>
                                          <p:spTgt spid="326"/>
                                        </p:tgtEl>
                                      </p:cBhvr>
                                    </p:animEffect>
                                    <p:set>
                                      <p:cBhvr>
                                        <p:cTn id="128" dur="1" fill="hold">
                                          <p:stCondLst>
                                            <p:cond delay="419"/>
                                          </p:stCondLst>
                                        </p:cTn>
                                        <p:tgtEl>
                                          <p:spTgt spid="326"/>
                                        </p:tgtEl>
                                        <p:attrNameLst>
                                          <p:attrName>style.visibility</p:attrName>
                                        </p:attrNameLst>
                                      </p:cBhvr>
                                      <p:to>
                                        <p:strVal val="hidden"/>
                                      </p:to>
                                    </p:set>
                                  </p:childTnLst>
                                </p:cTn>
                              </p:par>
                              <p:par>
                                <p:cTn id="129" presetID="10" presetClass="exit" presetSubtype="0" fill="hold" grpId="0" nodeType="withEffect">
                                  <p:stCondLst>
                                    <p:cond delay="0"/>
                                  </p:stCondLst>
                                  <p:childTnLst>
                                    <p:animEffect transition="out" filter="fade">
                                      <p:cBhvr>
                                        <p:cTn id="130" dur="420"/>
                                        <p:tgtEl>
                                          <p:spTgt spid="327"/>
                                        </p:tgtEl>
                                      </p:cBhvr>
                                    </p:animEffect>
                                    <p:set>
                                      <p:cBhvr>
                                        <p:cTn id="131" dur="1" fill="hold">
                                          <p:stCondLst>
                                            <p:cond delay="419"/>
                                          </p:stCondLst>
                                        </p:cTn>
                                        <p:tgtEl>
                                          <p:spTgt spid="327"/>
                                        </p:tgtEl>
                                        <p:attrNameLst>
                                          <p:attrName>style.visibility</p:attrName>
                                        </p:attrNameLst>
                                      </p:cBhvr>
                                      <p:to>
                                        <p:strVal val="hidden"/>
                                      </p:to>
                                    </p:set>
                                  </p:childTnLst>
                                </p:cTn>
                              </p:par>
                              <p:par>
                                <p:cTn id="132" presetID="10" presetClass="exit" presetSubtype="0" fill="hold" grpId="0" nodeType="withEffect">
                                  <p:stCondLst>
                                    <p:cond delay="0"/>
                                  </p:stCondLst>
                                  <p:childTnLst>
                                    <p:animEffect transition="out" filter="fade">
                                      <p:cBhvr>
                                        <p:cTn id="133" dur="420"/>
                                        <p:tgtEl>
                                          <p:spTgt spid="328"/>
                                        </p:tgtEl>
                                      </p:cBhvr>
                                    </p:animEffect>
                                    <p:set>
                                      <p:cBhvr>
                                        <p:cTn id="134" dur="1" fill="hold">
                                          <p:stCondLst>
                                            <p:cond delay="419"/>
                                          </p:stCondLst>
                                        </p:cTn>
                                        <p:tgtEl>
                                          <p:spTgt spid="328"/>
                                        </p:tgtEl>
                                        <p:attrNameLst>
                                          <p:attrName>style.visibility</p:attrName>
                                        </p:attrNameLst>
                                      </p:cBhvr>
                                      <p:to>
                                        <p:strVal val="hidden"/>
                                      </p:to>
                                    </p:set>
                                  </p:childTnLst>
                                </p:cTn>
                              </p:par>
                              <p:par>
                                <p:cTn id="135" presetID="10" presetClass="exit" presetSubtype="0" fill="hold" grpId="1" nodeType="withEffect">
                                  <p:stCondLst>
                                    <p:cond delay="0"/>
                                  </p:stCondLst>
                                  <p:childTnLst>
                                    <p:animEffect transition="out" filter="fade">
                                      <p:cBhvr>
                                        <p:cTn id="136" dur="420"/>
                                        <p:tgtEl>
                                          <p:spTgt spid="329"/>
                                        </p:tgtEl>
                                      </p:cBhvr>
                                    </p:animEffect>
                                    <p:set>
                                      <p:cBhvr>
                                        <p:cTn id="137" dur="1" fill="hold">
                                          <p:stCondLst>
                                            <p:cond delay="419"/>
                                          </p:stCondLst>
                                        </p:cTn>
                                        <p:tgtEl>
                                          <p:spTgt spid="329"/>
                                        </p:tgtEl>
                                        <p:attrNameLst>
                                          <p:attrName>style.visibility</p:attrName>
                                        </p:attrNameLst>
                                      </p:cBhvr>
                                      <p:to>
                                        <p:strVal val="hidden"/>
                                      </p:to>
                                    </p:set>
                                  </p:childTnLst>
                                </p:cTn>
                              </p:par>
                              <p:par>
                                <p:cTn id="138" presetID="10" presetClass="exit" presetSubtype="0" fill="hold" grpId="1" nodeType="withEffect">
                                  <p:stCondLst>
                                    <p:cond delay="0"/>
                                  </p:stCondLst>
                                  <p:childTnLst>
                                    <p:animEffect transition="out" filter="fade">
                                      <p:cBhvr>
                                        <p:cTn id="139" dur="420"/>
                                        <p:tgtEl>
                                          <p:spTgt spid="330"/>
                                        </p:tgtEl>
                                      </p:cBhvr>
                                    </p:animEffect>
                                    <p:set>
                                      <p:cBhvr>
                                        <p:cTn id="140" dur="1" fill="hold">
                                          <p:stCondLst>
                                            <p:cond delay="419"/>
                                          </p:stCondLst>
                                        </p:cTn>
                                        <p:tgtEl>
                                          <p:spTgt spid="330"/>
                                        </p:tgtEl>
                                        <p:attrNameLst>
                                          <p:attrName>style.visibility</p:attrName>
                                        </p:attrNameLst>
                                      </p:cBhvr>
                                      <p:to>
                                        <p:strVal val="hidden"/>
                                      </p:to>
                                    </p:set>
                                  </p:childTnLst>
                                </p:cTn>
                              </p:par>
                              <p:par>
                                <p:cTn id="141" presetID="10" presetClass="exit" presetSubtype="0" fill="hold" grpId="1" nodeType="withEffect">
                                  <p:stCondLst>
                                    <p:cond delay="0"/>
                                  </p:stCondLst>
                                  <p:childTnLst>
                                    <p:animEffect transition="out" filter="fade">
                                      <p:cBhvr>
                                        <p:cTn id="142" dur="420"/>
                                        <p:tgtEl>
                                          <p:spTgt spid="331"/>
                                        </p:tgtEl>
                                      </p:cBhvr>
                                    </p:animEffect>
                                    <p:set>
                                      <p:cBhvr>
                                        <p:cTn id="143" dur="1" fill="hold">
                                          <p:stCondLst>
                                            <p:cond delay="419"/>
                                          </p:stCondLst>
                                        </p:cTn>
                                        <p:tgtEl>
                                          <p:spTgt spid="331"/>
                                        </p:tgtEl>
                                        <p:attrNameLst>
                                          <p:attrName>style.visibility</p:attrName>
                                        </p:attrNameLst>
                                      </p:cBhvr>
                                      <p:to>
                                        <p:strVal val="hidden"/>
                                      </p:to>
                                    </p:set>
                                  </p:childTnLst>
                                </p:cTn>
                              </p:par>
                              <p:par>
                                <p:cTn id="144" presetID="42" presetClass="entr" presetSubtype="0" fill="hold" grpId="0" nodeType="withEffect">
                                  <p:stCondLst>
                                    <p:cond delay="0"/>
                                  </p:stCondLst>
                                  <p:childTnLst>
                                    <p:set>
                                      <p:cBhvr>
                                        <p:cTn id="145" dur="1" fill="hold">
                                          <p:stCondLst>
                                            <p:cond delay="0"/>
                                          </p:stCondLst>
                                        </p:cTn>
                                        <p:tgtEl>
                                          <p:spTgt spid="275"/>
                                        </p:tgtEl>
                                        <p:attrNameLst>
                                          <p:attrName>style.visibility</p:attrName>
                                        </p:attrNameLst>
                                      </p:cBhvr>
                                      <p:to>
                                        <p:strVal val="visible"/>
                                      </p:to>
                                    </p:set>
                                    <p:animEffect transition="in" filter="fade">
                                      <p:cBhvr>
                                        <p:cTn id="146" dur="650"/>
                                        <p:tgtEl>
                                          <p:spTgt spid="275"/>
                                        </p:tgtEl>
                                      </p:cBhvr>
                                    </p:animEffect>
                                    <p:anim calcmode="lin" valueType="num">
                                      <p:cBhvr>
                                        <p:cTn id="147" dur="650" fill="hold"/>
                                        <p:tgtEl>
                                          <p:spTgt spid="275"/>
                                        </p:tgtEl>
                                        <p:attrNameLst>
                                          <p:attrName>ppt_x</p:attrName>
                                        </p:attrNameLst>
                                      </p:cBhvr>
                                      <p:tavLst>
                                        <p:tav tm="0">
                                          <p:val>
                                            <p:strVal val="#ppt_x"/>
                                          </p:val>
                                        </p:tav>
                                        <p:tav tm="100000">
                                          <p:val>
                                            <p:strVal val="#ppt_x"/>
                                          </p:val>
                                        </p:tav>
                                      </p:tavLst>
                                    </p:anim>
                                    <p:anim calcmode="lin" valueType="num">
                                      <p:cBhvr>
                                        <p:cTn id="148" dur="650" fill="hold"/>
                                        <p:tgtEl>
                                          <p:spTgt spid="275"/>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0"/>
                                  </p:stCondLst>
                                  <p:childTnLst>
                                    <p:set>
                                      <p:cBhvr>
                                        <p:cTn id="150" dur="1" fill="hold">
                                          <p:stCondLst>
                                            <p:cond delay="0"/>
                                          </p:stCondLst>
                                        </p:cTn>
                                        <p:tgtEl>
                                          <p:spTgt spid="276"/>
                                        </p:tgtEl>
                                        <p:attrNameLst>
                                          <p:attrName>style.visibility</p:attrName>
                                        </p:attrNameLst>
                                      </p:cBhvr>
                                      <p:to>
                                        <p:strVal val="visible"/>
                                      </p:to>
                                    </p:set>
                                    <p:animEffect transition="in" filter="fade">
                                      <p:cBhvr>
                                        <p:cTn id="151" dur="650"/>
                                        <p:tgtEl>
                                          <p:spTgt spid="276"/>
                                        </p:tgtEl>
                                      </p:cBhvr>
                                    </p:animEffect>
                                    <p:anim calcmode="lin" valueType="num">
                                      <p:cBhvr>
                                        <p:cTn id="152" dur="650" fill="hold"/>
                                        <p:tgtEl>
                                          <p:spTgt spid="276"/>
                                        </p:tgtEl>
                                        <p:attrNameLst>
                                          <p:attrName>ppt_x</p:attrName>
                                        </p:attrNameLst>
                                      </p:cBhvr>
                                      <p:tavLst>
                                        <p:tav tm="0">
                                          <p:val>
                                            <p:strVal val="#ppt_x"/>
                                          </p:val>
                                        </p:tav>
                                        <p:tav tm="100000">
                                          <p:val>
                                            <p:strVal val="#ppt_x"/>
                                          </p:val>
                                        </p:tav>
                                      </p:tavLst>
                                    </p:anim>
                                    <p:anim calcmode="lin" valueType="num">
                                      <p:cBhvr>
                                        <p:cTn id="153" dur="650" fill="hold"/>
                                        <p:tgtEl>
                                          <p:spTgt spid="276"/>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0"/>
                                  </p:stCondLst>
                                  <p:childTnLst>
                                    <p:set>
                                      <p:cBhvr>
                                        <p:cTn id="155" dur="1" fill="hold">
                                          <p:stCondLst>
                                            <p:cond delay="0"/>
                                          </p:stCondLst>
                                        </p:cTn>
                                        <p:tgtEl>
                                          <p:spTgt spid="277"/>
                                        </p:tgtEl>
                                        <p:attrNameLst>
                                          <p:attrName>style.visibility</p:attrName>
                                        </p:attrNameLst>
                                      </p:cBhvr>
                                      <p:to>
                                        <p:strVal val="visible"/>
                                      </p:to>
                                    </p:set>
                                    <p:animEffect transition="in" filter="fade">
                                      <p:cBhvr>
                                        <p:cTn id="156" dur="650"/>
                                        <p:tgtEl>
                                          <p:spTgt spid="277"/>
                                        </p:tgtEl>
                                      </p:cBhvr>
                                    </p:animEffect>
                                    <p:anim calcmode="lin" valueType="num">
                                      <p:cBhvr>
                                        <p:cTn id="157" dur="650" fill="hold"/>
                                        <p:tgtEl>
                                          <p:spTgt spid="277"/>
                                        </p:tgtEl>
                                        <p:attrNameLst>
                                          <p:attrName>ppt_x</p:attrName>
                                        </p:attrNameLst>
                                      </p:cBhvr>
                                      <p:tavLst>
                                        <p:tav tm="0">
                                          <p:val>
                                            <p:strVal val="#ppt_x"/>
                                          </p:val>
                                        </p:tav>
                                        <p:tav tm="100000">
                                          <p:val>
                                            <p:strVal val="#ppt_x"/>
                                          </p:val>
                                        </p:tav>
                                      </p:tavLst>
                                    </p:anim>
                                    <p:anim calcmode="lin" valueType="num">
                                      <p:cBhvr>
                                        <p:cTn id="158" dur="650" fill="hold"/>
                                        <p:tgtEl>
                                          <p:spTgt spid="277"/>
                                        </p:tgtEl>
                                        <p:attrNameLst>
                                          <p:attrName>ppt_y</p:attrName>
                                        </p:attrNameLst>
                                      </p:cBhvr>
                                      <p:tavLst>
                                        <p:tav tm="0">
                                          <p:val>
                                            <p:strVal val="#ppt_y+.1"/>
                                          </p:val>
                                        </p:tav>
                                        <p:tav tm="100000">
                                          <p:val>
                                            <p:strVal val="#ppt_y"/>
                                          </p:val>
                                        </p:tav>
                                      </p:tavLst>
                                    </p:anim>
                                  </p:childTnLst>
                                </p:cTn>
                              </p:par>
                              <p:par>
                                <p:cTn id="159" presetID="42" presetClass="entr" presetSubtype="0" fill="hold" grpId="0" nodeType="withEffect">
                                  <p:stCondLst>
                                    <p:cond delay="0"/>
                                  </p:stCondLst>
                                  <p:childTnLst>
                                    <p:set>
                                      <p:cBhvr>
                                        <p:cTn id="160" dur="1" fill="hold">
                                          <p:stCondLst>
                                            <p:cond delay="0"/>
                                          </p:stCondLst>
                                        </p:cTn>
                                        <p:tgtEl>
                                          <p:spTgt spid="278"/>
                                        </p:tgtEl>
                                        <p:attrNameLst>
                                          <p:attrName>style.visibility</p:attrName>
                                        </p:attrNameLst>
                                      </p:cBhvr>
                                      <p:to>
                                        <p:strVal val="visible"/>
                                      </p:to>
                                    </p:set>
                                    <p:animEffect transition="in" filter="fade">
                                      <p:cBhvr>
                                        <p:cTn id="161" dur="650"/>
                                        <p:tgtEl>
                                          <p:spTgt spid="278"/>
                                        </p:tgtEl>
                                      </p:cBhvr>
                                    </p:animEffect>
                                    <p:anim calcmode="lin" valueType="num">
                                      <p:cBhvr>
                                        <p:cTn id="162" dur="650" fill="hold"/>
                                        <p:tgtEl>
                                          <p:spTgt spid="278"/>
                                        </p:tgtEl>
                                        <p:attrNameLst>
                                          <p:attrName>ppt_x</p:attrName>
                                        </p:attrNameLst>
                                      </p:cBhvr>
                                      <p:tavLst>
                                        <p:tav tm="0">
                                          <p:val>
                                            <p:strVal val="#ppt_x"/>
                                          </p:val>
                                        </p:tav>
                                        <p:tav tm="100000">
                                          <p:val>
                                            <p:strVal val="#ppt_x"/>
                                          </p:val>
                                        </p:tav>
                                      </p:tavLst>
                                    </p:anim>
                                    <p:anim calcmode="lin" valueType="num">
                                      <p:cBhvr>
                                        <p:cTn id="163" dur="650" fill="hold"/>
                                        <p:tgtEl>
                                          <p:spTgt spid="278"/>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0"/>
                                  </p:stCondLst>
                                  <p:childTnLst>
                                    <p:set>
                                      <p:cBhvr>
                                        <p:cTn id="165" dur="1" fill="hold">
                                          <p:stCondLst>
                                            <p:cond delay="0"/>
                                          </p:stCondLst>
                                        </p:cTn>
                                        <p:tgtEl>
                                          <p:spTgt spid="279"/>
                                        </p:tgtEl>
                                        <p:attrNameLst>
                                          <p:attrName>style.visibility</p:attrName>
                                        </p:attrNameLst>
                                      </p:cBhvr>
                                      <p:to>
                                        <p:strVal val="visible"/>
                                      </p:to>
                                    </p:set>
                                    <p:animEffect transition="in" filter="fade">
                                      <p:cBhvr>
                                        <p:cTn id="166" dur="650"/>
                                        <p:tgtEl>
                                          <p:spTgt spid="279"/>
                                        </p:tgtEl>
                                      </p:cBhvr>
                                    </p:animEffect>
                                    <p:anim calcmode="lin" valueType="num">
                                      <p:cBhvr>
                                        <p:cTn id="167" dur="650" fill="hold"/>
                                        <p:tgtEl>
                                          <p:spTgt spid="279"/>
                                        </p:tgtEl>
                                        <p:attrNameLst>
                                          <p:attrName>ppt_x</p:attrName>
                                        </p:attrNameLst>
                                      </p:cBhvr>
                                      <p:tavLst>
                                        <p:tav tm="0">
                                          <p:val>
                                            <p:strVal val="#ppt_x"/>
                                          </p:val>
                                        </p:tav>
                                        <p:tav tm="100000">
                                          <p:val>
                                            <p:strVal val="#ppt_x"/>
                                          </p:val>
                                        </p:tav>
                                      </p:tavLst>
                                    </p:anim>
                                    <p:anim calcmode="lin" valueType="num">
                                      <p:cBhvr>
                                        <p:cTn id="168" dur="650" fill="hold"/>
                                        <p:tgtEl>
                                          <p:spTgt spid="279"/>
                                        </p:tgtEl>
                                        <p:attrNameLst>
                                          <p:attrName>ppt_y</p:attrName>
                                        </p:attrNameLst>
                                      </p:cBhvr>
                                      <p:tavLst>
                                        <p:tav tm="0">
                                          <p:val>
                                            <p:strVal val="#ppt_y+.1"/>
                                          </p:val>
                                        </p:tav>
                                        <p:tav tm="100000">
                                          <p:val>
                                            <p:strVal val="#ppt_y"/>
                                          </p:val>
                                        </p:tav>
                                      </p:tavLst>
                                    </p:anim>
                                  </p:childTnLst>
                                </p:cTn>
                              </p:par>
                              <p:par>
                                <p:cTn id="169" presetID="42" presetClass="entr" presetSubtype="0" fill="hold" grpId="0" nodeType="withEffect">
                                  <p:stCondLst>
                                    <p:cond delay="0"/>
                                  </p:stCondLst>
                                  <p:childTnLst>
                                    <p:set>
                                      <p:cBhvr>
                                        <p:cTn id="170" dur="1" fill="hold">
                                          <p:stCondLst>
                                            <p:cond delay="0"/>
                                          </p:stCondLst>
                                        </p:cTn>
                                        <p:tgtEl>
                                          <p:spTgt spid="280"/>
                                        </p:tgtEl>
                                        <p:attrNameLst>
                                          <p:attrName>style.visibility</p:attrName>
                                        </p:attrNameLst>
                                      </p:cBhvr>
                                      <p:to>
                                        <p:strVal val="visible"/>
                                      </p:to>
                                    </p:set>
                                    <p:animEffect transition="in" filter="fade">
                                      <p:cBhvr>
                                        <p:cTn id="171" dur="650"/>
                                        <p:tgtEl>
                                          <p:spTgt spid="280"/>
                                        </p:tgtEl>
                                      </p:cBhvr>
                                    </p:animEffect>
                                    <p:anim calcmode="lin" valueType="num">
                                      <p:cBhvr>
                                        <p:cTn id="172" dur="650" fill="hold"/>
                                        <p:tgtEl>
                                          <p:spTgt spid="280"/>
                                        </p:tgtEl>
                                        <p:attrNameLst>
                                          <p:attrName>ppt_x</p:attrName>
                                        </p:attrNameLst>
                                      </p:cBhvr>
                                      <p:tavLst>
                                        <p:tav tm="0">
                                          <p:val>
                                            <p:strVal val="#ppt_x"/>
                                          </p:val>
                                        </p:tav>
                                        <p:tav tm="100000">
                                          <p:val>
                                            <p:strVal val="#ppt_x"/>
                                          </p:val>
                                        </p:tav>
                                      </p:tavLst>
                                    </p:anim>
                                    <p:anim calcmode="lin" valueType="num">
                                      <p:cBhvr>
                                        <p:cTn id="173" dur="650" fill="hold"/>
                                        <p:tgtEl>
                                          <p:spTgt spid="280"/>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0"/>
                                  </p:stCondLst>
                                  <p:childTnLst>
                                    <p:set>
                                      <p:cBhvr>
                                        <p:cTn id="175" dur="1" fill="hold">
                                          <p:stCondLst>
                                            <p:cond delay="0"/>
                                          </p:stCondLst>
                                        </p:cTn>
                                        <p:tgtEl>
                                          <p:spTgt spid="281"/>
                                        </p:tgtEl>
                                        <p:attrNameLst>
                                          <p:attrName>style.visibility</p:attrName>
                                        </p:attrNameLst>
                                      </p:cBhvr>
                                      <p:to>
                                        <p:strVal val="visible"/>
                                      </p:to>
                                    </p:set>
                                    <p:animEffect transition="in" filter="fade">
                                      <p:cBhvr>
                                        <p:cTn id="176" dur="650"/>
                                        <p:tgtEl>
                                          <p:spTgt spid="281"/>
                                        </p:tgtEl>
                                      </p:cBhvr>
                                    </p:animEffect>
                                    <p:anim calcmode="lin" valueType="num">
                                      <p:cBhvr>
                                        <p:cTn id="177" dur="650" fill="hold"/>
                                        <p:tgtEl>
                                          <p:spTgt spid="281"/>
                                        </p:tgtEl>
                                        <p:attrNameLst>
                                          <p:attrName>ppt_x</p:attrName>
                                        </p:attrNameLst>
                                      </p:cBhvr>
                                      <p:tavLst>
                                        <p:tav tm="0">
                                          <p:val>
                                            <p:strVal val="#ppt_x"/>
                                          </p:val>
                                        </p:tav>
                                        <p:tav tm="100000">
                                          <p:val>
                                            <p:strVal val="#ppt_x"/>
                                          </p:val>
                                        </p:tav>
                                      </p:tavLst>
                                    </p:anim>
                                    <p:anim calcmode="lin" valueType="num">
                                      <p:cBhvr>
                                        <p:cTn id="178" dur="650" fill="hold"/>
                                        <p:tgtEl>
                                          <p:spTgt spid="281"/>
                                        </p:tgtEl>
                                        <p:attrNameLst>
                                          <p:attrName>ppt_y</p:attrName>
                                        </p:attrNameLst>
                                      </p:cBhvr>
                                      <p:tavLst>
                                        <p:tav tm="0">
                                          <p:val>
                                            <p:strVal val="#ppt_y+.1"/>
                                          </p:val>
                                        </p:tav>
                                        <p:tav tm="100000">
                                          <p:val>
                                            <p:strVal val="#ppt_y"/>
                                          </p:val>
                                        </p:tav>
                                      </p:tavLst>
                                    </p:anim>
                                  </p:childTnLst>
                                </p:cTn>
                              </p:par>
                              <p:par>
                                <p:cTn id="179" presetID="42" presetClass="entr" presetSubtype="0" fill="hold" grpId="0" nodeType="withEffect">
                                  <p:stCondLst>
                                    <p:cond delay="0"/>
                                  </p:stCondLst>
                                  <p:childTnLst>
                                    <p:set>
                                      <p:cBhvr>
                                        <p:cTn id="180" dur="1" fill="hold">
                                          <p:stCondLst>
                                            <p:cond delay="0"/>
                                          </p:stCondLst>
                                        </p:cTn>
                                        <p:tgtEl>
                                          <p:spTgt spid="282"/>
                                        </p:tgtEl>
                                        <p:attrNameLst>
                                          <p:attrName>style.visibility</p:attrName>
                                        </p:attrNameLst>
                                      </p:cBhvr>
                                      <p:to>
                                        <p:strVal val="visible"/>
                                      </p:to>
                                    </p:set>
                                    <p:animEffect transition="in" filter="fade">
                                      <p:cBhvr>
                                        <p:cTn id="181" dur="650"/>
                                        <p:tgtEl>
                                          <p:spTgt spid="282"/>
                                        </p:tgtEl>
                                      </p:cBhvr>
                                    </p:animEffect>
                                    <p:anim calcmode="lin" valueType="num">
                                      <p:cBhvr>
                                        <p:cTn id="182" dur="650" fill="hold"/>
                                        <p:tgtEl>
                                          <p:spTgt spid="282"/>
                                        </p:tgtEl>
                                        <p:attrNameLst>
                                          <p:attrName>ppt_x</p:attrName>
                                        </p:attrNameLst>
                                      </p:cBhvr>
                                      <p:tavLst>
                                        <p:tav tm="0">
                                          <p:val>
                                            <p:strVal val="#ppt_x"/>
                                          </p:val>
                                        </p:tav>
                                        <p:tav tm="100000">
                                          <p:val>
                                            <p:strVal val="#ppt_x"/>
                                          </p:val>
                                        </p:tav>
                                      </p:tavLst>
                                    </p:anim>
                                    <p:anim calcmode="lin" valueType="num">
                                      <p:cBhvr>
                                        <p:cTn id="183" dur="650" fill="hold"/>
                                        <p:tgtEl>
                                          <p:spTgt spid="282"/>
                                        </p:tgtEl>
                                        <p:attrNameLst>
                                          <p:attrName>ppt_y</p:attrName>
                                        </p:attrNameLst>
                                      </p:cBhvr>
                                      <p:tavLst>
                                        <p:tav tm="0">
                                          <p:val>
                                            <p:strVal val="#ppt_y+.1"/>
                                          </p:val>
                                        </p:tav>
                                        <p:tav tm="100000">
                                          <p:val>
                                            <p:strVal val="#ppt_y"/>
                                          </p:val>
                                        </p:tav>
                                      </p:tavLst>
                                    </p:anim>
                                  </p:childTnLst>
                                </p:cTn>
                              </p:par>
                              <p:par>
                                <p:cTn id="184" presetID="42" presetClass="entr" presetSubtype="0" fill="hold" grpId="0" nodeType="withEffect">
                                  <p:stCondLst>
                                    <p:cond delay="0"/>
                                  </p:stCondLst>
                                  <p:childTnLst>
                                    <p:set>
                                      <p:cBhvr>
                                        <p:cTn id="185" dur="1" fill="hold">
                                          <p:stCondLst>
                                            <p:cond delay="0"/>
                                          </p:stCondLst>
                                        </p:cTn>
                                        <p:tgtEl>
                                          <p:spTgt spid="283"/>
                                        </p:tgtEl>
                                        <p:attrNameLst>
                                          <p:attrName>style.visibility</p:attrName>
                                        </p:attrNameLst>
                                      </p:cBhvr>
                                      <p:to>
                                        <p:strVal val="visible"/>
                                      </p:to>
                                    </p:set>
                                    <p:animEffect transition="in" filter="fade">
                                      <p:cBhvr>
                                        <p:cTn id="186" dur="650"/>
                                        <p:tgtEl>
                                          <p:spTgt spid="283"/>
                                        </p:tgtEl>
                                      </p:cBhvr>
                                    </p:animEffect>
                                    <p:anim calcmode="lin" valueType="num">
                                      <p:cBhvr>
                                        <p:cTn id="187" dur="650" fill="hold"/>
                                        <p:tgtEl>
                                          <p:spTgt spid="283"/>
                                        </p:tgtEl>
                                        <p:attrNameLst>
                                          <p:attrName>ppt_x</p:attrName>
                                        </p:attrNameLst>
                                      </p:cBhvr>
                                      <p:tavLst>
                                        <p:tav tm="0">
                                          <p:val>
                                            <p:strVal val="#ppt_x"/>
                                          </p:val>
                                        </p:tav>
                                        <p:tav tm="100000">
                                          <p:val>
                                            <p:strVal val="#ppt_x"/>
                                          </p:val>
                                        </p:tav>
                                      </p:tavLst>
                                    </p:anim>
                                    <p:anim calcmode="lin" valueType="num">
                                      <p:cBhvr>
                                        <p:cTn id="188" dur="650" fill="hold"/>
                                        <p:tgtEl>
                                          <p:spTgt spid="283"/>
                                        </p:tgtEl>
                                        <p:attrNameLst>
                                          <p:attrName>ppt_y</p:attrName>
                                        </p:attrNameLst>
                                      </p:cBhvr>
                                      <p:tavLst>
                                        <p:tav tm="0">
                                          <p:val>
                                            <p:strVal val="#ppt_y+.1"/>
                                          </p:val>
                                        </p:tav>
                                        <p:tav tm="100000">
                                          <p:val>
                                            <p:strVal val="#ppt_y"/>
                                          </p:val>
                                        </p:tav>
                                      </p:tavLst>
                                    </p:anim>
                                  </p:childTnLst>
                                </p:cTn>
                              </p:par>
                              <p:par>
                                <p:cTn id="189" presetID="42" presetClass="entr" presetSubtype="0" fill="hold" grpId="0" nodeType="withEffect">
                                  <p:stCondLst>
                                    <p:cond delay="100"/>
                                  </p:stCondLst>
                                  <p:childTnLst>
                                    <p:set>
                                      <p:cBhvr>
                                        <p:cTn id="190" dur="1" fill="hold">
                                          <p:stCondLst>
                                            <p:cond delay="0"/>
                                          </p:stCondLst>
                                        </p:cTn>
                                        <p:tgtEl>
                                          <p:spTgt spid="284"/>
                                        </p:tgtEl>
                                        <p:attrNameLst>
                                          <p:attrName>style.visibility</p:attrName>
                                        </p:attrNameLst>
                                      </p:cBhvr>
                                      <p:to>
                                        <p:strVal val="visible"/>
                                      </p:to>
                                    </p:set>
                                    <p:animEffect transition="in" filter="fade">
                                      <p:cBhvr>
                                        <p:cTn id="191" dur="650"/>
                                        <p:tgtEl>
                                          <p:spTgt spid="284"/>
                                        </p:tgtEl>
                                      </p:cBhvr>
                                    </p:animEffect>
                                    <p:anim calcmode="lin" valueType="num">
                                      <p:cBhvr>
                                        <p:cTn id="192" dur="650" fill="hold"/>
                                        <p:tgtEl>
                                          <p:spTgt spid="284"/>
                                        </p:tgtEl>
                                        <p:attrNameLst>
                                          <p:attrName>ppt_x</p:attrName>
                                        </p:attrNameLst>
                                      </p:cBhvr>
                                      <p:tavLst>
                                        <p:tav tm="0">
                                          <p:val>
                                            <p:strVal val="#ppt_x"/>
                                          </p:val>
                                        </p:tav>
                                        <p:tav tm="100000">
                                          <p:val>
                                            <p:strVal val="#ppt_x"/>
                                          </p:val>
                                        </p:tav>
                                      </p:tavLst>
                                    </p:anim>
                                    <p:anim calcmode="lin" valueType="num">
                                      <p:cBhvr>
                                        <p:cTn id="193" dur="650" fill="hold"/>
                                        <p:tgtEl>
                                          <p:spTgt spid="284"/>
                                        </p:tgtEl>
                                        <p:attrNameLst>
                                          <p:attrName>ppt_y</p:attrName>
                                        </p:attrNameLst>
                                      </p:cBhvr>
                                      <p:tavLst>
                                        <p:tav tm="0">
                                          <p:val>
                                            <p:strVal val="#ppt_y+.1"/>
                                          </p:val>
                                        </p:tav>
                                        <p:tav tm="100000">
                                          <p:val>
                                            <p:strVal val="#ppt_y"/>
                                          </p:val>
                                        </p:tav>
                                      </p:tavLst>
                                    </p:anim>
                                  </p:childTnLst>
                                </p:cTn>
                              </p:par>
                              <p:par>
                                <p:cTn id="194" presetID="42" presetClass="entr" presetSubtype="0" fill="hold" grpId="0" nodeType="withEffect">
                                  <p:stCondLst>
                                    <p:cond delay="100"/>
                                  </p:stCondLst>
                                  <p:childTnLst>
                                    <p:set>
                                      <p:cBhvr>
                                        <p:cTn id="195" dur="1" fill="hold">
                                          <p:stCondLst>
                                            <p:cond delay="0"/>
                                          </p:stCondLst>
                                        </p:cTn>
                                        <p:tgtEl>
                                          <p:spTgt spid="285"/>
                                        </p:tgtEl>
                                        <p:attrNameLst>
                                          <p:attrName>style.visibility</p:attrName>
                                        </p:attrNameLst>
                                      </p:cBhvr>
                                      <p:to>
                                        <p:strVal val="visible"/>
                                      </p:to>
                                    </p:set>
                                    <p:animEffect transition="in" filter="fade">
                                      <p:cBhvr>
                                        <p:cTn id="196" dur="650"/>
                                        <p:tgtEl>
                                          <p:spTgt spid="285"/>
                                        </p:tgtEl>
                                      </p:cBhvr>
                                    </p:animEffect>
                                    <p:anim calcmode="lin" valueType="num">
                                      <p:cBhvr>
                                        <p:cTn id="197" dur="650" fill="hold"/>
                                        <p:tgtEl>
                                          <p:spTgt spid="285"/>
                                        </p:tgtEl>
                                        <p:attrNameLst>
                                          <p:attrName>ppt_x</p:attrName>
                                        </p:attrNameLst>
                                      </p:cBhvr>
                                      <p:tavLst>
                                        <p:tav tm="0">
                                          <p:val>
                                            <p:strVal val="#ppt_x"/>
                                          </p:val>
                                        </p:tav>
                                        <p:tav tm="100000">
                                          <p:val>
                                            <p:strVal val="#ppt_x"/>
                                          </p:val>
                                        </p:tav>
                                      </p:tavLst>
                                    </p:anim>
                                    <p:anim calcmode="lin" valueType="num">
                                      <p:cBhvr>
                                        <p:cTn id="198" dur="650" fill="hold"/>
                                        <p:tgtEl>
                                          <p:spTgt spid="285"/>
                                        </p:tgtEl>
                                        <p:attrNameLst>
                                          <p:attrName>ppt_y</p:attrName>
                                        </p:attrNameLst>
                                      </p:cBhvr>
                                      <p:tavLst>
                                        <p:tav tm="0">
                                          <p:val>
                                            <p:strVal val="#ppt_y+.1"/>
                                          </p:val>
                                        </p:tav>
                                        <p:tav tm="100000">
                                          <p:val>
                                            <p:strVal val="#ppt_y"/>
                                          </p:val>
                                        </p:tav>
                                      </p:tavLst>
                                    </p:anim>
                                  </p:childTnLst>
                                </p:cTn>
                              </p:par>
                              <p:par>
                                <p:cTn id="199" presetID="42" presetClass="entr" presetSubtype="0" fill="hold" grpId="0" nodeType="withEffect">
                                  <p:stCondLst>
                                    <p:cond delay="100"/>
                                  </p:stCondLst>
                                  <p:childTnLst>
                                    <p:set>
                                      <p:cBhvr>
                                        <p:cTn id="200" dur="1" fill="hold">
                                          <p:stCondLst>
                                            <p:cond delay="0"/>
                                          </p:stCondLst>
                                        </p:cTn>
                                        <p:tgtEl>
                                          <p:spTgt spid="286"/>
                                        </p:tgtEl>
                                        <p:attrNameLst>
                                          <p:attrName>style.visibility</p:attrName>
                                        </p:attrNameLst>
                                      </p:cBhvr>
                                      <p:to>
                                        <p:strVal val="visible"/>
                                      </p:to>
                                    </p:set>
                                    <p:animEffect transition="in" filter="fade">
                                      <p:cBhvr>
                                        <p:cTn id="201" dur="650"/>
                                        <p:tgtEl>
                                          <p:spTgt spid="286"/>
                                        </p:tgtEl>
                                      </p:cBhvr>
                                    </p:animEffect>
                                    <p:anim calcmode="lin" valueType="num">
                                      <p:cBhvr>
                                        <p:cTn id="202" dur="650" fill="hold"/>
                                        <p:tgtEl>
                                          <p:spTgt spid="286"/>
                                        </p:tgtEl>
                                        <p:attrNameLst>
                                          <p:attrName>ppt_x</p:attrName>
                                        </p:attrNameLst>
                                      </p:cBhvr>
                                      <p:tavLst>
                                        <p:tav tm="0">
                                          <p:val>
                                            <p:strVal val="#ppt_x"/>
                                          </p:val>
                                        </p:tav>
                                        <p:tav tm="100000">
                                          <p:val>
                                            <p:strVal val="#ppt_x"/>
                                          </p:val>
                                        </p:tav>
                                      </p:tavLst>
                                    </p:anim>
                                    <p:anim calcmode="lin" valueType="num">
                                      <p:cBhvr>
                                        <p:cTn id="203" dur="650" fill="hold"/>
                                        <p:tgtEl>
                                          <p:spTgt spid="286"/>
                                        </p:tgtEl>
                                        <p:attrNameLst>
                                          <p:attrName>ppt_y</p:attrName>
                                        </p:attrNameLst>
                                      </p:cBhvr>
                                      <p:tavLst>
                                        <p:tav tm="0">
                                          <p:val>
                                            <p:strVal val="#ppt_y+.1"/>
                                          </p:val>
                                        </p:tav>
                                        <p:tav tm="100000">
                                          <p:val>
                                            <p:strVal val="#ppt_y"/>
                                          </p:val>
                                        </p:tav>
                                      </p:tavLst>
                                    </p:anim>
                                  </p:childTnLst>
                                </p:cTn>
                              </p:par>
                              <p:par>
                                <p:cTn id="204" presetID="42" presetClass="entr" presetSubtype="0" fill="hold" grpId="0" nodeType="withEffect">
                                  <p:stCondLst>
                                    <p:cond delay="200"/>
                                  </p:stCondLst>
                                  <p:childTnLst>
                                    <p:set>
                                      <p:cBhvr>
                                        <p:cTn id="205" dur="1" fill="hold">
                                          <p:stCondLst>
                                            <p:cond delay="0"/>
                                          </p:stCondLst>
                                        </p:cTn>
                                        <p:tgtEl>
                                          <p:spTgt spid="292"/>
                                        </p:tgtEl>
                                        <p:attrNameLst>
                                          <p:attrName>style.visibility</p:attrName>
                                        </p:attrNameLst>
                                      </p:cBhvr>
                                      <p:to>
                                        <p:strVal val="visible"/>
                                      </p:to>
                                    </p:set>
                                    <p:animEffect transition="in" filter="fade">
                                      <p:cBhvr>
                                        <p:cTn id="206" dur="650"/>
                                        <p:tgtEl>
                                          <p:spTgt spid="292"/>
                                        </p:tgtEl>
                                      </p:cBhvr>
                                    </p:animEffect>
                                    <p:anim calcmode="lin" valueType="num">
                                      <p:cBhvr>
                                        <p:cTn id="207" dur="650" fill="hold"/>
                                        <p:tgtEl>
                                          <p:spTgt spid="292"/>
                                        </p:tgtEl>
                                        <p:attrNameLst>
                                          <p:attrName>ppt_x</p:attrName>
                                        </p:attrNameLst>
                                      </p:cBhvr>
                                      <p:tavLst>
                                        <p:tav tm="0">
                                          <p:val>
                                            <p:strVal val="#ppt_x"/>
                                          </p:val>
                                        </p:tav>
                                        <p:tav tm="100000">
                                          <p:val>
                                            <p:strVal val="#ppt_x"/>
                                          </p:val>
                                        </p:tav>
                                      </p:tavLst>
                                    </p:anim>
                                    <p:anim calcmode="lin" valueType="num">
                                      <p:cBhvr>
                                        <p:cTn id="208" dur="650" fill="hold"/>
                                        <p:tgtEl>
                                          <p:spTgt spid="292"/>
                                        </p:tgtEl>
                                        <p:attrNameLst>
                                          <p:attrName>ppt_y</p:attrName>
                                        </p:attrNameLst>
                                      </p:cBhvr>
                                      <p:tavLst>
                                        <p:tav tm="0">
                                          <p:val>
                                            <p:strVal val="#ppt_y+.1"/>
                                          </p:val>
                                        </p:tav>
                                        <p:tav tm="100000">
                                          <p:val>
                                            <p:strVal val="#ppt_y"/>
                                          </p:val>
                                        </p:tav>
                                      </p:tavLst>
                                    </p:anim>
                                  </p:childTnLst>
                                </p:cTn>
                              </p:par>
                              <p:par>
                                <p:cTn id="209" presetID="42" presetClass="entr" presetSubtype="0" fill="hold" grpId="0" nodeType="withEffect">
                                  <p:stCondLst>
                                    <p:cond delay="200"/>
                                  </p:stCondLst>
                                  <p:childTnLst>
                                    <p:set>
                                      <p:cBhvr>
                                        <p:cTn id="210" dur="1" fill="hold">
                                          <p:stCondLst>
                                            <p:cond delay="0"/>
                                          </p:stCondLst>
                                        </p:cTn>
                                        <p:tgtEl>
                                          <p:spTgt spid="293"/>
                                        </p:tgtEl>
                                        <p:attrNameLst>
                                          <p:attrName>style.visibility</p:attrName>
                                        </p:attrNameLst>
                                      </p:cBhvr>
                                      <p:to>
                                        <p:strVal val="visible"/>
                                      </p:to>
                                    </p:set>
                                    <p:animEffect transition="in" filter="fade">
                                      <p:cBhvr>
                                        <p:cTn id="211" dur="650"/>
                                        <p:tgtEl>
                                          <p:spTgt spid="293"/>
                                        </p:tgtEl>
                                      </p:cBhvr>
                                    </p:animEffect>
                                    <p:anim calcmode="lin" valueType="num">
                                      <p:cBhvr>
                                        <p:cTn id="212" dur="650" fill="hold"/>
                                        <p:tgtEl>
                                          <p:spTgt spid="293"/>
                                        </p:tgtEl>
                                        <p:attrNameLst>
                                          <p:attrName>ppt_x</p:attrName>
                                        </p:attrNameLst>
                                      </p:cBhvr>
                                      <p:tavLst>
                                        <p:tav tm="0">
                                          <p:val>
                                            <p:strVal val="#ppt_x"/>
                                          </p:val>
                                        </p:tav>
                                        <p:tav tm="100000">
                                          <p:val>
                                            <p:strVal val="#ppt_x"/>
                                          </p:val>
                                        </p:tav>
                                      </p:tavLst>
                                    </p:anim>
                                    <p:anim calcmode="lin" valueType="num">
                                      <p:cBhvr>
                                        <p:cTn id="213" dur="650" fill="hold"/>
                                        <p:tgtEl>
                                          <p:spTgt spid="293"/>
                                        </p:tgtEl>
                                        <p:attrNameLst>
                                          <p:attrName>ppt_y</p:attrName>
                                        </p:attrNameLst>
                                      </p:cBhvr>
                                      <p:tavLst>
                                        <p:tav tm="0">
                                          <p:val>
                                            <p:strVal val="#ppt_y+.1"/>
                                          </p:val>
                                        </p:tav>
                                        <p:tav tm="100000">
                                          <p:val>
                                            <p:strVal val="#ppt_y"/>
                                          </p:val>
                                        </p:tav>
                                      </p:tavLst>
                                    </p:anim>
                                  </p:childTnLst>
                                </p:cTn>
                              </p:par>
                              <p:par>
                                <p:cTn id="214" presetID="42" presetClass="entr" presetSubtype="0" fill="hold" grpId="0" nodeType="withEffect">
                                  <p:stCondLst>
                                    <p:cond delay="300"/>
                                  </p:stCondLst>
                                  <p:childTnLst>
                                    <p:set>
                                      <p:cBhvr>
                                        <p:cTn id="215" dur="1" fill="hold">
                                          <p:stCondLst>
                                            <p:cond delay="0"/>
                                          </p:stCondLst>
                                        </p:cTn>
                                        <p:tgtEl>
                                          <p:spTgt spid="294"/>
                                        </p:tgtEl>
                                        <p:attrNameLst>
                                          <p:attrName>style.visibility</p:attrName>
                                        </p:attrNameLst>
                                      </p:cBhvr>
                                      <p:to>
                                        <p:strVal val="visible"/>
                                      </p:to>
                                    </p:set>
                                    <p:animEffect transition="in" filter="fade">
                                      <p:cBhvr>
                                        <p:cTn id="216" dur="650"/>
                                        <p:tgtEl>
                                          <p:spTgt spid="294"/>
                                        </p:tgtEl>
                                      </p:cBhvr>
                                    </p:animEffect>
                                    <p:anim calcmode="lin" valueType="num">
                                      <p:cBhvr>
                                        <p:cTn id="217" dur="650" fill="hold"/>
                                        <p:tgtEl>
                                          <p:spTgt spid="294"/>
                                        </p:tgtEl>
                                        <p:attrNameLst>
                                          <p:attrName>ppt_x</p:attrName>
                                        </p:attrNameLst>
                                      </p:cBhvr>
                                      <p:tavLst>
                                        <p:tav tm="0">
                                          <p:val>
                                            <p:strVal val="#ppt_x"/>
                                          </p:val>
                                        </p:tav>
                                        <p:tav tm="100000">
                                          <p:val>
                                            <p:strVal val="#ppt_x"/>
                                          </p:val>
                                        </p:tav>
                                      </p:tavLst>
                                    </p:anim>
                                    <p:anim calcmode="lin" valueType="num">
                                      <p:cBhvr>
                                        <p:cTn id="218" dur="650" fill="hold"/>
                                        <p:tgtEl>
                                          <p:spTgt spid="294"/>
                                        </p:tgtEl>
                                        <p:attrNameLst>
                                          <p:attrName>ppt_y</p:attrName>
                                        </p:attrNameLst>
                                      </p:cBhvr>
                                      <p:tavLst>
                                        <p:tav tm="0">
                                          <p:val>
                                            <p:strVal val="#ppt_y+.1"/>
                                          </p:val>
                                        </p:tav>
                                        <p:tav tm="100000">
                                          <p:val>
                                            <p:strVal val="#ppt_y"/>
                                          </p:val>
                                        </p:tav>
                                      </p:tavLst>
                                    </p:anim>
                                  </p:childTnLst>
                                </p:cTn>
                              </p:par>
                              <p:par>
                                <p:cTn id="219" presetID="42" presetClass="entr" presetSubtype="0" fill="hold" grpId="0" nodeType="withEffect">
                                  <p:stCondLst>
                                    <p:cond delay="400"/>
                                  </p:stCondLst>
                                  <p:childTnLst>
                                    <p:set>
                                      <p:cBhvr>
                                        <p:cTn id="220" dur="1" fill="hold">
                                          <p:stCondLst>
                                            <p:cond delay="0"/>
                                          </p:stCondLst>
                                        </p:cTn>
                                        <p:tgtEl>
                                          <p:spTgt spid="295"/>
                                        </p:tgtEl>
                                        <p:attrNameLst>
                                          <p:attrName>style.visibility</p:attrName>
                                        </p:attrNameLst>
                                      </p:cBhvr>
                                      <p:to>
                                        <p:strVal val="visible"/>
                                      </p:to>
                                    </p:set>
                                    <p:animEffect transition="in" filter="fade">
                                      <p:cBhvr>
                                        <p:cTn id="221" dur="650"/>
                                        <p:tgtEl>
                                          <p:spTgt spid="295"/>
                                        </p:tgtEl>
                                      </p:cBhvr>
                                    </p:animEffect>
                                    <p:anim calcmode="lin" valueType="num">
                                      <p:cBhvr>
                                        <p:cTn id="222" dur="650" fill="hold"/>
                                        <p:tgtEl>
                                          <p:spTgt spid="295"/>
                                        </p:tgtEl>
                                        <p:attrNameLst>
                                          <p:attrName>ppt_x</p:attrName>
                                        </p:attrNameLst>
                                      </p:cBhvr>
                                      <p:tavLst>
                                        <p:tav tm="0">
                                          <p:val>
                                            <p:strVal val="#ppt_x"/>
                                          </p:val>
                                        </p:tav>
                                        <p:tav tm="100000">
                                          <p:val>
                                            <p:strVal val="#ppt_x"/>
                                          </p:val>
                                        </p:tav>
                                      </p:tavLst>
                                    </p:anim>
                                    <p:anim calcmode="lin" valueType="num">
                                      <p:cBhvr>
                                        <p:cTn id="223" dur="650" fill="hold"/>
                                        <p:tgtEl>
                                          <p:spTgt spid="295"/>
                                        </p:tgtEl>
                                        <p:attrNameLst>
                                          <p:attrName>ppt_y</p:attrName>
                                        </p:attrNameLst>
                                      </p:cBhvr>
                                      <p:tavLst>
                                        <p:tav tm="0">
                                          <p:val>
                                            <p:strVal val="#ppt_y+.1"/>
                                          </p:val>
                                        </p:tav>
                                        <p:tav tm="100000">
                                          <p:val>
                                            <p:strVal val="#ppt_y"/>
                                          </p:val>
                                        </p:tav>
                                      </p:tavLst>
                                    </p:anim>
                                  </p:childTnLst>
                                </p:cTn>
                              </p:par>
                              <p:par>
                                <p:cTn id="224" presetID="42" presetClass="entr" presetSubtype="0" fill="hold" grpId="0" nodeType="withEffect">
                                  <p:stCondLst>
                                    <p:cond delay="500"/>
                                  </p:stCondLst>
                                  <p:childTnLst>
                                    <p:set>
                                      <p:cBhvr>
                                        <p:cTn id="225" dur="1" fill="hold">
                                          <p:stCondLst>
                                            <p:cond delay="0"/>
                                          </p:stCondLst>
                                        </p:cTn>
                                        <p:tgtEl>
                                          <p:spTgt spid="296"/>
                                        </p:tgtEl>
                                        <p:attrNameLst>
                                          <p:attrName>style.visibility</p:attrName>
                                        </p:attrNameLst>
                                      </p:cBhvr>
                                      <p:to>
                                        <p:strVal val="visible"/>
                                      </p:to>
                                    </p:set>
                                    <p:animEffect transition="in" filter="fade">
                                      <p:cBhvr>
                                        <p:cTn id="226" dur="650"/>
                                        <p:tgtEl>
                                          <p:spTgt spid="296"/>
                                        </p:tgtEl>
                                      </p:cBhvr>
                                    </p:animEffect>
                                    <p:anim calcmode="lin" valueType="num">
                                      <p:cBhvr>
                                        <p:cTn id="227" dur="650" fill="hold"/>
                                        <p:tgtEl>
                                          <p:spTgt spid="296"/>
                                        </p:tgtEl>
                                        <p:attrNameLst>
                                          <p:attrName>ppt_x</p:attrName>
                                        </p:attrNameLst>
                                      </p:cBhvr>
                                      <p:tavLst>
                                        <p:tav tm="0">
                                          <p:val>
                                            <p:strVal val="#ppt_x"/>
                                          </p:val>
                                        </p:tav>
                                        <p:tav tm="100000">
                                          <p:val>
                                            <p:strVal val="#ppt_x"/>
                                          </p:val>
                                        </p:tav>
                                      </p:tavLst>
                                    </p:anim>
                                    <p:anim calcmode="lin" valueType="num">
                                      <p:cBhvr>
                                        <p:cTn id="228" dur="650" fill="hold"/>
                                        <p:tgtEl>
                                          <p:spTgt spid="296"/>
                                        </p:tgtEl>
                                        <p:attrNameLst>
                                          <p:attrName>ppt_y</p:attrName>
                                        </p:attrNameLst>
                                      </p:cBhvr>
                                      <p:tavLst>
                                        <p:tav tm="0">
                                          <p:val>
                                            <p:strVal val="#ppt_y+.1"/>
                                          </p:val>
                                        </p:tav>
                                        <p:tav tm="100000">
                                          <p:val>
                                            <p:strVal val="#ppt_y"/>
                                          </p:val>
                                        </p:tav>
                                      </p:tavLst>
                                    </p:anim>
                                  </p:childTnLst>
                                </p:cTn>
                              </p:par>
                              <p:par>
                                <p:cTn id="229" presetID="42" presetClass="entr" presetSubtype="0" fill="hold" grpId="0" nodeType="withEffect">
                                  <p:stCondLst>
                                    <p:cond delay="500"/>
                                  </p:stCondLst>
                                  <p:childTnLst>
                                    <p:set>
                                      <p:cBhvr>
                                        <p:cTn id="230" dur="1" fill="hold">
                                          <p:stCondLst>
                                            <p:cond delay="0"/>
                                          </p:stCondLst>
                                        </p:cTn>
                                        <p:tgtEl>
                                          <p:spTgt spid="297"/>
                                        </p:tgtEl>
                                        <p:attrNameLst>
                                          <p:attrName>style.visibility</p:attrName>
                                        </p:attrNameLst>
                                      </p:cBhvr>
                                      <p:to>
                                        <p:strVal val="visible"/>
                                      </p:to>
                                    </p:set>
                                    <p:animEffect transition="in" filter="fade">
                                      <p:cBhvr>
                                        <p:cTn id="231" dur="650"/>
                                        <p:tgtEl>
                                          <p:spTgt spid="297"/>
                                        </p:tgtEl>
                                      </p:cBhvr>
                                    </p:animEffect>
                                    <p:anim calcmode="lin" valueType="num">
                                      <p:cBhvr>
                                        <p:cTn id="232" dur="650" fill="hold"/>
                                        <p:tgtEl>
                                          <p:spTgt spid="297"/>
                                        </p:tgtEl>
                                        <p:attrNameLst>
                                          <p:attrName>ppt_x</p:attrName>
                                        </p:attrNameLst>
                                      </p:cBhvr>
                                      <p:tavLst>
                                        <p:tav tm="0">
                                          <p:val>
                                            <p:strVal val="#ppt_x"/>
                                          </p:val>
                                        </p:tav>
                                        <p:tav tm="100000">
                                          <p:val>
                                            <p:strVal val="#ppt_x"/>
                                          </p:val>
                                        </p:tav>
                                      </p:tavLst>
                                    </p:anim>
                                    <p:anim calcmode="lin" valueType="num">
                                      <p:cBhvr>
                                        <p:cTn id="233" dur="650" fill="hold"/>
                                        <p:tgtEl>
                                          <p:spTgt spid="297"/>
                                        </p:tgtEl>
                                        <p:attrNameLst>
                                          <p:attrName>ppt_y</p:attrName>
                                        </p:attrNameLst>
                                      </p:cBhvr>
                                      <p:tavLst>
                                        <p:tav tm="0">
                                          <p:val>
                                            <p:strVal val="#ppt_y+.1"/>
                                          </p:val>
                                        </p:tav>
                                        <p:tav tm="100000">
                                          <p:val>
                                            <p:strVal val="#ppt_y"/>
                                          </p:val>
                                        </p:tav>
                                      </p:tavLst>
                                    </p:anim>
                                  </p:childTnLst>
                                </p:cTn>
                              </p:par>
                              <p:par>
                                <p:cTn id="234" presetID="42" presetClass="entr" presetSubtype="0" fill="hold" grpId="0" nodeType="withEffect">
                                  <p:stCondLst>
                                    <p:cond delay="500"/>
                                  </p:stCondLst>
                                  <p:childTnLst>
                                    <p:set>
                                      <p:cBhvr>
                                        <p:cTn id="235" dur="1" fill="hold">
                                          <p:stCondLst>
                                            <p:cond delay="0"/>
                                          </p:stCondLst>
                                        </p:cTn>
                                        <p:tgtEl>
                                          <p:spTgt spid="298"/>
                                        </p:tgtEl>
                                        <p:attrNameLst>
                                          <p:attrName>style.visibility</p:attrName>
                                        </p:attrNameLst>
                                      </p:cBhvr>
                                      <p:to>
                                        <p:strVal val="visible"/>
                                      </p:to>
                                    </p:set>
                                    <p:animEffect transition="in" filter="fade">
                                      <p:cBhvr>
                                        <p:cTn id="236" dur="650"/>
                                        <p:tgtEl>
                                          <p:spTgt spid="298"/>
                                        </p:tgtEl>
                                      </p:cBhvr>
                                    </p:animEffect>
                                    <p:anim calcmode="lin" valueType="num">
                                      <p:cBhvr>
                                        <p:cTn id="237" dur="650" fill="hold"/>
                                        <p:tgtEl>
                                          <p:spTgt spid="298"/>
                                        </p:tgtEl>
                                        <p:attrNameLst>
                                          <p:attrName>ppt_x</p:attrName>
                                        </p:attrNameLst>
                                      </p:cBhvr>
                                      <p:tavLst>
                                        <p:tav tm="0">
                                          <p:val>
                                            <p:strVal val="#ppt_x"/>
                                          </p:val>
                                        </p:tav>
                                        <p:tav tm="100000">
                                          <p:val>
                                            <p:strVal val="#ppt_x"/>
                                          </p:val>
                                        </p:tav>
                                      </p:tavLst>
                                    </p:anim>
                                    <p:anim calcmode="lin" valueType="num">
                                      <p:cBhvr>
                                        <p:cTn id="238" dur="650" fill="hold"/>
                                        <p:tgtEl>
                                          <p:spTgt spid="298"/>
                                        </p:tgtEl>
                                        <p:attrNameLst>
                                          <p:attrName>ppt_y</p:attrName>
                                        </p:attrNameLst>
                                      </p:cBhvr>
                                      <p:tavLst>
                                        <p:tav tm="0">
                                          <p:val>
                                            <p:strVal val="#ppt_y+.1"/>
                                          </p:val>
                                        </p:tav>
                                        <p:tav tm="100000">
                                          <p:val>
                                            <p:strVal val="#ppt_y"/>
                                          </p:val>
                                        </p:tav>
                                      </p:tavLst>
                                    </p:anim>
                                  </p:childTnLst>
                                </p:cTn>
                              </p:par>
                              <p:par>
                                <p:cTn id="239" presetID="42" presetClass="entr" presetSubtype="0" fill="hold" grpId="0" nodeType="withEffect">
                                  <p:stCondLst>
                                    <p:cond delay="600"/>
                                  </p:stCondLst>
                                  <p:childTnLst>
                                    <p:set>
                                      <p:cBhvr>
                                        <p:cTn id="240" dur="1" fill="hold">
                                          <p:stCondLst>
                                            <p:cond delay="0"/>
                                          </p:stCondLst>
                                        </p:cTn>
                                        <p:tgtEl>
                                          <p:spTgt spid="337"/>
                                        </p:tgtEl>
                                        <p:attrNameLst>
                                          <p:attrName>style.visibility</p:attrName>
                                        </p:attrNameLst>
                                      </p:cBhvr>
                                      <p:to>
                                        <p:strVal val="visible"/>
                                      </p:to>
                                    </p:set>
                                    <p:animEffect transition="in" filter="fade">
                                      <p:cBhvr>
                                        <p:cTn id="241" dur="650"/>
                                        <p:tgtEl>
                                          <p:spTgt spid="337"/>
                                        </p:tgtEl>
                                      </p:cBhvr>
                                    </p:animEffect>
                                    <p:anim calcmode="lin" valueType="num">
                                      <p:cBhvr>
                                        <p:cTn id="242" dur="650" fill="hold"/>
                                        <p:tgtEl>
                                          <p:spTgt spid="337"/>
                                        </p:tgtEl>
                                        <p:attrNameLst>
                                          <p:attrName>ppt_x</p:attrName>
                                        </p:attrNameLst>
                                      </p:cBhvr>
                                      <p:tavLst>
                                        <p:tav tm="0">
                                          <p:val>
                                            <p:strVal val="#ppt_x"/>
                                          </p:val>
                                        </p:tav>
                                        <p:tav tm="100000">
                                          <p:val>
                                            <p:strVal val="#ppt_x"/>
                                          </p:val>
                                        </p:tav>
                                      </p:tavLst>
                                    </p:anim>
                                    <p:anim calcmode="lin" valueType="num">
                                      <p:cBhvr>
                                        <p:cTn id="243" dur="650" fill="hold"/>
                                        <p:tgtEl>
                                          <p:spTgt spid="337"/>
                                        </p:tgtEl>
                                        <p:attrNameLst>
                                          <p:attrName>ppt_y</p:attrName>
                                        </p:attrNameLst>
                                      </p:cBhvr>
                                      <p:tavLst>
                                        <p:tav tm="0">
                                          <p:val>
                                            <p:strVal val="#ppt_y+.1"/>
                                          </p:val>
                                        </p:tav>
                                        <p:tav tm="100000">
                                          <p:val>
                                            <p:strVal val="#ppt_y"/>
                                          </p:val>
                                        </p:tav>
                                      </p:tavLst>
                                    </p:anim>
                                  </p:childTnLst>
                                </p:cTn>
                              </p:par>
                              <p:par>
                                <p:cTn id="244" presetID="42" presetClass="entr" presetSubtype="0" fill="hold" grpId="0" nodeType="withEffect">
                                  <p:stCondLst>
                                    <p:cond delay="600"/>
                                  </p:stCondLst>
                                  <p:childTnLst>
                                    <p:set>
                                      <p:cBhvr>
                                        <p:cTn id="245" dur="1" fill="hold">
                                          <p:stCondLst>
                                            <p:cond delay="0"/>
                                          </p:stCondLst>
                                        </p:cTn>
                                        <p:tgtEl>
                                          <p:spTgt spid="338"/>
                                        </p:tgtEl>
                                        <p:attrNameLst>
                                          <p:attrName>style.visibility</p:attrName>
                                        </p:attrNameLst>
                                      </p:cBhvr>
                                      <p:to>
                                        <p:strVal val="visible"/>
                                      </p:to>
                                    </p:set>
                                    <p:animEffect transition="in" filter="fade">
                                      <p:cBhvr>
                                        <p:cTn id="246" dur="650"/>
                                        <p:tgtEl>
                                          <p:spTgt spid="338"/>
                                        </p:tgtEl>
                                      </p:cBhvr>
                                    </p:animEffect>
                                    <p:anim calcmode="lin" valueType="num">
                                      <p:cBhvr>
                                        <p:cTn id="247" dur="650" fill="hold"/>
                                        <p:tgtEl>
                                          <p:spTgt spid="338"/>
                                        </p:tgtEl>
                                        <p:attrNameLst>
                                          <p:attrName>ppt_x</p:attrName>
                                        </p:attrNameLst>
                                      </p:cBhvr>
                                      <p:tavLst>
                                        <p:tav tm="0">
                                          <p:val>
                                            <p:strVal val="#ppt_x"/>
                                          </p:val>
                                        </p:tav>
                                        <p:tav tm="100000">
                                          <p:val>
                                            <p:strVal val="#ppt_x"/>
                                          </p:val>
                                        </p:tav>
                                      </p:tavLst>
                                    </p:anim>
                                    <p:anim calcmode="lin" valueType="num">
                                      <p:cBhvr>
                                        <p:cTn id="248" dur="650" fill="hold"/>
                                        <p:tgtEl>
                                          <p:spTgt spid="338"/>
                                        </p:tgtEl>
                                        <p:attrNameLst>
                                          <p:attrName>ppt_y</p:attrName>
                                        </p:attrNameLst>
                                      </p:cBhvr>
                                      <p:tavLst>
                                        <p:tav tm="0">
                                          <p:val>
                                            <p:strVal val="#ppt_y+.1"/>
                                          </p:val>
                                        </p:tav>
                                        <p:tav tm="100000">
                                          <p:val>
                                            <p:strVal val="#ppt_y"/>
                                          </p:val>
                                        </p:tav>
                                      </p:tavLst>
                                    </p:anim>
                                  </p:childTnLst>
                                </p:cTn>
                              </p:par>
                              <p:par>
                                <p:cTn id="249" presetID="42" presetClass="entr" presetSubtype="0" fill="hold" grpId="0" nodeType="withEffect">
                                  <p:stCondLst>
                                    <p:cond delay="600"/>
                                  </p:stCondLst>
                                  <p:childTnLst>
                                    <p:set>
                                      <p:cBhvr>
                                        <p:cTn id="250" dur="1" fill="hold">
                                          <p:stCondLst>
                                            <p:cond delay="0"/>
                                          </p:stCondLst>
                                        </p:cTn>
                                        <p:tgtEl>
                                          <p:spTgt spid="339"/>
                                        </p:tgtEl>
                                        <p:attrNameLst>
                                          <p:attrName>style.visibility</p:attrName>
                                        </p:attrNameLst>
                                      </p:cBhvr>
                                      <p:to>
                                        <p:strVal val="visible"/>
                                      </p:to>
                                    </p:set>
                                    <p:animEffect transition="in" filter="fade">
                                      <p:cBhvr>
                                        <p:cTn id="251" dur="650"/>
                                        <p:tgtEl>
                                          <p:spTgt spid="339"/>
                                        </p:tgtEl>
                                      </p:cBhvr>
                                    </p:animEffect>
                                    <p:anim calcmode="lin" valueType="num">
                                      <p:cBhvr>
                                        <p:cTn id="252" dur="650" fill="hold"/>
                                        <p:tgtEl>
                                          <p:spTgt spid="339"/>
                                        </p:tgtEl>
                                        <p:attrNameLst>
                                          <p:attrName>ppt_x</p:attrName>
                                        </p:attrNameLst>
                                      </p:cBhvr>
                                      <p:tavLst>
                                        <p:tav tm="0">
                                          <p:val>
                                            <p:strVal val="#ppt_x"/>
                                          </p:val>
                                        </p:tav>
                                        <p:tav tm="100000">
                                          <p:val>
                                            <p:strVal val="#ppt_x"/>
                                          </p:val>
                                        </p:tav>
                                      </p:tavLst>
                                    </p:anim>
                                    <p:anim calcmode="lin" valueType="num">
                                      <p:cBhvr>
                                        <p:cTn id="253" dur="650" fill="hold"/>
                                        <p:tgtEl>
                                          <p:spTgt spid="339"/>
                                        </p:tgtEl>
                                        <p:attrNameLst>
                                          <p:attrName>ppt_y</p:attrName>
                                        </p:attrNameLst>
                                      </p:cBhvr>
                                      <p:tavLst>
                                        <p:tav tm="0">
                                          <p:val>
                                            <p:strVal val="#ppt_y+.1"/>
                                          </p:val>
                                        </p:tav>
                                        <p:tav tm="100000">
                                          <p:val>
                                            <p:strVal val="#ppt_y"/>
                                          </p:val>
                                        </p:tav>
                                      </p:tavLst>
                                    </p:anim>
                                  </p:childTnLst>
                                </p:cTn>
                              </p:par>
                              <p:par>
                                <p:cTn id="254" presetID="42" presetClass="entr" presetSubtype="0" fill="hold" grpId="0" nodeType="withEffect">
                                  <p:stCondLst>
                                    <p:cond delay="600"/>
                                  </p:stCondLst>
                                  <p:childTnLst>
                                    <p:set>
                                      <p:cBhvr>
                                        <p:cTn id="255" dur="1" fill="hold">
                                          <p:stCondLst>
                                            <p:cond delay="0"/>
                                          </p:stCondLst>
                                        </p:cTn>
                                        <p:tgtEl>
                                          <p:spTgt spid="340"/>
                                        </p:tgtEl>
                                        <p:attrNameLst>
                                          <p:attrName>style.visibility</p:attrName>
                                        </p:attrNameLst>
                                      </p:cBhvr>
                                      <p:to>
                                        <p:strVal val="visible"/>
                                      </p:to>
                                    </p:set>
                                    <p:animEffect transition="in" filter="fade">
                                      <p:cBhvr>
                                        <p:cTn id="256" dur="650"/>
                                        <p:tgtEl>
                                          <p:spTgt spid="340"/>
                                        </p:tgtEl>
                                      </p:cBhvr>
                                    </p:animEffect>
                                    <p:anim calcmode="lin" valueType="num">
                                      <p:cBhvr>
                                        <p:cTn id="257" dur="650" fill="hold"/>
                                        <p:tgtEl>
                                          <p:spTgt spid="340"/>
                                        </p:tgtEl>
                                        <p:attrNameLst>
                                          <p:attrName>ppt_x</p:attrName>
                                        </p:attrNameLst>
                                      </p:cBhvr>
                                      <p:tavLst>
                                        <p:tav tm="0">
                                          <p:val>
                                            <p:strVal val="#ppt_x"/>
                                          </p:val>
                                        </p:tav>
                                        <p:tav tm="100000">
                                          <p:val>
                                            <p:strVal val="#ppt_x"/>
                                          </p:val>
                                        </p:tav>
                                      </p:tavLst>
                                    </p:anim>
                                    <p:anim calcmode="lin" valueType="num">
                                      <p:cBhvr>
                                        <p:cTn id="258" dur="650" fill="hold"/>
                                        <p:tgtEl>
                                          <p:spTgt spid="340"/>
                                        </p:tgtEl>
                                        <p:attrNameLst>
                                          <p:attrName>ppt_y</p:attrName>
                                        </p:attrNameLst>
                                      </p:cBhvr>
                                      <p:tavLst>
                                        <p:tav tm="0">
                                          <p:val>
                                            <p:strVal val="#ppt_y+.1"/>
                                          </p:val>
                                        </p:tav>
                                        <p:tav tm="100000">
                                          <p:val>
                                            <p:strVal val="#ppt_y"/>
                                          </p:val>
                                        </p:tav>
                                      </p:tavLst>
                                    </p:anim>
                                  </p:childTnLst>
                                </p:cTn>
                              </p:par>
                              <p:par>
                                <p:cTn id="259" presetID="42" presetClass="entr" presetSubtype="0" fill="hold" grpId="0" nodeType="withEffect">
                                  <p:stCondLst>
                                    <p:cond delay="600"/>
                                  </p:stCondLst>
                                  <p:childTnLst>
                                    <p:set>
                                      <p:cBhvr>
                                        <p:cTn id="260" dur="1" fill="hold">
                                          <p:stCondLst>
                                            <p:cond delay="0"/>
                                          </p:stCondLst>
                                        </p:cTn>
                                        <p:tgtEl>
                                          <p:spTgt spid="341"/>
                                        </p:tgtEl>
                                        <p:attrNameLst>
                                          <p:attrName>style.visibility</p:attrName>
                                        </p:attrNameLst>
                                      </p:cBhvr>
                                      <p:to>
                                        <p:strVal val="visible"/>
                                      </p:to>
                                    </p:set>
                                    <p:animEffect transition="in" filter="fade">
                                      <p:cBhvr>
                                        <p:cTn id="261" dur="650"/>
                                        <p:tgtEl>
                                          <p:spTgt spid="341"/>
                                        </p:tgtEl>
                                      </p:cBhvr>
                                    </p:animEffect>
                                    <p:anim calcmode="lin" valueType="num">
                                      <p:cBhvr>
                                        <p:cTn id="262" dur="650" fill="hold"/>
                                        <p:tgtEl>
                                          <p:spTgt spid="341"/>
                                        </p:tgtEl>
                                        <p:attrNameLst>
                                          <p:attrName>ppt_x</p:attrName>
                                        </p:attrNameLst>
                                      </p:cBhvr>
                                      <p:tavLst>
                                        <p:tav tm="0">
                                          <p:val>
                                            <p:strVal val="#ppt_x"/>
                                          </p:val>
                                        </p:tav>
                                        <p:tav tm="100000">
                                          <p:val>
                                            <p:strVal val="#ppt_x"/>
                                          </p:val>
                                        </p:tav>
                                      </p:tavLst>
                                    </p:anim>
                                    <p:anim calcmode="lin" valueType="num">
                                      <p:cBhvr>
                                        <p:cTn id="263" dur="650" fill="hold"/>
                                        <p:tgtEl>
                                          <p:spTgt spid="341"/>
                                        </p:tgtEl>
                                        <p:attrNameLst>
                                          <p:attrName>ppt_y</p:attrName>
                                        </p:attrNameLst>
                                      </p:cBhvr>
                                      <p:tavLst>
                                        <p:tav tm="0">
                                          <p:val>
                                            <p:strVal val="#ppt_y+.1"/>
                                          </p:val>
                                        </p:tav>
                                        <p:tav tm="100000">
                                          <p:val>
                                            <p:strVal val="#ppt_y"/>
                                          </p:val>
                                        </p:tav>
                                      </p:tavLst>
                                    </p:anim>
                                  </p:childTnLst>
                                </p:cTn>
                              </p:par>
                              <p:par>
                                <p:cTn id="264" presetID="42" presetClass="entr" presetSubtype="0" fill="hold" grpId="0" nodeType="withEffect">
                                  <p:stCondLst>
                                    <p:cond delay="700"/>
                                  </p:stCondLst>
                                  <p:childTnLst>
                                    <p:set>
                                      <p:cBhvr>
                                        <p:cTn id="265" dur="1" fill="hold">
                                          <p:stCondLst>
                                            <p:cond delay="0"/>
                                          </p:stCondLst>
                                        </p:cTn>
                                        <p:tgtEl>
                                          <p:spTgt spid="342"/>
                                        </p:tgtEl>
                                        <p:attrNameLst>
                                          <p:attrName>style.visibility</p:attrName>
                                        </p:attrNameLst>
                                      </p:cBhvr>
                                      <p:to>
                                        <p:strVal val="visible"/>
                                      </p:to>
                                    </p:set>
                                    <p:animEffect transition="in" filter="fade">
                                      <p:cBhvr>
                                        <p:cTn id="266" dur="650"/>
                                        <p:tgtEl>
                                          <p:spTgt spid="342"/>
                                        </p:tgtEl>
                                      </p:cBhvr>
                                    </p:animEffect>
                                    <p:anim calcmode="lin" valueType="num">
                                      <p:cBhvr>
                                        <p:cTn id="267" dur="650" fill="hold"/>
                                        <p:tgtEl>
                                          <p:spTgt spid="342"/>
                                        </p:tgtEl>
                                        <p:attrNameLst>
                                          <p:attrName>ppt_x</p:attrName>
                                        </p:attrNameLst>
                                      </p:cBhvr>
                                      <p:tavLst>
                                        <p:tav tm="0">
                                          <p:val>
                                            <p:strVal val="#ppt_x"/>
                                          </p:val>
                                        </p:tav>
                                        <p:tav tm="100000">
                                          <p:val>
                                            <p:strVal val="#ppt_x"/>
                                          </p:val>
                                        </p:tav>
                                      </p:tavLst>
                                    </p:anim>
                                    <p:anim calcmode="lin" valueType="num">
                                      <p:cBhvr>
                                        <p:cTn id="268" dur="650" fill="hold"/>
                                        <p:tgtEl>
                                          <p:spTgt spid="342"/>
                                        </p:tgtEl>
                                        <p:attrNameLst>
                                          <p:attrName>ppt_y</p:attrName>
                                        </p:attrNameLst>
                                      </p:cBhvr>
                                      <p:tavLst>
                                        <p:tav tm="0">
                                          <p:val>
                                            <p:strVal val="#ppt_y+.1"/>
                                          </p:val>
                                        </p:tav>
                                        <p:tav tm="100000">
                                          <p:val>
                                            <p:strVal val="#ppt_y"/>
                                          </p:val>
                                        </p:tav>
                                      </p:tavLst>
                                    </p:anim>
                                  </p:childTnLst>
                                </p:cTn>
                              </p:par>
                              <p:par>
                                <p:cTn id="269" presetID="42" presetClass="entr" presetSubtype="0" fill="hold" grpId="0" nodeType="withEffect">
                                  <p:stCondLst>
                                    <p:cond delay="700"/>
                                  </p:stCondLst>
                                  <p:childTnLst>
                                    <p:set>
                                      <p:cBhvr>
                                        <p:cTn id="270" dur="1" fill="hold">
                                          <p:stCondLst>
                                            <p:cond delay="0"/>
                                          </p:stCondLst>
                                        </p:cTn>
                                        <p:tgtEl>
                                          <p:spTgt spid="343"/>
                                        </p:tgtEl>
                                        <p:attrNameLst>
                                          <p:attrName>style.visibility</p:attrName>
                                        </p:attrNameLst>
                                      </p:cBhvr>
                                      <p:to>
                                        <p:strVal val="visible"/>
                                      </p:to>
                                    </p:set>
                                    <p:animEffect transition="in" filter="fade">
                                      <p:cBhvr>
                                        <p:cTn id="271" dur="650"/>
                                        <p:tgtEl>
                                          <p:spTgt spid="343"/>
                                        </p:tgtEl>
                                      </p:cBhvr>
                                    </p:animEffect>
                                    <p:anim calcmode="lin" valueType="num">
                                      <p:cBhvr>
                                        <p:cTn id="272" dur="650" fill="hold"/>
                                        <p:tgtEl>
                                          <p:spTgt spid="343"/>
                                        </p:tgtEl>
                                        <p:attrNameLst>
                                          <p:attrName>ppt_x</p:attrName>
                                        </p:attrNameLst>
                                      </p:cBhvr>
                                      <p:tavLst>
                                        <p:tav tm="0">
                                          <p:val>
                                            <p:strVal val="#ppt_x"/>
                                          </p:val>
                                        </p:tav>
                                        <p:tav tm="100000">
                                          <p:val>
                                            <p:strVal val="#ppt_x"/>
                                          </p:val>
                                        </p:tav>
                                      </p:tavLst>
                                    </p:anim>
                                    <p:anim calcmode="lin" valueType="num">
                                      <p:cBhvr>
                                        <p:cTn id="273" dur="650" fill="hold"/>
                                        <p:tgtEl>
                                          <p:spTgt spid="343"/>
                                        </p:tgtEl>
                                        <p:attrNameLst>
                                          <p:attrName>ppt_y</p:attrName>
                                        </p:attrNameLst>
                                      </p:cBhvr>
                                      <p:tavLst>
                                        <p:tav tm="0">
                                          <p:val>
                                            <p:strVal val="#ppt_y+.1"/>
                                          </p:val>
                                        </p:tav>
                                        <p:tav tm="100000">
                                          <p:val>
                                            <p:strVal val="#ppt_y"/>
                                          </p:val>
                                        </p:tav>
                                      </p:tavLst>
                                    </p:anim>
                                  </p:childTnLst>
                                </p:cTn>
                              </p:par>
                              <p:par>
                                <p:cTn id="274" presetID="42" presetClass="entr" presetSubtype="0" fill="hold" grpId="0" nodeType="withEffect">
                                  <p:stCondLst>
                                    <p:cond delay="700"/>
                                  </p:stCondLst>
                                  <p:childTnLst>
                                    <p:set>
                                      <p:cBhvr>
                                        <p:cTn id="275" dur="1" fill="hold">
                                          <p:stCondLst>
                                            <p:cond delay="0"/>
                                          </p:stCondLst>
                                        </p:cTn>
                                        <p:tgtEl>
                                          <p:spTgt spid="344"/>
                                        </p:tgtEl>
                                        <p:attrNameLst>
                                          <p:attrName>style.visibility</p:attrName>
                                        </p:attrNameLst>
                                      </p:cBhvr>
                                      <p:to>
                                        <p:strVal val="visible"/>
                                      </p:to>
                                    </p:set>
                                    <p:animEffect transition="in" filter="fade">
                                      <p:cBhvr>
                                        <p:cTn id="276" dur="650"/>
                                        <p:tgtEl>
                                          <p:spTgt spid="344"/>
                                        </p:tgtEl>
                                      </p:cBhvr>
                                    </p:animEffect>
                                    <p:anim calcmode="lin" valueType="num">
                                      <p:cBhvr>
                                        <p:cTn id="277" dur="650" fill="hold"/>
                                        <p:tgtEl>
                                          <p:spTgt spid="344"/>
                                        </p:tgtEl>
                                        <p:attrNameLst>
                                          <p:attrName>ppt_x</p:attrName>
                                        </p:attrNameLst>
                                      </p:cBhvr>
                                      <p:tavLst>
                                        <p:tav tm="0">
                                          <p:val>
                                            <p:strVal val="#ppt_x"/>
                                          </p:val>
                                        </p:tav>
                                        <p:tav tm="100000">
                                          <p:val>
                                            <p:strVal val="#ppt_x"/>
                                          </p:val>
                                        </p:tav>
                                      </p:tavLst>
                                    </p:anim>
                                    <p:anim calcmode="lin" valueType="num">
                                      <p:cBhvr>
                                        <p:cTn id="278" dur="650" fill="hold"/>
                                        <p:tgtEl>
                                          <p:spTgt spid="344"/>
                                        </p:tgtEl>
                                        <p:attrNameLst>
                                          <p:attrName>ppt_y</p:attrName>
                                        </p:attrNameLst>
                                      </p:cBhvr>
                                      <p:tavLst>
                                        <p:tav tm="0">
                                          <p:val>
                                            <p:strVal val="#ppt_y+.1"/>
                                          </p:val>
                                        </p:tav>
                                        <p:tav tm="100000">
                                          <p:val>
                                            <p:strVal val="#ppt_y"/>
                                          </p:val>
                                        </p:tav>
                                      </p:tavLst>
                                    </p:anim>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grpId="0" nodeType="clickEffect">
                                  <p:stCondLst>
                                    <p:cond delay="0"/>
                                  </p:stCondLst>
                                  <p:childTnLst>
                                    <p:set>
                                      <p:cBhvr>
                                        <p:cTn id="282" dur="1" fill="hold">
                                          <p:stCondLst>
                                            <p:cond delay="0"/>
                                          </p:stCondLst>
                                        </p:cTn>
                                        <p:tgtEl>
                                          <p:spTgt spid="78"/>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79"/>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80"/>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81"/>
                                        </p:tgtEl>
                                        <p:attrNameLst>
                                          <p:attrName>style.visibility</p:attrName>
                                        </p:attrNameLst>
                                      </p:cBhvr>
                                      <p:to>
                                        <p:strVal val="visible"/>
                                      </p:to>
                                    </p:set>
                                  </p:childTnLst>
                                </p:cTn>
                              </p:par>
                              <p:par>
                                <p:cTn id="289" presetID="1" presetClass="entr" presetSubtype="0" fill="hold" grpId="0" nodeType="withEffect">
                                  <p:stCondLst>
                                    <p:cond delay="0"/>
                                  </p:stCondLst>
                                  <p:childTnLst>
                                    <p:set>
                                      <p:cBhvr>
                                        <p:cTn id="290" dur="1" fill="hold">
                                          <p:stCondLst>
                                            <p:cond delay="0"/>
                                          </p:stCondLst>
                                        </p:cTn>
                                        <p:tgtEl>
                                          <p:spTgt spid="82"/>
                                        </p:tgtEl>
                                        <p:attrNameLst>
                                          <p:attrName>style.visibility</p:attrName>
                                        </p:attrNameLst>
                                      </p:cBhvr>
                                      <p:to>
                                        <p:strVal val="visible"/>
                                      </p:to>
                                    </p:set>
                                  </p:childTnLst>
                                </p:cTn>
                              </p:par>
                              <p:par>
                                <p:cTn id="291" presetID="1" presetClass="entr" presetSubtype="0" fill="hold" grpId="0" nodeType="withEffect">
                                  <p:stCondLst>
                                    <p:cond delay="0"/>
                                  </p:stCondLst>
                                  <p:childTnLst>
                                    <p:set>
                                      <p:cBhvr>
                                        <p:cTn id="292" dur="1" fill="hold">
                                          <p:stCondLst>
                                            <p:cond delay="0"/>
                                          </p:stCondLst>
                                        </p:cTn>
                                        <p:tgtEl>
                                          <p:spTgt spid="83"/>
                                        </p:tgtEl>
                                        <p:attrNameLst>
                                          <p:attrName>style.visibility</p:attrName>
                                        </p:attrNameLst>
                                      </p:cBhvr>
                                      <p:to>
                                        <p:strVal val="visible"/>
                                      </p:to>
                                    </p:set>
                                  </p:childTnLst>
                                </p:cTn>
                              </p:par>
                              <p:par>
                                <p:cTn id="293" presetID="1" presetClass="entr" presetSubtype="0" fill="hold" grpId="0" nodeType="withEffect">
                                  <p:stCondLst>
                                    <p:cond delay="0"/>
                                  </p:stCondLst>
                                  <p:childTnLst>
                                    <p:set>
                                      <p:cBhvr>
                                        <p:cTn id="294" dur="1" fill="hold">
                                          <p:stCondLst>
                                            <p:cond delay="0"/>
                                          </p:stCondLst>
                                        </p:cTn>
                                        <p:tgtEl>
                                          <p:spTgt spid="84"/>
                                        </p:tgtEl>
                                        <p:attrNameLst>
                                          <p:attrName>style.visibility</p:attrName>
                                        </p:attrNameLst>
                                      </p:cBhvr>
                                      <p:to>
                                        <p:strVal val="visible"/>
                                      </p:to>
                                    </p:set>
                                  </p:childTnLst>
                                </p:cTn>
                              </p:par>
                              <p:par>
                                <p:cTn id="295" presetID="1" presetClass="entr" presetSubtype="0" fill="hold" grpId="0" nodeType="withEffect">
                                  <p:stCondLst>
                                    <p:cond delay="0"/>
                                  </p:stCondLst>
                                  <p:childTnLst>
                                    <p:set>
                                      <p:cBhvr>
                                        <p:cTn id="296" dur="1" fill="hold">
                                          <p:stCondLst>
                                            <p:cond delay="0"/>
                                          </p:stCondLst>
                                        </p:cTn>
                                        <p:tgtEl>
                                          <p:spTgt spid="85"/>
                                        </p:tgtEl>
                                        <p:attrNameLst>
                                          <p:attrName>style.visibility</p:attrName>
                                        </p:attrNameLst>
                                      </p:cBhvr>
                                      <p:to>
                                        <p:strVal val="visible"/>
                                      </p:to>
                                    </p:set>
                                  </p:childTnLst>
                                </p:cTn>
                              </p:par>
                              <p:par>
                                <p:cTn id="297" presetID="1" presetClass="entr" presetSubtype="0" fill="hold" grpId="0" nodeType="withEffect">
                                  <p:stCondLst>
                                    <p:cond delay="0"/>
                                  </p:stCondLst>
                                  <p:childTnLst>
                                    <p:set>
                                      <p:cBhvr>
                                        <p:cTn id="298" dur="1" fill="hold">
                                          <p:stCondLst>
                                            <p:cond delay="0"/>
                                          </p:stCondLst>
                                        </p:cTn>
                                        <p:tgtEl>
                                          <p:spTgt spid="86"/>
                                        </p:tgtEl>
                                        <p:attrNameLst>
                                          <p:attrName>style.visibility</p:attrName>
                                        </p:attrNameLst>
                                      </p:cBhvr>
                                      <p:to>
                                        <p:strVal val="visible"/>
                                      </p:to>
                                    </p:set>
                                  </p:childTnLst>
                                </p:cTn>
                              </p:par>
                              <p:par>
                                <p:cTn id="299" presetID="1" presetClass="entr" presetSubtype="0" fill="hold" grpId="0" nodeType="withEffect">
                                  <p:stCondLst>
                                    <p:cond delay="0"/>
                                  </p:stCondLst>
                                  <p:childTnLst>
                                    <p:set>
                                      <p:cBhvr>
                                        <p:cTn id="300" dur="1" fill="hold">
                                          <p:stCondLst>
                                            <p:cond delay="0"/>
                                          </p:stCondLst>
                                        </p:cTn>
                                        <p:tgtEl>
                                          <p:spTgt spid="87"/>
                                        </p:tgtEl>
                                        <p:attrNameLst>
                                          <p:attrName>style.visibility</p:attrName>
                                        </p:attrNameLst>
                                      </p:cBhvr>
                                      <p:to>
                                        <p:strVal val="visible"/>
                                      </p:to>
                                    </p:set>
                                  </p:childTnLst>
                                </p:cTn>
                              </p:par>
                              <p:par>
                                <p:cTn id="301" presetID="1" presetClass="entr" presetSubtype="0" fill="hold" grpId="0" nodeType="withEffect">
                                  <p:stCondLst>
                                    <p:cond delay="0"/>
                                  </p:stCondLst>
                                  <p:childTnLst>
                                    <p:set>
                                      <p:cBhvr>
                                        <p:cTn id="302" dur="1" fill="hold">
                                          <p:stCondLst>
                                            <p:cond delay="0"/>
                                          </p:stCondLst>
                                        </p:cTn>
                                        <p:tgtEl>
                                          <p:spTgt spid="88"/>
                                        </p:tgtEl>
                                        <p:attrNameLst>
                                          <p:attrName>style.visibility</p:attrName>
                                        </p:attrNameLst>
                                      </p:cBhvr>
                                      <p:to>
                                        <p:strVal val="visible"/>
                                      </p:to>
                                    </p:set>
                                  </p:childTnLst>
                                </p:cTn>
                              </p:par>
                              <p:par>
                                <p:cTn id="303" presetID="1" presetClass="entr" presetSubtype="0" fill="hold" grpId="0" nodeType="withEffect">
                                  <p:stCondLst>
                                    <p:cond delay="0"/>
                                  </p:stCondLst>
                                  <p:childTnLst>
                                    <p:set>
                                      <p:cBhvr>
                                        <p:cTn id="304" dur="1" fill="hold">
                                          <p:stCondLst>
                                            <p:cond delay="0"/>
                                          </p:stCondLst>
                                        </p:cTn>
                                        <p:tgtEl>
                                          <p:spTgt spid="89"/>
                                        </p:tgtEl>
                                        <p:attrNameLst>
                                          <p:attrName>style.visibility</p:attrName>
                                        </p:attrNameLst>
                                      </p:cBhvr>
                                      <p:to>
                                        <p:strVal val="visible"/>
                                      </p:to>
                                    </p:set>
                                  </p:childTnLst>
                                </p:cTn>
                              </p:par>
                              <p:par>
                                <p:cTn id="305" presetID="1" presetClass="entr" presetSubtype="0" fill="hold" grpId="0" nodeType="withEffect">
                                  <p:stCondLst>
                                    <p:cond delay="0"/>
                                  </p:stCondLst>
                                  <p:childTnLst>
                                    <p:set>
                                      <p:cBhvr>
                                        <p:cTn id="306" dur="1" fill="hold">
                                          <p:stCondLst>
                                            <p:cond delay="0"/>
                                          </p:stCondLst>
                                        </p:cTn>
                                        <p:tgtEl>
                                          <p:spTgt spid="90"/>
                                        </p:tgtEl>
                                        <p:attrNameLst>
                                          <p:attrName>style.visibility</p:attrName>
                                        </p:attrNameLst>
                                      </p:cBhvr>
                                      <p:to>
                                        <p:strVal val="visible"/>
                                      </p:to>
                                    </p:set>
                                  </p:childTnLst>
                                </p:cTn>
                              </p:par>
                              <p:par>
                                <p:cTn id="307" presetID="1" presetClass="entr" presetSubtype="0" fill="hold" grpId="0" nodeType="withEffect">
                                  <p:stCondLst>
                                    <p:cond delay="0"/>
                                  </p:stCondLst>
                                  <p:childTnLst>
                                    <p:set>
                                      <p:cBhvr>
                                        <p:cTn id="308" dur="1" fill="hold">
                                          <p:stCondLst>
                                            <p:cond delay="0"/>
                                          </p:stCondLst>
                                        </p:cTn>
                                        <p:tgtEl>
                                          <p:spTgt spid="91"/>
                                        </p:tgtEl>
                                        <p:attrNameLst>
                                          <p:attrName>style.visibility</p:attrName>
                                        </p:attrNameLst>
                                      </p:cBhvr>
                                      <p:to>
                                        <p:strVal val="visible"/>
                                      </p:to>
                                    </p:set>
                                  </p:childTnLst>
                                </p:cTn>
                              </p:par>
                              <p:par>
                                <p:cTn id="309" presetID="1" presetClass="entr" presetSubtype="0" fill="hold" grpId="0" nodeType="withEffect">
                                  <p:stCondLst>
                                    <p:cond delay="0"/>
                                  </p:stCondLst>
                                  <p:childTnLst>
                                    <p:set>
                                      <p:cBhvr>
                                        <p:cTn id="310" dur="1" fill="hold">
                                          <p:stCondLst>
                                            <p:cond delay="0"/>
                                          </p:stCondLst>
                                        </p:cTn>
                                        <p:tgtEl>
                                          <p:spTgt spid="92"/>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93"/>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94"/>
                                        </p:tgtEl>
                                        <p:attrNameLst>
                                          <p:attrName>style.visibility</p:attrName>
                                        </p:attrNameLst>
                                      </p:cBhvr>
                                      <p:to>
                                        <p:strVal val="visible"/>
                                      </p:to>
                                    </p:set>
                                  </p:childTnLst>
                                </p:cTn>
                              </p:par>
                              <p:par>
                                <p:cTn id="315" presetID="1" presetClass="entr" presetSubtype="0" fill="hold" grpId="0" nodeType="withEffect">
                                  <p:stCondLst>
                                    <p:cond delay="0"/>
                                  </p:stCondLst>
                                  <p:childTnLst>
                                    <p:set>
                                      <p:cBhvr>
                                        <p:cTn id="316" dur="1" fill="hold">
                                          <p:stCondLst>
                                            <p:cond delay="0"/>
                                          </p:stCondLst>
                                        </p:cTn>
                                        <p:tgtEl>
                                          <p:spTgt spid="95"/>
                                        </p:tgtEl>
                                        <p:attrNameLst>
                                          <p:attrName>style.visibility</p:attrName>
                                        </p:attrNameLst>
                                      </p:cBhvr>
                                      <p:to>
                                        <p:strVal val="visible"/>
                                      </p:to>
                                    </p:set>
                                  </p:childTnLst>
                                </p:cTn>
                              </p:par>
                              <p:par>
                                <p:cTn id="317" presetID="1" presetClass="entr" presetSubtype="0" fill="hold" grpId="0" nodeType="withEffect">
                                  <p:stCondLst>
                                    <p:cond delay="0"/>
                                  </p:stCondLst>
                                  <p:childTnLst>
                                    <p:set>
                                      <p:cBhvr>
                                        <p:cTn id="318" dur="1" fill="hold">
                                          <p:stCondLst>
                                            <p:cond delay="0"/>
                                          </p:stCondLst>
                                        </p:cTn>
                                        <p:tgtEl>
                                          <p:spTgt spid="96"/>
                                        </p:tgtEl>
                                        <p:attrNameLst>
                                          <p:attrName>style.visibility</p:attrName>
                                        </p:attrNameLst>
                                      </p:cBhvr>
                                      <p:to>
                                        <p:strVal val="visible"/>
                                      </p:to>
                                    </p:set>
                                  </p:childTnLst>
                                </p:cTn>
                              </p:par>
                              <p:par>
                                <p:cTn id="319" presetID="1" presetClass="entr" presetSubtype="0" fill="hold" grpId="0" nodeType="withEffect">
                                  <p:stCondLst>
                                    <p:cond delay="0"/>
                                  </p:stCondLst>
                                  <p:childTnLst>
                                    <p:set>
                                      <p:cBhvr>
                                        <p:cTn id="320" dur="1" fill="hold">
                                          <p:stCondLst>
                                            <p:cond delay="0"/>
                                          </p:stCondLst>
                                        </p:cTn>
                                        <p:tgtEl>
                                          <p:spTgt spid="97"/>
                                        </p:tgtEl>
                                        <p:attrNameLst>
                                          <p:attrName>style.visibility</p:attrName>
                                        </p:attrNameLst>
                                      </p:cBhvr>
                                      <p:to>
                                        <p:strVal val="visible"/>
                                      </p:to>
                                    </p:set>
                                  </p:childTnLst>
                                </p:cTn>
                              </p:par>
                              <p:par>
                                <p:cTn id="321" presetID="1" presetClass="entr" presetSubtype="0" fill="hold" grpId="0" nodeType="withEffect">
                                  <p:stCondLst>
                                    <p:cond delay="0"/>
                                  </p:stCondLst>
                                  <p:childTnLst>
                                    <p:set>
                                      <p:cBhvr>
                                        <p:cTn id="322" dur="1" fill="hold">
                                          <p:stCondLst>
                                            <p:cond delay="0"/>
                                          </p:stCondLst>
                                        </p:cTn>
                                        <p:tgtEl>
                                          <p:spTgt spid="98"/>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99"/>
                                        </p:tgtEl>
                                        <p:attrNameLst>
                                          <p:attrName>style.visibility</p:attrName>
                                        </p:attrNameLst>
                                      </p:cBhvr>
                                      <p:to>
                                        <p:strVal val="visible"/>
                                      </p:to>
                                    </p:set>
                                  </p:childTnLst>
                                </p:cTn>
                              </p:par>
                              <p:par>
                                <p:cTn id="325" presetID="1" presetClass="entr" presetSubtype="0" fill="hold" grpId="0" nodeType="withEffect">
                                  <p:stCondLst>
                                    <p:cond delay="0"/>
                                  </p:stCondLst>
                                  <p:childTnLst>
                                    <p:set>
                                      <p:cBhvr>
                                        <p:cTn id="326" dur="1" fill="hold">
                                          <p:stCondLst>
                                            <p:cond delay="0"/>
                                          </p:stCondLst>
                                        </p:cTn>
                                        <p:tgtEl>
                                          <p:spTgt spid="100"/>
                                        </p:tgtEl>
                                        <p:attrNameLst>
                                          <p:attrName>style.visibility</p:attrName>
                                        </p:attrNameLst>
                                      </p:cBhvr>
                                      <p:to>
                                        <p:strVal val="visible"/>
                                      </p:to>
                                    </p:set>
                                  </p:childTnLst>
                                </p:cTn>
                              </p:par>
                              <p:par>
                                <p:cTn id="327" presetID="1" presetClass="entr" presetSubtype="0" fill="hold" grpId="0" nodeType="withEffect">
                                  <p:stCondLst>
                                    <p:cond delay="0"/>
                                  </p:stCondLst>
                                  <p:childTnLst>
                                    <p:set>
                                      <p:cBhvr>
                                        <p:cTn id="328" dur="1" fill="hold">
                                          <p:stCondLst>
                                            <p:cond delay="0"/>
                                          </p:stCondLst>
                                        </p:cTn>
                                        <p:tgtEl>
                                          <p:spTgt spid="101"/>
                                        </p:tgtEl>
                                        <p:attrNameLst>
                                          <p:attrName>style.visibility</p:attrName>
                                        </p:attrNameLst>
                                      </p:cBhvr>
                                      <p:to>
                                        <p:strVal val="visible"/>
                                      </p:to>
                                    </p:set>
                                  </p:childTnLst>
                                </p:cTn>
                              </p:par>
                              <p:par>
                                <p:cTn id="329" presetID="1" presetClass="entr" presetSubtype="0" fill="hold" grpId="0" nodeType="withEffect">
                                  <p:stCondLst>
                                    <p:cond delay="0"/>
                                  </p:stCondLst>
                                  <p:childTnLst>
                                    <p:set>
                                      <p:cBhvr>
                                        <p:cTn id="330" dur="1" fill="hold">
                                          <p:stCondLst>
                                            <p:cond delay="0"/>
                                          </p:stCondLst>
                                        </p:cTn>
                                        <p:tgtEl>
                                          <p:spTgt spid="102"/>
                                        </p:tgtEl>
                                        <p:attrNameLst>
                                          <p:attrName>style.visibility</p:attrName>
                                        </p:attrNameLst>
                                      </p:cBhvr>
                                      <p:to>
                                        <p:strVal val="visible"/>
                                      </p:to>
                                    </p:set>
                                  </p:childTnLst>
                                </p:cTn>
                              </p:par>
                              <p:par>
                                <p:cTn id="331" presetID="1" presetClass="entr" presetSubtype="0" fill="hold" grpId="0" nodeType="withEffect">
                                  <p:stCondLst>
                                    <p:cond delay="0"/>
                                  </p:stCondLst>
                                  <p:childTnLst>
                                    <p:set>
                                      <p:cBhvr>
                                        <p:cTn id="332" dur="1" fill="hold">
                                          <p:stCondLst>
                                            <p:cond delay="0"/>
                                          </p:stCondLst>
                                        </p:cTn>
                                        <p:tgtEl>
                                          <p:spTgt spid="103"/>
                                        </p:tgtEl>
                                        <p:attrNameLst>
                                          <p:attrName>style.visibility</p:attrName>
                                        </p:attrNameLst>
                                      </p:cBhvr>
                                      <p:to>
                                        <p:strVal val="visible"/>
                                      </p:to>
                                    </p:set>
                                  </p:childTnLst>
                                </p:cTn>
                              </p:par>
                              <p:par>
                                <p:cTn id="333" presetID="1" presetClass="entr" presetSubtype="0" fill="hold" grpId="0" nodeType="withEffect">
                                  <p:stCondLst>
                                    <p:cond delay="0"/>
                                  </p:stCondLst>
                                  <p:childTnLst>
                                    <p:set>
                                      <p:cBhvr>
                                        <p:cTn id="334" dur="1" fill="hold">
                                          <p:stCondLst>
                                            <p:cond delay="0"/>
                                          </p:stCondLst>
                                        </p:cTn>
                                        <p:tgtEl>
                                          <p:spTgt spid="104"/>
                                        </p:tgtEl>
                                        <p:attrNameLst>
                                          <p:attrName>style.visibility</p:attrName>
                                        </p:attrNameLst>
                                      </p:cBhvr>
                                      <p:to>
                                        <p:strVal val="visible"/>
                                      </p:to>
                                    </p:set>
                                  </p:childTnLst>
                                </p:cTn>
                              </p:par>
                              <p:par>
                                <p:cTn id="335" presetID="1" presetClass="entr" presetSubtype="0" fill="hold" grpId="0" nodeType="withEffect">
                                  <p:stCondLst>
                                    <p:cond delay="0"/>
                                  </p:stCondLst>
                                  <p:childTnLst>
                                    <p:set>
                                      <p:cBhvr>
                                        <p:cTn id="336" dur="1" fill="hold">
                                          <p:stCondLst>
                                            <p:cond delay="0"/>
                                          </p:stCondLst>
                                        </p:cTn>
                                        <p:tgtEl>
                                          <p:spTgt spid="105"/>
                                        </p:tgtEl>
                                        <p:attrNameLst>
                                          <p:attrName>style.visibility</p:attrName>
                                        </p:attrNameLst>
                                      </p:cBhvr>
                                      <p:to>
                                        <p:strVal val="visible"/>
                                      </p:to>
                                    </p:set>
                                  </p:childTnLst>
                                </p:cTn>
                              </p:par>
                              <p:par>
                                <p:cTn id="337" presetID="1" presetClass="entr" presetSubtype="0" fill="hold" grpId="0" nodeType="withEffect">
                                  <p:stCondLst>
                                    <p:cond delay="0"/>
                                  </p:stCondLst>
                                  <p:childTnLst>
                                    <p:set>
                                      <p:cBhvr>
                                        <p:cTn id="338" dur="1" fill="hold">
                                          <p:stCondLst>
                                            <p:cond delay="0"/>
                                          </p:stCondLst>
                                        </p:cTn>
                                        <p:tgtEl>
                                          <p:spTgt spid="106"/>
                                        </p:tgtEl>
                                        <p:attrNameLst>
                                          <p:attrName>style.visibility</p:attrName>
                                        </p:attrNameLst>
                                      </p:cBhvr>
                                      <p:to>
                                        <p:strVal val="visible"/>
                                      </p:to>
                                    </p:set>
                                  </p:childTnLst>
                                </p:cTn>
                              </p:par>
                              <p:par>
                                <p:cTn id="339" presetID="1" presetClass="entr" presetSubtype="0" fill="hold" grpId="0" nodeType="withEffect">
                                  <p:stCondLst>
                                    <p:cond delay="0"/>
                                  </p:stCondLst>
                                  <p:childTnLst>
                                    <p:set>
                                      <p:cBhvr>
                                        <p:cTn id="340" dur="1" fill="hold">
                                          <p:stCondLst>
                                            <p:cond delay="0"/>
                                          </p:stCondLst>
                                        </p:cTn>
                                        <p:tgtEl>
                                          <p:spTgt spid="240"/>
                                        </p:tgtEl>
                                        <p:attrNameLst>
                                          <p:attrName>style.visibility</p:attrName>
                                        </p:attrNameLst>
                                      </p:cBhvr>
                                      <p:to>
                                        <p:strVal val="visible"/>
                                      </p:to>
                                    </p:set>
                                  </p:childTnLst>
                                </p:cTn>
                              </p:par>
                              <p:par>
                                <p:cTn id="341" presetID="1" presetClass="entr" presetSubtype="0" fill="hold" grpId="0" nodeType="withEffect">
                                  <p:stCondLst>
                                    <p:cond delay="0"/>
                                  </p:stCondLst>
                                  <p:childTnLst>
                                    <p:set>
                                      <p:cBhvr>
                                        <p:cTn id="342" dur="1" fill="hold">
                                          <p:stCondLst>
                                            <p:cond delay="0"/>
                                          </p:stCondLst>
                                        </p:cTn>
                                        <p:tgtEl>
                                          <p:spTgt spid="241"/>
                                        </p:tgtEl>
                                        <p:attrNameLst>
                                          <p:attrName>style.visibility</p:attrName>
                                        </p:attrNameLst>
                                      </p:cBhvr>
                                      <p:to>
                                        <p:strVal val="visible"/>
                                      </p:to>
                                    </p:set>
                                  </p:childTnLst>
                                </p:cTn>
                              </p:par>
                              <p:par>
                                <p:cTn id="343" presetID="1" presetClass="entr" presetSubtype="0" fill="hold" grpId="0" nodeType="withEffect">
                                  <p:stCondLst>
                                    <p:cond delay="0"/>
                                  </p:stCondLst>
                                  <p:childTnLst>
                                    <p:set>
                                      <p:cBhvr>
                                        <p:cTn id="344" dur="1" fill="hold">
                                          <p:stCondLst>
                                            <p:cond delay="0"/>
                                          </p:stCondLst>
                                        </p:cTn>
                                        <p:tgtEl>
                                          <p:spTgt spid="242"/>
                                        </p:tgtEl>
                                        <p:attrNameLst>
                                          <p:attrName>style.visibility</p:attrName>
                                        </p:attrNameLst>
                                      </p:cBhvr>
                                      <p:to>
                                        <p:strVal val="visible"/>
                                      </p:to>
                                    </p:set>
                                  </p:childTnLst>
                                </p:cTn>
                              </p:par>
                              <p:par>
                                <p:cTn id="345" presetID="1" presetClass="entr" presetSubtype="0" fill="hold" grpId="0" nodeType="withEffect">
                                  <p:stCondLst>
                                    <p:cond delay="0"/>
                                  </p:stCondLst>
                                  <p:childTnLst>
                                    <p:set>
                                      <p:cBhvr>
                                        <p:cTn id="346" dur="1" fill="hold">
                                          <p:stCondLst>
                                            <p:cond delay="0"/>
                                          </p:stCondLst>
                                        </p:cTn>
                                        <p:tgtEl>
                                          <p:spTgt spid="243"/>
                                        </p:tgtEl>
                                        <p:attrNameLst>
                                          <p:attrName>style.visibility</p:attrName>
                                        </p:attrNameLst>
                                      </p:cBhvr>
                                      <p:to>
                                        <p:strVal val="visible"/>
                                      </p:to>
                                    </p:set>
                                  </p:childTnLst>
                                </p:cTn>
                              </p:par>
                              <p:par>
                                <p:cTn id="347" presetID="1" presetClass="entr" presetSubtype="0" fill="hold" grpId="0" nodeType="withEffect">
                                  <p:stCondLst>
                                    <p:cond delay="0"/>
                                  </p:stCondLst>
                                  <p:childTnLst>
                                    <p:set>
                                      <p:cBhvr>
                                        <p:cTn id="348" dur="1" fill="hold">
                                          <p:stCondLst>
                                            <p:cond delay="0"/>
                                          </p:stCondLst>
                                        </p:cTn>
                                        <p:tgtEl>
                                          <p:spTgt spid="244"/>
                                        </p:tgtEl>
                                        <p:attrNameLst>
                                          <p:attrName>style.visibility</p:attrName>
                                        </p:attrNameLst>
                                      </p:cBhvr>
                                      <p:to>
                                        <p:strVal val="visible"/>
                                      </p:to>
                                    </p:set>
                                  </p:childTnLst>
                                </p:cTn>
                              </p:par>
                              <p:par>
                                <p:cTn id="349" presetID="1" presetClass="entr" presetSubtype="0" fill="hold" grpId="0" nodeType="withEffect">
                                  <p:stCondLst>
                                    <p:cond delay="0"/>
                                  </p:stCondLst>
                                  <p:childTnLst>
                                    <p:set>
                                      <p:cBhvr>
                                        <p:cTn id="350" dur="1" fill="hold">
                                          <p:stCondLst>
                                            <p:cond delay="0"/>
                                          </p:stCondLst>
                                        </p:cTn>
                                        <p:tgtEl>
                                          <p:spTgt spid="309"/>
                                        </p:tgtEl>
                                        <p:attrNameLst>
                                          <p:attrName>style.visibility</p:attrName>
                                        </p:attrNameLst>
                                      </p:cBhvr>
                                      <p:to>
                                        <p:strVal val="visible"/>
                                      </p:to>
                                    </p:set>
                                  </p:childTnLst>
                                </p:cTn>
                              </p:par>
                              <p:par>
                                <p:cTn id="351" presetID="1" presetClass="entr" presetSubtype="0" fill="hold" grpId="0" nodeType="withEffect">
                                  <p:stCondLst>
                                    <p:cond delay="0"/>
                                  </p:stCondLst>
                                  <p:childTnLst>
                                    <p:set>
                                      <p:cBhvr>
                                        <p:cTn id="352" dur="1" fill="hold">
                                          <p:stCondLst>
                                            <p:cond delay="0"/>
                                          </p:stCondLst>
                                        </p:cTn>
                                        <p:tgtEl>
                                          <p:spTgt spid="310"/>
                                        </p:tgtEl>
                                        <p:attrNameLst>
                                          <p:attrName>style.visibility</p:attrName>
                                        </p:attrNameLst>
                                      </p:cBhvr>
                                      <p:to>
                                        <p:strVal val="visible"/>
                                      </p:to>
                                    </p:set>
                                  </p:childTnLst>
                                </p:cTn>
                              </p:par>
                              <p:par>
                                <p:cTn id="353" presetID="1" presetClass="entr" presetSubtype="0" fill="hold" grpId="0" nodeType="withEffect">
                                  <p:stCondLst>
                                    <p:cond delay="0"/>
                                  </p:stCondLst>
                                  <p:childTnLst>
                                    <p:set>
                                      <p:cBhvr>
                                        <p:cTn id="354" dur="1" fill="hold">
                                          <p:stCondLst>
                                            <p:cond delay="0"/>
                                          </p:stCondLst>
                                        </p:cTn>
                                        <p:tgtEl>
                                          <p:spTgt spid="311"/>
                                        </p:tgtEl>
                                        <p:attrNameLst>
                                          <p:attrName>style.visibility</p:attrName>
                                        </p:attrNameLst>
                                      </p:cBhvr>
                                      <p:to>
                                        <p:strVal val="visible"/>
                                      </p:to>
                                    </p:set>
                                  </p:childTnLst>
                                </p:cTn>
                              </p:par>
                              <p:par>
                                <p:cTn id="355" presetID="1" presetClass="entr" presetSubtype="0" fill="hold" grpId="0" nodeType="withEffect">
                                  <p:stCondLst>
                                    <p:cond delay="0"/>
                                  </p:stCondLst>
                                  <p:childTnLst>
                                    <p:set>
                                      <p:cBhvr>
                                        <p:cTn id="356" dur="1" fill="hold">
                                          <p:stCondLst>
                                            <p:cond delay="0"/>
                                          </p:stCondLst>
                                        </p:cTn>
                                        <p:tgtEl>
                                          <p:spTgt spid="312"/>
                                        </p:tgtEl>
                                        <p:attrNameLst>
                                          <p:attrName>style.visibility</p:attrName>
                                        </p:attrNameLst>
                                      </p:cBhvr>
                                      <p:to>
                                        <p:strVal val="visible"/>
                                      </p:to>
                                    </p:set>
                                  </p:childTnLst>
                                </p:cTn>
                              </p:par>
                              <p:par>
                                <p:cTn id="357" presetID="1" presetClass="entr" presetSubtype="0" fill="hold" grpId="0" nodeType="withEffect">
                                  <p:stCondLst>
                                    <p:cond delay="0"/>
                                  </p:stCondLst>
                                  <p:childTnLst>
                                    <p:set>
                                      <p:cBhvr>
                                        <p:cTn id="358" dur="1" fill="hold">
                                          <p:stCondLst>
                                            <p:cond delay="0"/>
                                          </p:stCondLst>
                                        </p:cTn>
                                        <p:tgtEl>
                                          <p:spTgt spid="313"/>
                                        </p:tgtEl>
                                        <p:attrNameLst>
                                          <p:attrName>style.visibility</p:attrName>
                                        </p:attrNameLst>
                                      </p:cBhvr>
                                      <p:to>
                                        <p:strVal val="visible"/>
                                      </p:to>
                                    </p:set>
                                  </p:childTnLst>
                                </p:cTn>
                              </p:par>
                              <p:par>
                                <p:cTn id="359" presetID="1" presetClass="entr" presetSubtype="0" fill="hold" grpId="0" nodeType="withEffect">
                                  <p:stCondLst>
                                    <p:cond delay="0"/>
                                  </p:stCondLst>
                                  <p:childTnLst>
                                    <p:set>
                                      <p:cBhvr>
                                        <p:cTn id="360" dur="1" fill="hold">
                                          <p:stCondLst>
                                            <p:cond delay="0"/>
                                          </p:stCondLst>
                                        </p:cTn>
                                        <p:tgtEl>
                                          <p:spTgt spid="314"/>
                                        </p:tgtEl>
                                        <p:attrNameLst>
                                          <p:attrName>style.visibility</p:attrName>
                                        </p:attrNameLst>
                                      </p:cBhvr>
                                      <p:to>
                                        <p:strVal val="visible"/>
                                      </p:to>
                                    </p:set>
                                  </p:childTnLst>
                                </p:cTn>
                              </p:par>
                              <p:par>
                                <p:cTn id="361" presetID="1" presetClass="entr" presetSubtype="0" fill="hold" grpId="0" nodeType="withEffect">
                                  <p:stCondLst>
                                    <p:cond delay="0"/>
                                  </p:stCondLst>
                                  <p:childTnLst>
                                    <p:set>
                                      <p:cBhvr>
                                        <p:cTn id="362" dur="1" fill="hold">
                                          <p:stCondLst>
                                            <p:cond delay="0"/>
                                          </p:stCondLst>
                                        </p:cTn>
                                        <p:tgtEl>
                                          <p:spTgt spid="315"/>
                                        </p:tgtEl>
                                        <p:attrNameLst>
                                          <p:attrName>style.visibility</p:attrName>
                                        </p:attrNameLst>
                                      </p:cBhvr>
                                      <p:to>
                                        <p:strVal val="visible"/>
                                      </p:to>
                                    </p:set>
                                  </p:childTnLst>
                                </p:cTn>
                              </p:par>
                              <p:par>
                                <p:cTn id="363" presetID="1" presetClass="entr" presetSubtype="0" fill="hold" grpId="0" nodeType="withEffect">
                                  <p:stCondLst>
                                    <p:cond delay="0"/>
                                  </p:stCondLst>
                                  <p:childTnLst>
                                    <p:set>
                                      <p:cBhvr>
                                        <p:cTn id="364" dur="1" fill="hold">
                                          <p:stCondLst>
                                            <p:cond delay="0"/>
                                          </p:stCondLst>
                                        </p:cTn>
                                        <p:tgtEl>
                                          <p:spTgt spid="316"/>
                                        </p:tgtEl>
                                        <p:attrNameLst>
                                          <p:attrName>style.visibility</p:attrName>
                                        </p:attrNameLst>
                                      </p:cBhvr>
                                      <p:to>
                                        <p:strVal val="visible"/>
                                      </p:to>
                                    </p:set>
                                  </p:childTnLst>
                                </p:cTn>
                              </p:par>
                              <p:par>
                                <p:cTn id="365" presetID="1" presetClass="entr" presetSubtype="0" fill="hold" grpId="0" nodeType="withEffect">
                                  <p:stCondLst>
                                    <p:cond delay="0"/>
                                  </p:stCondLst>
                                  <p:childTnLst>
                                    <p:set>
                                      <p:cBhvr>
                                        <p:cTn id="366" dur="1" fill="hold">
                                          <p:stCondLst>
                                            <p:cond delay="0"/>
                                          </p:stCondLst>
                                        </p:cTn>
                                        <p:tgtEl>
                                          <p:spTgt spid="317"/>
                                        </p:tgtEl>
                                        <p:attrNameLst>
                                          <p:attrName>style.visibility</p:attrName>
                                        </p:attrNameLst>
                                      </p:cBhvr>
                                      <p:to>
                                        <p:strVal val="visible"/>
                                      </p:to>
                                    </p:set>
                                  </p:childTnLst>
                                </p:cTn>
                              </p:par>
                              <p:par>
                                <p:cTn id="367" presetID="1" presetClass="entr" presetSubtype="0" fill="hold" grpId="0" nodeType="withEffect">
                                  <p:stCondLst>
                                    <p:cond delay="0"/>
                                  </p:stCondLst>
                                  <p:childTnLst>
                                    <p:set>
                                      <p:cBhvr>
                                        <p:cTn id="368" dur="1" fill="hold">
                                          <p:stCondLst>
                                            <p:cond delay="0"/>
                                          </p:stCondLst>
                                        </p:cTn>
                                        <p:tgtEl>
                                          <p:spTgt spid="318"/>
                                        </p:tgtEl>
                                        <p:attrNameLst>
                                          <p:attrName>style.visibility</p:attrName>
                                        </p:attrNameLst>
                                      </p:cBhvr>
                                      <p:to>
                                        <p:strVal val="visible"/>
                                      </p:to>
                                    </p:set>
                                  </p:childTnLst>
                                </p:cTn>
                              </p:par>
                              <p:par>
                                <p:cTn id="369" presetID="1" presetClass="entr" presetSubtype="0" fill="hold" grpId="0" nodeType="withEffect">
                                  <p:stCondLst>
                                    <p:cond delay="0"/>
                                  </p:stCondLst>
                                  <p:childTnLst>
                                    <p:set>
                                      <p:cBhvr>
                                        <p:cTn id="370" dur="1" fill="hold">
                                          <p:stCondLst>
                                            <p:cond delay="0"/>
                                          </p:stCondLst>
                                        </p:cTn>
                                        <p:tgtEl>
                                          <p:spTgt spid="319"/>
                                        </p:tgtEl>
                                        <p:attrNameLst>
                                          <p:attrName>style.visibility</p:attrName>
                                        </p:attrNameLst>
                                      </p:cBhvr>
                                      <p:to>
                                        <p:strVal val="visible"/>
                                      </p:to>
                                    </p:set>
                                  </p:childTnLst>
                                </p:cTn>
                              </p:par>
                              <p:par>
                                <p:cTn id="371" presetID="1" presetClass="entr" presetSubtype="0" fill="hold" grpId="0" nodeType="withEffect">
                                  <p:stCondLst>
                                    <p:cond delay="0"/>
                                  </p:stCondLst>
                                  <p:childTnLst>
                                    <p:set>
                                      <p:cBhvr>
                                        <p:cTn id="372" dur="1" fill="hold">
                                          <p:stCondLst>
                                            <p:cond delay="0"/>
                                          </p:stCondLst>
                                        </p:cTn>
                                        <p:tgtEl>
                                          <p:spTgt spid="320"/>
                                        </p:tgtEl>
                                        <p:attrNameLst>
                                          <p:attrName>style.visibility</p:attrName>
                                        </p:attrNameLst>
                                      </p:cBhvr>
                                      <p:to>
                                        <p:strVal val="visible"/>
                                      </p:to>
                                    </p:set>
                                  </p:childTnLst>
                                </p:cTn>
                              </p:par>
                              <p:par>
                                <p:cTn id="373" presetID="1" presetClass="entr" presetSubtype="0" fill="hold" grpId="0" nodeType="withEffect">
                                  <p:stCondLst>
                                    <p:cond delay="0"/>
                                  </p:stCondLst>
                                  <p:childTnLst>
                                    <p:set>
                                      <p:cBhvr>
                                        <p:cTn id="374" dur="1" fill="hold">
                                          <p:stCondLst>
                                            <p:cond delay="0"/>
                                          </p:stCondLst>
                                        </p:cTn>
                                        <p:tgtEl>
                                          <p:spTgt spid="321"/>
                                        </p:tgtEl>
                                        <p:attrNameLst>
                                          <p:attrName>style.visibility</p:attrName>
                                        </p:attrNameLst>
                                      </p:cBhvr>
                                      <p:to>
                                        <p:strVal val="visible"/>
                                      </p:to>
                                    </p:set>
                                  </p:childTnLst>
                                </p:cTn>
                              </p:par>
                              <p:par>
                                <p:cTn id="375" presetID="1" presetClass="entr" presetSubtype="0" fill="hold" grpId="0" nodeType="withEffect">
                                  <p:stCondLst>
                                    <p:cond delay="0"/>
                                  </p:stCondLst>
                                  <p:childTnLst>
                                    <p:set>
                                      <p:cBhvr>
                                        <p:cTn id="376" dur="1" fill="hold">
                                          <p:stCondLst>
                                            <p:cond delay="0"/>
                                          </p:stCondLst>
                                        </p:cTn>
                                        <p:tgtEl>
                                          <p:spTgt spid="359"/>
                                        </p:tgtEl>
                                        <p:attrNameLst>
                                          <p:attrName>style.visibility</p:attrName>
                                        </p:attrNameLst>
                                      </p:cBhvr>
                                      <p:to>
                                        <p:strVal val="visible"/>
                                      </p:to>
                                    </p:set>
                                  </p:childTnLst>
                                </p:cTn>
                              </p:par>
                              <p:par>
                                <p:cTn id="377" presetID="1" presetClass="entr" presetSubtype="0" fill="hold" grpId="0" nodeType="withEffect">
                                  <p:stCondLst>
                                    <p:cond delay="0"/>
                                  </p:stCondLst>
                                  <p:childTnLst>
                                    <p:set>
                                      <p:cBhvr>
                                        <p:cTn id="378" dur="1" fill="hold">
                                          <p:stCondLst>
                                            <p:cond delay="0"/>
                                          </p:stCondLst>
                                        </p:cTn>
                                        <p:tgtEl>
                                          <p:spTgt spid="360"/>
                                        </p:tgtEl>
                                        <p:attrNameLst>
                                          <p:attrName>style.visibility</p:attrName>
                                        </p:attrNameLst>
                                      </p:cBhvr>
                                      <p:to>
                                        <p:strVal val="visible"/>
                                      </p:to>
                                    </p:set>
                                  </p:childTnLst>
                                </p:cTn>
                              </p:par>
                              <p:par>
                                <p:cTn id="379" presetID="1" presetClass="entr" presetSubtype="0" fill="hold" grpId="0" nodeType="withEffect">
                                  <p:stCondLst>
                                    <p:cond delay="0"/>
                                  </p:stCondLst>
                                  <p:childTnLst>
                                    <p:set>
                                      <p:cBhvr>
                                        <p:cTn id="380" dur="1" fill="hold">
                                          <p:stCondLst>
                                            <p:cond delay="0"/>
                                          </p:stCondLst>
                                        </p:cTn>
                                        <p:tgtEl>
                                          <p:spTgt spid="361"/>
                                        </p:tgtEl>
                                        <p:attrNameLst>
                                          <p:attrName>style.visibility</p:attrName>
                                        </p:attrNameLst>
                                      </p:cBhvr>
                                      <p:to>
                                        <p:strVal val="visible"/>
                                      </p:to>
                                    </p:set>
                                  </p:childTnLst>
                                </p:cTn>
                              </p:par>
                              <p:par>
                                <p:cTn id="381" presetID="1" presetClass="entr" presetSubtype="0" fill="hold" grpId="0" nodeType="withEffect">
                                  <p:stCondLst>
                                    <p:cond delay="0"/>
                                  </p:stCondLst>
                                  <p:childTnLst>
                                    <p:set>
                                      <p:cBhvr>
                                        <p:cTn id="382" dur="1" fill="hold">
                                          <p:stCondLst>
                                            <p:cond delay="0"/>
                                          </p:stCondLst>
                                        </p:cTn>
                                        <p:tgtEl>
                                          <p:spTgt spid="362"/>
                                        </p:tgtEl>
                                        <p:attrNameLst>
                                          <p:attrName>style.visibility</p:attrName>
                                        </p:attrNameLst>
                                      </p:cBhvr>
                                      <p:to>
                                        <p:strVal val="visible"/>
                                      </p:to>
                                    </p:set>
                                  </p:childTnLst>
                                </p:cTn>
                              </p:par>
                              <p:par>
                                <p:cTn id="383" presetID="1" presetClass="entr" presetSubtype="0" fill="hold" grpId="0" nodeType="withEffect">
                                  <p:stCondLst>
                                    <p:cond delay="0"/>
                                  </p:stCondLst>
                                  <p:childTnLst>
                                    <p:set>
                                      <p:cBhvr>
                                        <p:cTn id="384" dur="1" fill="hold">
                                          <p:stCondLst>
                                            <p:cond delay="0"/>
                                          </p:stCondLst>
                                        </p:cTn>
                                        <p:tgtEl>
                                          <p:spTgt spid="363"/>
                                        </p:tgtEl>
                                        <p:attrNameLst>
                                          <p:attrName>style.visibility</p:attrName>
                                        </p:attrNameLst>
                                      </p:cBhvr>
                                      <p:to>
                                        <p:strVal val="visible"/>
                                      </p:to>
                                    </p:set>
                                  </p:childTnLst>
                                </p:cTn>
                              </p:par>
                              <p:par>
                                <p:cTn id="385" presetID="1" presetClass="entr" presetSubtype="0" fill="hold" grpId="0" nodeType="withEffect">
                                  <p:stCondLst>
                                    <p:cond delay="0"/>
                                  </p:stCondLst>
                                  <p:childTnLst>
                                    <p:set>
                                      <p:cBhvr>
                                        <p:cTn id="386" dur="1" fill="hold">
                                          <p:stCondLst>
                                            <p:cond delay="0"/>
                                          </p:stCondLst>
                                        </p:cTn>
                                        <p:tgtEl>
                                          <p:spTgt spid="364"/>
                                        </p:tgtEl>
                                        <p:attrNameLst>
                                          <p:attrName>style.visibility</p:attrName>
                                        </p:attrNameLst>
                                      </p:cBhvr>
                                      <p:to>
                                        <p:strVal val="visible"/>
                                      </p:to>
                                    </p:set>
                                  </p:childTnLst>
                                </p:cTn>
                              </p:par>
                              <p:par>
                                <p:cTn id="387" presetID="10" presetClass="exit" presetSubtype="0" fill="hold" grpId="0" nodeType="withEffect">
                                  <p:stCondLst>
                                    <p:cond delay="0"/>
                                  </p:stCondLst>
                                  <p:childTnLst>
                                    <p:animEffect transition="out" filter="fade">
                                      <p:cBhvr>
                                        <p:cTn id="388" dur="420"/>
                                        <p:tgtEl>
                                          <p:spTgt spid="270"/>
                                        </p:tgtEl>
                                      </p:cBhvr>
                                    </p:animEffect>
                                    <p:set>
                                      <p:cBhvr>
                                        <p:cTn id="389" dur="1" fill="hold">
                                          <p:stCondLst>
                                            <p:cond delay="419"/>
                                          </p:stCondLst>
                                        </p:cTn>
                                        <p:tgtEl>
                                          <p:spTgt spid="270"/>
                                        </p:tgtEl>
                                        <p:attrNameLst>
                                          <p:attrName>style.visibility</p:attrName>
                                        </p:attrNameLst>
                                      </p:cBhvr>
                                      <p:to>
                                        <p:strVal val="hidden"/>
                                      </p:to>
                                    </p:set>
                                  </p:childTnLst>
                                </p:cTn>
                              </p:par>
                              <p:par>
                                <p:cTn id="390" presetID="10" presetClass="exit" presetSubtype="0" fill="hold" grpId="0" nodeType="withEffect">
                                  <p:stCondLst>
                                    <p:cond delay="0"/>
                                  </p:stCondLst>
                                  <p:childTnLst>
                                    <p:animEffect transition="out" filter="fade">
                                      <p:cBhvr>
                                        <p:cTn id="391" dur="420"/>
                                        <p:tgtEl>
                                          <p:spTgt spid="271"/>
                                        </p:tgtEl>
                                      </p:cBhvr>
                                    </p:animEffect>
                                    <p:set>
                                      <p:cBhvr>
                                        <p:cTn id="392" dur="1" fill="hold">
                                          <p:stCondLst>
                                            <p:cond delay="419"/>
                                          </p:stCondLst>
                                        </p:cTn>
                                        <p:tgtEl>
                                          <p:spTgt spid="271"/>
                                        </p:tgtEl>
                                        <p:attrNameLst>
                                          <p:attrName>style.visibility</p:attrName>
                                        </p:attrNameLst>
                                      </p:cBhvr>
                                      <p:to>
                                        <p:strVal val="hidden"/>
                                      </p:to>
                                    </p:set>
                                  </p:childTnLst>
                                </p:cTn>
                              </p:par>
                              <p:par>
                                <p:cTn id="393" presetID="10" presetClass="exit" presetSubtype="0" fill="hold" grpId="1" nodeType="withEffect">
                                  <p:stCondLst>
                                    <p:cond delay="0"/>
                                  </p:stCondLst>
                                  <p:childTnLst>
                                    <p:animEffect transition="out" filter="fade">
                                      <p:cBhvr>
                                        <p:cTn id="394" dur="420"/>
                                        <p:tgtEl>
                                          <p:spTgt spid="272"/>
                                        </p:tgtEl>
                                      </p:cBhvr>
                                    </p:animEffect>
                                    <p:set>
                                      <p:cBhvr>
                                        <p:cTn id="395" dur="1" fill="hold">
                                          <p:stCondLst>
                                            <p:cond delay="419"/>
                                          </p:stCondLst>
                                        </p:cTn>
                                        <p:tgtEl>
                                          <p:spTgt spid="272"/>
                                        </p:tgtEl>
                                        <p:attrNameLst>
                                          <p:attrName>style.visibility</p:attrName>
                                        </p:attrNameLst>
                                      </p:cBhvr>
                                      <p:to>
                                        <p:strVal val="hidden"/>
                                      </p:to>
                                    </p:set>
                                  </p:childTnLst>
                                </p:cTn>
                              </p:par>
                              <p:par>
                                <p:cTn id="396" presetID="10" presetClass="exit" presetSubtype="0" fill="hold" grpId="1" nodeType="withEffect">
                                  <p:stCondLst>
                                    <p:cond delay="0"/>
                                  </p:stCondLst>
                                  <p:childTnLst>
                                    <p:animEffect transition="out" filter="fade">
                                      <p:cBhvr>
                                        <p:cTn id="397" dur="420"/>
                                        <p:tgtEl>
                                          <p:spTgt spid="273"/>
                                        </p:tgtEl>
                                      </p:cBhvr>
                                    </p:animEffect>
                                    <p:set>
                                      <p:cBhvr>
                                        <p:cTn id="398" dur="1" fill="hold">
                                          <p:stCondLst>
                                            <p:cond delay="419"/>
                                          </p:stCondLst>
                                        </p:cTn>
                                        <p:tgtEl>
                                          <p:spTgt spid="273"/>
                                        </p:tgtEl>
                                        <p:attrNameLst>
                                          <p:attrName>style.visibility</p:attrName>
                                        </p:attrNameLst>
                                      </p:cBhvr>
                                      <p:to>
                                        <p:strVal val="hidden"/>
                                      </p:to>
                                    </p:set>
                                  </p:childTnLst>
                                </p:cTn>
                              </p:par>
                              <p:par>
                                <p:cTn id="399" presetID="10" presetClass="exit" presetSubtype="0" fill="hold" grpId="1" nodeType="withEffect">
                                  <p:stCondLst>
                                    <p:cond delay="0"/>
                                  </p:stCondLst>
                                  <p:childTnLst>
                                    <p:animEffect transition="out" filter="fade">
                                      <p:cBhvr>
                                        <p:cTn id="400" dur="420"/>
                                        <p:tgtEl>
                                          <p:spTgt spid="274"/>
                                        </p:tgtEl>
                                      </p:cBhvr>
                                    </p:animEffect>
                                    <p:set>
                                      <p:cBhvr>
                                        <p:cTn id="401" dur="1" fill="hold">
                                          <p:stCondLst>
                                            <p:cond delay="419"/>
                                          </p:stCondLst>
                                        </p:cTn>
                                        <p:tgtEl>
                                          <p:spTgt spid="274"/>
                                        </p:tgtEl>
                                        <p:attrNameLst>
                                          <p:attrName>style.visibility</p:attrName>
                                        </p:attrNameLst>
                                      </p:cBhvr>
                                      <p:to>
                                        <p:strVal val="hidden"/>
                                      </p:to>
                                    </p:set>
                                  </p:childTnLst>
                                </p:cTn>
                              </p:par>
                              <p:par>
                                <p:cTn id="402" presetID="10" presetClass="exit" presetSubtype="0" fill="hold" grpId="1" nodeType="withEffect">
                                  <p:stCondLst>
                                    <p:cond delay="0"/>
                                  </p:stCondLst>
                                  <p:childTnLst>
                                    <p:animEffect transition="out" filter="fade">
                                      <p:cBhvr>
                                        <p:cTn id="403" dur="420"/>
                                        <p:tgtEl>
                                          <p:spTgt spid="275"/>
                                        </p:tgtEl>
                                      </p:cBhvr>
                                    </p:animEffect>
                                    <p:set>
                                      <p:cBhvr>
                                        <p:cTn id="404" dur="1" fill="hold">
                                          <p:stCondLst>
                                            <p:cond delay="419"/>
                                          </p:stCondLst>
                                        </p:cTn>
                                        <p:tgtEl>
                                          <p:spTgt spid="275"/>
                                        </p:tgtEl>
                                        <p:attrNameLst>
                                          <p:attrName>style.visibility</p:attrName>
                                        </p:attrNameLst>
                                      </p:cBhvr>
                                      <p:to>
                                        <p:strVal val="hidden"/>
                                      </p:to>
                                    </p:set>
                                  </p:childTnLst>
                                </p:cTn>
                              </p:par>
                              <p:par>
                                <p:cTn id="405" presetID="10" presetClass="exit" presetSubtype="0" fill="hold" grpId="1" nodeType="withEffect">
                                  <p:stCondLst>
                                    <p:cond delay="0"/>
                                  </p:stCondLst>
                                  <p:childTnLst>
                                    <p:animEffect transition="out" filter="fade">
                                      <p:cBhvr>
                                        <p:cTn id="406" dur="420"/>
                                        <p:tgtEl>
                                          <p:spTgt spid="276"/>
                                        </p:tgtEl>
                                      </p:cBhvr>
                                    </p:animEffect>
                                    <p:set>
                                      <p:cBhvr>
                                        <p:cTn id="407" dur="1" fill="hold">
                                          <p:stCondLst>
                                            <p:cond delay="419"/>
                                          </p:stCondLst>
                                        </p:cTn>
                                        <p:tgtEl>
                                          <p:spTgt spid="276"/>
                                        </p:tgtEl>
                                        <p:attrNameLst>
                                          <p:attrName>style.visibility</p:attrName>
                                        </p:attrNameLst>
                                      </p:cBhvr>
                                      <p:to>
                                        <p:strVal val="hidden"/>
                                      </p:to>
                                    </p:set>
                                  </p:childTnLst>
                                </p:cTn>
                              </p:par>
                              <p:par>
                                <p:cTn id="408" presetID="10" presetClass="exit" presetSubtype="0" fill="hold" grpId="1" nodeType="withEffect">
                                  <p:stCondLst>
                                    <p:cond delay="0"/>
                                  </p:stCondLst>
                                  <p:childTnLst>
                                    <p:animEffect transition="out" filter="fade">
                                      <p:cBhvr>
                                        <p:cTn id="409" dur="420"/>
                                        <p:tgtEl>
                                          <p:spTgt spid="277"/>
                                        </p:tgtEl>
                                      </p:cBhvr>
                                    </p:animEffect>
                                    <p:set>
                                      <p:cBhvr>
                                        <p:cTn id="410" dur="1" fill="hold">
                                          <p:stCondLst>
                                            <p:cond delay="419"/>
                                          </p:stCondLst>
                                        </p:cTn>
                                        <p:tgtEl>
                                          <p:spTgt spid="277"/>
                                        </p:tgtEl>
                                        <p:attrNameLst>
                                          <p:attrName>style.visibility</p:attrName>
                                        </p:attrNameLst>
                                      </p:cBhvr>
                                      <p:to>
                                        <p:strVal val="hidden"/>
                                      </p:to>
                                    </p:set>
                                  </p:childTnLst>
                                </p:cTn>
                              </p:par>
                              <p:par>
                                <p:cTn id="411" presetID="10" presetClass="exit" presetSubtype="0" fill="hold" grpId="1" nodeType="withEffect">
                                  <p:stCondLst>
                                    <p:cond delay="0"/>
                                  </p:stCondLst>
                                  <p:childTnLst>
                                    <p:animEffect transition="out" filter="fade">
                                      <p:cBhvr>
                                        <p:cTn id="412" dur="420"/>
                                        <p:tgtEl>
                                          <p:spTgt spid="278"/>
                                        </p:tgtEl>
                                      </p:cBhvr>
                                    </p:animEffect>
                                    <p:set>
                                      <p:cBhvr>
                                        <p:cTn id="413" dur="1" fill="hold">
                                          <p:stCondLst>
                                            <p:cond delay="419"/>
                                          </p:stCondLst>
                                        </p:cTn>
                                        <p:tgtEl>
                                          <p:spTgt spid="278"/>
                                        </p:tgtEl>
                                        <p:attrNameLst>
                                          <p:attrName>style.visibility</p:attrName>
                                        </p:attrNameLst>
                                      </p:cBhvr>
                                      <p:to>
                                        <p:strVal val="hidden"/>
                                      </p:to>
                                    </p:set>
                                  </p:childTnLst>
                                </p:cTn>
                              </p:par>
                              <p:par>
                                <p:cTn id="414" presetID="10" presetClass="exit" presetSubtype="0" fill="hold" grpId="1" nodeType="withEffect">
                                  <p:stCondLst>
                                    <p:cond delay="0"/>
                                  </p:stCondLst>
                                  <p:childTnLst>
                                    <p:animEffect transition="out" filter="fade">
                                      <p:cBhvr>
                                        <p:cTn id="415" dur="420"/>
                                        <p:tgtEl>
                                          <p:spTgt spid="279"/>
                                        </p:tgtEl>
                                      </p:cBhvr>
                                    </p:animEffect>
                                    <p:set>
                                      <p:cBhvr>
                                        <p:cTn id="416" dur="1" fill="hold">
                                          <p:stCondLst>
                                            <p:cond delay="419"/>
                                          </p:stCondLst>
                                        </p:cTn>
                                        <p:tgtEl>
                                          <p:spTgt spid="279"/>
                                        </p:tgtEl>
                                        <p:attrNameLst>
                                          <p:attrName>style.visibility</p:attrName>
                                        </p:attrNameLst>
                                      </p:cBhvr>
                                      <p:to>
                                        <p:strVal val="hidden"/>
                                      </p:to>
                                    </p:set>
                                  </p:childTnLst>
                                </p:cTn>
                              </p:par>
                              <p:par>
                                <p:cTn id="417" presetID="10" presetClass="exit" presetSubtype="0" fill="hold" grpId="1" nodeType="withEffect">
                                  <p:stCondLst>
                                    <p:cond delay="0"/>
                                  </p:stCondLst>
                                  <p:childTnLst>
                                    <p:animEffect transition="out" filter="fade">
                                      <p:cBhvr>
                                        <p:cTn id="418" dur="420"/>
                                        <p:tgtEl>
                                          <p:spTgt spid="280"/>
                                        </p:tgtEl>
                                      </p:cBhvr>
                                    </p:animEffect>
                                    <p:set>
                                      <p:cBhvr>
                                        <p:cTn id="419" dur="1" fill="hold">
                                          <p:stCondLst>
                                            <p:cond delay="419"/>
                                          </p:stCondLst>
                                        </p:cTn>
                                        <p:tgtEl>
                                          <p:spTgt spid="280"/>
                                        </p:tgtEl>
                                        <p:attrNameLst>
                                          <p:attrName>style.visibility</p:attrName>
                                        </p:attrNameLst>
                                      </p:cBhvr>
                                      <p:to>
                                        <p:strVal val="hidden"/>
                                      </p:to>
                                    </p:set>
                                  </p:childTnLst>
                                </p:cTn>
                              </p:par>
                              <p:par>
                                <p:cTn id="420" presetID="10" presetClass="exit" presetSubtype="0" fill="hold" grpId="1" nodeType="withEffect">
                                  <p:stCondLst>
                                    <p:cond delay="0"/>
                                  </p:stCondLst>
                                  <p:childTnLst>
                                    <p:animEffect transition="out" filter="fade">
                                      <p:cBhvr>
                                        <p:cTn id="421" dur="420"/>
                                        <p:tgtEl>
                                          <p:spTgt spid="281"/>
                                        </p:tgtEl>
                                      </p:cBhvr>
                                    </p:animEffect>
                                    <p:set>
                                      <p:cBhvr>
                                        <p:cTn id="422" dur="1" fill="hold">
                                          <p:stCondLst>
                                            <p:cond delay="419"/>
                                          </p:stCondLst>
                                        </p:cTn>
                                        <p:tgtEl>
                                          <p:spTgt spid="281"/>
                                        </p:tgtEl>
                                        <p:attrNameLst>
                                          <p:attrName>style.visibility</p:attrName>
                                        </p:attrNameLst>
                                      </p:cBhvr>
                                      <p:to>
                                        <p:strVal val="hidden"/>
                                      </p:to>
                                    </p:set>
                                  </p:childTnLst>
                                </p:cTn>
                              </p:par>
                              <p:par>
                                <p:cTn id="423" presetID="10" presetClass="exit" presetSubtype="0" fill="hold" grpId="1" nodeType="withEffect">
                                  <p:stCondLst>
                                    <p:cond delay="0"/>
                                  </p:stCondLst>
                                  <p:childTnLst>
                                    <p:animEffect transition="out" filter="fade">
                                      <p:cBhvr>
                                        <p:cTn id="424" dur="420"/>
                                        <p:tgtEl>
                                          <p:spTgt spid="282"/>
                                        </p:tgtEl>
                                      </p:cBhvr>
                                    </p:animEffect>
                                    <p:set>
                                      <p:cBhvr>
                                        <p:cTn id="425" dur="1" fill="hold">
                                          <p:stCondLst>
                                            <p:cond delay="419"/>
                                          </p:stCondLst>
                                        </p:cTn>
                                        <p:tgtEl>
                                          <p:spTgt spid="282"/>
                                        </p:tgtEl>
                                        <p:attrNameLst>
                                          <p:attrName>style.visibility</p:attrName>
                                        </p:attrNameLst>
                                      </p:cBhvr>
                                      <p:to>
                                        <p:strVal val="hidden"/>
                                      </p:to>
                                    </p:set>
                                  </p:childTnLst>
                                </p:cTn>
                              </p:par>
                              <p:par>
                                <p:cTn id="426" presetID="10" presetClass="exit" presetSubtype="0" fill="hold" grpId="1" nodeType="withEffect">
                                  <p:stCondLst>
                                    <p:cond delay="0"/>
                                  </p:stCondLst>
                                  <p:childTnLst>
                                    <p:animEffect transition="out" filter="fade">
                                      <p:cBhvr>
                                        <p:cTn id="427" dur="420"/>
                                        <p:tgtEl>
                                          <p:spTgt spid="283"/>
                                        </p:tgtEl>
                                      </p:cBhvr>
                                    </p:animEffect>
                                    <p:set>
                                      <p:cBhvr>
                                        <p:cTn id="428" dur="1" fill="hold">
                                          <p:stCondLst>
                                            <p:cond delay="419"/>
                                          </p:stCondLst>
                                        </p:cTn>
                                        <p:tgtEl>
                                          <p:spTgt spid="283"/>
                                        </p:tgtEl>
                                        <p:attrNameLst>
                                          <p:attrName>style.visibility</p:attrName>
                                        </p:attrNameLst>
                                      </p:cBhvr>
                                      <p:to>
                                        <p:strVal val="hidden"/>
                                      </p:to>
                                    </p:set>
                                  </p:childTnLst>
                                </p:cTn>
                              </p:par>
                              <p:par>
                                <p:cTn id="429" presetID="10" presetClass="exit" presetSubtype="0" fill="hold" grpId="1" nodeType="withEffect">
                                  <p:stCondLst>
                                    <p:cond delay="0"/>
                                  </p:stCondLst>
                                  <p:childTnLst>
                                    <p:animEffect transition="out" filter="fade">
                                      <p:cBhvr>
                                        <p:cTn id="430" dur="420"/>
                                        <p:tgtEl>
                                          <p:spTgt spid="284"/>
                                        </p:tgtEl>
                                      </p:cBhvr>
                                    </p:animEffect>
                                    <p:set>
                                      <p:cBhvr>
                                        <p:cTn id="431" dur="1" fill="hold">
                                          <p:stCondLst>
                                            <p:cond delay="419"/>
                                          </p:stCondLst>
                                        </p:cTn>
                                        <p:tgtEl>
                                          <p:spTgt spid="284"/>
                                        </p:tgtEl>
                                        <p:attrNameLst>
                                          <p:attrName>style.visibility</p:attrName>
                                        </p:attrNameLst>
                                      </p:cBhvr>
                                      <p:to>
                                        <p:strVal val="hidden"/>
                                      </p:to>
                                    </p:set>
                                  </p:childTnLst>
                                </p:cTn>
                              </p:par>
                              <p:par>
                                <p:cTn id="432" presetID="10" presetClass="exit" presetSubtype="0" fill="hold" grpId="1" nodeType="withEffect">
                                  <p:stCondLst>
                                    <p:cond delay="0"/>
                                  </p:stCondLst>
                                  <p:childTnLst>
                                    <p:animEffect transition="out" filter="fade">
                                      <p:cBhvr>
                                        <p:cTn id="433" dur="420"/>
                                        <p:tgtEl>
                                          <p:spTgt spid="285"/>
                                        </p:tgtEl>
                                      </p:cBhvr>
                                    </p:animEffect>
                                    <p:set>
                                      <p:cBhvr>
                                        <p:cTn id="434" dur="1" fill="hold">
                                          <p:stCondLst>
                                            <p:cond delay="419"/>
                                          </p:stCondLst>
                                        </p:cTn>
                                        <p:tgtEl>
                                          <p:spTgt spid="285"/>
                                        </p:tgtEl>
                                        <p:attrNameLst>
                                          <p:attrName>style.visibility</p:attrName>
                                        </p:attrNameLst>
                                      </p:cBhvr>
                                      <p:to>
                                        <p:strVal val="hidden"/>
                                      </p:to>
                                    </p:set>
                                  </p:childTnLst>
                                </p:cTn>
                              </p:par>
                              <p:par>
                                <p:cTn id="435" presetID="10" presetClass="exit" presetSubtype="0" fill="hold" grpId="1" nodeType="withEffect">
                                  <p:stCondLst>
                                    <p:cond delay="0"/>
                                  </p:stCondLst>
                                  <p:childTnLst>
                                    <p:animEffect transition="out" filter="fade">
                                      <p:cBhvr>
                                        <p:cTn id="436" dur="420"/>
                                        <p:tgtEl>
                                          <p:spTgt spid="286"/>
                                        </p:tgtEl>
                                      </p:cBhvr>
                                    </p:animEffect>
                                    <p:set>
                                      <p:cBhvr>
                                        <p:cTn id="437" dur="1" fill="hold">
                                          <p:stCondLst>
                                            <p:cond delay="419"/>
                                          </p:stCondLst>
                                        </p:cTn>
                                        <p:tgtEl>
                                          <p:spTgt spid="286"/>
                                        </p:tgtEl>
                                        <p:attrNameLst>
                                          <p:attrName>style.visibility</p:attrName>
                                        </p:attrNameLst>
                                      </p:cBhvr>
                                      <p:to>
                                        <p:strVal val="hidden"/>
                                      </p:to>
                                    </p:set>
                                  </p:childTnLst>
                                </p:cTn>
                              </p:par>
                              <p:par>
                                <p:cTn id="438" presetID="10" presetClass="exit" presetSubtype="0" fill="hold" grpId="0" nodeType="withEffect">
                                  <p:stCondLst>
                                    <p:cond delay="0"/>
                                  </p:stCondLst>
                                  <p:childTnLst>
                                    <p:animEffect transition="out" filter="fade">
                                      <p:cBhvr>
                                        <p:cTn id="439" dur="420"/>
                                        <p:tgtEl>
                                          <p:spTgt spid="287"/>
                                        </p:tgtEl>
                                      </p:cBhvr>
                                    </p:animEffect>
                                    <p:set>
                                      <p:cBhvr>
                                        <p:cTn id="440" dur="1" fill="hold">
                                          <p:stCondLst>
                                            <p:cond delay="419"/>
                                          </p:stCondLst>
                                        </p:cTn>
                                        <p:tgtEl>
                                          <p:spTgt spid="287"/>
                                        </p:tgtEl>
                                        <p:attrNameLst>
                                          <p:attrName>style.visibility</p:attrName>
                                        </p:attrNameLst>
                                      </p:cBhvr>
                                      <p:to>
                                        <p:strVal val="hidden"/>
                                      </p:to>
                                    </p:set>
                                  </p:childTnLst>
                                </p:cTn>
                              </p:par>
                              <p:par>
                                <p:cTn id="441" presetID="10" presetClass="exit" presetSubtype="0" fill="hold" grpId="0" nodeType="withEffect">
                                  <p:stCondLst>
                                    <p:cond delay="0"/>
                                  </p:stCondLst>
                                  <p:childTnLst>
                                    <p:animEffect transition="out" filter="fade">
                                      <p:cBhvr>
                                        <p:cTn id="442" dur="420"/>
                                        <p:tgtEl>
                                          <p:spTgt spid="288"/>
                                        </p:tgtEl>
                                      </p:cBhvr>
                                    </p:animEffect>
                                    <p:set>
                                      <p:cBhvr>
                                        <p:cTn id="443" dur="1" fill="hold">
                                          <p:stCondLst>
                                            <p:cond delay="419"/>
                                          </p:stCondLst>
                                        </p:cTn>
                                        <p:tgtEl>
                                          <p:spTgt spid="288"/>
                                        </p:tgtEl>
                                        <p:attrNameLst>
                                          <p:attrName>style.visibility</p:attrName>
                                        </p:attrNameLst>
                                      </p:cBhvr>
                                      <p:to>
                                        <p:strVal val="hidden"/>
                                      </p:to>
                                    </p:set>
                                  </p:childTnLst>
                                </p:cTn>
                              </p:par>
                              <p:par>
                                <p:cTn id="444" presetID="10" presetClass="exit" presetSubtype="0" fill="hold" grpId="1" nodeType="withEffect">
                                  <p:stCondLst>
                                    <p:cond delay="0"/>
                                  </p:stCondLst>
                                  <p:childTnLst>
                                    <p:animEffect transition="out" filter="fade">
                                      <p:cBhvr>
                                        <p:cTn id="445" dur="420"/>
                                        <p:tgtEl>
                                          <p:spTgt spid="289"/>
                                        </p:tgtEl>
                                      </p:cBhvr>
                                    </p:animEffect>
                                    <p:set>
                                      <p:cBhvr>
                                        <p:cTn id="446" dur="1" fill="hold">
                                          <p:stCondLst>
                                            <p:cond delay="419"/>
                                          </p:stCondLst>
                                        </p:cTn>
                                        <p:tgtEl>
                                          <p:spTgt spid="289"/>
                                        </p:tgtEl>
                                        <p:attrNameLst>
                                          <p:attrName>style.visibility</p:attrName>
                                        </p:attrNameLst>
                                      </p:cBhvr>
                                      <p:to>
                                        <p:strVal val="hidden"/>
                                      </p:to>
                                    </p:set>
                                  </p:childTnLst>
                                </p:cTn>
                              </p:par>
                              <p:par>
                                <p:cTn id="447" presetID="10" presetClass="exit" presetSubtype="0" fill="hold" grpId="1" nodeType="withEffect">
                                  <p:stCondLst>
                                    <p:cond delay="0"/>
                                  </p:stCondLst>
                                  <p:childTnLst>
                                    <p:animEffect transition="out" filter="fade">
                                      <p:cBhvr>
                                        <p:cTn id="448" dur="420"/>
                                        <p:tgtEl>
                                          <p:spTgt spid="290"/>
                                        </p:tgtEl>
                                      </p:cBhvr>
                                    </p:animEffect>
                                    <p:set>
                                      <p:cBhvr>
                                        <p:cTn id="449" dur="1" fill="hold">
                                          <p:stCondLst>
                                            <p:cond delay="419"/>
                                          </p:stCondLst>
                                        </p:cTn>
                                        <p:tgtEl>
                                          <p:spTgt spid="290"/>
                                        </p:tgtEl>
                                        <p:attrNameLst>
                                          <p:attrName>style.visibility</p:attrName>
                                        </p:attrNameLst>
                                      </p:cBhvr>
                                      <p:to>
                                        <p:strVal val="hidden"/>
                                      </p:to>
                                    </p:set>
                                  </p:childTnLst>
                                </p:cTn>
                              </p:par>
                              <p:par>
                                <p:cTn id="450" presetID="10" presetClass="exit" presetSubtype="0" fill="hold" grpId="1" nodeType="withEffect">
                                  <p:stCondLst>
                                    <p:cond delay="0"/>
                                  </p:stCondLst>
                                  <p:childTnLst>
                                    <p:animEffect transition="out" filter="fade">
                                      <p:cBhvr>
                                        <p:cTn id="451" dur="420"/>
                                        <p:tgtEl>
                                          <p:spTgt spid="291"/>
                                        </p:tgtEl>
                                      </p:cBhvr>
                                    </p:animEffect>
                                    <p:set>
                                      <p:cBhvr>
                                        <p:cTn id="452" dur="1" fill="hold">
                                          <p:stCondLst>
                                            <p:cond delay="419"/>
                                          </p:stCondLst>
                                        </p:cTn>
                                        <p:tgtEl>
                                          <p:spTgt spid="291"/>
                                        </p:tgtEl>
                                        <p:attrNameLst>
                                          <p:attrName>style.visibility</p:attrName>
                                        </p:attrNameLst>
                                      </p:cBhvr>
                                      <p:to>
                                        <p:strVal val="hidden"/>
                                      </p:to>
                                    </p:set>
                                  </p:childTnLst>
                                </p:cTn>
                              </p:par>
                              <p:par>
                                <p:cTn id="453" presetID="10" presetClass="exit" presetSubtype="0" fill="hold" grpId="1" nodeType="withEffect">
                                  <p:stCondLst>
                                    <p:cond delay="0"/>
                                  </p:stCondLst>
                                  <p:childTnLst>
                                    <p:animEffect transition="out" filter="fade">
                                      <p:cBhvr>
                                        <p:cTn id="454" dur="420"/>
                                        <p:tgtEl>
                                          <p:spTgt spid="292"/>
                                        </p:tgtEl>
                                      </p:cBhvr>
                                    </p:animEffect>
                                    <p:set>
                                      <p:cBhvr>
                                        <p:cTn id="455" dur="1" fill="hold">
                                          <p:stCondLst>
                                            <p:cond delay="419"/>
                                          </p:stCondLst>
                                        </p:cTn>
                                        <p:tgtEl>
                                          <p:spTgt spid="292"/>
                                        </p:tgtEl>
                                        <p:attrNameLst>
                                          <p:attrName>style.visibility</p:attrName>
                                        </p:attrNameLst>
                                      </p:cBhvr>
                                      <p:to>
                                        <p:strVal val="hidden"/>
                                      </p:to>
                                    </p:set>
                                  </p:childTnLst>
                                </p:cTn>
                              </p:par>
                              <p:par>
                                <p:cTn id="456" presetID="10" presetClass="exit" presetSubtype="0" fill="hold" grpId="1" nodeType="withEffect">
                                  <p:stCondLst>
                                    <p:cond delay="0"/>
                                  </p:stCondLst>
                                  <p:childTnLst>
                                    <p:animEffect transition="out" filter="fade">
                                      <p:cBhvr>
                                        <p:cTn id="457" dur="420"/>
                                        <p:tgtEl>
                                          <p:spTgt spid="293"/>
                                        </p:tgtEl>
                                      </p:cBhvr>
                                    </p:animEffect>
                                    <p:set>
                                      <p:cBhvr>
                                        <p:cTn id="458" dur="1" fill="hold">
                                          <p:stCondLst>
                                            <p:cond delay="419"/>
                                          </p:stCondLst>
                                        </p:cTn>
                                        <p:tgtEl>
                                          <p:spTgt spid="293"/>
                                        </p:tgtEl>
                                        <p:attrNameLst>
                                          <p:attrName>style.visibility</p:attrName>
                                        </p:attrNameLst>
                                      </p:cBhvr>
                                      <p:to>
                                        <p:strVal val="hidden"/>
                                      </p:to>
                                    </p:set>
                                  </p:childTnLst>
                                </p:cTn>
                              </p:par>
                              <p:par>
                                <p:cTn id="459" presetID="10" presetClass="exit" presetSubtype="0" fill="hold" grpId="1" nodeType="withEffect">
                                  <p:stCondLst>
                                    <p:cond delay="0"/>
                                  </p:stCondLst>
                                  <p:childTnLst>
                                    <p:animEffect transition="out" filter="fade">
                                      <p:cBhvr>
                                        <p:cTn id="460" dur="420"/>
                                        <p:tgtEl>
                                          <p:spTgt spid="294"/>
                                        </p:tgtEl>
                                      </p:cBhvr>
                                    </p:animEffect>
                                    <p:set>
                                      <p:cBhvr>
                                        <p:cTn id="461" dur="1" fill="hold">
                                          <p:stCondLst>
                                            <p:cond delay="419"/>
                                          </p:stCondLst>
                                        </p:cTn>
                                        <p:tgtEl>
                                          <p:spTgt spid="294"/>
                                        </p:tgtEl>
                                        <p:attrNameLst>
                                          <p:attrName>style.visibility</p:attrName>
                                        </p:attrNameLst>
                                      </p:cBhvr>
                                      <p:to>
                                        <p:strVal val="hidden"/>
                                      </p:to>
                                    </p:set>
                                  </p:childTnLst>
                                </p:cTn>
                              </p:par>
                              <p:par>
                                <p:cTn id="462" presetID="10" presetClass="exit" presetSubtype="0" fill="hold" grpId="1" nodeType="withEffect">
                                  <p:stCondLst>
                                    <p:cond delay="0"/>
                                  </p:stCondLst>
                                  <p:childTnLst>
                                    <p:animEffect transition="out" filter="fade">
                                      <p:cBhvr>
                                        <p:cTn id="463" dur="420"/>
                                        <p:tgtEl>
                                          <p:spTgt spid="295"/>
                                        </p:tgtEl>
                                      </p:cBhvr>
                                    </p:animEffect>
                                    <p:set>
                                      <p:cBhvr>
                                        <p:cTn id="464" dur="1" fill="hold">
                                          <p:stCondLst>
                                            <p:cond delay="419"/>
                                          </p:stCondLst>
                                        </p:cTn>
                                        <p:tgtEl>
                                          <p:spTgt spid="295"/>
                                        </p:tgtEl>
                                        <p:attrNameLst>
                                          <p:attrName>style.visibility</p:attrName>
                                        </p:attrNameLst>
                                      </p:cBhvr>
                                      <p:to>
                                        <p:strVal val="hidden"/>
                                      </p:to>
                                    </p:set>
                                  </p:childTnLst>
                                </p:cTn>
                              </p:par>
                              <p:par>
                                <p:cTn id="465" presetID="10" presetClass="exit" presetSubtype="0" fill="hold" grpId="1" nodeType="withEffect">
                                  <p:stCondLst>
                                    <p:cond delay="0"/>
                                  </p:stCondLst>
                                  <p:childTnLst>
                                    <p:animEffect transition="out" filter="fade">
                                      <p:cBhvr>
                                        <p:cTn id="466" dur="420"/>
                                        <p:tgtEl>
                                          <p:spTgt spid="296"/>
                                        </p:tgtEl>
                                      </p:cBhvr>
                                    </p:animEffect>
                                    <p:set>
                                      <p:cBhvr>
                                        <p:cTn id="467" dur="1" fill="hold">
                                          <p:stCondLst>
                                            <p:cond delay="419"/>
                                          </p:stCondLst>
                                        </p:cTn>
                                        <p:tgtEl>
                                          <p:spTgt spid="296"/>
                                        </p:tgtEl>
                                        <p:attrNameLst>
                                          <p:attrName>style.visibility</p:attrName>
                                        </p:attrNameLst>
                                      </p:cBhvr>
                                      <p:to>
                                        <p:strVal val="hidden"/>
                                      </p:to>
                                    </p:set>
                                  </p:childTnLst>
                                </p:cTn>
                              </p:par>
                              <p:par>
                                <p:cTn id="468" presetID="10" presetClass="exit" presetSubtype="0" fill="hold" grpId="1" nodeType="withEffect">
                                  <p:stCondLst>
                                    <p:cond delay="0"/>
                                  </p:stCondLst>
                                  <p:childTnLst>
                                    <p:animEffect transition="out" filter="fade">
                                      <p:cBhvr>
                                        <p:cTn id="469" dur="420"/>
                                        <p:tgtEl>
                                          <p:spTgt spid="297"/>
                                        </p:tgtEl>
                                      </p:cBhvr>
                                    </p:animEffect>
                                    <p:set>
                                      <p:cBhvr>
                                        <p:cTn id="470" dur="1" fill="hold">
                                          <p:stCondLst>
                                            <p:cond delay="419"/>
                                          </p:stCondLst>
                                        </p:cTn>
                                        <p:tgtEl>
                                          <p:spTgt spid="297"/>
                                        </p:tgtEl>
                                        <p:attrNameLst>
                                          <p:attrName>style.visibility</p:attrName>
                                        </p:attrNameLst>
                                      </p:cBhvr>
                                      <p:to>
                                        <p:strVal val="hidden"/>
                                      </p:to>
                                    </p:set>
                                  </p:childTnLst>
                                </p:cTn>
                              </p:par>
                              <p:par>
                                <p:cTn id="471" presetID="10" presetClass="exit" presetSubtype="0" fill="hold" grpId="1" nodeType="withEffect">
                                  <p:stCondLst>
                                    <p:cond delay="0"/>
                                  </p:stCondLst>
                                  <p:childTnLst>
                                    <p:animEffect transition="out" filter="fade">
                                      <p:cBhvr>
                                        <p:cTn id="472" dur="420"/>
                                        <p:tgtEl>
                                          <p:spTgt spid="298"/>
                                        </p:tgtEl>
                                      </p:cBhvr>
                                    </p:animEffect>
                                    <p:set>
                                      <p:cBhvr>
                                        <p:cTn id="473" dur="1" fill="hold">
                                          <p:stCondLst>
                                            <p:cond delay="419"/>
                                          </p:stCondLst>
                                        </p:cTn>
                                        <p:tgtEl>
                                          <p:spTgt spid="298"/>
                                        </p:tgtEl>
                                        <p:attrNameLst>
                                          <p:attrName>style.visibility</p:attrName>
                                        </p:attrNameLst>
                                      </p:cBhvr>
                                      <p:to>
                                        <p:strVal val="hidden"/>
                                      </p:to>
                                    </p:set>
                                  </p:childTnLst>
                                </p:cTn>
                              </p:par>
                              <p:par>
                                <p:cTn id="474" presetID="10" presetClass="exit" presetSubtype="0" fill="hold" grpId="1" nodeType="withEffect">
                                  <p:stCondLst>
                                    <p:cond delay="0"/>
                                  </p:stCondLst>
                                  <p:childTnLst>
                                    <p:animEffect transition="out" filter="fade">
                                      <p:cBhvr>
                                        <p:cTn id="475" dur="420"/>
                                        <p:tgtEl>
                                          <p:spTgt spid="301"/>
                                        </p:tgtEl>
                                      </p:cBhvr>
                                    </p:animEffect>
                                    <p:set>
                                      <p:cBhvr>
                                        <p:cTn id="476" dur="1" fill="hold">
                                          <p:stCondLst>
                                            <p:cond delay="419"/>
                                          </p:stCondLst>
                                        </p:cTn>
                                        <p:tgtEl>
                                          <p:spTgt spid="301"/>
                                        </p:tgtEl>
                                        <p:attrNameLst>
                                          <p:attrName>style.visibility</p:attrName>
                                        </p:attrNameLst>
                                      </p:cBhvr>
                                      <p:to>
                                        <p:strVal val="hidden"/>
                                      </p:to>
                                    </p:set>
                                  </p:childTnLst>
                                </p:cTn>
                              </p:par>
                              <p:par>
                                <p:cTn id="477" presetID="10" presetClass="exit" presetSubtype="0" fill="hold" grpId="1" nodeType="withEffect">
                                  <p:stCondLst>
                                    <p:cond delay="0"/>
                                  </p:stCondLst>
                                  <p:childTnLst>
                                    <p:animEffect transition="out" filter="fade">
                                      <p:cBhvr>
                                        <p:cTn id="478" dur="420"/>
                                        <p:tgtEl>
                                          <p:spTgt spid="302"/>
                                        </p:tgtEl>
                                      </p:cBhvr>
                                    </p:animEffect>
                                    <p:set>
                                      <p:cBhvr>
                                        <p:cTn id="479" dur="1" fill="hold">
                                          <p:stCondLst>
                                            <p:cond delay="419"/>
                                          </p:stCondLst>
                                        </p:cTn>
                                        <p:tgtEl>
                                          <p:spTgt spid="302"/>
                                        </p:tgtEl>
                                        <p:attrNameLst>
                                          <p:attrName>style.visibility</p:attrName>
                                        </p:attrNameLst>
                                      </p:cBhvr>
                                      <p:to>
                                        <p:strVal val="hidden"/>
                                      </p:to>
                                    </p:set>
                                  </p:childTnLst>
                                </p:cTn>
                              </p:par>
                              <p:par>
                                <p:cTn id="480" presetID="10" presetClass="exit" presetSubtype="0" fill="hold" grpId="1" nodeType="withEffect">
                                  <p:stCondLst>
                                    <p:cond delay="0"/>
                                  </p:stCondLst>
                                  <p:childTnLst>
                                    <p:animEffect transition="out" filter="fade">
                                      <p:cBhvr>
                                        <p:cTn id="481" dur="420"/>
                                        <p:tgtEl>
                                          <p:spTgt spid="303"/>
                                        </p:tgtEl>
                                      </p:cBhvr>
                                    </p:animEffect>
                                    <p:set>
                                      <p:cBhvr>
                                        <p:cTn id="482" dur="1" fill="hold">
                                          <p:stCondLst>
                                            <p:cond delay="419"/>
                                          </p:stCondLst>
                                        </p:cTn>
                                        <p:tgtEl>
                                          <p:spTgt spid="303"/>
                                        </p:tgtEl>
                                        <p:attrNameLst>
                                          <p:attrName>style.visibility</p:attrName>
                                        </p:attrNameLst>
                                      </p:cBhvr>
                                      <p:to>
                                        <p:strVal val="hidden"/>
                                      </p:to>
                                    </p:set>
                                  </p:childTnLst>
                                </p:cTn>
                              </p:par>
                              <p:par>
                                <p:cTn id="483" presetID="10" presetClass="exit" presetSubtype="0" fill="hold" grpId="0" nodeType="withEffect">
                                  <p:stCondLst>
                                    <p:cond delay="0"/>
                                  </p:stCondLst>
                                  <p:childTnLst>
                                    <p:animEffect transition="out" filter="fade">
                                      <p:cBhvr>
                                        <p:cTn id="484" dur="420"/>
                                        <p:tgtEl>
                                          <p:spTgt spid="332"/>
                                        </p:tgtEl>
                                      </p:cBhvr>
                                    </p:animEffect>
                                    <p:set>
                                      <p:cBhvr>
                                        <p:cTn id="485" dur="1" fill="hold">
                                          <p:stCondLst>
                                            <p:cond delay="419"/>
                                          </p:stCondLst>
                                        </p:cTn>
                                        <p:tgtEl>
                                          <p:spTgt spid="332"/>
                                        </p:tgtEl>
                                        <p:attrNameLst>
                                          <p:attrName>style.visibility</p:attrName>
                                        </p:attrNameLst>
                                      </p:cBhvr>
                                      <p:to>
                                        <p:strVal val="hidden"/>
                                      </p:to>
                                    </p:set>
                                  </p:childTnLst>
                                </p:cTn>
                              </p:par>
                              <p:par>
                                <p:cTn id="486" presetID="10" presetClass="exit" presetSubtype="0" fill="hold" grpId="0" nodeType="withEffect">
                                  <p:stCondLst>
                                    <p:cond delay="0"/>
                                  </p:stCondLst>
                                  <p:childTnLst>
                                    <p:animEffect transition="out" filter="fade">
                                      <p:cBhvr>
                                        <p:cTn id="487" dur="420"/>
                                        <p:tgtEl>
                                          <p:spTgt spid="333"/>
                                        </p:tgtEl>
                                      </p:cBhvr>
                                    </p:animEffect>
                                    <p:set>
                                      <p:cBhvr>
                                        <p:cTn id="488" dur="1" fill="hold">
                                          <p:stCondLst>
                                            <p:cond delay="419"/>
                                          </p:stCondLst>
                                        </p:cTn>
                                        <p:tgtEl>
                                          <p:spTgt spid="333"/>
                                        </p:tgtEl>
                                        <p:attrNameLst>
                                          <p:attrName>style.visibility</p:attrName>
                                        </p:attrNameLst>
                                      </p:cBhvr>
                                      <p:to>
                                        <p:strVal val="hidden"/>
                                      </p:to>
                                    </p:set>
                                  </p:childTnLst>
                                </p:cTn>
                              </p:par>
                              <p:par>
                                <p:cTn id="489" presetID="10" presetClass="exit" presetSubtype="0" fill="hold" grpId="1" nodeType="withEffect">
                                  <p:stCondLst>
                                    <p:cond delay="0"/>
                                  </p:stCondLst>
                                  <p:childTnLst>
                                    <p:animEffect transition="out" filter="fade">
                                      <p:cBhvr>
                                        <p:cTn id="490" dur="420"/>
                                        <p:tgtEl>
                                          <p:spTgt spid="334"/>
                                        </p:tgtEl>
                                      </p:cBhvr>
                                    </p:animEffect>
                                    <p:set>
                                      <p:cBhvr>
                                        <p:cTn id="491" dur="1" fill="hold">
                                          <p:stCondLst>
                                            <p:cond delay="419"/>
                                          </p:stCondLst>
                                        </p:cTn>
                                        <p:tgtEl>
                                          <p:spTgt spid="334"/>
                                        </p:tgtEl>
                                        <p:attrNameLst>
                                          <p:attrName>style.visibility</p:attrName>
                                        </p:attrNameLst>
                                      </p:cBhvr>
                                      <p:to>
                                        <p:strVal val="hidden"/>
                                      </p:to>
                                    </p:set>
                                  </p:childTnLst>
                                </p:cTn>
                              </p:par>
                              <p:par>
                                <p:cTn id="492" presetID="10" presetClass="exit" presetSubtype="0" fill="hold" grpId="1" nodeType="withEffect">
                                  <p:stCondLst>
                                    <p:cond delay="0"/>
                                  </p:stCondLst>
                                  <p:childTnLst>
                                    <p:animEffect transition="out" filter="fade">
                                      <p:cBhvr>
                                        <p:cTn id="493" dur="420"/>
                                        <p:tgtEl>
                                          <p:spTgt spid="335"/>
                                        </p:tgtEl>
                                      </p:cBhvr>
                                    </p:animEffect>
                                    <p:set>
                                      <p:cBhvr>
                                        <p:cTn id="494" dur="1" fill="hold">
                                          <p:stCondLst>
                                            <p:cond delay="419"/>
                                          </p:stCondLst>
                                        </p:cTn>
                                        <p:tgtEl>
                                          <p:spTgt spid="335"/>
                                        </p:tgtEl>
                                        <p:attrNameLst>
                                          <p:attrName>style.visibility</p:attrName>
                                        </p:attrNameLst>
                                      </p:cBhvr>
                                      <p:to>
                                        <p:strVal val="hidden"/>
                                      </p:to>
                                    </p:set>
                                  </p:childTnLst>
                                </p:cTn>
                              </p:par>
                              <p:par>
                                <p:cTn id="495" presetID="10" presetClass="exit" presetSubtype="0" fill="hold" grpId="1" nodeType="withEffect">
                                  <p:stCondLst>
                                    <p:cond delay="0"/>
                                  </p:stCondLst>
                                  <p:childTnLst>
                                    <p:animEffect transition="out" filter="fade">
                                      <p:cBhvr>
                                        <p:cTn id="496" dur="420"/>
                                        <p:tgtEl>
                                          <p:spTgt spid="336"/>
                                        </p:tgtEl>
                                      </p:cBhvr>
                                    </p:animEffect>
                                    <p:set>
                                      <p:cBhvr>
                                        <p:cTn id="497" dur="1" fill="hold">
                                          <p:stCondLst>
                                            <p:cond delay="419"/>
                                          </p:stCondLst>
                                        </p:cTn>
                                        <p:tgtEl>
                                          <p:spTgt spid="336"/>
                                        </p:tgtEl>
                                        <p:attrNameLst>
                                          <p:attrName>style.visibility</p:attrName>
                                        </p:attrNameLst>
                                      </p:cBhvr>
                                      <p:to>
                                        <p:strVal val="hidden"/>
                                      </p:to>
                                    </p:set>
                                  </p:childTnLst>
                                </p:cTn>
                              </p:par>
                              <p:par>
                                <p:cTn id="498" presetID="10" presetClass="exit" presetSubtype="0" fill="hold" grpId="1" nodeType="withEffect">
                                  <p:stCondLst>
                                    <p:cond delay="0"/>
                                  </p:stCondLst>
                                  <p:childTnLst>
                                    <p:animEffect transition="out" filter="fade">
                                      <p:cBhvr>
                                        <p:cTn id="499" dur="420"/>
                                        <p:tgtEl>
                                          <p:spTgt spid="337"/>
                                        </p:tgtEl>
                                      </p:cBhvr>
                                    </p:animEffect>
                                    <p:set>
                                      <p:cBhvr>
                                        <p:cTn id="500" dur="1" fill="hold">
                                          <p:stCondLst>
                                            <p:cond delay="419"/>
                                          </p:stCondLst>
                                        </p:cTn>
                                        <p:tgtEl>
                                          <p:spTgt spid="337"/>
                                        </p:tgtEl>
                                        <p:attrNameLst>
                                          <p:attrName>style.visibility</p:attrName>
                                        </p:attrNameLst>
                                      </p:cBhvr>
                                      <p:to>
                                        <p:strVal val="hidden"/>
                                      </p:to>
                                    </p:set>
                                  </p:childTnLst>
                                </p:cTn>
                              </p:par>
                              <p:par>
                                <p:cTn id="501" presetID="10" presetClass="exit" presetSubtype="0" fill="hold" grpId="1" nodeType="withEffect">
                                  <p:stCondLst>
                                    <p:cond delay="0"/>
                                  </p:stCondLst>
                                  <p:childTnLst>
                                    <p:animEffect transition="out" filter="fade">
                                      <p:cBhvr>
                                        <p:cTn id="502" dur="420"/>
                                        <p:tgtEl>
                                          <p:spTgt spid="338"/>
                                        </p:tgtEl>
                                      </p:cBhvr>
                                    </p:animEffect>
                                    <p:set>
                                      <p:cBhvr>
                                        <p:cTn id="503" dur="1" fill="hold">
                                          <p:stCondLst>
                                            <p:cond delay="419"/>
                                          </p:stCondLst>
                                        </p:cTn>
                                        <p:tgtEl>
                                          <p:spTgt spid="338"/>
                                        </p:tgtEl>
                                        <p:attrNameLst>
                                          <p:attrName>style.visibility</p:attrName>
                                        </p:attrNameLst>
                                      </p:cBhvr>
                                      <p:to>
                                        <p:strVal val="hidden"/>
                                      </p:to>
                                    </p:set>
                                  </p:childTnLst>
                                </p:cTn>
                              </p:par>
                              <p:par>
                                <p:cTn id="504" presetID="10" presetClass="exit" presetSubtype="0" fill="hold" grpId="1" nodeType="withEffect">
                                  <p:stCondLst>
                                    <p:cond delay="0"/>
                                  </p:stCondLst>
                                  <p:childTnLst>
                                    <p:animEffect transition="out" filter="fade">
                                      <p:cBhvr>
                                        <p:cTn id="505" dur="420"/>
                                        <p:tgtEl>
                                          <p:spTgt spid="339"/>
                                        </p:tgtEl>
                                      </p:cBhvr>
                                    </p:animEffect>
                                    <p:set>
                                      <p:cBhvr>
                                        <p:cTn id="506" dur="1" fill="hold">
                                          <p:stCondLst>
                                            <p:cond delay="419"/>
                                          </p:stCondLst>
                                        </p:cTn>
                                        <p:tgtEl>
                                          <p:spTgt spid="339"/>
                                        </p:tgtEl>
                                        <p:attrNameLst>
                                          <p:attrName>style.visibility</p:attrName>
                                        </p:attrNameLst>
                                      </p:cBhvr>
                                      <p:to>
                                        <p:strVal val="hidden"/>
                                      </p:to>
                                    </p:set>
                                  </p:childTnLst>
                                </p:cTn>
                              </p:par>
                              <p:par>
                                <p:cTn id="507" presetID="10" presetClass="exit" presetSubtype="0" fill="hold" grpId="1" nodeType="withEffect">
                                  <p:stCondLst>
                                    <p:cond delay="0"/>
                                  </p:stCondLst>
                                  <p:childTnLst>
                                    <p:animEffect transition="out" filter="fade">
                                      <p:cBhvr>
                                        <p:cTn id="508" dur="420"/>
                                        <p:tgtEl>
                                          <p:spTgt spid="340"/>
                                        </p:tgtEl>
                                      </p:cBhvr>
                                    </p:animEffect>
                                    <p:set>
                                      <p:cBhvr>
                                        <p:cTn id="509" dur="1" fill="hold">
                                          <p:stCondLst>
                                            <p:cond delay="419"/>
                                          </p:stCondLst>
                                        </p:cTn>
                                        <p:tgtEl>
                                          <p:spTgt spid="340"/>
                                        </p:tgtEl>
                                        <p:attrNameLst>
                                          <p:attrName>style.visibility</p:attrName>
                                        </p:attrNameLst>
                                      </p:cBhvr>
                                      <p:to>
                                        <p:strVal val="hidden"/>
                                      </p:to>
                                    </p:set>
                                  </p:childTnLst>
                                </p:cTn>
                              </p:par>
                              <p:par>
                                <p:cTn id="510" presetID="10" presetClass="exit" presetSubtype="0" fill="hold" grpId="1" nodeType="withEffect">
                                  <p:stCondLst>
                                    <p:cond delay="0"/>
                                  </p:stCondLst>
                                  <p:childTnLst>
                                    <p:animEffect transition="out" filter="fade">
                                      <p:cBhvr>
                                        <p:cTn id="511" dur="420"/>
                                        <p:tgtEl>
                                          <p:spTgt spid="341"/>
                                        </p:tgtEl>
                                      </p:cBhvr>
                                    </p:animEffect>
                                    <p:set>
                                      <p:cBhvr>
                                        <p:cTn id="512" dur="1" fill="hold">
                                          <p:stCondLst>
                                            <p:cond delay="419"/>
                                          </p:stCondLst>
                                        </p:cTn>
                                        <p:tgtEl>
                                          <p:spTgt spid="341"/>
                                        </p:tgtEl>
                                        <p:attrNameLst>
                                          <p:attrName>style.visibility</p:attrName>
                                        </p:attrNameLst>
                                      </p:cBhvr>
                                      <p:to>
                                        <p:strVal val="hidden"/>
                                      </p:to>
                                    </p:set>
                                  </p:childTnLst>
                                </p:cTn>
                              </p:par>
                              <p:par>
                                <p:cTn id="513" presetID="10" presetClass="exit" presetSubtype="0" fill="hold" grpId="1" nodeType="withEffect">
                                  <p:stCondLst>
                                    <p:cond delay="0"/>
                                  </p:stCondLst>
                                  <p:childTnLst>
                                    <p:animEffect transition="out" filter="fade">
                                      <p:cBhvr>
                                        <p:cTn id="514" dur="420"/>
                                        <p:tgtEl>
                                          <p:spTgt spid="342"/>
                                        </p:tgtEl>
                                      </p:cBhvr>
                                    </p:animEffect>
                                    <p:set>
                                      <p:cBhvr>
                                        <p:cTn id="515" dur="1" fill="hold">
                                          <p:stCondLst>
                                            <p:cond delay="419"/>
                                          </p:stCondLst>
                                        </p:cTn>
                                        <p:tgtEl>
                                          <p:spTgt spid="342"/>
                                        </p:tgtEl>
                                        <p:attrNameLst>
                                          <p:attrName>style.visibility</p:attrName>
                                        </p:attrNameLst>
                                      </p:cBhvr>
                                      <p:to>
                                        <p:strVal val="hidden"/>
                                      </p:to>
                                    </p:set>
                                  </p:childTnLst>
                                </p:cTn>
                              </p:par>
                              <p:par>
                                <p:cTn id="516" presetID="10" presetClass="exit" presetSubtype="0" fill="hold" grpId="1" nodeType="withEffect">
                                  <p:stCondLst>
                                    <p:cond delay="0"/>
                                  </p:stCondLst>
                                  <p:childTnLst>
                                    <p:animEffect transition="out" filter="fade">
                                      <p:cBhvr>
                                        <p:cTn id="517" dur="420"/>
                                        <p:tgtEl>
                                          <p:spTgt spid="343"/>
                                        </p:tgtEl>
                                      </p:cBhvr>
                                    </p:animEffect>
                                    <p:set>
                                      <p:cBhvr>
                                        <p:cTn id="518" dur="1" fill="hold">
                                          <p:stCondLst>
                                            <p:cond delay="419"/>
                                          </p:stCondLst>
                                        </p:cTn>
                                        <p:tgtEl>
                                          <p:spTgt spid="343"/>
                                        </p:tgtEl>
                                        <p:attrNameLst>
                                          <p:attrName>style.visibility</p:attrName>
                                        </p:attrNameLst>
                                      </p:cBhvr>
                                      <p:to>
                                        <p:strVal val="hidden"/>
                                      </p:to>
                                    </p:set>
                                  </p:childTnLst>
                                </p:cTn>
                              </p:par>
                              <p:par>
                                <p:cTn id="519" presetID="10" presetClass="exit" presetSubtype="0" fill="hold" grpId="1" nodeType="withEffect">
                                  <p:stCondLst>
                                    <p:cond delay="0"/>
                                  </p:stCondLst>
                                  <p:childTnLst>
                                    <p:animEffect transition="out" filter="fade">
                                      <p:cBhvr>
                                        <p:cTn id="520" dur="420"/>
                                        <p:tgtEl>
                                          <p:spTgt spid="344"/>
                                        </p:tgtEl>
                                      </p:cBhvr>
                                    </p:animEffect>
                                    <p:set>
                                      <p:cBhvr>
                                        <p:cTn id="521" dur="1" fill="hold">
                                          <p:stCondLst>
                                            <p:cond delay="419"/>
                                          </p:stCondLst>
                                        </p:cTn>
                                        <p:tgtEl>
                                          <p:spTgt spid="344"/>
                                        </p:tgtEl>
                                        <p:attrNameLst>
                                          <p:attrName>style.visibility</p:attrName>
                                        </p:attrNameLst>
                                      </p:cBhvr>
                                      <p:to>
                                        <p:strVal val="hidden"/>
                                      </p:to>
                                    </p:set>
                                  </p:childTnLst>
                                </p:cTn>
                              </p:par>
                              <p:par>
                                <p:cTn id="522" presetID="42" presetClass="entr" presetSubtype="0" fill="hold" grpId="0" nodeType="withEffect">
                                  <p:stCondLst>
                                    <p:cond delay="0"/>
                                  </p:stCondLst>
                                  <p:childTnLst>
                                    <p:set>
                                      <p:cBhvr>
                                        <p:cTn id="523" dur="1" fill="hold">
                                          <p:stCondLst>
                                            <p:cond delay="0"/>
                                          </p:stCondLst>
                                        </p:cTn>
                                        <p:tgtEl>
                                          <p:spTgt spid="245"/>
                                        </p:tgtEl>
                                        <p:attrNameLst>
                                          <p:attrName>style.visibility</p:attrName>
                                        </p:attrNameLst>
                                      </p:cBhvr>
                                      <p:to>
                                        <p:strVal val="visible"/>
                                      </p:to>
                                    </p:set>
                                    <p:animEffect transition="in" filter="fade">
                                      <p:cBhvr>
                                        <p:cTn id="524" dur="650"/>
                                        <p:tgtEl>
                                          <p:spTgt spid="245"/>
                                        </p:tgtEl>
                                      </p:cBhvr>
                                    </p:animEffect>
                                    <p:anim calcmode="lin" valueType="num">
                                      <p:cBhvr>
                                        <p:cTn id="525" dur="650" fill="hold"/>
                                        <p:tgtEl>
                                          <p:spTgt spid="245"/>
                                        </p:tgtEl>
                                        <p:attrNameLst>
                                          <p:attrName>ppt_x</p:attrName>
                                        </p:attrNameLst>
                                      </p:cBhvr>
                                      <p:tavLst>
                                        <p:tav tm="0">
                                          <p:val>
                                            <p:strVal val="#ppt_x"/>
                                          </p:val>
                                        </p:tav>
                                        <p:tav tm="100000">
                                          <p:val>
                                            <p:strVal val="#ppt_x"/>
                                          </p:val>
                                        </p:tav>
                                      </p:tavLst>
                                    </p:anim>
                                    <p:anim calcmode="lin" valueType="num">
                                      <p:cBhvr>
                                        <p:cTn id="526" dur="650" fill="hold"/>
                                        <p:tgtEl>
                                          <p:spTgt spid="245"/>
                                        </p:tgtEl>
                                        <p:attrNameLst>
                                          <p:attrName>ppt_y</p:attrName>
                                        </p:attrNameLst>
                                      </p:cBhvr>
                                      <p:tavLst>
                                        <p:tav tm="0">
                                          <p:val>
                                            <p:strVal val="#ppt_y+.1"/>
                                          </p:val>
                                        </p:tav>
                                        <p:tav tm="100000">
                                          <p:val>
                                            <p:strVal val="#ppt_y"/>
                                          </p:val>
                                        </p:tav>
                                      </p:tavLst>
                                    </p:anim>
                                  </p:childTnLst>
                                </p:cTn>
                              </p:par>
                              <p:par>
                                <p:cTn id="527" presetID="42" presetClass="entr" presetSubtype="0" fill="hold" grpId="0" nodeType="withEffect">
                                  <p:stCondLst>
                                    <p:cond delay="0"/>
                                  </p:stCondLst>
                                  <p:childTnLst>
                                    <p:set>
                                      <p:cBhvr>
                                        <p:cTn id="528" dur="1" fill="hold">
                                          <p:stCondLst>
                                            <p:cond delay="0"/>
                                          </p:stCondLst>
                                        </p:cTn>
                                        <p:tgtEl>
                                          <p:spTgt spid="246"/>
                                        </p:tgtEl>
                                        <p:attrNameLst>
                                          <p:attrName>style.visibility</p:attrName>
                                        </p:attrNameLst>
                                      </p:cBhvr>
                                      <p:to>
                                        <p:strVal val="visible"/>
                                      </p:to>
                                    </p:set>
                                    <p:animEffect transition="in" filter="fade">
                                      <p:cBhvr>
                                        <p:cTn id="529" dur="650"/>
                                        <p:tgtEl>
                                          <p:spTgt spid="246"/>
                                        </p:tgtEl>
                                      </p:cBhvr>
                                    </p:animEffect>
                                    <p:anim calcmode="lin" valueType="num">
                                      <p:cBhvr>
                                        <p:cTn id="530" dur="650" fill="hold"/>
                                        <p:tgtEl>
                                          <p:spTgt spid="246"/>
                                        </p:tgtEl>
                                        <p:attrNameLst>
                                          <p:attrName>ppt_x</p:attrName>
                                        </p:attrNameLst>
                                      </p:cBhvr>
                                      <p:tavLst>
                                        <p:tav tm="0">
                                          <p:val>
                                            <p:strVal val="#ppt_x"/>
                                          </p:val>
                                        </p:tav>
                                        <p:tav tm="100000">
                                          <p:val>
                                            <p:strVal val="#ppt_x"/>
                                          </p:val>
                                        </p:tav>
                                      </p:tavLst>
                                    </p:anim>
                                    <p:anim calcmode="lin" valueType="num">
                                      <p:cBhvr>
                                        <p:cTn id="531" dur="650" fill="hold"/>
                                        <p:tgtEl>
                                          <p:spTgt spid="246"/>
                                        </p:tgtEl>
                                        <p:attrNameLst>
                                          <p:attrName>ppt_y</p:attrName>
                                        </p:attrNameLst>
                                      </p:cBhvr>
                                      <p:tavLst>
                                        <p:tav tm="0">
                                          <p:val>
                                            <p:strVal val="#ppt_y+.1"/>
                                          </p:val>
                                        </p:tav>
                                        <p:tav tm="100000">
                                          <p:val>
                                            <p:strVal val="#ppt_y"/>
                                          </p:val>
                                        </p:tav>
                                      </p:tavLst>
                                    </p:anim>
                                  </p:childTnLst>
                                </p:cTn>
                              </p:par>
                              <p:par>
                                <p:cTn id="532" presetID="42" presetClass="entr" presetSubtype="0" fill="hold" grpId="0" nodeType="withEffect">
                                  <p:stCondLst>
                                    <p:cond delay="120"/>
                                  </p:stCondLst>
                                  <p:childTnLst>
                                    <p:set>
                                      <p:cBhvr>
                                        <p:cTn id="533" dur="1" fill="hold">
                                          <p:stCondLst>
                                            <p:cond delay="0"/>
                                          </p:stCondLst>
                                        </p:cTn>
                                        <p:tgtEl>
                                          <p:spTgt spid="247"/>
                                        </p:tgtEl>
                                        <p:attrNameLst>
                                          <p:attrName>style.visibility</p:attrName>
                                        </p:attrNameLst>
                                      </p:cBhvr>
                                      <p:to>
                                        <p:strVal val="visible"/>
                                      </p:to>
                                    </p:set>
                                    <p:animEffect transition="in" filter="fade">
                                      <p:cBhvr>
                                        <p:cTn id="534" dur="650"/>
                                        <p:tgtEl>
                                          <p:spTgt spid="247"/>
                                        </p:tgtEl>
                                      </p:cBhvr>
                                    </p:animEffect>
                                    <p:anim calcmode="lin" valueType="num">
                                      <p:cBhvr>
                                        <p:cTn id="535" dur="650" fill="hold"/>
                                        <p:tgtEl>
                                          <p:spTgt spid="247"/>
                                        </p:tgtEl>
                                        <p:attrNameLst>
                                          <p:attrName>ppt_x</p:attrName>
                                        </p:attrNameLst>
                                      </p:cBhvr>
                                      <p:tavLst>
                                        <p:tav tm="0">
                                          <p:val>
                                            <p:strVal val="#ppt_x"/>
                                          </p:val>
                                        </p:tav>
                                        <p:tav tm="100000">
                                          <p:val>
                                            <p:strVal val="#ppt_x"/>
                                          </p:val>
                                        </p:tav>
                                      </p:tavLst>
                                    </p:anim>
                                    <p:anim calcmode="lin" valueType="num">
                                      <p:cBhvr>
                                        <p:cTn id="536" dur="650" fill="hold"/>
                                        <p:tgtEl>
                                          <p:spTgt spid="247"/>
                                        </p:tgtEl>
                                        <p:attrNameLst>
                                          <p:attrName>ppt_y</p:attrName>
                                        </p:attrNameLst>
                                      </p:cBhvr>
                                      <p:tavLst>
                                        <p:tav tm="0">
                                          <p:val>
                                            <p:strVal val="#ppt_y+.1"/>
                                          </p:val>
                                        </p:tav>
                                        <p:tav tm="100000">
                                          <p:val>
                                            <p:strVal val="#ppt_y"/>
                                          </p:val>
                                        </p:tav>
                                      </p:tavLst>
                                    </p:anim>
                                  </p:childTnLst>
                                </p:cTn>
                              </p:par>
                              <p:par>
                                <p:cTn id="537" presetID="42" presetClass="entr" presetSubtype="0" fill="hold" grpId="0" nodeType="withEffect">
                                  <p:stCondLst>
                                    <p:cond delay="240"/>
                                  </p:stCondLst>
                                  <p:childTnLst>
                                    <p:set>
                                      <p:cBhvr>
                                        <p:cTn id="538" dur="1" fill="hold">
                                          <p:stCondLst>
                                            <p:cond delay="0"/>
                                          </p:stCondLst>
                                        </p:cTn>
                                        <p:tgtEl>
                                          <p:spTgt spid="248"/>
                                        </p:tgtEl>
                                        <p:attrNameLst>
                                          <p:attrName>style.visibility</p:attrName>
                                        </p:attrNameLst>
                                      </p:cBhvr>
                                      <p:to>
                                        <p:strVal val="visible"/>
                                      </p:to>
                                    </p:set>
                                    <p:animEffect transition="in" filter="fade">
                                      <p:cBhvr>
                                        <p:cTn id="539" dur="650"/>
                                        <p:tgtEl>
                                          <p:spTgt spid="248"/>
                                        </p:tgtEl>
                                      </p:cBhvr>
                                    </p:animEffect>
                                    <p:anim calcmode="lin" valueType="num">
                                      <p:cBhvr>
                                        <p:cTn id="540" dur="650" fill="hold"/>
                                        <p:tgtEl>
                                          <p:spTgt spid="248"/>
                                        </p:tgtEl>
                                        <p:attrNameLst>
                                          <p:attrName>ppt_x</p:attrName>
                                        </p:attrNameLst>
                                      </p:cBhvr>
                                      <p:tavLst>
                                        <p:tav tm="0">
                                          <p:val>
                                            <p:strVal val="#ppt_x"/>
                                          </p:val>
                                        </p:tav>
                                        <p:tav tm="100000">
                                          <p:val>
                                            <p:strVal val="#ppt_x"/>
                                          </p:val>
                                        </p:tav>
                                      </p:tavLst>
                                    </p:anim>
                                    <p:anim calcmode="lin" valueType="num">
                                      <p:cBhvr>
                                        <p:cTn id="541" dur="650" fill="hold"/>
                                        <p:tgtEl>
                                          <p:spTgt spid="248"/>
                                        </p:tgtEl>
                                        <p:attrNameLst>
                                          <p:attrName>ppt_y</p:attrName>
                                        </p:attrNameLst>
                                      </p:cBhvr>
                                      <p:tavLst>
                                        <p:tav tm="0">
                                          <p:val>
                                            <p:strVal val="#ppt_y+.1"/>
                                          </p:val>
                                        </p:tav>
                                        <p:tav tm="100000">
                                          <p:val>
                                            <p:strVal val="#ppt_y"/>
                                          </p:val>
                                        </p:tav>
                                      </p:tavLst>
                                    </p:anim>
                                  </p:childTnLst>
                                </p:cTn>
                              </p:par>
                              <p:par>
                                <p:cTn id="542" presetID="42" presetClass="entr" presetSubtype="0" fill="hold" grpId="0" nodeType="withEffect">
                                  <p:stCondLst>
                                    <p:cond delay="240"/>
                                  </p:stCondLst>
                                  <p:childTnLst>
                                    <p:set>
                                      <p:cBhvr>
                                        <p:cTn id="543" dur="1" fill="hold">
                                          <p:stCondLst>
                                            <p:cond delay="0"/>
                                          </p:stCondLst>
                                        </p:cTn>
                                        <p:tgtEl>
                                          <p:spTgt spid="249"/>
                                        </p:tgtEl>
                                        <p:attrNameLst>
                                          <p:attrName>style.visibility</p:attrName>
                                        </p:attrNameLst>
                                      </p:cBhvr>
                                      <p:to>
                                        <p:strVal val="visible"/>
                                      </p:to>
                                    </p:set>
                                    <p:animEffect transition="in" filter="fade">
                                      <p:cBhvr>
                                        <p:cTn id="544" dur="650"/>
                                        <p:tgtEl>
                                          <p:spTgt spid="249"/>
                                        </p:tgtEl>
                                      </p:cBhvr>
                                    </p:animEffect>
                                    <p:anim calcmode="lin" valueType="num">
                                      <p:cBhvr>
                                        <p:cTn id="545" dur="650" fill="hold"/>
                                        <p:tgtEl>
                                          <p:spTgt spid="249"/>
                                        </p:tgtEl>
                                        <p:attrNameLst>
                                          <p:attrName>ppt_x</p:attrName>
                                        </p:attrNameLst>
                                      </p:cBhvr>
                                      <p:tavLst>
                                        <p:tav tm="0">
                                          <p:val>
                                            <p:strVal val="#ppt_x"/>
                                          </p:val>
                                        </p:tav>
                                        <p:tav tm="100000">
                                          <p:val>
                                            <p:strVal val="#ppt_x"/>
                                          </p:val>
                                        </p:tav>
                                      </p:tavLst>
                                    </p:anim>
                                    <p:anim calcmode="lin" valueType="num">
                                      <p:cBhvr>
                                        <p:cTn id="546" dur="650" fill="hold"/>
                                        <p:tgtEl>
                                          <p:spTgt spid="249"/>
                                        </p:tgtEl>
                                        <p:attrNameLst>
                                          <p:attrName>ppt_y</p:attrName>
                                        </p:attrNameLst>
                                      </p:cBhvr>
                                      <p:tavLst>
                                        <p:tav tm="0">
                                          <p:val>
                                            <p:strVal val="#ppt_y+.1"/>
                                          </p:val>
                                        </p:tav>
                                        <p:tav tm="100000">
                                          <p:val>
                                            <p:strVal val="#ppt_y"/>
                                          </p:val>
                                        </p:tav>
                                      </p:tavLst>
                                    </p:anim>
                                  </p:childTnLst>
                                </p:cTn>
                              </p:par>
                              <p:par>
                                <p:cTn id="547" presetID="42" presetClass="entr" presetSubtype="0" fill="hold" grpId="0" nodeType="withEffect">
                                  <p:stCondLst>
                                    <p:cond delay="240"/>
                                  </p:stCondLst>
                                  <p:childTnLst>
                                    <p:set>
                                      <p:cBhvr>
                                        <p:cTn id="548" dur="1" fill="hold">
                                          <p:stCondLst>
                                            <p:cond delay="0"/>
                                          </p:stCondLst>
                                        </p:cTn>
                                        <p:tgtEl>
                                          <p:spTgt spid="250"/>
                                        </p:tgtEl>
                                        <p:attrNameLst>
                                          <p:attrName>style.visibility</p:attrName>
                                        </p:attrNameLst>
                                      </p:cBhvr>
                                      <p:to>
                                        <p:strVal val="visible"/>
                                      </p:to>
                                    </p:set>
                                    <p:animEffect transition="in" filter="fade">
                                      <p:cBhvr>
                                        <p:cTn id="549" dur="650"/>
                                        <p:tgtEl>
                                          <p:spTgt spid="250"/>
                                        </p:tgtEl>
                                      </p:cBhvr>
                                    </p:animEffect>
                                    <p:anim calcmode="lin" valueType="num">
                                      <p:cBhvr>
                                        <p:cTn id="550" dur="650" fill="hold"/>
                                        <p:tgtEl>
                                          <p:spTgt spid="250"/>
                                        </p:tgtEl>
                                        <p:attrNameLst>
                                          <p:attrName>ppt_x</p:attrName>
                                        </p:attrNameLst>
                                      </p:cBhvr>
                                      <p:tavLst>
                                        <p:tav tm="0">
                                          <p:val>
                                            <p:strVal val="#ppt_x"/>
                                          </p:val>
                                        </p:tav>
                                        <p:tav tm="100000">
                                          <p:val>
                                            <p:strVal val="#ppt_x"/>
                                          </p:val>
                                        </p:tav>
                                      </p:tavLst>
                                    </p:anim>
                                    <p:anim calcmode="lin" valueType="num">
                                      <p:cBhvr>
                                        <p:cTn id="551" dur="650" fill="hold"/>
                                        <p:tgtEl>
                                          <p:spTgt spid="250"/>
                                        </p:tgtEl>
                                        <p:attrNameLst>
                                          <p:attrName>ppt_y</p:attrName>
                                        </p:attrNameLst>
                                      </p:cBhvr>
                                      <p:tavLst>
                                        <p:tav tm="0">
                                          <p:val>
                                            <p:strVal val="#ppt_y+.1"/>
                                          </p:val>
                                        </p:tav>
                                        <p:tav tm="100000">
                                          <p:val>
                                            <p:strVal val="#ppt_y"/>
                                          </p:val>
                                        </p:tav>
                                      </p:tavLst>
                                    </p:anim>
                                  </p:childTnLst>
                                </p:cTn>
                              </p:par>
                              <p:par>
                                <p:cTn id="552" presetID="42" presetClass="entr" presetSubtype="0" fill="hold" grpId="0" nodeType="withEffect">
                                  <p:stCondLst>
                                    <p:cond delay="240"/>
                                  </p:stCondLst>
                                  <p:childTnLst>
                                    <p:set>
                                      <p:cBhvr>
                                        <p:cTn id="553" dur="1" fill="hold">
                                          <p:stCondLst>
                                            <p:cond delay="0"/>
                                          </p:stCondLst>
                                        </p:cTn>
                                        <p:tgtEl>
                                          <p:spTgt spid="251"/>
                                        </p:tgtEl>
                                        <p:attrNameLst>
                                          <p:attrName>style.visibility</p:attrName>
                                        </p:attrNameLst>
                                      </p:cBhvr>
                                      <p:to>
                                        <p:strVal val="visible"/>
                                      </p:to>
                                    </p:set>
                                    <p:animEffect transition="in" filter="fade">
                                      <p:cBhvr>
                                        <p:cTn id="554" dur="650"/>
                                        <p:tgtEl>
                                          <p:spTgt spid="251"/>
                                        </p:tgtEl>
                                      </p:cBhvr>
                                    </p:animEffect>
                                    <p:anim calcmode="lin" valueType="num">
                                      <p:cBhvr>
                                        <p:cTn id="555" dur="650" fill="hold"/>
                                        <p:tgtEl>
                                          <p:spTgt spid="251"/>
                                        </p:tgtEl>
                                        <p:attrNameLst>
                                          <p:attrName>ppt_x</p:attrName>
                                        </p:attrNameLst>
                                      </p:cBhvr>
                                      <p:tavLst>
                                        <p:tav tm="0">
                                          <p:val>
                                            <p:strVal val="#ppt_x"/>
                                          </p:val>
                                        </p:tav>
                                        <p:tav tm="100000">
                                          <p:val>
                                            <p:strVal val="#ppt_x"/>
                                          </p:val>
                                        </p:tav>
                                      </p:tavLst>
                                    </p:anim>
                                    <p:anim calcmode="lin" valueType="num">
                                      <p:cBhvr>
                                        <p:cTn id="556" dur="650" fill="hold"/>
                                        <p:tgtEl>
                                          <p:spTgt spid="251"/>
                                        </p:tgtEl>
                                        <p:attrNameLst>
                                          <p:attrName>ppt_y</p:attrName>
                                        </p:attrNameLst>
                                      </p:cBhvr>
                                      <p:tavLst>
                                        <p:tav tm="0">
                                          <p:val>
                                            <p:strVal val="#ppt_y+.1"/>
                                          </p:val>
                                        </p:tav>
                                        <p:tav tm="100000">
                                          <p:val>
                                            <p:strVal val="#ppt_y"/>
                                          </p:val>
                                        </p:tav>
                                      </p:tavLst>
                                    </p:anim>
                                  </p:childTnLst>
                                </p:cTn>
                              </p:par>
                              <p:par>
                                <p:cTn id="557" presetID="42" presetClass="entr" presetSubtype="0" fill="hold" grpId="0" nodeType="withEffect">
                                  <p:stCondLst>
                                    <p:cond delay="240"/>
                                  </p:stCondLst>
                                  <p:childTnLst>
                                    <p:set>
                                      <p:cBhvr>
                                        <p:cTn id="558" dur="1" fill="hold">
                                          <p:stCondLst>
                                            <p:cond delay="0"/>
                                          </p:stCondLst>
                                        </p:cTn>
                                        <p:tgtEl>
                                          <p:spTgt spid="252"/>
                                        </p:tgtEl>
                                        <p:attrNameLst>
                                          <p:attrName>style.visibility</p:attrName>
                                        </p:attrNameLst>
                                      </p:cBhvr>
                                      <p:to>
                                        <p:strVal val="visible"/>
                                      </p:to>
                                    </p:set>
                                    <p:animEffect transition="in" filter="fade">
                                      <p:cBhvr>
                                        <p:cTn id="559" dur="650"/>
                                        <p:tgtEl>
                                          <p:spTgt spid="252"/>
                                        </p:tgtEl>
                                      </p:cBhvr>
                                    </p:animEffect>
                                    <p:anim calcmode="lin" valueType="num">
                                      <p:cBhvr>
                                        <p:cTn id="560" dur="650" fill="hold"/>
                                        <p:tgtEl>
                                          <p:spTgt spid="252"/>
                                        </p:tgtEl>
                                        <p:attrNameLst>
                                          <p:attrName>ppt_x</p:attrName>
                                        </p:attrNameLst>
                                      </p:cBhvr>
                                      <p:tavLst>
                                        <p:tav tm="0">
                                          <p:val>
                                            <p:strVal val="#ppt_x"/>
                                          </p:val>
                                        </p:tav>
                                        <p:tav tm="100000">
                                          <p:val>
                                            <p:strVal val="#ppt_x"/>
                                          </p:val>
                                        </p:tav>
                                      </p:tavLst>
                                    </p:anim>
                                    <p:anim calcmode="lin" valueType="num">
                                      <p:cBhvr>
                                        <p:cTn id="561" dur="650" fill="hold"/>
                                        <p:tgtEl>
                                          <p:spTgt spid="252"/>
                                        </p:tgtEl>
                                        <p:attrNameLst>
                                          <p:attrName>ppt_y</p:attrName>
                                        </p:attrNameLst>
                                      </p:cBhvr>
                                      <p:tavLst>
                                        <p:tav tm="0">
                                          <p:val>
                                            <p:strVal val="#ppt_y+.1"/>
                                          </p:val>
                                        </p:tav>
                                        <p:tav tm="100000">
                                          <p:val>
                                            <p:strVal val="#ppt_y"/>
                                          </p:val>
                                        </p:tav>
                                      </p:tavLst>
                                    </p:anim>
                                  </p:childTnLst>
                                </p:cTn>
                              </p:par>
                              <p:par>
                                <p:cTn id="562" presetID="42" presetClass="entr" presetSubtype="0" fill="hold" grpId="0" nodeType="withEffect">
                                  <p:stCondLst>
                                    <p:cond delay="240"/>
                                  </p:stCondLst>
                                  <p:childTnLst>
                                    <p:set>
                                      <p:cBhvr>
                                        <p:cTn id="563" dur="1" fill="hold">
                                          <p:stCondLst>
                                            <p:cond delay="0"/>
                                          </p:stCondLst>
                                        </p:cTn>
                                        <p:tgtEl>
                                          <p:spTgt spid="253"/>
                                        </p:tgtEl>
                                        <p:attrNameLst>
                                          <p:attrName>style.visibility</p:attrName>
                                        </p:attrNameLst>
                                      </p:cBhvr>
                                      <p:to>
                                        <p:strVal val="visible"/>
                                      </p:to>
                                    </p:set>
                                    <p:animEffect transition="in" filter="fade">
                                      <p:cBhvr>
                                        <p:cTn id="564" dur="650"/>
                                        <p:tgtEl>
                                          <p:spTgt spid="253"/>
                                        </p:tgtEl>
                                      </p:cBhvr>
                                    </p:animEffect>
                                    <p:anim calcmode="lin" valueType="num">
                                      <p:cBhvr>
                                        <p:cTn id="565" dur="650" fill="hold"/>
                                        <p:tgtEl>
                                          <p:spTgt spid="253"/>
                                        </p:tgtEl>
                                        <p:attrNameLst>
                                          <p:attrName>ppt_x</p:attrName>
                                        </p:attrNameLst>
                                      </p:cBhvr>
                                      <p:tavLst>
                                        <p:tav tm="0">
                                          <p:val>
                                            <p:strVal val="#ppt_x"/>
                                          </p:val>
                                        </p:tav>
                                        <p:tav tm="100000">
                                          <p:val>
                                            <p:strVal val="#ppt_x"/>
                                          </p:val>
                                        </p:tav>
                                      </p:tavLst>
                                    </p:anim>
                                    <p:anim calcmode="lin" valueType="num">
                                      <p:cBhvr>
                                        <p:cTn id="566" dur="650" fill="hold"/>
                                        <p:tgtEl>
                                          <p:spTgt spid="253"/>
                                        </p:tgtEl>
                                        <p:attrNameLst>
                                          <p:attrName>ppt_y</p:attrName>
                                        </p:attrNameLst>
                                      </p:cBhvr>
                                      <p:tavLst>
                                        <p:tav tm="0">
                                          <p:val>
                                            <p:strVal val="#ppt_y+.1"/>
                                          </p:val>
                                        </p:tav>
                                        <p:tav tm="100000">
                                          <p:val>
                                            <p:strVal val="#ppt_y"/>
                                          </p:val>
                                        </p:tav>
                                      </p:tavLst>
                                    </p:anim>
                                  </p:childTnLst>
                                </p:cTn>
                              </p:par>
                              <p:par>
                                <p:cTn id="567" presetID="42" presetClass="entr" presetSubtype="0" fill="hold" grpId="0" nodeType="withEffect">
                                  <p:stCondLst>
                                    <p:cond delay="240"/>
                                  </p:stCondLst>
                                  <p:childTnLst>
                                    <p:set>
                                      <p:cBhvr>
                                        <p:cTn id="568" dur="1" fill="hold">
                                          <p:stCondLst>
                                            <p:cond delay="0"/>
                                          </p:stCondLst>
                                        </p:cTn>
                                        <p:tgtEl>
                                          <p:spTgt spid="254"/>
                                        </p:tgtEl>
                                        <p:attrNameLst>
                                          <p:attrName>style.visibility</p:attrName>
                                        </p:attrNameLst>
                                      </p:cBhvr>
                                      <p:to>
                                        <p:strVal val="visible"/>
                                      </p:to>
                                    </p:set>
                                    <p:animEffect transition="in" filter="fade">
                                      <p:cBhvr>
                                        <p:cTn id="569" dur="650"/>
                                        <p:tgtEl>
                                          <p:spTgt spid="254"/>
                                        </p:tgtEl>
                                      </p:cBhvr>
                                    </p:animEffect>
                                    <p:anim calcmode="lin" valueType="num">
                                      <p:cBhvr>
                                        <p:cTn id="570" dur="650" fill="hold"/>
                                        <p:tgtEl>
                                          <p:spTgt spid="254"/>
                                        </p:tgtEl>
                                        <p:attrNameLst>
                                          <p:attrName>ppt_x</p:attrName>
                                        </p:attrNameLst>
                                      </p:cBhvr>
                                      <p:tavLst>
                                        <p:tav tm="0">
                                          <p:val>
                                            <p:strVal val="#ppt_x"/>
                                          </p:val>
                                        </p:tav>
                                        <p:tav tm="100000">
                                          <p:val>
                                            <p:strVal val="#ppt_x"/>
                                          </p:val>
                                        </p:tav>
                                      </p:tavLst>
                                    </p:anim>
                                    <p:anim calcmode="lin" valueType="num">
                                      <p:cBhvr>
                                        <p:cTn id="571" dur="650" fill="hold"/>
                                        <p:tgtEl>
                                          <p:spTgt spid="254"/>
                                        </p:tgtEl>
                                        <p:attrNameLst>
                                          <p:attrName>ppt_y</p:attrName>
                                        </p:attrNameLst>
                                      </p:cBhvr>
                                      <p:tavLst>
                                        <p:tav tm="0">
                                          <p:val>
                                            <p:strVal val="#ppt_y+.1"/>
                                          </p:val>
                                        </p:tav>
                                        <p:tav tm="100000">
                                          <p:val>
                                            <p:strVal val="#ppt_y"/>
                                          </p:val>
                                        </p:tav>
                                      </p:tavLst>
                                    </p:anim>
                                  </p:childTnLst>
                                </p:cTn>
                              </p:par>
                              <p:par>
                                <p:cTn id="572" presetID="42" presetClass="entr" presetSubtype="0" fill="hold" grpId="0" nodeType="withEffect">
                                  <p:stCondLst>
                                    <p:cond delay="240"/>
                                  </p:stCondLst>
                                  <p:childTnLst>
                                    <p:set>
                                      <p:cBhvr>
                                        <p:cTn id="573" dur="1" fill="hold">
                                          <p:stCondLst>
                                            <p:cond delay="0"/>
                                          </p:stCondLst>
                                        </p:cTn>
                                        <p:tgtEl>
                                          <p:spTgt spid="255"/>
                                        </p:tgtEl>
                                        <p:attrNameLst>
                                          <p:attrName>style.visibility</p:attrName>
                                        </p:attrNameLst>
                                      </p:cBhvr>
                                      <p:to>
                                        <p:strVal val="visible"/>
                                      </p:to>
                                    </p:set>
                                    <p:animEffect transition="in" filter="fade">
                                      <p:cBhvr>
                                        <p:cTn id="574" dur="650"/>
                                        <p:tgtEl>
                                          <p:spTgt spid="255"/>
                                        </p:tgtEl>
                                      </p:cBhvr>
                                    </p:animEffect>
                                    <p:anim calcmode="lin" valueType="num">
                                      <p:cBhvr>
                                        <p:cTn id="575" dur="650" fill="hold"/>
                                        <p:tgtEl>
                                          <p:spTgt spid="255"/>
                                        </p:tgtEl>
                                        <p:attrNameLst>
                                          <p:attrName>ppt_x</p:attrName>
                                        </p:attrNameLst>
                                      </p:cBhvr>
                                      <p:tavLst>
                                        <p:tav tm="0">
                                          <p:val>
                                            <p:strVal val="#ppt_x"/>
                                          </p:val>
                                        </p:tav>
                                        <p:tav tm="100000">
                                          <p:val>
                                            <p:strVal val="#ppt_x"/>
                                          </p:val>
                                        </p:tav>
                                      </p:tavLst>
                                    </p:anim>
                                    <p:anim calcmode="lin" valueType="num">
                                      <p:cBhvr>
                                        <p:cTn id="576" dur="650" fill="hold"/>
                                        <p:tgtEl>
                                          <p:spTgt spid="255"/>
                                        </p:tgtEl>
                                        <p:attrNameLst>
                                          <p:attrName>ppt_y</p:attrName>
                                        </p:attrNameLst>
                                      </p:cBhvr>
                                      <p:tavLst>
                                        <p:tav tm="0">
                                          <p:val>
                                            <p:strVal val="#ppt_y+.1"/>
                                          </p:val>
                                        </p:tav>
                                        <p:tav tm="100000">
                                          <p:val>
                                            <p:strVal val="#ppt_y"/>
                                          </p:val>
                                        </p:tav>
                                      </p:tavLst>
                                    </p:anim>
                                  </p:childTnLst>
                                </p:cTn>
                              </p:par>
                              <p:par>
                                <p:cTn id="577" presetID="42" presetClass="entr" presetSubtype="0" fill="hold" grpId="0" nodeType="withEffect">
                                  <p:stCondLst>
                                    <p:cond delay="240"/>
                                  </p:stCondLst>
                                  <p:childTnLst>
                                    <p:set>
                                      <p:cBhvr>
                                        <p:cTn id="578" dur="1" fill="hold">
                                          <p:stCondLst>
                                            <p:cond delay="0"/>
                                          </p:stCondLst>
                                        </p:cTn>
                                        <p:tgtEl>
                                          <p:spTgt spid="256"/>
                                        </p:tgtEl>
                                        <p:attrNameLst>
                                          <p:attrName>style.visibility</p:attrName>
                                        </p:attrNameLst>
                                      </p:cBhvr>
                                      <p:to>
                                        <p:strVal val="visible"/>
                                      </p:to>
                                    </p:set>
                                    <p:animEffect transition="in" filter="fade">
                                      <p:cBhvr>
                                        <p:cTn id="579" dur="650"/>
                                        <p:tgtEl>
                                          <p:spTgt spid="256"/>
                                        </p:tgtEl>
                                      </p:cBhvr>
                                    </p:animEffect>
                                    <p:anim calcmode="lin" valueType="num">
                                      <p:cBhvr>
                                        <p:cTn id="580" dur="650" fill="hold"/>
                                        <p:tgtEl>
                                          <p:spTgt spid="256"/>
                                        </p:tgtEl>
                                        <p:attrNameLst>
                                          <p:attrName>ppt_x</p:attrName>
                                        </p:attrNameLst>
                                      </p:cBhvr>
                                      <p:tavLst>
                                        <p:tav tm="0">
                                          <p:val>
                                            <p:strVal val="#ppt_x"/>
                                          </p:val>
                                        </p:tav>
                                        <p:tav tm="100000">
                                          <p:val>
                                            <p:strVal val="#ppt_x"/>
                                          </p:val>
                                        </p:tav>
                                      </p:tavLst>
                                    </p:anim>
                                    <p:anim calcmode="lin" valueType="num">
                                      <p:cBhvr>
                                        <p:cTn id="581" dur="650" fill="hold"/>
                                        <p:tgtEl>
                                          <p:spTgt spid="256"/>
                                        </p:tgtEl>
                                        <p:attrNameLst>
                                          <p:attrName>ppt_y</p:attrName>
                                        </p:attrNameLst>
                                      </p:cBhvr>
                                      <p:tavLst>
                                        <p:tav tm="0">
                                          <p:val>
                                            <p:strVal val="#ppt_y+.1"/>
                                          </p:val>
                                        </p:tav>
                                        <p:tav tm="100000">
                                          <p:val>
                                            <p:strVal val="#ppt_y"/>
                                          </p:val>
                                        </p:tav>
                                      </p:tavLst>
                                    </p:anim>
                                  </p:childTnLst>
                                </p:cTn>
                              </p:par>
                              <p:par>
                                <p:cTn id="582" presetID="42" presetClass="entr" presetSubtype="0" fill="hold" grpId="0" nodeType="withEffect">
                                  <p:stCondLst>
                                    <p:cond delay="240"/>
                                  </p:stCondLst>
                                  <p:childTnLst>
                                    <p:set>
                                      <p:cBhvr>
                                        <p:cTn id="583" dur="1" fill="hold">
                                          <p:stCondLst>
                                            <p:cond delay="0"/>
                                          </p:stCondLst>
                                        </p:cTn>
                                        <p:tgtEl>
                                          <p:spTgt spid="257"/>
                                        </p:tgtEl>
                                        <p:attrNameLst>
                                          <p:attrName>style.visibility</p:attrName>
                                        </p:attrNameLst>
                                      </p:cBhvr>
                                      <p:to>
                                        <p:strVal val="visible"/>
                                      </p:to>
                                    </p:set>
                                    <p:animEffect transition="in" filter="fade">
                                      <p:cBhvr>
                                        <p:cTn id="584" dur="650"/>
                                        <p:tgtEl>
                                          <p:spTgt spid="257"/>
                                        </p:tgtEl>
                                      </p:cBhvr>
                                    </p:animEffect>
                                    <p:anim calcmode="lin" valueType="num">
                                      <p:cBhvr>
                                        <p:cTn id="585" dur="650" fill="hold"/>
                                        <p:tgtEl>
                                          <p:spTgt spid="257"/>
                                        </p:tgtEl>
                                        <p:attrNameLst>
                                          <p:attrName>ppt_x</p:attrName>
                                        </p:attrNameLst>
                                      </p:cBhvr>
                                      <p:tavLst>
                                        <p:tav tm="0">
                                          <p:val>
                                            <p:strVal val="#ppt_x"/>
                                          </p:val>
                                        </p:tav>
                                        <p:tav tm="100000">
                                          <p:val>
                                            <p:strVal val="#ppt_x"/>
                                          </p:val>
                                        </p:tav>
                                      </p:tavLst>
                                    </p:anim>
                                    <p:anim calcmode="lin" valueType="num">
                                      <p:cBhvr>
                                        <p:cTn id="586" dur="650" fill="hold"/>
                                        <p:tgtEl>
                                          <p:spTgt spid="257"/>
                                        </p:tgtEl>
                                        <p:attrNameLst>
                                          <p:attrName>ppt_y</p:attrName>
                                        </p:attrNameLst>
                                      </p:cBhvr>
                                      <p:tavLst>
                                        <p:tav tm="0">
                                          <p:val>
                                            <p:strVal val="#ppt_y+.1"/>
                                          </p:val>
                                        </p:tav>
                                        <p:tav tm="100000">
                                          <p:val>
                                            <p:strVal val="#ppt_y"/>
                                          </p:val>
                                        </p:tav>
                                      </p:tavLst>
                                    </p:anim>
                                  </p:childTnLst>
                                </p:cTn>
                              </p:par>
                              <p:par>
                                <p:cTn id="587" presetID="42" presetClass="entr" presetSubtype="0" fill="hold" grpId="0" nodeType="withEffect">
                                  <p:stCondLst>
                                    <p:cond delay="240"/>
                                  </p:stCondLst>
                                  <p:childTnLst>
                                    <p:set>
                                      <p:cBhvr>
                                        <p:cTn id="588" dur="1" fill="hold">
                                          <p:stCondLst>
                                            <p:cond delay="0"/>
                                          </p:stCondLst>
                                        </p:cTn>
                                        <p:tgtEl>
                                          <p:spTgt spid="258"/>
                                        </p:tgtEl>
                                        <p:attrNameLst>
                                          <p:attrName>style.visibility</p:attrName>
                                        </p:attrNameLst>
                                      </p:cBhvr>
                                      <p:to>
                                        <p:strVal val="visible"/>
                                      </p:to>
                                    </p:set>
                                    <p:animEffect transition="in" filter="fade">
                                      <p:cBhvr>
                                        <p:cTn id="589" dur="650"/>
                                        <p:tgtEl>
                                          <p:spTgt spid="258"/>
                                        </p:tgtEl>
                                      </p:cBhvr>
                                    </p:animEffect>
                                    <p:anim calcmode="lin" valueType="num">
                                      <p:cBhvr>
                                        <p:cTn id="590" dur="650" fill="hold"/>
                                        <p:tgtEl>
                                          <p:spTgt spid="258"/>
                                        </p:tgtEl>
                                        <p:attrNameLst>
                                          <p:attrName>ppt_x</p:attrName>
                                        </p:attrNameLst>
                                      </p:cBhvr>
                                      <p:tavLst>
                                        <p:tav tm="0">
                                          <p:val>
                                            <p:strVal val="#ppt_x"/>
                                          </p:val>
                                        </p:tav>
                                        <p:tav tm="100000">
                                          <p:val>
                                            <p:strVal val="#ppt_x"/>
                                          </p:val>
                                        </p:tav>
                                      </p:tavLst>
                                    </p:anim>
                                    <p:anim calcmode="lin" valueType="num">
                                      <p:cBhvr>
                                        <p:cTn id="591" dur="650" fill="hold"/>
                                        <p:tgtEl>
                                          <p:spTgt spid="258"/>
                                        </p:tgtEl>
                                        <p:attrNameLst>
                                          <p:attrName>ppt_y</p:attrName>
                                        </p:attrNameLst>
                                      </p:cBhvr>
                                      <p:tavLst>
                                        <p:tav tm="0">
                                          <p:val>
                                            <p:strVal val="#ppt_y+.1"/>
                                          </p:val>
                                        </p:tav>
                                        <p:tav tm="100000">
                                          <p:val>
                                            <p:strVal val="#ppt_y"/>
                                          </p:val>
                                        </p:tav>
                                      </p:tavLst>
                                    </p:anim>
                                  </p:childTnLst>
                                </p:cTn>
                              </p:par>
                              <p:par>
                                <p:cTn id="592" presetID="42" presetClass="entr" presetSubtype="0" fill="hold" grpId="0" nodeType="withEffect">
                                  <p:stCondLst>
                                    <p:cond delay="240"/>
                                  </p:stCondLst>
                                  <p:childTnLst>
                                    <p:set>
                                      <p:cBhvr>
                                        <p:cTn id="593" dur="1" fill="hold">
                                          <p:stCondLst>
                                            <p:cond delay="0"/>
                                          </p:stCondLst>
                                        </p:cTn>
                                        <p:tgtEl>
                                          <p:spTgt spid="259"/>
                                        </p:tgtEl>
                                        <p:attrNameLst>
                                          <p:attrName>style.visibility</p:attrName>
                                        </p:attrNameLst>
                                      </p:cBhvr>
                                      <p:to>
                                        <p:strVal val="visible"/>
                                      </p:to>
                                    </p:set>
                                    <p:animEffect transition="in" filter="fade">
                                      <p:cBhvr>
                                        <p:cTn id="594" dur="650"/>
                                        <p:tgtEl>
                                          <p:spTgt spid="259"/>
                                        </p:tgtEl>
                                      </p:cBhvr>
                                    </p:animEffect>
                                    <p:anim calcmode="lin" valueType="num">
                                      <p:cBhvr>
                                        <p:cTn id="595" dur="650" fill="hold"/>
                                        <p:tgtEl>
                                          <p:spTgt spid="259"/>
                                        </p:tgtEl>
                                        <p:attrNameLst>
                                          <p:attrName>ppt_x</p:attrName>
                                        </p:attrNameLst>
                                      </p:cBhvr>
                                      <p:tavLst>
                                        <p:tav tm="0">
                                          <p:val>
                                            <p:strVal val="#ppt_x"/>
                                          </p:val>
                                        </p:tav>
                                        <p:tav tm="100000">
                                          <p:val>
                                            <p:strVal val="#ppt_x"/>
                                          </p:val>
                                        </p:tav>
                                      </p:tavLst>
                                    </p:anim>
                                    <p:anim calcmode="lin" valueType="num">
                                      <p:cBhvr>
                                        <p:cTn id="596" dur="650" fill="hold"/>
                                        <p:tgtEl>
                                          <p:spTgt spid="259"/>
                                        </p:tgtEl>
                                        <p:attrNameLst>
                                          <p:attrName>ppt_y</p:attrName>
                                        </p:attrNameLst>
                                      </p:cBhvr>
                                      <p:tavLst>
                                        <p:tav tm="0">
                                          <p:val>
                                            <p:strVal val="#ppt_y+.1"/>
                                          </p:val>
                                        </p:tav>
                                        <p:tav tm="100000">
                                          <p:val>
                                            <p:strVal val="#ppt_y"/>
                                          </p:val>
                                        </p:tav>
                                      </p:tavLst>
                                    </p:anim>
                                  </p:childTnLst>
                                </p:cTn>
                              </p:par>
                              <p:par>
                                <p:cTn id="597" presetID="42" presetClass="entr" presetSubtype="0" fill="hold" grpId="0" nodeType="withEffect">
                                  <p:stCondLst>
                                    <p:cond delay="240"/>
                                  </p:stCondLst>
                                  <p:childTnLst>
                                    <p:set>
                                      <p:cBhvr>
                                        <p:cTn id="598" dur="1" fill="hold">
                                          <p:stCondLst>
                                            <p:cond delay="0"/>
                                          </p:stCondLst>
                                        </p:cTn>
                                        <p:tgtEl>
                                          <p:spTgt spid="260"/>
                                        </p:tgtEl>
                                        <p:attrNameLst>
                                          <p:attrName>style.visibility</p:attrName>
                                        </p:attrNameLst>
                                      </p:cBhvr>
                                      <p:to>
                                        <p:strVal val="visible"/>
                                      </p:to>
                                    </p:set>
                                    <p:animEffect transition="in" filter="fade">
                                      <p:cBhvr>
                                        <p:cTn id="599" dur="650"/>
                                        <p:tgtEl>
                                          <p:spTgt spid="260"/>
                                        </p:tgtEl>
                                      </p:cBhvr>
                                    </p:animEffect>
                                    <p:anim calcmode="lin" valueType="num">
                                      <p:cBhvr>
                                        <p:cTn id="600" dur="650" fill="hold"/>
                                        <p:tgtEl>
                                          <p:spTgt spid="260"/>
                                        </p:tgtEl>
                                        <p:attrNameLst>
                                          <p:attrName>ppt_x</p:attrName>
                                        </p:attrNameLst>
                                      </p:cBhvr>
                                      <p:tavLst>
                                        <p:tav tm="0">
                                          <p:val>
                                            <p:strVal val="#ppt_x"/>
                                          </p:val>
                                        </p:tav>
                                        <p:tav tm="100000">
                                          <p:val>
                                            <p:strVal val="#ppt_x"/>
                                          </p:val>
                                        </p:tav>
                                      </p:tavLst>
                                    </p:anim>
                                    <p:anim calcmode="lin" valueType="num">
                                      <p:cBhvr>
                                        <p:cTn id="601" dur="650" fill="hold"/>
                                        <p:tgtEl>
                                          <p:spTgt spid="260"/>
                                        </p:tgtEl>
                                        <p:attrNameLst>
                                          <p:attrName>ppt_y</p:attrName>
                                        </p:attrNameLst>
                                      </p:cBhvr>
                                      <p:tavLst>
                                        <p:tav tm="0">
                                          <p:val>
                                            <p:strVal val="#ppt_y+.1"/>
                                          </p:val>
                                        </p:tav>
                                        <p:tav tm="100000">
                                          <p:val>
                                            <p:strVal val="#ppt_y"/>
                                          </p:val>
                                        </p:tav>
                                      </p:tavLst>
                                    </p:anim>
                                  </p:childTnLst>
                                </p:cTn>
                              </p:par>
                              <p:par>
                                <p:cTn id="602" presetID="42" presetClass="entr" presetSubtype="0" fill="hold" grpId="0" nodeType="withEffect">
                                  <p:stCondLst>
                                    <p:cond delay="240"/>
                                  </p:stCondLst>
                                  <p:childTnLst>
                                    <p:set>
                                      <p:cBhvr>
                                        <p:cTn id="603" dur="1" fill="hold">
                                          <p:stCondLst>
                                            <p:cond delay="0"/>
                                          </p:stCondLst>
                                        </p:cTn>
                                        <p:tgtEl>
                                          <p:spTgt spid="261"/>
                                        </p:tgtEl>
                                        <p:attrNameLst>
                                          <p:attrName>style.visibility</p:attrName>
                                        </p:attrNameLst>
                                      </p:cBhvr>
                                      <p:to>
                                        <p:strVal val="visible"/>
                                      </p:to>
                                    </p:set>
                                    <p:animEffect transition="in" filter="fade">
                                      <p:cBhvr>
                                        <p:cTn id="604" dur="650"/>
                                        <p:tgtEl>
                                          <p:spTgt spid="261"/>
                                        </p:tgtEl>
                                      </p:cBhvr>
                                    </p:animEffect>
                                    <p:anim calcmode="lin" valueType="num">
                                      <p:cBhvr>
                                        <p:cTn id="605" dur="650" fill="hold"/>
                                        <p:tgtEl>
                                          <p:spTgt spid="261"/>
                                        </p:tgtEl>
                                        <p:attrNameLst>
                                          <p:attrName>ppt_x</p:attrName>
                                        </p:attrNameLst>
                                      </p:cBhvr>
                                      <p:tavLst>
                                        <p:tav tm="0">
                                          <p:val>
                                            <p:strVal val="#ppt_x"/>
                                          </p:val>
                                        </p:tav>
                                        <p:tav tm="100000">
                                          <p:val>
                                            <p:strVal val="#ppt_x"/>
                                          </p:val>
                                        </p:tav>
                                      </p:tavLst>
                                    </p:anim>
                                    <p:anim calcmode="lin" valueType="num">
                                      <p:cBhvr>
                                        <p:cTn id="606" dur="650" fill="hold"/>
                                        <p:tgtEl>
                                          <p:spTgt spid="261"/>
                                        </p:tgtEl>
                                        <p:attrNameLst>
                                          <p:attrName>ppt_y</p:attrName>
                                        </p:attrNameLst>
                                      </p:cBhvr>
                                      <p:tavLst>
                                        <p:tav tm="0">
                                          <p:val>
                                            <p:strVal val="#ppt_y+.1"/>
                                          </p:val>
                                        </p:tav>
                                        <p:tav tm="100000">
                                          <p:val>
                                            <p:strVal val="#ppt_y"/>
                                          </p:val>
                                        </p:tav>
                                      </p:tavLst>
                                    </p:anim>
                                  </p:childTnLst>
                                </p:cTn>
                              </p:par>
                              <p:par>
                                <p:cTn id="607" presetID="42" presetClass="entr" presetSubtype="0" fill="hold" grpId="0" nodeType="withEffect">
                                  <p:stCondLst>
                                    <p:cond delay="240"/>
                                  </p:stCondLst>
                                  <p:childTnLst>
                                    <p:set>
                                      <p:cBhvr>
                                        <p:cTn id="608" dur="1" fill="hold">
                                          <p:stCondLst>
                                            <p:cond delay="0"/>
                                          </p:stCondLst>
                                        </p:cTn>
                                        <p:tgtEl>
                                          <p:spTgt spid="262"/>
                                        </p:tgtEl>
                                        <p:attrNameLst>
                                          <p:attrName>style.visibility</p:attrName>
                                        </p:attrNameLst>
                                      </p:cBhvr>
                                      <p:to>
                                        <p:strVal val="visible"/>
                                      </p:to>
                                    </p:set>
                                    <p:animEffect transition="in" filter="fade">
                                      <p:cBhvr>
                                        <p:cTn id="609" dur="650"/>
                                        <p:tgtEl>
                                          <p:spTgt spid="262"/>
                                        </p:tgtEl>
                                      </p:cBhvr>
                                    </p:animEffect>
                                    <p:anim calcmode="lin" valueType="num">
                                      <p:cBhvr>
                                        <p:cTn id="610" dur="650" fill="hold"/>
                                        <p:tgtEl>
                                          <p:spTgt spid="262"/>
                                        </p:tgtEl>
                                        <p:attrNameLst>
                                          <p:attrName>ppt_x</p:attrName>
                                        </p:attrNameLst>
                                      </p:cBhvr>
                                      <p:tavLst>
                                        <p:tav tm="0">
                                          <p:val>
                                            <p:strVal val="#ppt_x"/>
                                          </p:val>
                                        </p:tav>
                                        <p:tav tm="100000">
                                          <p:val>
                                            <p:strVal val="#ppt_x"/>
                                          </p:val>
                                        </p:tav>
                                      </p:tavLst>
                                    </p:anim>
                                    <p:anim calcmode="lin" valueType="num">
                                      <p:cBhvr>
                                        <p:cTn id="611" dur="650" fill="hold"/>
                                        <p:tgtEl>
                                          <p:spTgt spid="262"/>
                                        </p:tgtEl>
                                        <p:attrNameLst>
                                          <p:attrName>ppt_y</p:attrName>
                                        </p:attrNameLst>
                                      </p:cBhvr>
                                      <p:tavLst>
                                        <p:tav tm="0">
                                          <p:val>
                                            <p:strVal val="#ppt_y+.1"/>
                                          </p:val>
                                        </p:tav>
                                        <p:tav tm="100000">
                                          <p:val>
                                            <p:strVal val="#ppt_y"/>
                                          </p:val>
                                        </p:tav>
                                      </p:tavLst>
                                    </p:anim>
                                  </p:childTnLst>
                                </p:cTn>
                              </p:par>
                              <p:par>
                                <p:cTn id="612" presetID="42" presetClass="entr" presetSubtype="0" fill="hold" grpId="0" nodeType="withEffect">
                                  <p:stCondLst>
                                    <p:cond delay="240"/>
                                  </p:stCondLst>
                                  <p:childTnLst>
                                    <p:set>
                                      <p:cBhvr>
                                        <p:cTn id="613" dur="1" fill="hold">
                                          <p:stCondLst>
                                            <p:cond delay="0"/>
                                          </p:stCondLst>
                                        </p:cTn>
                                        <p:tgtEl>
                                          <p:spTgt spid="263"/>
                                        </p:tgtEl>
                                        <p:attrNameLst>
                                          <p:attrName>style.visibility</p:attrName>
                                        </p:attrNameLst>
                                      </p:cBhvr>
                                      <p:to>
                                        <p:strVal val="visible"/>
                                      </p:to>
                                    </p:set>
                                    <p:animEffect transition="in" filter="fade">
                                      <p:cBhvr>
                                        <p:cTn id="614" dur="650"/>
                                        <p:tgtEl>
                                          <p:spTgt spid="263"/>
                                        </p:tgtEl>
                                      </p:cBhvr>
                                    </p:animEffect>
                                    <p:anim calcmode="lin" valueType="num">
                                      <p:cBhvr>
                                        <p:cTn id="615" dur="650" fill="hold"/>
                                        <p:tgtEl>
                                          <p:spTgt spid="263"/>
                                        </p:tgtEl>
                                        <p:attrNameLst>
                                          <p:attrName>ppt_x</p:attrName>
                                        </p:attrNameLst>
                                      </p:cBhvr>
                                      <p:tavLst>
                                        <p:tav tm="0">
                                          <p:val>
                                            <p:strVal val="#ppt_x"/>
                                          </p:val>
                                        </p:tav>
                                        <p:tav tm="100000">
                                          <p:val>
                                            <p:strVal val="#ppt_x"/>
                                          </p:val>
                                        </p:tav>
                                      </p:tavLst>
                                    </p:anim>
                                    <p:anim calcmode="lin" valueType="num">
                                      <p:cBhvr>
                                        <p:cTn id="616" dur="650" fill="hold"/>
                                        <p:tgtEl>
                                          <p:spTgt spid="263"/>
                                        </p:tgtEl>
                                        <p:attrNameLst>
                                          <p:attrName>ppt_y</p:attrName>
                                        </p:attrNameLst>
                                      </p:cBhvr>
                                      <p:tavLst>
                                        <p:tav tm="0">
                                          <p:val>
                                            <p:strVal val="#ppt_y+.1"/>
                                          </p:val>
                                        </p:tav>
                                        <p:tav tm="100000">
                                          <p:val>
                                            <p:strVal val="#ppt_y"/>
                                          </p:val>
                                        </p:tav>
                                      </p:tavLst>
                                    </p:anim>
                                  </p:childTnLst>
                                </p:cTn>
                              </p:par>
                              <p:par>
                                <p:cTn id="617" presetID="42" presetClass="entr" presetSubtype="0" fill="hold" grpId="0" nodeType="withEffect">
                                  <p:stCondLst>
                                    <p:cond delay="240"/>
                                  </p:stCondLst>
                                  <p:childTnLst>
                                    <p:set>
                                      <p:cBhvr>
                                        <p:cTn id="618" dur="1" fill="hold">
                                          <p:stCondLst>
                                            <p:cond delay="0"/>
                                          </p:stCondLst>
                                        </p:cTn>
                                        <p:tgtEl>
                                          <p:spTgt spid="264"/>
                                        </p:tgtEl>
                                        <p:attrNameLst>
                                          <p:attrName>style.visibility</p:attrName>
                                        </p:attrNameLst>
                                      </p:cBhvr>
                                      <p:to>
                                        <p:strVal val="visible"/>
                                      </p:to>
                                    </p:set>
                                    <p:animEffect transition="in" filter="fade">
                                      <p:cBhvr>
                                        <p:cTn id="619" dur="650"/>
                                        <p:tgtEl>
                                          <p:spTgt spid="264"/>
                                        </p:tgtEl>
                                      </p:cBhvr>
                                    </p:animEffect>
                                    <p:anim calcmode="lin" valueType="num">
                                      <p:cBhvr>
                                        <p:cTn id="620" dur="650" fill="hold"/>
                                        <p:tgtEl>
                                          <p:spTgt spid="264"/>
                                        </p:tgtEl>
                                        <p:attrNameLst>
                                          <p:attrName>ppt_x</p:attrName>
                                        </p:attrNameLst>
                                      </p:cBhvr>
                                      <p:tavLst>
                                        <p:tav tm="0">
                                          <p:val>
                                            <p:strVal val="#ppt_x"/>
                                          </p:val>
                                        </p:tav>
                                        <p:tav tm="100000">
                                          <p:val>
                                            <p:strVal val="#ppt_x"/>
                                          </p:val>
                                        </p:tav>
                                      </p:tavLst>
                                    </p:anim>
                                    <p:anim calcmode="lin" valueType="num">
                                      <p:cBhvr>
                                        <p:cTn id="621" dur="650" fill="hold"/>
                                        <p:tgtEl>
                                          <p:spTgt spid="264"/>
                                        </p:tgtEl>
                                        <p:attrNameLst>
                                          <p:attrName>ppt_y</p:attrName>
                                        </p:attrNameLst>
                                      </p:cBhvr>
                                      <p:tavLst>
                                        <p:tav tm="0">
                                          <p:val>
                                            <p:strVal val="#ppt_y+.1"/>
                                          </p:val>
                                        </p:tav>
                                        <p:tav tm="100000">
                                          <p:val>
                                            <p:strVal val="#ppt_y"/>
                                          </p:val>
                                        </p:tav>
                                      </p:tavLst>
                                    </p:anim>
                                  </p:childTnLst>
                                </p:cTn>
                              </p:par>
                              <p:par>
                                <p:cTn id="622" presetID="42" presetClass="entr" presetSubtype="0" fill="hold" grpId="0" nodeType="withEffect">
                                  <p:stCondLst>
                                    <p:cond delay="240"/>
                                  </p:stCondLst>
                                  <p:childTnLst>
                                    <p:set>
                                      <p:cBhvr>
                                        <p:cTn id="623" dur="1" fill="hold">
                                          <p:stCondLst>
                                            <p:cond delay="0"/>
                                          </p:stCondLst>
                                        </p:cTn>
                                        <p:tgtEl>
                                          <p:spTgt spid="265"/>
                                        </p:tgtEl>
                                        <p:attrNameLst>
                                          <p:attrName>style.visibility</p:attrName>
                                        </p:attrNameLst>
                                      </p:cBhvr>
                                      <p:to>
                                        <p:strVal val="visible"/>
                                      </p:to>
                                    </p:set>
                                    <p:animEffect transition="in" filter="fade">
                                      <p:cBhvr>
                                        <p:cTn id="624" dur="650"/>
                                        <p:tgtEl>
                                          <p:spTgt spid="265"/>
                                        </p:tgtEl>
                                      </p:cBhvr>
                                    </p:animEffect>
                                    <p:anim calcmode="lin" valueType="num">
                                      <p:cBhvr>
                                        <p:cTn id="625" dur="650" fill="hold"/>
                                        <p:tgtEl>
                                          <p:spTgt spid="265"/>
                                        </p:tgtEl>
                                        <p:attrNameLst>
                                          <p:attrName>ppt_x</p:attrName>
                                        </p:attrNameLst>
                                      </p:cBhvr>
                                      <p:tavLst>
                                        <p:tav tm="0">
                                          <p:val>
                                            <p:strVal val="#ppt_x"/>
                                          </p:val>
                                        </p:tav>
                                        <p:tav tm="100000">
                                          <p:val>
                                            <p:strVal val="#ppt_x"/>
                                          </p:val>
                                        </p:tav>
                                      </p:tavLst>
                                    </p:anim>
                                    <p:anim calcmode="lin" valueType="num">
                                      <p:cBhvr>
                                        <p:cTn id="626" dur="650" fill="hold"/>
                                        <p:tgtEl>
                                          <p:spTgt spid="265"/>
                                        </p:tgtEl>
                                        <p:attrNameLst>
                                          <p:attrName>ppt_y</p:attrName>
                                        </p:attrNameLst>
                                      </p:cBhvr>
                                      <p:tavLst>
                                        <p:tav tm="0">
                                          <p:val>
                                            <p:strVal val="#ppt_y+.1"/>
                                          </p:val>
                                        </p:tav>
                                        <p:tav tm="100000">
                                          <p:val>
                                            <p:strVal val="#ppt_y"/>
                                          </p:val>
                                        </p:tav>
                                      </p:tavLst>
                                    </p:anim>
                                  </p:childTnLst>
                                </p:cTn>
                              </p:par>
                              <p:par>
                                <p:cTn id="627" presetID="42" presetClass="entr" presetSubtype="0" fill="hold" grpId="0" nodeType="withEffect">
                                  <p:stCondLst>
                                    <p:cond delay="360"/>
                                  </p:stCondLst>
                                  <p:childTnLst>
                                    <p:set>
                                      <p:cBhvr>
                                        <p:cTn id="628" dur="1" fill="hold">
                                          <p:stCondLst>
                                            <p:cond delay="0"/>
                                          </p:stCondLst>
                                        </p:cTn>
                                        <p:tgtEl>
                                          <p:spTgt spid="266"/>
                                        </p:tgtEl>
                                        <p:attrNameLst>
                                          <p:attrName>style.visibility</p:attrName>
                                        </p:attrNameLst>
                                      </p:cBhvr>
                                      <p:to>
                                        <p:strVal val="visible"/>
                                      </p:to>
                                    </p:set>
                                    <p:animEffect transition="in" filter="fade">
                                      <p:cBhvr>
                                        <p:cTn id="629" dur="650"/>
                                        <p:tgtEl>
                                          <p:spTgt spid="266"/>
                                        </p:tgtEl>
                                      </p:cBhvr>
                                    </p:animEffect>
                                    <p:anim calcmode="lin" valueType="num">
                                      <p:cBhvr>
                                        <p:cTn id="630" dur="650" fill="hold"/>
                                        <p:tgtEl>
                                          <p:spTgt spid="266"/>
                                        </p:tgtEl>
                                        <p:attrNameLst>
                                          <p:attrName>ppt_x</p:attrName>
                                        </p:attrNameLst>
                                      </p:cBhvr>
                                      <p:tavLst>
                                        <p:tav tm="0">
                                          <p:val>
                                            <p:strVal val="#ppt_x"/>
                                          </p:val>
                                        </p:tav>
                                        <p:tav tm="100000">
                                          <p:val>
                                            <p:strVal val="#ppt_x"/>
                                          </p:val>
                                        </p:tav>
                                      </p:tavLst>
                                    </p:anim>
                                    <p:anim calcmode="lin" valueType="num">
                                      <p:cBhvr>
                                        <p:cTn id="631" dur="650" fill="hold"/>
                                        <p:tgtEl>
                                          <p:spTgt spid="266"/>
                                        </p:tgtEl>
                                        <p:attrNameLst>
                                          <p:attrName>ppt_y</p:attrName>
                                        </p:attrNameLst>
                                      </p:cBhvr>
                                      <p:tavLst>
                                        <p:tav tm="0">
                                          <p:val>
                                            <p:strVal val="#ppt_y+.1"/>
                                          </p:val>
                                        </p:tav>
                                        <p:tav tm="100000">
                                          <p:val>
                                            <p:strVal val="#ppt_y"/>
                                          </p:val>
                                        </p:tav>
                                      </p:tavLst>
                                    </p:anim>
                                  </p:childTnLst>
                                </p:cTn>
                              </p:par>
                              <p:par>
                                <p:cTn id="632" presetID="42" presetClass="entr" presetSubtype="0" fill="hold" grpId="0" nodeType="withEffect">
                                  <p:stCondLst>
                                    <p:cond delay="360"/>
                                  </p:stCondLst>
                                  <p:childTnLst>
                                    <p:set>
                                      <p:cBhvr>
                                        <p:cTn id="633" dur="1" fill="hold">
                                          <p:stCondLst>
                                            <p:cond delay="0"/>
                                          </p:stCondLst>
                                        </p:cTn>
                                        <p:tgtEl>
                                          <p:spTgt spid="267"/>
                                        </p:tgtEl>
                                        <p:attrNameLst>
                                          <p:attrName>style.visibility</p:attrName>
                                        </p:attrNameLst>
                                      </p:cBhvr>
                                      <p:to>
                                        <p:strVal val="visible"/>
                                      </p:to>
                                    </p:set>
                                    <p:animEffect transition="in" filter="fade">
                                      <p:cBhvr>
                                        <p:cTn id="634" dur="650"/>
                                        <p:tgtEl>
                                          <p:spTgt spid="267"/>
                                        </p:tgtEl>
                                      </p:cBhvr>
                                    </p:animEffect>
                                    <p:anim calcmode="lin" valueType="num">
                                      <p:cBhvr>
                                        <p:cTn id="635" dur="650" fill="hold"/>
                                        <p:tgtEl>
                                          <p:spTgt spid="267"/>
                                        </p:tgtEl>
                                        <p:attrNameLst>
                                          <p:attrName>ppt_x</p:attrName>
                                        </p:attrNameLst>
                                      </p:cBhvr>
                                      <p:tavLst>
                                        <p:tav tm="0">
                                          <p:val>
                                            <p:strVal val="#ppt_x"/>
                                          </p:val>
                                        </p:tav>
                                        <p:tav tm="100000">
                                          <p:val>
                                            <p:strVal val="#ppt_x"/>
                                          </p:val>
                                        </p:tav>
                                      </p:tavLst>
                                    </p:anim>
                                    <p:anim calcmode="lin" valueType="num">
                                      <p:cBhvr>
                                        <p:cTn id="636" dur="650" fill="hold"/>
                                        <p:tgtEl>
                                          <p:spTgt spid="267"/>
                                        </p:tgtEl>
                                        <p:attrNameLst>
                                          <p:attrName>ppt_y</p:attrName>
                                        </p:attrNameLst>
                                      </p:cBhvr>
                                      <p:tavLst>
                                        <p:tav tm="0">
                                          <p:val>
                                            <p:strVal val="#ppt_y+.1"/>
                                          </p:val>
                                        </p:tav>
                                        <p:tav tm="100000">
                                          <p:val>
                                            <p:strVal val="#ppt_y"/>
                                          </p:val>
                                        </p:tav>
                                      </p:tavLst>
                                    </p:anim>
                                  </p:childTnLst>
                                </p:cTn>
                              </p:par>
                              <p:par>
                                <p:cTn id="637" presetID="42" presetClass="entr" presetSubtype="0" fill="hold" grpId="0" nodeType="withEffect">
                                  <p:stCondLst>
                                    <p:cond delay="360"/>
                                  </p:stCondLst>
                                  <p:childTnLst>
                                    <p:set>
                                      <p:cBhvr>
                                        <p:cTn id="638" dur="1" fill="hold">
                                          <p:stCondLst>
                                            <p:cond delay="0"/>
                                          </p:stCondLst>
                                        </p:cTn>
                                        <p:tgtEl>
                                          <p:spTgt spid="268"/>
                                        </p:tgtEl>
                                        <p:attrNameLst>
                                          <p:attrName>style.visibility</p:attrName>
                                        </p:attrNameLst>
                                      </p:cBhvr>
                                      <p:to>
                                        <p:strVal val="visible"/>
                                      </p:to>
                                    </p:set>
                                    <p:animEffect transition="in" filter="fade">
                                      <p:cBhvr>
                                        <p:cTn id="639" dur="650"/>
                                        <p:tgtEl>
                                          <p:spTgt spid="268"/>
                                        </p:tgtEl>
                                      </p:cBhvr>
                                    </p:animEffect>
                                    <p:anim calcmode="lin" valueType="num">
                                      <p:cBhvr>
                                        <p:cTn id="640" dur="650" fill="hold"/>
                                        <p:tgtEl>
                                          <p:spTgt spid="268"/>
                                        </p:tgtEl>
                                        <p:attrNameLst>
                                          <p:attrName>ppt_x</p:attrName>
                                        </p:attrNameLst>
                                      </p:cBhvr>
                                      <p:tavLst>
                                        <p:tav tm="0">
                                          <p:val>
                                            <p:strVal val="#ppt_x"/>
                                          </p:val>
                                        </p:tav>
                                        <p:tav tm="100000">
                                          <p:val>
                                            <p:strVal val="#ppt_x"/>
                                          </p:val>
                                        </p:tav>
                                      </p:tavLst>
                                    </p:anim>
                                    <p:anim calcmode="lin" valueType="num">
                                      <p:cBhvr>
                                        <p:cTn id="641" dur="650" fill="hold"/>
                                        <p:tgtEl>
                                          <p:spTgt spid="268"/>
                                        </p:tgtEl>
                                        <p:attrNameLst>
                                          <p:attrName>ppt_y</p:attrName>
                                        </p:attrNameLst>
                                      </p:cBhvr>
                                      <p:tavLst>
                                        <p:tav tm="0">
                                          <p:val>
                                            <p:strVal val="#ppt_y+.1"/>
                                          </p:val>
                                        </p:tav>
                                        <p:tav tm="100000">
                                          <p:val>
                                            <p:strVal val="#ppt_y"/>
                                          </p:val>
                                        </p:tav>
                                      </p:tavLst>
                                    </p:anim>
                                  </p:childTnLst>
                                </p:cTn>
                              </p:par>
                              <p:par>
                                <p:cTn id="642" presetID="42" presetClass="entr" presetSubtype="0" fill="hold" grpId="0" nodeType="withEffect">
                                  <p:stCondLst>
                                    <p:cond delay="360"/>
                                  </p:stCondLst>
                                  <p:childTnLst>
                                    <p:set>
                                      <p:cBhvr>
                                        <p:cTn id="643" dur="1" fill="hold">
                                          <p:stCondLst>
                                            <p:cond delay="0"/>
                                          </p:stCondLst>
                                        </p:cTn>
                                        <p:tgtEl>
                                          <p:spTgt spid="269"/>
                                        </p:tgtEl>
                                        <p:attrNameLst>
                                          <p:attrName>style.visibility</p:attrName>
                                        </p:attrNameLst>
                                      </p:cBhvr>
                                      <p:to>
                                        <p:strVal val="visible"/>
                                      </p:to>
                                    </p:set>
                                    <p:animEffect transition="in" filter="fade">
                                      <p:cBhvr>
                                        <p:cTn id="644" dur="650"/>
                                        <p:tgtEl>
                                          <p:spTgt spid="269"/>
                                        </p:tgtEl>
                                      </p:cBhvr>
                                    </p:animEffect>
                                    <p:anim calcmode="lin" valueType="num">
                                      <p:cBhvr>
                                        <p:cTn id="645" dur="650" fill="hold"/>
                                        <p:tgtEl>
                                          <p:spTgt spid="269"/>
                                        </p:tgtEl>
                                        <p:attrNameLst>
                                          <p:attrName>ppt_x</p:attrName>
                                        </p:attrNameLst>
                                      </p:cBhvr>
                                      <p:tavLst>
                                        <p:tav tm="0">
                                          <p:val>
                                            <p:strVal val="#ppt_x"/>
                                          </p:val>
                                        </p:tav>
                                        <p:tav tm="100000">
                                          <p:val>
                                            <p:strVal val="#ppt_x"/>
                                          </p:val>
                                        </p:tav>
                                      </p:tavLst>
                                    </p:anim>
                                    <p:anim calcmode="lin" valueType="num">
                                      <p:cBhvr>
                                        <p:cTn id="646" dur="650" fill="hold"/>
                                        <p:tgtEl>
                                          <p:spTgt spid="269"/>
                                        </p:tgtEl>
                                        <p:attrNameLst>
                                          <p:attrName>ppt_y</p:attrName>
                                        </p:attrNameLst>
                                      </p:cBhvr>
                                      <p:tavLst>
                                        <p:tav tm="0">
                                          <p:val>
                                            <p:strVal val="#ppt_y+.1"/>
                                          </p:val>
                                        </p:tav>
                                        <p:tav tm="100000">
                                          <p:val>
                                            <p:strVal val="#ppt_y"/>
                                          </p:val>
                                        </p:tav>
                                      </p:tavLst>
                                    </p:anim>
                                  </p:childTnLst>
                                </p:cTn>
                              </p:par>
                              <p:par>
                                <p:cTn id="647" presetID="1" presetClass="exit" presetSubtype="0" fill="hold" grpId="1" nodeType="withEffect">
                                  <p:stCondLst>
                                    <p:cond delay="420"/>
                                  </p:stCondLst>
                                  <p:childTnLst>
                                    <p:set>
                                      <p:cBhvr>
                                        <p:cTn id="648" dur="1" fill="hold">
                                          <p:stCondLst>
                                            <p:cond delay="0"/>
                                          </p:stCondLst>
                                        </p:cTn>
                                        <p:tgtEl>
                                          <p:spTgt spid="299"/>
                                        </p:tgtEl>
                                        <p:attrNameLst>
                                          <p:attrName>style.visibility</p:attrName>
                                        </p:attrNameLst>
                                      </p:cBhvr>
                                      <p:to>
                                        <p:strVal val="hidden"/>
                                      </p:to>
                                    </p:set>
                                  </p:childTnLst>
                                </p:cTn>
                              </p:par>
                              <p:par>
                                <p:cTn id="649" presetID="1" presetClass="exit" presetSubtype="0" fill="hold" grpId="1" nodeType="withEffect">
                                  <p:stCondLst>
                                    <p:cond delay="420"/>
                                  </p:stCondLst>
                                  <p:childTnLst>
                                    <p:set>
                                      <p:cBhvr>
                                        <p:cTn id="650" dur="1" fill="hold">
                                          <p:stCondLst>
                                            <p:cond delay="0"/>
                                          </p:stCondLst>
                                        </p:cTn>
                                        <p:tgtEl>
                                          <p:spTgt spid="300"/>
                                        </p:tgtEl>
                                        <p:attrNameLst>
                                          <p:attrName>style.visibility</p:attrName>
                                        </p:attrNameLst>
                                      </p:cBhvr>
                                      <p:to>
                                        <p:strVal val="hidden"/>
                                      </p:to>
                                    </p:set>
                                  </p:childTnLst>
                                </p:cTn>
                              </p:par>
                            </p:childTnLst>
                          </p:cTn>
                        </p:par>
                      </p:childTnLst>
                    </p:cTn>
                  </p:par>
                  <p:par>
                    <p:cTn id="651" fill="hold">
                      <p:stCondLst>
                        <p:cond delay="indefinite"/>
                      </p:stCondLst>
                      <p:childTnLst>
                        <p:par>
                          <p:cTn id="652" fill="hold">
                            <p:stCondLst>
                              <p:cond delay="0"/>
                            </p:stCondLst>
                            <p:childTnLst>
                              <p:par>
                                <p:cTn id="653" presetID="1" presetClass="entr" presetSubtype="0" fill="hold" grpId="0" nodeType="clickEffect">
                                  <p:stCondLst>
                                    <p:cond delay="0"/>
                                  </p:stCondLst>
                                  <p:childTnLst>
                                    <p:set>
                                      <p:cBhvr>
                                        <p:cTn id="654" dur="1" fill="hold">
                                          <p:stCondLst>
                                            <p:cond delay="0"/>
                                          </p:stCondLst>
                                        </p:cTn>
                                        <p:tgtEl>
                                          <p:spTgt spid="107"/>
                                        </p:tgtEl>
                                        <p:attrNameLst>
                                          <p:attrName>style.visibility</p:attrName>
                                        </p:attrNameLst>
                                      </p:cBhvr>
                                      <p:to>
                                        <p:strVal val="visible"/>
                                      </p:to>
                                    </p:set>
                                  </p:childTnLst>
                                </p:cTn>
                              </p:par>
                              <p:par>
                                <p:cTn id="655" presetID="1" presetClass="entr" presetSubtype="0" fill="hold" grpId="0" nodeType="withEffect">
                                  <p:stCondLst>
                                    <p:cond delay="0"/>
                                  </p:stCondLst>
                                  <p:childTnLst>
                                    <p:set>
                                      <p:cBhvr>
                                        <p:cTn id="656" dur="1" fill="hold">
                                          <p:stCondLst>
                                            <p:cond delay="0"/>
                                          </p:stCondLst>
                                        </p:cTn>
                                        <p:tgtEl>
                                          <p:spTgt spid="108"/>
                                        </p:tgtEl>
                                        <p:attrNameLst>
                                          <p:attrName>style.visibility</p:attrName>
                                        </p:attrNameLst>
                                      </p:cBhvr>
                                      <p:to>
                                        <p:strVal val="visible"/>
                                      </p:to>
                                    </p:set>
                                  </p:childTnLst>
                                </p:cTn>
                              </p:par>
                              <p:par>
                                <p:cTn id="657" presetID="1" presetClass="entr" presetSubtype="0" fill="hold" grpId="0" nodeType="withEffect">
                                  <p:stCondLst>
                                    <p:cond delay="0"/>
                                  </p:stCondLst>
                                  <p:childTnLst>
                                    <p:set>
                                      <p:cBhvr>
                                        <p:cTn id="658" dur="1" fill="hold">
                                          <p:stCondLst>
                                            <p:cond delay="0"/>
                                          </p:stCondLst>
                                        </p:cTn>
                                        <p:tgtEl>
                                          <p:spTgt spid="109"/>
                                        </p:tgtEl>
                                        <p:attrNameLst>
                                          <p:attrName>style.visibility</p:attrName>
                                        </p:attrNameLst>
                                      </p:cBhvr>
                                      <p:to>
                                        <p:strVal val="visible"/>
                                      </p:to>
                                    </p:set>
                                  </p:childTnLst>
                                </p:cTn>
                              </p:par>
                              <p:par>
                                <p:cTn id="659" presetID="1" presetClass="entr" presetSubtype="0" fill="hold" grpId="0" nodeType="withEffect">
                                  <p:stCondLst>
                                    <p:cond delay="0"/>
                                  </p:stCondLst>
                                  <p:childTnLst>
                                    <p:set>
                                      <p:cBhvr>
                                        <p:cTn id="660" dur="1" fill="hold">
                                          <p:stCondLst>
                                            <p:cond delay="0"/>
                                          </p:stCondLst>
                                        </p:cTn>
                                        <p:tgtEl>
                                          <p:spTgt spid="110"/>
                                        </p:tgtEl>
                                        <p:attrNameLst>
                                          <p:attrName>style.visibility</p:attrName>
                                        </p:attrNameLst>
                                      </p:cBhvr>
                                      <p:to>
                                        <p:strVal val="visible"/>
                                      </p:to>
                                    </p:set>
                                  </p:childTnLst>
                                </p:cTn>
                              </p:par>
                              <p:par>
                                <p:cTn id="661" presetID="1" presetClass="entr" presetSubtype="0" fill="hold" grpId="0" nodeType="withEffect">
                                  <p:stCondLst>
                                    <p:cond delay="0"/>
                                  </p:stCondLst>
                                  <p:childTnLst>
                                    <p:set>
                                      <p:cBhvr>
                                        <p:cTn id="662" dur="1" fill="hold">
                                          <p:stCondLst>
                                            <p:cond delay="0"/>
                                          </p:stCondLst>
                                        </p:cTn>
                                        <p:tgtEl>
                                          <p:spTgt spid="111"/>
                                        </p:tgtEl>
                                        <p:attrNameLst>
                                          <p:attrName>style.visibility</p:attrName>
                                        </p:attrNameLst>
                                      </p:cBhvr>
                                      <p:to>
                                        <p:strVal val="visible"/>
                                      </p:to>
                                    </p:set>
                                  </p:childTnLst>
                                </p:cTn>
                              </p:par>
                              <p:par>
                                <p:cTn id="663" presetID="1" presetClass="entr" presetSubtype="0" fill="hold" grpId="0" nodeType="withEffect">
                                  <p:stCondLst>
                                    <p:cond delay="0"/>
                                  </p:stCondLst>
                                  <p:childTnLst>
                                    <p:set>
                                      <p:cBhvr>
                                        <p:cTn id="664" dur="1" fill="hold">
                                          <p:stCondLst>
                                            <p:cond delay="0"/>
                                          </p:stCondLst>
                                        </p:cTn>
                                        <p:tgtEl>
                                          <p:spTgt spid="112"/>
                                        </p:tgtEl>
                                        <p:attrNameLst>
                                          <p:attrName>style.visibility</p:attrName>
                                        </p:attrNameLst>
                                      </p:cBhvr>
                                      <p:to>
                                        <p:strVal val="visible"/>
                                      </p:to>
                                    </p:set>
                                  </p:childTnLst>
                                </p:cTn>
                              </p:par>
                              <p:par>
                                <p:cTn id="665" presetID="1" presetClass="entr" presetSubtype="0" fill="hold" grpId="0" nodeType="withEffect">
                                  <p:stCondLst>
                                    <p:cond delay="0"/>
                                  </p:stCondLst>
                                  <p:childTnLst>
                                    <p:set>
                                      <p:cBhvr>
                                        <p:cTn id="666" dur="1" fill="hold">
                                          <p:stCondLst>
                                            <p:cond delay="0"/>
                                          </p:stCondLst>
                                        </p:cTn>
                                        <p:tgtEl>
                                          <p:spTgt spid="113"/>
                                        </p:tgtEl>
                                        <p:attrNameLst>
                                          <p:attrName>style.visibility</p:attrName>
                                        </p:attrNameLst>
                                      </p:cBhvr>
                                      <p:to>
                                        <p:strVal val="visible"/>
                                      </p:to>
                                    </p:set>
                                  </p:childTnLst>
                                </p:cTn>
                              </p:par>
                              <p:par>
                                <p:cTn id="667" presetID="1" presetClass="entr" presetSubtype="0" fill="hold" grpId="0" nodeType="withEffect">
                                  <p:stCondLst>
                                    <p:cond delay="0"/>
                                  </p:stCondLst>
                                  <p:childTnLst>
                                    <p:set>
                                      <p:cBhvr>
                                        <p:cTn id="668" dur="1" fill="hold">
                                          <p:stCondLst>
                                            <p:cond delay="0"/>
                                          </p:stCondLst>
                                        </p:cTn>
                                        <p:tgtEl>
                                          <p:spTgt spid="114"/>
                                        </p:tgtEl>
                                        <p:attrNameLst>
                                          <p:attrName>style.visibility</p:attrName>
                                        </p:attrNameLst>
                                      </p:cBhvr>
                                      <p:to>
                                        <p:strVal val="visible"/>
                                      </p:to>
                                    </p:set>
                                  </p:childTnLst>
                                </p:cTn>
                              </p:par>
                              <p:par>
                                <p:cTn id="669" presetID="1" presetClass="entr" presetSubtype="0" fill="hold" grpId="0" nodeType="withEffect">
                                  <p:stCondLst>
                                    <p:cond delay="0"/>
                                  </p:stCondLst>
                                  <p:childTnLst>
                                    <p:set>
                                      <p:cBhvr>
                                        <p:cTn id="670" dur="1" fill="hold">
                                          <p:stCondLst>
                                            <p:cond delay="0"/>
                                          </p:stCondLst>
                                        </p:cTn>
                                        <p:tgtEl>
                                          <p:spTgt spid="115"/>
                                        </p:tgtEl>
                                        <p:attrNameLst>
                                          <p:attrName>style.visibility</p:attrName>
                                        </p:attrNameLst>
                                      </p:cBhvr>
                                      <p:to>
                                        <p:strVal val="visible"/>
                                      </p:to>
                                    </p:set>
                                  </p:childTnLst>
                                </p:cTn>
                              </p:par>
                              <p:par>
                                <p:cTn id="671" presetID="1" presetClass="entr" presetSubtype="0" fill="hold" grpId="0" nodeType="withEffect">
                                  <p:stCondLst>
                                    <p:cond delay="0"/>
                                  </p:stCondLst>
                                  <p:childTnLst>
                                    <p:set>
                                      <p:cBhvr>
                                        <p:cTn id="672" dur="1" fill="hold">
                                          <p:stCondLst>
                                            <p:cond delay="0"/>
                                          </p:stCondLst>
                                        </p:cTn>
                                        <p:tgtEl>
                                          <p:spTgt spid="116"/>
                                        </p:tgtEl>
                                        <p:attrNameLst>
                                          <p:attrName>style.visibility</p:attrName>
                                        </p:attrNameLst>
                                      </p:cBhvr>
                                      <p:to>
                                        <p:strVal val="visible"/>
                                      </p:to>
                                    </p:set>
                                  </p:childTnLst>
                                </p:cTn>
                              </p:par>
                              <p:par>
                                <p:cTn id="673" presetID="1" presetClass="entr" presetSubtype="0" fill="hold" grpId="0" nodeType="withEffect">
                                  <p:stCondLst>
                                    <p:cond delay="0"/>
                                  </p:stCondLst>
                                  <p:childTnLst>
                                    <p:set>
                                      <p:cBhvr>
                                        <p:cTn id="674" dur="1" fill="hold">
                                          <p:stCondLst>
                                            <p:cond delay="0"/>
                                          </p:stCondLst>
                                        </p:cTn>
                                        <p:tgtEl>
                                          <p:spTgt spid="117"/>
                                        </p:tgtEl>
                                        <p:attrNameLst>
                                          <p:attrName>style.visibility</p:attrName>
                                        </p:attrNameLst>
                                      </p:cBhvr>
                                      <p:to>
                                        <p:strVal val="visible"/>
                                      </p:to>
                                    </p:set>
                                  </p:childTnLst>
                                </p:cTn>
                              </p:par>
                              <p:par>
                                <p:cTn id="675" presetID="1" presetClass="entr" presetSubtype="0" fill="hold" grpId="0" nodeType="withEffect">
                                  <p:stCondLst>
                                    <p:cond delay="0"/>
                                  </p:stCondLst>
                                  <p:childTnLst>
                                    <p:set>
                                      <p:cBhvr>
                                        <p:cTn id="676" dur="1" fill="hold">
                                          <p:stCondLst>
                                            <p:cond delay="0"/>
                                          </p:stCondLst>
                                        </p:cTn>
                                        <p:tgtEl>
                                          <p:spTgt spid="118"/>
                                        </p:tgtEl>
                                        <p:attrNameLst>
                                          <p:attrName>style.visibility</p:attrName>
                                        </p:attrNameLst>
                                      </p:cBhvr>
                                      <p:to>
                                        <p:strVal val="visible"/>
                                      </p:to>
                                    </p:set>
                                  </p:childTnLst>
                                </p:cTn>
                              </p:par>
                              <p:par>
                                <p:cTn id="677" presetID="1" presetClass="entr" presetSubtype="0" fill="hold" grpId="0" nodeType="withEffect">
                                  <p:stCondLst>
                                    <p:cond delay="0"/>
                                  </p:stCondLst>
                                  <p:childTnLst>
                                    <p:set>
                                      <p:cBhvr>
                                        <p:cTn id="678" dur="1" fill="hold">
                                          <p:stCondLst>
                                            <p:cond delay="0"/>
                                          </p:stCondLst>
                                        </p:cTn>
                                        <p:tgtEl>
                                          <p:spTgt spid="119"/>
                                        </p:tgtEl>
                                        <p:attrNameLst>
                                          <p:attrName>style.visibility</p:attrName>
                                        </p:attrNameLst>
                                      </p:cBhvr>
                                      <p:to>
                                        <p:strVal val="visible"/>
                                      </p:to>
                                    </p:set>
                                  </p:childTnLst>
                                </p:cTn>
                              </p:par>
                              <p:par>
                                <p:cTn id="679" presetID="1" presetClass="entr" presetSubtype="0" fill="hold" grpId="0" nodeType="withEffect">
                                  <p:stCondLst>
                                    <p:cond delay="0"/>
                                  </p:stCondLst>
                                  <p:childTnLst>
                                    <p:set>
                                      <p:cBhvr>
                                        <p:cTn id="680" dur="1" fill="hold">
                                          <p:stCondLst>
                                            <p:cond delay="0"/>
                                          </p:stCondLst>
                                        </p:cTn>
                                        <p:tgtEl>
                                          <p:spTgt spid="120"/>
                                        </p:tgtEl>
                                        <p:attrNameLst>
                                          <p:attrName>style.visibility</p:attrName>
                                        </p:attrNameLst>
                                      </p:cBhvr>
                                      <p:to>
                                        <p:strVal val="visible"/>
                                      </p:to>
                                    </p:set>
                                  </p:childTnLst>
                                </p:cTn>
                              </p:par>
                              <p:par>
                                <p:cTn id="681" presetID="1" presetClass="entr" presetSubtype="0" fill="hold" grpId="0" nodeType="withEffect">
                                  <p:stCondLst>
                                    <p:cond delay="0"/>
                                  </p:stCondLst>
                                  <p:childTnLst>
                                    <p:set>
                                      <p:cBhvr>
                                        <p:cTn id="682" dur="1" fill="hold">
                                          <p:stCondLst>
                                            <p:cond delay="0"/>
                                          </p:stCondLst>
                                        </p:cTn>
                                        <p:tgtEl>
                                          <p:spTgt spid="121"/>
                                        </p:tgtEl>
                                        <p:attrNameLst>
                                          <p:attrName>style.visibility</p:attrName>
                                        </p:attrNameLst>
                                      </p:cBhvr>
                                      <p:to>
                                        <p:strVal val="visible"/>
                                      </p:to>
                                    </p:set>
                                  </p:childTnLst>
                                </p:cTn>
                              </p:par>
                              <p:par>
                                <p:cTn id="683" presetID="1" presetClass="entr" presetSubtype="0" fill="hold" grpId="0" nodeType="withEffect">
                                  <p:stCondLst>
                                    <p:cond delay="0"/>
                                  </p:stCondLst>
                                  <p:childTnLst>
                                    <p:set>
                                      <p:cBhvr>
                                        <p:cTn id="684" dur="1" fill="hold">
                                          <p:stCondLst>
                                            <p:cond delay="0"/>
                                          </p:stCondLst>
                                        </p:cTn>
                                        <p:tgtEl>
                                          <p:spTgt spid="122"/>
                                        </p:tgtEl>
                                        <p:attrNameLst>
                                          <p:attrName>style.visibility</p:attrName>
                                        </p:attrNameLst>
                                      </p:cBhvr>
                                      <p:to>
                                        <p:strVal val="visible"/>
                                      </p:to>
                                    </p:set>
                                  </p:childTnLst>
                                </p:cTn>
                              </p:par>
                              <p:par>
                                <p:cTn id="685" presetID="1" presetClass="entr" presetSubtype="0" fill="hold" grpId="0" nodeType="withEffect">
                                  <p:stCondLst>
                                    <p:cond delay="0"/>
                                  </p:stCondLst>
                                  <p:childTnLst>
                                    <p:set>
                                      <p:cBhvr>
                                        <p:cTn id="686" dur="1" fill="hold">
                                          <p:stCondLst>
                                            <p:cond delay="0"/>
                                          </p:stCondLst>
                                        </p:cTn>
                                        <p:tgtEl>
                                          <p:spTgt spid="123"/>
                                        </p:tgtEl>
                                        <p:attrNameLst>
                                          <p:attrName>style.visibility</p:attrName>
                                        </p:attrNameLst>
                                      </p:cBhvr>
                                      <p:to>
                                        <p:strVal val="visible"/>
                                      </p:to>
                                    </p:set>
                                  </p:childTnLst>
                                </p:cTn>
                              </p:par>
                              <p:par>
                                <p:cTn id="687" presetID="1" presetClass="entr" presetSubtype="0" fill="hold" grpId="0" nodeType="withEffect">
                                  <p:stCondLst>
                                    <p:cond delay="0"/>
                                  </p:stCondLst>
                                  <p:childTnLst>
                                    <p:set>
                                      <p:cBhvr>
                                        <p:cTn id="688" dur="1" fill="hold">
                                          <p:stCondLst>
                                            <p:cond delay="0"/>
                                          </p:stCondLst>
                                        </p:cTn>
                                        <p:tgtEl>
                                          <p:spTgt spid="124"/>
                                        </p:tgtEl>
                                        <p:attrNameLst>
                                          <p:attrName>style.visibility</p:attrName>
                                        </p:attrNameLst>
                                      </p:cBhvr>
                                      <p:to>
                                        <p:strVal val="visible"/>
                                      </p:to>
                                    </p:set>
                                  </p:childTnLst>
                                </p:cTn>
                              </p:par>
                              <p:par>
                                <p:cTn id="689" presetID="1" presetClass="entr" presetSubtype="0" fill="hold" grpId="0" nodeType="withEffect">
                                  <p:stCondLst>
                                    <p:cond delay="0"/>
                                  </p:stCondLst>
                                  <p:childTnLst>
                                    <p:set>
                                      <p:cBhvr>
                                        <p:cTn id="690" dur="1" fill="hold">
                                          <p:stCondLst>
                                            <p:cond delay="0"/>
                                          </p:stCondLst>
                                        </p:cTn>
                                        <p:tgtEl>
                                          <p:spTgt spid="125"/>
                                        </p:tgtEl>
                                        <p:attrNameLst>
                                          <p:attrName>style.visibility</p:attrName>
                                        </p:attrNameLst>
                                      </p:cBhvr>
                                      <p:to>
                                        <p:strVal val="visible"/>
                                      </p:to>
                                    </p:set>
                                  </p:childTnLst>
                                </p:cTn>
                              </p:par>
                              <p:par>
                                <p:cTn id="691" presetID="1" presetClass="entr" presetSubtype="0" fill="hold" grpId="0" nodeType="withEffect">
                                  <p:stCondLst>
                                    <p:cond delay="0"/>
                                  </p:stCondLst>
                                  <p:childTnLst>
                                    <p:set>
                                      <p:cBhvr>
                                        <p:cTn id="692" dur="1" fill="hold">
                                          <p:stCondLst>
                                            <p:cond delay="0"/>
                                          </p:stCondLst>
                                        </p:cTn>
                                        <p:tgtEl>
                                          <p:spTgt spid="126"/>
                                        </p:tgtEl>
                                        <p:attrNameLst>
                                          <p:attrName>style.visibility</p:attrName>
                                        </p:attrNameLst>
                                      </p:cBhvr>
                                      <p:to>
                                        <p:strVal val="visible"/>
                                      </p:to>
                                    </p:set>
                                  </p:childTnLst>
                                </p:cTn>
                              </p:par>
                              <p:par>
                                <p:cTn id="693" presetID="1" presetClass="entr" presetSubtype="0" fill="hold" grpId="0" nodeType="withEffect">
                                  <p:stCondLst>
                                    <p:cond delay="0"/>
                                  </p:stCondLst>
                                  <p:childTnLst>
                                    <p:set>
                                      <p:cBhvr>
                                        <p:cTn id="694" dur="1" fill="hold">
                                          <p:stCondLst>
                                            <p:cond delay="0"/>
                                          </p:stCondLst>
                                        </p:cTn>
                                        <p:tgtEl>
                                          <p:spTgt spid="127"/>
                                        </p:tgtEl>
                                        <p:attrNameLst>
                                          <p:attrName>style.visibility</p:attrName>
                                        </p:attrNameLst>
                                      </p:cBhvr>
                                      <p:to>
                                        <p:strVal val="visible"/>
                                      </p:to>
                                    </p:set>
                                  </p:childTnLst>
                                </p:cTn>
                              </p:par>
                              <p:par>
                                <p:cTn id="695" presetID="1" presetClass="entr" presetSubtype="0" fill="hold" grpId="0" nodeType="withEffect">
                                  <p:stCondLst>
                                    <p:cond delay="0"/>
                                  </p:stCondLst>
                                  <p:childTnLst>
                                    <p:set>
                                      <p:cBhvr>
                                        <p:cTn id="696" dur="1" fill="hold">
                                          <p:stCondLst>
                                            <p:cond delay="0"/>
                                          </p:stCondLst>
                                        </p:cTn>
                                        <p:tgtEl>
                                          <p:spTgt spid="128"/>
                                        </p:tgtEl>
                                        <p:attrNameLst>
                                          <p:attrName>style.visibility</p:attrName>
                                        </p:attrNameLst>
                                      </p:cBhvr>
                                      <p:to>
                                        <p:strVal val="visible"/>
                                      </p:to>
                                    </p:set>
                                  </p:childTnLst>
                                </p:cTn>
                              </p:par>
                              <p:par>
                                <p:cTn id="697" presetID="1" presetClass="entr" presetSubtype="0" fill="hold" grpId="0" nodeType="withEffect">
                                  <p:stCondLst>
                                    <p:cond delay="0"/>
                                  </p:stCondLst>
                                  <p:childTnLst>
                                    <p:set>
                                      <p:cBhvr>
                                        <p:cTn id="698" dur="1" fill="hold">
                                          <p:stCondLst>
                                            <p:cond delay="0"/>
                                          </p:stCondLst>
                                        </p:cTn>
                                        <p:tgtEl>
                                          <p:spTgt spid="129"/>
                                        </p:tgtEl>
                                        <p:attrNameLst>
                                          <p:attrName>style.visibility</p:attrName>
                                        </p:attrNameLst>
                                      </p:cBhvr>
                                      <p:to>
                                        <p:strVal val="visible"/>
                                      </p:to>
                                    </p:set>
                                  </p:childTnLst>
                                </p:cTn>
                              </p:par>
                              <p:par>
                                <p:cTn id="699" presetID="1" presetClass="entr" presetSubtype="0" fill="hold" grpId="0" nodeType="withEffect">
                                  <p:stCondLst>
                                    <p:cond delay="0"/>
                                  </p:stCondLst>
                                  <p:childTnLst>
                                    <p:set>
                                      <p:cBhvr>
                                        <p:cTn id="700" dur="1" fill="hold">
                                          <p:stCondLst>
                                            <p:cond delay="0"/>
                                          </p:stCondLst>
                                        </p:cTn>
                                        <p:tgtEl>
                                          <p:spTgt spid="130"/>
                                        </p:tgtEl>
                                        <p:attrNameLst>
                                          <p:attrName>style.visibility</p:attrName>
                                        </p:attrNameLst>
                                      </p:cBhvr>
                                      <p:to>
                                        <p:strVal val="visible"/>
                                      </p:to>
                                    </p:set>
                                  </p:childTnLst>
                                </p:cTn>
                              </p:par>
                              <p:par>
                                <p:cTn id="701" presetID="1" presetClass="entr" presetSubtype="0" fill="hold" grpId="0" nodeType="withEffect">
                                  <p:stCondLst>
                                    <p:cond delay="0"/>
                                  </p:stCondLst>
                                  <p:childTnLst>
                                    <p:set>
                                      <p:cBhvr>
                                        <p:cTn id="702" dur="1" fill="hold">
                                          <p:stCondLst>
                                            <p:cond delay="0"/>
                                          </p:stCondLst>
                                        </p:cTn>
                                        <p:tgtEl>
                                          <p:spTgt spid="131"/>
                                        </p:tgtEl>
                                        <p:attrNameLst>
                                          <p:attrName>style.visibility</p:attrName>
                                        </p:attrNameLst>
                                      </p:cBhvr>
                                      <p:to>
                                        <p:strVal val="visible"/>
                                      </p:to>
                                    </p:set>
                                  </p:childTnLst>
                                </p:cTn>
                              </p:par>
                              <p:par>
                                <p:cTn id="703" presetID="1" presetClass="entr" presetSubtype="0" fill="hold" grpId="0" nodeType="withEffect">
                                  <p:stCondLst>
                                    <p:cond delay="0"/>
                                  </p:stCondLst>
                                  <p:childTnLst>
                                    <p:set>
                                      <p:cBhvr>
                                        <p:cTn id="704" dur="1" fill="hold">
                                          <p:stCondLst>
                                            <p:cond delay="0"/>
                                          </p:stCondLst>
                                        </p:cTn>
                                        <p:tgtEl>
                                          <p:spTgt spid="132"/>
                                        </p:tgtEl>
                                        <p:attrNameLst>
                                          <p:attrName>style.visibility</p:attrName>
                                        </p:attrNameLst>
                                      </p:cBhvr>
                                      <p:to>
                                        <p:strVal val="visible"/>
                                      </p:to>
                                    </p:set>
                                  </p:childTnLst>
                                </p:cTn>
                              </p:par>
                              <p:par>
                                <p:cTn id="705" presetID="1" presetClass="entr" presetSubtype="0" fill="hold" grpId="0" nodeType="withEffect">
                                  <p:stCondLst>
                                    <p:cond delay="0"/>
                                  </p:stCondLst>
                                  <p:childTnLst>
                                    <p:set>
                                      <p:cBhvr>
                                        <p:cTn id="706" dur="1" fill="hold">
                                          <p:stCondLst>
                                            <p:cond delay="0"/>
                                          </p:stCondLst>
                                        </p:cTn>
                                        <p:tgtEl>
                                          <p:spTgt spid="133"/>
                                        </p:tgtEl>
                                        <p:attrNameLst>
                                          <p:attrName>style.visibility</p:attrName>
                                        </p:attrNameLst>
                                      </p:cBhvr>
                                      <p:to>
                                        <p:strVal val="visible"/>
                                      </p:to>
                                    </p:set>
                                  </p:childTnLst>
                                </p:cTn>
                              </p:par>
                              <p:par>
                                <p:cTn id="707" presetID="1" presetClass="entr" presetSubtype="0" fill="hold" grpId="0" nodeType="withEffect">
                                  <p:stCondLst>
                                    <p:cond delay="0"/>
                                  </p:stCondLst>
                                  <p:childTnLst>
                                    <p:set>
                                      <p:cBhvr>
                                        <p:cTn id="708" dur="1" fill="hold">
                                          <p:stCondLst>
                                            <p:cond delay="0"/>
                                          </p:stCondLst>
                                        </p:cTn>
                                        <p:tgtEl>
                                          <p:spTgt spid="134"/>
                                        </p:tgtEl>
                                        <p:attrNameLst>
                                          <p:attrName>style.visibility</p:attrName>
                                        </p:attrNameLst>
                                      </p:cBhvr>
                                      <p:to>
                                        <p:strVal val="visible"/>
                                      </p:to>
                                    </p:set>
                                  </p:childTnLst>
                                </p:cTn>
                              </p:par>
                              <p:par>
                                <p:cTn id="709" presetID="1" presetClass="entr" presetSubtype="0" fill="hold" grpId="0" nodeType="withEffect">
                                  <p:stCondLst>
                                    <p:cond delay="0"/>
                                  </p:stCondLst>
                                  <p:childTnLst>
                                    <p:set>
                                      <p:cBhvr>
                                        <p:cTn id="710" dur="1" fill="hold">
                                          <p:stCondLst>
                                            <p:cond delay="0"/>
                                          </p:stCondLst>
                                        </p:cTn>
                                        <p:tgtEl>
                                          <p:spTgt spid="135"/>
                                        </p:tgtEl>
                                        <p:attrNameLst>
                                          <p:attrName>style.visibility</p:attrName>
                                        </p:attrNameLst>
                                      </p:cBhvr>
                                      <p:to>
                                        <p:strVal val="visible"/>
                                      </p:to>
                                    </p:set>
                                  </p:childTnLst>
                                </p:cTn>
                              </p:par>
                              <p:par>
                                <p:cTn id="711" presetID="1" presetClass="entr" presetSubtype="0" fill="hold" grpId="0" nodeType="withEffect">
                                  <p:stCondLst>
                                    <p:cond delay="0"/>
                                  </p:stCondLst>
                                  <p:childTnLst>
                                    <p:set>
                                      <p:cBhvr>
                                        <p:cTn id="712" dur="1" fill="hold">
                                          <p:stCondLst>
                                            <p:cond delay="0"/>
                                          </p:stCondLst>
                                        </p:cTn>
                                        <p:tgtEl>
                                          <p:spTgt spid="136"/>
                                        </p:tgtEl>
                                        <p:attrNameLst>
                                          <p:attrName>style.visibility</p:attrName>
                                        </p:attrNameLst>
                                      </p:cBhvr>
                                      <p:to>
                                        <p:strVal val="visible"/>
                                      </p:to>
                                    </p:set>
                                  </p:childTnLst>
                                </p:cTn>
                              </p:par>
                              <p:par>
                                <p:cTn id="713" presetID="1" presetClass="entr" presetSubtype="0" fill="hold" grpId="0" nodeType="withEffect">
                                  <p:stCondLst>
                                    <p:cond delay="0"/>
                                  </p:stCondLst>
                                  <p:childTnLst>
                                    <p:set>
                                      <p:cBhvr>
                                        <p:cTn id="714" dur="1" fill="hold">
                                          <p:stCondLst>
                                            <p:cond delay="0"/>
                                          </p:stCondLst>
                                        </p:cTn>
                                        <p:tgtEl>
                                          <p:spTgt spid="137"/>
                                        </p:tgtEl>
                                        <p:attrNameLst>
                                          <p:attrName>style.visibility</p:attrName>
                                        </p:attrNameLst>
                                      </p:cBhvr>
                                      <p:to>
                                        <p:strVal val="visible"/>
                                      </p:to>
                                    </p:set>
                                  </p:childTnLst>
                                </p:cTn>
                              </p:par>
                              <p:par>
                                <p:cTn id="715" presetID="1" presetClass="entr" presetSubtype="0" fill="hold" grpId="0" nodeType="withEffect">
                                  <p:stCondLst>
                                    <p:cond delay="0"/>
                                  </p:stCondLst>
                                  <p:childTnLst>
                                    <p:set>
                                      <p:cBhvr>
                                        <p:cTn id="716" dur="1" fill="hold">
                                          <p:stCondLst>
                                            <p:cond delay="0"/>
                                          </p:stCondLst>
                                        </p:cTn>
                                        <p:tgtEl>
                                          <p:spTgt spid="138"/>
                                        </p:tgtEl>
                                        <p:attrNameLst>
                                          <p:attrName>style.visibility</p:attrName>
                                        </p:attrNameLst>
                                      </p:cBhvr>
                                      <p:to>
                                        <p:strVal val="visible"/>
                                      </p:to>
                                    </p:set>
                                  </p:childTnLst>
                                </p:cTn>
                              </p:par>
                              <p:par>
                                <p:cTn id="717" presetID="1" presetClass="entr" presetSubtype="0" fill="hold" grpId="0" nodeType="withEffect">
                                  <p:stCondLst>
                                    <p:cond delay="0"/>
                                  </p:stCondLst>
                                  <p:childTnLst>
                                    <p:set>
                                      <p:cBhvr>
                                        <p:cTn id="718" dur="1" fill="hold">
                                          <p:stCondLst>
                                            <p:cond delay="0"/>
                                          </p:stCondLst>
                                        </p:cTn>
                                        <p:tgtEl>
                                          <p:spTgt spid="172"/>
                                        </p:tgtEl>
                                        <p:attrNameLst>
                                          <p:attrName>style.visibility</p:attrName>
                                        </p:attrNameLst>
                                      </p:cBhvr>
                                      <p:to>
                                        <p:strVal val="visible"/>
                                      </p:to>
                                    </p:set>
                                  </p:childTnLst>
                                </p:cTn>
                              </p:par>
                              <p:par>
                                <p:cTn id="719" presetID="1" presetClass="entr" presetSubtype="0" fill="hold" grpId="0" nodeType="withEffect">
                                  <p:stCondLst>
                                    <p:cond delay="0"/>
                                  </p:stCondLst>
                                  <p:childTnLst>
                                    <p:set>
                                      <p:cBhvr>
                                        <p:cTn id="720" dur="1" fill="hold">
                                          <p:stCondLst>
                                            <p:cond delay="0"/>
                                          </p:stCondLst>
                                        </p:cTn>
                                        <p:tgtEl>
                                          <p:spTgt spid="173"/>
                                        </p:tgtEl>
                                        <p:attrNameLst>
                                          <p:attrName>style.visibility</p:attrName>
                                        </p:attrNameLst>
                                      </p:cBhvr>
                                      <p:to>
                                        <p:strVal val="visible"/>
                                      </p:to>
                                    </p:set>
                                  </p:childTnLst>
                                </p:cTn>
                              </p:par>
                              <p:par>
                                <p:cTn id="721" presetID="1" presetClass="entr" presetSubtype="0" fill="hold" grpId="0" nodeType="withEffect">
                                  <p:stCondLst>
                                    <p:cond delay="0"/>
                                  </p:stCondLst>
                                  <p:childTnLst>
                                    <p:set>
                                      <p:cBhvr>
                                        <p:cTn id="722" dur="1" fill="hold">
                                          <p:stCondLst>
                                            <p:cond delay="0"/>
                                          </p:stCondLst>
                                        </p:cTn>
                                        <p:tgtEl>
                                          <p:spTgt spid="174"/>
                                        </p:tgtEl>
                                        <p:attrNameLst>
                                          <p:attrName>style.visibility</p:attrName>
                                        </p:attrNameLst>
                                      </p:cBhvr>
                                      <p:to>
                                        <p:strVal val="visible"/>
                                      </p:to>
                                    </p:set>
                                  </p:childTnLst>
                                </p:cTn>
                              </p:par>
                              <p:par>
                                <p:cTn id="723" presetID="1" presetClass="entr" presetSubtype="0" fill="hold" grpId="0" nodeType="withEffect">
                                  <p:stCondLst>
                                    <p:cond delay="0"/>
                                  </p:stCondLst>
                                  <p:childTnLst>
                                    <p:set>
                                      <p:cBhvr>
                                        <p:cTn id="724" dur="1" fill="hold">
                                          <p:stCondLst>
                                            <p:cond delay="0"/>
                                          </p:stCondLst>
                                        </p:cTn>
                                        <p:tgtEl>
                                          <p:spTgt spid="365"/>
                                        </p:tgtEl>
                                        <p:attrNameLst>
                                          <p:attrName>style.visibility</p:attrName>
                                        </p:attrNameLst>
                                      </p:cBhvr>
                                      <p:to>
                                        <p:strVal val="visible"/>
                                      </p:to>
                                    </p:set>
                                  </p:childTnLst>
                                </p:cTn>
                              </p:par>
                              <p:par>
                                <p:cTn id="725" presetID="1" presetClass="entr" presetSubtype="0" fill="hold" grpId="0" nodeType="withEffect">
                                  <p:stCondLst>
                                    <p:cond delay="0"/>
                                  </p:stCondLst>
                                  <p:childTnLst>
                                    <p:set>
                                      <p:cBhvr>
                                        <p:cTn id="726" dur="1" fill="hold">
                                          <p:stCondLst>
                                            <p:cond delay="0"/>
                                          </p:stCondLst>
                                        </p:cTn>
                                        <p:tgtEl>
                                          <p:spTgt spid="366"/>
                                        </p:tgtEl>
                                        <p:attrNameLst>
                                          <p:attrName>style.visibility</p:attrName>
                                        </p:attrNameLst>
                                      </p:cBhvr>
                                      <p:to>
                                        <p:strVal val="visible"/>
                                      </p:to>
                                    </p:set>
                                  </p:childTnLst>
                                </p:cTn>
                              </p:par>
                              <p:par>
                                <p:cTn id="727" presetID="1" presetClass="entr" presetSubtype="0" fill="hold" grpId="0" nodeType="withEffect">
                                  <p:stCondLst>
                                    <p:cond delay="0"/>
                                  </p:stCondLst>
                                  <p:childTnLst>
                                    <p:set>
                                      <p:cBhvr>
                                        <p:cTn id="728" dur="1" fill="hold">
                                          <p:stCondLst>
                                            <p:cond delay="0"/>
                                          </p:stCondLst>
                                        </p:cTn>
                                        <p:tgtEl>
                                          <p:spTgt spid="367"/>
                                        </p:tgtEl>
                                        <p:attrNameLst>
                                          <p:attrName>style.visibility</p:attrName>
                                        </p:attrNameLst>
                                      </p:cBhvr>
                                      <p:to>
                                        <p:strVal val="visible"/>
                                      </p:to>
                                    </p:set>
                                  </p:childTnLst>
                                </p:cTn>
                              </p:par>
                              <p:par>
                                <p:cTn id="729" presetID="1" presetClass="entr" presetSubtype="0" fill="hold" grpId="0" nodeType="withEffect">
                                  <p:stCondLst>
                                    <p:cond delay="0"/>
                                  </p:stCondLst>
                                  <p:childTnLst>
                                    <p:set>
                                      <p:cBhvr>
                                        <p:cTn id="730" dur="1" fill="hold">
                                          <p:stCondLst>
                                            <p:cond delay="0"/>
                                          </p:stCondLst>
                                        </p:cTn>
                                        <p:tgtEl>
                                          <p:spTgt spid="368"/>
                                        </p:tgtEl>
                                        <p:attrNameLst>
                                          <p:attrName>style.visibility</p:attrName>
                                        </p:attrNameLst>
                                      </p:cBhvr>
                                      <p:to>
                                        <p:strVal val="visible"/>
                                      </p:to>
                                    </p:set>
                                  </p:childTnLst>
                                </p:cTn>
                              </p:par>
                              <p:par>
                                <p:cTn id="731" presetID="1" presetClass="entr" presetSubtype="0" fill="hold" grpId="0" nodeType="withEffect">
                                  <p:stCondLst>
                                    <p:cond delay="0"/>
                                  </p:stCondLst>
                                  <p:childTnLst>
                                    <p:set>
                                      <p:cBhvr>
                                        <p:cTn id="732" dur="1" fill="hold">
                                          <p:stCondLst>
                                            <p:cond delay="0"/>
                                          </p:stCondLst>
                                        </p:cTn>
                                        <p:tgtEl>
                                          <p:spTgt spid="369"/>
                                        </p:tgtEl>
                                        <p:attrNameLst>
                                          <p:attrName>style.visibility</p:attrName>
                                        </p:attrNameLst>
                                      </p:cBhvr>
                                      <p:to>
                                        <p:strVal val="visible"/>
                                      </p:to>
                                    </p:set>
                                  </p:childTnLst>
                                </p:cTn>
                              </p:par>
                              <p:par>
                                <p:cTn id="733" presetID="1" presetClass="entr" presetSubtype="0" fill="hold" grpId="0" nodeType="withEffect">
                                  <p:stCondLst>
                                    <p:cond delay="0"/>
                                  </p:stCondLst>
                                  <p:childTnLst>
                                    <p:set>
                                      <p:cBhvr>
                                        <p:cTn id="734" dur="1" fill="hold">
                                          <p:stCondLst>
                                            <p:cond delay="0"/>
                                          </p:stCondLst>
                                        </p:cTn>
                                        <p:tgtEl>
                                          <p:spTgt spid="370"/>
                                        </p:tgtEl>
                                        <p:attrNameLst>
                                          <p:attrName>style.visibility</p:attrName>
                                        </p:attrNameLst>
                                      </p:cBhvr>
                                      <p:to>
                                        <p:strVal val="visible"/>
                                      </p:to>
                                    </p:set>
                                  </p:childTnLst>
                                </p:cTn>
                              </p:par>
                              <p:par>
                                <p:cTn id="735" presetID="1" presetClass="entr" presetSubtype="0" fill="hold" grpId="0" nodeType="withEffect">
                                  <p:stCondLst>
                                    <p:cond delay="0"/>
                                  </p:stCondLst>
                                  <p:childTnLst>
                                    <p:set>
                                      <p:cBhvr>
                                        <p:cTn id="736" dur="1" fill="hold">
                                          <p:stCondLst>
                                            <p:cond delay="0"/>
                                          </p:stCondLst>
                                        </p:cTn>
                                        <p:tgtEl>
                                          <p:spTgt spid="371"/>
                                        </p:tgtEl>
                                        <p:attrNameLst>
                                          <p:attrName>style.visibility</p:attrName>
                                        </p:attrNameLst>
                                      </p:cBhvr>
                                      <p:to>
                                        <p:strVal val="visible"/>
                                      </p:to>
                                    </p:set>
                                  </p:childTnLst>
                                </p:cTn>
                              </p:par>
                              <p:par>
                                <p:cTn id="737" presetID="1" presetClass="entr" presetSubtype="0" fill="hold" grpId="0" nodeType="withEffect">
                                  <p:stCondLst>
                                    <p:cond delay="0"/>
                                  </p:stCondLst>
                                  <p:childTnLst>
                                    <p:set>
                                      <p:cBhvr>
                                        <p:cTn id="738" dur="1" fill="hold">
                                          <p:stCondLst>
                                            <p:cond delay="0"/>
                                          </p:stCondLst>
                                        </p:cTn>
                                        <p:tgtEl>
                                          <p:spTgt spid="372"/>
                                        </p:tgtEl>
                                        <p:attrNameLst>
                                          <p:attrName>style.visibility</p:attrName>
                                        </p:attrNameLst>
                                      </p:cBhvr>
                                      <p:to>
                                        <p:strVal val="visible"/>
                                      </p:to>
                                    </p:set>
                                  </p:childTnLst>
                                </p:cTn>
                              </p:par>
                              <p:par>
                                <p:cTn id="739" presetID="1" presetClass="entr" presetSubtype="0" fill="hold" grpId="0" nodeType="withEffect">
                                  <p:stCondLst>
                                    <p:cond delay="0"/>
                                  </p:stCondLst>
                                  <p:childTnLst>
                                    <p:set>
                                      <p:cBhvr>
                                        <p:cTn id="740" dur="1" fill="hold">
                                          <p:stCondLst>
                                            <p:cond delay="0"/>
                                          </p:stCondLst>
                                        </p:cTn>
                                        <p:tgtEl>
                                          <p:spTgt spid="373"/>
                                        </p:tgtEl>
                                        <p:attrNameLst>
                                          <p:attrName>style.visibility</p:attrName>
                                        </p:attrNameLst>
                                      </p:cBhvr>
                                      <p:to>
                                        <p:strVal val="visible"/>
                                      </p:to>
                                    </p:set>
                                  </p:childTnLst>
                                </p:cTn>
                              </p:par>
                              <p:par>
                                <p:cTn id="741" presetID="10" presetClass="exit" presetSubtype="0" fill="hold" grpId="1" nodeType="withEffect">
                                  <p:stCondLst>
                                    <p:cond delay="0"/>
                                  </p:stCondLst>
                                  <p:childTnLst>
                                    <p:animEffect transition="out" filter="fade">
                                      <p:cBhvr>
                                        <p:cTn id="742" dur="420"/>
                                        <p:tgtEl>
                                          <p:spTgt spid="240"/>
                                        </p:tgtEl>
                                      </p:cBhvr>
                                    </p:animEffect>
                                    <p:set>
                                      <p:cBhvr>
                                        <p:cTn id="743" dur="1" fill="hold">
                                          <p:stCondLst>
                                            <p:cond delay="419"/>
                                          </p:stCondLst>
                                        </p:cTn>
                                        <p:tgtEl>
                                          <p:spTgt spid="240"/>
                                        </p:tgtEl>
                                        <p:attrNameLst>
                                          <p:attrName>style.visibility</p:attrName>
                                        </p:attrNameLst>
                                      </p:cBhvr>
                                      <p:to>
                                        <p:strVal val="hidden"/>
                                      </p:to>
                                    </p:set>
                                  </p:childTnLst>
                                </p:cTn>
                              </p:par>
                              <p:par>
                                <p:cTn id="744" presetID="10" presetClass="exit" presetSubtype="0" fill="hold" grpId="1" nodeType="withEffect">
                                  <p:stCondLst>
                                    <p:cond delay="0"/>
                                  </p:stCondLst>
                                  <p:childTnLst>
                                    <p:animEffect transition="out" filter="fade">
                                      <p:cBhvr>
                                        <p:cTn id="745" dur="420"/>
                                        <p:tgtEl>
                                          <p:spTgt spid="241"/>
                                        </p:tgtEl>
                                      </p:cBhvr>
                                    </p:animEffect>
                                    <p:set>
                                      <p:cBhvr>
                                        <p:cTn id="746" dur="1" fill="hold">
                                          <p:stCondLst>
                                            <p:cond delay="419"/>
                                          </p:stCondLst>
                                        </p:cTn>
                                        <p:tgtEl>
                                          <p:spTgt spid="241"/>
                                        </p:tgtEl>
                                        <p:attrNameLst>
                                          <p:attrName>style.visibility</p:attrName>
                                        </p:attrNameLst>
                                      </p:cBhvr>
                                      <p:to>
                                        <p:strVal val="hidden"/>
                                      </p:to>
                                    </p:set>
                                  </p:childTnLst>
                                </p:cTn>
                              </p:par>
                              <p:par>
                                <p:cTn id="747" presetID="10" presetClass="exit" presetSubtype="0" fill="hold" grpId="1" nodeType="withEffect">
                                  <p:stCondLst>
                                    <p:cond delay="0"/>
                                  </p:stCondLst>
                                  <p:childTnLst>
                                    <p:animEffect transition="out" filter="fade">
                                      <p:cBhvr>
                                        <p:cTn id="748" dur="420"/>
                                        <p:tgtEl>
                                          <p:spTgt spid="242"/>
                                        </p:tgtEl>
                                      </p:cBhvr>
                                    </p:animEffect>
                                    <p:set>
                                      <p:cBhvr>
                                        <p:cTn id="749" dur="1" fill="hold">
                                          <p:stCondLst>
                                            <p:cond delay="419"/>
                                          </p:stCondLst>
                                        </p:cTn>
                                        <p:tgtEl>
                                          <p:spTgt spid="242"/>
                                        </p:tgtEl>
                                        <p:attrNameLst>
                                          <p:attrName>style.visibility</p:attrName>
                                        </p:attrNameLst>
                                      </p:cBhvr>
                                      <p:to>
                                        <p:strVal val="hidden"/>
                                      </p:to>
                                    </p:set>
                                  </p:childTnLst>
                                </p:cTn>
                              </p:par>
                              <p:par>
                                <p:cTn id="750" presetID="10" presetClass="exit" presetSubtype="0" fill="hold" grpId="1" nodeType="withEffect">
                                  <p:stCondLst>
                                    <p:cond delay="0"/>
                                  </p:stCondLst>
                                  <p:childTnLst>
                                    <p:animEffect transition="out" filter="fade">
                                      <p:cBhvr>
                                        <p:cTn id="751" dur="420"/>
                                        <p:tgtEl>
                                          <p:spTgt spid="243"/>
                                        </p:tgtEl>
                                      </p:cBhvr>
                                    </p:animEffect>
                                    <p:set>
                                      <p:cBhvr>
                                        <p:cTn id="752" dur="1" fill="hold">
                                          <p:stCondLst>
                                            <p:cond delay="419"/>
                                          </p:stCondLst>
                                        </p:cTn>
                                        <p:tgtEl>
                                          <p:spTgt spid="243"/>
                                        </p:tgtEl>
                                        <p:attrNameLst>
                                          <p:attrName>style.visibility</p:attrName>
                                        </p:attrNameLst>
                                      </p:cBhvr>
                                      <p:to>
                                        <p:strVal val="hidden"/>
                                      </p:to>
                                    </p:set>
                                  </p:childTnLst>
                                </p:cTn>
                              </p:par>
                              <p:par>
                                <p:cTn id="753" presetID="10" presetClass="exit" presetSubtype="0" fill="hold" grpId="1" nodeType="withEffect">
                                  <p:stCondLst>
                                    <p:cond delay="0"/>
                                  </p:stCondLst>
                                  <p:childTnLst>
                                    <p:animEffect transition="out" filter="fade">
                                      <p:cBhvr>
                                        <p:cTn id="754" dur="420"/>
                                        <p:tgtEl>
                                          <p:spTgt spid="244"/>
                                        </p:tgtEl>
                                      </p:cBhvr>
                                    </p:animEffect>
                                    <p:set>
                                      <p:cBhvr>
                                        <p:cTn id="755" dur="1" fill="hold">
                                          <p:stCondLst>
                                            <p:cond delay="419"/>
                                          </p:stCondLst>
                                        </p:cTn>
                                        <p:tgtEl>
                                          <p:spTgt spid="244"/>
                                        </p:tgtEl>
                                        <p:attrNameLst>
                                          <p:attrName>style.visibility</p:attrName>
                                        </p:attrNameLst>
                                      </p:cBhvr>
                                      <p:to>
                                        <p:strVal val="hidden"/>
                                      </p:to>
                                    </p:set>
                                  </p:childTnLst>
                                </p:cTn>
                              </p:par>
                              <p:par>
                                <p:cTn id="756" presetID="10" presetClass="exit" presetSubtype="0" fill="hold" grpId="1" nodeType="withEffect">
                                  <p:stCondLst>
                                    <p:cond delay="0"/>
                                  </p:stCondLst>
                                  <p:childTnLst>
                                    <p:animEffect transition="out" filter="fade">
                                      <p:cBhvr>
                                        <p:cTn id="757" dur="420"/>
                                        <p:tgtEl>
                                          <p:spTgt spid="245"/>
                                        </p:tgtEl>
                                      </p:cBhvr>
                                    </p:animEffect>
                                    <p:set>
                                      <p:cBhvr>
                                        <p:cTn id="758" dur="1" fill="hold">
                                          <p:stCondLst>
                                            <p:cond delay="419"/>
                                          </p:stCondLst>
                                        </p:cTn>
                                        <p:tgtEl>
                                          <p:spTgt spid="245"/>
                                        </p:tgtEl>
                                        <p:attrNameLst>
                                          <p:attrName>style.visibility</p:attrName>
                                        </p:attrNameLst>
                                      </p:cBhvr>
                                      <p:to>
                                        <p:strVal val="hidden"/>
                                      </p:to>
                                    </p:set>
                                  </p:childTnLst>
                                </p:cTn>
                              </p:par>
                              <p:par>
                                <p:cTn id="759" presetID="10" presetClass="exit" presetSubtype="0" fill="hold" grpId="1" nodeType="withEffect">
                                  <p:stCondLst>
                                    <p:cond delay="0"/>
                                  </p:stCondLst>
                                  <p:childTnLst>
                                    <p:animEffect transition="out" filter="fade">
                                      <p:cBhvr>
                                        <p:cTn id="760" dur="420"/>
                                        <p:tgtEl>
                                          <p:spTgt spid="246"/>
                                        </p:tgtEl>
                                      </p:cBhvr>
                                    </p:animEffect>
                                    <p:set>
                                      <p:cBhvr>
                                        <p:cTn id="761" dur="1" fill="hold">
                                          <p:stCondLst>
                                            <p:cond delay="419"/>
                                          </p:stCondLst>
                                        </p:cTn>
                                        <p:tgtEl>
                                          <p:spTgt spid="246"/>
                                        </p:tgtEl>
                                        <p:attrNameLst>
                                          <p:attrName>style.visibility</p:attrName>
                                        </p:attrNameLst>
                                      </p:cBhvr>
                                      <p:to>
                                        <p:strVal val="hidden"/>
                                      </p:to>
                                    </p:set>
                                  </p:childTnLst>
                                </p:cTn>
                              </p:par>
                              <p:par>
                                <p:cTn id="762" presetID="10" presetClass="exit" presetSubtype="0" fill="hold" grpId="1" nodeType="withEffect">
                                  <p:stCondLst>
                                    <p:cond delay="0"/>
                                  </p:stCondLst>
                                  <p:childTnLst>
                                    <p:animEffect transition="out" filter="fade">
                                      <p:cBhvr>
                                        <p:cTn id="763" dur="420"/>
                                        <p:tgtEl>
                                          <p:spTgt spid="247"/>
                                        </p:tgtEl>
                                      </p:cBhvr>
                                    </p:animEffect>
                                    <p:set>
                                      <p:cBhvr>
                                        <p:cTn id="764" dur="1" fill="hold">
                                          <p:stCondLst>
                                            <p:cond delay="419"/>
                                          </p:stCondLst>
                                        </p:cTn>
                                        <p:tgtEl>
                                          <p:spTgt spid="247"/>
                                        </p:tgtEl>
                                        <p:attrNameLst>
                                          <p:attrName>style.visibility</p:attrName>
                                        </p:attrNameLst>
                                      </p:cBhvr>
                                      <p:to>
                                        <p:strVal val="hidden"/>
                                      </p:to>
                                    </p:set>
                                  </p:childTnLst>
                                </p:cTn>
                              </p:par>
                              <p:par>
                                <p:cTn id="765" presetID="10" presetClass="exit" presetSubtype="0" fill="hold" grpId="1" nodeType="withEffect">
                                  <p:stCondLst>
                                    <p:cond delay="0"/>
                                  </p:stCondLst>
                                  <p:childTnLst>
                                    <p:animEffect transition="out" filter="fade">
                                      <p:cBhvr>
                                        <p:cTn id="766" dur="420"/>
                                        <p:tgtEl>
                                          <p:spTgt spid="248"/>
                                        </p:tgtEl>
                                      </p:cBhvr>
                                    </p:animEffect>
                                    <p:set>
                                      <p:cBhvr>
                                        <p:cTn id="767" dur="1" fill="hold">
                                          <p:stCondLst>
                                            <p:cond delay="419"/>
                                          </p:stCondLst>
                                        </p:cTn>
                                        <p:tgtEl>
                                          <p:spTgt spid="248"/>
                                        </p:tgtEl>
                                        <p:attrNameLst>
                                          <p:attrName>style.visibility</p:attrName>
                                        </p:attrNameLst>
                                      </p:cBhvr>
                                      <p:to>
                                        <p:strVal val="hidden"/>
                                      </p:to>
                                    </p:set>
                                  </p:childTnLst>
                                </p:cTn>
                              </p:par>
                              <p:par>
                                <p:cTn id="768" presetID="10" presetClass="exit" presetSubtype="0" fill="hold" grpId="1" nodeType="withEffect">
                                  <p:stCondLst>
                                    <p:cond delay="0"/>
                                  </p:stCondLst>
                                  <p:childTnLst>
                                    <p:animEffect transition="out" filter="fade">
                                      <p:cBhvr>
                                        <p:cTn id="769" dur="420"/>
                                        <p:tgtEl>
                                          <p:spTgt spid="249"/>
                                        </p:tgtEl>
                                      </p:cBhvr>
                                    </p:animEffect>
                                    <p:set>
                                      <p:cBhvr>
                                        <p:cTn id="770" dur="1" fill="hold">
                                          <p:stCondLst>
                                            <p:cond delay="419"/>
                                          </p:stCondLst>
                                        </p:cTn>
                                        <p:tgtEl>
                                          <p:spTgt spid="249"/>
                                        </p:tgtEl>
                                        <p:attrNameLst>
                                          <p:attrName>style.visibility</p:attrName>
                                        </p:attrNameLst>
                                      </p:cBhvr>
                                      <p:to>
                                        <p:strVal val="hidden"/>
                                      </p:to>
                                    </p:set>
                                  </p:childTnLst>
                                </p:cTn>
                              </p:par>
                              <p:par>
                                <p:cTn id="771" presetID="10" presetClass="exit" presetSubtype="0" fill="hold" grpId="1" nodeType="withEffect">
                                  <p:stCondLst>
                                    <p:cond delay="0"/>
                                  </p:stCondLst>
                                  <p:childTnLst>
                                    <p:animEffect transition="out" filter="fade">
                                      <p:cBhvr>
                                        <p:cTn id="772" dur="420"/>
                                        <p:tgtEl>
                                          <p:spTgt spid="250"/>
                                        </p:tgtEl>
                                      </p:cBhvr>
                                    </p:animEffect>
                                    <p:set>
                                      <p:cBhvr>
                                        <p:cTn id="773" dur="1" fill="hold">
                                          <p:stCondLst>
                                            <p:cond delay="419"/>
                                          </p:stCondLst>
                                        </p:cTn>
                                        <p:tgtEl>
                                          <p:spTgt spid="250"/>
                                        </p:tgtEl>
                                        <p:attrNameLst>
                                          <p:attrName>style.visibility</p:attrName>
                                        </p:attrNameLst>
                                      </p:cBhvr>
                                      <p:to>
                                        <p:strVal val="hidden"/>
                                      </p:to>
                                    </p:set>
                                  </p:childTnLst>
                                </p:cTn>
                              </p:par>
                              <p:par>
                                <p:cTn id="774" presetID="10" presetClass="exit" presetSubtype="0" fill="hold" grpId="1" nodeType="withEffect">
                                  <p:stCondLst>
                                    <p:cond delay="0"/>
                                  </p:stCondLst>
                                  <p:childTnLst>
                                    <p:animEffect transition="out" filter="fade">
                                      <p:cBhvr>
                                        <p:cTn id="775" dur="420"/>
                                        <p:tgtEl>
                                          <p:spTgt spid="251"/>
                                        </p:tgtEl>
                                      </p:cBhvr>
                                    </p:animEffect>
                                    <p:set>
                                      <p:cBhvr>
                                        <p:cTn id="776" dur="1" fill="hold">
                                          <p:stCondLst>
                                            <p:cond delay="419"/>
                                          </p:stCondLst>
                                        </p:cTn>
                                        <p:tgtEl>
                                          <p:spTgt spid="251"/>
                                        </p:tgtEl>
                                        <p:attrNameLst>
                                          <p:attrName>style.visibility</p:attrName>
                                        </p:attrNameLst>
                                      </p:cBhvr>
                                      <p:to>
                                        <p:strVal val="hidden"/>
                                      </p:to>
                                    </p:set>
                                  </p:childTnLst>
                                </p:cTn>
                              </p:par>
                              <p:par>
                                <p:cTn id="777" presetID="10" presetClass="exit" presetSubtype="0" fill="hold" grpId="1" nodeType="withEffect">
                                  <p:stCondLst>
                                    <p:cond delay="0"/>
                                  </p:stCondLst>
                                  <p:childTnLst>
                                    <p:animEffect transition="out" filter="fade">
                                      <p:cBhvr>
                                        <p:cTn id="778" dur="420"/>
                                        <p:tgtEl>
                                          <p:spTgt spid="252"/>
                                        </p:tgtEl>
                                      </p:cBhvr>
                                    </p:animEffect>
                                    <p:set>
                                      <p:cBhvr>
                                        <p:cTn id="779" dur="1" fill="hold">
                                          <p:stCondLst>
                                            <p:cond delay="419"/>
                                          </p:stCondLst>
                                        </p:cTn>
                                        <p:tgtEl>
                                          <p:spTgt spid="252"/>
                                        </p:tgtEl>
                                        <p:attrNameLst>
                                          <p:attrName>style.visibility</p:attrName>
                                        </p:attrNameLst>
                                      </p:cBhvr>
                                      <p:to>
                                        <p:strVal val="hidden"/>
                                      </p:to>
                                    </p:set>
                                  </p:childTnLst>
                                </p:cTn>
                              </p:par>
                              <p:par>
                                <p:cTn id="780" presetID="10" presetClass="exit" presetSubtype="0" fill="hold" grpId="1" nodeType="withEffect">
                                  <p:stCondLst>
                                    <p:cond delay="0"/>
                                  </p:stCondLst>
                                  <p:childTnLst>
                                    <p:animEffect transition="out" filter="fade">
                                      <p:cBhvr>
                                        <p:cTn id="781" dur="420"/>
                                        <p:tgtEl>
                                          <p:spTgt spid="253"/>
                                        </p:tgtEl>
                                      </p:cBhvr>
                                    </p:animEffect>
                                    <p:set>
                                      <p:cBhvr>
                                        <p:cTn id="782" dur="1" fill="hold">
                                          <p:stCondLst>
                                            <p:cond delay="419"/>
                                          </p:stCondLst>
                                        </p:cTn>
                                        <p:tgtEl>
                                          <p:spTgt spid="253"/>
                                        </p:tgtEl>
                                        <p:attrNameLst>
                                          <p:attrName>style.visibility</p:attrName>
                                        </p:attrNameLst>
                                      </p:cBhvr>
                                      <p:to>
                                        <p:strVal val="hidden"/>
                                      </p:to>
                                    </p:set>
                                  </p:childTnLst>
                                </p:cTn>
                              </p:par>
                              <p:par>
                                <p:cTn id="783" presetID="10" presetClass="exit" presetSubtype="0" fill="hold" grpId="1" nodeType="withEffect">
                                  <p:stCondLst>
                                    <p:cond delay="0"/>
                                  </p:stCondLst>
                                  <p:childTnLst>
                                    <p:animEffect transition="out" filter="fade">
                                      <p:cBhvr>
                                        <p:cTn id="784" dur="420"/>
                                        <p:tgtEl>
                                          <p:spTgt spid="254"/>
                                        </p:tgtEl>
                                      </p:cBhvr>
                                    </p:animEffect>
                                    <p:set>
                                      <p:cBhvr>
                                        <p:cTn id="785" dur="1" fill="hold">
                                          <p:stCondLst>
                                            <p:cond delay="419"/>
                                          </p:stCondLst>
                                        </p:cTn>
                                        <p:tgtEl>
                                          <p:spTgt spid="254"/>
                                        </p:tgtEl>
                                        <p:attrNameLst>
                                          <p:attrName>style.visibility</p:attrName>
                                        </p:attrNameLst>
                                      </p:cBhvr>
                                      <p:to>
                                        <p:strVal val="hidden"/>
                                      </p:to>
                                    </p:set>
                                  </p:childTnLst>
                                </p:cTn>
                              </p:par>
                              <p:par>
                                <p:cTn id="786" presetID="10" presetClass="exit" presetSubtype="0" fill="hold" grpId="1" nodeType="withEffect">
                                  <p:stCondLst>
                                    <p:cond delay="0"/>
                                  </p:stCondLst>
                                  <p:childTnLst>
                                    <p:animEffect transition="out" filter="fade">
                                      <p:cBhvr>
                                        <p:cTn id="787" dur="420"/>
                                        <p:tgtEl>
                                          <p:spTgt spid="255"/>
                                        </p:tgtEl>
                                      </p:cBhvr>
                                    </p:animEffect>
                                    <p:set>
                                      <p:cBhvr>
                                        <p:cTn id="788" dur="1" fill="hold">
                                          <p:stCondLst>
                                            <p:cond delay="419"/>
                                          </p:stCondLst>
                                        </p:cTn>
                                        <p:tgtEl>
                                          <p:spTgt spid="255"/>
                                        </p:tgtEl>
                                        <p:attrNameLst>
                                          <p:attrName>style.visibility</p:attrName>
                                        </p:attrNameLst>
                                      </p:cBhvr>
                                      <p:to>
                                        <p:strVal val="hidden"/>
                                      </p:to>
                                    </p:set>
                                  </p:childTnLst>
                                </p:cTn>
                              </p:par>
                              <p:par>
                                <p:cTn id="789" presetID="10" presetClass="exit" presetSubtype="0" fill="hold" grpId="1" nodeType="withEffect">
                                  <p:stCondLst>
                                    <p:cond delay="0"/>
                                  </p:stCondLst>
                                  <p:childTnLst>
                                    <p:animEffect transition="out" filter="fade">
                                      <p:cBhvr>
                                        <p:cTn id="790" dur="420"/>
                                        <p:tgtEl>
                                          <p:spTgt spid="256"/>
                                        </p:tgtEl>
                                      </p:cBhvr>
                                    </p:animEffect>
                                    <p:set>
                                      <p:cBhvr>
                                        <p:cTn id="791" dur="1" fill="hold">
                                          <p:stCondLst>
                                            <p:cond delay="419"/>
                                          </p:stCondLst>
                                        </p:cTn>
                                        <p:tgtEl>
                                          <p:spTgt spid="256"/>
                                        </p:tgtEl>
                                        <p:attrNameLst>
                                          <p:attrName>style.visibility</p:attrName>
                                        </p:attrNameLst>
                                      </p:cBhvr>
                                      <p:to>
                                        <p:strVal val="hidden"/>
                                      </p:to>
                                    </p:set>
                                  </p:childTnLst>
                                </p:cTn>
                              </p:par>
                              <p:par>
                                <p:cTn id="792" presetID="10" presetClass="exit" presetSubtype="0" fill="hold" grpId="1" nodeType="withEffect">
                                  <p:stCondLst>
                                    <p:cond delay="0"/>
                                  </p:stCondLst>
                                  <p:childTnLst>
                                    <p:animEffect transition="out" filter="fade">
                                      <p:cBhvr>
                                        <p:cTn id="793" dur="420"/>
                                        <p:tgtEl>
                                          <p:spTgt spid="257"/>
                                        </p:tgtEl>
                                      </p:cBhvr>
                                    </p:animEffect>
                                    <p:set>
                                      <p:cBhvr>
                                        <p:cTn id="794" dur="1" fill="hold">
                                          <p:stCondLst>
                                            <p:cond delay="419"/>
                                          </p:stCondLst>
                                        </p:cTn>
                                        <p:tgtEl>
                                          <p:spTgt spid="257"/>
                                        </p:tgtEl>
                                        <p:attrNameLst>
                                          <p:attrName>style.visibility</p:attrName>
                                        </p:attrNameLst>
                                      </p:cBhvr>
                                      <p:to>
                                        <p:strVal val="hidden"/>
                                      </p:to>
                                    </p:set>
                                  </p:childTnLst>
                                </p:cTn>
                              </p:par>
                              <p:par>
                                <p:cTn id="795" presetID="10" presetClass="exit" presetSubtype="0" fill="hold" grpId="1" nodeType="withEffect">
                                  <p:stCondLst>
                                    <p:cond delay="0"/>
                                  </p:stCondLst>
                                  <p:childTnLst>
                                    <p:animEffect transition="out" filter="fade">
                                      <p:cBhvr>
                                        <p:cTn id="796" dur="420"/>
                                        <p:tgtEl>
                                          <p:spTgt spid="258"/>
                                        </p:tgtEl>
                                      </p:cBhvr>
                                    </p:animEffect>
                                    <p:set>
                                      <p:cBhvr>
                                        <p:cTn id="797" dur="1" fill="hold">
                                          <p:stCondLst>
                                            <p:cond delay="419"/>
                                          </p:stCondLst>
                                        </p:cTn>
                                        <p:tgtEl>
                                          <p:spTgt spid="258"/>
                                        </p:tgtEl>
                                        <p:attrNameLst>
                                          <p:attrName>style.visibility</p:attrName>
                                        </p:attrNameLst>
                                      </p:cBhvr>
                                      <p:to>
                                        <p:strVal val="hidden"/>
                                      </p:to>
                                    </p:set>
                                  </p:childTnLst>
                                </p:cTn>
                              </p:par>
                              <p:par>
                                <p:cTn id="798" presetID="10" presetClass="exit" presetSubtype="0" fill="hold" grpId="1" nodeType="withEffect">
                                  <p:stCondLst>
                                    <p:cond delay="0"/>
                                  </p:stCondLst>
                                  <p:childTnLst>
                                    <p:animEffect transition="out" filter="fade">
                                      <p:cBhvr>
                                        <p:cTn id="799" dur="420"/>
                                        <p:tgtEl>
                                          <p:spTgt spid="259"/>
                                        </p:tgtEl>
                                      </p:cBhvr>
                                    </p:animEffect>
                                    <p:set>
                                      <p:cBhvr>
                                        <p:cTn id="800" dur="1" fill="hold">
                                          <p:stCondLst>
                                            <p:cond delay="419"/>
                                          </p:stCondLst>
                                        </p:cTn>
                                        <p:tgtEl>
                                          <p:spTgt spid="259"/>
                                        </p:tgtEl>
                                        <p:attrNameLst>
                                          <p:attrName>style.visibility</p:attrName>
                                        </p:attrNameLst>
                                      </p:cBhvr>
                                      <p:to>
                                        <p:strVal val="hidden"/>
                                      </p:to>
                                    </p:set>
                                  </p:childTnLst>
                                </p:cTn>
                              </p:par>
                              <p:par>
                                <p:cTn id="801" presetID="10" presetClass="exit" presetSubtype="0" fill="hold" grpId="1" nodeType="withEffect">
                                  <p:stCondLst>
                                    <p:cond delay="0"/>
                                  </p:stCondLst>
                                  <p:childTnLst>
                                    <p:animEffect transition="out" filter="fade">
                                      <p:cBhvr>
                                        <p:cTn id="802" dur="420"/>
                                        <p:tgtEl>
                                          <p:spTgt spid="260"/>
                                        </p:tgtEl>
                                      </p:cBhvr>
                                    </p:animEffect>
                                    <p:set>
                                      <p:cBhvr>
                                        <p:cTn id="803" dur="1" fill="hold">
                                          <p:stCondLst>
                                            <p:cond delay="419"/>
                                          </p:stCondLst>
                                        </p:cTn>
                                        <p:tgtEl>
                                          <p:spTgt spid="260"/>
                                        </p:tgtEl>
                                        <p:attrNameLst>
                                          <p:attrName>style.visibility</p:attrName>
                                        </p:attrNameLst>
                                      </p:cBhvr>
                                      <p:to>
                                        <p:strVal val="hidden"/>
                                      </p:to>
                                    </p:set>
                                  </p:childTnLst>
                                </p:cTn>
                              </p:par>
                              <p:par>
                                <p:cTn id="804" presetID="10" presetClass="exit" presetSubtype="0" fill="hold" grpId="1" nodeType="withEffect">
                                  <p:stCondLst>
                                    <p:cond delay="0"/>
                                  </p:stCondLst>
                                  <p:childTnLst>
                                    <p:animEffect transition="out" filter="fade">
                                      <p:cBhvr>
                                        <p:cTn id="805" dur="420"/>
                                        <p:tgtEl>
                                          <p:spTgt spid="261"/>
                                        </p:tgtEl>
                                      </p:cBhvr>
                                    </p:animEffect>
                                    <p:set>
                                      <p:cBhvr>
                                        <p:cTn id="806" dur="1" fill="hold">
                                          <p:stCondLst>
                                            <p:cond delay="419"/>
                                          </p:stCondLst>
                                        </p:cTn>
                                        <p:tgtEl>
                                          <p:spTgt spid="261"/>
                                        </p:tgtEl>
                                        <p:attrNameLst>
                                          <p:attrName>style.visibility</p:attrName>
                                        </p:attrNameLst>
                                      </p:cBhvr>
                                      <p:to>
                                        <p:strVal val="hidden"/>
                                      </p:to>
                                    </p:set>
                                  </p:childTnLst>
                                </p:cTn>
                              </p:par>
                              <p:par>
                                <p:cTn id="807" presetID="10" presetClass="exit" presetSubtype="0" fill="hold" grpId="1" nodeType="withEffect">
                                  <p:stCondLst>
                                    <p:cond delay="0"/>
                                  </p:stCondLst>
                                  <p:childTnLst>
                                    <p:animEffect transition="out" filter="fade">
                                      <p:cBhvr>
                                        <p:cTn id="808" dur="420"/>
                                        <p:tgtEl>
                                          <p:spTgt spid="262"/>
                                        </p:tgtEl>
                                      </p:cBhvr>
                                    </p:animEffect>
                                    <p:set>
                                      <p:cBhvr>
                                        <p:cTn id="809" dur="1" fill="hold">
                                          <p:stCondLst>
                                            <p:cond delay="419"/>
                                          </p:stCondLst>
                                        </p:cTn>
                                        <p:tgtEl>
                                          <p:spTgt spid="262"/>
                                        </p:tgtEl>
                                        <p:attrNameLst>
                                          <p:attrName>style.visibility</p:attrName>
                                        </p:attrNameLst>
                                      </p:cBhvr>
                                      <p:to>
                                        <p:strVal val="hidden"/>
                                      </p:to>
                                    </p:set>
                                  </p:childTnLst>
                                </p:cTn>
                              </p:par>
                              <p:par>
                                <p:cTn id="810" presetID="10" presetClass="exit" presetSubtype="0" fill="hold" grpId="1" nodeType="withEffect">
                                  <p:stCondLst>
                                    <p:cond delay="0"/>
                                  </p:stCondLst>
                                  <p:childTnLst>
                                    <p:animEffect transition="out" filter="fade">
                                      <p:cBhvr>
                                        <p:cTn id="811" dur="420"/>
                                        <p:tgtEl>
                                          <p:spTgt spid="263"/>
                                        </p:tgtEl>
                                      </p:cBhvr>
                                    </p:animEffect>
                                    <p:set>
                                      <p:cBhvr>
                                        <p:cTn id="812" dur="1" fill="hold">
                                          <p:stCondLst>
                                            <p:cond delay="419"/>
                                          </p:stCondLst>
                                        </p:cTn>
                                        <p:tgtEl>
                                          <p:spTgt spid="263"/>
                                        </p:tgtEl>
                                        <p:attrNameLst>
                                          <p:attrName>style.visibility</p:attrName>
                                        </p:attrNameLst>
                                      </p:cBhvr>
                                      <p:to>
                                        <p:strVal val="hidden"/>
                                      </p:to>
                                    </p:set>
                                  </p:childTnLst>
                                </p:cTn>
                              </p:par>
                              <p:par>
                                <p:cTn id="813" presetID="10" presetClass="exit" presetSubtype="0" fill="hold" grpId="1" nodeType="withEffect">
                                  <p:stCondLst>
                                    <p:cond delay="0"/>
                                  </p:stCondLst>
                                  <p:childTnLst>
                                    <p:animEffect transition="out" filter="fade">
                                      <p:cBhvr>
                                        <p:cTn id="814" dur="420"/>
                                        <p:tgtEl>
                                          <p:spTgt spid="264"/>
                                        </p:tgtEl>
                                      </p:cBhvr>
                                    </p:animEffect>
                                    <p:set>
                                      <p:cBhvr>
                                        <p:cTn id="815" dur="1" fill="hold">
                                          <p:stCondLst>
                                            <p:cond delay="419"/>
                                          </p:stCondLst>
                                        </p:cTn>
                                        <p:tgtEl>
                                          <p:spTgt spid="264"/>
                                        </p:tgtEl>
                                        <p:attrNameLst>
                                          <p:attrName>style.visibility</p:attrName>
                                        </p:attrNameLst>
                                      </p:cBhvr>
                                      <p:to>
                                        <p:strVal val="hidden"/>
                                      </p:to>
                                    </p:set>
                                  </p:childTnLst>
                                </p:cTn>
                              </p:par>
                              <p:par>
                                <p:cTn id="816" presetID="10" presetClass="exit" presetSubtype="0" fill="hold" grpId="1" nodeType="withEffect">
                                  <p:stCondLst>
                                    <p:cond delay="0"/>
                                  </p:stCondLst>
                                  <p:childTnLst>
                                    <p:animEffect transition="out" filter="fade">
                                      <p:cBhvr>
                                        <p:cTn id="817" dur="420"/>
                                        <p:tgtEl>
                                          <p:spTgt spid="265"/>
                                        </p:tgtEl>
                                      </p:cBhvr>
                                    </p:animEffect>
                                    <p:set>
                                      <p:cBhvr>
                                        <p:cTn id="818" dur="1" fill="hold">
                                          <p:stCondLst>
                                            <p:cond delay="419"/>
                                          </p:stCondLst>
                                        </p:cTn>
                                        <p:tgtEl>
                                          <p:spTgt spid="265"/>
                                        </p:tgtEl>
                                        <p:attrNameLst>
                                          <p:attrName>style.visibility</p:attrName>
                                        </p:attrNameLst>
                                      </p:cBhvr>
                                      <p:to>
                                        <p:strVal val="hidden"/>
                                      </p:to>
                                    </p:set>
                                  </p:childTnLst>
                                </p:cTn>
                              </p:par>
                              <p:par>
                                <p:cTn id="819" presetID="10" presetClass="exit" presetSubtype="0" fill="hold" grpId="1" nodeType="withEffect">
                                  <p:stCondLst>
                                    <p:cond delay="0"/>
                                  </p:stCondLst>
                                  <p:childTnLst>
                                    <p:animEffect transition="out" filter="fade">
                                      <p:cBhvr>
                                        <p:cTn id="820" dur="420"/>
                                        <p:tgtEl>
                                          <p:spTgt spid="266"/>
                                        </p:tgtEl>
                                      </p:cBhvr>
                                    </p:animEffect>
                                    <p:set>
                                      <p:cBhvr>
                                        <p:cTn id="821" dur="1" fill="hold">
                                          <p:stCondLst>
                                            <p:cond delay="419"/>
                                          </p:stCondLst>
                                        </p:cTn>
                                        <p:tgtEl>
                                          <p:spTgt spid="266"/>
                                        </p:tgtEl>
                                        <p:attrNameLst>
                                          <p:attrName>style.visibility</p:attrName>
                                        </p:attrNameLst>
                                      </p:cBhvr>
                                      <p:to>
                                        <p:strVal val="hidden"/>
                                      </p:to>
                                    </p:set>
                                  </p:childTnLst>
                                </p:cTn>
                              </p:par>
                              <p:par>
                                <p:cTn id="822" presetID="10" presetClass="exit" presetSubtype="0" fill="hold" grpId="1" nodeType="withEffect">
                                  <p:stCondLst>
                                    <p:cond delay="0"/>
                                  </p:stCondLst>
                                  <p:childTnLst>
                                    <p:animEffect transition="out" filter="fade">
                                      <p:cBhvr>
                                        <p:cTn id="823" dur="420"/>
                                        <p:tgtEl>
                                          <p:spTgt spid="267"/>
                                        </p:tgtEl>
                                      </p:cBhvr>
                                    </p:animEffect>
                                    <p:set>
                                      <p:cBhvr>
                                        <p:cTn id="824" dur="1" fill="hold">
                                          <p:stCondLst>
                                            <p:cond delay="419"/>
                                          </p:stCondLst>
                                        </p:cTn>
                                        <p:tgtEl>
                                          <p:spTgt spid="267"/>
                                        </p:tgtEl>
                                        <p:attrNameLst>
                                          <p:attrName>style.visibility</p:attrName>
                                        </p:attrNameLst>
                                      </p:cBhvr>
                                      <p:to>
                                        <p:strVal val="hidden"/>
                                      </p:to>
                                    </p:set>
                                  </p:childTnLst>
                                </p:cTn>
                              </p:par>
                              <p:par>
                                <p:cTn id="825" presetID="10" presetClass="exit" presetSubtype="0" fill="hold" grpId="1" nodeType="withEffect">
                                  <p:stCondLst>
                                    <p:cond delay="0"/>
                                  </p:stCondLst>
                                  <p:childTnLst>
                                    <p:animEffect transition="out" filter="fade">
                                      <p:cBhvr>
                                        <p:cTn id="826" dur="420"/>
                                        <p:tgtEl>
                                          <p:spTgt spid="268"/>
                                        </p:tgtEl>
                                      </p:cBhvr>
                                    </p:animEffect>
                                    <p:set>
                                      <p:cBhvr>
                                        <p:cTn id="827" dur="1" fill="hold">
                                          <p:stCondLst>
                                            <p:cond delay="419"/>
                                          </p:stCondLst>
                                        </p:cTn>
                                        <p:tgtEl>
                                          <p:spTgt spid="268"/>
                                        </p:tgtEl>
                                        <p:attrNameLst>
                                          <p:attrName>style.visibility</p:attrName>
                                        </p:attrNameLst>
                                      </p:cBhvr>
                                      <p:to>
                                        <p:strVal val="hidden"/>
                                      </p:to>
                                    </p:set>
                                  </p:childTnLst>
                                </p:cTn>
                              </p:par>
                              <p:par>
                                <p:cTn id="828" presetID="10" presetClass="exit" presetSubtype="0" fill="hold" grpId="1" nodeType="withEffect">
                                  <p:stCondLst>
                                    <p:cond delay="0"/>
                                  </p:stCondLst>
                                  <p:childTnLst>
                                    <p:animEffect transition="out" filter="fade">
                                      <p:cBhvr>
                                        <p:cTn id="829" dur="420"/>
                                        <p:tgtEl>
                                          <p:spTgt spid="269"/>
                                        </p:tgtEl>
                                      </p:cBhvr>
                                    </p:animEffect>
                                    <p:set>
                                      <p:cBhvr>
                                        <p:cTn id="830" dur="1" fill="hold">
                                          <p:stCondLst>
                                            <p:cond delay="419"/>
                                          </p:stCondLst>
                                        </p:cTn>
                                        <p:tgtEl>
                                          <p:spTgt spid="269"/>
                                        </p:tgtEl>
                                        <p:attrNameLst>
                                          <p:attrName>style.visibility</p:attrName>
                                        </p:attrNameLst>
                                      </p:cBhvr>
                                      <p:to>
                                        <p:strVal val="hidden"/>
                                      </p:to>
                                    </p:set>
                                  </p:childTnLst>
                                </p:cTn>
                              </p:par>
                              <p:par>
                                <p:cTn id="831" presetID="10" presetClass="exit" presetSubtype="0" fill="hold" grpId="1" nodeType="withEffect">
                                  <p:stCondLst>
                                    <p:cond delay="0"/>
                                  </p:stCondLst>
                                  <p:childTnLst>
                                    <p:animEffect transition="out" filter="fade">
                                      <p:cBhvr>
                                        <p:cTn id="832" dur="420"/>
                                        <p:tgtEl>
                                          <p:spTgt spid="306"/>
                                        </p:tgtEl>
                                      </p:cBhvr>
                                    </p:animEffect>
                                    <p:set>
                                      <p:cBhvr>
                                        <p:cTn id="833" dur="1" fill="hold">
                                          <p:stCondLst>
                                            <p:cond delay="419"/>
                                          </p:stCondLst>
                                        </p:cTn>
                                        <p:tgtEl>
                                          <p:spTgt spid="306"/>
                                        </p:tgtEl>
                                        <p:attrNameLst>
                                          <p:attrName>style.visibility</p:attrName>
                                        </p:attrNameLst>
                                      </p:cBhvr>
                                      <p:to>
                                        <p:strVal val="hidden"/>
                                      </p:to>
                                    </p:set>
                                  </p:childTnLst>
                                </p:cTn>
                              </p:par>
                              <p:par>
                                <p:cTn id="834" presetID="10" presetClass="exit" presetSubtype="0" fill="hold" grpId="1" nodeType="withEffect">
                                  <p:stCondLst>
                                    <p:cond delay="0"/>
                                  </p:stCondLst>
                                  <p:childTnLst>
                                    <p:animEffect transition="out" filter="fade">
                                      <p:cBhvr>
                                        <p:cTn id="835" dur="420"/>
                                        <p:tgtEl>
                                          <p:spTgt spid="307"/>
                                        </p:tgtEl>
                                      </p:cBhvr>
                                    </p:animEffect>
                                    <p:set>
                                      <p:cBhvr>
                                        <p:cTn id="836" dur="1" fill="hold">
                                          <p:stCondLst>
                                            <p:cond delay="419"/>
                                          </p:stCondLst>
                                        </p:cTn>
                                        <p:tgtEl>
                                          <p:spTgt spid="307"/>
                                        </p:tgtEl>
                                        <p:attrNameLst>
                                          <p:attrName>style.visibility</p:attrName>
                                        </p:attrNameLst>
                                      </p:cBhvr>
                                      <p:to>
                                        <p:strVal val="hidden"/>
                                      </p:to>
                                    </p:set>
                                  </p:childTnLst>
                                </p:cTn>
                              </p:par>
                              <p:par>
                                <p:cTn id="837" presetID="10" presetClass="exit" presetSubtype="0" fill="hold" grpId="1" nodeType="withEffect">
                                  <p:stCondLst>
                                    <p:cond delay="0"/>
                                  </p:stCondLst>
                                  <p:childTnLst>
                                    <p:animEffect transition="out" filter="fade">
                                      <p:cBhvr>
                                        <p:cTn id="838" dur="420"/>
                                        <p:tgtEl>
                                          <p:spTgt spid="308"/>
                                        </p:tgtEl>
                                      </p:cBhvr>
                                    </p:animEffect>
                                    <p:set>
                                      <p:cBhvr>
                                        <p:cTn id="839" dur="1" fill="hold">
                                          <p:stCondLst>
                                            <p:cond delay="419"/>
                                          </p:stCondLst>
                                        </p:cTn>
                                        <p:tgtEl>
                                          <p:spTgt spid="308"/>
                                        </p:tgtEl>
                                        <p:attrNameLst>
                                          <p:attrName>style.visibility</p:attrName>
                                        </p:attrNameLst>
                                      </p:cBhvr>
                                      <p:to>
                                        <p:strVal val="hidden"/>
                                      </p:to>
                                    </p:set>
                                  </p:childTnLst>
                                </p:cTn>
                              </p:par>
                              <p:par>
                                <p:cTn id="840" presetID="42" presetClass="entr" presetSubtype="0" fill="hold" grpId="0" nodeType="withEffect">
                                  <p:stCondLst>
                                    <p:cond delay="0"/>
                                  </p:stCondLst>
                                  <p:childTnLst>
                                    <p:set>
                                      <p:cBhvr>
                                        <p:cTn id="841" dur="1" fill="hold">
                                          <p:stCondLst>
                                            <p:cond delay="0"/>
                                          </p:stCondLst>
                                        </p:cTn>
                                        <p:tgtEl>
                                          <p:spTgt spid="175"/>
                                        </p:tgtEl>
                                        <p:attrNameLst>
                                          <p:attrName>style.visibility</p:attrName>
                                        </p:attrNameLst>
                                      </p:cBhvr>
                                      <p:to>
                                        <p:strVal val="visible"/>
                                      </p:to>
                                    </p:set>
                                    <p:animEffect transition="in" filter="fade">
                                      <p:cBhvr>
                                        <p:cTn id="842" dur="650"/>
                                        <p:tgtEl>
                                          <p:spTgt spid="175"/>
                                        </p:tgtEl>
                                      </p:cBhvr>
                                    </p:animEffect>
                                    <p:anim calcmode="lin" valueType="num">
                                      <p:cBhvr>
                                        <p:cTn id="843" dur="650" fill="hold"/>
                                        <p:tgtEl>
                                          <p:spTgt spid="175"/>
                                        </p:tgtEl>
                                        <p:attrNameLst>
                                          <p:attrName>ppt_x</p:attrName>
                                        </p:attrNameLst>
                                      </p:cBhvr>
                                      <p:tavLst>
                                        <p:tav tm="0">
                                          <p:val>
                                            <p:strVal val="#ppt_x"/>
                                          </p:val>
                                        </p:tav>
                                        <p:tav tm="100000">
                                          <p:val>
                                            <p:strVal val="#ppt_x"/>
                                          </p:val>
                                        </p:tav>
                                      </p:tavLst>
                                    </p:anim>
                                    <p:anim calcmode="lin" valueType="num">
                                      <p:cBhvr>
                                        <p:cTn id="844" dur="650" fill="hold"/>
                                        <p:tgtEl>
                                          <p:spTgt spid="175"/>
                                        </p:tgtEl>
                                        <p:attrNameLst>
                                          <p:attrName>ppt_y</p:attrName>
                                        </p:attrNameLst>
                                      </p:cBhvr>
                                      <p:tavLst>
                                        <p:tav tm="0">
                                          <p:val>
                                            <p:strVal val="#ppt_y+.1"/>
                                          </p:val>
                                        </p:tav>
                                        <p:tav tm="100000">
                                          <p:val>
                                            <p:strVal val="#ppt_y"/>
                                          </p:val>
                                        </p:tav>
                                      </p:tavLst>
                                    </p:anim>
                                  </p:childTnLst>
                                </p:cTn>
                              </p:par>
                              <p:par>
                                <p:cTn id="845" presetID="42" presetClass="entr" presetSubtype="0" fill="hold" grpId="0" nodeType="withEffect">
                                  <p:stCondLst>
                                    <p:cond delay="0"/>
                                  </p:stCondLst>
                                  <p:childTnLst>
                                    <p:set>
                                      <p:cBhvr>
                                        <p:cTn id="846" dur="1" fill="hold">
                                          <p:stCondLst>
                                            <p:cond delay="0"/>
                                          </p:stCondLst>
                                        </p:cTn>
                                        <p:tgtEl>
                                          <p:spTgt spid="176"/>
                                        </p:tgtEl>
                                        <p:attrNameLst>
                                          <p:attrName>style.visibility</p:attrName>
                                        </p:attrNameLst>
                                      </p:cBhvr>
                                      <p:to>
                                        <p:strVal val="visible"/>
                                      </p:to>
                                    </p:set>
                                    <p:animEffect transition="in" filter="fade">
                                      <p:cBhvr>
                                        <p:cTn id="847" dur="650"/>
                                        <p:tgtEl>
                                          <p:spTgt spid="176"/>
                                        </p:tgtEl>
                                      </p:cBhvr>
                                    </p:animEffect>
                                    <p:anim calcmode="lin" valueType="num">
                                      <p:cBhvr>
                                        <p:cTn id="848" dur="650" fill="hold"/>
                                        <p:tgtEl>
                                          <p:spTgt spid="176"/>
                                        </p:tgtEl>
                                        <p:attrNameLst>
                                          <p:attrName>ppt_x</p:attrName>
                                        </p:attrNameLst>
                                      </p:cBhvr>
                                      <p:tavLst>
                                        <p:tav tm="0">
                                          <p:val>
                                            <p:strVal val="#ppt_x"/>
                                          </p:val>
                                        </p:tav>
                                        <p:tav tm="100000">
                                          <p:val>
                                            <p:strVal val="#ppt_x"/>
                                          </p:val>
                                        </p:tav>
                                      </p:tavLst>
                                    </p:anim>
                                    <p:anim calcmode="lin" valueType="num">
                                      <p:cBhvr>
                                        <p:cTn id="849" dur="650" fill="hold"/>
                                        <p:tgtEl>
                                          <p:spTgt spid="176"/>
                                        </p:tgtEl>
                                        <p:attrNameLst>
                                          <p:attrName>ppt_y</p:attrName>
                                        </p:attrNameLst>
                                      </p:cBhvr>
                                      <p:tavLst>
                                        <p:tav tm="0">
                                          <p:val>
                                            <p:strVal val="#ppt_y+.1"/>
                                          </p:val>
                                        </p:tav>
                                        <p:tav tm="100000">
                                          <p:val>
                                            <p:strVal val="#ppt_y"/>
                                          </p:val>
                                        </p:tav>
                                      </p:tavLst>
                                    </p:anim>
                                  </p:childTnLst>
                                </p:cTn>
                              </p:par>
                              <p:par>
                                <p:cTn id="850" presetID="42" presetClass="entr" presetSubtype="0" fill="hold" grpId="0" nodeType="withEffect">
                                  <p:stCondLst>
                                    <p:cond delay="120"/>
                                  </p:stCondLst>
                                  <p:childTnLst>
                                    <p:set>
                                      <p:cBhvr>
                                        <p:cTn id="851" dur="1" fill="hold">
                                          <p:stCondLst>
                                            <p:cond delay="0"/>
                                          </p:stCondLst>
                                        </p:cTn>
                                        <p:tgtEl>
                                          <p:spTgt spid="177"/>
                                        </p:tgtEl>
                                        <p:attrNameLst>
                                          <p:attrName>style.visibility</p:attrName>
                                        </p:attrNameLst>
                                      </p:cBhvr>
                                      <p:to>
                                        <p:strVal val="visible"/>
                                      </p:to>
                                    </p:set>
                                    <p:animEffect transition="in" filter="fade">
                                      <p:cBhvr>
                                        <p:cTn id="852" dur="650"/>
                                        <p:tgtEl>
                                          <p:spTgt spid="177"/>
                                        </p:tgtEl>
                                      </p:cBhvr>
                                    </p:animEffect>
                                    <p:anim calcmode="lin" valueType="num">
                                      <p:cBhvr>
                                        <p:cTn id="853" dur="650" fill="hold"/>
                                        <p:tgtEl>
                                          <p:spTgt spid="177"/>
                                        </p:tgtEl>
                                        <p:attrNameLst>
                                          <p:attrName>ppt_x</p:attrName>
                                        </p:attrNameLst>
                                      </p:cBhvr>
                                      <p:tavLst>
                                        <p:tav tm="0">
                                          <p:val>
                                            <p:strVal val="#ppt_x"/>
                                          </p:val>
                                        </p:tav>
                                        <p:tav tm="100000">
                                          <p:val>
                                            <p:strVal val="#ppt_x"/>
                                          </p:val>
                                        </p:tav>
                                      </p:tavLst>
                                    </p:anim>
                                    <p:anim calcmode="lin" valueType="num">
                                      <p:cBhvr>
                                        <p:cTn id="854" dur="650" fill="hold"/>
                                        <p:tgtEl>
                                          <p:spTgt spid="177"/>
                                        </p:tgtEl>
                                        <p:attrNameLst>
                                          <p:attrName>ppt_y</p:attrName>
                                        </p:attrNameLst>
                                      </p:cBhvr>
                                      <p:tavLst>
                                        <p:tav tm="0">
                                          <p:val>
                                            <p:strVal val="#ppt_y+.1"/>
                                          </p:val>
                                        </p:tav>
                                        <p:tav tm="100000">
                                          <p:val>
                                            <p:strVal val="#ppt_y"/>
                                          </p:val>
                                        </p:tav>
                                      </p:tavLst>
                                    </p:anim>
                                  </p:childTnLst>
                                </p:cTn>
                              </p:par>
                              <p:par>
                                <p:cTn id="855" presetID="42" presetClass="entr" presetSubtype="0" fill="hold" grpId="0" nodeType="withEffect">
                                  <p:stCondLst>
                                    <p:cond delay="240"/>
                                  </p:stCondLst>
                                  <p:childTnLst>
                                    <p:set>
                                      <p:cBhvr>
                                        <p:cTn id="856" dur="1" fill="hold">
                                          <p:stCondLst>
                                            <p:cond delay="0"/>
                                          </p:stCondLst>
                                        </p:cTn>
                                        <p:tgtEl>
                                          <p:spTgt spid="178"/>
                                        </p:tgtEl>
                                        <p:attrNameLst>
                                          <p:attrName>style.visibility</p:attrName>
                                        </p:attrNameLst>
                                      </p:cBhvr>
                                      <p:to>
                                        <p:strVal val="visible"/>
                                      </p:to>
                                    </p:set>
                                    <p:animEffect transition="in" filter="fade">
                                      <p:cBhvr>
                                        <p:cTn id="857" dur="650"/>
                                        <p:tgtEl>
                                          <p:spTgt spid="178"/>
                                        </p:tgtEl>
                                      </p:cBhvr>
                                    </p:animEffect>
                                    <p:anim calcmode="lin" valueType="num">
                                      <p:cBhvr>
                                        <p:cTn id="858" dur="650" fill="hold"/>
                                        <p:tgtEl>
                                          <p:spTgt spid="178"/>
                                        </p:tgtEl>
                                        <p:attrNameLst>
                                          <p:attrName>ppt_x</p:attrName>
                                        </p:attrNameLst>
                                      </p:cBhvr>
                                      <p:tavLst>
                                        <p:tav tm="0">
                                          <p:val>
                                            <p:strVal val="#ppt_x"/>
                                          </p:val>
                                        </p:tav>
                                        <p:tav tm="100000">
                                          <p:val>
                                            <p:strVal val="#ppt_x"/>
                                          </p:val>
                                        </p:tav>
                                      </p:tavLst>
                                    </p:anim>
                                    <p:anim calcmode="lin" valueType="num">
                                      <p:cBhvr>
                                        <p:cTn id="859" dur="650" fill="hold"/>
                                        <p:tgtEl>
                                          <p:spTgt spid="178"/>
                                        </p:tgtEl>
                                        <p:attrNameLst>
                                          <p:attrName>ppt_y</p:attrName>
                                        </p:attrNameLst>
                                      </p:cBhvr>
                                      <p:tavLst>
                                        <p:tav tm="0">
                                          <p:val>
                                            <p:strVal val="#ppt_y+.1"/>
                                          </p:val>
                                        </p:tav>
                                        <p:tav tm="100000">
                                          <p:val>
                                            <p:strVal val="#ppt_y"/>
                                          </p:val>
                                        </p:tav>
                                      </p:tavLst>
                                    </p:anim>
                                  </p:childTnLst>
                                </p:cTn>
                              </p:par>
                              <p:par>
                                <p:cTn id="860" presetID="42" presetClass="entr" presetSubtype="0" fill="hold" grpId="0" nodeType="withEffect">
                                  <p:stCondLst>
                                    <p:cond delay="240"/>
                                  </p:stCondLst>
                                  <p:childTnLst>
                                    <p:set>
                                      <p:cBhvr>
                                        <p:cTn id="861" dur="1" fill="hold">
                                          <p:stCondLst>
                                            <p:cond delay="0"/>
                                          </p:stCondLst>
                                        </p:cTn>
                                        <p:tgtEl>
                                          <p:spTgt spid="179"/>
                                        </p:tgtEl>
                                        <p:attrNameLst>
                                          <p:attrName>style.visibility</p:attrName>
                                        </p:attrNameLst>
                                      </p:cBhvr>
                                      <p:to>
                                        <p:strVal val="visible"/>
                                      </p:to>
                                    </p:set>
                                    <p:animEffect transition="in" filter="fade">
                                      <p:cBhvr>
                                        <p:cTn id="862" dur="650"/>
                                        <p:tgtEl>
                                          <p:spTgt spid="179"/>
                                        </p:tgtEl>
                                      </p:cBhvr>
                                    </p:animEffect>
                                    <p:anim calcmode="lin" valueType="num">
                                      <p:cBhvr>
                                        <p:cTn id="863" dur="650" fill="hold"/>
                                        <p:tgtEl>
                                          <p:spTgt spid="179"/>
                                        </p:tgtEl>
                                        <p:attrNameLst>
                                          <p:attrName>ppt_x</p:attrName>
                                        </p:attrNameLst>
                                      </p:cBhvr>
                                      <p:tavLst>
                                        <p:tav tm="0">
                                          <p:val>
                                            <p:strVal val="#ppt_x"/>
                                          </p:val>
                                        </p:tav>
                                        <p:tav tm="100000">
                                          <p:val>
                                            <p:strVal val="#ppt_x"/>
                                          </p:val>
                                        </p:tav>
                                      </p:tavLst>
                                    </p:anim>
                                    <p:anim calcmode="lin" valueType="num">
                                      <p:cBhvr>
                                        <p:cTn id="864" dur="650" fill="hold"/>
                                        <p:tgtEl>
                                          <p:spTgt spid="179"/>
                                        </p:tgtEl>
                                        <p:attrNameLst>
                                          <p:attrName>ppt_y</p:attrName>
                                        </p:attrNameLst>
                                      </p:cBhvr>
                                      <p:tavLst>
                                        <p:tav tm="0">
                                          <p:val>
                                            <p:strVal val="#ppt_y+.1"/>
                                          </p:val>
                                        </p:tav>
                                        <p:tav tm="100000">
                                          <p:val>
                                            <p:strVal val="#ppt_y"/>
                                          </p:val>
                                        </p:tav>
                                      </p:tavLst>
                                    </p:anim>
                                  </p:childTnLst>
                                </p:cTn>
                              </p:par>
                              <p:par>
                                <p:cTn id="865" presetID="42" presetClass="entr" presetSubtype="0" fill="hold" grpId="0" nodeType="withEffect">
                                  <p:stCondLst>
                                    <p:cond delay="240"/>
                                  </p:stCondLst>
                                  <p:childTnLst>
                                    <p:set>
                                      <p:cBhvr>
                                        <p:cTn id="866" dur="1" fill="hold">
                                          <p:stCondLst>
                                            <p:cond delay="0"/>
                                          </p:stCondLst>
                                        </p:cTn>
                                        <p:tgtEl>
                                          <p:spTgt spid="180"/>
                                        </p:tgtEl>
                                        <p:attrNameLst>
                                          <p:attrName>style.visibility</p:attrName>
                                        </p:attrNameLst>
                                      </p:cBhvr>
                                      <p:to>
                                        <p:strVal val="visible"/>
                                      </p:to>
                                    </p:set>
                                    <p:animEffect transition="in" filter="fade">
                                      <p:cBhvr>
                                        <p:cTn id="867" dur="650"/>
                                        <p:tgtEl>
                                          <p:spTgt spid="180"/>
                                        </p:tgtEl>
                                      </p:cBhvr>
                                    </p:animEffect>
                                    <p:anim calcmode="lin" valueType="num">
                                      <p:cBhvr>
                                        <p:cTn id="868" dur="650" fill="hold"/>
                                        <p:tgtEl>
                                          <p:spTgt spid="180"/>
                                        </p:tgtEl>
                                        <p:attrNameLst>
                                          <p:attrName>ppt_x</p:attrName>
                                        </p:attrNameLst>
                                      </p:cBhvr>
                                      <p:tavLst>
                                        <p:tav tm="0">
                                          <p:val>
                                            <p:strVal val="#ppt_x"/>
                                          </p:val>
                                        </p:tav>
                                        <p:tav tm="100000">
                                          <p:val>
                                            <p:strVal val="#ppt_x"/>
                                          </p:val>
                                        </p:tav>
                                      </p:tavLst>
                                    </p:anim>
                                    <p:anim calcmode="lin" valueType="num">
                                      <p:cBhvr>
                                        <p:cTn id="869" dur="650" fill="hold"/>
                                        <p:tgtEl>
                                          <p:spTgt spid="180"/>
                                        </p:tgtEl>
                                        <p:attrNameLst>
                                          <p:attrName>ppt_y</p:attrName>
                                        </p:attrNameLst>
                                      </p:cBhvr>
                                      <p:tavLst>
                                        <p:tav tm="0">
                                          <p:val>
                                            <p:strVal val="#ppt_y+.1"/>
                                          </p:val>
                                        </p:tav>
                                        <p:tav tm="100000">
                                          <p:val>
                                            <p:strVal val="#ppt_y"/>
                                          </p:val>
                                        </p:tav>
                                      </p:tavLst>
                                    </p:anim>
                                  </p:childTnLst>
                                </p:cTn>
                              </p:par>
                              <p:par>
                                <p:cTn id="870" presetID="42" presetClass="entr" presetSubtype="0" fill="hold" grpId="0" nodeType="withEffect">
                                  <p:stCondLst>
                                    <p:cond delay="240"/>
                                  </p:stCondLst>
                                  <p:childTnLst>
                                    <p:set>
                                      <p:cBhvr>
                                        <p:cTn id="871" dur="1" fill="hold">
                                          <p:stCondLst>
                                            <p:cond delay="0"/>
                                          </p:stCondLst>
                                        </p:cTn>
                                        <p:tgtEl>
                                          <p:spTgt spid="181"/>
                                        </p:tgtEl>
                                        <p:attrNameLst>
                                          <p:attrName>style.visibility</p:attrName>
                                        </p:attrNameLst>
                                      </p:cBhvr>
                                      <p:to>
                                        <p:strVal val="visible"/>
                                      </p:to>
                                    </p:set>
                                    <p:animEffect transition="in" filter="fade">
                                      <p:cBhvr>
                                        <p:cTn id="872" dur="650"/>
                                        <p:tgtEl>
                                          <p:spTgt spid="181"/>
                                        </p:tgtEl>
                                      </p:cBhvr>
                                    </p:animEffect>
                                    <p:anim calcmode="lin" valueType="num">
                                      <p:cBhvr>
                                        <p:cTn id="873" dur="650" fill="hold"/>
                                        <p:tgtEl>
                                          <p:spTgt spid="181"/>
                                        </p:tgtEl>
                                        <p:attrNameLst>
                                          <p:attrName>ppt_x</p:attrName>
                                        </p:attrNameLst>
                                      </p:cBhvr>
                                      <p:tavLst>
                                        <p:tav tm="0">
                                          <p:val>
                                            <p:strVal val="#ppt_x"/>
                                          </p:val>
                                        </p:tav>
                                        <p:tav tm="100000">
                                          <p:val>
                                            <p:strVal val="#ppt_x"/>
                                          </p:val>
                                        </p:tav>
                                      </p:tavLst>
                                    </p:anim>
                                    <p:anim calcmode="lin" valueType="num">
                                      <p:cBhvr>
                                        <p:cTn id="874" dur="650" fill="hold"/>
                                        <p:tgtEl>
                                          <p:spTgt spid="181"/>
                                        </p:tgtEl>
                                        <p:attrNameLst>
                                          <p:attrName>ppt_y</p:attrName>
                                        </p:attrNameLst>
                                      </p:cBhvr>
                                      <p:tavLst>
                                        <p:tav tm="0">
                                          <p:val>
                                            <p:strVal val="#ppt_y+.1"/>
                                          </p:val>
                                        </p:tav>
                                        <p:tav tm="100000">
                                          <p:val>
                                            <p:strVal val="#ppt_y"/>
                                          </p:val>
                                        </p:tav>
                                      </p:tavLst>
                                    </p:anim>
                                  </p:childTnLst>
                                </p:cTn>
                              </p:par>
                              <p:par>
                                <p:cTn id="875" presetID="42" presetClass="entr" presetSubtype="0" fill="hold" grpId="0" nodeType="withEffect">
                                  <p:stCondLst>
                                    <p:cond delay="240"/>
                                  </p:stCondLst>
                                  <p:childTnLst>
                                    <p:set>
                                      <p:cBhvr>
                                        <p:cTn id="876" dur="1" fill="hold">
                                          <p:stCondLst>
                                            <p:cond delay="0"/>
                                          </p:stCondLst>
                                        </p:cTn>
                                        <p:tgtEl>
                                          <p:spTgt spid="182"/>
                                        </p:tgtEl>
                                        <p:attrNameLst>
                                          <p:attrName>style.visibility</p:attrName>
                                        </p:attrNameLst>
                                      </p:cBhvr>
                                      <p:to>
                                        <p:strVal val="visible"/>
                                      </p:to>
                                    </p:set>
                                    <p:animEffect transition="in" filter="fade">
                                      <p:cBhvr>
                                        <p:cTn id="877" dur="650"/>
                                        <p:tgtEl>
                                          <p:spTgt spid="182"/>
                                        </p:tgtEl>
                                      </p:cBhvr>
                                    </p:animEffect>
                                    <p:anim calcmode="lin" valueType="num">
                                      <p:cBhvr>
                                        <p:cTn id="878" dur="650" fill="hold"/>
                                        <p:tgtEl>
                                          <p:spTgt spid="182"/>
                                        </p:tgtEl>
                                        <p:attrNameLst>
                                          <p:attrName>ppt_x</p:attrName>
                                        </p:attrNameLst>
                                      </p:cBhvr>
                                      <p:tavLst>
                                        <p:tav tm="0">
                                          <p:val>
                                            <p:strVal val="#ppt_x"/>
                                          </p:val>
                                        </p:tav>
                                        <p:tav tm="100000">
                                          <p:val>
                                            <p:strVal val="#ppt_x"/>
                                          </p:val>
                                        </p:tav>
                                      </p:tavLst>
                                    </p:anim>
                                    <p:anim calcmode="lin" valueType="num">
                                      <p:cBhvr>
                                        <p:cTn id="879" dur="650" fill="hold"/>
                                        <p:tgtEl>
                                          <p:spTgt spid="182"/>
                                        </p:tgtEl>
                                        <p:attrNameLst>
                                          <p:attrName>ppt_y</p:attrName>
                                        </p:attrNameLst>
                                      </p:cBhvr>
                                      <p:tavLst>
                                        <p:tav tm="0">
                                          <p:val>
                                            <p:strVal val="#ppt_y+.1"/>
                                          </p:val>
                                        </p:tav>
                                        <p:tav tm="100000">
                                          <p:val>
                                            <p:strVal val="#ppt_y"/>
                                          </p:val>
                                        </p:tav>
                                      </p:tavLst>
                                    </p:anim>
                                  </p:childTnLst>
                                </p:cTn>
                              </p:par>
                              <p:par>
                                <p:cTn id="880" presetID="42" presetClass="entr" presetSubtype="0" fill="hold" grpId="0" nodeType="withEffect">
                                  <p:stCondLst>
                                    <p:cond delay="240"/>
                                  </p:stCondLst>
                                  <p:childTnLst>
                                    <p:set>
                                      <p:cBhvr>
                                        <p:cTn id="881" dur="1" fill="hold">
                                          <p:stCondLst>
                                            <p:cond delay="0"/>
                                          </p:stCondLst>
                                        </p:cTn>
                                        <p:tgtEl>
                                          <p:spTgt spid="183"/>
                                        </p:tgtEl>
                                        <p:attrNameLst>
                                          <p:attrName>style.visibility</p:attrName>
                                        </p:attrNameLst>
                                      </p:cBhvr>
                                      <p:to>
                                        <p:strVal val="visible"/>
                                      </p:to>
                                    </p:set>
                                    <p:animEffect transition="in" filter="fade">
                                      <p:cBhvr>
                                        <p:cTn id="882" dur="650"/>
                                        <p:tgtEl>
                                          <p:spTgt spid="183"/>
                                        </p:tgtEl>
                                      </p:cBhvr>
                                    </p:animEffect>
                                    <p:anim calcmode="lin" valueType="num">
                                      <p:cBhvr>
                                        <p:cTn id="883" dur="650" fill="hold"/>
                                        <p:tgtEl>
                                          <p:spTgt spid="183"/>
                                        </p:tgtEl>
                                        <p:attrNameLst>
                                          <p:attrName>ppt_x</p:attrName>
                                        </p:attrNameLst>
                                      </p:cBhvr>
                                      <p:tavLst>
                                        <p:tav tm="0">
                                          <p:val>
                                            <p:strVal val="#ppt_x"/>
                                          </p:val>
                                        </p:tav>
                                        <p:tav tm="100000">
                                          <p:val>
                                            <p:strVal val="#ppt_x"/>
                                          </p:val>
                                        </p:tav>
                                      </p:tavLst>
                                    </p:anim>
                                    <p:anim calcmode="lin" valueType="num">
                                      <p:cBhvr>
                                        <p:cTn id="884" dur="650" fill="hold"/>
                                        <p:tgtEl>
                                          <p:spTgt spid="183"/>
                                        </p:tgtEl>
                                        <p:attrNameLst>
                                          <p:attrName>ppt_y</p:attrName>
                                        </p:attrNameLst>
                                      </p:cBhvr>
                                      <p:tavLst>
                                        <p:tav tm="0">
                                          <p:val>
                                            <p:strVal val="#ppt_y+.1"/>
                                          </p:val>
                                        </p:tav>
                                        <p:tav tm="100000">
                                          <p:val>
                                            <p:strVal val="#ppt_y"/>
                                          </p:val>
                                        </p:tav>
                                      </p:tavLst>
                                    </p:anim>
                                  </p:childTnLst>
                                </p:cTn>
                              </p:par>
                              <p:par>
                                <p:cTn id="885" presetID="42" presetClass="entr" presetSubtype="0" fill="hold" grpId="0" nodeType="withEffect">
                                  <p:stCondLst>
                                    <p:cond delay="240"/>
                                  </p:stCondLst>
                                  <p:childTnLst>
                                    <p:set>
                                      <p:cBhvr>
                                        <p:cTn id="886" dur="1" fill="hold">
                                          <p:stCondLst>
                                            <p:cond delay="0"/>
                                          </p:stCondLst>
                                        </p:cTn>
                                        <p:tgtEl>
                                          <p:spTgt spid="184"/>
                                        </p:tgtEl>
                                        <p:attrNameLst>
                                          <p:attrName>style.visibility</p:attrName>
                                        </p:attrNameLst>
                                      </p:cBhvr>
                                      <p:to>
                                        <p:strVal val="visible"/>
                                      </p:to>
                                    </p:set>
                                    <p:animEffect transition="in" filter="fade">
                                      <p:cBhvr>
                                        <p:cTn id="887" dur="650"/>
                                        <p:tgtEl>
                                          <p:spTgt spid="184"/>
                                        </p:tgtEl>
                                      </p:cBhvr>
                                    </p:animEffect>
                                    <p:anim calcmode="lin" valueType="num">
                                      <p:cBhvr>
                                        <p:cTn id="888" dur="650" fill="hold"/>
                                        <p:tgtEl>
                                          <p:spTgt spid="184"/>
                                        </p:tgtEl>
                                        <p:attrNameLst>
                                          <p:attrName>ppt_x</p:attrName>
                                        </p:attrNameLst>
                                      </p:cBhvr>
                                      <p:tavLst>
                                        <p:tav tm="0">
                                          <p:val>
                                            <p:strVal val="#ppt_x"/>
                                          </p:val>
                                        </p:tav>
                                        <p:tav tm="100000">
                                          <p:val>
                                            <p:strVal val="#ppt_x"/>
                                          </p:val>
                                        </p:tav>
                                      </p:tavLst>
                                    </p:anim>
                                    <p:anim calcmode="lin" valueType="num">
                                      <p:cBhvr>
                                        <p:cTn id="889" dur="650" fill="hold"/>
                                        <p:tgtEl>
                                          <p:spTgt spid="184"/>
                                        </p:tgtEl>
                                        <p:attrNameLst>
                                          <p:attrName>ppt_y</p:attrName>
                                        </p:attrNameLst>
                                      </p:cBhvr>
                                      <p:tavLst>
                                        <p:tav tm="0">
                                          <p:val>
                                            <p:strVal val="#ppt_y+.1"/>
                                          </p:val>
                                        </p:tav>
                                        <p:tav tm="100000">
                                          <p:val>
                                            <p:strVal val="#ppt_y"/>
                                          </p:val>
                                        </p:tav>
                                      </p:tavLst>
                                    </p:anim>
                                  </p:childTnLst>
                                </p:cTn>
                              </p:par>
                              <p:par>
                                <p:cTn id="890" presetID="42" presetClass="entr" presetSubtype="0" fill="hold" grpId="0" nodeType="withEffect">
                                  <p:stCondLst>
                                    <p:cond delay="240"/>
                                  </p:stCondLst>
                                  <p:childTnLst>
                                    <p:set>
                                      <p:cBhvr>
                                        <p:cTn id="891" dur="1" fill="hold">
                                          <p:stCondLst>
                                            <p:cond delay="0"/>
                                          </p:stCondLst>
                                        </p:cTn>
                                        <p:tgtEl>
                                          <p:spTgt spid="185"/>
                                        </p:tgtEl>
                                        <p:attrNameLst>
                                          <p:attrName>style.visibility</p:attrName>
                                        </p:attrNameLst>
                                      </p:cBhvr>
                                      <p:to>
                                        <p:strVal val="visible"/>
                                      </p:to>
                                    </p:set>
                                    <p:animEffect transition="in" filter="fade">
                                      <p:cBhvr>
                                        <p:cTn id="892" dur="650"/>
                                        <p:tgtEl>
                                          <p:spTgt spid="185"/>
                                        </p:tgtEl>
                                      </p:cBhvr>
                                    </p:animEffect>
                                    <p:anim calcmode="lin" valueType="num">
                                      <p:cBhvr>
                                        <p:cTn id="893" dur="650" fill="hold"/>
                                        <p:tgtEl>
                                          <p:spTgt spid="185"/>
                                        </p:tgtEl>
                                        <p:attrNameLst>
                                          <p:attrName>ppt_x</p:attrName>
                                        </p:attrNameLst>
                                      </p:cBhvr>
                                      <p:tavLst>
                                        <p:tav tm="0">
                                          <p:val>
                                            <p:strVal val="#ppt_x"/>
                                          </p:val>
                                        </p:tav>
                                        <p:tav tm="100000">
                                          <p:val>
                                            <p:strVal val="#ppt_x"/>
                                          </p:val>
                                        </p:tav>
                                      </p:tavLst>
                                    </p:anim>
                                    <p:anim calcmode="lin" valueType="num">
                                      <p:cBhvr>
                                        <p:cTn id="894" dur="650" fill="hold"/>
                                        <p:tgtEl>
                                          <p:spTgt spid="185"/>
                                        </p:tgtEl>
                                        <p:attrNameLst>
                                          <p:attrName>ppt_y</p:attrName>
                                        </p:attrNameLst>
                                      </p:cBhvr>
                                      <p:tavLst>
                                        <p:tav tm="0">
                                          <p:val>
                                            <p:strVal val="#ppt_y+.1"/>
                                          </p:val>
                                        </p:tav>
                                        <p:tav tm="100000">
                                          <p:val>
                                            <p:strVal val="#ppt_y"/>
                                          </p:val>
                                        </p:tav>
                                      </p:tavLst>
                                    </p:anim>
                                  </p:childTnLst>
                                </p:cTn>
                              </p:par>
                              <p:par>
                                <p:cTn id="895" presetID="42" presetClass="entr" presetSubtype="0" fill="hold" grpId="0" nodeType="withEffect">
                                  <p:stCondLst>
                                    <p:cond delay="240"/>
                                  </p:stCondLst>
                                  <p:childTnLst>
                                    <p:set>
                                      <p:cBhvr>
                                        <p:cTn id="896" dur="1" fill="hold">
                                          <p:stCondLst>
                                            <p:cond delay="0"/>
                                          </p:stCondLst>
                                        </p:cTn>
                                        <p:tgtEl>
                                          <p:spTgt spid="186"/>
                                        </p:tgtEl>
                                        <p:attrNameLst>
                                          <p:attrName>style.visibility</p:attrName>
                                        </p:attrNameLst>
                                      </p:cBhvr>
                                      <p:to>
                                        <p:strVal val="visible"/>
                                      </p:to>
                                    </p:set>
                                    <p:animEffect transition="in" filter="fade">
                                      <p:cBhvr>
                                        <p:cTn id="897" dur="650"/>
                                        <p:tgtEl>
                                          <p:spTgt spid="186"/>
                                        </p:tgtEl>
                                      </p:cBhvr>
                                    </p:animEffect>
                                    <p:anim calcmode="lin" valueType="num">
                                      <p:cBhvr>
                                        <p:cTn id="898" dur="650" fill="hold"/>
                                        <p:tgtEl>
                                          <p:spTgt spid="186"/>
                                        </p:tgtEl>
                                        <p:attrNameLst>
                                          <p:attrName>ppt_x</p:attrName>
                                        </p:attrNameLst>
                                      </p:cBhvr>
                                      <p:tavLst>
                                        <p:tav tm="0">
                                          <p:val>
                                            <p:strVal val="#ppt_x"/>
                                          </p:val>
                                        </p:tav>
                                        <p:tav tm="100000">
                                          <p:val>
                                            <p:strVal val="#ppt_x"/>
                                          </p:val>
                                        </p:tav>
                                      </p:tavLst>
                                    </p:anim>
                                    <p:anim calcmode="lin" valueType="num">
                                      <p:cBhvr>
                                        <p:cTn id="899" dur="650" fill="hold"/>
                                        <p:tgtEl>
                                          <p:spTgt spid="186"/>
                                        </p:tgtEl>
                                        <p:attrNameLst>
                                          <p:attrName>ppt_y</p:attrName>
                                        </p:attrNameLst>
                                      </p:cBhvr>
                                      <p:tavLst>
                                        <p:tav tm="0">
                                          <p:val>
                                            <p:strVal val="#ppt_y+.1"/>
                                          </p:val>
                                        </p:tav>
                                        <p:tav tm="100000">
                                          <p:val>
                                            <p:strVal val="#ppt_y"/>
                                          </p:val>
                                        </p:tav>
                                      </p:tavLst>
                                    </p:anim>
                                  </p:childTnLst>
                                </p:cTn>
                              </p:par>
                              <p:par>
                                <p:cTn id="900" presetID="42" presetClass="entr" presetSubtype="0" fill="hold" grpId="0" nodeType="withEffect">
                                  <p:stCondLst>
                                    <p:cond delay="240"/>
                                  </p:stCondLst>
                                  <p:childTnLst>
                                    <p:set>
                                      <p:cBhvr>
                                        <p:cTn id="901" dur="1" fill="hold">
                                          <p:stCondLst>
                                            <p:cond delay="0"/>
                                          </p:stCondLst>
                                        </p:cTn>
                                        <p:tgtEl>
                                          <p:spTgt spid="187"/>
                                        </p:tgtEl>
                                        <p:attrNameLst>
                                          <p:attrName>style.visibility</p:attrName>
                                        </p:attrNameLst>
                                      </p:cBhvr>
                                      <p:to>
                                        <p:strVal val="visible"/>
                                      </p:to>
                                    </p:set>
                                    <p:animEffect transition="in" filter="fade">
                                      <p:cBhvr>
                                        <p:cTn id="902" dur="650"/>
                                        <p:tgtEl>
                                          <p:spTgt spid="187"/>
                                        </p:tgtEl>
                                      </p:cBhvr>
                                    </p:animEffect>
                                    <p:anim calcmode="lin" valueType="num">
                                      <p:cBhvr>
                                        <p:cTn id="903" dur="650" fill="hold"/>
                                        <p:tgtEl>
                                          <p:spTgt spid="187"/>
                                        </p:tgtEl>
                                        <p:attrNameLst>
                                          <p:attrName>ppt_x</p:attrName>
                                        </p:attrNameLst>
                                      </p:cBhvr>
                                      <p:tavLst>
                                        <p:tav tm="0">
                                          <p:val>
                                            <p:strVal val="#ppt_x"/>
                                          </p:val>
                                        </p:tav>
                                        <p:tav tm="100000">
                                          <p:val>
                                            <p:strVal val="#ppt_x"/>
                                          </p:val>
                                        </p:tav>
                                      </p:tavLst>
                                    </p:anim>
                                    <p:anim calcmode="lin" valueType="num">
                                      <p:cBhvr>
                                        <p:cTn id="904" dur="650" fill="hold"/>
                                        <p:tgtEl>
                                          <p:spTgt spid="187"/>
                                        </p:tgtEl>
                                        <p:attrNameLst>
                                          <p:attrName>ppt_y</p:attrName>
                                        </p:attrNameLst>
                                      </p:cBhvr>
                                      <p:tavLst>
                                        <p:tav tm="0">
                                          <p:val>
                                            <p:strVal val="#ppt_y+.1"/>
                                          </p:val>
                                        </p:tav>
                                        <p:tav tm="100000">
                                          <p:val>
                                            <p:strVal val="#ppt_y"/>
                                          </p:val>
                                        </p:tav>
                                      </p:tavLst>
                                    </p:anim>
                                  </p:childTnLst>
                                </p:cTn>
                              </p:par>
                              <p:par>
                                <p:cTn id="905" presetID="42" presetClass="entr" presetSubtype="0" fill="hold" grpId="0" nodeType="withEffect">
                                  <p:stCondLst>
                                    <p:cond delay="240"/>
                                  </p:stCondLst>
                                  <p:childTnLst>
                                    <p:set>
                                      <p:cBhvr>
                                        <p:cTn id="906" dur="1" fill="hold">
                                          <p:stCondLst>
                                            <p:cond delay="0"/>
                                          </p:stCondLst>
                                        </p:cTn>
                                        <p:tgtEl>
                                          <p:spTgt spid="188"/>
                                        </p:tgtEl>
                                        <p:attrNameLst>
                                          <p:attrName>style.visibility</p:attrName>
                                        </p:attrNameLst>
                                      </p:cBhvr>
                                      <p:to>
                                        <p:strVal val="visible"/>
                                      </p:to>
                                    </p:set>
                                    <p:animEffect transition="in" filter="fade">
                                      <p:cBhvr>
                                        <p:cTn id="907" dur="650"/>
                                        <p:tgtEl>
                                          <p:spTgt spid="188"/>
                                        </p:tgtEl>
                                      </p:cBhvr>
                                    </p:animEffect>
                                    <p:anim calcmode="lin" valueType="num">
                                      <p:cBhvr>
                                        <p:cTn id="908" dur="650" fill="hold"/>
                                        <p:tgtEl>
                                          <p:spTgt spid="188"/>
                                        </p:tgtEl>
                                        <p:attrNameLst>
                                          <p:attrName>ppt_x</p:attrName>
                                        </p:attrNameLst>
                                      </p:cBhvr>
                                      <p:tavLst>
                                        <p:tav tm="0">
                                          <p:val>
                                            <p:strVal val="#ppt_x"/>
                                          </p:val>
                                        </p:tav>
                                        <p:tav tm="100000">
                                          <p:val>
                                            <p:strVal val="#ppt_x"/>
                                          </p:val>
                                        </p:tav>
                                      </p:tavLst>
                                    </p:anim>
                                    <p:anim calcmode="lin" valueType="num">
                                      <p:cBhvr>
                                        <p:cTn id="909" dur="650" fill="hold"/>
                                        <p:tgtEl>
                                          <p:spTgt spid="188"/>
                                        </p:tgtEl>
                                        <p:attrNameLst>
                                          <p:attrName>ppt_y</p:attrName>
                                        </p:attrNameLst>
                                      </p:cBhvr>
                                      <p:tavLst>
                                        <p:tav tm="0">
                                          <p:val>
                                            <p:strVal val="#ppt_y+.1"/>
                                          </p:val>
                                        </p:tav>
                                        <p:tav tm="100000">
                                          <p:val>
                                            <p:strVal val="#ppt_y"/>
                                          </p:val>
                                        </p:tav>
                                      </p:tavLst>
                                    </p:anim>
                                  </p:childTnLst>
                                </p:cTn>
                              </p:par>
                              <p:par>
                                <p:cTn id="910" presetID="42" presetClass="entr" presetSubtype="0" fill="hold" grpId="0" nodeType="withEffect">
                                  <p:stCondLst>
                                    <p:cond delay="240"/>
                                  </p:stCondLst>
                                  <p:childTnLst>
                                    <p:set>
                                      <p:cBhvr>
                                        <p:cTn id="911" dur="1" fill="hold">
                                          <p:stCondLst>
                                            <p:cond delay="0"/>
                                          </p:stCondLst>
                                        </p:cTn>
                                        <p:tgtEl>
                                          <p:spTgt spid="189"/>
                                        </p:tgtEl>
                                        <p:attrNameLst>
                                          <p:attrName>style.visibility</p:attrName>
                                        </p:attrNameLst>
                                      </p:cBhvr>
                                      <p:to>
                                        <p:strVal val="visible"/>
                                      </p:to>
                                    </p:set>
                                    <p:animEffect transition="in" filter="fade">
                                      <p:cBhvr>
                                        <p:cTn id="912" dur="650"/>
                                        <p:tgtEl>
                                          <p:spTgt spid="189"/>
                                        </p:tgtEl>
                                      </p:cBhvr>
                                    </p:animEffect>
                                    <p:anim calcmode="lin" valueType="num">
                                      <p:cBhvr>
                                        <p:cTn id="913" dur="650" fill="hold"/>
                                        <p:tgtEl>
                                          <p:spTgt spid="189"/>
                                        </p:tgtEl>
                                        <p:attrNameLst>
                                          <p:attrName>ppt_x</p:attrName>
                                        </p:attrNameLst>
                                      </p:cBhvr>
                                      <p:tavLst>
                                        <p:tav tm="0">
                                          <p:val>
                                            <p:strVal val="#ppt_x"/>
                                          </p:val>
                                        </p:tav>
                                        <p:tav tm="100000">
                                          <p:val>
                                            <p:strVal val="#ppt_x"/>
                                          </p:val>
                                        </p:tav>
                                      </p:tavLst>
                                    </p:anim>
                                    <p:anim calcmode="lin" valueType="num">
                                      <p:cBhvr>
                                        <p:cTn id="914" dur="650" fill="hold"/>
                                        <p:tgtEl>
                                          <p:spTgt spid="189"/>
                                        </p:tgtEl>
                                        <p:attrNameLst>
                                          <p:attrName>ppt_y</p:attrName>
                                        </p:attrNameLst>
                                      </p:cBhvr>
                                      <p:tavLst>
                                        <p:tav tm="0">
                                          <p:val>
                                            <p:strVal val="#ppt_y+.1"/>
                                          </p:val>
                                        </p:tav>
                                        <p:tav tm="100000">
                                          <p:val>
                                            <p:strVal val="#ppt_y"/>
                                          </p:val>
                                        </p:tav>
                                      </p:tavLst>
                                    </p:anim>
                                  </p:childTnLst>
                                </p:cTn>
                              </p:par>
                              <p:par>
                                <p:cTn id="915" presetID="42" presetClass="entr" presetSubtype="0" fill="hold" grpId="0" nodeType="withEffect">
                                  <p:stCondLst>
                                    <p:cond delay="240"/>
                                  </p:stCondLst>
                                  <p:childTnLst>
                                    <p:set>
                                      <p:cBhvr>
                                        <p:cTn id="916" dur="1" fill="hold">
                                          <p:stCondLst>
                                            <p:cond delay="0"/>
                                          </p:stCondLst>
                                        </p:cTn>
                                        <p:tgtEl>
                                          <p:spTgt spid="190"/>
                                        </p:tgtEl>
                                        <p:attrNameLst>
                                          <p:attrName>style.visibility</p:attrName>
                                        </p:attrNameLst>
                                      </p:cBhvr>
                                      <p:to>
                                        <p:strVal val="visible"/>
                                      </p:to>
                                    </p:set>
                                    <p:animEffect transition="in" filter="fade">
                                      <p:cBhvr>
                                        <p:cTn id="917" dur="650"/>
                                        <p:tgtEl>
                                          <p:spTgt spid="190"/>
                                        </p:tgtEl>
                                      </p:cBhvr>
                                    </p:animEffect>
                                    <p:anim calcmode="lin" valueType="num">
                                      <p:cBhvr>
                                        <p:cTn id="918" dur="650" fill="hold"/>
                                        <p:tgtEl>
                                          <p:spTgt spid="190"/>
                                        </p:tgtEl>
                                        <p:attrNameLst>
                                          <p:attrName>ppt_x</p:attrName>
                                        </p:attrNameLst>
                                      </p:cBhvr>
                                      <p:tavLst>
                                        <p:tav tm="0">
                                          <p:val>
                                            <p:strVal val="#ppt_x"/>
                                          </p:val>
                                        </p:tav>
                                        <p:tav tm="100000">
                                          <p:val>
                                            <p:strVal val="#ppt_x"/>
                                          </p:val>
                                        </p:tav>
                                      </p:tavLst>
                                    </p:anim>
                                    <p:anim calcmode="lin" valueType="num">
                                      <p:cBhvr>
                                        <p:cTn id="919" dur="650" fill="hold"/>
                                        <p:tgtEl>
                                          <p:spTgt spid="190"/>
                                        </p:tgtEl>
                                        <p:attrNameLst>
                                          <p:attrName>ppt_y</p:attrName>
                                        </p:attrNameLst>
                                      </p:cBhvr>
                                      <p:tavLst>
                                        <p:tav tm="0">
                                          <p:val>
                                            <p:strVal val="#ppt_y+.1"/>
                                          </p:val>
                                        </p:tav>
                                        <p:tav tm="100000">
                                          <p:val>
                                            <p:strVal val="#ppt_y"/>
                                          </p:val>
                                        </p:tav>
                                      </p:tavLst>
                                    </p:anim>
                                  </p:childTnLst>
                                </p:cTn>
                              </p:par>
                              <p:par>
                                <p:cTn id="920" presetID="42" presetClass="entr" presetSubtype="0" fill="hold" grpId="0" nodeType="withEffect">
                                  <p:stCondLst>
                                    <p:cond delay="240"/>
                                  </p:stCondLst>
                                  <p:childTnLst>
                                    <p:set>
                                      <p:cBhvr>
                                        <p:cTn id="921" dur="1" fill="hold">
                                          <p:stCondLst>
                                            <p:cond delay="0"/>
                                          </p:stCondLst>
                                        </p:cTn>
                                        <p:tgtEl>
                                          <p:spTgt spid="191"/>
                                        </p:tgtEl>
                                        <p:attrNameLst>
                                          <p:attrName>style.visibility</p:attrName>
                                        </p:attrNameLst>
                                      </p:cBhvr>
                                      <p:to>
                                        <p:strVal val="visible"/>
                                      </p:to>
                                    </p:set>
                                    <p:animEffect transition="in" filter="fade">
                                      <p:cBhvr>
                                        <p:cTn id="922" dur="650"/>
                                        <p:tgtEl>
                                          <p:spTgt spid="191"/>
                                        </p:tgtEl>
                                      </p:cBhvr>
                                    </p:animEffect>
                                    <p:anim calcmode="lin" valueType="num">
                                      <p:cBhvr>
                                        <p:cTn id="923" dur="650" fill="hold"/>
                                        <p:tgtEl>
                                          <p:spTgt spid="191"/>
                                        </p:tgtEl>
                                        <p:attrNameLst>
                                          <p:attrName>ppt_x</p:attrName>
                                        </p:attrNameLst>
                                      </p:cBhvr>
                                      <p:tavLst>
                                        <p:tav tm="0">
                                          <p:val>
                                            <p:strVal val="#ppt_x"/>
                                          </p:val>
                                        </p:tav>
                                        <p:tav tm="100000">
                                          <p:val>
                                            <p:strVal val="#ppt_x"/>
                                          </p:val>
                                        </p:tav>
                                      </p:tavLst>
                                    </p:anim>
                                    <p:anim calcmode="lin" valueType="num">
                                      <p:cBhvr>
                                        <p:cTn id="924" dur="650" fill="hold"/>
                                        <p:tgtEl>
                                          <p:spTgt spid="191"/>
                                        </p:tgtEl>
                                        <p:attrNameLst>
                                          <p:attrName>ppt_y</p:attrName>
                                        </p:attrNameLst>
                                      </p:cBhvr>
                                      <p:tavLst>
                                        <p:tav tm="0">
                                          <p:val>
                                            <p:strVal val="#ppt_y+.1"/>
                                          </p:val>
                                        </p:tav>
                                        <p:tav tm="100000">
                                          <p:val>
                                            <p:strVal val="#ppt_y"/>
                                          </p:val>
                                        </p:tav>
                                      </p:tavLst>
                                    </p:anim>
                                  </p:childTnLst>
                                </p:cTn>
                              </p:par>
                              <p:par>
                                <p:cTn id="925" presetID="42" presetClass="entr" presetSubtype="0" fill="hold" grpId="0" nodeType="withEffect">
                                  <p:stCondLst>
                                    <p:cond delay="240"/>
                                  </p:stCondLst>
                                  <p:childTnLst>
                                    <p:set>
                                      <p:cBhvr>
                                        <p:cTn id="926" dur="1" fill="hold">
                                          <p:stCondLst>
                                            <p:cond delay="0"/>
                                          </p:stCondLst>
                                        </p:cTn>
                                        <p:tgtEl>
                                          <p:spTgt spid="192"/>
                                        </p:tgtEl>
                                        <p:attrNameLst>
                                          <p:attrName>style.visibility</p:attrName>
                                        </p:attrNameLst>
                                      </p:cBhvr>
                                      <p:to>
                                        <p:strVal val="visible"/>
                                      </p:to>
                                    </p:set>
                                    <p:animEffect transition="in" filter="fade">
                                      <p:cBhvr>
                                        <p:cTn id="927" dur="650"/>
                                        <p:tgtEl>
                                          <p:spTgt spid="192"/>
                                        </p:tgtEl>
                                      </p:cBhvr>
                                    </p:animEffect>
                                    <p:anim calcmode="lin" valueType="num">
                                      <p:cBhvr>
                                        <p:cTn id="928" dur="650" fill="hold"/>
                                        <p:tgtEl>
                                          <p:spTgt spid="192"/>
                                        </p:tgtEl>
                                        <p:attrNameLst>
                                          <p:attrName>ppt_x</p:attrName>
                                        </p:attrNameLst>
                                      </p:cBhvr>
                                      <p:tavLst>
                                        <p:tav tm="0">
                                          <p:val>
                                            <p:strVal val="#ppt_x"/>
                                          </p:val>
                                        </p:tav>
                                        <p:tav tm="100000">
                                          <p:val>
                                            <p:strVal val="#ppt_x"/>
                                          </p:val>
                                        </p:tav>
                                      </p:tavLst>
                                    </p:anim>
                                    <p:anim calcmode="lin" valueType="num">
                                      <p:cBhvr>
                                        <p:cTn id="929" dur="650" fill="hold"/>
                                        <p:tgtEl>
                                          <p:spTgt spid="192"/>
                                        </p:tgtEl>
                                        <p:attrNameLst>
                                          <p:attrName>ppt_y</p:attrName>
                                        </p:attrNameLst>
                                      </p:cBhvr>
                                      <p:tavLst>
                                        <p:tav tm="0">
                                          <p:val>
                                            <p:strVal val="#ppt_y+.1"/>
                                          </p:val>
                                        </p:tav>
                                        <p:tav tm="100000">
                                          <p:val>
                                            <p:strVal val="#ppt_y"/>
                                          </p:val>
                                        </p:tav>
                                      </p:tavLst>
                                    </p:anim>
                                  </p:childTnLst>
                                </p:cTn>
                              </p:par>
                              <p:par>
                                <p:cTn id="930" presetID="42" presetClass="entr" presetSubtype="0" fill="hold" grpId="0" nodeType="withEffect">
                                  <p:stCondLst>
                                    <p:cond delay="240"/>
                                  </p:stCondLst>
                                  <p:childTnLst>
                                    <p:set>
                                      <p:cBhvr>
                                        <p:cTn id="931" dur="1" fill="hold">
                                          <p:stCondLst>
                                            <p:cond delay="0"/>
                                          </p:stCondLst>
                                        </p:cTn>
                                        <p:tgtEl>
                                          <p:spTgt spid="193"/>
                                        </p:tgtEl>
                                        <p:attrNameLst>
                                          <p:attrName>style.visibility</p:attrName>
                                        </p:attrNameLst>
                                      </p:cBhvr>
                                      <p:to>
                                        <p:strVal val="visible"/>
                                      </p:to>
                                    </p:set>
                                    <p:animEffect transition="in" filter="fade">
                                      <p:cBhvr>
                                        <p:cTn id="932" dur="650"/>
                                        <p:tgtEl>
                                          <p:spTgt spid="193"/>
                                        </p:tgtEl>
                                      </p:cBhvr>
                                    </p:animEffect>
                                    <p:anim calcmode="lin" valueType="num">
                                      <p:cBhvr>
                                        <p:cTn id="933" dur="650" fill="hold"/>
                                        <p:tgtEl>
                                          <p:spTgt spid="193"/>
                                        </p:tgtEl>
                                        <p:attrNameLst>
                                          <p:attrName>ppt_x</p:attrName>
                                        </p:attrNameLst>
                                      </p:cBhvr>
                                      <p:tavLst>
                                        <p:tav tm="0">
                                          <p:val>
                                            <p:strVal val="#ppt_x"/>
                                          </p:val>
                                        </p:tav>
                                        <p:tav tm="100000">
                                          <p:val>
                                            <p:strVal val="#ppt_x"/>
                                          </p:val>
                                        </p:tav>
                                      </p:tavLst>
                                    </p:anim>
                                    <p:anim calcmode="lin" valueType="num">
                                      <p:cBhvr>
                                        <p:cTn id="934" dur="650" fill="hold"/>
                                        <p:tgtEl>
                                          <p:spTgt spid="193"/>
                                        </p:tgtEl>
                                        <p:attrNameLst>
                                          <p:attrName>ppt_y</p:attrName>
                                        </p:attrNameLst>
                                      </p:cBhvr>
                                      <p:tavLst>
                                        <p:tav tm="0">
                                          <p:val>
                                            <p:strVal val="#ppt_y+.1"/>
                                          </p:val>
                                        </p:tav>
                                        <p:tav tm="100000">
                                          <p:val>
                                            <p:strVal val="#ppt_y"/>
                                          </p:val>
                                        </p:tav>
                                      </p:tavLst>
                                    </p:anim>
                                  </p:childTnLst>
                                </p:cTn>
                              </p:par>
                              <p:par>
                                <p:cTn id="935" presetID="42" presetClass="entr" presetSubtype="0" fill="hold" grpId="0" nodeType="withEffect">
                                  <p:stCondLst>
                                    <p:cond delay="240"/>
                                  </p:stCondLst>
                                  <p:childTnLst>
                                    <p:set>
                                      <p:cBhvr>
                                        <p:cTn id="936" dur="1" fill="hold">
                                          <p:stCondLst>
                                            <p:cond delay="0"/>
                                          </p:stCondLst>
                                        </p:cTn>
                                        <p:tgtEl>
                                          <p:spTgt spid="194"/>
                                        </p:tgtEl>
                                        <p:attrNameLst>
                                          <p:attrName>style.visibility</p:attrName>
                                        </p:attrNameLst>
                                      </p:cBhvr>
                                      <p:to>
                                        <p:strVal val="visible"/>
                                      </p:to>
                                    </p:set>
                                    <p:animEffect transition="in" filter="fade">
                                      <p:cBhvr>
                                        <p:cTn id="937" dur="650"/>
                                        <p:tgtEl>
                                          <p:spTgt spid="194"/>
                                        </p:tgtEl>
                                      </p:cBhvr>
                                    </p:animEffect>
                                    <p:anim calcmode="lin" valueType="num">
                                      <p:cBhvr>
                                        <p:cTn id="938" dur="650" fill="hold"/>
                                        <p:tgtEl>
                                          <p:spTgt spid="194"/>
                                        </p:tgtEl>
                                        <p:attrNameLst>
                                          <p:attrName>ppt_x</p:attrName>
                                        </p:attrNameLst>
                                      </p:cBhvr>
                                      <p:tavLst>
                                        <p:tav tm="0">
                                          <p:val>
                                            <p:strVal val="#ppt_x"/>
                                          </p:val>
                                        </p:tav>
                                        <p:tav tm="100000">
                                          <p:val>
                                            <p:strVal val="#ppt_x"/>
                                          </p:val>
                                        </p:tav>
                                      </p:tavLst>
                                    </p:anim>
                                    <p:anim calcmode="lin" valueType="num">
                                      <p:cBhvr>
                                        <p:cTn id="939" dur="650" fill="hold"/>
                                        <p:tgtEl>
                                          <p:spTgt spid="194"/>
                                        </p:tgtEl>
                                        <p:attrNameLst>
                                          <p:attrName>ppt_y</p:attrName>
                                        </p:attrNameLst>
                                      </p:cBhvr>
                                      <p:tavLst>
                                        <p:tav tm="0">
                                          <p:val>
                                            <p:strVal val="#ppt_y+.1"/>
                                          </p:val>
                                        </p:tav>
                                        <p:tav tm="100000">
                                          <p:val>
                                            <p:strVal val="#ppt_y"/>
                                          </p:val>
                                        </p:tav>
                                      </p:tavLst>
                                    </p:anim>
                                  </p:childTnLst>
                                </p:cTn>
                              </p:par>
                              <p:par>
                                <p:cTn id="940" presetID="42" presetClass="entr" presetSubtype="0" fill="hold" grpId="0" nodeType="withEffect">
                                  <p:stCondLst>
                                    <p:cond delay="240"/>
                                  </p:stCondLst>
                                  <p:childTnLst>
                                    <p:set>
                                      <p:cBhvr>
                                        <p:cTn id="941" dur="1" fill="hold">
                                          <p:stCondLst>
                                            <p:cond delay="0"/>
                                          </p:stCondLst>
                                        </p:cTn>
                                        <p:tgtEl>
                                          <p:spTgt spid="195"/>
                                        </p:tgtEl>
                                        <p:attrNameLst>
                                          <p:attrName>style.visibility</p:attrName>
                                        </p:attrNameLst>
                                      </p:cBhvr>
                                      <p:to>
                                        <p:strVal val="visible"/>
                                      </p:to>
                                    </p:set>
                                    <p:animEffect transition="in" filter="fade">
                                      <p:cBhvr>
                                        <p:cTn id="942" dur="650"/>
                                        <p:tgtEl>
                                          <p:spTgt spid="195"/>
                                        </p:tgtEl>
                                      </p:cBhvr>
                                    </p:animEffect>
                                    <p:anim calcmode="lin" valueType="num">
                                      <p:cBhvr>
                                        <p:cTn id="943" dur="650" fill="hold"/>
                                        <p:tgtEl>
                                          <p:spTgt spid="195"/>
                                        </p:tgtEl>
                                        <p:attrNameLst>
                                          <p:attrName>ppt_x</p:attrName>
                                        </p:attrNameLst>
                                      </p:cBhvr>
                                      <p:tavLst>
                                        <p:tav tm="0">
                                          <p:val>
                                            <p:strVal val="#ppt_x"/>
                                          </p:val>
                                        </p:tav>
                                        <p:tav tm="100000">
                                          <p:val>
                                            <p:strVal val="#ppt_x"/>
                                          </p:val>
                                        </p:tav>
                                      </p:tavLst>
                                    </p:anim>
                                    <p:anim calcmode="lin" valueType="num">
                                      <p:cBhvr>
                                        <p:cTn id="944" dur="650" fill="hold"/>
                                        <p:tgtEl>
                                          <p:spTgt spid="195"/>
                                        </p:tgtEl>
                                        <p:attrNameLst>
                                          <p:attrName>ppt_y</p:attrName>
                                        </p:attrNameLst>
                                      </p:cBhvr>
                                      <p:tavLst>
                                        <p:tav tm="0">
                                          <p:val>
                                            <p:strVal val="#ppt_y+.1"/>
                                          </p:val>
                                        </p:tav>
                                        <p:tav tm="100000">
                                          <p:val>
                                            <p:strVal val="#ppt_y"/>
                                          </p:val>
                                        </p:tav>
                                      </p:tavLst>
                                    </p:anim>
                                  </p:childTnLst>
                                </p:cTn>
                              </p:par>
                              <p:par>
                                <p:cTn id="945" presetID="42" presetClass="entr" presetSubtype="0" fill="hold" grpId="0" nodeType="withEffect">
                                  <p:stCondLst>
                                    <p:cond delay="240"/>
                                  </p:stCondLst>
                                  <p:childTnLst>
                                    <p:set>
                                      <p:cBhvr>
                                        <p:cTn id="946" dur="1" fill="hold">
                                          <p:stCondLst>
                                            <p:cond delay="0"/>
                                          </p:stCondLst>
                                        </p:cTn>
                                        <p:tgtEl>
                                          <p:spTgt spid="196"/>
                                        </p:tgtEl>
                                        <p:attrNameLst>
                                          <p:attrName>style.visibility</p:attrName>
                                        </p:attrNameLst>
                                      </p:cBhvr>
                                      <p:to>
                                        <p:strVal val="visible"/>
                                      </p:to>
                                    </p:set>
                                    <p:animEffect transition="in" filter="fade">
                                      <p:cBhvr>
                                        <p:cTn id="947" dur="650"/>
                                        <p:tgtEl>
                                          <p:spTgt spid="196"/>
                                        </p:tgtEl>
                                      </p:cBhvr>
                                    </p:animEffect>
                                    <p:anim calcmode="lin" valueType="num">
                                      <p:cBhvr>
                                        <p:cTn id="948" dur="650" fill="hold"/>
                                        <p:tgtEl>
                                          <p:spTgt spid="196"/>
                                        </p:tgtEl>
                                        <p:attrNameLst>
                                          <p:attrName>ppt_x</p:attrName>
                                        </p:attrNameLst>
                                      </p:cBhvr>
                                      <p:tavLst>
                                        <p:tav tm="0">
                                          <p:val>
                                            <p:strVal val="#ppt_x"/>
                                          </p:val>
                                        </p:tav>
                                        <p:tav tm="100000">
                                          <p:val>
                                            <p:strVal val="#ppt_x"/>
                                          </p:val>
                                        </p:tav>
                                      </p:tavLst>
                                    </p:anim>
                                    <p:anim calcmode="lin" valueType="num">
                                      <p:cBhvr>
                                        <p:cTn id="949" dur="650" fill="hold"/>
                                        <p:tgtEl>
                                          <p:spTgt spid="196"/>
                                        </p:tgtEl>
                                        <p:attrNameLst>
                                          <p:attrName>ppt_y</p:attrName>
                                        </p:attrNameLst>
                                      </p:cBhvr>
                                      <p:tavLst>
                                        <p:tav tm="0">
                                          <p:val>
                                            <p:strVal val="#ppt_y+.1"/>
                                          </p:val>
                                        </p:tav>
                                        <p:tav tm="100000">
                                          <p:val>
                                            <p:strVal val="#ppt_y"/>
                                          </p:val>
                                        </p:tav>
                                      </p:tavLst>
                                    </p:anim>
                                  </p:childTnLst>
                                </p:cTn>
                              </p:par>
                              <p:par>
                                <p:cTn id="950" presetID="42" presetClass="entr" presetSubtype="0" fill="hold" grpId="0" nodeType="withEffect">
                                  <p:stCondLst>
                                    <p:cond delay="240"/>
                                  </p:stCondLst>
                                  <p:childTnLst>
                                    <p:set>
                                      <p:cBhvr>
                                        <p:cTn id="951" dur="1" fill="hold">
                                          <p:stCondLst>
                                            <p:cond delay="0"/>
                                          </p:stCondLst>
                                        </p:cTn>
                                        <p:tgtEl>
                                          <p:spTgt spid="197"/>
                                        </p:tgtEl>
                                        <p:attrNameLst>
                                          <p:attrName>style.visibility</p:attrName>
                                        </p:attrNameLst>
                                      </p:cBhvr>
                                      <p:to>
                                        <p:strVal val="visible"/>
                                      </p:to>
                                    </p:set>
                                    <p:animEffect transition="in" filter="fade">
                                      <p:cBhvr>
                                        <p:cTn id="952" dur="650"/>
                                        <p:tgtEl>
                                          <p:spTgt spid="197"/>
                                        </p:tgtEl>
                                      </p:cBhvr>
                                    </p:animEffect>
                                    <p:anim calcmode="lin" valueType="num">
                                      <p:cBhvr>
                                        <p:cTn id="953" dur="650" fill="hold"/>
                                        <p:tgtEl>
                                          <p:spTgt spid="197"/>
                                        </p:tgtEl>
                                        <p:attrNameLst>
                                          <p:attrName>ppt_x</p:attrName>
                                        </p:attrNameLst>
                                      </p:cBhvr>
                                      <p:tavLst>
                                        <p:tav tm="0">
                                          <p:val>
                                            <p:strVal val="#ppt_x"/>
                                          </p:val>
                                        </p:tav>
                                        <p:tav tm="100000">
                                          <p:val>
                                            <p:strVal val="#ppt_x"/>
                                          </p:val>
                                        </p:tav>
                                      </p:tavLst>
                                    </p:anim>
                                    <p:anim calcmode="lin" valueType="num">
                                      <p:cBhvr>
                                        <p:cTn id="954" dur="650" fill="hold"/>
                                        <p:tgtEl>
                                          <p:spTgt spid="197"/>
                                        </p:tgtEl>
                                        <p:attrNameLst>
                                          <p:attrName>ppt_y</p:attrName>
                                        </p:attrNameLst>
                                      </p:cBhvr>
                                      <p:tavLst>
                                        <p:tav tm="0">
                                          <p:val>
                                            <p:strVal val="#ppt_y+.1"/>
                                          </p:val>
                                        </p:tav>
                                        <p:tav tm="100000">
                                          <p:val>
                                            <p:strVal val="#ppt_y"/>
                                          </p:val>
                                        </p:tav>
                                      </p:tavLst>
                                    </p:anim>
                                  </p:childTnLst>
                                </p:cTn>
                              </p:par>
                              <p:par>
                                <p:cTn id="955" presetID="42" presetClass="entr" presetSubtype="0" fill="hold" grpId="0" nodeType="withEffect">
                                  <p:stCondLst>
                                    <p:cond delay="240"/>
                                  </p:stCondLst>
                                  <p:childTnLst>
                                    <p:set>
                                      <p:cBhvr>
                                        <p:cTn id="956" dur="1" fill="hold">
                                          <p:stCondLst>
                                            <p:cond delay="0"/>
                                          </p:stCondLst>
                                        </p:cTn>
                                        <p:tgtEl>
                                          <p:spTgt spid="198"/>
                                        </p:tgtEl>
                                        <p:attrNameLst>
                                          <p:attrName>style.visibility</p:attrName>
                                        </p:attrNameLst>
                                      </p:cBhvr>
                                      <p:to>
                                        <p:strVal val="visible"/>
                                      </p:to>
                                    </p:set>
                                    <p:animEffect transition="in" filter="fade">
                                      <p:cBhvr>
                                        <p:cTn id="957" dur="650"/>
                                        <p:tgtEl>
                                          <p:spTgt spid="198"/>
                                        </p:tgtEl>
                                      </p:cBhvr>
                                    </p:animEffect>
                                    <p:anim calcmode="lin" valueType="num">
                                      <p:cBhvr>
                                        <p:cTn id="958" dur="650" fill="hold"/>
                                        <p:tgtEl>
                                          <p:spTgt spid="198"/>
                                        </p:tgtEl>
                                        <p:attrNameLst>
                                          <p:attrName>ppt_x</p:attrName>
                                        </p:attrNameLst>
                                      </p:cBhvr>
                                      <p:tavLst>
                                        <p:tav tm="0">
                                          <p:val>
                                            <p:strVal val="#ppt_x"/>
                                          </p:val>
                                        </p:tav>
                                        <p:tav tm="100000">
                                          <p:val>
                                            <p:strVal val="#ppt_x"/>
                                          </p:val>
                                        </p:tav>
                                      </p:tavLst>
                                    </p:anim>
                                    <p:anim calcmode="lin" valueType="num">
                                      <p:cBhvr>
                                        <p:cTn id="959" dur="650" fill="hold"/>
                                        <p:tgtEl>
                                          <p:spTgt spid="198"/>
                                        </p:tgtEl>
                                        <p:attrNameLst>
                                          <p:attrName>ppt_y</p:attrName>
                                        </p:attrNameLst>
                                      </p:cBhvr>
                                      <p:tavLst>
                                        <p:tav tm="0">
                                          <p:val>
                                            <p:strVal val="#ppt_y+.1"/>
                                          </p:val>
                                        </p:tav>
                                        <p:tav tm="100000">
                                          <p:val>
                                            <p:strVal val="#ppt_y"/>
                                          </p:val>
                                        </p:tav>
                                      </p:tavLst>
                                    </p:anim>
                                  </p:childTnLst>
                                </p:cTn>
                              </p:par>
                              <p:par>
                                <p:cTn id="960" presetID="42" presetClass="entr" presetSubtype="0" fill="hold" grpId="0" nodeType="withEffect">
                                  <p:stCondLst>
                                    <p:cond delay="240"/>
                                  </p:stCondLst>
                                  <p:childTnLst>
                                    <p:set>
                                      <p:cBhvr>
                                        <p:cTn id="961" dur="1" fill="hold">
                                          <p:stCondLst>
                                            <p:cond delay="0"/>
                                          </p:stCondLst>
                                        </p:cTn>
                                        <p:tgtEl>
                                          <p:spTgt spid="199"/>
                                        </p:tgtEl>
                                        <p:attrNameLst>
                                          <p:attrName>style.visibility</p:attrName>
                                        </p:attrNameLst>
                                      </p:cBhvr>
                                      <p:to>
                                        <p:strVal val="visible"/>
                                      </p:to>
                                    </p:set>
                                    <p:animEffect transition="in" filter="fade">
                                      <p:cBhvr>
                                        <p:cTn id="962" dur="650"/>
                                        <p:tgtEl>
                                          <p:spTgt spid="199"/>
                                        </p:tgtEl>
                                      </p:cBhvr>
                                    </p:animEffect>
                                    <p:anim calcmode="lin" valueType="num">
                                      <p:cBhvr>
                                        <p:cTn id="963" dur="650" fill="hold"/>
                                        <p:tgtEl>
                                          <p:spTgt spid="199"/>
                                        </p:tgtEl>
                                        <p:attrNameLst>
                                          <p:attrName>ppt_x</p:attrName>
                                        </p:attrNameLst>
                                      </p:cBhvr>
                                      <p:tavLst>
                                        <p:tav tm="0">
                                          <p:val>
                                            <p:strVal val="#ppt_x"/>
                                          </p:val>
                                        </p:tav>
                                        <p:tav tm="100000">
                                          <p:val>
                                            <p:strVal val="#ppt_x"/>
                                          </p:val>
                                        </p:tav>
                                      </p:tavLst>
                                    </p:anim>
                                    <p:anim calcmode="lin" valueType="num">
                                      <p:cBhvr>
                                        <p:cTn id="964" dur="650" fill="hold"/>
                                        <p:tgtEl>
                                          <p:spTgt spid="199"/>
                                        </p:tgtEl>
                                        <p:attrNameLst>
                                          <p:attrName>ppt_y</p:attrName>
                                        </p:attrNameLst>
                                      </p:cBhvr>
                                      <p:tavLst>
                                        <p:tav tm="0">
                                          <p:val>
                                            <p:strVal val="#ppt_y+.1"/>
                                          </p:val>
                                        </p:tav>
                                        <p:tav tm="100000">
                                          <p:val>
                                            <p:strVal val="#ppt_y"/>
                                          </p:val>
                                        </p:tav>
                                      </p:tavLst>
                                    </p:anim>
                                  </p:childTnLst>
                                </p:cTn>
                              </p:par>
                              <p:par>
                                <p:cTn id="965" presetID="42" presetClass="entr" presetSubtype="0" fill="hold" grpId="0" nodeType="withEffect">
                                  <p:stCondLst>
                                    <p:cond delay="240"/>
                                  </p:stCondLst>
                                  <p:childTnLst>
                                    <p:set>
                                      <p:cBhvr>
                                        <p:cTn id="966" dur="1" fill="hold">
                                          <p:stCondLst>
                                            <p:cond delay="0"/>
                                          </p:stCondLst>
                                        </p:cTn>
                                        <p:tgtEl>
                                          <p:spTgt spid="200"/>
                                        </p:tgtEl>
                                        <p:attrNameLst>
                                          <p:attrName>style.visibility</p:attrName>
                                        </p:attrNameLst>
                                      </p:cBhvr>
                                      <p:to>
                                        <p:strVal val="visible"/>
                                      </p:to>
                                    </p:set>
                                    <p:animEffect transition="in" filter="fade">
                                      <p:cBhvr>
                                        <p:cTn id="967" dur="650"/>
                                        <p:tgtEl>
                                          <p:spTgt spid="200"/>
                                        </p:tgtEl>
                                      </p:cBhvr>
                                    </p:animEffect>
                                    <p:anim calcmode="lin" valueType="num">
                                      <p:cBhvr>
                                        <p:cTn id="968" dur="650" fill="hold"/>
                                        <p:tgtEl>
                                          <p:spTgt spid="200"/>
                                        </p:tgtEl>
                                        <p:attrNameLst>
                                          <p:attrName>ppt_x</p:attrName>
                                        </p:attrNameLst>
                                      </p:cBhvr>
                                      <p:tavLst>
                                        <p:tav tm="0">
                                          <p:val>
                                            <p:strVal val="#ppt_x"/>
                                          </p:val>
                                        </p:tav>
                                        <p:tav tm="100000">
                                          <p:val>
                                            <p:strVal val="#ppt_x"/>
                                          </p:val>
                                        </p:tav>
                                      </p:tavLst>
                                    </p:anim>
                                    <p:anim calcmode="lin" valueType="num">
                                      <p:cBhvr>
                                        <p:cTn id="969" dur="650" fill="hold"/>
                                        <p:tgtEl>
                                          <p:spTgt spid="200"/>
                                        </p:tgtEl>
                                        <p:attrNameLst>
                                          <p:attrName>ppt_y</p:attrName>
                                        </p:attrNameLst>
                                      </p:cBhvr>
                                      <p:tavLst>
                                        <p:tav tm="0">
                                          <p:val>
                                            <p:strVal val="#ppt_y+.1"/>
                                          </p:val>
                                        </p:tav>
                                        <p:tav tm="100000">
                                          <p:val>
                                            <p:strVal val="#ppt_y"/>
                                          </p:val>
                                        </p:tav>
                                      </p:tavLst>
                                    </p:anim>
                                  </p:childTnLst>
                                </p:cTn>
                              </p:par>
                              <p:par>
                                <p:cTn id="970" presetID="42" presetClass="entr" presetSubtype="0" fill="hold" grpId="0" nodeType="withEffect">
                                  <p:stCondLst>
                                    <p:cond delay="240"/>
                                  </p:stCondLst>
                                  <p:childTnLst>
                                    <p:set>
                                      <p:cBhvr>
                                        <p:cTn id="971" dur="1" fill="hold">
                                          <p:stCondLst>
                                            <p:cond delay="0"/>
                                          </p:stCondLst>
                                        </p:cTn>
                                        <p:tgtEl>
                                          <p:spTgt spid="201"/>
                                        </p:tgtEl>
                                        <p:attrNameLst>
                                          <p:attrName>style.visibility</p:attrName>
                                        </p:attrNameLst>
                                      </p:cBhvr>
                                      <p:to>
                                        <p:strVal val="visible"/>
                                      </p:to>
                                    </p:set>
                                    <p:animEffect transition="in" filter="fade">
                                      <p:cBhvr>
                                        <p:cTn id="972" dur="650"/>
                                        <p:tgtEl>
                                          <p:spTgt spid="201"/>
                                        </p:tgtEl>
                                      </p:cBhvr>
                                    </p:animEffect>
                                    <p:anim calcmode="lin" valueType="num">
                                      <p:cBhvr>
                                        <p:cTn id="973" dur="650" fill="hold"/>
                                        <p:tgtEl>
                                          <p:spTgt spid="201"/>
                                        </p:tgtEl>
                                        <p:attrNameLst>
                                          <p:attrName>ppt_x</p:attrName>
                                        </p:attrNameLst>
                                      </p:cBhvr>
                                      <p:tavLst>
                                        <p:tav tm="0">
                                          <p:val>
                                            <p:strVal val="#ppt_x"/>
                                          </p:val>
                                        </p:tav>
                                        <p:tav tm="100000">
                                          <p:val>
                                            <p:strVal val="#ppt_x"/>
                                          </p:val>
                                        </p:tav>
                                      </p:tavLst>
                                    </p:anim>
                                    <p:anim calcmode="lin" valueType="num">
                                      <p:cBhvr>
                                        <p:cTn id="974" dur="650" fill="hold"/>
                                        <p:tgtEl>
                                          <p:spTgt spid="201"/>
                                        </p:tgtEl>
                                        <p:attrNameLst>
                                          <p:attrName>ppt_y</p:attrName>
                                        </p:attrNameLst>
                                      </p:cBhvr>
                                      <p:tavLst>
                                        <p:tav tm="0">
                                          <p:val>
                                            <p:strVal val="#ppt_y+.1"/>
                                          </p:val>
                                        </p:tav>
                                        <p:tav tm="100000">
                                          <p:val>
                                            <p:strVal val="#ppt_y"/>
                                          </p:val>
                                        </p:tav>
                                      </p:tavLst>
                                    </p:anim>
                                  </p:childTnLst>
                                </p:cTn>
                              </p:par>
                              <p:par>
                                <p:cTn id="975" presetID="42" presetClass="entr" presetSubtype="0" fill="hold" grpId="0" nodeType="withEffect">
                                  <p:stCondLst>
                                    <p:cond delay="240"/>
                                  </p:stCondLst>
                                  <p:childTnLst>
                                    <p:set>
                                      <p:cBhvr>
                                        <p:cTn id="976" dur="1" fill="hold">
                                          <p:stCondLst>
                                            <p:cond delay="0"/>
                                          </p:stCondLst>
                                        </p:cTn>
                                        <p:tgtEl>
                                          <p:spTgt spid="202"/>
                                        </p:tgtEl>
                                        <p:attrNameLst>
                                          <p:attrName>style.visibility</p:attrName>
                                        </p:attrNameLst>
                                      </p:cBhvr>
                                      <p:to>
                                        <p:strVal val="visible"/>
                                      </p:to>
                                    </p:set>
                                    <p:animEffect transition="in" filter="fade">
                                      <p:cBhvr>
                                        <p:cTn id="977" dur="650"/>
                                        <p:tgtEl>
                                          <p:spTgt spid="202"/>
                                        </p:tgtEl>
                                      </p:cBhvr>
                                    </p:animEffect>
                                    <p:anim calcmode="lin" valueType="num">
                                      <p:cBhvr>
                                        <p:cTn id="978" dur="650" fill="hold"/>
                                        <p:tgtEl>
                                          <p:spTgt spid="202"/>
                                        </p:tgtEl>
                                        <p:attrNameLst>
                                          <p:attrName>ppt_x</p:attrName>
                                        </p:attrNameLst>
                                      </p:cBhvr>
                                      <p:tavLst>
                                        <p:tav tm="0">
                                          <p:val>
                                            <p:strVal val="#ppt_x"/>
                                          </p:val>
                                        </p:tav>
                                        <p:tav tm="100000">
                                          <p:val>
                                            <p:strVal val="#ppt_x"/>
                                          </p:val>
                                        </p:tav>
                                      </p:tavLst>
                                    </p:anim>
                                    <p:anim calcmode="lin" valueType="num">
                                      <p:cBhvr>
                                        <p:cTn id="979" dur="650" fill="hold"/>
                                        <p:tgtEl>
                                          <p:spTgt spid="202"/>
                                        </p:tgtEl>
                                        <p:attrNameLst>
                                          <p:attrName>ppt_y</p:attrName>
                                        </p:attrNameLst>
                                      </p:cBhvr>
                                      <p:tavLst>
                                        <p:tav tm="0">
                                          <p:val>
                                            <p:strVal val="#ppt_y+.1"/>
                                          </p:val>
                                        </p:tav>
                                        <p:tav tm="100000">
                                          <p:val>
                                            <p:strVal val="#ppt_y"/>
                                          </p:val>
                                        </p:tav>
                                      </p:tavLst>
                                    </p:anim>
                                  </p:childTnLst>
                                </p:cTn>
                              </p:par>
                              <p:par>
                                <p:cTn id="980" presetID="42" presetClass="entr" presetSubtype="0" fill="hold" grpId="0" nodeType="withEffect">
                                  <p:stCondLst>
                                    <p:cond delay="240"/>
                                  </p:stCondLst>
                                  <p:childTnLst>
                                    <p:set>
                                      <p:cBhvr>
                                        <p:cTn id="981" dur="1" fill="hold">
                                          <p:stCondLst>
                                            <p:cond delay="0"/>
                                          </p:stCondLst>
                                        </p:cTn>
                                        <p:tgtEl>
                                          <p:spTgt spid="203"/>
                                        </p:tgtEl>
                                        <p:attrNameLst>
                                          <p:attrName>style.visibility</p:attrName>
                                        </p:attrNameLst>
                                      </p:cBhvr>
                                      <p:to>
                                        <p:strVal val="visible"/>
                                      </p:to>
                                    </p:set>
                                    <p:animEffect transition="in" filter="fade">
                                      <p:cBhvr>
                                        <p:cTn id="982" dur="650"/>
                                        <p:tgtEl>
                                          <p:spTgt spid="203"/>
                                        </p:tgtEl>
                                      </p:cBhvr>
                                    </p:animEffect>
                                    <p:anim calcmode="lin" valueType="num">
                                      <p:cBhvr>
                                        <p:cTn id="983" dur="650" fill="hold"/>
                                        <p:tgtEl>
                                          <p:spTgt spid="203"/>
                                        </p:tgtEl>
                                        <p:attrNameLst>
                                          <p:attrName>ppt_x</p:attrName>
                                        </p:attrNameLst>
                                      </p:cBhvr>
                                      <p:tavLst>
                                        <p:tav tm="0">
                                          <p:val>
                                            <p:strVal val="#ppt_x"/>
                                          </p:val>
                                        </p:tav>
                                        <p:tav tm="100000">
                                          <p:val>
                                            <p:strVal val="#ppt_x"/>
                                          </p:val>
                                        </p:tav>
                                      </p:tavLst>
                                    </p:anim>
                                    <p:anim calcmode="lin" valueType="num">
                                      <p:cBhvr>
                                        <p:cTn id="984" dur="650" fill="hold"/>
                                        <p:tgtEl>
                                          <p:spTgt spid="203"/>
                                        </p:tgtEl>
                                        <p:attrNameLst>
                                          <p:attrName>ppt_y</p:attrName>
                                        </p:attrNameLst>
                                      </p:cBhvr>
                                      <p:tavLst>
                                        <p:tav tm="0">
                                          <p:val>
                                            <p:strVal val="#ppt_y+.1"/>
                                          </p:val>
                                        </p:tav>
                                        <p:tav tm="100000">
                                          <p:val>
                                            <p:strVal val="#ppt_y"/>
                                          </p:val>
                                        </p:tav>
                                      </p:tavLst>
                                    </p:anim>
                                  </p:childTnLst>
                                </p:cTn>
                              </p:par>
                              <p:par>
                                <p:cTn id="985" presetID="42" presetClass="entr" presetSubtype="0" fill="hold" grpId="0" nodeType="withEffect">
                                  <p:stCondLst>
                                    <p:cond delay="240"/>
                                  </p:stCondLst>
                                  <p:childTnLst>
                                    <p:set>
                                      <p:cBhvr>
                                        <p:cTn id="986" dur="1" fill="hold">
                                          <p:stCondLst>
                                            <p:cond delay="0"/>
                                          </p:stCondLst>
                                        </p:cTn>
                                        <p:tgtEl>
                                          <p:spTgt spid="204"/>
                                        </p:tgtEl>
                                        <p:attrNameLst>
                                          <p:attrName>style.visibility</p:attrName>
                                        </p:attrNameLst>
                                      </p:cBhvr>
                                      <p:to>
                                        <p:strVal val="visible"/>
                                      </p:to>
                                    </p:set>
                                    <p:animEffect transition="in" filter="fade">
                                      <p:cBhvr>
                                        <p:cTn id="987" dur="650"/>
                                        <p:tgtEl>
                                          <p:spTgt spid="204"/>
                                        </p:tgtEl>
                                      </p:cBhvr>
                                    </p:animEffect>
                                    <p:anim calcmode="lin" valueType="num">
                                      <p:cBhvr>
                                        <p:cTn id="988" dur="650" fill="hold"/>
                                        <p:tgtEl>
                                          <p:spTgt spid="204"/>
                                        </p:tgtEl>
                                        <p:attrNameLst>
                                          <p:attrName>ppt_x</p:attrName>
                                        </p:attrNameLst>
                                      </p:cBhvr>
                                      <p:tavLst>
                                        <p:tav tm="0">
                                          <p:val>
                                            <p:strVal val="#ppt_x"/>
                                          </p:val>
                                        </p:tav>
                                        <p:tav tm="100000">
                                          <p:val>
                                            <p:strVal val="#ppt_x"/>
                                          </p:val>
                                        </p:tav>
                                      </p:tavLst>
                                    </p:anim>
                                    <p:anim calcmode="lin" valueType="num">
                                      <p:cBhvr>
                                        <p:cTn id="989" dur="650" fill="hold"/>
                                        <p:tgtEl>
                                          <p:spTgt spid="204"/>
                                        </p:tgtEl>
                                        <p:attrNameLst>
                                          <p:attrName>ppt_y</p:attrName>
                                        </p:attrNameLst>
                                      </p:cBhvr>
                                      <p:tavLst>
                                        <p:tav tm="0">
                                          <p:val>
                                            <p:strVal val="#ppt_y+.1"/>
                                          </p:val>
                                        </p:tav>
                                        <p:tav tm="100000">
                                          <p:val>
                                            <p:strVal val="#ppt_y"/>
                                          </p:val>
                                        </p:tav>
                                      </p:tavLst>
                                    </p:anim>
                                  </p:childTnLst>
                                </p:cTn>
                              </p:par>
                              <p:par>
                                <p:cTn id="990" presetID="42" presetClass="entr" presetSubtype="0" fill="hold" grpId="0" nodeType="withEffect">
                                  <p:stCondLst>
                                    <p:cond delay="360"/>
                                  </p:stCondLst>
                                  <p:childTnLst>
                                    <p:set>
                                      <p:cBhvr>
                                        <p:cTn id="991" dur="1" fill="hold">
                                          <p:stCondLst>
                                            <p:cond delay="0"/>
                                          </p:stCondLst>
                                        </p:cTn>
                                        <p:tgtEl>
                                          <p:spTgt spid="205"/>
                                        </p:tgtEl>
                                        <p:attrNameLst>
                                          <p:attrName>style.visibility</p:attrName>
                                        </p:attrNameLst>
                                      </p:cBhvr>
                                      <p:to>
                                        <p:strVal val="visible"/>
                                      </p:to>
                                    </p:set>
                                    <p:animEffect transition="in" filter="fade">
                                      <p:cBhvr>
                                        <p:cTn id="992" dur="650"/>
                                        <p:tgtEl>
                                          <p:spTgt spid="205"/>
                                        </p:tgtEl>
                                      </p:cBhvr>
                                    </p:animEffect>
                                    <p:anim calcmode="lin" valueType="num">
                                      <p:cBhvr>
                                        <p:cTn id="993" dur="650" fill="hold"/>
                                        <p:tgtEl>
                                          <p:spTgt spid="205"/>
                                        </p:tgtEl>
                                        <p:attrNameLst>
                                          <p:attrName>ppt_x</p:attrName>
                                        </p:attrNameLst>
                                      </p:cBhvr>
                                      <p:tavLst>
                                        <p:tav tm="0">
                                          <p:val>
                                            <p:strVal val="#ppt_x"/>
                                          </p:val>
                                        </p:tav>
                                        <p:tav tm="100000">
                                          <p:val>
                                            <p:strVal val="#ppt_x"/>
                                          </p:val>
                                        </p:tav>
                                      </p:tavLst>
                                    </p:anim>
                                    <p:anim calcmode="lin" valueType="num">
                                      <p:cBhvr>
                                        <p:cTn id="994" dur="650" fill="hold"/>
                                        <p:tgtEl>
                                          <p:spTgt spid="205"/>
                                        </p:tgtEl>
                                        <p:attrNameLst>
                                          <p:attrName>ppt_y</p:attrName>
                                        </p:attrNameLst>
                                      </p:cBhvr>
                                      <p:tavLst>
                                        <p:tav tm="0">
                                          <p:val>
                                            <p:strVal val="#ppt_y+.1"/>
                                          </p:val>
                                        </p:tav>
                                        <p:tav tm="100000">
                                          <p:val>
                                            <p:strVal val="#ppt_y"/>
                                          </p:val>
                                        </p:tav>
                                      </p:tavLst>
                                    </p:anim>
                                  </p:childTnLst>
                                </p:cTn>
                              </p:par>
                              <p:par>
                                <p:cTn id="995" presetID="42" presetClass="entr" presetSubtype="0" fill="hold" grpId="0" nodeType="withEffect">
                                  <p:stCondLst>
                                    <p:cond delay="360"/>
                                  </p:stCondLst>
                                  <p:childTnLst>
                                    <p:set>
                                      <p:cBhvr>
                                        <p:cTn id="996" dur="1" fill="hold">
                                          <p:stCondLst>
                                            <p:cond delay="0"/>
                                          </p:stCondLst>
                                        </p:cTn>
                                        <p:tgtEl>
                                          <p:spTgt spid="206"/>
                                        </p:tgtEl>
                                        <p:attrNameLst>
                                          <p:attrName>style.visibility</p:attrName>
                                        </p:attrNameLst>
                                      </p:cBhvr>
                                      <p:to>
                                        <p:strVal val="visible"/>
                                      </p:to>
                                    </p:set>
                                    <p:animEffect transition="in" filter="fade">
                                      <p:cBhvr>
                                        <p:cTn id="997" dur="650"/>
                                        <p:tgtEl>
                                          <p:spTgt spid="206"/>
                                        </p:tgtEl>
                                      </p:cBhvr>
                                    </p:animEffect>
                                    <p:anim calcmode="lin" valueType="num">
                                      <p:cBhvr>
                                        <p:cTn id="998" dur="650" fill="hold"/>
                                        <p:tgtEl>
                                          <p:spTgt spid="206"/>
                                        </p:tgtEl>
                                        <p:attrNameLst>
                                          <p:attrName>ppt_x</p:attrName>
                                        </p:attrNameLst>
                                      </p:cBhvr>
                                      <p:tavLst>
                                        <p:tav tm="0">
                                          <p:val>
                                            <p:strVal val="#ppt_x"/>
                                          </p:val>
                                        </p:tav>
                                        <p:tav tm="100000">
                                          <p:val>
                                            <p:strVal val="#ppt_x"/>
                                          </p:val>
                                        </p:tav>
                                      </p:tavLst>
                                    </p:anim>
                                    <p:anim calcmode="lin" valueType="num">
                                      <p:cBhvr>
                                        <p:cTn id="999" dur="650" fill="hold"/>
                                        <p:tgtEl>
                                          <p:spTgt spid="206"/>
                                        </p:tgtEl>
                                        <p:attrNameLst>
                                          <p:attrName>ppt_y</p:attrName>
                                        </p:attrNameLst>
                                      </p:cBhvr>
                                      <p:tavLst>
                                        <p:tav tm="0">
                                          <p:val>
                                            <p:strVal val="#ppt_y+.1"/>
                                          </p:val>
                                        </p:tav>
                                        <p:tav tm="100000">
                                          <p:val>
                                            <p:strVal val="#ppt_y"/>
                                          </p:val>
                                        </p:tav>
                                      </p:tavLst>
                                    </p:anim>
                                  </p:childTnLst>
                                </p:cTn>
                              </p:par>
                              <p:par>
                                <p:cTn id="1000" presetID="42" presetClass="entr" presetSubtype="0" fill="hold" grpId="0" nodeType="withEffect">
                                  <p:stCondLst>
                                    <p:cond delay="360"/>
                                  </p:stCondLst>
                                  <p:childTnLst>
                                    <p:set>
                                      <p:cBhvr>
                                        <p:cTn id="1001" dur="1" fill="hold">
                                          <p:stCondLst>
                                            <p:cond delay="0"/>
                                          </p:stCondLst>
                                        </p:cTn>
                                        <p:tgtEl>
                                          <p:spTgt spid="207"/>
                                        </p:tgtEl>
                                        <p:attrNameLst>
                                          <p:attrName>style.visibility</p:attrName>
                                        </p:attrNameLst>
                                      </p:cBhvr>
                                      <p:to>
                                        <p:strVal val="visible"/>
                                      </p:to>
                                    </p:set>
                                    <p:animEffect transition="in" filter="fade">
                                      <p:cBhvr>
                                        <p:cTn id="1002" dur="650"/>
                                        <p:tgtEl>
                                          <p:spTgt spid="207"/>
                                        </p:tgtEl>
                                      </p:cBhvr>
                                    </p:animEffect>
                                    <p:anim calcmode="lin" valueType="num">
                                      <p:cBhvr>
                                        <p:cTn id="1003" dur="650" fill="hold"/>
                                        <p:tgtEl>
                                          <p:spTgt spid="207"/>
                                        </p:tgtEl>
                                        <p:attrNameLst>
                                          <p:attrName>ppt_x</p:attrName>
                                        </p:attrNameLst>
                                      </p:cBhvr>
                                      <p:tavLst>
                                        <p:tav tm="0">
                                          <p:val>
                                            <p:strVal val="#ppt_x"/>
                                          </p:val>
                                        </p:tav>
                                        <p:tav tm="100000">
                                          <p:val>
                                            <p:strVal val="#ppt_x"/>
                                          </p:val>
                                        </p:tav>
                                      </p:tavLst>
                                    </p:anim>
                                    <p:anim calcmode="lin" valueType="num">
                                      <p:cBhvr>
                                        <p:cTn id="1004" dur="650" fill="hold"/>
                                        <p:tgtEl>
                                          <p:spTgt spid="207"/>
                                        </p:tgtEl>
                                        <p:attrNameLst>
                                          <p:attrName>ppt_y</p:attrName>
                                        </p:attrNameLst>
                                      </p:cBhvr>
                                      <p:tavLst>
                                        <p:tav tm="0">
                                          <p:val>
                                            <p:strVal val="#ppt_y+.1"/>
                                          </p:val>
                                        </p:tav>
                                        <p:tav tm="100000">
                                          <p:val>
                                            <p:strVal val="#ppt_y"/>
                                          </p:val>
                                        </p:tav>
                                      </p:tavLst>
                                    </p:anim>
                                  </p:childTnLst>
                                </p:cTn>
                              </p:par>
                              <p:par>
                                <p:cTn id="1005" presetID="42" presetClass="entr" presetSubtype="0" fill="hold" grpId="0" nodeType="withEffect">
                                  <p:stCondLst>
                                    <p:cond delay="360"/>
                                  </p:stCondLst>
                                  <p:childTnLst>
                                    <p:set>
                                      <p:cBhvr>
                                        <p:cTn id="1006" dur="1" fill="hold">
                                          <p:stCondLst>
                                            <p:cond delay="0"/>
                                          </p:stCondLst>
                                        </p:cTn>
                                        <p:tgtEl>
                                          <p:spTgt spid="208"/>
                                        </p:tgtEl>
                                        <p:attrNameLst>
                                          <p:attrName>style.visibility</p:attrName>
                                        </p:attrNameLst>
                                      </p:cBhvr>
                                      <p:to>
                                        <p:strVal val="visible"/>
                                      </p:to>
                                    </p:set>
                                    <p:animEffect transition="in" filter="fade">
                                      <p:cBhvr>
                                        <p:cTn id="1007" dur="650"/>
                                        <p:tgtEl>
                                          <p:spTgt spid="208"/>
                                        </p:tgtEl>
                                      </p:cBhvr>
                                    </p:animEffect>
                                    <p:anim calcmode="lin" valueType="num">
                                      <p:cBhvr>
                                        <p:cTn id="1008" dur="650" fill="hold"/>
                                        <p:tgtEl>
                                          <p:spTgt spid="208"/>
                                        </p:tgtEl>
                                        <p:attrNameLst>
                                          <p:attrName>ppt_x</p:attrName>
                                        </p:attrNameLst>
                                      </p:cBhvr>
                                      <p:tavLst>
                                        <p:tav tm="0">
                                          <p:val>
                                            <p:strVal val="#ppt_x"/>
                                          </p:val>
                                        </p:tav>
                                        <p:tav tm="100000">
                                          <p:val>
                                            <p:strVal val="#ppt_x"/>
                                          </p:val>
                                        </p:tav>
                                      </p:tavLst>
                                    </p:anim>
                                    <p:anim calcmode="lin" valueType="num">
                                      <p:cBhvr>
                                        <p:cTn id="1009" dur="650" fill="hold"/>
                                        <p:tgtEl>
                                          <p:spTgt spid="208"/>
                                        </p:tgtEl>
                                        <p:attrNameLst>
                                          <p:attrName>ppt_y</p:attrName>
                                        </p:attrNameLst>
                                      </p:cBhvr>
                                      <p:tavLst>
                                        <p:tav tm="0">
                                          <p:val>
                                            <p:strVal val="#ppt_y+.1"/>
                                          </p:val>
                                        </p:tav>
                                        <p:tav tm="100000">
                                          <p:val>
                                            <p:strVal val="#ppt_y"/>
                                          </p:val>
                                        </p:tav>
                                      </p:tavLst>
                                    </p:anim>
                                  </p:childTnLst>
                                </p:cTn>
                              </p:par>
                              <p:par>
                                <p:cTn id="1010" presetID="1" presetClass="exit" presetSubtype="0" fill="hold" grpId="1" nodeType="withEffect">
                                  <p:stCondLst>
                                    <p:cond delay="420"/>
                                  </p:stCondLst>
                                  <p:childTnLst>
                                    <p:set>
                                      <p:cBhvr>
                                        <p:cTn id="1011" dur="1" fill="hold">
                                          <p:stCondLst>
                                            <p:cond delay="0"/>
                                          </p:stCondLst>
                                        </p:cTn>
                                        <p:tgtEl>
                                          <p:spTgt spid="304"/>
                                        </p:tgtEl>
                                        <p:attrNameLst>
                                          <p:attrName>style.visibility</p:attrName>
                                        </p:attrNameLst>
                                      </p:cBhvr>
                                      <p:to>
                                        <p:strVal val="hidden"/>
                                      </p:to>
                                    </p:set>
                                  </p:childTnLst>
                                </p:cTn>
                              </p:par>
                              <p:par>
                                <p:cTn id="1012" presetID="1" presetClass="exit" presetSubtype="0" fill="hold" grpId="1" nodeType="withEffect">
                                  <p:stCondLst>
                                    <p:cond delay="420"/>
                                  </p:stCondLst>
                                  <p:childTnLst>
                                    <p:set>
                                      <p:cBhvr>
                                        <p:cTn id="1013" dur="1" fill="hold">
                                          <p:stCondLst>
                                            <p:cond delay="0"/>
                                          </p:stCondLst>
                                        </p:cTn>
                                        <p:tgtEl>
                                          <p:spTgt spid="305"/>
                                        </p:tgtEl>
                                        <p:attrNameLst>
                                          <p:attrName>style.visibility</p:attrName>
                                        </p:attrNameLst>
                                      </p:cBhvr>
                                      <p:to>
                                        <p:strVal val="hidden"/>
                                      </p:to>
                                    </p:set>
                                  </p:childTnLst>
                                </p:cTn>
                              </p:par>
                            </p:childTnLst>
                          </p:cTn>
                        </p:par>
                      </p:childTnLst>
                    </p:cTn>
                  </p:par>
                  <p:par>
                    <p:cTn id="1014" fill="hold">
                      <p:stCondLst>
                        <p:cond delay="indefinite"/>
                      </p:stCondLst>
                      <p:childTnLst>
                        <p:par>
                          <p:cTn id="1015" fill="hold">
                            <p:stCondLst>
                              <p:cond delay="0"/>
                            </p:stCondLst>
                            <p:childTnLst>
                              <p:par>
                                <p:cTn id="1016" presetID="1" presetClass="entr" presetSubtype="0" fill="hold" grpId="0" nodeType="clickEffect">
                                  <p:stCondLst>
                                    <p:cond delay="0"/>
                                  </p:stCondLst>
                                  <p:childTnLst>
                                    <p:set>
                                      <p:cBhvr>
                                        <p:cTn id="1017" dur="1" fill="hold">
                                          <p:stCondLst>
                                            <p:cond delay="0"/>
                                          </p:stCondLst>
                                        </p:cTn>
                                        <p:tgtEl>
                                          <p:spTgt spid="18"/>
                                        </p:tgtEl>
                                        <p:attrNameLst>
                                          <p:attrName>style.visibility</p:attrName>
                                        </p:attrNameLst>
                                      </p:cBhvr>
                                      <p:to>
                                        <p:strVal val="visible"/>
                                      </p:to>
                                    </p:set>
                                  </p:childTnLst>
                                </p:cTn>
                              </p:par>
                              <p:par>
                                <p:cTn id="1018" presetID="1" presetClass="entr" presetSubtype="0" fill="hold" grpId="0" nodeType="withEffect">
                                  <p:stCondLst>
                                    <p:cond delay="0"/>
                                  </p:stCondLst>
                                  <p:childTnLst>
                                    <p:set>
                                      <p:cBhvr>
                                        <p:cTn id="1019" dur="1" fill="hold">
                                          <p:stCondLst>
                                            <p:cond delay="0"/>
                                          </p:stCondLst>
                                        </p:cTn>
                                        <p:tgtEl>
                                          <p:spTgt spid="19"/>
                                        </p:tgtEl>
                                        <p:attrNameLst>
                                          <p:attrName>style.visibility</p:attrName>
                                        </p:attrNameLst>
                                      </p:cBhvr>
                                      <p:to>
                                        <p:strVal val="visible"/>
                                      </p:to>
                                    </p:set>
                                  </p:childTnLst>
                                </p:cTn>
                              </p:par>
                              <p:par>
                                <p:cTn id="1020" presetID="1" presetClass="entr" presetSubtype="0" fill="hold" grpId="0" nodeType="withEffect">
                                  <p:stCondLst>
                                    <p:cond delay="0"/>
                                  </p:stCondLst>
                                  <p:childTnLst>
                                    <p:set>
                                      <p:cBhvr>
                                        <p:cTn id="1021" dur="1" fill="hold">
                                          <p:stCondLst>
                                            <p:cond delay="0"/>
                                          </p:stCondLst>
                                        </p:cTn>
                                        <p:tgtEl>
                                          <p:spTgt spid="20"/>
                                        </p:tgtEl>
                                        <p:attrNameLst>
                                          <p:attrName>style.visibility</p:attrName>
                                        </p:attrNameLst>
                                      </p:cBhvr>
                                      <p:to>
                                        <p:strVal val="visible"/>
                                      </p:to>
                                    </p:set>
                                  </p:childTnLst>
                                </p:cTn>
                              </p:par>
                              <p:par>
                                <p:cTn id="1022" presetID="1" presetClass="entr" presetSubtype="0" fill="hold" grpId="0" nodeType="withEffect">
                                  <p:stCondLst>
                                    <p:cond delay="0"/>
                                  </p:stCondLst>
                                  <p:childTnLst>
                                    <p:set>
                                      <p:cBhvr>
                                        <p:cTn id="1023" dur="1" fill="hold">
                                          <p:stCondLst>
                                            <p:cond delay="0"/>
                                          </p:stCondLst>
                                        </p:cTn>
                                        <p:tgtEl>
                                          <p:spTgt spid="21"/>
                                        </p:tgtEl>
                                        <p:attrNameLst>
                                          <p:attrName>style.visibility</p:attrName>
                                        </p:attrNameLst>
                                      </p:cBhvr>
                                      <p:to>
                                        <p:strVal val="visible"/>
                                      </p:to>
                                    </p:set>
                                  </p:childTnLst>
                                </p:cTn>
                              </p:par>
                              <p:par>
                                <p:cTn id="1024" presetID="1" presetClass="entr" presetSubtype="0" fill="hold" grpId="0" nodeType="withEffect">
                                  <p:stCondLst>
                                    <p:cond delay="0"/>
                                  </p:stCondLst>
                                  <p:childTnLst>
                                    <p:set>
                                      <p:cBhvr>
                                        <p:cTn id="1025" dur="1" fill="hold">
                                          <p:stCondLst>
                                            <p:cond delay="0"/>
                                          </p:stCondLst>
                                        </p:cTn>
                                        <p:tgtEl>
                                          <p:spTgt spid="22"/>
                                        </p:tgtEl>
                                        <p:attrNameLst>
                                          <p:attrName>style.visibility</p:attrName>
                                        </p:attrNameLst>
                                      </p:cBhvr>
                                      <p:to>
                                        <p:strVal val="visible"/>
                                      </p:to>
                                    </p:set>
                                  </p:childTnLst>
                                </p:cTn>
                              </p:par>
                              <p:par>
                                <p:cTn id="1026" presetID="1" presetClass="entr" presetSubtype="0" fill="hold" grpId="0" nodeType="withEffect">
                                  <p:stCondLst>
                                    <p:cond delay="0"/>
                                  </p:stCondLst>
                                  <p:childTnLst>
                                    <p:set>
                                      <p:cBhvr>
                                        <p:cTn id="1027" dur="1" fill="hold">
                                          <p:stCondLst>
                                            <p:cond delay="0"/>
                                          </p:stCondLst>
                                        </p:cTn>
                                        <p:tgtEl>
                                          <p:spTgt spid="23"/>
                                        </p:tgtEl>
                                        <p:attrNameLst>
                                          <p:attrName>style.visibility</p:attrName>
                                        </p:attrNameLst>
                                      </p:cBhvr>
                                      <p:to>
                                        <p:strVal val="visible"/>
                                      </p:to>
                                    </p:set>
                                  </p:childTnLst>
                                </p:cTn>
                              </p:par>
                              <p:par>
                                <p:cTn id="1028" presetID="1" presetClass="entr" presetSubtype="0" fill="hold" grpId="0" nodeType="withEffect">
                                  <p:stCondLst>
                                    <p:cond delay="0"/>
                                  </p:stCondLst>
                                  <p:childTnLst>
                                    <p:set>
                                      <p:cBhvr>
                                        <p:cTn id="1029" dur="1" fill="hold">
                                          <p:stCondLst>
                                            <p:cond delay="0"/>
                                          </p:stCondLst>
                                        </p:cTn>
                                        <p:tgtEl>
                                          <p:spTgt spid="24"/>
                                        </p:tgtEl>
                                        <p:attrNameLst>
                                          <p:attrName>style.visibility</p:attrName>
                                        </p:attrNameLst>
                                      </p:cBhvr>
                                      <p:to>
                                        <p:strVal val="visible"/>
                                      </p:to>
                                    </p:set>
                                  </p:childTnLst>
                                </p:cTn>
                              </p:par>
                              <p:par>
                                <p:cTn id="1030" presetID="1" presetClass="entr" presetSubtype="0" fill="hold" grpId="0" nodeType="withEffect">
                                  <p:stCondLst>
                                    <p:cond delay="0"/>
                                  </p:stCondLst>
                                  <p:childTnLst>
                                    <p:set>
                                      <p:cBhvr>
                                        <p:cTn id="1031" dur="1" fill="hold">
                                          <p:stCondLst>
                                            <p:cond delay="0"/>
                                          </p:stCondLst>
                                        </p:cTn>
                                        <p:tgtEl>
                                          <p:spTgt spid="25"/>
                                        </p:tgtEl>
                                        <p:attrNameLst>
                                          <p:attrName>style.visibility</p:attrName>
                                        </p:attrNameLst>
                                      </p:cBhvr>
                                      <p:to>
                                        <p:strVal val="visible"/>
                                      </p:to>
                                    </p:set>
                                  </p:childTnLst>
                                </p:cTn>
                              </p:par>
                              <p:par>
                                <p:cTn id="1032" presetID="1" presetClass="entr" presetSubtype="0" fill="hold" grpId="0" nodeType="withEffect">
                                  <p:stCondLst>
                                    <p:cond delay="0"/>
                                  </p:stCondLst>
                                  <p:childTnLst>
                                    <p:set>
                                      <p:cBhvr>
                                        <p:cTn id="1033" dur="1" fill="hold">
                                          <p:stCondLst>
                                            <p:cond delay="0"/>
                                          </p:stCondLst>
                                        </p:cTn>
                                        <p:tgtEl>
                                          <p:spTgt spid="26"/>
                                        </p:tgtEl>
                                        <p:attrNameLst>
                                          <p:attrName>style.visibility</p:attrName>
                                        </p:attrNameLst>
                                      </p:cBhvr>
                                      <p:to>
                                        <p:strVal val="visible"/>
                                      </p:to>
                                    </p:set>
                                  </p:childTnLst>
                                </p:cTn>
                              </p:par>
                              <p:par>
                                <p:cTn id="1034" presetID="1" presetClass="entr" presetSubtype="0" fill="hold" grpId="0" nodeType="withEffect">
                                  <p:stCondLst>
                                    <p:cond delay="0"/>
                                  </p:stCondLst>
                                  <p:childTnLst>
                                    <p:set>
                                      <p:cBhvr>
                                        <p:cTn id="1035" dur="1" fill="hold">
                                          <p:stCondLst>
                                            <p:cond delay="0"/>
                                          </p:stCondLst>
                                        </p:cTn>
                                        <p:tgtEl>
                                          <p:spTgt spid="27"/>
                                        </p:tgtEl>
                                        <p:attrNameLst>
                                          <p:attrName>style.visibility</p:attrName>
                                        </p:attrNameLst>
                                      </p:cBhvr>
                                      <p:to>
                                        <p:strVal val="visible"/>
                                      </p:to>
                                    </p:set>
                                  </p:childTnLst>
                                </p:cTn>
                              </p:par>
                              <p:par>
                                <p:cTn id="1036" presetID="1" presetClass="entr" presetSubtype="0" fill="hold" grpId="0" nodeType="withEffect">
                                  <p:stCondLst>
                                    <p:cond delay="0"/>
                                  </p:stCondLst>
                                  <p:childTnLst>
                                    <p:set>
                                      <p:cBhvr>
                                        <p:cTn id="1037" dur="1" fill="hold">
                                          <p:stCondLst>
                                            <p:cond delay="0"/>
                                          </p:stCondLst>
                                        </p:cTn>
                                        <p:tgtEl>
                                          <p:spTgt spid="28"/>
                                        </p:tgtEl>
                                        <p:attrNameLst>
                                          <p:attrName>style.visibility</p:attrName>
                                        </p:attrNameLst>
                                      </p:cBhvr>
                                      <p:to>
                                        <p:strVal val="visible"/>
                                      </p:to>
                                    </p:set>
                                  </p:childTnLst>
                                </p:cTn>
                              </p:par>
                              <p:par>
                                <p:cTn id="1038" presetID="1" presetClass="entr" presetSubtype="0" fill="hold" grpId="0" nodeType="withEffect">
                                  <p:stCondLst>
                                    <p:cond delay="0"/>
                                  </p:stCondLst>
                                  <p:childTnLst>
                                    <p:set>
                                      <p:cBhvr>
                                        <p:cTn id="1039" dur="1" fill="hold">
                                          <p:stCondLst>
                                            <p:cond delay="0"/>
                                          </p:stCondLst>
                                        </p:cTn>
                                        <p:tgtEl>
                                          <p:spTgt spid="29"/>
                                        </p:tgtEl>
                                        <p:attrNameLst>
                                          <p:attrName>style.visibility</p:attrName>
                                        </p:attrNameLst>
                                      </p:cBhvr>
                                      <p:to>
                                        <p:strVal val="visible"/>
                                      </p:to>
                                    </p:set>
                                  </p:childTnLst>
                                </p:cTn>
                              </p:par>
                              <p:par>
                                <p:cTn id="1040" presetID="1" presetClass="entr" presetSubtype="0" fill="hold" grpId="0" nodeType="withEffect">
                                  <p:stCondLst>
                                    <p:cond delay="0"/>
                                  </p:stCondLst>
                                  <p:childTnLst>
                                    <p:set>
                                      <p:cBhvr>
                                        <p:cTn id="1041" dur="1" fill="hold">
                                          <p:stCondLst>
                                            <p:cond delay="0"/>
                                          </p:stCondLst>
                                        </p:cTn>
                                        <p:tgtEl>
                                          <p:spTgt spid="30"/>
                                        </p:tgtEl>
                                        <p:attrNameLst>
                                          <p:attrName>style.visibility</p:attrName>
                                        </p:attrNameLst>
                                      </p:cBhvr>
                                      <p:to>
                                        <p:strVal val="visible"/>
                                      </p:to>
                                    </p:set>
                                  </p:childTnLst>
                                </p:cTn>
                              </p:par>
                              <p:par>
                                <p:cTn id="1042" presetID="1" presetClass="entr" presetSubtype="0" fill="hold" grpId="0" nodeType="withEffect">
                                  <p:stCondLst>
                                    <p:cond delay="0"/>
                                  </p:stCondLst>
                                  <p:childTnLst>
                                    <p:set>
                                      <p:cBhvr>
                                        <p:cTn id="1043" dur="1" fill="hold">
                                          <p:stCondLst>
                                            <p:cond delay="0"/>
                                          </p:stCondLst>
                                        </p:cTn>
                                        <p:tgtEl>
                                          <p:spTgt spid="31"/>
                                        </p:tgtEl>
                                        <p:attrNameLst>
                                          <p:attrName>style.visibility</p:attrName>
                                        </p:attrNameLst>
                                      </p:cBhvr>
                                      <p:to>
                                        <p:strVal val="visible"/>
                                      </p:to>
                                    </p:set>
                                  </p:childTnLst>
                                </p:cTn>
                              </p:par>
                              <p:par>
                                <p:cTn id="1044" presetID="1" presetClass="entr" presetSubtype="0" fill="hold" grpId="0" nodeType="withEffect">
                                  <p:stCondLst>
                                    <p:cond delay="0"/>
                                  </p:stCondLst>
                                  <p:childTnLst>
                                    <p:set>
                                      <p:cBhvr>
                                        <p:cTn id="1045" dur="1" fill="hold">
                                          <p:stCondLst>
                                            <p:cond delay="0"/>
                                          </p:stCondLst>
                                        </p:cTn>
                                        <p:tgtEl>
                                          <p:spTgt spid="32"/>
                                        </p:tgtEl>
                                        <p:attrNameLst>
                                          <p:attrName>style.visibility</p:attrName>
                                        </p:attrNameLst>
                                      </p:cBhvr>
                                      <p:to>
                                        <p:strVal val="visible"/>
                                      </p:to>
                                    </p:set>
                                  </p:childTnLst>
                                </p:cTn>
                              </p:par>
                              <p:par>
                                <p:cTn id="1046" presetID="1" presetClass="entr" presetSubtype="0" fill="hold" grpId="0" nodeType="withEffect">
                                  <p:stCondLst>
                                    <p:cond delay="0"/>
                                  </p:stCondLst>
                                  <p:childTnLst>
                                    <p:set>
                                      <p:cBhvr>
                                        <p:cTn id="1047" dur="1" fill="hold">
                                          <p:stCondLst>
                                            <p:cond delay="0"/>
                                          </p:stCondLst>
                                        </p:cTn>
                                        <p:tgtEl>
                                          <p:spTgt spid="33"/>
                                        </p:tgtEl>
                                        <p:attrNameLst>
                                          <p:attrName>style.visibility</p:attrName>
                                        </p:attrNameLst>
                                      </p:cBhvr>
                                      <p:to>
                                        <p:strVal val="visible"/>
                                      </p:to>
                                    </p:set>
                                  </p:childTnLst>
                                </p:cTn>
                              </p:par>
                              <p:par>
                                <p:cTn id="1048" presetID="1" presetClass="entr" presetSubtype="0" fill="hold" grpId="0" nodeType="withEffect">
                                  <p:stCondLst>
                                    <p:cond delay="0"/>
                                  </p:stCondLst>
                                  <p:childTnLst>
                                    <p:set>
                                      <p:cBhvr>
                                        <p:cTn id="1049" dur="1" fill="hold">
                                          <p:stCondLst>
                                            <p:cond delay="0"/>
                                          </p:stCondLst>
                                        </p:cTn>
                                        <p:tgtEl>
                                          <p:spTgt spid="34"/>
                                        </p:tgtEl>
                                        <p:attrNameLst>
                                          <p:attrName>style.visibility</p:attrName>
                                        </p:attrNameLst>
                                      </p:cBhvr>
                                      <p:to>
                                        <p:strVal val="visible"/>
                                      </p:to>
                                    </p:set>
                                  </p:childTnLst>
                                </p:cTn>
                              </p:par>
                              <p:par>
                                <p:cTn id="1050" presetID="1" presetClass="entr" presetSubtype="0" fill="hold" grpId="0" nodeType="withEffect">
                                  <p:stCondLst>
                                    <p:cond delay="0"/>
                                  </p:stCondLst>
                                  <p:childTnLst>
                                    <p:set>
                                      <p:cBhvr>
                                        <p:cTn id="1051" dur="1" fill="hold">
                                          <p:stCondLst>
                                            <p:cond delay="0"/>
                                          </p:stCondLst>
                                        </p:cTn>
                                        <p:tgtEl>
                                          <p:spTgt spid="35"/>
                                        </p:tgtEl>
                                        <p:attrNameLst>
                                          <p:attrName>style.visibility</p:attrName>
                                        </p:attrNameLst>
                                      </p:cBhvr>
                                      <p:to>
                                        <p:strVal val="visible"/>
                                      </p:to>
                                    </p:set>
                                  </p:childTnLst>
                                </p:cTn>
                              </p:par>
                              <p:par>
                                <p:cTn id="1052" presetID="1" presetClass="entr" presetSubtype="0" fill="hold" grpId="0" nodeType="withEffect">
                                  <p:stCondLst>
                                    <p:cond delay="0"/>
                                  </p:stCondLst>
                                  <p:childTnLst>
                                    <p:set>
                                      <p:cBhvr>
                                        <p:cTn id="1053" dur="1" fill="hold">
                                          <p:stCondLst>
                                            <p:cond delay="0"/>
                                          </p:stCondLst>
                                        </p:cTn>
                                        <p:tgtEl>
                                          <p:spTgt spid="36"/>
                                        </p:tgtEl>
                                        <p:attrNameLst>
                                          <p:attrName>style.visibility</p:attrName>
                                        </p:attrNameLst>
                                      </p:cBhvr>
                                      <p:to>
                                        <p:strVal val="visible"/>
                                      </p:to>
                                    </p:set>
                                  </p:childTnLst>
                                </p:cTn>
                              </p:par>
                              <p:par>
                                <p:cTn id="1054" presetID="1" presetClass="entr" presetSubtype="0" fill="hold" grpId="0" nodeType="withEffect">
                                  <p:stCondLst>
                                    <p:cond delay="0"/>
                                  </p:stCondLst>
                                  <p:childTnLst>
                                    <p:set>
                                      <p:cBhvr>
                                        <p:cTn id="1055" dur="1" fill="hold">
                                          <p:stCondLst>
                                            <p:cond delay="0"/>
                                          </p:stCondLst>
                                        </p:cTn>
                                        <p:tgtEl>
                                          <p:spTgt spid="37"/>
                                        </p:tgtEl>
                                        <p:attrNameLst>
                                          <p:attrName>style.visibility</p:attrName>
                                        </p:attrNameLst>
                                      </p:cBhvr>
                                      <p:to>
                                        <p:strVal val="visible"/>
                                      </p:to>
                                    </p:set>
                                  </p:childTnLst>
                                </p:cTn>
                              </p:par>
                              <p:par>
                                <p:cTn id="1056" presetID="1" presetClass="entr" presetSubtype="0" fill="hold" grpId="0" nodeType="withEffect">
                                  <p:stCondLst>
                                    <p:cond delay="0"/>
                                  </p:stCondLst>
                                  <p:childTnLst>
                                    <p:set>
                                      <p:cBhvr>
                                        <p:cTn id="1057" dur="1" fill="hold">
                                          <p:stCondLst>
                                            <p:cond delay="0"/>
                                          </p:stCondLst>
                                        </p:cTn>
                                        <p:tgtEl>
                                          <p:spTgt spid="38"/>
                                        </p:tgtEl>
                                        <p:attrNameLst>
                                          <p:attrName>style.visibility</p:attrName>
                                        </p:attrNameLst>
                                      </p:cBhvr>
                                      <p:to>
                                        <p:strVal val="visible"/>
                                      </p:to>
                                    </p:set>
                                  </p:childTnLst>
                                </p:cTn>
                              </p:par>
                              <p:par>
                                <p:cTn id="1058" presetID="1" presetClass="entr" presetSubtype="0" fill="hold" grpId="0" nodeType="withEffect">
                                  <p:stCondLst>
                                    <p:cond delay="0"/>
                                  </p:stCondLst>
                                  <p:childTnLst>
                                    <p:set>
                                      <p:cBhvr>
                                        <p:cTn id="1059" dur="1" fill="hold">
                                          <p:stCondLst>
                                            <p:cond delay="0"/>
                                          </p:stCondLst>
                                        </p:cTn>
                                        <p:tgtEl>
                                          <p:spTgt spid="39"/>
                                        </p:tgtEl>
                                        <p:attrNameLst>
                                          <p:attrName>style.visibility</p:attrName>
                                        </p:attrNameLst>
                                      </p:cBhvr>
                                      <p:to>
                                        <p:strVal val="visible"/>
                                      </p:to>
                                    </p:set>
                                  </p:childTnLst>
                                </p:cTn>
                              </p:par>
                              <p:par>
                                <p:cTn id="1060" presetID="1" presetClass="entr" presetSubtype="0" fill="hold" grpId="0" nodeType="withEffect">
                                  <p:stCondLst>
                                    <p:cond delay="0"/>
                                  </p:stCondLst>
                                  <p:childTnLst>
                                    <p:set>
                                      <p:cBhvr>
                                        <p:cTn id="1061" dur="1" fill="hold">
                                          <p:stCondLst>
                                            <p:cond delay="0"/>
                                          </p:stCondLst>
                                        </p:cTn>
                                        <p:tgtEl>
                                          <p:spTgt spid="40"/>
                                        </p:tgtEl>
                                        <p:attrNameLst>
                                          <p:attrName>style.visibility</p:attrName>
                                        </p:attrNameLst>
                                      </p:cBhvr>
                                      <p:to>
                                        <p:strVal val="visible"/>
                                      </p:to>
                                    </p:set>
                                  </p:childTnLst>
                                </p:cTn>
                              </p:par>
                              <p:par>
                                <p:cTn id="1062" presetID="1" presetClass="entr" presetSubtype="0" fill="hold" grpId="0" nodeType="withEffect">
                                  <p:stCondLst>
                                    <p:cond delay="0"/>
                                  </p:stCondLst>
                                  <p:childTnLst>
                                    <p:set>
                                      <p:cBhvr>
                                        <p:cTn id="1063" dur="1" fill="hold">
                                          <p:stCondLst>
                                            <p:cond delay="0"/>
                                          </p:stCondLst>
                                        </p:cTn>
                                        <p:tgtEl>
                                          <p:spTgt spid="41"/>
                                        </p:tgtEl>
                                        <p:attrNameLst>
                                          <p:attrName>style.visibility</p:attrName>
                                        </p:attrNameLst>
                                      </p:cBhvr>
                                      <p:to>
                                        <p:strVal val="visible"/>
                                      </p:to>
                                    </p:set>
                                  </p:childTnLst>
                                </p:cTn>
                              </p:par>
                              <p:par>
                                <p:cTn id="1064" presetID="1" presetClass="entr" presetSubtype="0" fill="hold" grpId="0" nodeType="withEffect">
                                  <p:stCondLst>
                                    <p:cond delay="0"/>
                                  </p:stCondLst>
                                  <p:childTnLst>
                                    <p:set>
                                      <p:cBhvr>
                                        <p:cTn id="1065" dur="1" fill="hold">
                                          <p:stCondLst>
                                            <p:cond delay="0"/>
                                          </p:stCondLst>
                                        </p:cTn>
                                        <p:tgtEl>
                                          <p:spTgt spid="42"/>
                                        </p:tgtEl>
                                        <p:attrNameLst>
                                          <p:attrName>style.visibility</p:attrName>
                                        </p:attrNameLst>
                                      </p:cBhvr>
                                      <p:to>
                                        <p:strVal val="visible"/>
                                      </p:to>
                                    </p:set>
                                  </p:childTnLst>
                                </p:cTn>
                              </p:par>
                              <p:par>
                                <p:cTn id="1066" presetID="1" presetClass="entr" presetSubtype="0" fill="hold" grpId="0" nodeType="withEffect">
                                  <p:stCondLst>
                                    <p:cond delay="0"/>
                                  </p:stCondLst>
                                  <p:childTnLst>
                                    <p:set>
                                      <p:cBhvr>
                                        <p:cTn id="1067" dur="1" fill="hold">
                                          <p:stCondLst>
                                            <p:cond delay="0"/>
                                          </p:stCondLst>
                                        </p:cTn>
                                        <p:tgtEl>
                                          <p:spTgt spid="43"/>
                                        </p:tgtEl>
                                        <p:attrNameLst>
                                          <p:attrName>style.visibility</p:attrName>
                                        </p:attrNameLst>
                                      </p:cBhvr>
                                      <p:to>
                                        <p:strVal val="visible"/>
                                      </p:to>
                                    </p:set>
                                  </p:childTnLst>
                                </p:cTn>
                              </p:par>
                              <p:par>
                                <p:cTn id="1068" presetID="1" presetClass="entr" presetSubtype="0" fill="hold" grpId="0" nodeType="withEffect">
                                  <p:stCondLst>
                                    <p:cond delay="0"/>
                                  </p:stCondLst>
                                  <p:childTnLst>
                                    <p:set>
                                      <p:cBhvr>
                                        <p:cTn id="1069" dur="1" fill="hold">
                                          <p:stCondLst>
                                            <p:cond delay="0"/>
                                          </p:stCondLst>
                                        </p:cTn>
                                        <p:tgtEl>
                                          <p:spTgt spid="44"/>
                                        </p:tgtEl>
                                        <p:attrNameLst>
                                          <p:attrName>style.visibility</p:attrName>
                                        </p:attrNameLst>
                                      </p:cBhvr>
                                      <p:to>
                                        <p:strVal val="visible"/>
                                      </p:to>
                                    </p:set>
                                  </p:childTnLst>
                                </p:cTn>
                              </p:par>
                              <p:par>
                                <p:cTn id="1070" presetID="1" presetClass="entr" presetSubtype="0" fill="hold" grpId="0" nodeType="withEffect">
                                  <p:stCondLst>
                                    <p:cond delay="0"/>
                                  </p:stCondLst>
                                  <p:childTnLst>
                                    <p:set>
                                      <p:cBhvr>
                                        <p:cTn id="1071" dur="1" fill="hold">
                                          <p:stCondLst>
                                            <p:cond delay="0"/>
                                          </p:stCondLst>
                                        </p:cTn>
                                        <p:tgtEl>
                                          <p:spTgt spid="45"/>
                                        </p:tgtEl>
                                        <p:attrNameLst>
                                          <p:attrName>style.visibility</p:attrName>
                                        </p:attrNameLst>
                                      </p:cBhvr>
                                      <p:to>
                                        <p:strVal val="visible"/>
                                      </p:to>
                                    </p:set>
                                  </p:childTnLst>
                                </p:cTn>
                              </p:par>
                              <p:par>
                                <p:cTn id="1072" presetID="1" presetClass="entr" presetSubtype="0" fill="hold" grpId="0" nodeType="withEffect">
                                  <p:stCondLst>
                                    <p:cond delay="0"/>
                                  </p:stCondLst>
                                  <p:childTnLst>
                                    <p:set>
                                      <p:cBhvr>
                                        <p:cTn id="1073" dur="1" fill="hold">
                                          <p:stCondLst>
                                            <p:cond delay="0"/>
                                          </p:stCondLst>
                                        </p:cTn>
                                        <p:tgtEl>
                                          <p:spTgt spid="46"/>
                                        </p:tgtEl>
                                        <p:attrNameLst>
                                          <p:attrName>style.visibility</p:attrName>
                                        </p:attrNameLst>
                                      </p:cBhvr>
                                      <p:to>
                                        <p:strVal val="visible"/>
                                      </p:to>
                                    </p:set>
                                  </p:childTnLst>
                                </p:cTn>
                              </p:par>
                              <p:par>
                                <p:cTn id="1074" presetID="1" presetClass="entr" presetSubtype="0" fill="hold" grpId="0" nodeType="withEffect">
                                  <p:stCondLst>
                                    <p:cond delay="0"/>
                                  </p:stCondLst>
                                  <p:childTnLst>
                                    <p:set>
                                      <p:cBhvr>
                                        <p:cTn id="1075" dur="1" fill="hold">
                                          <p:stCondLst>
                                            <p:cond delay="0"/>
                                          </p:stCondLst>
                                        </p:cTn>
                                        <p:tgtEl>
                                          <p:spTgt spid="47"/>
                                        </p:tgtEl>
                                        <p:attrNameLst>
                                          <p:attrName>style.visibility</p:attrName>
                                        </p:attrNameLst>
                                      </p:cBhvr>
                                      <p:to>
                                        <p:strVal val="visible"/>
                                      </p:to>
                                    </p:set>
                                  </p:childTnLst>
                                </p:cTn>
                              </p:par>
                              <p:par>
                                <p:cTn id="1076" presetID="1" presetClass="entr" presetSubtype="0" fill="hold" grpId="0" nodeType="withEffect">
                                  <p:stCondLst>
                                    <p:cond delay="0"/>
                                  </p:stCondLst>
                                  <p:childTnLst>
                                    <p:set>
                                      <p:cBhvr>
                                        <p:cTn id="1077" dur="1" fill="hold">
                                          <p:stCondLst>
                                            <p:cond delay="0"/>
                                          </p:stCondLst>
                                        </p:cTn>
                                        <p:tgtEl>
                                          <p:spTgt spid="48"/>
                                        </p:tgtEl>
                                        <p:attrNameLst>
                                          <p:attrName>style.visibility</p:attrName>
                                        </p:attrNameLst>
                                      </p:cBhvr>
                                      <p:to>
                                        <p:strVal val="visible"/>
                                      </p:to>
                                    </p:set>
                                  </p:childTnLst>
                                </p:cTn>
                              </p:par>
                              <p:par>
                                <p:cTn id="1078" presetID="1" presetClass="entr" presetSubtype="0" fill="hold" grpId="0" nodeType="withEffect">
                                  <p:stCondLst>
                                    <p:cond delay="0"/>
                                  </p:stCondLst>
                                  <p:childTnLst>
                                    <p:set>
                                      <p:cBhvr>
                                        <p:cTn id="1079" dur="1" fill="hold">
                                          <p:stCondLst>
                                            <p:cond delay="0"/>
                                          </p:stCondLst>
                                        </p:cTn>
                                        <p:tgtEl>
                                          <p:spTgt spid="49"/>
                                        </p:tgtEl>
                                        <p:attrNameLst>
                                          <p:attrName>style.visibility</p:attrName>
                                        </p:attrNameLst>
                                      </p:cBhvr>
                                      <p:to>
                                        <p:strVal val="visible"/>
                                      </p:to>
                                    </p:set>
                                  </p:childTnLst>
                                </p:cTn>
                              </p:par>
                              <p:par>
                                <p:cTn id="1080" presetID="1" presetClass="entr" presetSubtype="0" fill="hold" grpId="0" nodeType="withEffect">
                                  <p:stCondLst>
                                    <p:cond delay="0"/>
                                  </p:stCondLst>
                                  <p:childTnLst>
                                    <p:set>
                                      <p:cBhvr>
                                        <p:cTn id="1081" dur="1" fill="hold">
                                          <p:stCondLst>
                                            <p:cond delay="0"/>
                                          </p:stCondLst>
                                        </p:cTn>
                                        <p:tgtEl>
                                          <p:spTgt spid="50"/>
                                        </p:tgtEl>
                                        <p:attrNameLst>
                                          <p:attrName>style.visibility</p:attrName>
                                        </p:attrNameLst>
                                      </p:cBhvr>
                                      <p:to>
                                        <p:strVal val="visible"/>
                                      </p:to>
                                    </p:set>
                                  </p:childTnLst>
                                </p:cTn>
                              </p:par>
                              <p:par>
                                <p:cTn id="1082" presetID="1" presetClass="entr" presetSubtype="0" fill="hold" grpId="0" nodeType="withEffect">
                                  <p:stCondLst>
                                    <p:cond delay="0"/>
                                  </p:stCondLst>
                                  <p:childTnLst>
                                    <p:set>
                                      <p:cBhvr>
                                        <p:cTn id="1083" dur="1" fill="hold">
                                          <p:stCondLst>
                                            <p:cond delay="0"/>
                                          </p:stCondLst>
                                        </p:cTn>
                                        <p:tgtEl>
                                          <p:spTgt spid="51"/>
                                        </p:tgtEl>
                                        <p:attrNameLst>
                                          <p:attrName>style.visibility</p:attrName>
                                        </p:attrNameLst>
                                      </p:cBhvr>
                                      <p:to>
                                        <p:strVal val="visible"/>
                                      </p:to>
                                    </p:set>
                                  </p:childTnLst>
                                </p:cTn>
                              </p:par>
                              <p:par>
                                <p:cTn id="1084" presetID="1" presetClass="entr" presetSubtype="0" fill="hold" grpId="0" nodeType="withEffect">
                                  <p:stCondLst>
                                    <p:cond delay="0"/>
                                  </p:stCondLst>
                                  <p:childTnLst>
                                    <p:set>
                                      <p:cBhvr>
                                        <p:cTn id="1085" dur="1" fill="hold">
                                          <p:stCondLst>
                                            <p:cond delay="0"/>
                                          </p:stCondLst>
                                        </p:cTn>
                                        <p:tgtEl>
                                          <p:spTgt spid="52"/>
                                        </p:tgtEl>
                                        <p:attrNameLst>
                                          <p:attrName>style.visibility</p:attrName>
                                        </p:attrNameLst>
                                      </p:cBhvr>
                                      <p:to>
                                        <p:strVal val="visible"/>
                                      </p:to>
                                    </p:set>
                                  </p:childTnLst>
                                </p:cTn>
                              </p:par>
                              <p:par>
                                <p:cTn id="1086" presetID="1" presetClass="entr" presetSubtype="0" fill="hold" grpId="0" nodeType="withEffect">
                                  <p:stCondLst>
                                    <p:cond delay="0"/>
                                  </p:stCondLst>
                                  <p:childTnLst>
                                    <p:set>
                                      <p:cBhvr>
                                        <p:cTn id="1087" dur="1" fill="hold">
                                          <p:stCondLst>
                                            <p:cond delay="0"/>
                                          </p:stCondLst>
                                        </p:cTn>
                                        <p:tgtEl>
                                          <p:spTgt spid="53"/>
                                        </p:tgtEl>
                                        <p:attrNameLst>
                                          <p:attrName>style.visibility</p:attrName>
                                        </p:attrNameLst>
                                      </p:cBhvr>
                                      <p:to>
                                        <p:strVal val="visible"/>
                                      </p:to>
                                    </p:set>
                                  </p:childTnLst>
                                </p:cTn>
                              </p:par>
                              <p:par>
                                <p:cTn id="1088" presetID="1" presetClass="entr" presetSubtype="0" fill="hold" grpId="0" nodeType="withEffect">
                                  <p:stCondLst>
                                    <p:cond delay="0"/>
                                  </p:stCondLst>
                                  <p:childTnLst>
                                    <p:set>
                                      <p:cBhvr>
                                        <p:cTn id="1089" dur="1" fill="hold">
                                          <p:stCondLst>
                                            <p:cond delay="0"/>
                                          </p:stCondLst>
                                        </p:cTn>
                                        <p:tgtEl>
                                          <p:spTgt spid="54"/>
                                        </p:tgtEl>
                                        <p:attrNameLst>
                                          <p:attrName>style.visibility</p:attrName>
                                        </p:attrNameLst>
                                      </p:cBhvr>
                                      <p:to>
                                        <p:strVal val="visible"/>
                                      </p:to>
                                    </p:set>
                                  </p:childTnLst>
                                </p:cTn>
                              </p:par>
                              <p:par>
                                <p:cTn id="1090" presetID="1" presetClass="entr" presetSubtype="0" fill="hold" grpId="0" nodeType="withEffect">
                                  <p:stCondLst>
                                    <p:cond delay="0"/>
                                  </p:stCondLst>
                                  <p:childTnLst>
                                    <p:set>
                                      <p:cBhvr>
                                        <p:cTn id="1091" dur="1" fill="hold">
                                          <p:stCondLst>
                                            <p:cond delay="0"/>
                                          </p:stCondLst>
                                        </p:cTn>
                                        <p:tgtEl>
                                          <p:spTgt spid="55"/>
                                        </p:tgtEl>
                                        <p:attrNameLst>
                                          <p:attrName>style.visibility</p:attrName>
                                        </p:attrNameLst>
                                      </p:cBhvr>
                                      <p:to>
                                        <p:strVal val="visible"/>
                                      </p:to>
                                    </p:set>
                                  </p:childTnLst>
                                </p:cTn>
                              </p:par>
                              <p:par>
                                <p:cTn id="1092" presetID="1" presetClass="entr" presetSubtype="0" fill="hold" grpId="0" nodeType="withEffect">
                                  <p:stCondLst>
                                    <p:cond delay="0"/>
                                  </p:stCondLst>
                                  <p:childTnLst>
                                    <p:set>
                                      <p:cBhvr>
                                        <p:cTn id="1093" dur="1" fill="hold">
                                          <p:stCondLst>
                                            <p:cond delay="0"/>
                                          </p:stCondLst>
                                        </p:cTn>
                                        <p:tgtEl>
                                          <p:spTgt spid="56"/>
                                        </p:tgtEl>
                                        <p:attrNameLst>
                                          <p:attrName>style.visibility</p:attrName>
                                        </p:attrNameLst>
                                      </p:cBhvr>
                                      <p:to>
                                        <p:strVal val="visible"/>
                                      </p:to>
                                    </p:set>
                                  </p:childTnLst>
                                </p:cTn>
                              </p:par>
                              <p:par>
                                <p:cTn id="1094" presetID="1" presetClass="entr" presetSubtype="0" fill="hold" grpId="0" nodeType="withEffect">
                                  <p:stCondLst>
                                    <p:cond delay="0"/>
                                  </p:stCondLst>
                                  <p:childTnLst>
                                    <p:set>
                                      <p:cBhvr>
                                        <p:cTn id="1095" dur="1" fill="hold">
                                          <p:stCondLst>
                                            <p:cond delay="0"/>
                                          </p:stCondLst>
                                        </p:cTn>
                                        <p:tgtEl>
                                          <p:spTgt spid="57"/>
                                        </p:tgtEl>
                                        <p:attrNameLst>
                                          <p:attrName>style.visibility</p:attrName>
                                        </p:attrNameLst>
                                      </p:cBhvr>
                                      <p:to>
                                        <p:strVal val="visible"/>
                                      </p:to>
                                    </p:set>
                                  </p:childTnLst>
                                </p:cTn>
                              </p:par>
                              <p:par>
                                <p:cTn id="1096" presetID="1" presetClass="entr" presetSubtype="0" fill="hold" grpId="0" nodeType="withEffect">
                                  <p:stCondLst>
                                    <p:cond delay="0"/>
                                  </p:stCondLst>
                                  <p:childTnLst>
                                    <p:set>
                                      <p:cBhvr>
                                        <p:cTn id="1097" dur="1" fill="hold">
                                          <p:stCondLst>
                                            <p:cond delay="0"/>
                                          </p:stCondLst>
                                        </p:cTn>
                                        <p:tgtEl>
                                          <p:spTgt spid="58"/>
                                        </p:tgtEl>
                                        <p:attrNameLst>
                                          <p:attrName>style.visibility</p:attrName>
                                        </p:attrNameLst>
                                      </p:cBhvr>
                                      <p:to>
                                        <p:strVal val="visible"/>
                                      </p:to>
                                    </p:set>
                                  </p:childTnLst>
                                </p:cTn>
                              </p:par>
                              <p:par>
                                <p:cTn id="1098" presetID="1" presetClass="entr" presetSubtype="0" fill="hold" grpId="0" nodeType="withEffect">
                                  <p:stCondLst>
                                    <p:cond delay="0"/>
                                  </p:stCondLst>
                                  <p:childTnLst>
                                    <p:set>
                                      <p:cBhvr>
                                        <p:cTn id="1099" dur="1" fill="hold">
                                          <p:stCondLst>
                                            <p:cond delay="0"/>
                                          </p:stCondLst>
                                        </p:cTn>
                                        <p:tgtEl>
                                          <p:spTgt spid="59"/>
                                        </p:tgtEl>
                                        <p:attrNameLst>
                                          <p:attrName>style.visibility</p:attrName>
                                        </p:attrNameLst>
                                      </p:cBhvr>
                                      <p:to>
                                        <p:strVal val="visible"/>
                                      </p:to>
                                    </p:set>
                                  </p:childTnLst>
                                </p:cTn>
                              </p:par>
                              <p:par>
                                <p:cTn id="1100" presetID="1" presetClass="entr" presetSubtype="0" fill="hold" grpId="0" nodeType="withEffect">
                                  <p:stCondLst>
                                    <p:cond delay="0"/>
                                  </p:stCondLst>
                                  <p:childTnLst>
                                    <p:set>
                                      <p:cBhvr>
                                        <p:cTn id="1101" dur="1" fill="hold">
                                          <p:stCondLst>
                                            <p:cond delay="0"/>
                                          </p:stCondLst>
                                        </p:cTn>
                                        <p:tgtEl>
                                          <p:spTgt spid="60"/>
                                        </p:tgtEl>
                                        <p:attrNameLst>
                                          <p:attrName>style.visibility</p:attrName>
                                        </p:attrNameLst>
                                      </p:cBhvr>
                                      <p:to>
                                        <p:strVal val="visible"/>
                                      </p:to>
                                    </p:set>
                                  </p:childTnLst>
                                </p:cTn>
                              </p:par>
                              <p:par>
                                <p:cTn id="1102" presetID="1" presetClass="entr" presetSubtype="0" fill="hold" grpId="0" nodeType="withEffect">
                                  <p:stCondLst>
                                    <p:cond delay="0"/>
                                  </p:stCondLst>
                                  <p:childTnLst>
                                    <p:set>
                                      <p:cBhvr>
                                        <p:cTn id="1103" dur="1" fill="hold">
                                          <p:stCondLst>
                                            <p:cond delay="0"/>
                                          </p:stCondLst>
                                        </p:cTn>
                                        <p:tgtEl>
                                          <p:spTgt spid="61"/>
                                        </p:tgtEl>
                                        <p:attrNameLst>
                                          <p:attrName>style.visibility</p:attrName>
                                        </p:attrNameLst>
                                      </p:cBhvr>
                                      <p:to>
                                        <p:strVal val="visible"/>
                                      </p:to>
                                    </p:set>
                                  </p:childTnLst>
                                </p:cTn>
                              </p:par>
                              <p:par>
                                <p:cTn id="1104" presetID="1" presetClass="entr" presetSubtype="0" fill="hold" grpId="0" nodeType="withEffect">
                                  <p:stCondLst>
                                    <p:cond delay="0"/>
                                  </p:stCondLst>
                                  <p:childTnLst>
                                    <p:set>
                                      <p:cBhvr>
                                        <p:cTn id="1105" dur="1" fill="hold">
                                          <p:stCondLst>
                                            <p:cond delay="0"/>
                                          </p:stCondLst>
                                        </p:cTn>
                                        <p:tgtEl>
                                          <p:spTgt spid="62"/>
                                        </p:tgtEl>
                                        <p:attrNameLst>
                                          <p:attrName>style.visibility</p:attrName>
                                        </p:attrNameLst>
                                      </p:cBhvr>
                                      <p:to>
                                        <p:strVal val="visible"/>
                                      </p:to>
                                    </p:set>
                                  </p:childTnLst>
                                </p:cTn>
                              </p:par>
                              <p:par>
                                <p:cTn id="1106" presetID="1" presetClass="entr" presetSubtype="0" fill="hold" grpId="0" nodeType="withEffect">
                                  <p:stCondLst>
                                    <p:cond delay="0"/>
                                  </p:stCondLst>
                                  <p:childTnLst>
                                    <p:set>
                                      <p:cBhvr>
                                        <p:cTn id="1107" dur="1" fill="hold">
                                          <p:stCondLst>
                                            <p:cond delay="0"/>
                                          </p:stCondLst>
                                        </p:cTn>
                                        <p:tgtEl>
                                          <p:spTgt spid="63"/>
                                        </p:tgtEl>
                                        <p:attrNameLst>
                                          <p:attrName>style.visibility</p:attrName>
                                        </p:attrNameLst>
                                      </p:cBhvr>
                                      <p:to>
                                        <p:strVal val="visible"/>
                                      </p:to>
                                    </p:set>
                                  </p:childTnLst>
                                </p:cTn>
                              </p:par>
                              <p:par>
                                <p:cTn id="1108" presetID="1" presetClass="entr" presetSubtype="0" fill="hold" grpId="0" nodeType="withEffect">
                                  <p:stCondLst>
                                    <p:cond delay="0"/>
                                  </p:stCondLst>
                                  <p:childTnLst>
                                    <p:set>
                                      <p:cBhvr>
                                        <p:cTn id="1109" dur="1" fill="hold">
                                          <p:stCondLst>
                                            <p:cond delay="0"/>
                                          </p:stCondLst>
                                        </p:cTn>
                                        <p:tgtEl>
                                          <p:spTgt spid="64"/>
                                        </p:tgtEl>
                                        <p:attrNameLst>
                                          <p:attrName>style.visibility</p:attrName>
                                        </p:attrNameLst>
                                      </p:cBhvr>
                                      <p:to>
                                        <p:strVal val="visible"/>
                                      </p:to>
                                    </p:set>
                                  </p:childTnLst>
                                </p:cTn>
                              </p:par>
                              <p:par>
                                <p:cTn id="1110" presetID="1" presetClass="entr" presetSubtype="0" fill="hold" grpId="0" nodeType="withEffect">
                                  <p:stCondLst>
                                    <p:cond delay="0"/>
                                  </p:stCondLst>
                                  <p:childTnLst>
                                    <p:set>
                                      <p:cBhvr>
                                        <p:cTn id="1111" dur="1" fill="hold">
                                          <p:stCondLst>
                                            <p:cond delay="0"/>
                                          </p:stCondLst>
                                        </p:cTn>
                                        <p:tgtEl>
                                          <p:spTgt spid="65"/>
                                        </p:tgtEl>
                                        <p:attrNameLst>
                                          <p:attrName>style.visibility</p:attrName>
                                        </p:attrNameLst>
                                      </p:cBhvr>
                                      <p:to>
                                        <p:strVal val="visible"/>
                                      </p:to>
                                    </p:set>
                                  </p:childTnLst>
                                </p:cTn>
                              </p:par>
                              <p:par>
                                <p:cTn id="1112" presetID="1" presetClass="entr" presetSubtype="0" fill="hold" grpId="0" nodeType="withEffect">
                                  <p:stCondLst>
                                    <p:cond delay="0"/>
                                  </p:stCondLst>
                                  <p:childTnLst>
                                    <p:set>
                                      <p:cBhvr>
                                        <p:cTn id="1113" dur="1" fill="hold">
                                          <p:stCondLst>
                                            <p:cond delay="0"/>
                                          </p:stCondLst>
                                        </p:cTn>
                                        <p:tgtEl>
                                          <p:spTgt spid="66"/>
                                        </p:tgtEl>
                                        <p:attrNameLst>
                                          <p:attrName>style.visibility</p:attrName>
                                        </p:attrNameLst>
                                      </p:cBhvr>
                                      <p:to>
                                        <p:strVal val="visible"/>
                                      </p:to>
                                    </p:set>
                                  </p:childTnLst>
                                </p:cTn>
                              </p:par>
                              <p:par>
                                <p:cTn id="1114" presetID="1" presetClass="entr" presetSubtype="0" fill="hold" grpId="0" nodeType="withEffect">
                                  <p:stCondLst>
                                    <p:cond delay="0"/>
                                  </p:stCondLst>
                                  <p:childTnLst>
                                    <p:set>
                                      <p:cBhvr>
                                        <p:cTn id="1115" dur="1" fill="hold">
                                          <p:stCondLst>
                                            <p:cond delay="0"/>
                                          </p:stCondLst>
                                        </p:cTn>
                                        <p:tgtEl>
                                          <p:spTgt spid="67"/>
                                        </p:tgtEl>
                                        <p:attrNameLst>
                                          <p:attrName>style.visibility</p:attrName>
                                        </p:attrNameLst>
                                      </p:cBhvr>
                                      <p:to>
                                        <p:strVal val="visible"/>
                                      </p:to>
                                    </p:set>
                                  </p:childTnLst>
                                </p:cTn>
                              </p:par>
                              <p:par>
                                <p:cTn id="1116" presetID="1" presetClass="entr" presetSubtype="0" fill="hold" grpId="0" nodeType="withEffect">
                                  <p:stCondLst>
                                    <p:cond delay="0"/>
                                  </p:stCondLst>
                                  <p:childTnLst>
                                    <p:set>
                                      <p:cBhvr>
                                        <p:cTn id="1117" dur="1" fill="hold">
                                          <p:stCondLst>
                                            <p:cond delay="0"/>
                                          </p:stCondLst>
                                        </p:cTn>
                                        <p:tgtEl>
                                          <p:spTgt spid="68"/>
                                        </p:tgtEl>
                                        <p:attrNameLst>
                                          <p:attrName>style.visibility</p:attrName>
                                        </p:attrNameLst>
                                      </p:cBhvr>
                                      <p:to>
                                        <p:strVal val="visible"/>
                                      </p:to>
                                    </p:set>
                                  </p:childTnLst>
                                </p:cTn>
                              </p:par>
                              <p:par>
                                <p:cTn id="1118" presetID="1" presetClass="entr" presetSubtype="0" fill="hold" grpId="0" nodeType="withEffect">
                                  <p:stCondLst>
                                    <p:cond delay="0"/>
                                  </p:stCondLst>
                                  <p:childTnLst>
                                    <p:set>
                                      <p:cBhvr>
                                        <p:cTn id="1119" dur="1" fill="hold">
                                          <p:stCondLst>
                                            <p:cond delay="0"/>
                                          </p:stCondLst>
                                        </p:cTn>
                                        <p:tgtEl>
                                          <p:spTgt spid="69"/>
                                        </p:tgtEl>
                                        <p:attrNameLst>
                                          <p:attrName>style.visibility</p:attrName>
                                        </p:attrNameLst>
                                      </p:cBhvr>
                                      <p:to>
                                        <p:strVal val="visible"/>
                                      </p:to>
                                    </p:set>
                                  </p:childTnLst>
                                </p:cTn>
                              </p:par>
                              <p:par>
                                <p:cTn id="1120" presetID="1" presetClass="entr" presetSubtype="0" fill="hold" grpId="0" nodeType="withEffect">
                                  <p:stCondLst>
                                    <p:cond delay="0"/>
                                  </p:stCondLst>
                                  <p:childTnLst>
                                    <p:set>
                                      <p:cBhvr>
                                        <p:cTn id="1121" dur="1" fill="hold">
                                          <p:stCondLst>
                                            <p:cond delay="0"/>
                                          </p:stCondLst>
                                        </p:cTn>
                                        <p:tgtEl>
                                          <p:spTgt spid="70"/>
                                        </p:tgtEl>
                                        <p:attrNameLst>
                                          <p:attrName>style.visibility</p:attrName>
                                        </p:attrNameLst>
                                      </p:cBhvr>
                                      <p:to>
                                        <p:strVal val="visible"/>
                                      </p:to>
                                    </p:set>
                                  </p:childTnLst>
                                </p:cTn>
                              </p:par>
                              <p:par>
                                <p:cTn id="1122" presetID="1" presetClass="entr" presetSubtype="0" fill="hold" grpId="0" nodeType="withEffect">
                                  <p:stCondLst>
                                    <p:cond delay="0"/>
                                  </p:stCondLst>
                                  <p:childTnLst>
                                    <p:set>
                                      <p:cBhvr>
                                        <p:cTn id="1123" dur="1" fill="hold">
                                          <p:stCondLst>
                                            <p:cond delay="0"/>
                                          </p:stCondLst>
                                        </p:cTn>
                                        <p:tgtEl>
                                          <p:spTgt spid="71"/>
                                        </p:tgtEl>
                                        <p:attrNameLst>
                                          <p:attrName>style.visibility</p:attrName>
                                        </p:attrNameLst>
                                      </p:cBhvr>
                                      <p:to>
                                        <p:strVal val="visible"/>
                                      </p:to>
                                    </p:set>
                                  </p:childTnLst>
                                </p:cTn>
                              </p:par>
                              <p:par>
                                <p:cTn id="1124" presetID="1" presetClass="entr" presetSubtype="0" fill="hold" grpId="0" nodeType="withEffect">
                                  <p:stCondLst>
                                    <p:cond delay="0"/>
                                  </p:stCondLst>
                                  <p:childTnLst>
                                    <p:set>
                                      <p:cBhvr>
                                        <p:cTn id="1125" dur="1" fill="hold">
                                          <p:stCondLst>
                                            <p:cond delay="0"/>
                                          </p:stCondLst>
                                        </p:cTn>
                                        <p:tgtEl>
                                          <p:spTgt spid="72"/>
                                        </p:tgtEl>
                                        <p:attrNameLst>
                                          <p:attrName>style.visibility</p:attrName>
                                        </p:attrNameLst>
                                      </p:cBhvr>
                                      <p:to>
                                        <p:strVal val="visible"/>
                                      </p:to>
                                    </p:set>
                                  </p:childTnLst>
                                </p:cTn>
                              </p:par>
                              <p:par>
                                <p:cTn id="1126" presetID="1" presetClass="entr" presetSubtype="0" fill="hold" grpId="0" nodeType="withEffect">
                                  <p:stCondLst>
                                    <p:cond delay="0"/>
                                  </p:stCondLst>
                                  <p:childTnLst>
                                    <p:set>
                                      <p:cBhvr>
                                        <p:cTn id="1127" dur="1" fill="hold">
                                          <p:stCondLst>
                                            <p:cond delay="0"/>
                                          </p:stCondLst>
                                        </p:cTn>
                                        <p:tgtEl>
                                          <p:spTgt spid="73"/>
                                        </p:tgtEl>
                                        <p:attrNameLst>
                                          <p:attrName>style.visibility</p:attrName>
                                        </p:attrNameLst>
                                      </p:cBhvr>
                                      <p:to>
                                        <p:strVal val="visible"/>
                                      </p:to>
                                    </p:set>
                                  </p:childTnLst>
                                </p:cTn>
                              </p:par>
                              <p:par>
                                <p:cTn id="1128" presetID="1" presetClass="entr" presetSubtype="0" fill="hold" grpId="0" nodeType="withEffect">
                                  <p:stCondLst>
                                    <p:cond delay="0"/>
                                  </p:stCondLst>
                                  <p:childTnLst>
                                    <p:set>
                                      <p:cBhvr>
                                        <p:cTn id="1129" dur="1" fill="hold">
                                          <p:stCondLst>
                                            <p:cond delay="0"/>
                                          </p:stCondLst>
                                        </p:cTn>
                                        <p:tgtEl>
                                          <p:spTgt spid="74"/>
                                        </p:tgtEl>
                                        <p:attrNameLst>
                                          <p:attrName>style.visibility</p:attrName>
                                        </p:attrNameLst>
                                      </p:cBhvr>
                                      <p:to>
                                        <p:strVal val="visible"/>
                                      </p:to>
                                    </p:set>
                                  </p:childTnLst>
                                </p:cTn>
                              </p:par>
                              <p:par>
                                <p:cTn id="1130" presetID="1" presetClass="entr" presetSubtype="0" fill="hold" grpId="0" nodeType="withEffect">
                                  <p:stCondLst>
                                    <p:cond delay="0"/>
                                  </p:stCondLst>
                                  <p:childTnLst>
                                    <p:set>
                                      <p:cBhvr>
                                        <p:cTn id="1131" dur="1" fill="hold">
                                          <p:stCondLst>
                                            <p:cond delay="0"/>
                                          </p:stCondLst>
                                        </p:cTn>
                                        <p:tgtEl>
                                          <p:spTgt spid="75"/>
                                        </p:tgtEl>
                                        <p:attrNameLst>
                                          <p:attrName>style.visibility</p:attrName>
                                        </p:attrNameLst>
                                      </p:cBhvr>
                                      <p:to>
                                        <p:strVal val="visible"/>
                                      </p:to>
                                    </p:set>
                                  </p:childTnLst>
                                </p:cTn>
                              </p:par>
                              <p:par>
                                <p:cTn id="1132" presetID="1" presetClass="entr" presetSubtype="0" fill="hold" grpId="0" nodeType="withEffect">
                                  <p:stCondLst>
                                    <p:cond delay="0"/>
                                  </p:stCondLst>
                                  <p:childTnLst>
                                    <p:set>
                                      <p:cBhvr>
                                        <p:cTn id="1133" dur="1" fill="hold">
                                          <p:stCondLst>
                                            <p:cond delay="0"/>
                                          </p:stCondLst>
                                        </p:cTn>
                                        <p:tgtEl>
                                          <p:spTgt spid="76"/>
                                        </p:tgtEl>
                                        <p:attrNameLst>
                                          <p:attrName>style.visibility</p:attrName>
                                        </p:attrNameLst>
                                      </p:cBhvr>
                                      <p:to>
                                        <p:strVal val="visible"/>
                                      </p:to>
                                    </p:set>
                                  </p:childTnLst>
                                </p:cTn>
                              </p:par>
                              <p:par>
                                <p:cTn id="1134" presetID="1" presetClass="entr" presetSubtype="0" fill="hold" grpId="0" nodeType="withEffect">
                                  <p:stCondLst>
                                    <p:cond delay="0"/>
                                  </p:stCondLst>
                                  <p:childTnLst>
                                    <p:set>
                                      <p:cBhvr>
                                        <p:cTn id="1135" dur="1" fill="hold">
                                          <p:stCondLst>
                                            <p:cond delay="0"/>
                                          </p:stCondLst>
                                        </p:cTn>
                                        <p:tgtEl>
                                          <p:spTgt spid="139"/>
                                        </p:tgtEl>
                                        <p:attrNameLst>
                                          <p:attrName>style.visibility</p:attrName>
                                        </p:attrNameLst>
                                      </p:cBhvr>
                                      <p:to>
                                        <p:strVal val="visible"/>
                                      </p:to>
                                    </p:set>
                                  </p:childTnLst>
                                </p:cTn>
                              </p:par>
                              <p:par>
                                <p:cTn id="1136" presetID="1" presetClass="entr" presetSubtype="0" fill="hold" grpId="0" nodeType="withEffect">
                                  <p:stCondLst>
                                    <p:cond delay="0"/>
                                  </p:stCondLst>
                                  <p:childTnLst>
                                    <p:set>
                                      <p:cBhvr>
                                        <p:cTn id="1137" dur="1" fill="hold">
                                          <p:stCondLst>
                                            <p:cond delay="0"/>
                                          </p:stCondLst>
                                        </p:cTn>
                                        <p:tgtEl>
                                          <p:spTgt spid="140"/>
                                        </p:tgtEl>
                                        <p:attrNameLst>
                                          <p:attrName>style.visibility</p:attrName>
                                        </p:attrNameLst>
                                      </p:cBhvr>
                                      <p:to>
                                        <p:strVal val="visible"/>
                                      </p:to>
                                    </p:set>
                                  </p:childTnLst>
                                </p:cTn>
                              </p:par>
                              <p:par>
                                <p:cTn id="1138" presetID="1" presetClass="entr" presetSubtype="0" fill="hold" grpId="0" nodeType="withEffect">
                                  <p:stCondLst>
                                    <p:cond delay="0"/>
                                  </p:stCondLst>
                                  <p:childTnLst>
                                    <p:set>
                                      <p:cBhvr>
                                        <p:cTn id="1139" dur="1" fill="hold">
                                          <p:stCondLst>
                                            <p:cond delay="0"/>
                                          </p:stCondLst>
                                        </p:cTn>
                                        <p:tgtEl>
                                          <p:spTgt spid="141"/>
                                        </p:tgtEl>
                                        <p:attrNameLst>
                                          <p:attrName>style.visibility</p:attrName>
                                        </p:attrNameLst>
                                      </p:cBhvr>
                                      <p:to>
                                        <p:strVal val="visible"/>
                                      </p:to>
                                    </p:set>
                                  </p:childTnLst>
                                </p:cTn>
                              </p:par>
                              <p:par>
                                <p:cTn id="1140" presetID="1" presetClass="entr" presetSubtype="0" fill="hold" grpId="0" nodeType="withEffect">
                                  <p:stCondLst>
                                    <p:cond delay="0"/>
                                  </p:stCondLst>
                                  <p:childTnLst>
                                    <p:set>
                                      <p:cBhvr>
                                        <p:cTn id="1141" dur="1" fill="hold">
                                          <p:stCondLst>
                                            <p:cond delay="0"/>
                                          </p:stCondLst>
                                        </p:cTn>
                                        <p:tgtEl>
                                          <p:spTgt spid="142"/>
                                        </p:tgtEl>
                                        <p:attrNameLst>
                                          <p:attrName>style.visibility</p:attrName>
                                        </p:attrNameLst>
                                      </p:cBhvr>
                                      <p:to>
                                        <p:strVal val="visible"/>
                                      </p:to>
                                    </p:set>
                                  </p:childTnLst>
                                </p:cTn>
                              </p:par>
                              <p:par>
                                <p:cTn id="1142" presetID="1" presetClass="entr" presetSubtype="0" fill="hold" grpId="0" nodeType="withEffect">
                                  <p:stCondLst>
                                    <p:cond delay="0"/>
                                  </p:stCondLst>
                                  <p:childTnLst>
                                    <p:set>
                                      <p:cBhvr>
                                        <p:cTn id="1143" dur="1" fill="hold">
                                          <p:stCondLst>
                                            <p:cond delay="0"/>
                                          </p:stCondLst>
                                        </p:cTn>
                                        <p:tgtEl>
                                          <p:spTgt spid="143"/>
                                        </p:tgtEl>
                                        <p:attrNameLst>
                                          <p:attrName>style.visibility</p:attrName>
                                        </p:attrNameLst>
                                      </p:cBhvr>
                                      <p:to>
                                        <p:strVal val="visible"/>
                                      </p:to>
                                    </p:set>
                                  </p:childTnLst>
                                </p:cTn>
                              </p:par>
                              <p:par>
                                <p:cTn id="1144" presetID="1" presetClass="entr" presetSubtype="0" fill="hold" grpId="0" nodeType="withEffect">
                                  <p:stCondLst>
                                    <p:cond delay="0"/>
                                  </p:stCondLst>
                                  <p:childTnLst>
                                    <p:set>
                                      <p:cBhvr>
                                        <p:cTn id="1145" dur="1" fill="hold">
                                          <p:stCondLst>
                                            <p:cond delay="0"/>
                                          </p:stCondLst>
                                        </p:cTn>
                                        <p:tgtEl>
                                          <p:spTgt spid="144"/>
                                        </p:tgtEl>
                                        <p:attrNameLst>
                                          <p:attrName>style.visibility</p:attrName>
                                        </p:attrNameLst>
                                      </p:cBhvr>
                                      <p:to>
                                        <p:strVal val="visible"/>
                                      </p:to>
                                    </p:set>
                                  </p:childTnLst>
                                </p:cTn>
                              </p:par>
                              <p:par>
                                <p:cTn id="1146" presetID="1" presetClass="entr" presetSubtype="0" fill="hold" grpId="0" nodeType="withEffect">
                                  <p:stCondLst>
                                    <p:cond delay="0"/>
                                  </p:stCondLst>
                                  <p:childTnLst>
                                    <p:set>
                                      <p:cBhvr>
                                        <p:cTn id="1147" dur="1" fill="hold">
                                          <p:stCondLst>
                                            <p:cond delay="0"/>
                                          </p:stCondLst>
                                        </p:cTn>
                                        <p:tgtEl>
                                          <p:spTgt spid="145"/>
                                        </p:tgtEl>
                                        <p:attrNameLst>
                                          <p:attrName>style.visibility</p:attrName>
                                        </p:attrNameLst>
                                      </p:cBhvr>
                                      <p:to>
                                        <p:strVal val="visible"/>
                                      </p:to>
                                    </p:set>
                                  </p:childTnLst>
                                </p:cTn>
                              </p:par>
                              <p:par>
                                <p:cTn id="1148" presetID="1" presetClass="entr" presetSubtype="0" fill="hold" grpId="0" nodeType="withEffect">
                                  <p:stCondLst>
                                    <p:cond delay="0"/>
                                  </p:stCondLst>
                                  <p:childTnLst>
                                    <p:set>
                                      <p:cBhvr>
                                        <p:cTn id="1149" dur="1" fill="hold">
                                          <p:stCondLst>
                                            <p:cond delay="0"/>
                                          </p:stCondLst>
                                        </p:cTn>
                                        <p:tgtEl>
                                          <p:spTgt spid="146"/>
                                        </p:tgtEl>
                                        <p:attrNameLst>
                                          <p:attrName>style.visibility</p:attrName>
                                        </p:attrNameLst>
                                      </p:cBhvr>
                                      <p:to>
                                        <p:strVal val="visible"/>
                                      </p:to>
                                    </p:set>
                                  </p:childTnLst>
                                </p:cTn>
                              </p:par>
                              <p:par>
                                <p:cTn id="1150" presetID="1" presetClass="entr" presetSubtype="0" fill="hold" grpId="0" nodeType="withEffect">
                                  <p:stCondLst>
                                    <p:cond delay="0"/>
                                  </p:stCondLst>
                                  <p:childTnLst>
                                    <p:set>
                                      <p:cBhvr>
                                        <p:cTn id="1151" dur="1" fill="hold">
                                          <p:stCondLst>
                                            <p:cond delay="0"/>
                                          </p:stCondLst>
                                        </p:cTn>
                                        <p:tgtEl>
                                          <p:spTgt spid="147"/>
                                        </p:tgtEl>
                                        <p:attrNameLst>
                                          <p:attrName>style.visibility</p:attrName>
                                        </p:attrNameLst>
                                      </p:cBhvr>
                                      <p:to>
                                        <p:strVal val="visible"/>
                                      </p:to>
                                    </p:set>
                                  </p:childTnLst>
                                </p:cTn>
                              </p:par>
                              <p:par>
                                <p:cTn id="1152" presetID="1" presetClass="entr" presetSubtype="0" fill="hold" grpId="0" nodeType="withEffect">
                                  <p:stCondLst>
                                    <p:cond delay="0"/>
                                  </p:stCondLst>
                                  <p:childTnLst>
                                    <p:set>
                                      <p:cBhvr>
                                        <p:cTn id="1153" dur="1" fill="hold">
                                          <p:stCondLst>
                                            <p:cond delay="0"/>
                                          </p:stCondLst>
                                        </p:cTn>
                                        <p:tgtEl>
                                          <p:spTgt spid="148"/>
                                        </p:tgtEl>
                                        <p:attrNameLst>
                                          <p:attrName>style.visibility</p:attrName>
                                        </p:attrNameLst>
                                      </p:cBhvr>
                                      <p:to>
                                        <p:strVal val="visible"/>
                                      </p:to>
                                    </p:set>
                                  </p:childTnLst>
                                </p:cTn>
                              </p:par>
                              <p:par>
                                <p:cTn id="1154" presetID="1" presetClass="entr" presetSubtype="0" fill="hold" grpId="0" nodeType="withEffect">
                                  <p:stCondLst>
                                    <p:cond delay="0"/>
                                  </p:stCondLst>
                                  <p:childTnLst>
                                    <p:set>
                                      <p:cBhvr>
                                        <p:cTn id="1155" dur="1" fill="hold">
                                          <p:stCondLst>
                                            <p:cond delay="0"/>
                                          </p:stCondLst>
                                        </p:cTn>
                                        <p:tgtEl>
                                          <p:spTgt spid="149"/>
                                        </p:tgtEl>
                                        <p:attrNameLst>
                                          <p:attrName>style.visibility</p:attrName>
                                        </p:attrNameLst>
                                      </p:cBhvr>
                                      <p:to>
                                        <p:strVal val="visible"/>
                                      </p:to>
                                    </p:set>
                                  </p:childTnLst>
                                </p:cTn>
                              </p:par>
                              <p:par>
                                <p:cTn id="1156" presetID="1" presetClass="entr" presetSubtype="0" fill="hold" grpId="0" nodeType="withEffect">
                                  <p:stCondLst>
                                    <p:cond delay="0"/>
                                  </p:stCondLst>
                                  <p:childTnLst>
                                    <p:set>
                                      <p:cBhvr>
                                        <p:cTn id="1157" dur="1" fill="hold">
                                          <p:stCondLst>
                                            <p:cond delay="0"/>
                                          </p:stCondLst>
                                        </p:cTn>
                                        <p:tgtEl>
                                          <p:spTgt spid="150"/>
                                        </p:tgtEl>
                                        <p:attrNameLst>
                                          <p:attrName>style.visibility</p:attrName>
                                        </p:attrNameLst>
                                      </p:cBhvr>
                                      <p:to>
                                        <p:strVal val="visible"/>
                                      </p:to>
                                    </p:set>
                                  </p:childTnLst>
                                </p:cTn>
                              </p:par>
                              <p:par>
                                <p:cTn id="1158" presetID="1" presetClass="entr" presetSubtype="0" fill="hold" grpId="0" nodeType="withEffect">
                                  <p:stCondLst>
                                    <p:cond delay="0"/>
                                  </p:stCondLst>
                                  <p:childTnLst>
                                    <p:set>
                                      <p:cBhvr>
                                        <p:cTn id="1159" dur="1" fill="hold">
                                          <p:stCondLst>
                                            <p:cond delay="0"/>
                                          </p:stCondLst>
                                        </p:cTn>
                                        <p:tgtEl>
                                          <p:spTgt spid="151"/>
                                        </p:tgtEl>
                                        <p:attrNameLst>
                                          <p:attrName>style.visibility</p:attrName>
                                        </p:attrNameLst>
                                      </p:cBhvr>
                                      <p:to>
                                        <p:strVal val="visible"/>
                                      </p:to>
                                    </p:set>
                                  </p:childTnLst>
                                </p:cTn>
                              </p:par>
                              <p:par>
                                <p:cTn id="1160" presetID="1" presetClass="entr" presetSubtype="0" fill="hold" grpId="0" nodeType="withEffect">
                                  <p:stCondLst>
                                    <p:cond delay="0"/>
                                  </p:stCondLst>
                                  <p:childTnLst>
                                    <p:set>
                                      <p:cBhvr>
                                        <p:cTn id="1161" dur="1" fill="hold">
                                          <p:stCondLst>
                                            <p:cond delay="0"/>
                                          </p:stCondLst>
                                        </p:cTn>
                                        <p:tgtEl>
                                          <p:spTgt spid="152"/>
                                        </p:tgtEl>
                                        <p:attrNameLst>
                                          <p:attrName>style.visibility</p:attrName>
                                        </p:attrNameLst>
                                      </p:cBhvr>
                                      <p:to>
                                        <p:strVal val="visible"/>
                                      </p:to>
                                    </p:set>
                                  </p:childTnLst>
                                </p:cTn>
                              </p:par>
                              <p:par>
                                <p:cTn id="1162" presetID="1" presetClass="entr" presetSubtype="0" fill="hold" grpId="0" nodeType="withEffect">
                                  <p:stCondLst>
                                    <p:cond delay="0"/>
                                  </p:stCondLst>
                                  <p:childTnLst>
                                    <p:set>
                                      <p:cBhvr>
                                        <p:cTn id="1163" dur="1" fill="hold">
                                          <p:stCondLst>
                                            <p:cond delay="0"/>
                                          </p:stCondLst>
                                        </p:cTn>
                                        <p:tgtEl>
                                          <p:spTgt spid="153"/>
                                        </p:tgtEl>
                                        <p:attrNameLst>
                                          <p:attrName>style.visibility</p:attrName>
                                        </p:attrNameLst>
                                      </p:cBhvr>
                                      <p:to>
                                        <p:strVal val="visible"/>
                                      </p:to>
                                    </p:set>
                                  </p:childTnLst>
                                </p:cTn>
                              </p:par>
                              <p:par>
                                <p:cTn id="1164" presetID="1" presetClass="entr" presetSubtype="0" fill="hold" grpId="0" nodeType="withEffect">
                                  <p:stCondLst>
                                    <p:cond delay="0"/>
                                  </p:stCondLst>
                                  <p:childTnLst>
                                    <p:set>
                                      <p:cBhvr>
                                        <p:cTn id="1165" dur="1" fill="hold">
                                          <p:stCondLst>
                                            <p:cond delay="0"/>
                                          </p:stCondLst>
                                        </p:cTn>
                                        <p:tgtEl>
                                          <p:spTgt spid="154"/>
                                        </p:tgtEl>
                                        <p:attrNameLst>
                                          <p:attrName>style.visibility</p:attrName>
                                        </p:attrNameLst>
                                      </p:cBhvr>
                                      <p:to>
                                        <p:strVal val="visible"/>
                                      </p:to>
                                    </p:set>
                                  </p:childTnLst>
                                </p:cTn>
                              </p:par>
                              <p:par>
                                <p:cTn id="1166" presetID="1" presetClass="entr" presetSubtype="0" fill="hold" grpId="0" nodeType="withEffect">
                                  <p:stCondLst>
                                    <p:cond delay="0"/>
                                  </p:stCondLst>
                                  <p:childTnLst>
                                    <p:set>
                                      <p:cBhvr>
                                        <p:cTn id="1167" dur="1" fill="hold">
                                          <p:stCondLst>
                                            <p:cond delay="0"/>
                                          </p:stCondLst>
                                        </p:cTn>
                                        <p:tgtEl>
                                          <p:spTgt spid="155"/>
                                        </p:tgtEl>
                                        <p:attrNameLst>
                                          <p:attrName>style.visibility</p:attrName>
                                        </p:attrNameLst>
                                      </p:cBhvr>
                                      <p:to>
                                        <p:strVal val="visible"/>
                                      </p:to>
                                    </p:set>
                                  </p:childTnLst>
                                </p:cTn>
                              </p:par>
                              <p:par>
                                <p:cTn id="1168" presetID="1" presetClass="entr" presetSubtype="0" fill="hold" grpId="0" nodeType="withEffect">
                                  <p:stCondLst>
                                    <p:cond delay="0"/>
                                  </p:stCondLst>
                                  <p:childTnLst>
                                    <p:set>
                                      <p:cBhvr>
                                        <p:cTn id="1169" dur="1" fill="hold">
                                          <p:stCondLst>
                                            <p:cond delay="0"/>
                                          </p:stCondLst>
                                        </p:cTn>
                                        <p:tgtEl>
                                          <p:spTgt spid="156"/>
                                        </p:tgtEl>
                                        <p:attrNameLst>
                                          <p:attrName>style.visibility</p:attrName>
                                        </p:attrNameLst>
                                      </p:cBhvr>
                                      <p:to>
                                        <p:strVal val="visible"/>
                                      </p:to>
                                    </p:set>
                                  </p:childTnLst>
                                </p:cTn>
                              </p:par>
                              <p:par>
                                <p:cTn id="1170" presetID="1" presetClass="entr" presetSubtype="0" fill="hold" grpId="0" nodeType="withEffect">
                                  <p:stCondLst>
                                    <p:cond delay="0"/>
                                  </p:stCondLst>
                                  <p:childTnLst>
                                    <p:set>
                                      <p:cBhvr>
                                        <p:cTn id="1171" dur="1" fill="hold">
                                          <p:stCondLst>
                                            <p:cond delay="0"/>
                                          </p:stCondLst>
                                        </p:cTn>
                                        <p:tgtEl>
                                          <p:spTgt spid="157"/>
                                        </p:tgtEl>
                                        <p:attrNameLst>
                                          <p:attrName>style.visibility</p:attrName>
                                        </p:attrNameLst>
                                      </p:cBhvr>
                                      <p:to>
                                        <p:strVal val="visible"/>
                                      </p:to>
                                    </p:set>
                                  </p:childTnLst>
                                </p:cTn>
                              </p:par>
                              <p:par>
                                <p:cTn id="1172" presetID="1" presetClass="entr" presetSubtype="0" fill="hold" grpId="0" nodeType="withEffect">
                                  <p:stCondLst>
                                    <p:cond delay="0"/>
                                  </p:stCondLst>
                                  <p:childTnLst>
                                    <p:set>
                                      <p:cBhvr>
                                        <p:cTn id="1173" dur="1" fill="hold">
                                          <p:stCondLst>
                                            <p:cond delay="0"/>
                                          </p:stCondLst>
                                        </p:cTn>
                                        <p:tgtEl>
                                          <p:spTgt spid="158"/>
                                        </p:tgtEl>
                                        <p:attrNameLst>
                                          <p:attrName>style.visibility</p:attrName>
                                        </p:attrNameLst>
                                      </p:cBhvr>
                                      <p:to>
                                        <p:strVal val="visible"/>
                                      </p:to>
                                    </p:set>
                                  </p:childTnLst>
                                </p:cTn>
                              </p:par>
                              <p:par>
                                <p:cTn id="1174" presetID="1" presetClass="entr" presetSubtype="0" fill="hold" grpId="0" nodeType="withEffect">
                                  <p:stCondLst>
                                    <p:cond delay="0"/>
                                  </p:stCondLst>
                                  <p:childTnLst>
                                    <p:set>
                                      <p:cBhvr>
                                        <p:cTn id="1175" dur="1" fill="hold">
                                          <p:stCondLst>
                                            <p:cond delay="0"/>
                                          </p:stCondLst>
                                        </p:cTn>
                                        <p:tgtEl>
                                          <p:spTgt spid="159"/>
                                        </p:tgtEl>
                                        <p:attrNameLst>
                                          <p:attrName>style.visibility</p:attrName>
                                        </p:attrNameLst>
                                      </p:cBhvr>
                                      <p:to>
                                        <p:strVal val="visible"/>
                                      </p:to>
                                    </p:set>
                                  </p:childTnLst>
                                </p:cTn>
                              </p:par>
                              <p:par>
                                <p:cTn id="1176" presetID="1" presetClass="entr" presetSubtype="0" fill="hold" grpId="0" nodeType="withEffect">
                                  <p:stCondLst>
                                    <p:cond delay="0"/>
                                  </p:stCondLst>
                                  <p:childTnLst>
                                    <p:set>
                                      <p:cBhvr>
                                        <p:cTn id="1177" dur="1" fill="hold">
                                          <p:stCondLst>
                                            <p:cond delay="0"/>
                                          </p:stCondLst>
                                        </p:cTn>
                                        <p:tgtEl>
                                          <p:spTgt spid="160"/>
                                        </p:tgtEl>
                                        <p:attrNameLst>
                                          <p:attrName>style.visibility</p:attrName>
                                        </p:attrNameLst>
                                      </p:cBhvr>
                                      <p:to>
                                        <p:strVal val="visible"/>
                                      </p:to>
                                    </p:set>
                                  </p:childTnLst>
                                </p:cTn>
                              </p:par>
                              <p:par>
                                <p:cTn id="1178" presetID="1" presetClass="entr" presetSubtype="0" fill="hold" grpId="0" nodeType="withEffect">
                                  <p:stCondLst>
                                    <p:cond delay="0"/>
                                  </p:stCondLst>
                                  <p:childTnLst>
                                    <p:set>
                                      <p:cBhvr>
                                        <p:cTn id="1179" dur="1" fill="hold">
                                          <p:stCondLst>
                                            <p:cond delay="0"/>
                                          </p:stCondLst>
                                        </p:cTn>
                                        <p:tgtEl>
                                          <p:spTgt spid="161"/>
                                        </p:tgtEl>
                                        <p:attrNameLst>
                                          <p:attrName>style.visibility</p:attrName>
                                        </p:attrNameLst>
                                      </p:cBhvr>
                                      <p:to>
                                        <p:strVal val="visible"/>
                                      </p:to>
                                    </p:set>
                                  </p:childTnLst>
                                </p:cTn>
                              </p:par>
                              <p:par>
                                <p:cTn id="1180" presetID="1" presetClass="entr" presetSubtype="0" fill="hold" grpId="0" nodeType="withEffect">
                                  <p:stCondLst>
                                    <p:cond delay="0"/>
                                  </p:stCondLst>
                                  <p:childTnLst>
                                    <p:set>
                                      <p:cBhvr>
                                        <p:cTn id="1181" dur="1" fill="hold">
                                          <p:stCondLst>
                                            <p:cond delay="0"/>
                                          </p:stCondLst>
                                        </p:cTn>
                                        <p:tgtEl>
                                          <p:spTgt spid="162"/>
                                        </p:tgtEl>
                                        <p:attrNameLst>
                                          <p:attrName>style.visibility</p:attrName>
                                        </p:attrNameLst>
                                      </p:cBhvr>
                                      <p:to>
                                        <p:strVal val="visible"/>
                                      </p:to>
                                    </p:set>
                                  </p:childTnLst>
                                </p:cTn>
                              </p:par>
                              <p:par>
                                <p:cTn id="1182" presetID="1" presetClass="entr" presetSubtype="0" fill="hold" grpId="0" nodeType="withEffect">
                                  <p:stCondLst>
                                    <p:cond delay="0"/>
                                  </p:stCondLst>
                                  <p:childTnLst>
                                    <p:set>
                                      <p:cBhvr>
                                        <p:cTn id="1183" dur="1" fill="hold">
                                          <p:stCondLst>
                                            <p:cond delay="0"/>
                                          </p:stCondLst>
                                        </p:cTn>
                                        <p:tgtEl>
                                          <p:spTgt spid="163"/>
                                        </p:tgtEl>
                                        <p:attrNameLst>
                                          <p:attrName>style.visibility</p:attrName>
                                        </p:attrNameLst>
                                      </p:cBhvr>
                                      <p:to>
                                        <p:strVal val="visible"/>
                                      </p:to>
                                    </p:set>
                                  </p:childTnLst>
                                </p:cTn>
                              </p:par>
                              <p:par>
                                <p:cTn id="1184" presetID="1" presetClass="entr" presetSubtype="0" fill="hold" grpId="0" nodeType="withEffect">
                                  <p:stCondLst>
                                    <p:cond delay="0"/>
                                  </p:stCondLst>
                                  <p:childTnLst>
                                    <p:set>
                                      <p:cBhvr>
                                        <p:cTn id="1185" dur="1" fill="hold">
                                          <p:stCondLst>
                                            <p:cond delay="0"/>
                                          </p:stCondLst>
                                        </p:cTn>
                                        <p:tgtEl>
                                          <p:spTgt spid="164"/>
                                        </p:tgtEl>
                                        <p:attrNameLst>
                                          <p:attrName>style.visibility</p:attrName>
                                        </p:attrNameLst>
                                      </p:cBhvr>
                                      <p:to>
                                        <p:strVal val="visible"/>
                                      </p:to>
                                    </p:set>
                                  </p:childTnLst>
                                </p:cTn>
                              </p:par>
                              <p:par>
                                <p:cTn id="1186" presetID="1" presetClass="entr" presetSubtype="0" fill="hold" grpId="0" nodeType="withEffect">
                                  <p:stCondLst>
                                    <p:cond delay="0"/>
                                  </p:stCondLst>
                                  <p:childTnLst>
                                    <p:set>
                                      <p:cBhvr>
                                        <p:cTn id="1187" dur="1" fill="hold">
                                          <p:stCondLst>
                                            <p:cond delay="0"/>
                                          </p:stCondLst>
                                        </p:cTn>
                                        <p:tgtEl>
                                          <p:spTgt spid="165"/>
                                        </p:tgtEl>
                                        <p:attrNameLst>
                                          <p:attrName>style.visibility</p:attrName>
                                        </p:attrNameLst>
                                      </p:cBhvr>
                                      <p:to>
                                        <p:strVal val="visible"/>
                                      </p:to>
                                    </p:set>
                                  </p:childTnLst>
                                </p:cTn>
                              </p:par>
                              <p:par>
                                <p:cTn id="1188" presetID="1" presetClass="entr" presetSubtype="0" fill="hold" grpId="0" nodeType="withEffect">
                                  <p:stCondLst>
                                    <p:cond delay="0"/>
                                  </p:stCondLst>
                                  <p:childTnLst>
                                    <p:set>
                                      <p:cBhvr>
                                        <p:cTn id="1189" dur="1" fill="hold">
                                          <p:stCondLst>
                                            <p:cond delay="0"/>
                                          </p:stCondLst>
                                        </p:cTn>
                                        <p:tgtEl>
                                          <p:spTgt spid="166"/>
                                        </p:tgtEl>
                                        <p:attrNameLst>
                                          <p:attrName>style.visibility</p:attrName>
                                        </p:attrNameLst>
                                      </p:cBhvr>
                                      <p:to>
                                        <p:strVal val="visible"/>
                                      </p:to>
                                    </p:set>
                                  </p:childTnLst>
                                </p:cTn>
                              </p:par>
                              <p:par>
                                <p:cTn id="1190" presetID="1" presetClass="entr" presetSubtype="0" fill="hold" grpId="0" nodeType="withEffect">
                                  <p:stCondLst>
                                    <p:cond delay="0"/>
                                  </p:stCondLst>
                                  <p:childTnLst>
                                    <p:set>
                                      <p:cBhvr>
                                        <p:cTn id="1191" dur="1" fill="hold">
                                          <p:stCondLst>
                                            <p:cond delay="0"/>
                                          </p:stCondLst>
                                        </p:cTn>
                                        <p:tgtEl>
                                          <p:spTgt spid="167"/>
                                        </p:tgtEl>
                                        <p:attrNameLst>
                                          <p:attrName>style.visibility</p:attrName>
                                        </p:attrNameLst>
                                      </p:cBhvr>
                                      <p:to>
                                        <p:strVal val="visible"/>
                                      </p:to>
                                    </p:set>
                                  </p:childTnLst>
                                </p:cTn>
                              </p:par>
                              <p:par>
                                <p:cTn id="1192" presetID="1" presetClass="entr" presetSubtype="0" fill="hold" grpId="0" nodeType="withEffect">
                                  <p:stCondLst>
                                    <p:cond delay="0"/>
                                  </p:stCondLst>
                                  <p:childTnLst>
                                    <p:set>
                                      <p:cBhvr>
                                        <p:cTn id="1193" dur="1" fill="hold">
                                          <p:stCondLst>
                                            <p:cond delay="0"/>
                                          </p:stCondLst>
                                        </p:cTn>
                                        <p:tgtEl>
                                          <p:spTgt spid="168"/>
                                        </p:tgtEl>
                                        <p:attrNameLst>
                                          <p:attrName>style.visibility</p:attrName>
                                        </p:attrNameLst>
                                      </p:cBhvr>
                                      <p:to>
                                        <p:strVal val="visible"/>
                                      </p:to>
                                    </p:set>
                                  </p:childTnLst>
                                </p:cTn>
                              </p:par>
                              <p:par>
                                <p:cTn id="1194" presetID="1" presetClass="entr" presetSubtype="0" fill="hold" grpId="0" nodeType="withEffect">
                                  <p:stCondLst>
                                    <p:cond delay="0"/>
                                  </p:stCondLst>
                                  <p:childTnLst>
                                    <p:set>
                                      <p:cBhvr>
                                        <p:cTn id="1195" dur="1" fill="hold">
                                          <p:stCondLst>
                                            <p:cond delay="0"/>
                                          </p:stCondLst>
                                        </p:cTn>
                                        <p:tgtEl>
                                          <p:spTgt spid="169"/>
                                        </p:tgtEl>
                                        <p:attrNameLst>
                                          <p:attrName>style.visibility</p:attrName>
                                        </p:attrNameLst>
                                      </p:cBhvr>
                                      <p:to>
                                        <p:strVal val="visible"/>
                                      </p:to>
                                    </p:set>
                                  </p:childTnLst>
                                </p:cTn>
                              </p:par>
                              <p:par>
                                <p:cTn id="1196" presetID="1" presetClass="entr" presetSubtype="0" fill="hold" grpId="0" nodeType="withEffect">
                                  <p:stCondLst>
                                    <p:cond delay="0"/>
                                  </p:stCondLst>
                                  <p:childTnLst>
                                    <p:set>
                                      <p:cBhvr>
                                        <p:cTn id="1197" dur="1" fill="hold">
                                          <p:stCondLst>
                                            <p:cond delay="0"/>
                                          </p:stCondLst>
                                        </p:cTn>
                                        <p:tgtEl>
                                          <p:spTgt spid="170"/>
                                        </p:tgtEl>
                                        <p:attrNameLst>
                                          <p:attrName>style.visibility</p:attrName>
                                        </p:attrNameLst>
                                      </p:cBhvr>
                                      <p:to>
                                        <p:strVal val="visible"/>
                                      </p:to>
                                    </p:set>
                                  </p:childTnLst>
                                </p:cTn>
                              </p:par>
                              <p:par>
                                <p:cTn id="1198" presetID="1" presetClass="entr" presetSubtype="0" fill="hold" grpId="0" nodeType="withEffect">
                                  <p:stCondLst>
                                    <p:cond delay="0"/>
                                  </p:stCondLst>
                                  <p:childTnLst>
                                    <p:set>
                                      <p:cBhvr>
                                        <p:cTn id="1199" dur="1" fill="hold">
                                          <p:stCondLst>
                                            <p:cond delay="0"/>
                                          </p:stCondLst>
                                        </p:cTn>
                                        <p:tgtEl>
                                          <p:spTgt spid="171"/>
                                        </p:tgtEl>
                                        <p:attrNameLst>
                                          <p:attrName>style.visibility</p:attrName>
                                        </p:attrNameLst>
                                      </p:cBhvr>
                                      <p:to>
                                        <p:strVal val="visible"/>
                                      </p:to>
                                    </p:set>
                                  </p:childTnLst>
                                </p:cTn>
                              </p:par>
                              <p:par>
                                <p:cTn id="1200" presetID="1" presetClass="entr" presetSubtype="0" fill="hold" grpId="0" nodeType="withEffect">
                                  <p:stCondLst>
                                    <p:cond delay="0"/>
                                  </p:stCondLst>
                                  <p:childTnLst>
                                    <p:set>
                                      <p:cBhvr>
                                        <p:cTn id="1201" dur="1" fill="hold">
                                          <p:stCondLst>
                                            <p:cond delay="0"/>
                                          </p:stCondLst>
                                        </p:cTn>
                                        <p:tgtEl>
                                          <p:spTgt spid="210"/>
                                        </p:tgtEl>
                                        <p:attrNameLst>
                                          <p:attrName>style.visibility</p:attrName>
                                        </p:attrNameLst>
                                      </p:cBhvr>
                                      <p:to>
                                        <p:strVal val="visible"/>
                                      </p:to>
                                    </p:set>
                                  </p:childTnLst>
                                </p:cTn>
                              </p:par>
                              <p:par>
                                <p:cTn id="1202" presetID="1" presetClass="entr" presetSubtype="0" fill="hold" grpId="0" nodeType="withEffect">
                                  <p:stCondLst>
                                    <p:cond delay="0"/>
                                  </p:stCondLst>
                                  <p:childTnLst>
                                    <p:set>
                                      <p:cBhvr>
                                        <p:cTn id="1203" dur="1" fill="hold">
                                          <p:stCondLst>
                                            <p:cond delay="0"/>
                                          </p:stCondLst>
                                        </p:cTn>
                                        <p:tgtEl>
                                          <p:spTgt spid="211"/>
                                        </p:tgtEl>
                                        <p:attrNameLst>
                                          <p:attrName>style.visibility</p:attrName>
                                        </p:attrNameLst>
                                      </p:cBhvr>
                                      <p:to>
                                        <p:strVal val="visible"/>
                                      </p:to>
                                    </p:set>
                                  </p:childTnLst>
                                </p:cTn>
                              </p:par>
                              <p:par>
                                <p:cTn id="1204" presetID="1" presetClass="entr" presetSubtype="0" fill="hold" grpId="0" nodeType="withEffect">
                                  <p:stCondLst>
                                    <p:cond delay="0"/>
                                  </p:stCondLst>
                                  <p:childTnLst>
                                    <p:set>
                                      <p:cBhvr>
                                        <p:cTn id="1205" dur="1" fill="hold">
                                          <p:stCondLst>
                                            <p:cond delay="0"/>
                                          </p:stCondLst>
                                        </p:cTn>
                                        <p:tgtEl>
                                          <p:spTgt spid="212"/>
                                        </p:tgtEl>
                                        <p:attrNameLst>
                                          <p:attrName>style.visibility</p:attrName>
                                        </p:attrNameLst>
                                      </p:cBhvr>
                                      <p:to>
                                        <p:strVal val="visible"/>
                                      </p:to>
                                    </p:set>
                                  </p:childTnLst>
                                </p:cTn>
                              </p:par>
                              <p:par>
                                <p:cTn id="1206" presetID="1" presetClass="entr" presetSubtype="0" fill="hold" grpId="0" nodeType="withEffect">
                                  <p:stCondLst>
                                    <p:cond delay="0"/>
                                  </p:stCondLst>
                                  <p:childTnLst>
                                    <p:set>
                                      <p:cBhvr>
                                        <p:cTn id="1207" dur="1" fill="hold">
                                          <p:stCondLst>
                                            <p:cond delay="0"/>
                                          </p:stCondLst>
                                        </p:cTn>
                                        <p:tgtEl>
                                          <p:spTgt spid="213"/>
                                        </p:tgtEl>
                                        <p:attrNameLst>
                                          <p:attrName>style.visibility</p:attrName>
                                        </p:attrNameLst>
                                      </p:cBhvr>
                                      <p:to>
                                        <p:strVal val="visible"/>
                                      </p:to>
                                    </p:set>
                                  </p:childTnLst>
                                </p:cTn>
                              </p:par>
                              <p:par>
                                <p:cTn id="1208" presetID="1" presetClass="entr" presetSubtype="0" fill="hold" grpId="0" nodeType="withEffect">
                                  <p:stCondLst>
                                    <p:cond delay="0"/>
                                  </p:stCondLst>
                                  <p:childTnLst>
                                    <p:set>
                                      <p:cBhvr>
                                        <p:cTn id="1209" dur="1" fill="hold">
                                          <p:stCondLst>
                                            <p:cond delay="0"/>
                                          </p:stCondLst>
                                        </p:cTn>
                                        <p:tgtEl>
                                          <p:spTgt spid="214"/>
                                        </p:tgtEl>
                                        <p:attrNameLst>
                                          <p:attrName>style.visibility</p:attrName>
                                        </p:attrNameLst>
                                      </p:cBhvr>
                                      <p:to>
                                        <p:strVal val="visible"/>
                                      </p:to>
                                    </p:set>
                                  </p:childTnLst>
                                </p:cTn>
                              </p:par>
                              <p:par>
                                <p:cTn id="1210" presetID="1" presetClass="entr" presetSubtype="0" fill="hold" grpId="0" nodeType="withEffect">
                                  <p:stCondLst>
                                    <p:cond delay="0"/>
                                  </p:stCondLst>
                                  <p:childTnLst>
                                    <p:set>
                                      <p:cBhvr>
                                        <p:cTn id="1211" dur="1" fill="hold">
                                          <p:stCondLst>
                                            <p:cond delay="0"/>
                                          </p:stCondLst>
                                        </p:cTn>
                                        <p:tgtEl>
                                          <p:spTgt spid="215"/>
                                        </p:tgtEl>
                                        <p:attrNameLst>
                                          <p:attrName>style.visibility</p:attrName>
                                        </p:attrNameLst>
                                      </p:cBhvr>
                                      <p:to>
                                        <p:strVal val="visible"/>
                                      </p:to>
                                    </p:set>
                                  </p:childTnLst>
                                </p:cTn>
                              </p:par>
                              <p:par>
                                <p:cTn id="1212" presetID="1" presetClass="entr" presetSubtype="0" fill="hold" grpId="0" nodeType="withEffect">
                                  <p:stCondLst>
                                    <p:cond delay="0"/>
                                  </p:stCondLst>
                                  <p:childTnLst>
                                    <p:set>
                                      <p:cBhvr>
                                        <p:cTn id="1213" dur="1" fill="hold">
                                          <p:stCondLst>
                                            <p:cond delay="0"/>
                                          </p:stCondLst>
                                        </p:cTn>
                                        <p:tgtEl>
                                          <p:spTgt spid="216"/>
                                        </p:tgtEl>
                                        <p:attrNameLst>
                                          <p:attrName>style.visibility</p:attrName>
                                        </p:attrNameLst>
                                      </p:cBhvr>
                                      <p:to>
                                        <p:strVal val="visible"/>
                                      </p:to>
                                    </p:set>
                                  </p:childTnLst>
                                </p:cTn>
                              </p:par>
                              <p:par>
                                <p:cTn id="1214" presetID="1" presetClass="entr" presetSubtype="0" fill="hold" grpId="0" nodeType="withEffect">
                                  <p:stCondLst>
                                    <p:cond delay="0"/>
                                  </p:stCondLst>
                                  <p:childTnLst>
                                    <p:set>
                                      <p:cBhvr>
                                        <p:cTn id="1215" dur="1" fill="hold">
                                          <p:stCondLst>
                                            <p:cond delay="0"/>
                                          </p:stCondLst>
                                        </p:cTn>
                                        <p:tgtEl>
                                          <p:spTgt spid="217"/>
                                        </p:tgtEl>
                                        <p:attrNameLst>
                                          <p:attrName>style.visibility</p:attrName>
                                        </p:attrNameLst>
                                      </p:cBhvr>
                                      <p:to>
                                        <p:strVal val="visible"/>
                                      </p:to>
                                    </p:set>
                                  </p:childTnLst>
                                </p:cTn>
                              </p:par>
                              <p:par>
                                <p:cTn id="1216" presetID="1" presetClass="entr" presetSubtype="0" fill="hold" grpId="0" nodeType="withEffect">
                                  <p:stCondLst>
                                    <p:cond delay="0"/>
                                  </p:stCondLst>
                                  <p:childTnLst>
                                    <p:set>
                                      <p:cBhvr>
                                        <p:cTn id="1217" dur="1" fill="hold">
                                          <p:stCondLst>
                                            <p:cond delay="0"/>
                                          </p:stCondLst>
                                        </p:cTn>
                                        <p:tgtEl>
                                          <p:spTgt spid="218"/>
                                        </p:tgtEl>
                                        <p:attrNameLst>
                                          <p:attrName>style.visibility</p:attrName>
                                        </p:attrNameLst>
                                      </p:cBhvr>
                                      <p:to>
                                        <p:strVal val="visible"/>
                                      </p:to>
                                    </p:set>
                                  </p:childTnLst>
                                </p:cTn>
                              </p:par>
                              <p:par>
                                <p:cTn id="1218" presetID="1" presetClass="entr" presetSubtype="0" fill="hold" grpId="0" nodeType="withEffect">
                                  <p:stCondLst>
                                    <p:cond delay="0"/>
                                  </p:stCondLst>
                                  <p:childTnLst>
                                    <p:set>
                                      <p:cBhvr>
                                        <p:cTn id="1219" dur="1" fill="hold">
                                          <p:stCondLst>
                                            <p:cond delay="0"/>
                                          </p:stCondLst>
                                        </p:cTn>
                                        <p:tgtEl>
                                          <p:spTgt spid="219"/>
                                        </p:tgtEl>
                                        <p:attrNameLst>
                                          <p:attrName>style.visibility</p:attrName>
                                        </p:attrNameLst>
                                      </p:cBhvr>
                                      <p:to>
                                        <p:strVal val="visible"/>
                                      </p:to>
                                    </p:set>
                                  </p:childTnLst>
                                </p:cTn>
                              </p:par>
                              <p:par>
                                <p:cTn id="1220" presetID="1" presetClass="entr" presetSubtype="0" fill="hold" grpId="0" nodeType="withEffect">
                                  <p:stCondLst>
                                    <p:cond delay="0"/>
                                  </p:stCondLst>
                                  <p:childTnLst>
                                    <p:set>
                                      <p:cBhvr>
                                        <p:cTn id="1221" dur="1" fill="hold">
                                          <p:stCondLst>
                                            <p:cond delay="0"/>
                                          </p:stCondLst>
                                        </p:cTn>
                                        <p:tgtEl>
                                          <p:spTgt spid="220"/>
                                        </p:tgtEl>
                                        <p:attrNameLst>
                                          <p:attrName>style.visibility</p:attrName>
                                        </p:attrNameLst>
                                      </p:cBhvr>
                                      <p:to>
                                        <p:strVal val="visible"/>
                                      </p:to>
                                    </p:set>
                                  </p:childTnLst>
                                </p:cTn>
                              </p:par>
                              <p:par>
                                <p:cTn id="1222" presetID="1" presetClass="entr" presetSubtype="0" fill="hold" grpId="0" nodeType="withEffect">
                                  <p:stCondLst>
                                    <p:cond delay="0"/>
                                  </p:stCondLst>
                                  <p:childTnLst>
                                    <p:set>
                                      <p:cBhvr>
                                        <p:cTn id="1223" dur="1" fill="hold">
                                          <p:stCondLst>
                                            <p:cond delay="0"/>
                                          </p:stCondLst>
                                        </p:cTn>
                                        <p:tgtEl>
                                          <p:spTgt spid="221"/>
                                        </p:tgtEl>
                                        <p:attrNameLst>
                                          <p:attrName>style.visibility</p:attrName>
                                        </p:attrNameLst>
                                      </p:cBhvr>
                                      <p:to>
                                        <p:strVal val="visible"/>
                                      </p:to>
                                    </p:set>
                                  </p:childTnLst>
                                </p:cTn>
                              </p:par>
                              <p:par>
                                <p:cTn id="1224" presetID="1" presetClass="entr" presetSubtype="0" fill="hold" grpId="0" nodeType="withEffect">
                                  <p:stCondLst>
                                    <p:cond delay="0"/>
                                  </p:stCondLst>
                                  <p:childTnLst>
                                    <p:set>
                                      <p:cBhvr>
                                        <p:cTn id="1225" dur="1" fill="hold">
                                          <p:stCondLst>
                                            <p:cond delay="0"/>
                                          </p:stCondLst>
                                        </p:cTn>
                                        <p:tgtEl>
                                          <p:spTgt spid="222"/>
                                        </p:tgtEl>
                                        <p:attrNameLst>
                                          <p:attrName>style.visibility</p:attrName>
                                        </p:attrNameLst>
                                      </p:cBhvr>
                                      <p:to>
                                        <p:strVal val="visible"/>
                                      </p:to>
                                    </p:set>
                                  </p:childTnLst>
                                </p:cTn>
                              </p:par>
                              <p:par>
                                <p:cTn id="1226" presetID="10" presetClass="exit" presetSubtype="0" fill="hold" grpId="1" nodeType="withEffect">
                                  <p:stCondLst>
                                    <p:cond delay="0"/>
                                  </p:stCondLst>
                                  <p:childTnLst>
                                    <p:animEffect transition="out" filter="fade">
                                      <p:cBhvr>
                                        <p:cTn id="1227" dur="420"/>
                                        <p:tgtEl>
                                          <p:spTgt spid="78"/>
                                        </p:tgtEl>
                                      </p:cBhvr>
                                    </p:animEffect>
                                    <p:set>
                                      <p:cBhvr>
                                        <p:cTn id="1228" dur="1" fill="hold">
                                          <p:stCondLst>
                                            <p:cond delay="419"/>
                                          </p:stCondLst>
                                        </p:cTn>
                                        <p:tgtEl>
                                          <p:spTgt spid="78"/>
                                        </p:tgtEl>
                                        <p:attrNameLst>
                                          <p:attrName>style.visibility</p:attrName>
                                        </p:attrNameLst>
                                      </p:cBhvr>
                                      <p:to>
                                        <p:strVal val="hidden"/>
                                      </p:to>
                                    </p:set>
                                  </p:childTnLst>
                                </p:cTn>
                              </p:par>
                              <p:par>
                                <p:cTn id="1229" presetID="10" presetClass="exit" presetSubtype="0" fill="hold" grpId="1" nodeType="withEffect">
                                  <p:stCondLst>
                                    <p:cond delay="0"/>
                                  </p:stCondLst>
                                  <p:childTnLst>
                                    <p:animEffect transition="out" filter="fade">
                                      <p:cBhvr>
                                        <p:cTn id="1230" dur="420"/>
                                        <p:tgtEl>
                                          <p:spTgt spid="79"/>
                                        </p:tgtEl>
                                      </p:cBhvr>
                                    </p:animEffect>
                                    <p:set>
                                      <p:cBhvr>
                                        <p:cTn id="1231" dur="1" fill="hold">
                                          <p:stCondLst>
                                            <p:cond delay="419"/>
                                          </p:stCondLst>
                                        </p:cTn>
                                        <p:tgtEl>
                                          <p:spTgt spid="79"/>
                                        </p:tgtEl>
                                        <p:attrNameLst>
                                          <p:attrName>style.visibility</p:attrName>
                                        </p:attrNameLst>
                                      </p:cBhvr>
                                      <p:to>
                                        <p:strVal val="hidden"/>
                                      </p:to>
                                    </p:set>
                                  </p:childTnLst>
                                </p:cTn>
                              </p:par>
                              <p:par>
                                <p:cTn id="1232" presetID="10" presetClass="exit" presetSubtype="0" fill="hold" grpId="1" nodeType="withEffect">
                                  <p:stCondLst>
                                    <p:cond delay="0"/>
                                  </p:stCondLst>
                                  <p:childTnLst>
                                    <p:animEffect transition="out" filter="fade">
                                      <p:cBhvr>
                                        <p:cTn id="1233" dur="420"/>
                                        <p:tgtEl>
                                          <p:spTgt spid="80"/>
                                        </p:tgtEl>
                                      </p:cBhvr>
                                    </p:animEffect>
                                    <p:set>
                                      <p:cBhvr>
                                        <p:cTn id="1234" dur="1" fill="hold">
                                          <p:stCondLst>
                                            <p:cond delay="419"/>
                                          </p:stCondLst>
                                        </p:cTn>
                                        <p:tgtEl>
                                          <p:spTgt spid="80"/>
                                        </p:tgtEl>
                                        <p:attrNameLst>
                                          <p:attrName>style.visibility</p:attrName>
                                        </p:attrNameLst>
                                      </p:cBhvr>
                                      <p:to>
                                        <p:strVal val="hidden"/>
                                      </p:to>
                                    </p:set>
                                  </p:childTnLst>
                                </p:cTn>
                              </p:par>
                              <p:par>
                                <p:cTn id="1235" presetID="10" presetClass="exit" presetSubtype="0" fill="hold" grpId="1" nodeType="withEffect">
                                  <p:stCondLst>
                                    <p:cond delay="0"/>
                                  </p:stCondLst>
                                  <p:childTnLst>
                                    <p:animEffect transition="out" filter="fade">
                                      <p:cBhvr>
                                        <p:cTn id="1236" dur="420"/>
                                        <p:tgtEl>
                                          <p:spTgt spid="81"/>
                                        </p:tgtEl>
                                      </p:cBhvr>
                                    </p:animEffect>
                                    <p:set>
                                      <p:cBhvr>
                                        <p:cTn id="1237" dur="1" fill="hold">
                                          <p:stCondLst>
                                            <p:cond delay="419"/>
                                          </p:stCondLst>
                                        </p:cTn>
                                        <p:tgtEl>
                                          <p:spTgt spid="81"/>
                                        </p:tgtEl>
                                        <p:attrNameLst>
                                          <p:attrName>style.visibility</p:attrName>
                                        </p:attrNameLst>
                                      </p:cBhvr>
                                      <p:to>
                                        <p:strVal val="hidden"/>
                                      </p:to>
                                    </p:set>
                                  </p:childTnLst>
                                </p:cTn>
                              </p:par>
                              <p:par>
                                <p:cTn id="1238" presetID="10" presetClass="exit" presetSubtype="0" fill="hold" grpId="1" nodeType="withEffect">
                                  <p:stCondLst>
                                    <p:cond delay="0"/>
                                  </p:stCondLst>
                                  <p:childTnLst>
                                    <p:animEffect transition="out" filter="fade">
                                      <p:cBhvr>
                                        <p:cTn id="1239" dur="420"/>
                                        <p:tgtEl>
                                          <p:spTgt spid="82"/>
                                        </p:tgtEl>
                                      </p:cBhvr>
                                    </p:animEffect>
                                    <p:set>
                                      <p:cBhvr>
                                        <p:cTn id="1240" dur="1" fill="hold">
                                          <p:stCondLst>
                                            <p:cond delay="419"/>
                                          </p:stCondLst>
                                        </p:cTn>
                                        <p:tgtEl>
                                          <p:spTgt spid="82"/>
                                        </p:tgtEl>
                                        <p:attrNameLst>
                                          <p:attrName>style.visibility</p:attrName>
                                        </p:attrNameLst>
                                      </p:cBhvr>
                                      <p:to>
                                        <p:strVal val="hidden"/>
                                      </p:to>
                                    </p:set>
                                  </p:childTnLst>
                                </p:cTn>
                              </p:par>
                              <p:par>
                                <p:cTn id="1241" presetID="10" presetClass="exit" presetSubtype="0" fill="hold" grpId="1" nodeType="withEffect">
                                  <p:stCondLst>
                                    <p:cond delay="0"/>
                                  </p:stCondLst>
                                  <p:childTnLst>
                                    <p:animEffect transition="out" filter="fade">
                                      <p:cBhvr>
                                        <p:cTn id="1242" dur="420"/>
                                        <p:tgtEl>
                                          <p:spTgt spid="83"/>
                                        </p:tgtEl>
                                      </p:cBhvr>
                                    </p:animEffect>
                                    <p:set>
                                      <p:cBhvr>
                                        <p:cTn id="1243" dur="1" fill="hold">
                                          <p:stCondLst>
                                            <p:cond delay="419"/>
                                          </p:stCondLst>
                                        </p:cTn>
                                        <p:tgtEl>
                                          <p:spTgt spid="83"/>
                                        </p:tgtEl>
                                        <p:attrNameLst>
                                          <p:attrName>style.visibility</p:attrName>
                                        </p:attrNameLst>
                                      </p:cBhvr>
                                      <p:to>
                                        <p:strVal val="hidden"/>
                                      </p:to>
                                    </p:set>
                                  </p:childTnLst>
                                </p:cTn>
                              </p:par>
                              <p:par>
                                <p:cTn id="1244" presetID="10" presetClass="exit" presetSubtype="0" fill="hold" grpId="1" nodeType="withEffect">
                                  <p:stCondLst>
                                    <p:cond delay="0"/>
                                  </p:stCondLst>
                                  <p:childTnLst>
                                    <p:animEffect transition="out" filter="fade">
                                      <p:cBhvr>
                                        <p:cTn id="1245" dur="420"/>
                                        <p:tgtEl>
                                          <p:spTgt spid="84"/>
                                        </p:tgtEl>
                                      </p:cBhvr>
                                    </p:animEffect>
                                    <p:set>
                                      <p:cBhvr>
                                        <p:cTn id="1246" dur="1" fill="hold">
                                          <p:stCondLst>
                                            <p:cond delay="419"/>
                                          </p:stCondLst>
                                        </p:cTn>
                                        <p:tgtEl>
                                          <p:spTgt spid="84"/>
                                        </p:tgtEl>
                                        <p:attrNameLst>
                                          <p:attrName>style.visibility</p:attrName>
                                        </p:attrNameLst>
                                      </p:cBhvr>
                                      <p:to>
                                        <p:strVal val="hidden"/>
                                      </p:to>
                                    </p:set>
                                  </p:childTnLst>
                                </p:cTn>
                              </p:par>
                              <p:par>
                                <p:cTn id="1247" presetID="10" presetClass="exit" presetSubtype="0" fill="hold" grpId="1" nodeType="withEffect">
                                  <p:stCondLst>
                                    <p:cond delay="0"/>
                                  </p:stCondLst>
                                  <p:childTnLst>
                                    <p:animEffect transition="out" filter="fade">
                                      <p:cBhvr>
                                        <p:cTn id="1248" dur="420"/>
                                        <p:tgtEl>
                                          <p:spTgt spid="85"/>
                                        </p:tgtEl>
                                      </p:cBhvr>
                                    </p:animEffect>
                                    <p:set>
                                      <p:cBhvr>
                                        <p:cTn id="1249" dur="1" fill="hold">
                                          <p:stCondLst>
                                            <p:cond delay="419"/>
                                          </p:stCondLst>
                                        </p:cTn>
                                        <p:tgtEl>
                                          <p:spTgt spid="85"/>
                                        </p:tgtEl>
                                        <p:attrNameLst>
                                          <p:attrName>style.visibility</p:attrName>
                                        </p:attrNameLst>
                                      </p:cBhvr>
                                      <p:to>
                                        <p:strVal val="hidden"/>
                                      </p:to>
                                    </p:set>
                                  </p:childTnLst>
                                </p:cTn>
                              </p:par>
                              <p:par>
                                <p:cTn id="1250" presetID="10" presetClass="exit" presetSubtype="0" fill="hold" grpId="1" nodeType="withEffect">
                                  <p:stCondLst>
                                    <p:cond delay="0"/>
                                  </p:stCondLst>
                                  <p:childTnLst>
                                    <p:animEffect transition="out" filter="fade">
                                      <p:cBhvr>
                                        <p:cTn id="1251" dur="420"/>
                                        <p:tgtEl>
                                          <p:spTgt spid="86"/>
                                        </p:tgtEl>
                                      </p:cBhvr>
                                    </p:animEffect>
                                    <p:set>
                                      <p:cBhvr>
                                        <p:cTn id="1252" dur="1" fill="hold">
                                          <p:stCondLst>
                                            <p:cond delay="419"/>
                                          </p:stCondLst>
                                        </p:cTn>
                                        <p:tgtEl>
                                          <p:spTgt spid="86"/>
                                        </p:tgtEl>
                                        <p:attrNameLst>
                                          <p:attrName>style.visibility</p:attrName>
                                        </p:attrNameLst>
                                      </p:cBhvr>
                                      <p:to>
                                        <p:strVal val="hidden"/>
                                      </p:to>
                                    </p:set>
                                  </p:childTnLst>
                                </p:cTn>
                              </p:par>
                              <p:par>
                                <p:cTn id="1253" presetID="10" presetClass="exit" presetSubtype="0" fill="hold" grpId="1" nodeType="withEffect">
                                  <p:stCondLst>
                                    <p:cond delay="0"/>
                                  </p:stCondLst>
                                  <p:childTnLst>
                                    <p:animEffect transition="out" filter="fade">
                                      <p:cBhvr>
                                        <p:cTn id="1254" dur="420"/>
                                        <p:tgtEl>
                                          <p:spTgt spid="87"/>
                                        </p:tgtEl>
                                      </p:cBhvr>
                                    </p:animEffect>
                                    <p:set>
                                      <p:cBhvr>
                                        <p:cTn id="1255" dur="1" fill="hold">
                                          <p:stCondLst>
                                            <p:cond delay="419"/>
                                          </p:stCondLst>
                                        </p:cTn>
                                        <p:tgtEl>
                                          <p:spTgt spid="87"/>
                                        </p:tgtEl>
                                        <p:attrNameLst>
                                          <p:attrName>style.visibility</p:attrName>
                                        </p:attrNameLst>
                                      </p:cBhvr>
                                      <p:to>
                                        <p:strVal val="hidden"/>
                                      </p:to>
                                    </p:set>
                                  </p:childTnLst>
                                </p:cTn>
                              </p:par>
                              <p:par>
                                <p:cTn id="1256" presetID="10" presetClass="exit" presetSubtype="0" fill="hold" grpId="1" nodeType="withEffect">
                                  <p:stCondLst>
                                    <p:cond delay="0"/>
                                  </p:stCondLst>
                                  <p:childTnLst>
                                    <p:animEffect transition="out" filter="fade">
                                      <p:cBhvr>
                                        <p:cTn id="1257" dur="420"/>
                                        <p:tgtEl>
                                          <p:spTgt spid="88"/>
                                        </p:tgtEl>
                                      </p:cBhvr>
                                    </p:animEffect>
                                    <p:set>
                                      <p:cBhvr>
                                        <p:cTn id="1258" dur="1" fill="hold">
                                          <p:stCondLst>
                                            <p:cond delay="419"/>
                                          </p:stCondLst>
                                        </p:cTn>
                                        <p:tgtEl>
                                          <p:spTgt spid="88"/>
                                        </p:tgtEl>
                                        <p:attrNameLst>
                                          <p:attrName>style.visibility</p:attrName>
                                        </p:attrNameLst>
                                      </p:cBhvr>
                                      <p:to>
                                        <p:strVal val="hidden"/>
                                      </p:to>
                                    </p:set>
                                  </p:childTnLst>
                                </p:cTn>
                              </p:par>
                              <p:par>
                                <p:cTn id="1259" presetID="10" presetClass="exit" presetSubtype="0" fill="hold" grpId="1" nodeType="withEffect">
                                  <p:stCondLst>
                                    <p:cond delay="0"/>
                                  </p:stCondLst>
                                  <p:childTnLst>
                                    <p:animEffect transition="out" filter="fade">
                                      <p:cBhvr>
                                        <p:cTn id="1260" dur="420"/>
                                        <p:tgtEl>
                                          <p:spTgt spid="89"/>
                                        </p:tgtEl>
                                      </p:cBhvr>
                                    </p:animEffect>
                                    <p:set>
                                      <p:cBhvr>
                                        <p:cTn id="1261" dur="1" fill="hold">
                                          <p:stCondLst>
                                            <p:cond delay="419"/>
                                          </p:stCondLst>
                                        </p:cTn>
                                        <p:tgtEl>
                                          <p:spTgt spid="89"/>
                                        </p:tgtEl>
                                        <p:attrNameLst>
                                          <p:attrName>style.visibility</p:attrName>
                                        </p:attrNameLst>
                                      </p:cBhvr>
                                      <p:to>
                                        <p:strVal val="hidden"/>
                                      </p:to>
                                    </p:set>
                                  </p:childTnLst>
                                </p:cTn>
                              </p:par>
                              <p:par>
                                <p:cTn id="1262" presetID="10" presetClass="exit" presetSubtype="0" fill="hold" grpId="1" nodeType="withEffect">
                                  <p:stCondLst>
                                    <p:cond delay="0"/>
                                  </p:stCondLst>
                                  <p:childTnLst>
                                    <p:animEffect transition="out" filter="fade">
                                      <p:cBhvr>
                                        <p:cTn id="1263" dur="420"/>
                                        <p:tgtEl>
                                          <p:spTgt spid="90"/>
                                        </p:tgtEl>
                                      </p:cBhvr>
                                    </p:animEffect>
                                    <p:set>
                                      <p:cBhvr>
                                        <p:cTn id="1264" dur="1" fill="hold">
                                          <p:stCondLst>
                                            <p:cond delay="419"/>
                                          </p:stCondLst>
                                        </p:cTn>
                                        <p:tgtEl>
                                          <p:spTgt spid="90"/>
                                        </p:tgtEl>
                                        <p:attrNameLst>
                                          <p:attrName>style.visibility</p:attrName>
                                        </p:attrNameLst>
                                      </p:cBhvr>
                                      <p:to>
                                        <p:strVal val="hidden"/>
                                      </p:to>
                                    </p:set>
                                  </p:childTnLst>
                                </p:cTn>
                              </p:par>
                              <p:par>
                                <p:cTn id="1265" presetID="10" presetClass="exit" presetSubtype="0" fill="hold" grpId="1" nodeType="withEffect">
                                  <p:stCondLst>
                                    <p:cond delay="0"/>
                                  </p:stCondLst>
                                  <p:childTnLst>
                                    <p:animEffect transition="out" filter="fade">
                                      <p:cBhvr>
                                        <p:cTn id="1266" dur="420"/>
                                        <p:tgtEl>
                                          <p:spTgt spid="91"/>
                                        </p:tgtEl>
                                      </p:cBhvr>
                                    </p:animEffect>
                                    <p:set>
                                      <p:cBhvr>
                                        <p:cTn id="1267" dur="1" fill="hold">
                                          <p:stCondLst>
                                            <p:cond delay="419"/>
                                          </p:stCondLst>
                                        </p:cTn>
                                        <p:tgtEl>
                                          <p:spTgt spid="91"/>
                                        </p:tgtEl>
                                        <p:attrNameLst>
                                          <p:attrName>style.visibility</p:attrName>
                                        </p:attrNameLst>
                                      </p:cBhvr>
                                      <p:to>
                                        <p:strVal val="hidden"/>
                                      </p:to>
                                    </p:set>
                                  </p:childTnLst>
                                </p:cTn>
                              </p:par>
                              <p:par>
                                <p:cTn id="1268" presetID="10" presetClass="exit" presetSubtype="0" fill="hold" grpId="1" nodeType="withEffect">
                                  <p:stCondLst>
                                    <p:cond delay="0"/>
                                  </p:stCondLst>
                                  <p:childTnLst>
                                    <p:animEffect transition="out" filter="fade">
                                      <p:cBhvr>
                                        <p:cTn id="1269" dur="420"/>
                                        <p:tgtEl>
                                          <p:spTgt spid="92"/>
                                        </p:tgtEl>
                                      </p:cBhvr>
                                    </p:animEffect>
                                    <p:set>
                                      <p:cBhvr>
                                        <p:cTn id="1270" dur="1" fill="hold">
                                          <p:stCondLst>
                                            <p:cond delay="419"/>
                                          </p:stCondLst>
                                        </p:cTn>
                                        <p:tgtEl>
                                          <p:spTgt spid="92"/>
                                        </p:tgtEl>
                                        <p:attrNameLst>
                                          <p:attrName>style.visibility</p:attrName>
                                        </p:attrNameLst>
                                      </p:cBhvr>
                                      <p:to>
                                        <p:strVal val="hidden"/>
                                      </p:to>
                                    </p:set>
                                  </p:childTnLst>
                                </p:cTn>
                              </p:par>
                              <p:par>
                                <p:cTn id="1271" presetID="10" presetClass="exit" presetSubtype="0" fill="hold" grpId="1" nodeType="withEffect">
                                  <p:stCondLst>
                                    <p:cond delay="0"/>
                                  </p:stCondLst>
                                  <p:childTnLst>
                                    <p:animEffect transition="out" filter="fade">
                                      <p:cBhvr>
                                        <p:cTn id="1272" dur="420"/>
                                        <p:tgtEl>
                                          <p:spTgt spid="93"/>
                                        </p:tgtEl>
                                      </p:cBhvr>
                                    </p:animEffect>
                                    <p:set>
                                      <p:cBhvr>
                                        <p:cTn id="1273" dur="1" fill="hold">
                                          <p:stCondLst>
                                            <p:cond delay="419"/>
                                          </p:stCondLst>
                                        </p:cTn>
                                        <p:tgtEl>
                                          <p:spTgt spid="93"/>
                                        </p:tgtEl>
                                        <p:attrNameLst>
                                          <p:attrName>style.visibility</p:attrName>
                                        </p:attrNameLst>
                                      </p:cBhvr>
                                      <p:to>
                                        <p:strVal val="hidden"/>
                                      </p:to>
                                    </p:set>
                                  </p:childTnLst>
                                </p:cTn>
                              </p:par>
                              <p:par>
                                <p:cTn id="1274" presetID="10" presetClass="exit" presetSubtype="0" fill="hold" grpId="1" nodeType="withEffect">
                                  <p:stCondLst>
                                    <p:cond delay="0"/>
                                  </p:stCondLst>
                                  <p:childTnLst>
                                    <p:animEffect transition="out" filter="fade">
                                      <p:cBhvr>
                                        <p:cTn id="1275" dur="420"/>
                                        <p:tgtEl>
                                          <p:spTgt spid="94"/>
                                        </p:tgtEl>
                                      </p:cBhvr>
                                    </p:animEffect>
                                    <p:set>
                                      <p:cBhvr>
                                        <p:cTn id="1276" dur="1" fill="hold">
                                          <p:stCondLst>
                                            <p:cond delay="419"/>
                                          </p:stCondLst>
                                        </p:cTn>
                                        <p:tgtEl>
                                          <p:spTgt spid="94"/>
                                        </p:tgtEl>
                                        <p:attrNameLst>
                                          <p:attrName>style.visibility</p:attrName>
                                        </p:attrNameLst>
                                      </p:cBhvr>
                                      <p:to>
                                        <p:strVal val="hidden"/>
                                      </p:to>
                                    </p:set>
                                  </p:childTnLst>
                                </p:cTn>
                              </p:par>
                              <p:par>
                                <p:cTn id="1277" presetID="10" presetClass="exit" presetSubtype="0" fill="hold" grpId="1" nodeType="withEffect">
                                  <p:stCondLst>
                                    <p:cond delay="0"/>
                                  </p:stCondLst>
                                  <p:childTnLst>
                                    <p:animEffect transition="out" filter="fade">
                                      <p:cBhvr>
                                        <p:cTn id="1278" dur="420"/>
                                        <p:tgtEl>
                                          <p:spTgt spid="95"/>
                                        </p:tgtEl>
                                      </p:cBhvr>
                                    </p:animEffect>
                                    <p:set>
                                      <p:cBhvr>
                                        <p:cTn id="1279" dur="1" fill="hold">
                                          <p:stCondLst>
                                            <p:cond delay="419"/>
                                          </p:stCondLst>
                                        </p:cTn>
                                        <p:tgtEl>
                                          <p:spTgt spid="95"/>
                                        </p:tgtEl>
                                        <p:attrNameLst>
                                          <p:attrName>style.visibility</p:attrName>
                                        </p:attrNameLst>
                                      </p:cBhvr>
                                      <p:to>
                                        <p:strVal val="hidden"/>
                                      </p:to>
                                    </p:set>
                                  </p:childTnLst>
                                </p:cTn>
                              </p:par>
                              <p:par>
                                <p:cTn id="1280" presetID="10" presetClass="exit" presetSubtype="0" fill="hold" grpId="1" nodeType="withEffect">
                                  <p:stCondLst>
                                    <p:cond delay="0"/>
                                  </p:stCondLst>
                                  <p:childTnLst>
                                    <p:animEffect transition="out" filter="fade">
                                      <p:cBhvr>
                                        <p:cTn id="1281" dur="420"/>
                                        <p:tgtEl>
                                          <p:spTgt spid="96"/>
                                        </p:tgtEl>
                                      </p:cBhvr>
                                    </p:animEffect>
                                    <p:set>
                                      <p:cBhvr>
                                        <p:cTn id="1282" dur="1" fill="hold">
                                          <p:stCondLst>
                                            <p:cond delay="419"/>
                                          </p:stCondLst>
                                        </p:cTn>
                                        <p:tgtEl>
                                          <p:spTgt spid="96"/>
                                        </p:tgtEl>
                                        <p:attrNameLst>
                                          <p:attrName>style.visibility</p:attrName>
                                        </p:attrNameLst>
                                      </p:cBhvr>
                                      <p:to>
                                        <p:strVal val="hidden"/>
                                      </p:to>
                                    </p:set>
                                  </p:childTnLst>
                                </p:cTn>
                              </p:par>
                              <p:par>
                                <p:cTn id="1283" presetID="10" presetClass="exit" presetSubtype="0" fill="hold" grpId="1" nodeType="withEffect">
                                  <p:stCondLst>
                                    <p:cond delay="0"/>
                                  </p:stCondLst>
                                  <p:childTnLst>
                                    <p:animEffect transition="out" filter="fade">
                                      <p:cBhvr>
                                        <p:cTn id="1284" dur="420"/>
                                        <p:tgtEl>
                                          <p:spTgt spid="97"/>
                                        </p:tgtEl>
                                      </p:cBhvr>
                                    </p:animEffect>
                                    <p:set>
                                      <p:cBhvr>
                                        <p:cTn id="1285" dur="1" fill="hold">
                                          <p:stCondLst>
                                            <p:cond delay="419"/>
                                          </p:stCondLst>
                                        </p:cTn>
                                        <p:tgtEl>
                                          <p:spTgt spid="97"/>
                                        </p:tgtEl>
                                        <p:attrNameLst>
                                          <p:attrName>style.visibility</p:attrName>
                                        </p:attrNameLst>
                                      </p:cBhvr>
                                      <p:to>
                                        <p:strVal val="hidden"/>
                                      </p:to>
                                    </p:set>
                                  </p:childTnLst>
                                </p:cTn>
                              </p:par>
                              <p:par>
                                <p:cTn id="1286" presetID="10" presetClass="exit" presetSubtype="0" fill="hold" grpId="1" nodeType="withEffect">
                                  <p:stCondLst>
                                    <p:cond delay="0"/>
                                  </p:stCondLst>
                                  <p:childTnLst>
                                    <p:animEffect transition="out" filter="fade">
                                      <p:cBhvr>
                                        <p:cTn id="1287" dur="420"/>
                                        <p:tgtEl>
                                          <p:spTgt spid="98"/>
                                        </p:tgtEl>
                                      </p:cBhvr>
                                    </p:animEffect>
                                    <p:set>
                                      <p:cBhvr>
                                        <p:cTn id="1288" dur="1" fill="hold">
                                          <p:stCondLst>
                                            <p:cond delay="419"/>
                                          </p:stCondLst>
                                        </p:cTn>
                                        <p:tgtEl>
                                          <p:spTgt spid="98"/>
                                        </p:tgtEl>
                                        <p:attrNameLst>
                                          <p:attrName>style.visibility</p:attrName>
                                        </p:attrNameLst>
                                      </p:cBhvr>
                                      <p:to>
                                        <p:strVal val="hidden"/>
                                      </p:to>
                                    </p:set>
                                  </p:childTnLst>
                                </p:cTn>
                              </p:par>
                              <p:par>
                                <p:cTn id="1289" presetID="10" presetClass="exit" presetSubtype="0" fill="hold" grpId="1" nodeType="withEffect">
                                  <p:stCondLst>
                                    <p:cond delay="0"/>
                                  </p:stCondLst>
                                  <p:childTnLst>
                                    <p:animEffect transition="out" filter="fade">
                                      <p:cBhvr>
                                        <p:cTn id="1290" dur="420"/>
                                        <p:tgtEl>
                                          <p:spTgt spid="99"/>
                                        </p:tgtEl>
                                      </p:cBhvr>
                                    </p:animEffect>
                                    <p:set>
                                      <p:cBhvr>
                                        <p:cTn id="1291" dur="1" fill="hold">
                                          <p:stCondLst>
                                            <p:cond delay="419"/>
                                          </p:stCondLst>
                                        </p:cTn>
                                        <p:tgtEl>
                                          <p:spTgt spid="99"/>
                                        </p:tgtEl>
                                        <p:attrNameLst>
                                          <p:attrName>style.visibility</p:attrName>
                                        </p:attrNameLst>
                                      </p:cBhvr>
                                      <p:to>
                                        <p:strVal val="hidden"/>
                                      </p:to>
                                    </p:set>
                                  </p:childTnLst>
                                </p:cTn>
                              </p:par>
                              <p:par>
                                <p:cTn id="1292" presetID="10" presetClass="exit" presetSubtype="0" fill="hold" grpId="1" nodeType="withEffect">
                                  <p:stCondLst>
                                    <p:cond delay="0"/>
                                  </p:stCondLst>
                                  <p:childTnLst>
                                    <p:animEffect transition="out" filter="fade">
                                      <p:cBhvr>
                                        <p:cTn id="1293" dur="420"/>
                                        <p:tgtEl>
                                          <p:spTgt spid="100"/>
                                        </p:tgtEl>
                                      </p:cBhvr>
                                    </p:animEffect>
                                    <p:set>
                                      <p:cBhvr>
                                        <p:cTn id="1294" dur="1" fill="hold">
                                          <p:stCondLst>
                                            <p:cond delay="419"/>
                                          </p:stCondLst>
                                        </p:cTn>
                                        <p:tgtEl>
                                          <p:spTgt spid="100"/>
                                        </p:tgtEl>
                                        <p:attrNameLst>
                                          <p:attrName>style.visibility</p:attrName>
                                        </p:attrNameLst>
                                      </p:cBhvr>
                                      <p:to>
                                        <p:strVal val="hidden"/>
                                      </p:to>
                                    </p:set>
                                  </p:childTnLst>
                                </p:cTn>
                              </p:par>
                              <p:par>
                                <p:cTn id="1295" presetID="10" presetClass="exit" presetSubtype="0" fill="hold" grpId="1" nodeType="withEffect">
                                  <p:stCondLst>
                                    <p:cond delay="0"/>
                                  </p:stCondLst>
                                  <p:childTnLst>
                                    <p:animEffect transition="out" filter="fade">
                                      <p:cBhvr>
                                        <p:cTn id="1296" dur="420"/>
                                        <p:tgtEl>
                                          <p:spTgt spid="101"/>
                                        </p:tgtEl>
                                      </p:cBhvr>
                                    </p:animEffect>
                                    <p:set>
                                      <p:cBhvr>
                                        <p:cTn id="1297" dur="1" fill="hold">
                                          <p:stCondLst>
                                            <p:cond delay="419"/>
                                          </p:stCondLst>
                                        </p:cTn>
                                        <p:tgtEl>
                                          <p:spTgt spid="101"/>
                                        </p:tgtEl>
                                        <p:attrNameLst>
                                          <p:attrName>style.visibility</p:attrName>
                                        </p:attrNameLst>
                                      </p:cBhvr>
                                      <p:to>
                                        <p:strVal val="hidden"/>
                                      </p:to>
                                    </p:set>
                                  </p:childTnLst>
                                </p:cTn>
                              </p:par>
                              <p:par>
                                <p:cTn id="1298" presetID="10" presetClass="exit" presetSubtype="0" fill="hold" grpId="1" nodeType="withEffect">
                                  <p:stCondLst>
                                    <p:cond delay="0"/>
                                  </p:stCondLst>
                                  <p:childTnLst>
                                    <p:animEffect transition="out" filter="fade">
                                      <p:cBhvr>
                                        <p:cTn id="1299" dur="420"/>
                                        <p:tgtEl>
                                          <p:spTgt spid="102"/>
                                        </p:tgtEl>
                                      </p:cBhvr>
                                    </p:animEffect>
                                    <p:set>
                                      <p:cBhvr>
                                        <p:cTn id="1300" dur="1" fill="hold">
                                          <p:stCondLst>
                                            <p:cond delay="419"/>
                                          </p:stCondLst>
                                        </p:cTn>
                                        <p:tgtEl>
                                          <p:spTgt spid="102"/>
                                        </p:tgtEl>
                                        <p:attrNameLst>
                                          <p:attrName>style.visibility</p:attrName>
                                        </p:attrNameLst>
                                      </p:cBhvr>
                                      <p:to>
                                        <p:strVal val="hidden"/>
                                      </p:to>
                                    </p:set>
                                  </p:childTnLst>
                                </p:cTn>
                              </p:par>
                              <p:par>
                                <p:cTn id="1301" presetID="10" presetClass="exit" presetSubtype="0" fill="hold" grpId="1" nodeType="withEffect">
                                  <p:stCondLst>
                                    <p:cond delay="0"/>
                                  </p:stCondLst>
                                  <p:childTnLst>
                                    <p:animEffect transition="out" filter="fade">
                                      <p:cBhvr>
                                        <p:cTn id="1302" dur="420"/>
                                        <p:tgtEl>
                                          <p:spTgt spid="103"/>
                                        </p:tgtEl>
                                      </p:cBhvr>
                                    </p:animEffect>
                                    <p:set>
                                      <p:cBhvr>
                                        <p:cTn id="1303" dur="1" fill="hold">
                                          <p:stCondLst>
                                            <p:cond delay="419"/>
                                          </p:stCondLst>
                                        </p:cTn>
                                        <p:tgtEl>
                                          <p:spTgt spid="103"/>
                                        </p:tgtEl>
                                        <p:attrNameLst>
                                          <p:attrName>style.visibility</p:attrName>
                                        </p:attrNameLst>
                                      </p:cBhvr>
                                      <p:to>
                                        <p:strVal val="hidden"/>
                                      </p:to>
                                    </p:set>
                                  </p:childTnLst>
                                </p:cTn>
                              </p:par>
                              <p:par>
                                <p:cTn id="1304" presetID="10" presetClass="exit" presetSubtype="0" fill="hold" grpId="1" nodeType="withEffect">
                                  <p:stCondLst>
                                    <p:cond delay="0"/>
                                  </p:stCondLst>
                                  <p:childTnLst>
                                    <p:animEffect transition="out" filter="fade">
                                      <p:cBhvr>
                                        <p:cTn id="1305" dur="420"/>
                                        <p:tgtEl>
                                          <p:spTgt spid="104"/>
                                        </p:tgtEl>
                                      </p:cBhvr>
                                    </p:animEffect>
                                    <p:set>
                                      <p:cBhvr>
                                        <p:cTn id="1306" dur="1" fill="hold">
                                          <p:stCondLst>
                                            <p:cond delay="419"/>
                                          </p:stCondLst>
                                        </p:cTn>
                                        <p:tgtEl>
                                          <p:spTgt spid="104"/>
                                        </p:tgtEl>
                                        <p:attrNameLst>
                                          <p:attrName>style.visibility</p:attrName>
                                        </p:attrNameLst>
                                      </p:cBhvr>
                                      <p:to>
                                        <p:strVal val="hidden"/>
                                      </p:to>
                                    </p:set>
                                  </p:childTnLst>
                                </p:cTn>
                              </p:par>
                              <p:par>
                                <p:cTn id="1307" presetID="10" presetClass="exit" presetSubtype="0" fill="hold" grpId="1" nodeType="withEffect">
                                  <p:stCondLst>
                                    <p:cond delay="0"/>
                                  </p:stCondLst>
                                  <p:childTnLst>
                                    <p:animEffect transition="out" filter="fade">
                                      <p:cBhvr>
                                        <p:cTn id="1308" dur="420"/>
                                        <p:tgtEl>
                                          <p:spTgt spid="105"/>
                                        </p:tgtEl>
                                      </p:cBhvr>
                                    </p:animEffect>
                                    <p:set>
                                      <p:cBhvr>
                                        <p:cTn id="1309" dur="1" fill="hold">
                                          <p:stCondLst>
                                            <p:cond delay="419"/>
                                          </p:stCondLst>
                                        </p:cTn>
                                        <p:tgtEl>
                                          <p:spTgt spid="105"/>
                                        </p:tgtEl>
                                        <p:attrNameLst>
                                          <p:attrName>style.visibility</p:attrName>
                                        </p:attrNameLst>
                                      </p:cBhvr>
                                      <p:to>
                                        <p:strVal val="hidden"/>
                                      </p:to>
                                    </p:set>
                                  </p:childTnLst>
                                </p:cTn>
                              </p:par>
                              <p:par>
                                <p:cTn id="1310" presetID="10" presetClass="exit" presetSubtype="0" fill="hold" grpId="1" nodeType="withEffect">
                                  <p:stCondLst>
                                    <p:cond delay="0"/>
                                  </p:stCondLst>
                                  <p:childTnLst>
                                    <p:animEffect transition="out" filter="fade">
                                      <p:cBhvr>
                                        <p:cTn id="1311" dur="420"/>
                                        <p:tgtEl>
                                          <p:spTgt spid="106"/>
                                        </p:tgtEl>
                                      </p:cBhvr>
                                    </p:animEffect>
                                    <p:set>
                                      <p:cBhvr>
                                        <p:cTn id="1312" dur="1" fill="hold">
                                          <p:stCondLst>
                                            <p:cond delay="419"/>
                                          </p:stCondLst>
                                        </p:cTn>
                                        <p:tgtEl>
                                          <p:spTgt spid="106"/>
                                        </p:tgtEl>
                                        <p:attrNameLst>
                                          <p:attrName>style.visibility</p:attrName>
                                        </p:attrNameLst>
                                      </p:cBhvr>
                                      <p:to>
                                        <p:strVal val="hidden"/>
                                      </p:to>
                                    </p:set>
                                  </p:childTnLst>
                                </p:cTn>
                              </p:par>
                              <p:par>
                                <p:cTn id="1313" presetID="10" presetClass="exit" presetSubtype="0" fill="hold" grpId="1" nodeType="withEffect">
                                  <p:stCondLst>
                                    <p:cond delay="0"/>
                                  </p:stCondLst>
                                  <p:childTnLst>
                                    <p:animEffect transition="out" filter="fade">
                                      <p:cBhvr>
                                        <p:cTn id="1314" dur="420"/>
                                        <p:tgtEl>
                                          <p:spTgt spid="107"/>
                                        </p:tgtEl>
                                      </p:cBhvr>
                                    </p:animEffect>
                                    <p:set>
                                      <p:cBhvr>
                                        <p:cTn id="1315" dur="1" fill="hold">
                                          <p:stCondLst>
                                            <p:cond delay="419"/>
                                          </p:stCondLst>
                                        </p:cTn>
                                        <p:tgtEl>
                                          <p:spTgt spid="107"/>
                                        </p:tgtEl>
                                        <p:attrNameLst>
                                          <p:attrName>style.visibility</p:attrName>
                                        </p:attrNameLst>
                                      </p:cBhvr>
                                      <p:to>
                                        <p:strVal val="hidden"/>
                                      </p:to>
                                    </p:set>
                                  </p:childTnLst>
                                </p:cTn>
                              </p:par>
                              <p:par>
                                <p:cTn id="1316" presetID="10" presetClass="exit" presetSubtype="0" fill="hold" grpId="1" nodeType="withEffect">
                                  <p:stCondLst>
                                    <p:cond delay="0"/>
                                  </p:stCondLst>
                                  <p:childTnLst>
                                    <p:animEffect transition="out" filter="fade">
                                      <p:cBhvr>
                                        <p:cTn id="1317" dur="420"/>
                                        <p:tgtEl>
                                          <p:spTgt spid="108"/>
                                        </p:tgtEl>
                                      </p:cBhvr>
                                    </p:animEffect>
                                    <p:set>
                                      <p:cBhvr>
                                        <p:cTn id="1318" dur="1" fill="hold">
                                          <p:stCondLst>
                                            <p:cond delay="419"/>
                                          </p:stCondLst>
                                        </p:cTn>
                                        <p:tgtEl>
                                          <p:spTgt spid="108"/>
                                        </p:tgtEl>
                                        <p:attrNameLst>
                                          <p:attrName>style.visibility</p:attrName>
                                        </p:attrNameLst>
                                      </p:cBhvr>
                                      <p:to>
                                        <p:strVal val="hidden"/>
                                      </p:to>
                                    </p:set>
                                  </p:childTnLst>
                                </p:cTn>
                              </p:par>
                              <p:par>
                                <p:cTn id="1319" presetID="10" presetClass="exit" presetSubtype="0" fill="hold" grpId="1" nodeType="withEffect">
                                  <p:stCondLst>
                                    <p:cond delay="0"/>
                                  </p:stCondLst>
                                  <p:childTnLst>
                                    <p:animEffect transition="out" filter="fade">
                                      <p:cBhvr>
                                        <p:cTn id="1320" dur="420"/>
                                        <p:tgtEl>
                                          <p:spTgt spid="109"/>
                                        </p:tgtEl>
                                      </p:cBhvr>
                                    </p:animEffect>
                                    <p:set>
                                      <p:cBhvr>
                                        <p:cTn id="1321" dur="1" fill="hold">
                                          <p:stCondLst>
                                            <p:cond delay="419"/>
                                          </p:stCondLst>
                                        </p:cTn>
                                        <p:tgtEl>
                                          <p:spTgt spid="109"/>
                                        </p:tgtEl>
                                        <p:attrNameLst>
                                          <p:attrName>style.visibility</p:attrName>
                                        </p:attrNameLst>
                                      </p:cBhvr>
                                      <p:to>
                                        <p:strVal val="hidden"/>
                                      </p:to>
                                    </p:set>
                                  </p:childTnLst>
                                </p:cTn>
                              </p:par>
                              <p:par>
                                <p:cTn id="1322" presetID="10" presetClass="exit" presetSubtype="0" fill="hold" grpId="1" nodeType="withEffect">
                                  <p:stCondLst>
                                    <p:cond delay="0"/>
                                  </p:stCondLst>
                                  <p:childTnLst>
                                    <p:animEffect transition="out" filter="fade">
                                      <p:cBhvr>
                                        <p:cTn id="1323" dur="420"/>
                                        <p:tgtEl>
                                          <p:spTgt spid="110"/>
                                        </p:tgtEl>
                                      </p:cBhvr>
                                    </p:animEffect>
                                    <p:set>
                                      <p:cBhvr>
                                        <p:cTn id="1324" dur="1" fill="hold">
                                          <p:stCondLst>
                                            <p:cond delay="419"/>
                                          </p:stCondLst>
                                        </p:cTn>
                                        <p:tgtEl>
                                          <p:spTgt spid="110"/>
                                        </p:tgtEl>
                                        <p:attrNameLst>
                                          <p:attrName>style.visibility</p:attrName>
                                        </p:attrNameLst>
                                      </p:cBhvr>
                                      <p:to>
                                        <p:strVal val="hidden"/>
                                      </p:to>
                                    </p:set>
                                  </p:childTnLst>
                                </p:cTn>
                              </p:par>
                              <p:par>
                                <p:cTn id="1325" presetID="10" presetClass="exit" presetSubtype="0" fill="hold" grpId="1" nodeType="withEffect">
                                  <p:stCondLst>
                                    <p:cond delay="0"/>
                                  </p:stCondLst>
                                  <p:childTnLst>
                                    <p:animEffect transition="out" filter="fade">
                                      <p:cBhvr>
                                        <p:cTn id="1326" dur="420"/>
                                        <p:tgtEl>
                                          <p:spTgt spid="111"/>
                                        </p:tgtEl>
                                      </p:cBhvr>
                                    </p:animEffect>
                                    <p:set>
                                      <p:cBhvr>
                                        <p:cTn id="1327" dur="1" fill="hold">
                                          <p:stCondLst>
                                            <p:cond delay="419"/>
                                          </p:stCondLst>
                                        </p:cTn>
                                        <p:tgtEl>
                                          <p:spTgt spid="111"/>
                                        </p:tgtEl>
                                        <p:attrNameLst>
                                          <p:attrName>style.visibility</p:attrName>
                                        </p:attrNameLst>
                                      </p:cBhvr>
                                      <p:to>
                                        <p:strVal val="hidden"/>
                                      </p:to>
                                    </p:set>
                                  </p:childTnLst>
                                </p:cTn>
                              </p:par>
                              <p:par>
                                <p:cTn id="1328" presetID="10" presetClass="exit" presetSubtype="0" fill="hold" grpId="1" nodeType="withEffect">
                                  <p:stCondLst>
                                    <p:cond delay="0"/>
                                  </p:stCondLst>
                                  <p:childTnLst>
                                    <p:animEffect transition="out" filter="fade">
                                      <p:cBhvr>
                                        <p:cTn id="1329" dur="420"/>
                                        <p:tgtEl>
                                          <p:spTgt spid="112"/>
                                        </p:tgtEl>
                                      </p:cBhvr>
                                    </p:animEffect>
                                    <p:set>
                                      <p:cBhvr>
                                        <p:cTn id="1330" dur="1" fill="hold">
                                          <p:stCondLst>
                                            <p:cond delay="419"/>
                                          </p:stCondLst>
                                        </p:cTn>
                                        <p:tgtEl>
                                          <p:spTgt spid="112"/>
                                        </p:tgtEl>
                                        <p:attrNameLst>
                                          <p:attrName>style.visibility</p:attrName>
                                        </p:attrNameLst>
                                      </p:cBhvr>
                                      <p:to>
                                        <p:strVal val="hidden"/>
                                      </p:to>
                                    </p:set>
                                  </p:childTnLst>
                                </p:cTn>
                              </p:par>
                              <p:par>
                                <p:cTn id="1331" presetID="10" presetClass="exit" presetSubtype="0" fill="hold" grpId="1" nodeType="withEffect">
                                  <p:stCondLst>
                                    <p:cond delay="0"/>
                                  </p:stCondLst>
                                  <p:childTnLst>
                                    <p:animEffect transition="out" filter="fade">
                                      <p:cBhvr>
                                        <p:cTn id="1332" dur="420"/>
                                        <p:tgtEl>
                                          <p:spTgt spid="113"/>
                                        </p:tgtEl>
                                      </p:cBhvr>
                                    </p:animEffect>
                                    <p:set>
                                      <p:cBhvr>
                                        <p:cTn id="1333" dur="1" fill="hold">
                                          <p:stCondLst>
                                            <p:cond delay="419"/>
                                          </p:stCondLst>
                                        </p:cTn>
                                        <p:tgtEl>
                                          <p:spTgt spid="113"/>
                                        </p:tgtEl>
                                        <p:attrNameLst>
                                          <p:attrName>style.visibility</p:attrName>
                                        </p:attrNameLst>
                                      </p:cBhvr>
                                      <p:to>
                                        <p:strVal val="hidden"/>
                                      </p:to>
                                    </p:set>
                                  </p:childTnLst>
                                </p:cTn>
                              </p:par>
                              <p:par>
                                <p:cTn id="1334" presetID="10" presetClass="exit" presetSubtype="0" fill="hold" grpId="1" nodeType="withEffect">
                                  <p:stCondLst>
                                    <p:cond delay="0"/>
                                  </p:stCondLst>
                                  <p:childTnLst>
                                    <p:animEffect transition="out" filter="fade">
                                      <p:cBhvr>
                                        <p:cTn id="1335" dur="420"/>
                                        <p:tgtEl>
                                          <p:spTgt spid="114"/>
                                        </p:tgtEl>
                                      </p:cBhvr>
                                    </p:animEffect>
                                    <p:set>
                                      <p:cBhvr>
                                        <p:cTn id="1336" dur="1" fill="hold">
                                          <p:stCondLst>
                                            <p:cond delay="419"/>
                                          </p:stCondLst>
                                        </p:cTn>
                                        <p:tgtEl>
                                          <p:spTgt spid="114"/>
                                        </p:tgtEl>
                                        <p:attrNameLst>
                                          <p:attrName>style.visibility</p:attrName>
                                        </p:attrNameLst>
                                      </p:cBhvr>
                                      <p:to>
                                        <p:strVal val="hidden"/>
                                      </p:to>
                                    </p:set>
                                  </p:childTnLst>
                                </p:cTn>
                              </p:par>
                              <p:par>
                                <p:cTn id="1337" presetID="10" presetClass="exit" presetSubtype="0" fill="hold" grpId="1" nodeType="withEffect">
                                  <p:stCondLst>
                                    <p:cond delay="0"/>
                                  </p:stCondLst>
                                  <p:childTnLst>
                                    <p:animEffect transition="out" filter="fade">
                                      <p:cBhvr>
                                        <p:cTn id="1338" dur="420"/>
                                        <p:tgtEl>
                                          <p:spTgt spid="115"/>
                                        </p:tgtEl>
                                      </p:cBhvr>
                                    </p:animEffect>
                                    <p:set>
                                      <p:cBhvr>
                                        <p:cTn id="1339" dur="1" fill="hold">
                                          <p:stCondLst>
                                            <p:cond delay="419"/>
                                          </p:stCondLst>
                                        </p:cTn>
                                        <p:tgtEl>
                                          <p:spTgt spid="115"/>
                                        </p:tgtEl>
                                        <p:attrNameLst>
                                          <p:attrName>style.visibility</p:attrName>
                                        </p:attrNameLst>
                                      </p:cBhvr>
                                      <p:to>
                                        <p:strVal val="hidden"/>
                                      </p:to>
                                    </p:set>
                                  </p:childTnLst>
                                </p:cTn>
                              </p:par>
                              <p:par>
                                <p:cTn id="1340" presetID="10" presetClass="exit" presetSubtype="0" fill="hold" grpId="1" nodeType="withEffect">
                                  <p:stCondLst>
                                    <p:cond delay="0"/>
                                  </p:stCondLst>
                                  <p:childTnLst>
                                    <p:animEffect transition="out" filter="fade">
                                      <p:cBhvr>
                                        <p:cTn id="1341" dur="420"/>
                                        <p:tgtEl>
                                          <p:spTgt spid="116"/>
                                        </p:tgtEl>
                                      </p:cBhvr>
                                    </p:animEffect>
                                    <p:set>
                                      <p:cBhvr>
                                        <p:cTn id="1342" dur="1" fill="hold">
                                          <p:stCondLst>
                                            <p:cond delay="419"/>
                                          </p:stCondLst>
                                        </p:cTn>
                                        <p:tgtEl>
                                          <p:spTgt spid="116"/>
                                        </p:tgtEl>
                                        <p:attrNameLst>
                                          <p:attrName>style.visibility</p:attrName>
                                        </p:attrNameLst>
                                      </p:cBhvr>
                                      <p:to>
                                        <p:strVal val="hidden"/>
                                      </p:to>
                                    </p:set>
                                  </p:childTnLst>
                                </p:cTn>
                              </p:par>
                              <p:par>
                                <p:cTn id="1343" presetID="10" presetClass="exit" presetSubtype="0" fill="hold" grpId="1" nodeType="withEffect">
                                  <p:stCondLst>
                                    <p:cond delay="0"/>
                                  </p:stCondLst>
                                  <p:childTnLst>
                                    <p:animEffect transition="out" filter="fade">
                                      <p:cBhvr>
                                        <p:cTn id="1344" dur="420"/>
                                        <p:tgtEl>
                                          <p:spTgt spid="117"/>
                                        </p:tgtEl>
                                      </p:cBhvr>
                                    </p:animEffect>
                                    <p:set>
                                      <p:cBhvr>
                                        <p:cTn id="1345" dur="1" fill="hold">
                                          <p:stCondLst>
                                            <p:cond delay="419"/>
                                          </p:stCondLst>
                                        </p:cTn>
                                        <p:tgtEl>
                                          <p:spTgt spid="117"/>
                                        </p:tgtEl>
                                        <p:attrNameLst>
                                          <p:attrName>style.visibility</p:attrName>
                                        </p:attrNameLst>
                                      </p:cBhvr>
                                      <p:to>
                                        <p:strVal val="hidden"/>
                                      </p:to>
                                    </p:set>
                                  </p:childTnLst>
                                </p:cTn>
                              </p:par>
                              <p:par>
                                <p:cTn id="1346" presetID="10" presetClass="exit" presetSubtype="0" fill="hold" grpId="1" nodeType="withEffect">
                                  <p:stCondLst>
                                    <p:cond delay="0"/>
                                  </p:stCondLst>
                                  <p:childTnLst>
                                    <p:animEffect transition="out" filter="fade">
                                      <p:cBhvr>
                                        <p:cTn id="1347" dur="420"/>
                                        <p:tgtEl>
                                          <p:spTgt spid="118"/>
                                        </p:tgtEl>
                                      </p:cBhvr>
                                    </p:animEffect>
                                    <p:set>
                                      <p:cBhvr>
                                        <p:cTn id="1348" dur="1" fill="hold">
                                          <p:stCondLst>
                                            <p:cond delay="419"/>
                                          </p:stCondLst>
                                        </p:cTn>
                                        <p:tgtEl>
                                          <p:spTgt spid="118"/>
                                        </p:tgtEl>
                                        <p:attrNameLst>
                                          <p:attrName>style.visibility</p:attrName>
                                        </p:attrNameLst>
                                      </p:cBhvr>
                                      <p:to>
                                        <p:strVal val="hidden"/>
                                      </p:to>
                                    </p:set>
                                  </p:childTnLst>
                                </p:cTn>
                              </p:par>
                              <p:par>
                                <p:cTn id="1349" presetID="10" presetClass="exit" presetSubtype="0" fill="hold" grpId="1" nodeType="withEffect">
                                  <p:stCondLst>
                                    <p:cond delay="0"/>
                                  </p:stCondLst>
                                  <p:childTnLst>
                                    <p:animEffect transition="out" filter="fade">
                                      <p:cBhvr>
                                        <p:cTn id="1350" dur="420"/>
                                        <p:tgtEl>
                                          <p:spTgt spid="119"/>
                                        </p:tgtEl>
                                      </p:cBhvr>
                                    </p:animEffect>
                                    <p:set>
                                      <p:cBhvr>
                                        <p:cTn id="1351" dur="1" fill="hold">
                                          <p:stCondLst>
                                            <p:cond delay="419"/>
                                          </p:stCondLst>
                                        </p:cTn>
                                        <p:tgtEl>
                                          <p:spTgt spid="119"/>
                                        </p:tgtEl>
                                        <p:attrNameLst>
                                          <p:attrName>style.visibility</p:attrName>
                                        </p:attrNameLst>
                                      </p:cBhvr>
                                      <p:to>
                                        <p:strVal val="hidden"/>
                                      </p:to>
                                    </p:set>
                                  </p:childTnLst>
                                </p:cTn>
                              </p:par>
                              <p:par>
                                <p:cTn id="1352" presetID="10" presetClass="exit" presetSubtype="0" fill="hold" grpId="1" nodeType="withEffect">
                                  <p:stCondLst>
                                    <p:cond delay="0"/>
                                  </p:stCondLst>
                                  <p:childTnLst>
                                    <p:animEffect transition="out" filter="fade">
                                      <p:cBhvr>
                                        <p:cTn id="1353" dur="420"/>
                                        <p:tgtEl>
                                          <p:spTgt spid="120"/>
                                        </p:tgtEl>
                                      </p:cBhvr>
                                    </p:animEffect>
                                    <p:set>
                                      <p:cBhvr>
                                        <p:cTn id="1354" dur="1" fill="hold">
                                          <p:stCondLst>
                                            <p:cond delay="419"/>
                                          </p:stCondLst>
                                        </p:cTn>
                                        <p:tgtEl>
                                          <p:spTgt spid="120"/>
                                        </p:tgtEl>
                                        <p:attrNameLst>
                                          <p:attrName>style.visibility</p:attrName>
                                        </p:attrNameLst>
                                      </p:cBhvr>
                                      <p:to>
                                        <p:strVal val="hidden"/>
                                      </p:to>
                                    </p:set>
                                  </p:childTnLst>
                                </p:cTn>
                              </p:par>
                              <p:par>
                                <p:cTn id="1355" presetID="10" presetClass="exit" presetSubtype="0" fill="hold" grpId="1" nodeType="withEffect">
                                  <p:stCondLst>
                                    <p:cond delay="0"/>
                                  </p:stCondLst>
                                  <p:childTnLst>
                                    <p:animEffect transition="out" filter="fade">
                                      <p:cBhvr>
                                        <p:cTn id="1356" dur="420"/>
                                        <p:tgtEl>
                                          <p:spTgt spid="121"/>
                                        </p:tgtEl>
                                      </p:cBhvr>
                                    </p:animEffect>
                                    <p:set>
                                      <p:cBhvr>
                                        <p:cTn id="1357" dur="1" fill="hold">
                                          <p:stCondLst>
                                            <p:cond delay="419"/>
                                          </p:stCondLst>
                                        </p:cTn>
                                        <p:tgtEl>
                                          <p:spTgt spid="121"/>
                                        </p:tgtEl>
                                        <p:attrNameLst>
                                          <p:attrName>style.visibility</p:attrName>
                                        </p:attrNameLst>
                                      </p:cBhvr>
                                      <p:to>
                                        <p:strVal val="hidden"/>
                                      </p:to>
                                    </p:set>
                                  </p:childTnLst>
                                </p:cTn>
                              </p:par>
                              <p:par>
                                <p:cTn id="1358" presetID="10" presetClass="exit" presetSubtype="0" fill="hold" grpId="1" nodeType="withEffect">
                                  <p:stCondLst>
                                    <p:cond delay="0"/>
                                  </p:stCondLst>
                                  <p:childTnLst>
                                    <p:animEffect transition="out" filter="fade">
                                      <p:cBhvr>
                                        <p:cTn id="1359" dur="420"/>
                                        <p:tgtEl>
                                          <p:spTgt spid="122"/>
                                        </p:tgtEl>
                                      </p:cBhvr>
                                    </p:animEffect>
                                    <p:set>
                                      <p:cBhvr>
                                        <p:cTn id="1360" dur="1" fill="hold">
                                          <p:stCondLst>
                                            <p:cond delay="419"/>
                                          </p:stCondLst>
                                        </p:cTn>
                                        <p:tgtEl>
                                          <p:spTgt spid="122"/>
                                        </p:tgtEl>
                                        <p:attrNameLst>
                                          <p:attrName>style.visibility</p:attrName>
                                        </p:attrNameLst>
                                      </p:cBhvr>
                                      <p:to>
                                        <p:strVal val="hidden"/>
                                      </p:to>
                                    </p:set>
                                  </p:childTnLst>
                                </p:cTn>
                              </p:par>
                              <p:par>
                                <p:cTn id="1361" presetID="10" presetClass="exit" presetSubtype="0" fill="hold" grpId="1" nodeType="withEffect">
                                  <p:stCondLst>
                                    <p:cond delay="0"/>
                                  </p:stCondLst>
                                  <p:childTnLst>
                                    <p:animEffect transition="out" filter="fade">
                                      <p:cBhvr>
                                        <p:cTn id="1362" dur="420"/>
                                        <p:tgtEl>
                                          <p:spTgt spid="123"/>
                                        </p:tgtEl>
                                      </p:cBhvr>
                                    </p:animEffect>
                                    <p:set>
                                      <p:cBhvr>
                                        <p:cTn id="1363" dur="1" fill="hold">
                                          <p:stCondLst>
                                            <p:cond delay="419"/>
                                          </p:stCondLst>
                                        </p:cTn>
                                        <p:tgtEl>
                                          <p:spTgt spid="123"/>
                                        </p:tgtEl>
                                        <p:attrNameLst>
                                          <p:attrName>style.visibility</p:attrName>
                                        </p:attrNameLst>
                                      </p:cBhvr>
                                      <p:to>
                                        <p:strVal val="hidden"/>
                                      </p:to>
                                    </p:set>
                                  </p:childTnLst>
                                </p:cTn>
                              </p:par>
                              <p:par>
                                <p:cTn id="1364" presetID="10" presetClass="exit" presetSubtype="0" fill="hold" grpId="1" nodeType="withEffect">
                                  <p:stCondLst>
                                    <p:cond delay="0"/>
                                  </p:stCondLst>
                                  <p:childTnLst>
                                    <p:animEffect transition="out" filter="fade">
                                      <p:cBhvr>
                                        <p:cTn id="1365" dur="420"/>
                                        <p:tgtEl>
                                          <p:spTgt spid="124"/>
                                        </p:tgtEl>
                                      </p:cBhvr>
                                    </p:animEffect>
                                    <p:set>
                                      <p:cBhvr>
                                        <p:cTn id="1366" dur="1" fill="hold">
                                          <p:stCondLst>
                                            <p:cond delay="419"/>
                                          </p:stCondLst>
                                        </p:cTn>
                                        <p:tgtEl>
                                          <p:spTgt spid="124"/>
                                        </p:tgtEl>
                                        <p:attrNameLst>
                                          <p:attrName>style.visibility</p:attrName>
                                        </p:attrNameLst>
                                      </p:cBhvr>
                                      <p:to>
                                        <p:strVal val="hidden"/>
                                      </p:to>
                                    </p:set>
                                  </p:childTnLst>
                                </p:cTn>
                              </p:par>
                              <p:par>
                                <p:cTn id="1367" presetID="10" presetClass="exit" presetSubtype="0" fill="hold" grpId="1" nodeType="withEffect">
                                  <p:stCondLst>
                                    <p:cond delay="0"/>
                                  </p:stCondLst>
                                  <p:childTnLst>
                                    <p:animEffect transition="out" filter="fade">
                                      <p:cBhvr>
                                        <p:cTn id="1368" dur="420"/>
                                        <p:tgtEl>
                                          <p:spTgt spid="125"/>
                                        </p:tgtEl>
                                      </p:cBhvr>
                                    </p:animEffect>
                                    <p:set>
                                      <p:cBhvr>
                                        <p:cTn id="1369" dur="1" fill="hold">
                                          <p:stCondLst>
                                            <p:cond delay="419"/>
                                          </p:stCondLst>
                                        </p:cTn>
                                        <p:tgtEl>
                                          <p:spTgt spid="125"/>
                                        </p:tgtEl>
                                        <p:attrNameLst>
                                          <p:attrName>style.visibility</p:attrName>
                                        </p:attrNameLst>
                                      </p:cBhvr>
                                      <p:to>
                                        <p:strVal val="hidden"/>
                                      </p:to>
                                    </p:set>
                                  </p:childTnLst>
                                </p:cTn>
                              </p:par>
                              <p:par>
                                <p:cTn id="1370" presetID="10" presetClass="exit" presetSubtype="0" fill="hold" grpId="1" nodeType="withEffect">
                                  <p:stCondLst>
                                    <p:cond delay="0"/>
                                  </p:stCondLst>
                                  <p:childTnLst>
                                    <p:animEffect transition="out" filter="fade">
                                      <p:cBhvr>
                                        <p:cTn id="1371" dur="420"/>
                                        <p:tgtEl>
                                          <p:spTgt spid="126"/>
                                        </p:tgtEl>
                                      </p:cBhvr>
                                    </p:animEffect>
                                    <p:set>
                                      <p:cBhvr>
                                        <p:cTn id="1372" dur="1" fill="hold">
                                          <p:stCondLst>
                                            <p:cond delay="419"/>
                                          </p:stCondLst>
                                        </p:cTn>
                                        <p:tgtEl>
                                          <p:spTgt spid="126"/>
                                        </p:tgtEl>
                                        <p:attrNameLst>
                                          <p:attrName>style.visibility</p:attrName>
                                        </p:attrNameLst>
                                      </p:cBhvr>
                                      <p:to>
                                        <p:strVal val="hidden"/>
                                      </p:to>
                                    </p:set>
                                  </p:childTnLst>
                                </p:cTn>
                              </p:par>
                              <p:par>
                                <p:cTn id="1373" presetID="10" presetClass="exit" presetSubtype="0" fill="hold" grpId="1" nodeType="withEffect">
                                  <p:stCondLst>
                                    <p:cond delay="0"/>
                                  </p:stCondLst>
                                  <p:childTnLst>
                                    <p:animEffect transition="out" filter="fade">
                                      <p:cBhvr>
                                        <p:cTn id="1374" dur="420"/>
                                        <p:tgtEl>
                                          <p:spTgt spid="127"/>
                                        </p:tgtEl>
                                      </p:cBhvr>
                                    </p:animEffect>
                                    <p:set>
                                      <p:cBhvr>
                                        <p:cTn id="1375" dur="1" fill="hold">
                                          <p:stCondLst>
                                            <p:cond delay="419"/>
                                          </p:stCondLst>
                                        </p:cTn>
                                        <p:tgtEl>
                                          <p:spTgt spid="127"/>
                                        </p:tgtEl>
                                        <p:attrNameLst>
                                          <p:attrName>style.visibility</p:attrName>
                                        </p:attrNameLst>
                                      </p:cBhvr>
                                      <p:to>
                                        <p:strVal val="hidden"/>
                                      </p:to>
                                    </p:set>
                                  </p:childTnLst>
                                </p:cTn>
                              </p:par>
                              <p:par>
                                <p:cTn id="1376" presetID="10" presetClass="exit" presetSubtype="0" fill="hold" grpId="1" nodeType="withEffect">
                                  <p:stCondLst>
                                    <p:cond delay="0"/>
                                  </p:stCondLst>
                                  <p:childTnLst>
                                    <p:animEffect transition="out" filter="fade">
                                      <p:cBhvr>
                                        <p:cTn id="1377" dur="420"/>
                                        <p:tgtEl>
                                          <p:spTgt spid="128"/>
                                        </p:tgtEl>
                                      </p:cBhvr>
                                    </p:animEffect>
                                    <p:set>
                                      <p:cBhvr>
                                        <p:cTn id="1378" dur="1" fill="hold">
                                          <p:stCondLst>
                                            <p:cond delay="419"/>
                                          </p:stCondLst>
                                        </p:cTn>
                                        <p:tgtEl>
                                          <p:spTgt spid="128"/>
                                        </p:tgtEl>
                                        <p:attrNameLst>
                                          <p:attrName>style.visibility</p:attrName>
                                        </p:attrNameLst>
                                      </p:cBhvr>
                                      <p:to>
                                        <p:strVal val="hidden"/>
                                      </p:to>
                                    </p:set>
                                  </p:childTnLst>
                                </p:cTn>
                              </p:par>
                              <p:par>
                                <p:cTn id="1379" presetID="10" presetClass="exit" presetSubtype="0" fill="hold" grpId="1" nodeType="withEffect">
                                  <p:stCondLst>
                                    <p:cond delay="0"/>
                                  </p:stCondLst>
                                  <p:childTnLst>
                                    <p:animEffect transition="out" filter="fade">
                                      <p:cBhvr>
                                        <p:cTn id="1380" dur="420"/>
                                        <p:tgtEl>
                                          <p:spTgt spid="129"/>
                                        </p:tgtEl>
                                      </p:cBhvr>
                                    </p:animEffect>
                                    <p:set>
                                      <p:cBhvr>
                                        <p:cTn id="1381" dur="1" fill="hold">
                                          <p:stCondLst>
                                            <p:cond delay="419"/>
                                          </p:stCondLst>
                                        </p:cTn>
                                        <p:tgtEl>
                                          <p:spTgt spid="129"/>
                                        </p:tgtEl>
                                        <p:attrNameLst>
                                          <p:attrName>style.visibility</p:attrName>
                                        </p:attrNameLst>
                                      </p:cBhvr>
                                      <p:to>
                                        <p:strVal val="hidden"/>
                                      </p:to>
                                    </p:set>
                                  </p:childTnLst>
                                </p:cTn>
                              </p:par>
                              <p:par>
                                <p:cTn id="1382" presetID="10" presetClass="exit" presetSubtype="0" fill="hold" grpId="1" nodeType="withEffect">
                                  <p:stCondLst>
                                    <p:cond delay="0"/>
                                  </p:stCondLst>
                                  <p:childTnLst>
                                    <p:animEffect transition="out" filter="fade">
                                      <p:cBhvr>
                                        <p:cTn id="1383" dur="420"/>
                                        <p:tgtEl>
                                          <p:spTgt spid="130"/>
                                        </p:tgtEl>
                                      </p:cBhvr>
                                    </p:animEffect>
                                    <p:set>
                                      <p:cBhvr>
                                        <p:cTn id="1384" dur="1" fill="hold">
                                          <p:stCondLst>
                                            <p:cond delay="419"/>
                                          </p:stCondLst>
                                        </p:cTn>
                                        <p:tgtEl>
                                          <p:spTgt spid="130"/>
                                        </p:tgtEl>
                                        <p:attrNameLst>
                                          <p:attrName>style.visibility</p:attrName>
                                        </p:attrNameLst>
                                      </p:cBhvr>
                                      <p:to>
                                        <p:strVal val="hidden"/>
                                      </p:to>
                                    </p:set>
                                  </p:childTnLst>
                                </p:cTn>
                              </p:par>
                              <p:par>
                                <p:cTn id="1385" presetID="10" presetClass="exit" presetSubtype="0" fill="hold" grpId="1" nodeType="withEffect">
                                  <p:stCondLst>
                                    <p:cond delay="0"/>
                                  </p:stCondLst>
                                  <p:childTnLst>
                                    <p:animEffect transition="out" filter="fade">
                                      <p:cBhvr>
                                        <p:cTn id="1386" dur="420"/>
                                        <p:tgtEl>
                                          <p:spTgt spid="131"/>
                                        </p:tgtEl>
                                      </p:cBhvr>
                                    </p:animEffect>
                                    <p:set>
                                      <p:cBhvr>
                                        <p:cTn id="1387" dur="1" fill="hold">
                                          <p:stCondLst>
                                            <p:cond delay="419"/>
                                          </p:stCondLst>
                                        </p:cTn>
                                        <p:tgtEl>
                                          <p:spTgt spid="131"/>
                                        </p:tgtEl>
                                        <p:attrNameLst>
                                          <p:attrName>style.visibility</p:attrName>
                                        </p:attrNameLst>
                                      </p:cBhvr>
                                      <p:to>
                                        <p:strVal val="hidden"/>
                                      </p:to>
                                    </p:set>
                                  </p:childTnLst>
                                </p:cTn>
                              </p:par>
                              <p:par>
                                <p:cTn id="1388" presetID="10" presetClass="exit" presetSubtype="0" fill="hold" grpId="1" nodeType="withEffect">
                                  <p:stCondLst>
                                    <p:cond delay="0"/>
                                  </p:stCondLst>
                                  <p:childTnLst>
                                    <p:animEffect transition="out" filter="fade">
                                      <p:cBhvr>
                                        <p:cTn id="1389" dur="420"/>
                                        <p:tgtEl>
                                          <p:spTgt spid="132"/>
                                        </p:tgtEl>
                                      </p:cBhvr>
                                    </p:animEffect>
                                    <p:set>
                                      <p:cBhvr>
                                        <p:cTn id="1390" dur="1" fill="hold">
                                          <p:stCondLst>
                                            <p:cond delay="419"/>
                                          </p:stCondLst>
                                        </p:cTn>
                                        <p:tgtEl>
                                          <p:spTgt spid="132"/>
                                        </p:tgtEl>
                                        <p:attrNameLst>
                                          <p:attrName>style.visibility</p:attrName>
                                        </p:attrNameLst>
                                      </p:cBhvr>
                                      <p:to>
                                        <p:strVal val="hidden"/>
                                      </p:to>
                                    </p:set>
                                  </p:childTnLst>
                                </p:cTn>
                              </p:par>
                              <p:par>
                                <p:cTn id="1391" presetID="10" presetClass="exit" presetSubtype="0" fill="hold" grpId="1" nodeType="withEffect">
                                  <p:stCondLst>
                                    <p:cond delay="0"/>
                                  </p:stCondLst>
                                  <p:childTnLst>
                                    <p:animEffect transition="out" filter="fade">
                                      <p:cBhvr>
                                        <p:cTn id="1392" dur="420"/>
                                        <p:tgtEl>
                                          <p:spTgt spid="133"/>
                                        </p:tgtEl>
                                      </p:cBhvr>
                                    </p:animEffect>
                                    <p:set>
                                      <p:cBhvr>
                                        <p:cTn id="1393" dur="1" fill="hold">
                                          <p:stCondLst>
                                            <p:cond delay="419"/>
                                          </p:stCondLst>
                                        </p:cTn>
                                        <p:tgtEl>
                                          <p:spTgt spid="133"/>
                                        </p:tgtEl>
                                        <p:attrNameLst>
                                          <p:attrName>style.visibility</p:attrName>
                                        </p:attrNameLst>
                                      </p:cBhvr>
                                      <p:to>
                                        <p:strVal val="hidden"/>
                                      </p:to>
                                    </p:set>
                                  </p:childTnLst>
                                </p:cTn>
                              </p:par>
                              <p:par>
                                <p:cTn id="1394" presetID="10" presetClass="exit" presetSubtype="0" fill="hold" grpId="1" nodeType="withEffect">
                                  <p:stCondLst>
                                    <p:cond delay="0"/>
                                  </p:stCondLst>
                                  <p:childTnLst>
                                    <p:animEffect transition="out" filter="fade">
                                      <p:cBhvr>
                                        <p:cTn id="1395" dur="420"/>
                                        <p:tgtEl>
                                          <p:spTgt spid="134"/>
                                        </p:tgtEl>
                                      </p:cBhvr>
                                    </p:animEffect>
                                    <p:set>
                                      <p:cBhvr>
                                        <p:cTn id="1396" dur="1" fill="hold">
                                          <p:stCondLst>
                                            <p:cond delay="419"/>
                                          </p:stCondLst>
                                        </p:cTn>
                                        <p:tgtEl>
                                          <p:spTgt spid="134"/>
                                        </p:tgtEl>
                                        <p:attrNameLst>
                                          <p:attrName>style.visibility</p:attrName>
                                        </p:attrNameLst>
                                      </p:cBhvr>
                                      <p:to>
                                        <p:strVal val="hidden"/>
                                      </p:to>
                                    </p:set>
                                  </p:childTnLst>
                                </p:cTn>
                              </p:par>
                              <p:par>
                                <p:cTn id="1397" presetID="10" presetClass="exit" presetSubtype="0" fill="hold" grpId="1" nodeType="withEffect">
                                  <p:stCondLst>
                                    <p:cond delay="0"/>
                                  </p:stCondLst>
                                  <p:childTnLst>
                                    <p:animEffect transition="out" filter="fade">
                                      <p:cBhvr>
                                        <p:cTn id="1398" dur="420"/>
                                        <p:tgtEl>
                                          <p:spTgt spid="135"/>
                                        </p:tgtEl>
                                      </p:cBhvr>
                                    </p:animEffect>
                                    <p:set>
                                      <p:cBhvr>
                                        <p:cTn id="1399" dur="1" fill="hold">
                                          <p:stCondLst>
                                            <p:cond delay="419"/>
                                          </p:stCondLst>
                                        </p:cTn>
                                        <p:tgtEl>
                                          <p:spTgt spid="135"/>
                                        </p:tgtEl>
                                        <p:attrNameLst>
                                          <p:attrName>style.visibility</p:attrName>
                                        </p:attrNameLst>
                                      </p:cBhvr>
                                      <p:to>
                                        <p:strVal val="hidden"/>
                                      </p:to>
                                    </p:set>
                                  </p:childTnLst>
                                </p:cTn>
                              </p:par>
                              <p:par>
                                <p:cTn id="1400" presetID="10" presetClass="exit" presetSubtype="0" fill="hold" grpId="1" nodeType="withEffect">
                                  <p:stCondLst>
                                    <p:cond delay="0"/>
                                  </p:stCondLst>
                                  <p:childTnLst>
                                    <p:animEffect transition="out" filter="fade">
                                      <p:cBhvr>
                                        <p:cTn id="1401" dur="420"/>
                                        <p:tgtEl>
                                          <p:spTgt spid="136"/>
                                        </p:tgtEl>
                                      </p:cBhvr>
                                    </p:animEffect>
                                    <p:set>
                                      <p:cBhvr>
                                        <p:cTn id="1402" dur="1" fill="hold">
                                          <p:stCondLst>
                                            <p:cond delay="419"/>
                                          </p:stCondLst>
                                        </p:cTn>
                                        <p:tgtEl>
                                          <p:spTgt spid="136"/>
                                        </p:tgtEl>
                                        <p:attrNameLst>
                                          <p:attrName>style.visibility</p:attrName>
                                        </p:attrNameLst>
                                      </p:cBhvr>
                                      <p:to>
                                        <p:strVal val="hidden"/>
                                      </p:to>
                                    </p:set>
                                  </p:childTnLst>
                                </p:cTn>
                              </p:par>
                              <p:par>
                                <p:cTn id="1403" presetID="10" presetClass="exit" presetSubtype="0" fill="hold" grpId="1" nodeType="withEffect">
                                  <p:stCondLst>
                                    <p:cond delay="0"/>
                                  </p:stCondLst>
                                  <p:childTnLst>
                                    <p:animEffect transition="out" filter="fade">
                                      <p:cBhvr>
                                        <p:cTn id="1404" dur="420"/>
                                        <p:tgtEl>
                                          <p:spTgt spid="172"/>
                                        </p:tgtEl>
                                      </p:cBhvr>
                                    </p:animEffect>
                                    <p:set>
                                      <p:cBhvr>
                                        <p:cTn id="1405" dur="1" fill="hold">
                                          <p:stCondLst>
                                            <p:cond delay="419"/>
                                          </p:stCondLst>
                                        </p:cTn>
                                        <p:tgtEl>
                                          <p:spTgt spid="172"/>
                                        </p:tgtEl>
                                        <p:attrNameLst>
                                          <p:attrName>style.visibility</p:attrName>
                                        </p:attrNameLst>
                                      </p:cBhvr>
                                      <p:to>
                                        <p:strVal val="hidden"/>
                                      </p:to>
                                    </p:set>
                                  </p:childTnLst>
                                </p:cTn>
                              </p:par>
                              <p:par>
                                <p:cTn id="1406" presetID="10" presetClass="exit" presetSubtype="0" fill="hold" grpId="1" nodeType="withEffect">
                                  <p:stCondLst>
                                    <p:cond delay="0"/>
                                  </p:stCondLst>
                                  <p:childTnLst>
                                    <p:animEffect transition="out" filter="fade">
                                      <p:cBhvr>
                                        <p:cTn id="1407" dur="420"/>
                                        <p:tgtEl>
                                          <p:spTgt spid="173"/>
                                        </p:tgtEl>
                                      </p:cBhvr>
                                    </p:animEffect>
                                    <p:set>
                                      <p:cBhvr>
                                        <p:cTn id="1408" dur="1" fill="hold">
                                          <p:stCondLst>
                                            <p:cond delay="419"/>
                                          </p:stCondLst>
                                        </p:cTn>
                                        <p:tgtEl>
                                          <p:spTgt spid="173"/>
                                        </p:tgtEl>
                                        <p:attrNameLst>
                                          <p:attrName>style.visibility</p:attrName>
                                        </p:attrNameLst>
                                      </p:cBhvr>
                                      <p:to>
                                        <p:strVal val="hidden"/>
                                      </p:to>
                                    </p:set>
                                  </p:childTnLst>
                                </p:cTn>
                              </p:par>
                              <p:par>
                                <p:cTn id="1409" presetID="10" presetClass="exit" presetSubtype="0" fill="hold" grpId="1" nodeType="withEffect">
                                  <p:stCondLst>
                                    <p:cond delay="0"/>
                                  </p:stCondLst>
                                  <p:childTnLst>
                                    <p:animEffect transition="out" filter="fade">
                                      <p:cBhvr>
                                        <p:cTn id="1410" dur="420"/>
                                        <p:tgtEl>
                                          <p:spTgt spid="174"/>
                                        </p:tgtEl>
                                      </p:cBhvr>
                                    </p:animEffect>
                                    <p:set>
                                      <p:cBhvr>
                                        <p:cTn id="1411" dur="1" fill="hold">
                                          <p:stCondLst>
                                            <p:cond delay="419"/>
                                          </p:stCondLst>
                                        </p:cTn>
                                        <p:tgtEl>
                                          <p:spTgt spid="174"/>
                                        </p:tgtEl>
                                        <p:attrNameLst>
                                          <p:attrName>style.visibility</p:attrName>
                                        </p:attrNameLst>
                                      </p:cBhvr>
                                      <p:to>
                                        <p:strVal val="hidden"/>
                                      </p:to>
                                    </p:set>
                                  </p:childTnLst>
                                </p:cTn>
                              </p:par>
                              <p:par>
                                <p:cTn id="1412" presetID="10" presetClass="exit" presetSubtype="0" fill="hold" grpId="1" nodeType="withEffect">
                                  <p:stCondLst>
                                    <p:cond delay="0"/>
                                  </p:stCondLst>
                                  <p:childTnLst>
                                    <p:animEffect transition="out" filter="fade">
                                      <p:cBhvr>
                                        <p:cTn id="1413" dur="420"/>
                                        <p:tgtEl>
                                          <p:spTgt spid="175"/>
                                        </p:tgtEl>
                                      </p:cBhvr>
                                    </p:animEffect>
                                    <p:set>
                                      <p:cBhvr>
                                        <p:cTn id="1414" dur="1" fill="hold">
                                          <p:stCondLst>
                                            <p:cond delay="419"/>
                                          </p:stCondLst>
                                        </p:cTn>
                                        <p:tgtEl>
                                          <p:spTgt spid="175"/>
                                        </p:tgtEl>
                                        <p:attrNameLst>
                                          <p:attrName>style.visibility</p:attrName>
                                        </p:attrNameLst>
                                      </p:cBhvr>
                                      <p:to>
                                        <p:strVal val="hidden"/>
                                      </p:to>
                                    </p:set>
                                  </p:childTnLst>
                                </p:cTn>
                              </p:par>
                              <p:par>
                                <p:cTn id="1415" presetID="10" presetClass="exit" presetSubtype="0" fill="hold" grpId="1" nodeType="withEffect">
                                  <p:stCondLst>
                                    <p:cond delay="0"/>
                                  </p:stCondLst>
                                  <p:childTnLst>
                                    <p:animEffect transition="out" filter="fade">
                                      <p:cBhvr>
                                        <p:cTn id="1416" dur="420"/>
                                        <p:tgtEl>
                                          <p:spTgt spid="176"/>
                                        </p:tgtEl>
                                      </p:cBhvr>
                                    </p:animEffect>
                                    <p:set>
                                      <p:cBhvr>
                                        <p:cTn id="1417" dur="1" fill="hold">
                                          <p:stCondLst>
                                            <p:cond delay="419"/>
                                          </p:stCondLst>
                                        </p:cTn>
                                        <p:tgtEl>
                                          <p:spTgt spid="176"/>
                                        </p:tgtEl>
                                        <p:attrNameLst>
                                          <p:attrName>style.visibility</p:attrName>
                                        </p:attrNameLst>
                                      </p:cBhvr>
                                      <p:to>
                                        <p:strVal val="hidden"/>
                                      </p:to>
                                    </p:set>
                                  </p:childTnLst>
                                </p:cTn>
                              </p:par>
                              <p:par>
                                <p:cTn id="1418" presetID="10" presetClass="exit" presetSubtype="0" fill="hold" grpId="1" nodeType="withEffect">
                                  <p:stCondLst>
                                    <p:cond delay="0"/>
                                  </p:stCondLst>
                                  <p:childTnLst>
                                    <p:animEffect transition="out" filter="fade">
                                      <p:cBhvr>
                                        <p:cTn id="1419" dur="420"/>
                                        <p:tgtEl>
                                          <p:spTgt spid="177"/>
                                        </p:tgtEl>
                                      </p:cBhvr>
                                    </p:animEffect>
                                    <p:set>
                                      <p:cBhvr>
                                        <p:cTn id="1420" dur="1" fill="hold">
                                          <p:stCondLst>
                                            <p:cond delay="419"/>
                                          </p:stCondLst>
                                        </p:cTn>
                                        <p:tgtEl>
                                          <p:spTgt spid="177"/>
                                        </p:tgtEl>
                                        <p:attrNameLst>
                                          <p:attrName>style.visibility</p:attrName>
                                        </p:attrNameLst>
                                      </p:cBhvr>
                                      <p:to>
                                        <p:strVal val="hidden"/>
                                      </p:to>
                                    </p:set>
                                  </p:childTnLst>
                                </p:cTn>
                              </p:par>
                              <p:par>
                                <p:cTn id="1421" presetID="10" presetClass="exit" presetSubtype="0" fill="hold" grpId="1" nodeType="withEffect">
                                  <p:stCondLst>
                                    <p:cond delay="0"/>
                                  </p:stCondLst>
                                  <p:childTnLst>
                                    <p:animEffect transition="out" filter="fade">
                                      <p:cBhvr>
                                        <p:cTn id="1422" dur="420"/>
                                        <p:tgtEl>
                                          <p:spTgt spid="178"/>
                                        </p:tgtEl>
                                      </p:cBhvr>
                                    </p:animEffect>
                                    <p:set>
                                      <p:cBhvr>
                                        <p:cTn id="1423" dur="1" fill="hold">
                                          <p:stCondLst>
                                            <p:cond delay="419"/>
                                          </p:stCondLst>
                                        </p:cTn>
                                        <p:tgtEl>
                                          <p:spTgt spid="178"/>
                                        </p:tgtEl>
                                        <p:attrNameLst>
                                          <p:attrName>style.visibility</p:attrName>
                                        </p:attrNameLst>
                                      </p:cBhvr>
                                      <p:to>
                                        <p:strVal val="hidden"/>
                                      </p:to>
                                    </p:set>
                                  </p:childTnLst>
                                </p:cTn>
                              </p:par>
                              <p:par>
                                <p:cTn id="1424" presetID="10" presetClass="exit" presetSubtype="0" fill="hold" grpId="1" nodeType="withEffect">
                                  <p:stCondLst>
                                    <p:cond delay="0"/>
                                  </p:stCondLst>
                                  <p:childTnLst>
                                    <p:animEffect transition="out" filter="fade">
                                      <p:cBhvr>
                                        <p:cTn id="1425" dur="420"/>
                                        <p:tgtEl>
                                          <p:spTgt spid="179"/>
                                        </p:tgtEl>
                                      </p:cBhvr>
                                    </p:animEffect>
                                    <p:set>
                                      <p:cBhvr>
                                        <p:cTn id="1426" dur="1" fill="hold">
                                          <p:stCondLst>
                                            <p:cond delay="419"/>
                                          </p:stCondLst>
                                        </p:cTn>
                                        <p:tgtEl>
                                          <p:spTgt spid="179"/>
                                        </p:tgtEl>
                                        <p:attrNameLst>
                                          <p:attrName>style.visibility</p:attrName>
                                        </p:attrNameLst>
                                      </p:cBhvr>
                                      <p:to>
                                        <p:strVal val="hidden"/>
                                      </p:to>
                                    </p:set>
                                  </p:childTnLst>
                                </p:cTn>
                              </p:par>
                              <p:par>
                                <p:cTn id="1427" presetID="10" presetClass="exit" presetSubtype="0" fill="hold" grpId="1" nodeType="withEffect">
                                  <p:stCondLst>
                                    <p:cond delay="0"/>
                                  </p:stCondLst>
                                  <p:childTnLst>
                                    <p:animEffect transition="out" filter="fade">
                                      <p:cBhvr>
                                        <p:cTn id="1428" dur="420"/>
                                        <p:tgtEl>
                                          <p:spTgt spid="180"/>
                                        </p:tgtEl>
                                      </p:cBhvr>
                                    </p:animEffect>
                                    <p:set>
                                      <p:cBhvr>
                                        <p:cTn id="1429" dur="1" fill="hold">
                                          <p:stCondLst>
                                            <p:cond delay="419"/>
                                          </p:stCondLst>
                                        </p:cTn>
                                        <p:tgtEl>
                                          <p:spTgt spid="180"/>
                                        </p:tgtEl>
                                        <p:attrNameLst>
                                          <p:attrName>style.visibility</p:attrName>
                                        </p:attrNameLst>
                                      </p:cBhvr>
                                      <p:to>
                                        <p:strVal val="hidden"/>
                                      </p:to>
                                    </p:set>
                                  </p:childTnLst>
                                </p:cTn>
                              </p:par>
                              <p:par>
                                <p:cTn id="1430" presetID="10" presetClass="exit" presetSubtype="0" fill="hold" grpId="1" nodeType="withEffect">
                                  <p:stCondLst>
                                    <p:cond delay="0"/>
                                  </p:stCondLst>
                                  <p:childTnLst>
                                    <p:animEffect transition="out" filter="fade">
                                      <p:cBhvr>
                                        <p:cTn id="1431" dur="420"/>
                                        <p:tgtEl>
                                          <p:spTgt spid="181"/>
                                        </p:tgtEl>
                                      </p:cBhvr>
                                    </p:animEffect>
                                    <p:set>
                                      <p:cBhvr>
                                        <p:cTn id="1432" dur="1" fill="hold">
                                          <p:stCondLst>
                                            <p:cond delay="419"/>
                                          </p:stCondLst>
                                        </p:cTn>
                                        <p:tgtEl>
                                          <p:spTgt spid="181"/>
                                        </p:tgtEl>
                                        <p:attrNameLst>
                                          <p:attrName>style.visibility</p:attrName>
                                        </p:attrNameLst>
                                      </p:cBhvr>
                                      <p:to>
                                        <p:strVal val="hidden"/>
                                      </p:to>
                                    </p:set>
                                  </p:childTnLst>
                                </p:cTn>
                              </p:par>
                              <p:par>
                                <p:cTn id="1433" presetID="10" presetClass="exit" presetSubtype="0" fill="hold" grpId="1" nodeType="withEffect">
                                  <p:stCondLst>
                                    <p:cond delay="0"/>
                                  </p:stCondLst>
                                  <p:childTnLst>
                                    <p:animEffect transition="out" filter="fade">
                                      <p:cBhvr>
                                        <p:cTn id="1434" dur="420"/>
                                        <p:tgtEl>
                                          <p:spTgt spid="182"/>
                                        </p:tgtEl>
                                      </p:cBhvr>
                                    </p:animEffect>
                                    <p:set>
                                      <p:cBhvr>
                                        <p:cTn id="1435" dur="1" fill="hold">
                                          <p:stCondLst>
                                            <p:cond delay="419"/>
                                          </p:stCondLst>
                                        </p:cTn>
                                        <p:tgtEl>
                                          <p:spTgt spid="182"/>
                                        </p:tgtEl>
                                        <p:attrNameLst>
                                          <p:attrName>style.visibility</p:attrName>
                                        </p:attrNameLst>
                                      </p:cBhvr>
                                      <p:to>
                                        <p:strVal val="hidden"/>
                                      </p:to>
                                    </p:set>
                                  </p:childTnLst>
                                </p:cTn>
                              </p:par>
                              <p:par>
                                <p:cTn id="1436" presetID="10" presetClass="exit" presetSubtype="0" fill="hold" grpId="1" nodeType="withEffect">
                                  <p:stCondLst>
                                    <p:cond delay="0"/>
                                  </p:stCondLst>
                                  <p:childTnLst>
                                    <p:animEffect transition="out" filter="fade">
                                      <p:cBhvr>
                                        <p:cTn id="1437" dur="420"/>
                                        <p:tgtEl>
                                          <p:spTgt spid="183"/>
                                        </p:tgtEl>
                                      </p:cBhvr>
                                    </p:animEffect>
                                    <p:set>
                                      <p:cBhvr>
                                        <p:cTn id="1438" dur="1" fill="hold">
                                          <p:stCondLst>
                                            <p:cond delay="419"/>
                                          </p:stCondLst>
                                        </p:cTn>
                                        <p:tgtEl>
                                          <p:spTgt spid="183"/>
                                        </p:tgtEl>
                                        <p:attrNameLst>
                                          <p:attrName>style.visibility</p:attrName>
                                        </p:attrNameLst>
                                      </p:cBhvr>
                                      <p:to>
                                        <p:strVal val="hidden"/>
                                      </p:to>
                                    </p:set>
                                  </p:childTnLst>
                                </p:cTn>
                              </p:par>
                              <p:par>
                                <p:cTn id="1439" presetID="10" presetClass="exit" presetSubtype="0" fill="hold" grpId="1" nodeType="withEffect">
                                  <p:stCondLst>
                                    <p:cond delay="0"/>
                                  </p:stCondLst>
                                  <p:childTnLst>
                                    <p:animEffect transition="out" filter="fade">
                                      <p:cBhvr>
                                        <p:cTn id="1440" dur="420"/>
                                        <p:tgtEl>
                                          <p:spTgt spid="184"/>
                                        </p:tgtEl>
                                      </p:cBhvr>
                                    </p:animEffect>
                                    <p:set>
                                      <p:cBhvr>
                                        <p:cTn id="1441" dur="1" fill="hold">
                                          <p:stCondLst>
                                            <p:cond delay="419"/>
                                          </p:stCondLst>
                                        </p:cTn>
                                        <p:tgtEl>
                                          <p:spTgt spid="184"/>
                                        </p:tgtEl>
                                        <p:attrNameLst>
                                          <p:attrName>style.visibility</p:attrName>
                                        </p:attrNameLst>
                                      </p:cBhvr>
                                      <p:to>
                                        <p:strVal val="hidden"/>
                                      </p:to>
                                    </p:set>
                                  </p:childTnLst>
                                </p:cTn>
                              </p:par>
                              <p:par>
                                <p:cTn id="1442" presetID="10" presetClass="exit" presetSubtype="0" fill="hold" grpId="1" nodeType="withEffect">
                                  <p:stCondLst>
                                    <p:cond delay="0"/>
                                  </p:stCondLst>
                                  <p:childTnLst>
                                    <p:animEffect transition="out" filter="fade">
                                      <p:cBhvr>
                                        <p:cTn id="1443" dur="420"/>
                                        <p:tgtEl>
                                          <p:spTgt spid="185"/>
                                        </p:tgtEl>
                                      </p:cBhvr>
                                    </p:animEffect>
                                    <p:set>
                                      <p:cBhvr>
                                        <p:cTn id="1444" dur="1" fill="hold">
                                          <p:stCondLst>
                                            <p:cond delay="419"/>
                                          </p:stCondLst>
                                        </p:cTn>
                                        <p:tgtEl>
                                          <p:spTgt spid="185"/>
                                        </p:tgtEl>
                                        <p:attrNameLst>
                                          <p:attrName>style.visibility</p:attrName>
                                        </p:attrNameLst>
                                      </p:cBhvr>
                                      <p:to>
                                        <p:strVal val="hidden"/>
                                      </p:to>
                                    </p:set>
                                  </p:childTnLst>
                                </p:cTn>
                              </p:par>
                              <p:par>
                                <p:cTn id="1445" presetID="10" presetClass="exit" presetSubtype="0" fill="hold" grpId="1" nodeType="withEffect">
                                  <p:stCondLst>
                                    <p:cond delay="0"/>
                                  </p:stCondLst>
                                  <p:childTnLst>
                                    <p:animEffect transition="out" filter="fade">
                                      <p:cBhvr>
                                        <p:cTn id="1446" dur="420"/>
                                        <p:tgtEl>
                                          <p:spTgt spid="186"/>
                                        </p:tgtEl>
                                      </p:cBhvr>
                                    </p:animEffect>
                                    <p:set>
                                      <p:cBhvr>
                                        <p:cTn id="1447" dur="1" fill="hold">
                                          <p:stCondLst>
                                            <p:cond delay="419"/>
                                          </p:stCondLst>
                                        </p:cTn>
                                        <p:tgtEl>
                                          <p:spTgt spid="186"/>
                                        </p:tgtEl>
                                        <p:attrNameLst>
                                          <p:attrName>style.visibility</p:attrName>
                                        </p:attrNameLst>
                                      </p:cBhvr>
                                      <p:to>
                                        <p:strVal val="hidden"/>
                                      </p:to>
                                    </p:set>
                                  </p:childTnLst>
                                </p:cTn>
                              </p:par>
                              <p:par>
                                <p:cTn id="1448" presetID="10" presetClass="exit" presetSubtype="0" fill="hold" grpId="1" nodeType="withEffect">
                                  <p:stCondLst>
                                    <p:cond delay="0"/>
                                  </p:stCondLst>
                                  <p:childTnLst>
                                    <p:animEffect transition="out" filter="fade">
                                      <p:cBhvr>
                                        <p:cTn id="1449" dur="420"/>
                                        <p:tgtEl>
                                          <p:spTgt spid="187"/>
                                        </p:tgtEl>
                                      </p:cBhvr>
                                    </p:animEffect>
                                    <p:set>
                                      <p:cBhvr>
                                        <p:cTn id="1450" dur="1" fill="hold">
                                          <p:stCondLst>
                                            <p:cond delay="419"/>
                                          </p:stCondLst>
                                        </p:cTn>
                                        <p:tgtEl>
                                          <p:spTgt spid="187"/>
                                        </p:tgtEl>
                                        <p:attrNameLst>
                                          <p:attrName>style.visibility</p:attrName>
                                        </p:attrNameLst>
                                      </p:cBhvr>
                                      <p:to>
                                        <p:strVal val="hidden"/>
                                      </p:to>
                                    </p:set>
                                  </p:childTnLst>
                                </p:cTn>
                              </p:par>
                              <p:par>
                                <p:cTn id="1451" presetID="10" presetClass="exit" presetSubtype="0" fill="hold" grpId="1" nodeType="withEffect">
                                  <p:stCondLst>
                                    <p:cond delay="0"/>
                                  </p:stCondLst>
                                  <p:childTnLst>
                                    <p:animEffect transition="out" filter="fade">
                                      <p:cBhvr>
                                        <p:cTn id="1452" dur="420"/>
                                        <p:tgtEl>
                                          <p:spTgt spid="188"/>
                                        </p:tgtEl>
                                      </p:cBhvr>
                                    </p:animEffect>
                                    <p:set>
                                      <p:cBhvr>
                                        <p:cTn id="1453" dur="1" fill="hold">
                                          <p:stCondLst>
                                            <p:cond delay="419"/>
                                          </p:stCondLst>
                                        </p:cTn>
                                        <p:tgtEl>
                                          <p:spTgt spid="188"/>
                                        </p:tgtEl>
                                        <p:attrNameLst>
                                          <p:attrName>style.visibility</p:attrName>
                                        </p:attrNameLst>
                                      </p:cBhvr>
                                      <p:to>
                                        <p:strVal val="hidden"/>
                                      </p:to>
                                    </p:set>
                                  </p:childTnLst>
                                </p:cTn>
                              </p:par>
                              <p:par>
                                <p:cTn id="1454" presetID="10" presetClass="exit" presetSubtype="0" fill="hold" grpId="1" nodeType="withEffect">
                                  <p:stCondLst>
                                    <p:cond delay="0"/>
                                  </p:stCondLst>
                                  <p:childTnLst>
                                    <p:animEffect transition="out" filter="fade">
                                      <p:cBhvr>
                                        <p:cTn id="1455" dur="420"/>
                                        <p:tgtEl>
                                          <p:spTgt spid="189"/>
                                        </p:tgtEl>
                                      </p:cBhvr>
                                    </p:animEffect>
                                    <p:set>
                                      <p:cBhvr>
                                        <p:cTn id="1456" dur="1" fill="hold">
                                          <p:stCondLst>
                                            <p:cond delay="419"/>
                                          </p:stCondLst>
                                        </p:cTn>
                                        <p:tgtEl>
                                          <p:spTgt spid="189"/>
                                        </p:tgtEl>
                                        <p:attrNameLst>
                                          <p:attrName>style.visibility</p:attrName>
                                        </p:attrNameLst>
                                      </p:cBhvr>
                                      <p:to>
                                        <p:strVal val="hidden"/>
                                      </p:to>
                                    </p:set>
                                  </p:childTnLst>
                                </p:cTn>
                              </p:par>
                              <p:par>
                                <p:cTn id="1457" presetID="10" presetClass="exit" presetSubtype="0" fill="hold" grpId="1" nodeType="withEffect">
                                  <p:stCondLst>
                                    <p:cond delay="0"/>
                                  </p:stCondLst>
                                  <p:childTnLst>
                                    <p:animEffect transition="out" filter="fade">
                                      <p:cBhvr>
                                        <p:cTn id="1458" dur="420"/>
                                        <p:tgtEl>
                                          <p:spTgt spid="190"/>
                                        </p:tgtEl>
                                      </p:cBhvr>
                                    </p:animEffect>
                                    <p:set>
                                      <p:cBhvr>
                                        <p:cTn id="1459" dur="1" fill="hold">
                                          <p:stCondLst>
                                            <p:cond delay="419"/>
                                          </p:stCondLst>
                                        </p:cTn>
                                        <p:tgtEl>
                                          <p:spTgt spid="190"/>
                                        </p:tgtEl>
                                        <p:attrNameLst>
                                          <p:attrName>style.visibility</p:attrName>
                                        </p:attrNameLst>
                                      </p:cBhvr>
                                      <p:to>
                                        <p:strVal val="hidden"/>
                                      </p:to>
                                    </p:set>
                                  </p:childTnLst>
                                </p:cTn>
                              </p:par>
                              <p:par>
                                <p:cTn id="1460" presetID="10" presetClass="exit" presetSubtype="0" fill="hold" grpId="1" nodeType="withEffect">
                                  <p:stCondLst>
                                    <p:cond delay="0"/>
                                  </p:stCondLst>
                                  <p:childTnLst>
                                    <p:animEffect transition="out" filter="fade">
                                      <p:cBhvr>
                                        <p:cTn id="1461" dur="420"/>
                                        <p:tgtEl>
                                          <p:spTgt spid="191"/>
                                        </p:tgtEl>
                                      </p:cBhvr>
                                    </p:animEffect>
                                    <p:set>
                                      <p:cBhvr>
                                        <p:cTn id="1462" dur="1" fill="hold">
                                          <p:stCondLst>
                                            <p:cond delay="419"/>
                                          </p:stCondLst>
                                        </p:cTn>
                                        <p:tgtEl>
                                          <p:spTgt spid="191"/>
                                        </p:tgtEl>
                                        <p:attrNameLst>
                                          <p:attrName>style.visibility</p:attrName>
                                        </p:attrNameLst>
                                      </p:cBhvr>
                                      <p:to>
                                        <p:strVal val="hidden"/>
                                      </p:to>
                                    </p:set>
                                  </p:childTnLst>
                                </p:cTn>
                              </p:par>
                              <p:par>
                                <p:cTn id="1463" presetID="10" presetClass="exit" presetSubtype="0" fill="hold" grpId="1" nodeType="withEffect">
                                  <p:stCondLst>
                                    <p:cond delay="0"/>
                                  </p:stCondLst>
                                  <p:childTnLst>
                                    <p:animEffect transition="out" filter="fade">
                                      <p:cBhvr>
                                        <p:cTn id="1464" dur="420"/>
                                        <p:tgtEl>
                                          <p:spTgt spid="192"/>
                                        </p:tgtEl>
                                      </p:cBhvr>
                                    </p:animEffect>
                                    <p:set>
                                      <p:cBhvr>
                                        <p:cTn id="1465" dur="1" fill="hold">
                                          <p:stCondLst>
                                            <p:cond delay="419"/>
                                          </p:stCondLst>
                                        </p:cTn>
                                        <p:tgtEl>
                                          <p:spTgt spid="192"/>
                                        </p:tgtEl>
                                        <p:attrNameLst>
                                          <p:attrName>style.visibility</p:attrName>
                                        </p:attrNameLst>
                                      </p:cBhvr>
                                      <p:to>
                                        <p:strVal val="hidden"/>
                                      </p:to>
                                    </p:set>
                                  </p:childTnLst>
                                </p:cTn>
                              </p:par>
                              <p:par>
                                <p:cTn id="1466" presetID="10" presetClass="exit" presetSubtype="0" fill="hold" grpId="1" nodeType="withEffect">
                                  <p:stCondLst>
                                    <p:cond delay="0"/>
                                  </p:stCondLst>
                                  <p:childTnLst>
                                    <p:animEffect transition="out" filter="fade">
                                      <p:cBhvr>
                                        <p:cTn id="1467" dur="420"/>
                                        <p:tgtEl>
                                          <p:spTgt spid="193"/>
                                        </p:tgtEl>
                                      </p:cBhvr>
                                    </p:animEffect>
                                    <p:set>
                                      <p:cBhvr>
                                        <p:cTn id="1468" dur="1" fill="hold">
                                          <p:stCondLst>
                                            <p:cond delay="419"/>
                                          </p:stCondLst>
                                        </p:cTn>
                                        <p:tgtEl>
                                          <p:spTgt spid="193"/>
                                        </p:tgtEl>
                                        <p:attrNameLst>
                                          <p:attrName>style.visibility</p:attrName>
                                        </p:attrNameLst>
                                      </p:cBhvr>
                                      <p:to>
                                        <p:strVal val="hidden"/>
                                      </p:to>
                                    </p:set>
                                  </p:childTnLst>
                                </p:cTn>
                              </p:par>
                              <p:par>
                                <p:cTn id="1469" presetID="10" presetClass="exit" presetSubtype="0" fill="hold" grpId="1" nodeType="withEffect">
                                  <p:stCondLst>
                                    <p:cond delay="0"/>
                                  </p:stCondLst>
                                  <p:childTnLst>
                                    <p:animEffect transition="out" filter="fade">
                                      <p:cBhvr>
                                        <p:cTn id="1470" dur="420"/>
                                        <p:tgtEl>
                                          <p:spTgt spid="194"/>
                                        </p:tgtEl>
                                      </p:cBhvr>
                                    </p:animEffect>
                                    <p:set>
                                      <p:cBhvr>
                                        <p:cTn id="1471" dur="1" fill="hold">
                                          <p:stCondLst>
                                            <p:cond delay="419"/>
                                          </p:stCondLst>
                                        </p:cTn>
                                        <p:tgtEl>
                                          <p:spTgt spid="194"/>
                                        </p:tgtEl>
                                        <p:attrNameLst>
                                          <p:attrName>style.visibility</p:attrName>
                                        </p:attrNameLst>
                                      </p:cBhvr>
                                      <p:to>
                                        <p:strVal val="hidden"/>
                                      </p:to>
                                    </p:set>
                                  </p:childTnLst>
                                </p:cTn>
                              </p:par>
                              <p:par>
                                <p:cTn id="1472" presetID="10" presetClass="exit" presetSubtype="0" fill="hold" grpId="1" nodeType="withEffect">
                                  <p:stCondLst>
                                    <p:cond delay="0"/>
                                  </p:stCondLst>
                                  <p:childTnLst>
                                    <p:animEffect transition="out" filter="fade">
                                      <p:cBhvr>
                                        <p:cTn id="1473" dur="420"/>
                                        <p:tgtEl>
                                          <p:spTgt spid="195"/>
                                        </p:tgtEl>
                                      </p:cBhvr>
                                    </p:animEffect>
                                    <p:set>
                                      <p:cBhvr>
                                        <p:cTn id="1474" dur="1" fill="hold">
                                          <p:stCondLst>
                                            <p:cond delay="419"/>
                                          </p:stCondLst>
                                        </p:cTn>
                                        <p:tgtEl>
                                          <p:spTgt spid="195"/>
                                        </p:tgtEl>
                                        <p:attrNameLst>
                                          <p:attrName>style.visibility</p:attrName>
                                        </p:attrNameLst>
                                      </p:cBhvr>
                                      <p:to>
                                        <p:strVal val="hidden"/>
                                      </p:to>
                                    </p:set>
                                  </p:childTnLst>
                                </p:cTn>
                              </p:par>
                              <p:par>
                                <p:cTn id="1475" presetID="10" presetClass="exit" presetSubtype="0" fill="hold" grpId="1" nodeType="withEffect">
                                  <p:stCondLst>
                                    <p:cond delay="0"/>
                                  </p:stCondLst>
                                  <p:childTnLst>
                                    <p:animEffect transition="out" filter="fade">
                                      <p:cBhvr>
                                        <p:cTn id="1476" dur="420"/>
                                        <p:tgtEl>
                                          <p:spTgt spid="196"/>
                                        </p:tgtEl>
                                      </p:cBhvr>
                                    </p:animEffect>
                                    <p:set>
                                      <p:cBhvr>
                                        <p:cTn id="1477" dur="1" fill="hold">
                                          <p:stCondLst>
                                            <p:cond delay="419"/>
                                          </p:stCondLst>
                                        </p:cTn>
                                        <p:tgtEl>
                                          <p:spTgt spid="196"/>
                                        </p:tgtEl>
                                        <p:attrNameLst>
                                          <p:attrName>style.visibility</p:attrName>
                                        </p:attrNameLst>
                                      </p:cBhvr>
                                      <p:to>
                                        <p:strVal val="hidden"/>
                                      </p:to>
                                    </p:set>
                                  </p:childTnLst>
                                </p:cTn>
                              </p:par>
                              <p:par>
                                <p:cTn id="1478" presetID="10" presetClass="exit" presetSubtype="0" fill="hold" grpId="1" nodeType="withEffect">
                                  <p:stCondLst>
                                    <p:cond delay="0"/>
                                  </p:stCondLst>
                                  <p:childTnLst>
                                    <p:animEffect transition="out" filter="fade">
                                      <p:cBhvr>
                                        <p:cTn id="1479" dur="420"/>
                                        <p:tgtEl>
                                          <p:spTgt spid="197"/>
                                        </p:tgtEl>
                                      </p:cBhvr>
                                    </p:animEffect>
                                    <p:set>
                                      <p:cBhvr>
                                        <p:cTn id="1480" dur="1" fill="hold">
                                          <p:stCondLst>
                                            <p:cond delay="419"/>
                                          </p:stCondLst>
                                        </p:cTn>
                                        <p:tgtEl>
                                          <p:spTgt spid="197"/>
                                        </p:tgtEl>
                                        <p:attrNameLst>
                                          <p:attrName>style.visibility</p:attrName>
                                        </p:attrNameLst>
                                      </p:cBhvr>
                                      <p:to>
                                        <p:strVal val="hidden"/>
                                      </p:to>
                                    </p:set>
                                  </p:childTnLst>
                                </p:cTn>
                              </p:par>
                              <p:par>
                                <p:cTn id="1481" presetID="10" presetClass="exit" presetSubtype="0" fill="hold" grpId="1" nodeType="withEffect">
                                  <p:stCondLst>
                                    <p:cond delay="0"/>
                                  </p:stCondLst>
                                  <p:childTnLst>
                                    <p:animEffect transition="out" filter="fade">
                                      <p:cBhvr>
                                        <p:cTn id="1482" dur="420"/>
                                        <p:tgtEl>
                                          <p:spTgt spid="198"/>
                                        </p:tgtEl>
                                      </p:cBhvr>
                                    </p:animEffect>
                                    <p:set>
                                      <p:cBhvr>
                                        <p:cTn id="1483" dur="1" fill="hold">
                                          <p:stCondLst>
                                            <p:cond delay="419"/>
                                          </p:stCondLst>
                                        </p:cTn>
                                        <p:tgtEl>
                                          <p:spTgt spid="198"/>
                                        </p:tgtEl>
                                        <p:attrNameLst>
                                          <p:attrName>style.visibility</p:attrName>
                                        </p:attrNameLst>
                                      </p:cBhvr>
                                      <p:to>
                                        <p:strVal val="hidden"/>
                                      </p:to>
                                    </p:set>
                                  </p:childTnLst>
                                </p:cTn>
                              </p:par>
                              <p:par>
                                <p:cTn id="1484" presetID="10" presetClass="exit" presetSubtype="0" fill="hold" grpId="1" nodeType="withEffect">
                                  <p:stCondLst>
                                    <p:cond delay="0"/>
                                  </p:stCondLst>
                                  <p:childTnLst>
                                    <p:animEffect transition="out" filter="fade">
                                      <p:cBhvr>
                                        <p:cTn id="1485" dur="420"/>
                                        <p:tgtEl>
                                          <p:spTgt spid="199"/>
                                        </p:tgtEl>
                                      </p:cBhvr>
                                    </p:animEffect>
                                    <p:set>
                                      <p:cBhvr>
                                        <p:cTn id="1486" dur="1" fill="hold">
                                          <p:stCondLst>
                                            <p:cond delay="419"/>
                                          </p:stCondLst>
                                        </p:cTn>
                                        <p:tgtEl>
                                          <p:spTgt spid="199"/>
                                        </p:tgtEl>
                                        <p:attrNameLst>
                                          <p:attrName>style.visibility</p:attrName>
                                        </p:attrNameLst>
                                      </p:cBhvr>
                                      <p:to>
                                        <p:strVal val="hidden"/>
                                      </p:to>
                                    </p:set>
                                  </p:childTnLst>
                                </p:cTn>
                              </p:par>
                              <p:par>
                                <p:cTn id="1487" presetID="10" presetClass="exit" presetSubtype="0" fill="hold" grpId="1" nodeType="withEffect">
                                  <p:stCondLst>
                                    <p:cond delay="0"/>
                                  </p:stCondLst>
                                  <p:childTnLst>
                                    <p:animEffect transition="out" filter="fade">
                                      <p:cBhvr>
                                        <p:cTn id="1488" dur="420"/>
                                        <p:tgtEl>
                                          <p:spTgt spid="200"/>
                                        </p:tgtEl>
                                      </p:cBhvr>
                                    </p:animEffect>
                                    <p:set>
                                      <p:cBhvr>
                                        <p:cTn id="1489" dur="1" fill="hold">
                                          <p:stCondLst>
                                            <p:cond delay="419"/>
                                          </p:stCondLst>
                                        </p:cTn>
                                        <p:tgtEl>
                                          <p:spTgt spid="200"/>
                                        </p:tgtEl>
                                        <p:attrNameLst>
                                          <p:attrName>style.visibility</p:attrName>
                                        </p:attrNameLst>
                                      </p:cBhvr>
                                      <p:to>
                                        <p:strVal val="hidden"/>
                                      </p:to>
                                    </p:set>
                                  </p:childTnLst>
                                </p:cTn>
                              </p:par>
                              <p:par>
                                <p:cTn id="1490" presetID="10" presetClass="exit" presetSubtype="0" fill="hold" grpId="1" nodeType="withEffect">
                                  <p:stCondLst>
                                    <p:cond delay="0"/>
                                  </p:stCondLst>
                                  <p:childTnLst>
                                    <p:animEffect transition="out" filter="fade">
                                      <p:cBhvr>
                                        <p:cTn id="1491" dur="420"/>
                                        <p:tgtEl>
                                          <p:spTgt spid="201"/>
                                        </p:tgtEl>
                                      </p:cBhvr>
                                    </p:animEffect>
                                    <p:set>
                                      <p:cBhvr>
                                        <p:cTn id="1492" dur="1" fill="hold">
                                          <p:stCondLst>
                                            <p:cond delay="419"/>
                                          </p:stCondLst>
                                        </p:cTn>
                                        <p:tgtEl>
                                          <p:spTgt spid="201"/>
                                        </p:tgtEl>
                                        <p:attrNameLst>
                                          <p:attrName>style.visibility</p:attrName>
                                        </p:attrNameLst>
                                      </p:cBhvr>
                                      <p:to>
                                        <p:strVal val="hidden"/>
                                      </p:to>
                                    </p:set>
                                  </p:childTnLst>
                                </p:cTn>
                              </p:par>
                              <p:par>
                                <p:cTn id="1493" presetID="10" presetClass="exit" presetSubtype="0" fill="hold" grpId="1" nodeType="withEffect">
                                  <p:stCondLst>
                                    <p:cond delay="0"/>
                                  </p:stCondLst>
                                  <p:childTnLst>
                                    <p:animEffect transition="out" filter="fade">
                                      <p:cBhvr>
                                        <p:cTn id="1494" dur="420"/>
                                        <p:tgtEl>
                                          <p:spTgt spid="202"/>
                                        </p:tgtEl>
                                      </p:cBhvr>
                                    </p:animEffect>
                                    <p:set>
                                      <p:cBhvr>
                                        <p:cTn id="1495" dur="1" fill="hold">
                                          <p:stCondLst>
                                            <p:cond delay="419"/>
                                          </p:stCondLst>
                                        </p:cTn>
                                        <p:tgtEl>
                                          <p:spTgt spid="202"/>
                                        </p:tgtEl>
                                        <p:attrNameLst>
                                          <p:attrName>style.visibility</p:attrName>
                                        </p:attrNameLst>
                                      </p:cBhvr>
                                      <p:to>
                                        <p:strVal val="hidden"/>
                                      </p:to>
                                    </p:set>
                                  </p:childTnLst>
                                </p:cTn>
                              </p:par>
                              <p:par>
                                <p:cTn id="1496" presetID="10" presetClass="exit" presetSubtype="0" fill="hold" grpId="1" nodeType="withEffect">
                                  <p:stCondLst>
                                    <p:cond delay="0"/>
                                  </p:stCondLst>
                                  <p:childTnLst>
                                    <p:animEffect transition="out" filter="fade">
                                      <p:cBhvr>
                                        <p:cTn id="1497" dur="420"/>
                                        <p:tgtEl>
                                          <p:spTgt spid="203"/>
                                        </p:tgtEl>
                                      </p:cBhvr>
                                    </p:animEffect>
                                    <p:set>
                                      <p:cBhvr>
                                        <p:cTn id="1498" dur="1" fill="hold">
                                          <p:stCondLst>
                                            <p:cond delay="419"/>
                                          </p:stCondLst>
                                        </p:cTn>
                                        <p:tgtEl>
                                          <p:spTgt spid="203"/>
                                        </p:tgtEl>
                                        <p:attrNameLst>
                                          <p:attrName>style.visibility</p:attrName>
                                        </p:attrNameLst>
                                      </p:cBhvr>
                                      <p:to>
                                        <p:strVal val="hidden"/>
                                      </p:to>
                                    </p:set>
                                  </p:childTnLst>
                                </p:cTn>
                              </p:par>
                              <p:par>
                                <p:cTn id="1499" presetID="10" presetClass="exit" presetSubtype="0" fill="hold" grpId="1" nodeType="withEffect">
                                  <p:stCondLst>
                                    <p:cond delay="0"/>
                                  </p:stCondLst>
                                  <p:childTnLst>
                                    <p:animEffect transition="out" filter="fade">
                                      <p:cBhvr>
                                        <p:cTn id="1500" dur="420"/>
                                        <p:tgtEl>
                                          <p:spTgt spid="204"/>
                                        </p:tgtEl>
                                      </p:cBhvr>
                                    </p:animEffect>
                                    <p:set>
                                      <p:cBhvr>
                                        <p:cTn id="1501" dur="1" fill="hold">
                                          <p:stCondLst>
                                            <p:cond delay="419"/>
                                          </p:stCondLst>
                                        </p:cTn>
                                        <p:tgtEl>
                                          <p:spTgt spid="204"/>
                                        </p:tgtEl>
                                        <p:attrNameLst>
                                          <p:attrName>style.visibility</p:attrName>
                                        </p:attrNameLst>
                                      </p:cBhvr>
                                      <p:to>
                                        <p:strVal val="hidden"/>
                                      </p:to>
                                    </p:set>
                                  </p:childTnLst>
                                </p:cTn>
                              </p:par>
                              <p:par>
                                <p:cTn id="1502" presetID="10" presetClass="exit" presetSubtype="0" fill="hold" grpId="1" nodeType="withEffect">
                                  <p:stCondLst>
                                    <p:cond delay="0"/>
                                  </p:stCondLst>
                                  <p:childTnLst>
                                    <p:animEffect transition="out" filter="fade">
                                      <p:cBhvr>
                                        <p:cTn id="1503" dur="420"/>
                                        <p:tgtEl>
                                          <p:spTgt spid="309"/>
                                        </p:tgtEl>
                                      </p:cBhvr>
                                    </p:animEffect>
                                    <p:set>
                                      <p:cBhvr>
                                        <p:cTn id="1504" dur="1" fill="hold">
                                          <p:stCondLst>
                                            <p:cond delay="419"/>
                                          </p:stCondLst>
                                        </p:cTn>
                                        <p:tgtEl>
                                          <p:spTgt spid="309"/>
                                        </p:tgtEl>
                                        <p:attrNameLst>
                                          <p:attrName>style.visibility</p:attrName>
                                        </p:attrNameLst>
                                      </p:cBhvr>
                                      <p:to>
                                        <p:strVal val="hidden"/>
                                      </p:to>
                                    </p:set>
                                  </p:childTnLst>
                                </p:cTn>
                              </p:par>
                              <p:par>
                                <p:cTn id="1505" presetID="10" presetClass="exit" presetSubtype="0" fill="hold" grpId="1" nodeType="withEffect">
                                  <p:stCondLst>
                                    <p:cond delay="0"/>
                                  </p:stCondLst>
                                  <p:childTnLst>
                                    <p:animEffect transition="out" filter="fade">
                                      <p:cBhvr>
                                        <p:cTn id="1506" dur="420"/>
                                        <p:tgtEl>
                                          <p:spTgt spid="310"/>
                                        </p:tgtEl>
                                      </p:cBhvr>
                                    </p:animEffect>
                                    <p:set>
                                      <p:cBhvr>
                                        <p:cTn id="1507" dur="1" fill="hold">
                                          <p:stCondLst>
                                            <p:cond delay="419"/>
                                          </p:stCondLst>
                                        </p:cTn>
                                        <p:tgtEl>
                                          <p:spTgt spid="310"/>
                                        </p:tgtEl>
                                        <p:attrNameLst>
                                          <p:attrName>style.visibility</p:attrName>
                                        </p:attrNameLst>
                                      </p:cBhvr>
                                      <p:to>
                                        <p:strVal val="hidden"/>
                                      </p:to>
                                    </p:set>
                                  </p:childTnLst>
                                </p:cTn>
                              </p:par>
                              <p:par>
                                <p:cTn id="1508" presetID="10" presetClass="exit" presetSubtype="0" fill="hold" grpId="1" nodeType="withEffect">
                                  <p:stCondLst>
                                    <p:cond delay="0"/>
                                  </p:stCondLst>
                                  <p:childTnLst>
                                    <p:animEffect transition="out" filter="fade">
                                      <p:cBhvr>
                                        <p:cTn id="1509" dur="420"/>
                                        <p:tgtEl>
                                          <p:spTgt spid="311"/>
                                        </p:tgtEl>
                                      </p:cBhvr>
                                    </p:animEffect>
                                    <p:set>
                                      <p:cBhvr>
                                        <p:cTn id="1510" dur="1" fill="hold">
                                          <p:stCondLst>
                                            <p:cond delay="419"/>
                                          </p:stCondLst>
                                        </p:cTn>
                                        <p:tgtEl>
                                          <p:spTgt spid="311"/>
                                        </p:tgtEl>
                                        <p:attrNameLst>
                                          <p:attrName>style.visibility</p:attrName>
                                        </p:attrNameLst>
                                      </p:cBhvr>
                                      <p:to>
                                        <p:strVal val="hidden"/>
                                      </p:to>
                                    </p:set>
                                  </p:childTnLst>
                                </p:cTn>
                              </p:par>
                              <p:par>
                                <p:cTn id="1511" presetID="10" presetClass="exit" presetSubtype="0" fill="hold" grpId="1" nodeType="withEffect">
                                  <p:stCondLst>
                                    <p:cond delay="0"/>
                                  </p:stCondLst>
                                  <p:childTnLst>
                                    <p:animEffect transition="out" filter="fade">
                                      <p:cBhvr>
                                        <p:cTn id="1512" dur="420"/>
                                        <p:tgtEl>
                                          <p:spTgt spid="312"/>
                                        </p:tgtEl>
                                      </p:cBhvr>
                                    </p:animEffect>
                                    <p:set>
                                      <p:cBhvr>
                                        <p:cTn id="1513" dur="1" fill="hold">
                                          <p:stCondLst>
                                            <p:cond delay="419"/>
                                          </p:stCondLst>
                                        </p:cTn>
                                        <p:tgtEl>
                                          <p:spTgt spid="312"/>
                                        </p:tgtEl>
                                        <p:attrNameLst>
                                          <p:attrName>style.visibility</p:attrName>
                                        </p:attrNameLst>
                                      </p:cBhvr>
                                      <p:to>
                                        <p:strVal val="hidden"/>
                                      </p:to>
                                    </p:set>
                                  </p:childTnLst>
                                </p:cTn>
                              </p:par>
                              <p:par>
                                <p:cTn id="1514" presetID="10" presetClass="exit" presetSubtype="0" fill="hold" grpId="1" nodeType="withEffect">
                                  <p:stCondLst>
                                    <p:cond delay="0"/>
                                  </p:stCondLst>
                                  <p:childTnLst>
                                    <p:animEffect transition="out" filter="fade">
                                      <p:cBhvr>
                                        <p:cTn id="1515" dur="420"/>
                                        <p:tgtEl>
                                          <p:spTgt spid="313"/>
                                        </p:tgtEl>
                                      </p:cBhvr>
                                    </p:animEffect>
                                    <p:set>
                                      <p:cBhvr>
                                        <p:cTn id="1516" dur="1" fill="hold">
                                          <p:stCondLst>
                                            <p:cond delay="419"/>
                                          </p:stCondLst>
                                        </p:cTn>
                                        <p:tgtEl>
                                          <p:spTgt spid="313"/>
                                        </p:tgtEl>
                                        <p:attrNameLst>
                                          <p:attrName>style.visibility</p:attrName>
                                        </p:attrNameLst>
                                      </p:cBhvr>
                                      <p:to>
                                        <p:strVal val="hidden"/>
                                      </p:to>
                                    </p:set>
                                  </p:childTnLst>
                                </p:cTn>
                              </p:par>
                              <p:par>
                                <p:cTn id="1517" presetID="10" presetClass="exit" presetSubtype="0" fill="hold" grpId="1" nodeType="withEffect">
                                  <p:stCondLst>
                                    <p:cond delay="0"/>
                                  </p:stCondLst>
                                  <p:childTnLst>
                                    <p:animEffect transition="out" filter="fade">
                                      <p:cBhvr>
                                        <p:cTn id="1518" dur="420"/>
                                        <p:tgtEl>
                                          <p:spTgt spid="314"/>
                                        </p:tgtEl>
                                      </p:cBhvr>
                                    </p:animEffect>
                                    <p:set>
                                      <p:cBhvr>
                                        <p:cTn id="1519" dur="1" fill="hold">
                                          <p:stCondLst>
                                            <p:cond delay="419"/>
                                          </p:stCondLst>
                                        </p:cTn>
                                        <p:tgtEl>
                                          <p:spTgt spid="314"/>
                                        </p:tgtEl>
                                        <p:attrNameLst>
                                          <p:attrName>style.visibility</p:attrName>
                                        </p:attrNameLst>
                                      </p:cBhvr>
                                      <p:to>
                                        <p:strVal val="hidden"/>
                                      </p:to>
                                    </p:set>
                                  </p:childTnLst>
                                </p:cTn>
                              </p:par>
                              <p:par>
                                <p:cTn id="1520" presetID="10" presetClass="exit" presetSubtype="0" fill="hold" grpId="1" nodeType="withEffect">
                                  <p:stCondLst>
                                    <p:cond delay="0"/>
                                  </p:stCondLst>
                                  <p:childTnLst>
                                    <p:animEffect transition="out" filter="fade">
                                      <p:cBhvr>
                                        <p:cTn id="1521" dur="420"/>
                                        <p:tgtEl>
                                          <p:spTgt spid="315"/>
                                        </p:tgtEl>
                                      </p:cBhvr>
                                    </p:animEffect>
                                    <p:set>
                                      <p:cBhvr>
                                        <p:cTn id="1522" dur="1" fill="hold">
                                          <p:stCondLst>
                                            <p:cond delay="419"/>
                                          </p:stCondLst>
                                        </p:cTn>
                                        <p:tgtEl>
                                          <p:spTgt spid="315"/>
                                        </p:tgtEl>
                                        <p:attrNameLst>
                                          <p:attrName>style.visibility</p:attrName>
                                        </p:attrNameLst>
                                      </p:cBhvr>
                                      <p:to>
                                        <p:strVal val="hidden"/>
                                      </p:to>
                                    </p:set>
                                  </p:childTnLst>
                                </p:cTn>
                              </p:par>
                              <p:par>
                                <p:cTn id="1523" presetID="10" presetClass="exit" presetSubtype="0" fill="hold" grpId="1" nodeType="withEffect">
                                  <p:stCondLst>
                                    <p:cond delay="0"/>
                                  </p:stCondLst>
                                  <p:childTnLst>
                                    <p:animEffect transition="out" filter="fade">
                                      <p:cBhvr>
                                        <p:cTn id="1524" dur="420"/>
                                        <p:tgtEl>
                                          <p:spTgt spid="316"/>
                                        </p:tgtEl>
                                      </p:cBhvr>
                                    </p:animEffect>
                                    <p:set>
                                      <p:cBhvr>
                                        <p:cTn id="1525" dur="1" fill="hold">
                                          <p:stCondLst>
                                            <p:cond delay="419"/>
                                          </p:stCondLst>
                                        </p:cTn>
                                        <p:tgtEl>
                                          <p:spTgt spid="316"/>
                                        </p:tgtEl>
                                        <p:attrNameLst>
                                          <p:attrName>style.visibility</p:attrName>
                                        </p:attrNameLst>
                                      </p:cBhvr>
                                      <p:to>
                                        <p:strVal val="hidden"/>
                                      </p:to>
                                    </p:set>
                                  </p:childTnLst>
                                </p:cTn>
                              </p:par>
                              <p:par>
                                <p:cTn id="1526" presetID="10" presetClass="exit" presetSubtype="0" fill="hold" grpId="1" nodeType="withEffect">
                                  <p:stCondLst>
                                    <p:cond delay="0"/>
                                  </p:stCondLst>
                                  <p:childTnLst>
                                    <p:animEffect transition="out" filter="fade">
                                      <p:cBhvr>
                                        <p:cTn id="1527" dur="420"/>
                                        <p:tgtEl>
                                          <p:spTgt spid="317"/>
                                        </p:tgtEl>
                                      </p:cBhvr>
                                    </p:animEffect>
                                    <p:set>
                                      <p:cBhvr>
                                        <p:cTn id="1528" dur="1" fill="hold">
                                          <p:stCondLst>
                                            <p:cond delay="419"/>
                                          </p:stCondLst>
                                        </p:cTn>
                                        <p:tgtEl>
                                          <p:spTgt spid="317"/>
                                        </p:tgtEl>
                                        <p:attrNameLst>
                                          <p:attrName>style.visibility</p:attrName>
                                        </p:attrNameLst>
                                      </p:cBhvr>
                                      <p:to>
                                        <p:strVal val="hidden"/>
                                      </p:to>
                                    </p:set>
                                  </p:childTnLst>
                                </p:cTn>
                              </p:par>
                              <p:par>
                                <p:cTn id="1529" presetID="10" presetClass="exit" presetSubtype="0" fill="hold" grpId="1" nodeType="withEffect">
                                  <p:stCondLst>
                                    <p:cond delay="0"/>
                                  </p:stCondLst>
                                  <p:childTnLst>
                                    <p:animEffect transition="out" filter="fade">
                                      <p:cBhvr>
                                        <p:cTn id="1530" dur="420"/>
                                        <p:tgtEl>
                                          <p:spTgt spid="318"/>
                                        </p:tgtEl>
                                      </p:cBhvr>
                                    </p:animEffect>
                                    <p:set>
                                      <p:cBhvr>
                                        <p:cTn id="1531" dur="1" fill="hold">
                                          <p:stCondLst>
                                            <p:cond delay="419"/>
                                          </p:stCondLst>
                                        </p:cTn>
                                        <p:tgtEl>
                                          <p:spTgt spid="318"/>
                                        </p:tgtEl>
                                        <p:attrNameLst>
                                          <p:attrName>style.visibility</p:attrName>
                                        </p:attrNameLst>
                                      </p:cBhvr>
                                      <p:to>
                                        <p:strVal val="hidden"/>
                                      </p:to>
                                    </p:set>
                                  </p:childTnLst>
                                </p:cTn>
                              </p:par>
                              <p:par>
                                <p:cTn id="1532" presetID="10" presetClass="exit" presetSubtype="0" fill="hold" grpId="1" nodeType="withEffect">
                                  <p:stCondLst>
                                    <p:cond delay="0"/>
                                  </p:stCondLst>
                                  <p:childTnLst>
                                    <p:animEffect transition="out" filter="fade">
                                      <p:cBhvr>
                                        <p:cTn id="1533" dur="420"/>
                                        <p:tgtEl>
                                          <p:spTgt spid="319"/>
                                        </p:tgtEl>
                                      </p:cBhvr>
                                    </p:animEffect>
                                    <p:set>
                                      <p:cBhvr>
                                        <p:cTn id="1534" dur="1" fill="hold">
                                          <p:stCondLst>
                                            <p:cond delay="419"/>
                                          </p:stCondLst>
                                        </p:cTn>
                                        <p:tgtEl>
                                          <p:spTgt spid="319"/>
                                        </p:tgtEl>
                                        <p:attrNameLst>
                                          <p:attrName>style.visibility</p:attrName>
                                        </p:attrNameLst>
                                      </p:cBhvr>
                                      <p:to>
                                        <p:strVal val="hidden"/>
                                      </p:to>
                                    </p:set>
                                  </p:childTnLst>
                                </p:cTn>
                              </p:par>
                              <p:par>
                                <p:cTn id="1535" presetID="10" presetClass="exit" presetSubtype="0" fill="hold" grpId="1" nodeType="withEffect">
                                  <p:stCondLst>
                                    <p:cond delay="0"/>
                                  </p:stCondLst>
                                  <p:childTnLst>
                                    <p:animEffect transition="out" filter="fade">
                                      <p:cBhvr>
                                        <p:cTn id="1536" dur="420"/>
                                        <p:tgtEl>
                                          <p:spTgt spid="320"/>
                                        </p:tgtEl>
                                      </p:cBhvr>
                                    </p:animEffect>
                                    <p:set>
                                      <p:cBhvr>
                                        <p:cTn id="1537" dur="1" fill="hold">
                                          <p:stCondLst>
                                            <p:cond delay="419"/>
                                          </p:stCondLst>
                                        </p:cTn>
                                        <p:tgtEl>
                                          <p:spTgt spid="320"/>
                                        </p:tgtEl>
                                        <p:attrNameLst>
                                          <p:attrName>style.visibility</p:attrName>
                                        </p:attrNameLst>
                                      </p:cBhvr>
                                      <p:to>
                                        <p:strVal val="hidden"/>
                                      </p:to>
                                    </p:set>
                                  </p:childTnLst>
                                </p:cTn>
                              </p:par>
                              <p:par>
                                <p:cTn id="1538" presetID="10" presetClass="exit" presetSubtype="0" fill="hold" grpId="1" nodeType="withEffect">
                                  <p:stCondLst>
                                    <p:cond delay="0"/>
                                  </p:stCondLst>
                                  <p:childTnLst>
                                    <p:animEffect transition="out" filter="fade">
                                      <p:cBhvr>
                                        <p:cTn id="1539" dur="420"/>
                                        <p:tgtEl>
                                          <p:spTgt spid="321"/>
                                        </p:tgtEl>
                                      </p:cBhvr>
                                    </p:animEffect>
                                    <p:set>
                                      <p:cBhvr>
                                        <p:cTn id="1540" dur="1" fill="hold">
                                          <p:stCondLst>
                                            <p:cond delay="419"/>
                                          </p:stCondLst>
                                        </p:cTn>
                                        <p:tgtEl>
                                          <p:spTgt spid="321"/>
                                        </p:tgtEl>
                                        <p:attrNameLst>
                                          <p:attrName>style.visibility</p:attrName>
                                        </p:attrNameLst>
                                      </p:cBhvr>
                                      <p:to>
                                        <p:strVal val="hidden"/>
                                      </p:to>
                                    </p:set>
                                  </p:childTnLst>
                                </p:cTn>
                              </p:par>
                              <p:par>
                                <p:cTn id="1541" presetID="42" presetClass="entr" presetSubtype="0" fill="hold" grpId="0" nodeType="withEffect">
                                  <p:stCondLst>
                                    <p:cond delay="0"/>
                                  </p:stCondLst>
                                  <p:childTnLst>
                                    <p:set>
                                      <p:cBhvr>
                                        <p:cTn id="1542" dur="1" fill="hold">
                                          <p:stCondLst>
                                            <p:cond delay="0"/>
                                          </p:stCondLst>
                                        </p:cTn>
                                        <p:tgtEl>
                                          <p:spTgt spid="77"/>
                                        </p:tgtEl>
                                        <p:attrNameLst>
                                          <p:attrName>style.visibility</p:attrName>
                                        </p:attrNameLst>
                                      </p:cBhvr>
                                      <p:to>
                                        <p:strVal val="visible"/>
                                      </p:to>
                                    </p:set>
                                    <p:animEffect transition="in" filter="fade">
                                      <p:cBhvr>
                                        <p:cTn id="1543" dur="650"/>
                                        <p:tgtEl>
                                          <p:spTgt spid="77"/>
                                        </p:tgtEl>
                                      </p:cBhvr>
                                    </p:animEffect>
                                    <p:anim calcmode="lin" valueType="num">
                                      <p:cBhvr>
                                        <p:cTn id="1544" dur="650" fill="hold"/>
                                        <p:tgtEl>
                                          <p:spTgt spid="77"/>
                                        </p:tgtEl>
                                        <p:attrNameLst>
                                          <p:attrName>ppt_x</p:attrName>
                                        </p:attrNameLst>
                                      </p:cBhvr>
                                      <p:tavLst>
                                        <p:tav tm="0">
                                          <p:val>
                                            <p:strVal val="#ppt_x"/>
                                          </p:val>
                                        </p:tav>
                                        <p:tav tm="100000">
                                          <p:val>
                                            <p:strVal val="#ppt_x"/>
                                          </p:val>
                                        </p:tav>
                                      </p:tavLst>
                                    </p:anim>
                                    <p:anim calcmode="lin" valueType="num">
                                      <p:cBhvr>
                                        <p:cTn id="1545" dur="650" fill="hold"/>
                                        <p:tgtEl>
                                          <p:spTgt spid="77"/>
                                        </p:tgtEl>
                                        <p:attrNameLst>
                                          <p:attrName>ppt_y</p:attrName>
                                        </p:attrNameLst>
                                      </p:cBhvr>
                                      <p:tavLst>
                                        <p:tav tm="0">
                                          <p:val>
                                            <p:strVal val="#ppt_y+.1"/>
                                          </p:val>
                                        </p:tav>
                                        <p:tav tm="100000">
                                          <p:val>
                                            <p:strVal val="#ppt_y"/>
                                          </p:val>
                                        </p:tav>
                                      </p:tavLst>
                                    </p:anim>
                                  </p:childTnLst>
                                </p:cTn>
                              </p:par>
                              <p:par>
                                <p:cTn id="1546" presetID="42" presetClass="entr" presetSubtype="0" fill="hold" grpId="0" nodeType="withEffect">
                                  <p:stCondLst>
                                    <p:cond delay="120"/>
                                  </p:stCondLst>
                                  <p:childTnLst>
                                    <p:set>
                                      <p:cBhvr>
                                        <p:cTn id="1547" dur="1" fill="hold">
                                          <p:stCondLst>
                                            <p:cond delay="0"/>
                                          </p:stCondLst>
                                        </p:cTn>
                                        <p:tgtEl>
                                          <p:spTgt spid="209"/>
                                        </p:tgtEl>
                                        <p:attrNameLst>
                                          <p:attrName>style.visibility</p:attrName>
                                        </p:attrNameLst>
                                      </p:cBhvr>
                                      <p:to>
                                        <p:strVal val="visible"/>
                                      </p:to>
                                    </p:set>
                                    <p:animEffect transition="in" filter="fade">
                                      <p:cBhvr>
                                        <p:cTn id="1548" dur="650"/>
                                        <p:tgtEl>
                                          <p:spTgt spid="209"/>
                                        </p:tgtEl>
                                      </p:cBhvr>
                                    </p:animEffect>
                                    <p:anim calcmode="lin" valueType="num">
                                      <p:cBhvr>
                                        <p:cTn id="1549" dur="650" fill="hold"/>
                                        <p:tgtEl>
                                          <p:spTgt spid="209"/>
                                        </p:tgtEl>
                                        <p:attrNameLst>
                                          <p:attrName>ppt_x</p:attrName>
                                        </p:attrNameLst>
                                      </p:cBhvr>
                                      <p:tavLst>
                                        <p:tav tm="0">
                                          <p:val>
                                            <p:strVal val="#ppt_x"/>
                                          </p:val>
                                        </p:tav>
                                        <p:tav tm="100000">
                                          <p:val>
                                            <p:strVal val="#ppt_x"/>
                                          </p:val>
                                        </p:tav>
                                      </p:tavLst>
                                    </p:anim>
                                    <p:anim calcmode="lin" valueType="num">
                                      <p:cBhvr>
                                        <p:cTn id="1550" dur="650" fill="hold"/>
                                        <p:tgtEl>
                                          <p:spTgt spid="209"/>
                                        </p:tgtEl>
                                        <p:attrNameLst>
                                          <p:attrName>ppt_y</p:attrName>
                                        </p:attrNameLst>
                                      </p:cBhvr>
                                      <p:tavLst>
                                        <p:tav tm="0">
                                          <p:val>
                                            <p:strVal val="#ppt_y+.1"/>
                                          </p:val>
                                        </p:tav>
                                        <p:tav tm="100000">
                                          <p:val>
                                            <p:strVal val="#ppt_y"/>
                                          </p:val>
                                        </p:tav>
                                      </p:tavLst>
                                    </p:anim>
                                  </p:childTnLst>
                                </p:cTn>
                              </p:par>
                              <p:par>
                                <p:cTn id="1551" presetID="42" presetClass="entr" presetSubtype="0" fill="hold" grpId="0" nodeType="withEffect">
                                  <p:stCondLst>
                                    <p:cond delay="240"/>
                                  </p:stCondLst>
                                  <p:childTnLst>
                                    <p:set>
                                      <p:cBhvr>
                                        <p:cTn id="1552" dur="1" fill="hold">
                                          <p:stCondLst>
                                            <p:cond delay="0"/>
                                          </p:stCondLst>
                                        </p:cTn>
                                        <p:tgtEl>
                                          <p:spTgt spid="223"/>
                                        </p:tgtEl>
                                        <p:attrNameLst>
                                          <p:attrName>style.visibility</p:attrName>
                                        </p:attrNameLst>
                                      </p:cBhvr>
                                      <p:to>
                                        <p:strVal val="visible"/>
                                      </p:to>
                                    </p:set>
                                    <p:animEffect transition="in" filter="fade">
                                      <p:cBhvr>
                                        <p:cTn id="1553" dur="650"/>
                                        <p:tgtEl>
                                          <p:spTgt spid="223"/>
                                        </p:tgtEl>
                                      </p:cBhvr>
                                    </p:animEffect>
                                    <p:anim calcmode="lin" valueType="num">
                                      <p:cBhvr>
                                        <p:cTn id="1554" dur="650" fill="hold"/>
                                        <p:tgtEl>
                                          <p:spTgt spid="223"/>
                                        </p:tgtEl>
                                        <p:attrNameLst>
                                          <p:attrName>ppt_x</p:attrName>
                                        </p:attrNameLst>
                                      </p:cBhvr>
                                      <p:tavLst>
                                        <p:tav tm="0">
                                          <p:val>
                                            <p:strVal val="#ppt_x"/>
                                          </p:val>
                                        </p:tav>
                                        <p:tav tm="100000">
                                          <p:val>
                                            <p:strVal val="#ppt_x"/>
                                          </p:val>
                                        </p:tav>
                                      </p:tavLst>
                                    </p:anim>
                                    <p:anim calcmode="lin" valueType="num">
                                      <p:cBhvr>
                                        <p:cTn id="1555" dur="650" fill="hold"/>
                                        <p:tgtEl>
                                          <p:spTgt spid="223"/>
                                        </p:tgtEl>
                                        <p:attrNameLst>
                                          <p:attrName>ppt_y</p:attrName>
                                        </p:attrNameLst>
                                      </p:cBhvr>
                                      <p:tavLst>
                                        <p:tav tm="0">
                                          <p:val>
                                            <p:strVal val="#ppt_y+.1"/>
                                          </p:val>
                                        </p:tav>
                                        <p:tav tm="100000">
                                          <p:val>
                                            <p:strVal val="#ppt_y"/>
                                          </p:val>
                                        </p:tav>
                                      </p:tavLst>
                                    </p:anim>
                                  </p:childTnLst>
                                </p:cTn>
                              </p:par>
                              <p:par>
                                <p:cTn id="1556" presetID="42" presetClass="entr" presetSubtype="0" fill="hold" grpId="0" nodeType="withEffect">
                                  <p:stCondLst>
                                    <p:cond delay="240"/>
                                  </p:stCondLst>
                                  <p:childTnLst>
                                    <p:set>
                                      <p:cBhvr>
                                        <p:cTn id="1557" dur="1" fill="hold">
                                          <p:stCondLst>
                                            <p:cond delay="0"/>
                                          </p:stCondLst>
                                        </p:cTn>
                                        <p:tgtEl>
                                          <p:spTgt spid="224"/>
                                        </p:tgtEl>
                                        <p:attrNameLst>
                                          <p:attrName>style.visibility</p:attrName>
                                        </p:attrNameLst>
                                      </p:cBhvr>
                                      <p:to>
                                        <p:strVal val="visible"/>
                                      </p:to>
                                    </p:set>
                                    <p:animEffect transition="in" filter="fade">
                                      <p:cBhvr>
                                        <p:cTn id="1558" dur="650"/>
                                        <p:tgtEl>
                                          <p:spTgt spid="224"/>
                                        </p:tgtEl>
                                      </p:cBhvr>
                                    </p:animEffect>
                                    <p:anim calcmode="lin" valueType="num">
                                      <p:cBhvr>
                                        <p:cTn id="1559" dur="650" fill="hold"/>
                                        <p:tgtEl>
                                          <p:spTgt spid="224"/>
                                        </p:tgtEl>
                                        <p:attrNameLst>
                                          <p:attrName>ppt_x</p:attrName>
                                        </p:attrNameLst>
                                      </p:cBhvr>
                                      <p:tavLst>
                                        <p:tav tm="0">
                                          <p:val>
                                            <p:strVal val="#ppt_x"/>
                                          </p:val>
                                        </p:tav>
                                        <p:tav tm="100000">
                                          <p:val>
                                            <p:strVal val="#ppt_x"/>
                                          </p:val>
                                        </p:tav>
                                      </p:tavLst>
                                    </p:anim>
                                    <p:anim calcmode="lin" valueType="num">
                                      <p:cBhvr>
                                        <p:cTn id="1560" dur="650" fill="hold"/>
                                        <p:tgtEl>
                                          <p:spTgt spid="224"/>
                                        </p:tgtEl>
                                        <p:attrNameLst>
                                          <p:attrName>ppt_y</p:attrName>
                                        </p:attrNameLst>
                                      </p:cBhvr>
                                      <p:tavLst>
                                        <p:tav tm="0">
                                          <p:val>
                                            <p:strVal val="#ppt_y+.1"/>
                                          </p:val>
                                        </p:tav>
                                        <p:tav tm="100000">
                                          <p:val>
                                            <p:strVal val="#ppt_y"/>
                                          </p:val>
                                        </p:tav>
                                      </p:tavLst>
                                    </p:anim>
                                  </p:childTnLst>
                                </p:cTn>
                              </p:par>
                              <p:par>
                                <p:cTn id="1561" presetID="42" presetClass="entr" presetSubtype="0" fill="hold" grpId="0" nodeType="withEffect">
                                  <p:stCondLst>
                                    <p:cond delay="240"/>
                                  </p:stCondLst>
                                  <p:childTnLst>
                                    <p:set>
                                      <p:cBhvr>
                                        <p:cTn id="1562" dur="1" fill="hold">
                                          <p:stCondLst>
                                            <p:cond delay="0"/>
                                          </p:stCondLst>
                                        </p:cTn>
                                        <p:tgtEl>
                                          <p:spTgt spid="225"/>
                                        </p:tgtEl>
                                        <p:attrNameLst>
                                          <p:attrName>style.visibility</p:attrName>
                                        </p:attrNameLst>
                                      </p:cBhvr>
                                      <p:to>
                                        <p:strVal val="visible"/>
                                      </p:to>
                                    </p:set>
                                    <p:animEffect transition="in" filter="fade">
                                      <p:cBhvr>
                                        <p:cTn id="1563" dur="650"/>
                                        <p:tgtEl>
                                          <p:spTgt spid="225"/>
                                        </p:tgtEl>
                                      </p:cBhvr>
                                    </p:animEffect>
                                    <p:anim calcmode="lin" valueType="num">
                                      <p:cBhvr>
                                        <p:cTn id="1564" dur="650" fill="hold"/>
                                        <p:tgtEl>
                                          <p:spTgt spid="225"/>
                                        </p:tgtEl>
                                        <p:attrNameLst>
                                          <p:attrName>ppt_x</p:attrName>
                                        </p:attrNameLst>
                                      </p:cBhvr>
                                      <p:tavLst>
                                        <p:tav tm="0">
                                          <p:val>
                                            <p:strVal val="#ppt_x"/>
                                          </p:val>
                                        </p:tav>
                                        <p:tav tm="100000">
                                          <p:val>
                                            <p:strVal val="#ppt_x"/>
                                          </p:val>
                                        </p:tav>
                                      </p:tavLst>
                                    </p:anim>
                                    <p:anim calcmode="lin" valueType="num">
                                      <p:cBhvr>
                                        <p:cTn id="1565" dur="650" fill="hold"/>
                                        <p:tgtEl>
                                          <p:spTgt spid="225"/>
                                        </p:tgtEl>
                                        <p:attrNameLst>
                                          <p:attrName>ppt_y</p:attrName>
                                        </p:attrNameLst>
                                      </p:cBhvr>
                                      <p:tavLst>
                                        <p:tav tm="0">
                                          <p:val>
                                            <p:strVal val="#ppt_y+.1"/>
                                          </p:val>
                                        </p:tav>
                                        <p:tav tm="100000">
                                          <p:val>
                                            <p:strVal val="#ppt_y"/>
                                          </p:val>
                                        </p:tav>
                                      </p:tavLst>
                                    </p:anim>
                                  </p:childTnLst>
                                </p:cTn>
                              </p:par>
                              <p:par>
                                <p:cTn id="1566" presetID="42" presetClass="entr" presetSubtype="0" fill="hold" grpId="0" nodeType="withEffect">
                                  <p:stCondLst>
                                    <p:cond delay="240"/>
                                  </p:stCondLst>
                                  <p:childTnLst>
                                    <p:set>
                                      <p:cBhvr>
                                        <p:cTn id="1567" dur="1" fill="hold">
                                          <p:stCondLst>
                                            <p:cond delay="0"/>
                                          </p:stCondLst>
                                        </p:cTn>
                                        <p:tgtEl>
                                          <p:spTgt spid="226"/>
                                        </p:tgtEl>
                                        <p:attrNameLst>
                                          <p:attrName>style.visibility</p:attrName>
                                        </p:attrNameLst>
                                      </p:cBhvr>
                                      <p:to>
                                        <p:strVal val="visible"/>
                                      </p:to>
                                    </p:set>
                                    <p:animEffect transition="in" filter="fade">
                                      <p:cBhvr>
                                        <p:cTn id="1568" dur="650"/>
                                        <p:tgtEl>
                                          <p:spTgt spid="226"/>
                                        </p:tgtEl>
                                      </p:cBhvr>
                                    </p:animEffect>
                                    <p:anim calcmode="lin" valueType="num">
                                      <p:cBhvr>
                                        <p:cTn id="1569" dur="650" fill="hold"/>
                                        <p:tgtEl>
                                          <p:spTgt spid="226"/>
                                        </p:tgtEl>
                                        <p:attrNameLst>
                                          <p:attrName>ppt_x</p:attrName>
                                        </p:attrNameLst>
                                      </p:cBhvr>
                                      <p:tavLst>
                                        <p:tav tm="0">
                                          <p:val>
                                            <p:strVal val="#ppt_x"/>
                                          </p:val>
                                        </p:tav>
                                        <p:tav tm="100000">
                                          <p:val>
                                            <p:strVal val="#ppt_x"/>
                                          </p:val>
                                        </p:tav>
                                      </p:tavLst>
                                    </p:anim>
                                    <p:anim calcmode="lin" valueType="num">
                                      <p:cBhvr>
                                        <p:cTn id="1570" dur="650" fill="hold"/>
                                        <p:tgtEl>
                                          <p:spTgt spid="226"/>
                                        </p:tgtEl>
                                        <p:attrNameLst>
                                          <p:attrName>ppt_y</p:attrName>
                                        </p:attrNameLst>
                                      </p:cBhvr>
                                      <p:tavLst>
                                        <p:tav tm="0">
                                          <p:val>
                                            <p:strVal val="#ppt_y+.1"/>
                                          </p:val>
                                        </p:tav>
                                        <p:tav tm="100000">
                                          <p:val>
                                            <p:strVal val="#ppt_y"/>
                                          </p:val>
                                        </p:tav>
                                      </p:tavLst>
                                    </p:anim>
                                  </p:childTnLst>
                                </p:cTn>
                              </p:par>
                              <p:par>
                                <p:cTn id="1571" presetID="42" presetClass="entr" presetSubtype="0" fill="hold" grpId="0" nodeType="withEffect">
                                  <p:stCondLst>
                                    <p:cond delay="240"/>
                                  </p:stCondLst>
                                  <p:childTnLst>
                                    <p:set>
                                      <p:cBhvr>
                                        <p:cTn id="1572" dur="1" fill="hold">
                                          <p:stCondLst>
                                            <p:cond delay="0"/>
                                          </p:stCondLst>
                                        </p:cTn>
                                        <p:tgtEl>
                                          <p:spTgt spid="227"/>
                                        </p:tgtEl>
                                        <p:attrNameLst>
                                          <p:attrName>style.visibility</p:attrName>
                                        </p:attrNameLst>
                                      </p:cBhvr>
                                      <p:to>
                                        <p:strVal val="visible"/>
                                      </p:to>
                                    </p:set>
                                    <p:animEffect transition="in" filter="fade">
                                      <p:cBhvr>
                                        <p:cTn id="1573" dur="650"/>
                                        <p:tgtEl>
                                          <p:spTgt spid="227"/>
                                        </p:tgtEl>
                                      </p:cBhvr>
                                    </p:animEffect>
                                    <p:anim calcmode="lin" valueType="num">
                                      <p:cBhvr>
                                        <p:cTn id="1574" dur="650" fill="hold"/>
                                        <p:tgtEl>
                                          <p:spTgt spid="227"/>
                                        </p:tgtEl>
                                        <p:attrNameLst>
                                          <p:attrName>ppt_x</p:attrName>
                                        </p:attrNameLst>
                                      </p:cBhvr>
                                      <p:tavLst>
                                        <p:tav tm="0">
                                          <p:val>
                                            <p:strVal val="#ppt_x"/>
                                          </p:val>
                                        </p:tav>
                                        <p:tav tm="100000">
                                          <p:val>
                                            <p:strVal val="#ppt_x"/>
                                          </p:val>
                                        </p:tav>
                                      </p:tavLst>
                                    </p:anim>
                                    <p:anim calcmode="lin" valueType="num">
                                      <p:cBhvr>
                                        <p:cTn id="1575" dur="650" fill="hold"/>
                                        <p:tgtEl>
                                          <p:spTgt spid="227"/>
                                        </p:tgtEl>
                                        <p:attrNameLst>
                                          <p:attrName>ppt_y</p:attrName>
                                        </p:attrNameLst>
                                      </p:cBhvr>
                                      <p:tavLst>
                                        <p:tav tm="0">
                                          <p:val>
                                            <p:strVal val="#ppt_y+.1"/>
                                          </p:val>
                                        </p:tav>
                                        <p:tav tm="100000">
                                          <p:val>
                                            <p:strVal val="#ppt_y"/>
                                          </p:val>
                                        </p:tav>
                                      </p:tavLst>
                                    </p:anim>
                                  </p:childTnLst>
                                </p:cTn>
                              </p:par>
                              <p:par>
                                <p:cTn id="1576" presetID="42" presetClass="entr" presetSubtype="0" fill="hold" grpId="0" nodeType="withEffect">
                                  <p:stCondLst>
                                    <p:cond delay="240"/>
                                  </p:stCondLst>
                                  <p:childTnLst>
                                    <p:set>
                                      <p:cBhvr>
                                        <p:cTn id="1577" dur="1" fill="hold">
                                          <p:stCondLst>
                                            <p:cond delay="0"/>
                                          </p:stCondLst>
                                        </p:cTn>
                                        <p:tgtEl>
                                          <p:spTgt spid="228"/>
                                        </p:tgtEl>
                                        <p:attrNameLst>
                                          <p:attrName>style.visibility</p:attrName>
                                        </p:attrNameLst>
                                      </p:cBhvr>
                                      <p:to>
                                        <p:strVal val="visible"/>
                                      </p:to>
                                    </p:set>
                                    <p:animEffect transition="in" filter="fade">
                                      <p:cBhvr>
                                        <p:cTn id="1578" dur="650"/>
                                        <p:tgtEl>
                                          <p:spTgt spid="228"/>
                                        </p:tgtEl>
                                      </p:cBhvr>
                                    </p:animEffect>
                                    <p:anim calcmode="lin" valueType="num">
                                      <p:cBhvr>
                                        <p:cTn id="1579" dur="650" fill="hold"/>
                                        <p:tgtEl>
                                          <p:spTgt spid="228"/>
                                        </p:tgtEl>
                                        <p:attrNameLst>
                                          <p:attrName>ppt_x</p:attrName>
                                        </p:attrNameLst>
                                      </p:cBhvr>
                                      <p:tavLst>
                                        <p:tav tm="0">
                                          <p:val>
                                            <p:strVal val="#ppt_x"/>
                                          </p:val>
                                        </p:tav>
                                        <p:tav tm="100000">
                                          <p:val>
                                            <p:strVal val="#ppt_x"/>
                                          </p:val>
                                        </p:tav>
                                      </p:tavLst>
                                    </p:anim>
                                    <p:anim calcmode="lin" valueType="num">
                                      <p:cBhvr>
                                        <p:cTn id="1580" dur="650" fill="hold"/>
                                        <p:tgtEl>
                                          <p:spTgt spid="228"/>
                                        </p:tgtEl>
                                        <p:attrNameLst>
                                          <p:attrName>ppt_y</p:attrName>
                                        </p:attrNameLst>
                                      </p:cBhvr>
                                      <p:tavLst>
                                        <p:tav tm="0">
                                          <p:val>
                                            <p:strVal val="#ppt_y+.1"/>
                                          </p:val>
                                        </p:tav>
                                        <p:tav tm="100000">
                                          <p:val>
                                            <p:strVal val="#ppt_y"/>
                                          </p:val>
                                        </p:tav>
                                      </p:tavLst>
                                    </p:anim>
                                  </p:childTnLst>
                                </p:cTn>
                              </p:par>
                              <p:par>
                                <p:cTn id="1581" presetID="42" presetClass="entr" presetSubtype="0" fill="hold" grpId="0" nodeType="withEffect">
                                  <p:stCondLst>
                                    <p:cond delay="240"/>
                                  </p:stCondLst>
                                  <p:childTnLst>
                                    <p:set>
                                      <p:cBhvr>
                                        <p:cTn id="1582" dur="1" fill="hold">
                                          <p:stCondLst>
                                            <p:cond delay="0"/>
                                          </p:stCondLst>
                                        </p:cTn>
                                        <p:tgtEl>
                                          <p:spTgt spid="229"/>
                                        </p:tgtEl>
                                        <p:attrNameLst>
                                          <p:attrName>style.visibility</p:attrName>
                                        </p:attrNameLst>
                                      </p:cBhvr>
                                      <p:to>
                                        <p:strVal val="visible"/>
                                      </p:to>
                                    </p:set>
                                    <p:animEffect transition="in" filter="fade">
                                      <p:cBhvr>
                                        <p:cTn id="1583" dur="650"/>
                                        <p:tgtEl>
                                          <p:spTgt spid="229"/>
                                        </p:tgtEl>
                                      </p:cBhvr>
                                    </p:animEffect>
                                    <p:anim calcmode="lin" valueType="num">
                                      <p:cBhvr>
                                        <p:cTn id="1584" dur="650" fill="hold"/>
                                        <p:tgtEl>
                                          <p:spTgt spid="229"/>
                                        </p:tgtEl>
                                        <p:attrNameLst>
                                          <p:attrName>ppt_x</p:attrName>
                                        </p:attrNameLst>
                                      </p:cBhvr>
                                      <p:tavLst>
                                        <p:tav tm="0">
                                          <p:val>
                                            <p:strVal val="#ppt_x"/>
                                          </p:val>
                                        </p:tav>
                                        <p:tav tm="100000">
                                          <p:val>
                                            <p:strVal val="#ppt_x"/>
                                          </p:val>
                                        </p:tav>
                                      </p:tavLst>
                                    </p:anim>
                                    <p:anim calcmode="lin" valueType="num">
                                      <p:cBhvr>
                                        <p:cTn id="1585" dur="650" fill="hold"/>
                                        <p:tgtEl>
                                          <p:spTgt spid="229"/>
                                        </p:tgtEl>
                                        <p:attrNameLst>
                                          <p:attrName>ppt_y</p:attrName>
                                        </p:attrNameLst>
                                      </p:cBhvr>
                                      <p:tavLst>
                                        <p:tav tm="0">
                                          <p:val>
                                            <p:strVal val="#ppt_y+.1"/>
                                          </p:val>
                                        </p:tav>
                                        <p:tav tm="100000">
                                          <p:val>
                                            <p:strVal val="#ppt_y"/>
                                          </p:val>
                                        </p:tav>
                                      </p:tavLst>
                                    </p:anim>
                                  </p:childTnLst>
                                </p:cTn>
                              </p:par>
                              <p:par>
                                <p:cTn id="1586" presetID="42" presetClass="entr" presetSubtype="0" fill="hold" grpId="0" nodeType="withEffect">
                                  <p:stCondLst>
                                    <p:cond delay="240"/>
                                  </p:stCondLst>
                                  <p:childTnLst>
                                    <p:set>
                                      <p:cBhvr>
                                        <p:cTn id="1587" dur="1" fill="hold">
                                          <p:stCondLst>
                                            <p:cond delay="0"/>
                                          </p:stCondLst>
                                        </p:cTn>
                                        <p:tgtEl>
                                          <p:spTgt spid="230"/>
                                        </p:tgtEl>
                                        <p:attrNameLst>
                                          <p:attrName>style.visibility</p:attrName>
                                        </p:attrNameLst>
                                      </p:cBhvr>
                                      <p:to>
                                        <p:strVal val="visible"/>
                                      </p:to>
                                    </p:set>
                                    <p:animEffect transition="in" filter="fade">
                                      <p:cBhvr>
                                        <p:cTn id="1588" dur="650"/>
                                        <p:tgtEl>
                                          <p:spTgt spid="230"/>
                                        </p:tgtEl>
                                      </p:cBhvr>
                                    </p:animEffect>
                                    <p:anim calcmode="lin" valueType="num">
                                      <p:cBhvr>
                                        <p:cTn id="1589" dur="650" fill="hold"/>
                                        <p:tgtEl>
                                          <p:spTgt spid="230"/>
                                        </p:tgtEl>
                                        <p:attrNameLst>
                                          <p:attrName>ppt_x</p:attrName>
                                        </p:attrNameLst>
                                      </p:cBhvr>
                                      <p:tavLst>
                                        <p:tav tm="0">
                                          <p:val>
                                            <p:strVal val="#ppt_x"/>
                                          </p:val>
                                        </p:tav>
                                        <p:tav tm="100000">
                                          <p:val>
                                            <p:strVal val="#ppt_x"/>
                                          </p:val>
                                        </p:tav>
                                      </p:tavLst>
                                    </p:anim>
                                    <p:anim calcmode="lin" valueType="num">
                                      <p:cBhvr>
                                        <p:cTn id="1590" dur="650" fill="hold"/>
                                        <p:tgtEl>
                                          <p:spTgt spid="230"/>
                                        </p:tgtEl>
                                        <p:attrNameLst>
                                          <p:attrName>ppt_y</p:attrName>
                                        </p:attrNameLst>
                                      </p:cBhvr>
                                      <p:tavLst>
                                        <p:tav tm="0">
                                          <p:val>
                                            <p:strVal val="#ppt_y+.1"/>
                                          </p:val>
                                        </p:tav>
                                        <p:tav tm="100000">
                                          <p:val>
                                            <p:strVal val="#ppt_y"/>
                                          </p:val>
                                        </p:tav>
                                      </p:tavLst>
                                    </p:anim>
                                  </p:childTnLst>
                                </p:cTn>
                              </p:par>
                              <p:par>
                                <p:cTn id="1591" presetID="42" presetClass="entr" presetSubtype="0" fill="hold" grpId="0" nodeType="withEffect">
                                  <p:stCondLst>
                                    <p:cond delay="240"/>
                                  </p:stCondLst>
                                  <p:childTnLst>
                                    <p:set>
                                      <p:cBhvr>
                                        <p:cTn id="1592" dur="1" fill="hold">
                                          <p:stCondLst>
                                            <p:cond delay="0"/>
                                          </p:stCondLst>
                                        </p:cTn>
                                        <p:tgtEl>
                                          <p:spTgt spid="231"/>
                                        </p:tgtEl>
                                        <p:attrNameLst>
                                          <p:attrName>style.visibility</p:attrName>
                                        </p:attrNameLst>
                                      </p:cBhvr>
                                      <p:to>
                                        <p:strVal val="visible"/>
                                      </p:to>
                                    </p:set>
                                    <p:animEffect transition="in" filter="fade">
                                      <p:cBhvr>
                                        <p:cTn id="1593" dur="650"/>
                                        <p:tgtEl>
                                          <p:spTgt spid="231"/>
                                        </p:tgtEl>
                                      </p:cBhvr>
                                    </p:animEffect>
                                    <p:anim calcmode="lin" valueType="num">
                                      <p:cBhvr>
                                        <p:cTn id="1594" dur="650" fill="hold"/>
                                        <p:tgtEl>
                                          <p:spTgt spid="231"/>
                                        </p:tgtEl>
                                        <p:attrNameLst>
                                          <p:attrName>ppt_x</p:attrName>
                                        </p:attrNameLst>
                                      </p:cBhvr>
                                      <p:tavLst>
                                        <p:tav tm="0">
                                          <p:val>
                                            <p:strVal val="#ppt_x"/>
                                          </p:val>
                                        </p:tav>
                                        <p:tav tm="100000">
                                          <p:val>
                                            <p:strVal val="#ppt_x"/>
                                          </p:val>
                                        </p:tav>
                                      </p:tavLst>
                                    </p:anim>
                                    <p:anim calcmode="lin" valueType="num">
                                      <p:cBhvr>
                                        <p:cTn id="1595" dur="650" fill="hold"/>
                                        <p:tgtEl>
                                          <p:spTgt spid="231"/>
                                        </p:tgtEl>
                                        <p:attrNameLst>
                                          <p:attrName>ppt_y</p:attrName>
                                        </p:attrNameLst>
                                      </p:cBhvr>
                                      <p:tavLst>
                                        <p:tav tm="0">
                                          <p:val>
                                            <p:strVal val="#ppt_y+.1"/>
                                          </p:val>
                                        </p:tav>
                                        <p:tav tm="100000">
                                          <p:val>
                                            <p:strVal val="#ppt_y"/>
                                          </p:val>
                                        </p:tav>
                                      </p:tavLst>
                                    </p:anim>
                                  </p:childTnLst>
                                </p:cTn>
                              </p:par>
                              <p:par>
                                <p:cTn id="1596" presetID="42" presetClass="entr" presetSubtype="0" fill="hold" grpId="0" nodeType="withEffect">
                                  <p:stCondLst>
                                    <p:cond delay="240"/>
                                  </p:stCondLst>
                                  <p:childTnLst>
                                    <p:set>
                                      <p:cBhvr>
                                        <p:cTn id="1597" dur="1" fill="hold">
                                          <p:stCondLst>
                                            <p:cond delay="0"/>
                                          </p:stCondLst>
                                        </p:cTn>
                                        <p:tgtEl>
                                          <p:spTgt spid="232"/>
                                        </p:tgtEl>
                                        <p:attrNameLst>
                                          <p:attrName>style.visibility</p:attrName>
                                        </p:attrNameLst>
                                      </p:cBhvr>
                                      <p:to>
                                        <p:strVal val="visible"/>
                                      </p:to>
                                    </p:set>
                                    <p:animEffect transition="in" filter="fade">
                                      <p:cBhvr>
                                        <p:cTn id="1598" dur="650"/>
                                        <p:tgtEl>
                                          <p:spTgt spid="232"/>
                                        </p:tgtEl>
                                      </p:cBhvr>
                                    </p:animEffect>
                                    <p:anim calcmode="lin" valueType="num">
                                      <p:cBhvr>
                                        <p:cTn id="1599" dur="650" fill="hold"/>
                                        <p:tgtEl>
                                          <p:spTgt spid="232"/>
                                        </p:tgtEl>
                                        <p:attrNameLst>
                                          <p:attrName>ppt_x</p:attrName>
                                        </p:attrNameLst>
                                      </p:cBhvr>
                                      <p:tavLst>
                                        <p:tav tm="0">
                                          <p:val>
                                            <p:strVal val="#ppt_x"/>
                                          </p:val>
                                        </p:tav>
                                        <p:tav tm="100000">
                                          <p:val>
                                            <p:strVal val="#ppt_x"/>
                                          </p:val>
                                        </p:tav>
                                      </p:tavLst>
                                    </p:anim>
                                    <p:anim calcmode="lin" valueType="num">
                                      <p:cBhvr>
                                        <p:cTn id="1600" dur="650" fill="hold"/>
                                        <p:tgtEl>
                                          <p:spTgt spid="232"/>
                                        </p:tgtEl>
                                        <p:attrNameLst>
                                          <p:attrName>ppt_y</p:attrName>
                                        </p:attrNameLst>
                                      </p:cBhvr>
                                      <p:tavLst>
                                        <p:tav tm="0">
                                          <p:val>
                                            <p:strVal val="#ppt_y+.1"/>
                                          </p:val>
                                        </p:tav>
                                        <p:tav tm="100000">
                                          <p:val>
                                            <p:strVal val="#ppt_y"/>
                                          </p:val>
                                        </p:tav>
                                      </p:tavLst>
                                    </p:anim>
                                  </p:childTnLst>
                                </p:cTn>
                              </p:par>
                              <p:par>
                                <p:cTn id="1601" presetID="42" presetClass="entr" presetSubtype="0" fill="hold" grpId="0" nodeType="withEffect">
                                  <p:stCondLst>
                                    <p:cond delay="240"/>
                                  </p:stCondLst>
                                  <p:childTnLst>
                                    <p:set>
                                      <p:cBhvr>
                                        <p:cTn id="1602" dur="1" fill="hold">
                                          <p:stCondLst>
                                            <p:cond delay="0"/>
                                          </p:stCondLst>
                                        </p:cTn>
                                        <p:tgtEl>
                                          <p:spTgt spid="233"/>
                                        </p:tgtEl>
                                        <p:attrNameLst>
                                          <p:attrName>style.visibility</p:attrName>
                                        </p:attrNameLst>
                                      </p:cBhvr>
                                      <p:to>
                                        <p:strVal val="visible"/>
                                      </p:to>
                                    </p:set>
                                    <p:animEffect transition="in" filter="fade">
                                      <p:cBhvr>
                                        <p:cTn id="1603" dur="650"/>
                                        <p:tgtEl>
                                          <p:spTgt spid="233"/>
                                        </p:tgtEl>
                                      </p:cBhvr>
                                    </p:animEffect>
                                    <p:anim calcmode="lin" valueType="num">
                                      <p:cBhvr>
                                        <p:cTn id="1604" dur="650" fill="hold"/>
                                        <p:tgtEl>
                                          <p:spTgt spid="233"/>
                                        </p:tgtEl>
                                        <p:attrNameLst>
                                          <p:attrName>ppt_x</p:attrName>
                                        </p:attrNameLst>
                                      </p:cBhvr>
                                      <p:tavLst>
                                        <p:tav tm="0">
                                          <p:val>
                                            <p:strVal val="#ppt_x"/>
                                          </p:val>
                                        </p:tav>
                                        <p:tav tm="100000">
                                          <p:val>
                                            <p:strVal val="#ppt_x"/>
                                          </p:val>
                                        </p:tav>
                                      </p:tavLst>
                                    </p:anim>
                                    <p:anim calcmode="lin" valueType="num">
                                      <p:cBhvr>
                                        <p:cTn id="1605" dur="650" fill="hold"/>
                                        <p:tgtEl>
                                          <p:spTgt spid="233"/>
                                        </p:tgtEl>
                                        <p:attrNameLst>
                                          <p:attrName>ppt_y</p:attrName>
                                        </p:attrNameLst>
                                      </p:cBhvr>
                                      <p:tavLst>
                                        <p:tav tm="0">
                                          <p:val>
                                            <p:strVal val="#ppt_y+.1"/>
                                          </p:val>
                                        </p:tav>
                                        <p:tav tm="100000">
                                          <p:val>
                                            <p:strVal val="#ppt_y"/>
                                          </p:val>
                                        </p:tav>
                                      </p:tavLst>
                                    </p:anim>
                                  </p:childTnLst>
                                </p:cTn>
                              </p:par>
                              <p:par>
                                <p:cTn id="1606" presetID="42" presetClass="entr" presetSubtype="0" fill="hold" grpId="0" nodeType="withEffect">
                                  <p:stCondLst>
                                    <p:cond delay="240"/>
                                  </p:stCondLst>
                                  <p:childTnLst>
                                    <p:set>
                                      <p:cBhvr>
                                        <p:cTn id="1607" dur="1" fill="hold">
                                          <p:stCondLst>
                                            <p:cond delay="0"/>
                                          </p:stCondLst>
                                        </p:cTn>
                                        <p:tgtEl>
                                          <p:spTgt spid="234"/>
                                        </p:tgtEl>
                                        <p:attrNameLst>
                                          <p:attrName>style.visibility</p:attrName>
                                        </p:attrNameLst>
                                      </p:cBhvr>
                                      <p:to>
                                        <p:strVal val="visible"/>
                                      </p:to>
                                    </p:set>
                                    <p:animEffect transition="in" filter="fade">
                                      <p:cBhvr>
                                        <p:cTn id="1608" dur="650"/>
                                        <p:tgtEl>
                                          <p:spTgt spid="234"/>
                                        </p:tgtEl>
                                      </p:cBhvr>
                                    </p:animEffect>
                                    <p:anim calcmode="lin" valueType="num">
                                      <p:cBhvr>
                                        <p:cTn id="1609" dur="650" fill="hold"/>
                                        <p:tgtEl>
                                          <p:spTgt spid="234"/>
                                        </p:tgtEl>
                                        <p:attrNameLst>
                                          <p:attrName>ppt_x</p:attrName>
                                        </p:attrNameLst>
                                      </p:cBhvr>
                                      <p:tavLst>
                                        <p:tav tm="0">
                                          <p:val>
                                            <p:strVal val="#ppt_x"/>
                                          </p:val>
                                        </p:tav>
                                        <p:tav tm="100000">
                                          <p:val>
                                            <p:strVal val="#ppt_x"/>
                                          </p:val>
                                        </p:tav>
                                      </p:tavLst>
                                    </p:anim>
                                    <p:anim calcmode="lin" valueType="num">
                                      <p:cBhvr>
                                        <p:cTn id="1610" dur="650" fill="hold"/>
                                        <p:tgtEl>
                                          <p:spTgt spid="234"/>
                                        </p:tgtEl>
                                        <p:attrNameLst>
                                          <p:attrName>ppt_y</p:attrName>
                                        </p:attrNameLst>
                                      </p:cBhvr>
                                      <p:tavLst>
                                        <p:tav tm="0">
                                          <p:val>
                                            <p:strVal val="#ppt_y+.1"/>
                                          </p:val>
                                        </p:tav>
                                        <p:tav tm="100000">
                                          <p:val>
                                            <p:strVal val="#ppt_y"/>
                                          </p:val>
                                        </p:tav>
                                      </p:tavLst>
                                    </p:anim>
                                  </p:childTnLst>
                                </p:cTn>
                              </p:par>
                              <p:par>
                                <p:cTn id="1611" presetID="42" presetClass="entr" presetSubtype="0" fill="hold" grpId="0" nodeType="withEffect">
                                  <p:stCondLst>
                                    <p:cond delay="240"/>
                                  </p:stCondLst>
                                  <p:childTnLst>
                                    <p:set>
                                      <p:cBhvr>
                                        <p:cTn id="1612" dur="1" fill="hold">
                                          <p:stCondLst>
                                            <p:cond delay="0"/>
                                          </p:stCondLst>
                                        </p:cTn>
                                        <p:tgtEl>
                                          <p:spTgt spid="235"/>
                                        </p:tgtEl>
                                        <p:attrNameLst>
                                          <p:attrName>style.visibility</p:attrName>
                                        </p:attrNameLst>
                                      </p:cBhvr>
                                      <p:to>
                                        <p:strVal val="visible"/>
                                      </p:to>
                                    </p:set>
                                    <p:animEffect transition="in" filter="fade">
                                      <p:cBhvr>
                                        <p:cTn id="1613" dur="650"/>
                                        <p:tgtEl>
                                          <p:spTgt spid="235"/>
                                        </p:tgtEl>
                                      </p:cBhvr>
                                    </p:animEffect>
                                    <p:anim calcmode="lin" valueType="num">
                                      <p:cBhvr>
                                        <p:cTn id="1614" dur="650" fill="hold"/>
                                        <p:tgtEl>
                                          <p:spTgt spid="235"/>
                                        </p:tgtEl>
                                        <p:attrNameLst>
                                          <p:attrName>ppt_x</p:attrName>
                                        </p:attrNameLst>
                                      </p:cBhvr>
                                      <p:tavLst>
                                        <p:tav tm="0">
                                          <p:val>
                                            <p:strVal val="#ppt_x"/>
                                          </p:val>
                                        </p:tav>
                                        <p:tav tm="100000">
                                          <p:val>
                                            <p:strVal val="#ppt_x"/>
                                          </p:val>
                                        </p:tav>
                                      </p:tavLst>
                                    </p:anim>
                                    <p:anim calcmode="lin" valueType="num">
                                      <p:cBhvr>
                                        <p:cTn id="1615" dur="650" fill="hold"/>
                                        <p:tgtEl>
                                          <p:spTgt spid="235"/>
                                        </p:tgtEl>
                                        <p:attrNameLst>
                                          <p:attrName>ppt_y</p:attrName>
                                        </p:attrNameLst>
                                      </p:cBhvr>
                                      <p:tavLst>
                                        <p:tav tm="0">
                                          <p:val>
                                            <p:strVal val="#ppt_y+.1"/>
                                          </p:val>
                                        </p:tav>
                                        <p:tav tm="100000">
                                          <p:val>
                                            <p:strVal val="#ppt_y"/>
                                          </p:val>
                                        </p:tav>
                                      </p:tavLst>
                                    </p:anim>
                                  </p:childTnLst>
                                </p:cTn>
                              </p:par>
                              <p:par>
                                <p:cTn id="1616" presetID="42" presetClass="entr" presetSubtype="0" fill="hold" grpId="0" nodeType="withEffect">
                                  <p:stCondLst>
                                    <p:cond delay="240"/>
                                  </p:stCondLst>
                                  <p:childTnLst>
                                    <p:set>
                                      <p:cBhvr>
                                        <p:cTn id="1617" dur="1" fill="hold">
                                          <p:stCondLst>
                                            <p:cond delay="0"/>
                                          </p:stCondLst>
                                        </p:cTn>
                                        <p:tgtEl>
                                          <p:spTgt spid="236"/>
                                        </p:tgtEl>
                                        <p:attrNameLst>
                                          <p:attrName>style.visibility</p:attrName>
                                        </p:attrNameLst>
                                      </p:cBhvr>
                                      <p:to>
                                        <p:strVal val="visible"/>
                                      </p:to>
                                    </p:set>
                                    <p:animEffect transition="in" filter="fade">
                                      <p:cBhvr>
                                        <p:cTn id="1618" dur="650"/>
                                        <p:tgtEl>
                                          <p:spTgt spid="236"/>
                                        </p:tgtEl>
                                      </p:cBhvr>
                                    </p:animEffect>
                                    <p:anim calcmode="lin" valueType="num">
                                      <p:cBhvr>
                                        <p:cTn id="1619" dur="650" fill="hold"/>
                                        <p:tgtEl>
                                          <p:spTgt spid="236"/>
                                        </p:tgtEl>
                                        <p:attrNameLst>
                                          <p:attrName>ppt_x</p:attrName>
                                        </p:attrNameLst>
                                      </p:cBhvr>
                                      <p:tavLst>
                                        <p:tav tm="0">
                                          <p:val>
                                            <p:strVal val="#ppt_x"/>
                                          </p:val>
                                        </p:tav>
                                        <p:tav tm="100000">
                                          <p:val>
                                            <p:strVal val="#ppt_x"/>
                                          </p:val>
                                        </p:tav>
                                      </p:tavLst>
                                    </p:anim>
                                    <p:anim calcmode="lin" valueType="num">
                                      <p:cBhvr>
                                        <p:cTn id="1620" dur="650" fill="hold"/>
                                        <p:tgtEl>
                                          <p:spTgt spid="236"/>
                                        </p:tgtEl>
                                        <p:attrNameLst>
                                          <p:attrName>ppt_y</p:attrName>
                                        </p:attrNameLst>
                                      </p:cBhvr>
                                      <p:tavLst>
                                        <p:tav tm="0">
                                          <p:val>
                                            <p:strVal val="#ppt_y+.1"/>
                                          </p:val>
                                        </p:tav>
                                        <p:tav tm="100000">
                                          <p:val>
                                            <p:strVal val="#ppt_y"/>
                                          </p:val>
                                        </p:tav>
                                      </p:tavLst>
                                    </p:anim>
                                  </p:childTnLst>
                                </p:cTn>
                              </p:par>
                              <p:par>
                                <p:cTn id="1621" presetID="42" presetClass="entr" presetSubtype="0" fill="hold" grpId="0" nodeType="withEffect">
                                  <p:stCondLst>
                                    <p:cond delay="240"/>
                                  </p:stCondLst>
                                  <p:childTnLst>
                                    <p:set>
                                      <p:cBhvr>
                                        <p:cTn id="1622" dur="1" fill="hold">
                                          <p:stCondLst>
                                            <p:cond delay="0"/>
                                          </p:stCondLst>
                                        </p:cTn>
                                        <p:tgtEl>
                                          <p:spTgt spid="237"/>
                                        </p:tgtEl>
                                        <p:attrNameLst>
                                          <p:attrName>style.visibility</p:attrName>
                                        </p:attrNameLst>
                                      </p:cBhvr>
                                      <p:to>
                                        <p:strVal val="visible"/>
                                      </p:to>
                                    </p:set>
                                    <p:animEffect transition="in" filter="fade">
                                      <p:cBhvr>
                                        <p:cTn id="1623" dur="650"/>
                                        <p:tgtEl>
                                          <p:spTgt spid="237"/>
                                        </p:tgtEl>
                                      </p:cBhvr>
                                    </p:animEffect>
                                    <p:anim calcmode="lin" valueType="num">
                                      <p:cBhvr>
                                        <p:cTn id="1624" dur="650" fill="hold"/>
                                        <p:tgtEl>
                                          <p:spTgt spid="237"/>
                                        </p:tgtEl>
                                        <p:attrNameLst>
                                          <p:attrName>ppt_x</p:attrName>
                                        </p:attrNameLst>
                                      </p:cBhvr>
                                      <p:tavLst>
                                        <p:tav tm="0">
                                          <p:val>
                                            <p:strVal val="#ppt_x"/>
                                          </p:val>
                                        </p:tav>
                                        <p:tav tm="100000">
                                          <p:val>
                                            <p:strVal val="#ppt_x"/>
                                          </p:val>
                                        </p:tav>
                                      </p:tavLst>
                                    </p:anim>
                                    <p:anim calcmode="lin" valueType="num">
                                      <p:cBhvr>
                                        <p:cTn id="1625" dur="650" fill="hold"/>
                                        <p:tgtEl>
                                          <p:spTgt spid="237"/>
                                        </p:tgtEl>
                                        <p:attrNameLst>
                                          <p:attrName>ppt_y</p:attrName>
                                        </p:attrNameLst>
                                      </p:cBhvr>
                                      <p:tavLst>
                                        <p:tav tm="0">
                                          <p:val>
                                            <p:strVal val="#ppt_y+.1"/>
                                          </p:val>
                                        </p:tav>
                                        <p:tav tm="100000">
                                          <p:val>
                                            <p:strVal val="#ppt_y"/>
                                          </p:val>
                                        </p:tav>
                                      </p:tavLst>
                                    </p:anim>
                                  </p:childTnLst>
                                </p:cTn>
                              </p:par>
                              <p:par>
                                <p:cTn id="1626" presetID="42" presetClass="entr" presetSubtype="0" fill="hold" grpId="0" nodeType="withEffect">
                                  <p:stCondLst>
                                    <p:cond delay="240"/>
                                  </p:stCondLst>
                                  <p:childTnLst>
                                    <p:set>
                                      <p:cBhvr>
                                        <p:cTn id="1627" dur="1" fill="hold">
                                          <p:stCondLst>
                                            <p:cond delay="0"/>
                                          </p:stCondLst>
                                        </p:cTn>
                                        <p:tgtEl>
                                          <p:spTgt spid="238"/>
                                        </p:tgtEl>
                                        <p:attrNameLst>
                                          <p:attrName>style.visibility</p:attrName>
                                        </p:attrNameLst>
                                      </p:cBhvr>
                                      <p:to>
                                        <p:strVal val="visible"/>
                                      </p:to>
                                    </p:set>
                                    <p:animEffect transition="in" filter="fade">
                                      <p:cBhvr>
                                        <p:cTn id="1628" dur="650"/>
                                        <p:tgtEl>
                                          <p:spTgt spid="238"/>
                                        </p:tgtEl>
                                      </p:cBhvr>
                                    </p:animEffect>
                                    <p:anim calcmode="lin" valueType="num">
                                      <p:cBhvr>
                                        <p:cTn id="1629" dur="650" fill="hold"/>
                                        <p:tgtEl>
                                          <p:spTgt spid="238"/>
                                        </p:tgtEl>
                                        <p:attrNameLst>
                                          <p:attrName>ppt_x</p:attrName>
                                        </p:attrNameLst>
                                      </p:cBhvr>
                                      <p:tavLst>
                                        <p:tav tm="0">
                                          <p:val>
                                            <p:strVal val="#ppt_x"/>
                                          </p:val>
                                        </p:tav>
                                        <p:tav tm="100000">
                                          <p:val>
                                            <p:strVal val="#ppt_x"/>
                                          </p:val>
                                        </p:tav>
                                      </p:tavLst>
                                    </p:anim>
                                    <p:anim calcmode="lin" valueType="num">
                                      <p:cBhvr>
                                        <p:cTn id="1630" dur="650" fill="hold"/>
                                        <p:tgtEl>
                                          <p:spTgt spid="238"/>
                                        </p:tgtEl>
                                        <p:attrNameLst>
                                          <p:attrName>ppt_y</p:attrName>
                                        </p:attrNameLst>
                                      </p:cBhvr>
                                      <p:tavLst>
                                        <p:tav tm="0">
                                          <p:val>
                                            <p:strVal val="#ppt_y+.1"/>
                                          </p:val>
                                        </p:tav>
                                        <p:tav tm="100000">
                                          <p:val>
                                            <p:strVal val="#ppt_y"/>
                                          </p:val>
                                        </p:tav>
                                      </p:tavLst>
                                    </p:anim>
                                  </p:childTnLst>
                                </p:cTn>
                              </p:par>
                              <p:par>
                                <p:cTn id="1631" presetID="42" presetClass="entr" presetSubtype="0" fill="hold" grpId="0" nodeType="withEffect">
                                  <p:stCondLst>
                                    <p:cond delay="360"/>
                                  </p:stCondLst>
                                  <p:childTnLst>
                                    <p:set>
                                      <p:cBhvr>
                                        <p:cTn id="1632" dur="1" fill="hold">
                                          <p:stCondLst>
                                            <p:cond delay="0"/>
                                          </p:stCondLst>
                                        </p:cTn>
                                        <p:tgtEl>
                                          <p:spTgt spid="239"/>
                                        </p:tgtEl>
                                        <p:attrNameLst>
                                          <p:attrName>style.visibility</p:attrName>
                                        </p:attrNameLst>
                                      </p:cBhvr>
                                      <p:to>
                                        <p:strVal val="visible"/>
                                      </p:to>
                                    </p:set>
                                    <p:animEffect transition="in" filter="fade">
                                      <p:cBhvr>
                                        <p:cTn id="1633" dur="650"/>
                                        <p:tgtEl>
                                          <p:spTgt spid="239"/>
                                        </p:tgtEl>
                                      </p:cBhvr>
                                    </p:animEffect>
                                    <p:anim calcmode="lin" valueType="num">
                                      <p:cBhvr>
                                        <p:cTn id="1634" dur="650" fill="hold"/>
                                        <p:tgtEl>
                                          <p:spTgt spid="239"/>
                                        </p:tgtEl>
                                        <p:attrNameLst>
                                          <p:attrName>ppt_x</p:attrName>
                                        </p:attrNameLst>
                                      </p:cBhvr>
                                      <p:tavLst>
                                        <p:tav tm="0">
                                          <p:val>
                                            <p:strVal val="#ppt_x"/>
                                          </p:val>
                                        </p:tav>
                                        <p:tav tm="100000">
                                          <p:val>
                                            <p:strVal val="#ppt_x"/>
                                          </p:val>
                                        </p:tav>
                                      </p:tavLst>
                                    </p:anim>
                                    <p:anim calcmode="lin" valueType="num">
                                      <p:cBhvr>
                                        <p:cTn id="1635" dur="650" fill="hold"/>
                                        <p:tgtEl>
                                          <p:spTgt spid="2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p:bldP spid="22" grpId="0"/>
      <p:bldP spid="23" grpId="0" animBg="1"/>
      <p:bldP spid="24" grpId="0"/>
      <p:bldP spid="25" grpId="0"/>
      <p:bldP spid="26" grpId="0" animBg="1"/>
      <p:bldP spid="27" grpId="0"/>
      <p:bldP spid="28" grpId="0"/>
      <p:bldP spid="29" grpId="0" animBg="1"/>
      <p:bldP spid="30" grpId="0"/>
      <p:bldP spid="31" grpId="0"/>
      <p:bldP spid="32" grpId="0" animBg="1"/>
      <p:bldP spid="33" grpId="0"/>
      <p:bldP spid="34" grpId="0"/>
      <p:bldP spid="35" grpId="0" animBg="1"/>
      <p:bldP spid="36" grpId="0" animBg="1"/>
      <p:bldP spid="37" grpId="0" animBg="1"/>
      <p:bldP spid="38" grpId="0"/>
      <p:bldP spid="39" grpId="0"/>
      <p:bldP spid="40" grpId="0" animBg="1"/>
      <p:bldP spid="41" grpId="0"/>
      <p:bldP spid="42" grpId="0"/>
      <p:bldP spid="43" grpId="0"/>
      <p:bldP spid="44" grpId="0" animBg="1"/>
      <p:bldP spid="45" grpId="0"/>
      <p:bldP spid="46" grpId="0"/>
      <p:bldP spid="47" grpId="0" animBg="1"/>
      <p:bldP spid="48" grpId="0" animBg="1"/>
      <p:bldP spid="49" grpId="0" animBg="1"/>
      <p:bldP spid="50" grpId="0"/>
      <p:bldP spid="51" grpId="0"/>
      <p:bldP spid="52" grpId="0" animBg="1"/>
      <p:bldP spid="53" grpId="0"/>
      <p:bldP spid="54" grpId="0"/>
      <p:bldP spid="55" grpId="0" animBg="1"/>
      <p:bldP spid="56" grpId="0"/>
      <p:bldP spid="57" grpId="0"/>
      <p:bldP spid="58" grpId="0" animBg="1"/>
      <p:bldP spid="59" grpId="0"/>
      <p:bldP spid="60" grpId="0"/>
      <p:bldP spid="61" grpId="0" animBg="1"/>
      <p:bldP spid="62" grpId="0"/>
      <p:bldP spid="63" grpId="0"/>
      <p:bldP spid="64" grpId="0" animBg="1"/>
      <p:bldP spid="65" grpId="0"/>
      <p:bldP spid="66" grpId="0"/>
      <p:bldP spid="67" grpId="0" animBg="1"/>
      <p:bldP spid="68" grpId="0"/>
      <p:bldP spid="69" grpId="0"/>
      <p:bldP spid="70" grpId="0" animBg="1"/>
      <p:bldP spid="71" grpId="0"/>
      <p:bldP spid="72" grpId="0"/>
      <p:bldP spid="73" grpId="0" animBg="1"/>
      <p:bldP spid="74" grpId="0"/>
      <p:bldP spid="75" grpId="0"/>
      <p:bldP spid="76" grpId="0"/>
      <p:bldP spid="77" grpId="0"/>
      <p:bldP spid="78" grpId="0" animBg="1"/>
      <p:bldP spid="78" grpId="1" animBg="1"/>
      <p:bldP spid="79" grpId="0" animBg="1"/>
      <p:bldP spid="79" grpId="1" animBg="1"/>
      <p:bldP spid="80" grpId="0" animBg="1"/>
      <p:bldP spid="80" grpId="1" animBg="1"/>
      <p:bldP spid="81" grpId="0"/>
      <p:bldP spid="81" grpId="1"/>
      <p:bldP spid="82" grpId="0"/>
      <p:bldP spid="82" grpId="1"/>
      <p:bldP spid="83" grpId="0" animBg="1"/>
      <p:bldP spid="83" grpId="1" animBg="1"/>
      <p:bldP spid="84" grpId="0"/>
      <p:bldP spid="84" grpId="1"/>
      <p:bldP spid="85" grpId="0"/>
      <p:bldP spid="85" grpId="1"/>
      <p:bldP spid="86" grpId="0" animBg="1"/>
      <p:bldP spid="86" grpId="1" animBg="1"/>
      <p:bldP spid="87" grpId="0"/>
      <p:bldP spid="87" grpId="1"/>
      <p:bldP spid="88" grpId="0"/>
      <p:bldP spid="88" grpId="1"/>
      <p:bldP spid="89" grpId="0" animBg="1"/>
      <p:bldP spid="89" grpId="1" animBg="1"/>
      <p:bldP spid="90" grpId="0"/>
      <p:bldP spid="90" grpId="1"/>
      <p:bldP spid="91" grpId="0"/>
      <p:bldP spid="91" grpId="1"/>
      <p:bldP spid="92" grpId="0" animBg="1"/>
      <p:bldP spid="92" grpId="1" animBg="1"/>
      <p:bldP spid="93" grpId="0"/>
      <p:bldP spid="93" grpId="1"/>
      <p:bldP spid="94" grpId="0"/>
      <p:bldP spid="94" grpId="1"/>
      <p:bldP spid="95" grpId="0" animBg="1"/>
      <p:bldP spid="95" grpId="1" animBg="1"/>
      <p:bldP spid="96" grpId="0" animBg="1"/>
      <p:bldP spid="96" grpId="1" animBg="1"/>
      <p:bldP spid="97" grpId="0" animBg="1"/>
      <p:bldP spid="97" grpId="1" animBg="1"/>
      <p:bldP spid="98" grpId="0"/>
      <p:bldP spid="98" grpId="1"/>
      <p:bldP spid="99" grpId="0"/>
      <p:bldP spid="99" grpId="1"/>
      <p:bldP spid="100" grpId="0" animBg="1"/>
      <p:bldP spid="100" grpId="1" animBg="1"/>
      <p:bldP spid="101" grpId="0"/>
      <p:bldP spid="101" grpId="1"/>
      <p:bldP spid="102" grpId="0"/>
      <p:bldP spid="102" grpId="1"/>
      <p:bldP spid="103" grpId="0"/>
      <p:bldP spid="103" grpId="1"/>
      <p:bldP spid="104" grpId="0" animBg="1"/>
      <p:bldP spid="104" grpId="1" animBg="1"/>
      <p:bldP spid="105" grpId="0"/>
      <p:bldP spid="105" grpId="1"/>
      <p:bldP spid="106" grpId="0"/>
      <p:bldP spid="106" grpId="1"/>
      <p:bldP spid="107" grpId="0" animBg="1"/>
      <p:bldP spid="107" grpId="1" animBg="1"/>
      <p:bldP spid="108" grpId="0" animBg="1"/>
      <p:bldP spid="108" grpId="1" animBg="1"/>
      <p:bldP spid="109" grpId="0" animBg="1"/>
      <p:bldP spid="109" grpId="1" animBg="1"/>
      <p:bldP spid="110" grpId="0"/>
      <p:bldP spid="110" grpId="1"/>
      <p:bldP spid="111" grpId="0"/>
      <p:bldP spid="111" grpId="1"/>
      <p:bldP spid="112" grpId="0" animBg="1"/>
      <p:bldP spid="112" grpId="1" animBg="1"/>
      <p:bldP spid="113" grpId="0"/>
      <p:bldP spid="113" grpId="1"/>
      <p:bldP spid="114" grpId="0"/>
      <p:bldP spid="114" grpId="1"/>
      <p:bldP spid="115" grpId="0" animBg="1"/>
      <p:bldP spid="115" grpId="1" animBg="1"/>
      <p:bldP spid="116" grpId="0"/>
      <p:bldP spid="116" grpId="1"/>
      <p:bldP spid="117" grpId="0"/>
      <p:bldP spid="117" grpId="1"/>
      <p:bldP spid="118" grpId="0" animBg="1"/>
      <p:bldP spid="118" grpId="1" animBg="1"/>
      <p:bldP spid="119" grpId="0"/>
      <p:bldP spid="119" grpId="1"/>
      <p:bldP spid="120" grpId="0"/>
      <p:bldP spid="120" grpId="1"/>
      <p:bldP spid="121" grpId="0" animBg="1"/>
      <p:bldP spid="121" grpId="1" animBg="1"/>
      <p:bldP spid="122" grpId="0"/>
      <p:bldP spid="122" grpId="1"/>
      <p:bldP spid="123" grpId="0"/>
      <p:bldP spid="123" grpId="1"/>
      <p:bldP spid="124" grpId="0" animBg="1"/>
      <p:bldP spid="124" grpId="1" animBg="1"/>
      <p:bldP spid="125" grpId="0"/>
      <p:bldP spid="125" grpId="1"/>
      <p:bldP spid="126" grpId="0"/>
      <p:bldP spid="126" grpId="1"/>
      <p:bldP spid="127" grpId="0" animBg="1"/>
      <p:bldP spid="127" grpId="1" animBg="1"/>
      <p:bldP spid="128" grpId="0"/>
      <p:bldP spid="128" grpId="1"/>
      <p:bldP spid="129" grpId="0"/>
      <p:bldP spid="129" grpId="1"/>
      <p:bldP spid="130" grpId="0" animBg="1"/>
      <p:bldP spid="130" grpId="1" animBg="1"/>
      <p:bldP spid="131" grpId="0"/>
      <p:bldP spid="131" grpId="1"/>
      <p:bldP spid="132" grpId="0"/>
      <p:bldP spid="132" grpId="1"/>
      <p:bldP spid="133" grpId="0" animBg="1"/>
      <p:bldP spid="133" grpId="1" animBg="1"/>
      <p:bldP spid="134" grpId="0"/>
      <p:bldP spid="134" grpId="1"/>
      <p:bldP spid="135" grpId="0"/>
      <p:bldP spid="135" grpId="1"/>
      <p:bldP spid="136" grpId="0"/>
      <p:bldP spid="136" grpId="1"/>
      <p:bldP spid="137" grpId="0" animBg="1"/>
      <p:bldP spid="138" grpId="0" animBg="1"/>
      <p:bldP spid="139" grpId="0" animBg="1"/>
      <p:bldP spid="140" grpId="0"/>
      <p:bldP spid="141" grpId="0"/>
      <p:bldP spid="142" grpId="0" animBg="1"/>
      <p:bldP spid="143" grpId="0"/>
      <p:bldP spid="144" grpId="0"/>
      <p:bldP spid="145" grpId="0" animBg="1"/>
      <p:bldP spid="146" grpId="0"/>
      <p:bldP spid="147" grpId="0"/>
      <p:bldP spid="148" grpId="0" animBg="1"/>
      <p:bldP spid="149" grpId="0"/>
      <p:bldP spid="150" grpId="0"/>
      <p:bldP spid="151" grpId="0" animBg="1"/>
      <p:bldP spid="152" grpId="0"/>
      <p:bldP spid="153" grpId="0"/>
      <p:bldP spid="154" grpId="0" animBg="1"/>
      <p:bldP spid="155" grpId="0"/>
      <p:bldP spid="156" grpId="0"/>
      <p:bldP spid="157" grpId="0" animBg="1"/>
      <p:bldP spid="158" grpId="0"/>
      <p:bldP spid="159" grpId="0"/>
      <p:bldP spid="160" grpId="0" animBg="1"/>
      <p:bldP spid="161" grpId="0"/>
      <p:bldP spid="162" grpId="0"/>
      <p:bldP spid="163" grpId="0" animBg="1"/>
      <p:bldP spid="164" grpId="0"/>
      <p:bldP spid="165" grpId="0"/>
      <p:bldP spid="166" grpId="0" animBg="1"/>
      <p:bldP spid="167" grpId="0"/>
      <p:bldP spid="168" grpId="0"/>
      <p:bldP spid="169" grpId="0" animBg="1"/>
      <p:bldP spid="170" grpId="0"/>
      <p:bldP spid="171" grpId="0"/>
      <p:bldP spid="172" grpId="0" animBg="1"/>
      <p:bldP spid="172" grpId="1" animBg="1"/>
      <p:bldP spid="173" grpId="0"/>
      <p:bldP spid="173" grpId="1"/>
      <p:bldP spid="174" grpId="0"/>
      <p:bldP spid="174" grpId="1"/>
      <p:bldP spid="175" grpId="0" animBg="1"/>
      <p:bldP spid="175" grpId="1" animBg="1"/>
      <p:bldP spid="176" grpId="0"/>
      <p:bldP spid="176" grpId="1"/>
      <p:bldP spid="177" grpId="0"/>
      <p:bldP spid="177" grpId="1"/>
      <p:bldP spid="178" grpId="0" animBg="1"/>
      <p:bldP spid="178" grpId="1" animBg="1"/>
      <p:bldP spid="179" grpId="0"/>
      <p:bldP spid="179" grpId="1"/>
      <p:bldP spid="180" grpId="0"/>
      <p:bldP spid="180" grpId="1"/>
      <p:bldP spid="181" grpId="0" animBg="1"/>
      <p:bldP spid="181" grpId="1" animBg="1"/>
      <p:bldP spid="182" grpId="0"/>
      <p:bldP spid="182" grpId="1"/>
      <p:bldP spid="183" grpId="0"/>
      <p:bldP spid="183" grpId="1"/>
      <p:bldP spid="184" grpId="0" animBg="1"/>
      <p:bldP spid="184" grpId="1" animBg="1"/>
      <p:bldP spid="185" grpId="0"/>
      <p:bldP spid="185" grpId="1"/>
      <p:bldP spid="186" grpId="0"/>
      <p:bldP spid="186" grpId="1"/>
      <p:bldP spid="187" grpId="0" animBg="1"/>
      <p:bldP spid="187" grpId="1" animBg="1"/>
      <p:bldP spid="188" grpId="0"/>
      <p:bldP spid="188" grpId="1"/>
      <p:bldP spid="189" grpId="0"/>
      <p:bldP spid="189" grpId="1"/>
      <p:bldP spid="190" grpId="0" animBg="1"/>
      <p:bldP spid="190" grpId="1" animBg="1"/>
      <p:bldP spid="191" grpId="0"/>
      <p:bldP spid="191" grpId="1"/>
      <p:bldP spid="192" grpId="0"/>
      <p:bldP spid="192" grpId="1"/>
      <p:bldP spid="193" grpId="0" animBg="1"/>
      <p:bldP spid="193" grpId="1" animBg="1"/>
      <p:bldP spid="194" grpId="0"/>
      <p:bldP spid="194" grpId="1"/>
      <p:bldP spid="195" grpId="0"/>
      <p:bldP spid="195" grpId="1"/>
      <p:bldP spid="196" grpId="0" animBg="1"/>
      <p:bldP spid="196" grpId="1" animBg="1"/>
      <p:bldP spid="197" grpId="0"/>
      <p:bldP spid="197" grpId="1"/>
      <p:bldP spid="198" grpId="0"/>
      <p:bldP spid="198" grpId="1"/>
      <p:bldP spid="199" grpId="0" animBg="1"/>
      <p:bldP spid="199" grpId="1" animBg="1"/>
      <p:bldP spid="200" grpId="0"/>
      <p:bldP spid="200" grpId="1"/>
      <p:bldP spid="201" grpId="0"/>
      <p:bldP spid="201" grpId="1"/>
      <p:bldP spid="202" grpId="0" animBg="1"/>
      <p:bldP spid="202" grpId="1" animBg="1"/>
      <p:bldP spid="203" grpId="0"/>
      <p:bldP spid="203" grpId="1"/>
      <p:bldP spid="204" grpId="0"/>
      <p:bldP spid="204" grpId="1"/>
      <p:bldP spid="205" grpId="0" animBg="1"/>
      <p:bldP spid="206" grpId="0"/>
      <p:bldP spid="207" grpId="0"/>
      <p:bldP spid="208" grpId="0"/>
      <p:bldP spid="209" grpId="0"/>
      <p:bldP spid="210" grpId="0" animBg="1"/>
      <p:bldP spid="211" grpId="0" animBg="1"/>
      <p:bldP spid="212" grpId="0" animBg="1"/>
      <p:bldP spid="213" grpId="0"/>
      <p:bldP spid="214" grpId="0"/>
      <p:bldP spid="215" grpId="0"/>
      <p:bldP spid="216" grpId="0" animBg="1"/>
      <p:bldP spid="217" grpId="0"/>
      <p:bldP spid="218" grpId="0" animBg="1"/>
      <p:bldP spid="219" grpId="0"/>
      <p:bldP spid="220" grpId="0" animBg="1"/>
      <p:bldP spid="221" grpId="0"/>
      <p:bldP spid="222" grpId="0"/>
      <p:bldP spid="223" grpId="0"/>
      <p:bldP spid="224" grpId="0" animBg="1"/>
      <p:bldP spid="225" grpId="0"/>
      <p:bldP spid="226" grpId="0"/>
      <p:bldP spid="227" grpId="0"/>
      <p:bldP spid="228" grpId="0" animBg="1"/>
      <p:bldP spid="229" grpId="0"/>
      <p:bldP spid="230" grpId="0"/>
      <p:bldP spid="231" grpId="0"/>
      <p:bldP spid="232" grpId="0" animBg="1"/>
      <p:bldP spid="233" grpId="0"/>
      <p:bldP spid="234" grpId="0"/>
      <p:bldP spid="235" grpId="0"/>
      <p:bldP spid="236" grpId="0" animBg="1"/>
      <p:bldP spid="237" grpId="0"/>
      <p:bldP spid="238" grpId="0"/>
      <p:bldP spid="239" grpId="0"/>
      <p:bldP spid="240" grpId="0" animBg="1"/>
      <p:bldP spid="240" grpId="1" animBg="1"/>
      <p:bldP spid="241" grpId="0" animBg="1"/>
      <p:bldP spid="241" grpId="1" animBg="1"/>
      <p:bldP spid="242" grpId="0" animBg="1"/>
      <p:bldP spid="242" grpId="1" animBg="1"/>
      <p:bldP spid="243" grpId="0"/>
      <p:bldP spid="243" grpId="1"/>
      <p:bldP spid="244" grpId="0"/>
      <p:bldP spid="244" grpId="1"/>
      <p:bldP spid="245" grpId="0" animBg="1"/>
      <p:bldP spid="245" grpId="1" animBg="1"/>
      <p:bldP spid="246" grpId="0"/>
      <p:bldP spid="246" grpId="1"/>
      <p:bldP spid="247" grpId="0"/>
      <p:bldP spid="247" grpId="1"/>
      <p:bldP spid="248" grpId="0" animBg="1"/>
      <p:bldP spid="248" grpId="1" animBg="1"/>
      <p:bldP spid="249" grpId="0"/>
      <p:bldP spid="249" grpId="1"/>
      <p:bldP spid="250" grpId="0"/>
      <p:bldP spid="250" grpId="1"/>
      <p:bldP spid="251" grpId="0" animBg="1"/>
      <p:bldP spid="251" grpId="1" animBg="1"/>
      <p:bldP spid="252" grpId="0"/>
      <p:bldP spid="252" grpId="1"/>
      <p:bldP spid="253" grpId="0"/>
      <p:bldP spid="253" grpId="1"/>
      <p:bldP spid="254" grpId="0" animBg="1"/>
      <p:bldP spid="254" grpId="1" animBg="1"/>
      <p:bldP spid="255" grpId="0"/>
      <p:bldP spid="255" grpId="1"/>
      <p:bldP spid="256" grpId="0"/>
      <p:bldP spid="256" grpId="1"/>
      <p:bldP spid="257" grpId="0" animBg="1"/>
      <p:bldP spid="257" grpId="1" animBg="1"/>
      <p:bldP spid="258" grpId="0"/>
      <p:bldP spid="258" grpId="1"/>
      <p:bldP spid="259" grpId="0"/>
      <p:bldP spid="259" grpId="1"/>
      <p:bldP spid="260" grpId="0" animBg="1"/>
      <p:bldP spid="260" grpId="1" animBg="1"/>
      <p:bldP spid="261" grpId="0"/>
      <p:bldP spid="261" grpId="1"/>
      <p:bldP spid="262" grpId="0"/>
      <p:bldP spid="262" grpId="1"/>
      <p:bldP spid="263" grpId="0" animBg="1"/>
      <p:bldP spid="263" grpId="1" animBg="1"/>
      <p:bldP spid="264" grpId="0"/>
      <p:bldP spid="264" grpId="1"/>
      <p:bldP spid="265" grpId="0"/>
      <p:bldP spid="265" grpId="1"/>
      <p:bldP spid="266" grpId="0" animBg="1"/>
      <p:bldP spid="266" grpId="1" animBg="1"/>
      <p:bldP spid="267" grpId="0"/>
      <p:bldP spid="267" grpId="1"/>
      <p:bldP spid="268" grpId="0"/>
      <p:bldP spid="268" grpId="1"/>
      <p:bldP spid="269" grpId="0"/>
      <p:bldP spid="269" grpId="1"/>
      <p:bldP spid="270" grpId="0" animBg="1"/>
      <p:bldP spid="271" grpId="0" animBg="1"/>
      <p:bldP spid="272" grpId="0" animBg="1"/>
      <p:bldP spid="272" grpId="1" animBg="1"/>
      <p:bldP spid="273" grpId="0"/>
      <p:bldP spid="273" grpId="1"/>
      <p:bldP spid="274" grpId="0"/>
      <p:bldP spid="274" grpId="1"/>
      <p:bldP spid="275" grpId="0" animBg="1"/>
      <p:bldP spid="275" grpId="1" animBg="1"/>
      <p:bldP spid="276" grpId="0"/>
      <p:bldP spid="276" grpId="1"/>
      <p:bldP spid="277" grpId="0"/>
      <p:bldP spid="277" grpId="1"/>
      <p:bldP spid="278" grpId="0" animBg="1"/>
      <p:bldP spid="278" grpId="1" animBg="1"/>
      <p:bldP spid="279" grpId="0"/>
      <p:bldP spid="279" grpId="1"/>
      <p:bldP spid="280" grpId="0"/>
      <p:bldP spid="280" grpId="1"/>
      <p:bldP spid="281" grpId="0" animBg="1"/>
      <p:bldP spid="281" grpId="1" animBg="1"/>
      <p:bldP spid="282" grpId="0"/>
      <p:bldP spid="282" grpId="1"/>
      <p:bldP spid="283" grpId="0"/>
      <p:bldP spid="283" grpId="1"/>
      <p:bldP spid="284" grpId="0" animBg="1"/>
      <p:bldP spid="284" grpId="1" animBg="1"/>
      <p:bldP spid="285" grpId="0"/>
      <p:bldP spid="285" grpId="1"/>
      <p:bldP spid="286" grpId="0"/>
      <p:bldP spid="286" grpId="1"/>
      <p:bldP spid="287" grpId="0" animBg="1"/>
      <p:bldP spid="288" grpId="0" animBg="1"/>
      <p:bldP spid="289" grpId="0" animBg="1"/>
      <p:bldP spid="289" grpId="1" animBg="1"/>
      <p:bldP spid="290" grpId="0"/>
      <p:bldP spid="290" grpId="1"/>
      <p:bldP spid="291" grpId="0"/>
      <p:bldP spid="291" grpId="1"/>
      <p:bldP spid="292" grpId="0" animBg="1"/>
      <p:bldP spid="292" grpId="1" animBg="1"/>
      <p:bldP spid="293" grpId="0"/>
      <p:bldP spid="293" grpId="1"/>
      <p:bldP spid="294" grpId="0"/>
      <p:bldP spid="294" grpId="1"/>
      <p:bldP spid="295" grpId="0"/>
      <p:bldP spid="295" grpId="1"/>
      <p:bldP spid="296" grpId="0" animBg="1"/>
      <p:bldP spid="296" grpId="1" animBg="1"/>
      <p:bldP spid="297" grpId="0"/>
      <p:bldP spid="297" grpId="1"/>
      <p:bldP spid="298" grpId="0"/>
      <p:bldP spid="298" grpId="1"/>
      <p:bldP spid="299" grpId="0" animBg="1"/>
      <p:bldP spid="299" grpId="1" animBg="1"/>
      <p:bldP spid="300" grpId="0" animBg="1"/>
      <p:bldP spid="300" grpId="1" animBg="1"/>
      <p:bldP spid="301" grpId="0" animBg="1"/>
      <p:bldP spid="301" grpId="1" animBg="1"/>
      <p:bldP spid="302" grpId="0"/>
      <p:bldP spid="302" grpId="1"/>
      <p:bldP spid="303" grpId="0"/>
      <p:bldP spid="303" grpId="1"/>
      <p:bldP spid="304" grpId="0" animBg="1"/>
      <p:bldP spid="304" grpId="1" animBg="1"/>
      <p:bldP spid="305" grpId="0" animBg="1"/>
      <p:bldP spid="305" grpId="1" animBg="1"/>
      <p:bldP spid="306" grpId="0" animBg="1"/>
      <p:bldP spid="306" grpId="1" animBg="1"/>
      <p:bldP spid="307" grpId="0"/>
      <p:bldP spid="307" grpId="1"/>
      <p:bldP spid="308" grpId="0"/>
      <p:bldP spid="308" grpId="1"/>
      <p:bldP spid="309" grpId="0" animBg="1"/>
      <p:bldP spid="309" grpId="1" animBg="1"/>
      <p:bldP spid="310" grpId="0" animBg="1"/>
      <p:bldP spid="310" grpId="1" animBg="1"/>
      <p:bldP spid="311" grpId="0" animBg="1"/>
      <p:bldP spid="311" grpId="1" animBg="1"/>
      <p:bldP spid="312" grpId="0"/>
      <p:bldP spid="312" grpId="1"/>
      <p:bldP spid="313" grpId="0"/>
      <p:bldP spid="313" grpId="1"/>
      <p:bldP spid="314" grpId="0"/>
      <p:bldP spid="314" grpId="1"/>
      <p:bldP spid="315" grpId="0" animBg="1"/>
      <p:bldP spid="315" grpId="1" animBg="1"/>
      <p:bldP spid="316" grpId="0"/>
      <p:bldP spid="316" grpId="1"/>
      <p:bldP spid="317" grpId="0" animBg="1"/>
      <p:bldP spid="317" grpId="1" animBg="1"/>
      <p:bldP spid="318" grpId="0"/>
      <p:bldP spid="318" grpId="1"/>
      <p:bldP spid="319" grpId="0" animBg="1"/>
      <p:bldP spid="319" grpId="1" animBg="1"/>
      <p:bldP spid="320" grpId="0"/>
      <p:bldP spid="320" grpId="1"/>
      <p:bldP spid="321" grpId="0"/>
      <p:bldP spid="321" grpId="1"/>
      <p:bldP spid="322" grpId="0" animBg="1"/>
      <p:bldP spid="323" grpId="0" animBg="1"/>
      <p:bldP spid="324" grpId="0" animBg="1"/>
      <p:bldP spid="324" grpId="1" animBg="1"/>
      <p:bldP spid="325" grpId="0"/>
      <p:bldP spid="325" grpId="1"/>
      <p:bldP spid="326" grpId="0"/>
      <p:bldP spid="326" grpId="1"/>
      <p:bldP spid="327" grpId="0" animBg="1"/>
      <p:bldP spid="328" grpId="0" animBg="1"/>
      <p:bldP spid="329" grpId="0" animBg="1"/>
      <p:bldP spid="329" grpId="1" animBg="1"/>
      <p:bldP spid="330" grpId="0"/>
      <p:bldP spid="330" grpId="1"/>
      <p:bldP spid="331" grpId="0"/>
      <p:bldP spid="331" grpId="1"/>
      <p:bldP spid="332" grpId="0" animBg="1"/>
      <p:bldP spid="333" grpId="0" animBg="1"/>
      <p:bldP spid="334" grpId="0" animBg="1"/>
      <p:bldP spid="334" grpId="1" animBg="1"/>
      <p:bldP spid="335" grpId="0"/>
      <p:bldP spid="335" grpId="1"/>
      <p:bldP spid="336" grpId="0"/>
      <p:bldP spid="336" grpId="1"/>
      <p:bldP spid="337" grpId="0"/>
      <p:bldP spid="337" grpId="1"/>
      <p:bldP spid="338" grpId="0" animBg="1"/>
      <p:bldP spid="338" grpId="1" animBg="1"/>
      <p:bldP spid="339" grpId="0"/>
      <p:bldP spid="339" grpId="1"/>
      <p:bldP spid="340" grpId="0" animBg="1"/>
      <p:bldP spid="340" grpId="1" animBg="1"/>
      <p:bldP spid="341" grpId="0"/>
      <p:bldP spid="341" grpId="1"/>
      <p:bldP spid="342" grpId="0" animBg="1"/>
      <p:bldP spid="342" grpId="1" animBg="1"/>
      <p:bldP spid="343" grpId="0"/>
      <p:bldP spid="343" grpId="1"/>
      <p:bldP spid="344" grpId="0"/>
      <p:bldP spid="344" grpId="1"/>
      <p:bldP spid="355" grpId="0" animBg="1"/>
      <p:bldP spid="356" grpId="0" animBg="1"/>
      <p:bldP spid="357" grpId="0" animBg="1"/>
      <p:bldP spid="358" grpId="0" animBg="1"/>
      <p:bldP spid="359" grpId="0" animBg="1"/>
      <p:bldP spid="360" grpId="0" animBg="1"/>
      <p:bldP spid="361" grpId="0" animBg="1"/>
      <p:bldP spid="362" grpId="0" animBg="1"/>
      <p:bldP spid="363" grpId="0" animBg="1"/>
      <p:bldP spid="364" grpId="0" animBg="1"/>
      <p:bldP spid="365" grpId="0" animBg="1"/>
      <p:bldP spid="366" grpId="0" animBg="1"/>
      <p:bldP spid="367" grpId="0" animBg="1"/>
      <p:bldP spid="368" grpId="0" animBg="1"/>
      <p:bldP spid="369" grpId="0" animBg="1"/>
      <p:bldP spid="370" grpId="0" animBg="1"/>
      <p:bldP spid="371" grpId="0" animBg="1"/>
      <p:bldP spid="372" grpId="0" animBg="1"/>
      <p:bldP spid="373" grpId="0" animBg="1"/>
      <p:bldP spid="374" grpId="0" animBg="1"/>
      <p:bldP spid="375"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Cada criterio, lejos de su umbral</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argen:50d2ac5cd9"/>
          <p:cNvSpPr/>
          <p:nvPr/>
        </p:nvSpPr>
        <p:spPr>
          <a:xfrm>
            <a:off x="568325" y="1273175"/>
            <a:ext cx="7461250" cy="4215194"/>
          </a:xfrm>
          <a:prstGeom prst="roundRect">
            <a:avLst>
              <a:gd name="adj" fmla="val 1732"/>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margen:58daf12762" descr="8eaecbafc820cb25.png"/>
          <p:cNvPicPr>
            <a:picLocks noChangeAspect="1"/>
          </p:cNvPicPr>
          <p:nvPr/>
        </p:nvPicPr>
        <p:blipFill>
          <a:blip r:embed="rId2"/>
          <a:stretch>
            <a:fillRect/>
          </a:stretch>
        </p:blipFill>
        <p:spPr>
          <a:xfrm>
            <a:off x="571500" y="1276350"/>
            <a:ext cx="7454900" cy="4210050"/>
          </a:xfrm>
          <a:prstGeom prst="rect">
            <a:avLst/>
          </a:prstGeom>
        </p:spPr>
      </p:pic>
      <p:sp>
        <p:nvSpPr>
          <p:cNvPr id="13" name="!!margen:3f61afd105"/>
          <p:cNvSpPr/>
          <p:nvPr/>
        </p:nvSpPr>
        <p:spPr>
          <a:xfrm>
            <a:off x="624904" y="3684460"/>
            <a:ext cx="7339584" cy="370014"/>
          </a:xfrm>
          <a:prstGeom prst="roundRect">
            <a:avLst>
              <a:gd name="adj" fmla="val 13729"/>
            </a:avLst>
          </a:prstGeom>
          <a:solidFill>
            <a:srgbClr val="E8741A">
              <a:alpha val="1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rgen:18c7f97a4e"/>
          <p:cNvSpPr/>
          <p:nvPr/>
        </p:nvSpPr>
        <p:spPr>
          <a:xfrm>
            <a:off x="7076186" y="3860038"/>
            <a:ext cx="1121600" cy="190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argen:18c7f97a4e·2"/>
          <p:cNvSpPr/>
          <p:nvPr/>
        </p:nvSpPr>
        <p:spPr>
          <a:xfrm>
            <a:off x="7076186" y="3860038"/>
            <a:ext cx="11216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margen:5f83c7c502"/>
          <p:cNvSpPr/>
          <p:nvPr/>
        </p:nvSpPr>
        <p:spPr>
          <a:xfrm>
            <a:off x="6745986" y="3717163"/>
            <a:ext cx="304800" cy="304800"/>
          </a:xfrm>
          <a:prstGeom prst="ellipse">
            <a:avLst/>
          </a:prstGeom>
          <a:noFill/>
          <a:ln w="2540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margen:0dc0d435e3" descr="3ab24da1ec7dd425.png"/>
          <p:cNvPicPr>
            <a:picLocks noChangeAspect="1"/>
          </p:cNvPicPr>
          <p:nvPr/>
        </p:nvPicPr>
        <p:blipFill>
          <a:blip r:embed="rId3"/>
          <a:stretch>
            <a:fillRect/>
          </a:stretch>
        </p:blipFill>
        <p:spPr>
          <a:xfrm>
            <a:off x="571500" y="1276350"/>
            <a:ext cx="7454900" cy="4210050"/>
          </a:xfrm>
          <a:prstGeom prst="rect">
            <a:avLst/>
          </a:prstGeom>
        </p:spPr>
      </p:pic>
      <p:sp>
        <p:nvSpPr>
          <p:cNvPr id="18" name="!!margen:0ba8874193"/>
          <p:cNvSpPr txBox="1"/>
          <p:nvPr/>
        </p:nvSpPr>
        <p:spPr>
          <a:xfrm>
            <a:off x="565150" y="5544274"/>
            <a:ext cx="1780096"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Figura CR.2 de la tesis (p. 110)</a:t>
            </a:r>
          </a:p>
        </p:txBody>
      </p:sp>
      <p:sp>
        <p:nvSpPr>
          <p:cNvPr id="19" name="!!margen:b6c93034cb"/>
          <p:cNvSpPr/>
          <p:nvPr/>
        </p:nvSpPr>
        <p:spPr>
          <a:xfrm>
            <a:off x="8229600" y="1276350"/>
            <a:ext cx="3390900" cy="596900"/>
          </a:xfrm>
          <a:prstGeom prst="roundRect">
            <a:avLst>
              <a:gd name="adj" fmla="val 15957"/>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argen:1525259a2f"/>
          <p:cNvSpPr txBox="1"/>
          <p:nvPr/>
        </p:nvSpPr>
        <p:spPr>
          <a:xfrm>
            <a:off x="8350250" y="1406144"/>
            <a:ext cx="256794" cy="406400"/>
          </a:xfrm>
          <a:prstGeom prst="rect">
            <a:avLst/>
          </a:prstGeom>
          <a:noFill/>
        </p:spPr>
        <p:txBody>
          <a:bodyPr wrap="square" lIns="0" rIns="0" tIns="0" bIns="0" anchor="t"/>
          <a:lstStyle/>
          <a:p>
            <a:pPr algn="l">
              <a:lnSpc>
                <a:spcPts val="3200"/>
              </a:lnSpc>
              <a:spcBef>
                <a:spcPts val="0"/>
              </a:spcBef>
              <a:spcAft>
                <a:spcPts val="0"/>
              </a:spcAft>
            </a:pPr>
            <a:r>
              <a:rPr sz="3200" b="1" i="0">
                <a:solidFill>
                  <a:srgbClr val="198754"/>
                </a:solidFill>
                <a:latin typeface="Calibri"/>
              </a:rPr>
              <a:t>9</a:t>
            </a:r>
          </a:p>
        </p:txBody>
      </p:sp>
      <p:sp>
        <p:nvSpPr>
          <p:cNvPr id="21" name="!!margen:31ab30fdf2"/>
          <p:cNvSpPr txBox="1"/>
          <p:nvPr/>
        </p:nvSpPr>
        <p:spPr>
          <a:xfrm>
            <a:off x="8657844" y="1473944"/>
            <a:ext cx="2898838" cy="201422"/>
          </a:xfrm>
          <a:prstGeom prst="rect">
            <a:avLst/>
          </a:prstGeom>
          <a:noFill/>
        </p:spPr>
        <p:txBody>
          <a:bodyPr wrap="square" lIns="0" rIns="0" tIns="0" bIns="0" anchor="t"/>
          <a:lstStyle/>
          <a:p>
            <a:pPr algn="l">
              <a:lnSpc>
                <a:spcPts val="1586"/>
              </a:lnSpc>
              <a:spcBef>
                <a:spcPts val="0"/>
              </a:spcBef>
              <a:spcAft>
                <a:spcPts val="0"/>
              </a:spcAft>
            </a:pPr>
            <a:r>
              <a:rPr sz="1300" b="1" i="0">
                <a:solidFill>
                  <a:srgbClr val="1F2937"/>
                </a:solidFill>
                <a:latin typeface="Calibri"/>
              </a:rPr>
              <a:t>de 9 puntos, a la izquierda del umbral</a:t>
            </a:r>
          </a:p>
        </p:txBody>
      </p:sp>
      <p:sp>
        <p:nvSpPr>
          <p:cNvPr id="22" name="!!margen:c33763127c"/>
          <p:cNvSpPr txBox="1"/>
          <p:nvPr/>
        </p:nvSpPr>
        <p:spPr>
          <a:xfrm>
            <a:off x="8223250" y="2054701"/>
            <a:ext cx="3471672" cy="412750"/>
          </a:xfrm>
          <a:prstGeom prst="rect">
            <a:avLst/>
          </a:prstGeom>
          <a:noFill/>
        </p:spPr>
        <p:txBody>
          <a:bodyPr wrap="square" lIns="0" rIns="0" tIns="0" bIns="0" anchor="t"/>
          <a:lstStyle/>
          <a:p>
            <a:pPr algn="l">
              <a:lnSpc>
                <a:spcPts val="1625"/>
              </a:lnSpc>
              <a:spcBef>
                <a:spcPts val="0"/>
              </a:spcBef>
              <a:spcAft>
                <a:spcPts val="0"/>
              </a:spcAft>
            </a:pPr>
            <a:r>
              <a:rPr sz="1250" b="1" i="0">
                <a:solidFill>
                  <a:srgbClr val="1F2937"/>
                </a:solidFill>
                <a:latin typeface="Calibri"/>
              </a:rPr>
              <a:t>Tasas y equilibrio:</a:t>
            </a:r>
            <a:r>
              <a:rPr sz="1250" b="0" i="0">
                <a:solidFill>
                  <a:srgbClr val="3F4A5A"/>
                </a:solidFill>
                <a:latin typeface="Calibri"/>
              </a:rPr>
              <a:t> a varios órdenes de magnitud de</a:t>
            </a:r>
            <a:br/>
            <a:r>
              <a:rPr sz="1250" b="0" i="0">
                <a:solidFill>
                  <a:srgbClr val="3F4A5A"/>
                </a:solidFill>
                <a:latin typeface="Calibri"/>
              </a:rPr>
              <a:t>su umbral</a:t>
            </a:r>
          </a:p>
        </p:txBody>
      </p:sp>
      <p:sp>
        <p:nvSpPr>
          <p:cNvPr id="23" name="!!margen:a0ee7fad84"/>
          <p:cNvSpPr/>
          <p:nvPr/>
        </p:nvSpPr>
        <p:spPr>
          <a:xfrm>
            <a:off x="8232775" y="3050413"/>
            <a:ext cx="3384550" cy="1635633"/>
          </a:xfrm>
          <a:prstGeom prst="roundRect">
            <a:avLst>
              <a:gd name="adj" fmla="val 5629"/>
            </a:avLst>
          </a:prstGeom>
          <a:solidFill>
            <a:srgbClr val="FDF1E2"/>
          </a:solidFill>
          <a:ln w="190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margen:8ed009b54f"/>
          <p:cNvSpPr txBox="1"/>
          <p:nvPr/>
        </p:nvSpPr>
        <p:spPr>
          <a:xfrm>
            <a:off x="8369300" y="3167431"/>
            <a:ext cx="3173730"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E8741A"/>
                </a:solidFill>
                <a:latin typeface="Calibri"/>
              </a:rPr>
              <a:t>El más ajustado</a:t>
            </a:r>
          </a:p>
        </p:txBody>
      </p:sp>
      <p:sp>
        <p:nvSpPr>
          <p:cNvPr id="25" name="!!margen:d768007dad"/>
          <p:cNvSpPr txBox="1"/>
          <p:nvPr/>
        </p:nvSpPr>
        <p:spPr>
          <a:xfrm>
            <a:off x="8369300" y="3377502"/>
            <a:ext cx="3173730" cy="219075"/>
          </a:xfrm>
          <a:prstGeom prst="rect">
            <a:avLst/>
          </a:prstGeom>
          <a:noFill/>
        </p:spPr>
        <p:txBody>
          <a:bodyPr wrap="square" lIns="0" rIns="0" tIns="0" bIns="0" anchor="t"/>
          <a:lstStyle/>
          <a:p>
            <a:pPr algn="l">
              <a:lnSpc>
                <a:spcPts val="1725"/>
              </a:lnSpc>
              <a:spcBef>
                <a:spcPts val="0"/>
              </a:spcBef>
              <a:spcAft>
                <a:spcPts val="0"/>
              </a:spcAft>
            </a:pPr>
            <a:r>
              <a:rPr sz="1500" b="1" i="0">
                <a:solidFill>
                  <a:srgbClr val="1F2937"/>
                </a:solidFill>
                <a:latin typeface="Calibri"/>
              </a:rPr>
              <a:t>σ</a:t>
            </a:r>
            <a:r>
              <a:rPr sz="1500" b="1" i="0" baseline="-25000">
                <a:solidFill>
                  <a:srgbClr val="1F2937"/>
                </a:solidFill>
                <a:latin typeface="Calibri"/>
              </a:rPr>
              <a:t>x</a:t>
            </a:r>
            <a:r>
              <a:rPr sz="1500" b="1" i="0">
                <a:solidFill>
                  <a:srgbClr val="1F2937"/>
                </a:solidFill>
                <a:latin typeface="Calibri"/>
              </a:rPr>
              <a:t> frente a SAP2000</a:t>
            </a:r>
          </a:p>
        </p:txBody>
      </p:sp>
      <p:sp>
        <p:nvSpPr>
          <p:cNvPr id="26" name="!!margen:fa7a0c5320"/>
          <p:cNvSpPr txBox="1"/>
          <p:nvPr/>
        </p:nvSpPr>
        <p:spPr>
          <a:xfrm>
            <a:off x="8369300" y="3724402"/>
            <a:ext cx="1092327" cy="381000"/>
          </a:xfrm>
          <a:prstGeom prst="rect">
            <a:avLst/>
          </a:prstGeom>
          <a:noFill/>
        </p:spPr>
        <p:txBody>
          <a:bodyPr wrap="square" lIns="0" rIns="0" tIns="0" bIns="0" anchor="t"/>
          <a:lstStyle/>
          <a:p>
            <a:pPr algn="l">
              <a:lnSpc>
                <a:spcPts val="3000"/>
              </a:lnSpc>
              <a:spcBef>
                <a:spcPts val="0"/>
              </a:spcBef>
              <a:spcAft>
                <a:spcPts val="0"/>
              </a:spcAft>
            </a:pPr>
            <a:r>
              <a:rPr sz="3000" b="1" i="0">
                <a:solidFill>
                  <a:srgbClr val="E8741A"/>
                </a:solidFill>
                <a:latin typeface="Calibri"/>
              </a:rPr>
              <a:t>0,21 %</a:t>
            </a:r>
          </a:p>
        </p:txBody>
      </p:sp>
      <p:sp>
        <p:nvSpPr>
          <p:cNvPr id="27" name="!!margen:555b1ba2cd"/>
          <p:cNvSpPr txBox="1"/>
          <p:nvPr/>
        </p:nvSpPr>
        <p:spPr>
          <a:xfrm>
            <a:off x="9499727" y="3862591"/>
            <a:ext cx="1524698" cy="198120"/>
          </a:xfrm>
          <a:prstGeom prst="rect">
            <a:avLst/>
          </a:prstGeom>
          <a:noFill/>
        </p:spPr>
        <p:txBody>
          <a:bodyPr wrap="square" lIns="0" rIns="0" tIns="0" bIns="0" anchor="t"/>
          <a:lstStyle/>
          <a:p>
            <a:pPr algn="l">
              <a:lnSpc>
                <a:spcPts val="1560"/>
              </a:lnSpc>
              <a:spcBef>
                <a:spcPts val="0"/>
              </a:spcBef>
              <a:spcAft>
                <a:spcPts val="0"/>
              </a:spcAft>
            </a:pPr>
            <a:r>
              <a:rPr sz="1300" b="1" i="0">
                <a:solidFill>
                  <a:srgbClr val="3F4A5A"/>
                </a:solidFill>
                <a:latin typeface="Calibri"/>
              </a:rPr>
              <a:t>con un umbral de 1 %</a:t>
            </a:r>
          </a:p>
        </p:txBody>
      </p:sp>
      <p:sp>
        <p:nvSpPr>
          <p:cNvPr id="28" name="!!margen:12411f8102"/>
          <p:cNvSpPr txBox="1"/>
          <p:nvPr/>
        </p:nvSpPr>
        <p:spPr>
          <a:xfrm>
            <a:off x="8369300" y="4138567"/>
            <a:ext cx="3173730" cy="422656"/>
          </a:xfrm>
          <a:prstGeom prst="rect">
            <a:avLst/>
          </a:prstGeom>
          <a:noFill/>
        </p:spPr>
        <p:txBody>
          <a:bodyPr wrap="square" lIns="0" rIns="0" tIns="0" bIns="0" anchor="t"/>
          <a:lstStyle/>
          <a:p>
            <a:pPr algn="l">
              <a:lnSpc>
                <a:spcPts val="1664"/>
              </a:lnSpc>
              <a:spcBef>
                <a:spcPts val="0"/>
              </a:spcBef>
              <a:spcAft>
                <a:spcPts val="0"/>
              </a:spcAft>
            </a:pPr>
            <a:r>
              <a:rPr sz="1300" b="0" i="0">
                <a:solidFill>
                  <a:srgbClr val="1F2937"/>
                </a:solidFill>
                <a:latin typeface="Calibri"/>
              </a:rPr>
              <a:t>Consume cerca de la</a:t>
            </a:r>
            <a:r>
              <a:rPr sz="1300" b="1" i="0">
                <a:solidFill>
                  <a:srgbClr val="1F2937"/>
                </a:solidFill>
                <a:latin typeface="Calibri"/>
              </a:rPr>
              <a:t> quinta parte</a:t>
            </a:r>
            <a:r>
              <a:rPr sz="1300" b="0" i="0">
                <a:solidFill>
                  <a:srgbClr val="1F2937"/>
                </a:solidFill>
                <a:latin typeface="Calibri"/>
              </a:rPr>
              <a:t> de su</a:t>
            </a:r>
            <a:br/>
            <a:r>
              <a:rPr sz="1300" b="0" i="0">
                <a:solidFill>
                  <a:srgbClr val="1F2937"/>
                </a:solidFill>
                <a:latin typeface="Calibri"/>
              </a:rPr>
              <a:t>umbral.</a:t>
            </a:r>
          </a:p>
        </p:txBody>
      </p:sp>
      <p:sp>
        <p:nvSpPr>
          <p:cNvPr id="29" name="!!margen:c7a4659b6f"/>
          <p:cNvSpPr/>
          <p:nvPr/>
        </p:nvSpPr>
        <p:spPr>
          <a:xfrm>
            <a:off x="565150" y="5811520"/>
            <a:ext cx="11061700" cy="513080"/>
          </a:xfrm>
          <a:prstGeom prst="roundRect">
            <a:avLst>
              <a:gd name="adj" fmla="val 9900"/>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argen:c7a4659b6f·2"/>
          <p:cNvSpPr/>
          <p:nvPr/>
        </p:nvSpPr>
        <p:spPr>
          <a:xfrm>
            <a:off x="565150" y="5811520"/>
            <a:ext cx="50800" cy="5130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margen:fd9c1a5012"/>
          <p:cNvSpPr txBox="1"/>
          <p:nvPr/>
        </p:nvSpPr>
        <p:spPr>
          <a:xfrm>
            <a:off x="793750" y="5915584"/>
            <a:ext cx="268097"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32" name="!!margen:c4576e49df"/>
          <p:cNvSpPr txBox="1"/>
          <p:nvPr/>
        </p:nvSpPr>
        <p:spPr>
          <a:xfrm>
            <a:off x="1150747" y="5950524"/>
            <a:ext cx="8379841" cy="247904"/>
          </a:xfrm>
          <a:prstGeom prst="rect">
            <a:avLst/>
          </a:prstGeom>
          <a:noFill/>
        </p:spPr>
        <p:txBody>
          <a:bodyPr wrap="square" lIns="0" rIns="0" tIns="0" bIns="0" anchor="t"/>
          <a:lstStyle/>
          <a:p>
            <a:pPr algn="l">
              <a:lnSpc>
                <a:spcPts val="1952"/>
              </a:lnSpc>
              <a:spcBef>
                <a:spcPts val="0"/>
              </a:spcBef>
              <a:spcAft>
                <a:spcPts val="0"/>
              </a:spcAft>
            </a:pPr>
            <a:r>
              <a:rPr sz="1600" b="1" i="0">
                <a:solidFill>
                  <a:srgbClr val="1B2A4A"/>
                </a:solidFill>
                <a:latin typeface="Calibri"/>
              </a:rPr>
              <a:t>El veredicto no descansa en el valor exacto de cada umbral, sino en el</a:t>
            </a:r>
            <a:r>
              <a:rPr sz="1600" b="1" i="0">
                <a:solidFill>
                  <a:srgbClr val="E8741A"/>
                </a:solidFill>
                <a:latin typeface="Calibri"/>
              </a:rPr>
              <a:t> margen</a:t>
            </a:r>
            <a:r>
              <a:rPr sz="1600" b="1" i="0">
                <a:solidFill>
                  <a:srgbClr val="1B2A4A"/>
                </a:solidFill>
                <a:latin typeface="Calibri"/>
              </a:rPr>
              <a:t> con que se cumple.</a:t>
            </a:r>
          </a:p>
        </p:txBody>
      </p:sp>
      <p:sp>
        <p:nvSpPr>
          <p:cNvPr id="33" name="!!margen:3f4b789aa7"/>
          <p:cNvSpPr txBox="1"/>
          <p:nvPr/>
        </p:nvSpPr>
        <p:spPr>
          <a:xfrm>
            <a:off x="8223250" y="1275893"/>
            <a:ext cx="3471672"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5B6575"/>
                </a:solidFill>
                <a:latin typeface="Calibri"/>
              </a:rPr>
              <a:t>Cómo se lee</a:t>
            </a:r>
          </a:p>
        </p:txBody>
      </p:sp>
      <p:sp>
        <p:nvSpPr>
          <p:cNvPr id="34" name="!!margen:7d235d11ba"/>
          <p:cNvSpPr/>
          <p:nvPr/>
        </p:nvSpPr>
        <p:spPr>
          <a:xfrm>
            <a:off x="8223250" y="1532255"/>
            <a:ext cx="342900" cy="342900"/>
          </a:xfrm>
          <a:prstGeom prst="roundRect">
            <a:avLst>
              <a:gd name="adj" fmla="val 25925"/>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margen:2eb08374ea" descr="a305e48fc6b0d48d.png"/>
          <p:cNvPicPr>
            <a:picLocks noChangeAspect="1"/>
          </p:cNvPicPr>
          <p:nvPr/>
        </p:nvPicPr>
        <p:blipFill>
          <a:blip r:embed="rId4"/>
          <a:stretch>
            <a:fillRect/>
          </a:stretch>
        </p:blipFill>
        <p:spPr>
          <a:xfrm>
            <a:off x="8267700" y="1574800"/>
            <a:ext cx="254000" cy="254000"/>
          </a:xfrm>
          <a:prstGeom prst="rect">
            <a:avLst/>
          </a:prstGeom>
        </p:spPr>
      </p:pic>
      <p:sp>
        <p:nvSpPr>
          <p:cNvPr id="36" name="!!margen:7186b9b420"/>
          <p:cNvSpPr txBox="1"/>
          <p:nvPr/>
        </p:nvSpPr>
        <p:spPr>
          <a:xfrm>
            <a:off x="8655050" y="1596264"/>
            <a:ext cx="3031236" cy="216027"/>
          </a:xfrm>
          <a:prstGeom prst="rect">
            <a:avLst/>
          </a:prstGeom>
          <a:noFill/>
        </p:spPr>
        <p:txBody>
          <a:bodyPr wrap="square" lIns="0" rIns="0" tIns="0" bIns="0" anchor="t"/>
          <a:lstStyle/>
          <a:p>
            <a:pPr algn="l">
              <a:lnSpc>
                <a:spcPts val="1701"/>
              </a:lnSpc>
              <a:spcBef>
                <a:spcPts val="0"/>
              </a:spcBef>
              <a:spcAft>
                <a:spcPts val="0"/>
              </a:spcAft>
            </a:pPr>
            <a:r>
              <a:rPr sz="1350" b="0" i="0">
                <a:solidFill>
                  <a:srgbClr val="3F4A5A"/>
                </a:solidFill>
                <a:latin typeface="Calibri"/>
              </a:rPr>
              <a:t>Cada punto:</a:t>
            </a:r>
            <a:r>
              <a:rPr sz="1350" b="1" i="0">
                <a:solidFill>
                  <a:srgbClr val="1F2937"/>
                </a:solidFill>
                <a:latin typeface="Calibri"/>
              </a:rPr>
              <a:t> valor observado ÷ umbral</a:t>
            </a:r>
          </a:p>
        </p:txBody>
      </p:sp>
      <p:sp>
        <p:nvSpPr>
          <p:cNvPr id="37" name="!!margen:77f61ac46e"/>
          <p:cNvSpPr/>
          <p:nvPr/>
        </p:nvSpPr>
        <p:spPr>
          <a:xfrm>
            <a:off x="8223250" y="2021268"/>
            <a:ext cx="342900" cy="342900"/>
          </a:xfrm>
          <a:prstGeom prst="roundRect">
            <a:avLst>
              <a:gd name="adj" fmla="val 25925"/>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margen:2d13afe25b" descr="d3a56490bca463a4.png"/>
          <p:cNvPicPr>
            <a:picLocks noChangeAspect="1"/>
          </p:cNvPicPr>
          <p:nvPr/>
        </p:nvPicPr>
        <p:blipFill>
          <a:blip r:embed="rId5"/>
          <a:stretch>
            <a:fillRect/>
          </a:stretch>
        </p:blipFill>
        <p:spPr>
          <a:xfrm>
            <a:off x="8267700" y="2063750"/>
            <a:ext cx="254000" cy="254000"/>
          </a:xfrm>
          <a:prstGeom prst="rect">
            <a:avLst/>
          </a:prstGeom>
        </p:spPr>
      </p:pic>
      <p:sp>
        <p:nvSpPr>
          <p:cNvPr id="39" name="!!margen:1903fea747"/>
          <p:cNvSpPr txBox="1"/>
          <p:nvPr/>
        </p:nvSpPr>
        <p:spPr>
          <a:xfrm>
            <a:off x="8655050" y="1977391"/>
            <a:ext cx="3031236" cy="432054"/>
          </a:xfrm>
          <a:prstGeom prst="rect">
            <a:avLst/>
          </a:prstGeom>
          <a:noFill/>
        </p:spPr>
        <p:txBody>
          <a:bodyPr wrap="square" lIns="0" rIns="0" tIns="0" bIns="0" anchor="t"/>
          <a:lstStyle/>
          <a:p>
            <a:pPr algn="l">
              <a:lnSpc>
                <a:spcPts val="1701"/>
              </a:lnSpc>
              <a:spcBef>
                <a:spcPts val="0"/>
              </a:spcBef>
              <a:spcAft>
                <a:spcPts val="0"/>
              </a:spcAft>
            </a:pPr>
            <a:r>
              <a:rPr sz="1350" b="1" i="0">
                <a:solidFill>
                  <a:srgbClr val="1F2937"/>
                </a:solidFill>
                <a:latin typeface="Calibri"/>
              </a:rPr>
              <a:t>A la izquierda</a:t>
            </a:r>
            <a:r>
              <a:rPr sz="1350" b="0" i="0">
                <a:solidFill>
                  <a:srgbClr val="3F4A5A"/>
                </a:solidFill>
                <a:latin typeface="Calibri"/>
              </a:rPr>
              <a:t> de la línea del umbral, el</a:t>
            </a:r>
            <a:br/>
            <a:r>
              <a:rPr sz="1350" b="0" i="0">
                <a:solidFill>
                  <a:srgbClr val="3F4A5A"/>
                </a:solidFill>
                <a:latin typeface="Calibri"/>
              </a:rPr>
              <a:t>criterio se cumple</a:t>
            </a:r>
          </a:p>
        </p:txBody>
      </p:sp>
      <p:sp>
        <p:nvSpPr>
          <p:cNvPr id="40" name="!!margen:46722525a7"/>
          <p:cNvSpPr/>
          <p:nvPr/>
        </p:nvSpPr>
        <p:spPr>
          <a:xfrm>
            <a:off x="8223250" y="2554859"/>
            <a:ext cx="342900" cy="342900"/>
          </a:xfrm>
          <a:prstGeom prst="roundRect">
            <a:avLst>
              <a:gd name="adj" fmla="val 25925"/>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margen:97e3efb7d9" descr="b0968bfed3adec50.png"/>
          <p:cNvPicPr>
            <a:picLocks noChangeAspect="1"/>
          </p:cNvPicPr>
          <p:nvPr/>
        </p:nvPicPr>
        <p:blipFill>
          <a:blip r:embed="rId6"/>
          <a:stretch>
            <a:fillRect/>
          </a:stretch>
        </p:blipFill>
        <p:spPr>
          <a:xfrm>
            <a:off x="8267700" y="2597150"/>
            <a:ext cx="254000" cy="254000"/>
          </a:xfrm>
          <a:prstGeom prst="rect">
            <a:avLst/>
          </a:prstGeom>
        </p:spPr>
      </p:pic>
      <p:sp>
        <p:nvSpPr>
          <p:cNvPr id="42" name="!!margen:abe058fd83"/>
          <p:cNvSpPr txBox="1"/>
          <p:nvPr/>
        </p:nvSpPr>
        <p:spPr>
          <a:xfrm>
            <a:off x="8655050" y="2510982"/>
            <a:ext cx="3031236" cy="432054"/>
          </a:xfrm>
          <a:prstGeom prst="rect">
            <a:avLst/>
          </a:prstGeom>
          <a:noFill/>
        </p:spPr>
        <p:txBody>
          <a:bodyPr wrap="square" lIns="0" rIns="0" tIns="0" bIns="0" anchor="t"/>
          <a:lstStyle/>
          <a:p>
            <a:pPr algn="l">
              <a:lnSpc>
                <a:spcPts val="1701"/>
              </a:lnSpc>
              <a:spcBef>
                <a:spcPts val="0"/>
              </a:spcBef>
              <a:spcAft>
                <a:spcPts val="0"/>
              </a:spcAft>
            </a:pPr>
            <a:r>
              <a:rPr sz="1350" b="0" i="0">
                <a:solidFill>
                  <a:srgbClr val="3F4A5A"/>
                </a:solidFill>
                <a:latin typeface="Calibri"/>
              </a:rPr>
              <a:t>Escala logarítmica: de una marca a la</a:t>
            </a:r>
            <a:br/>
            <a:r>
              <a:rPr sz="1350" b="0" i="0">
                <a:solidFill>
                  <a:srgbClr val="3F4A5A"/>
                </a:solidFill>
                <a:latin typeface="Calibri"/>
              </a:rPr>
              <a:t>siguiente,</a:t>
            </a:r>
            <a:r>
              <a:rPr sz="1350" b="1" i="0">
                <a:solidFill>
                  <a:srgbClr val="1F2937"/>
                </a:solidFill>
                <a:latin typeface="Calibri"/>
              </a:rPr>
              <a:t> cien veces menos</a:t>
            </a:r>
          </a:p>
        </p:txBody>
      </p:sp>
      <p:sp>
        <p:nvSpPr>
          <p:cNvPr id="43"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ie-izq"/>
          <p:cNvSpPr txBox="1"/>
          <p:nvPr/>
        </p:nvSpPr>
        <p:spPr>
          <a:xfrm>
            <a:off x="565150" y="6535420"/>
            <a:ext cx="4878070"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6" name="!!pie-cen"/>
          <p:cNvSpPr txBox="1"/>
          <p:nvPr/>
        </p:nvSpPr>
        <p:spPr>
          <a:xfrm>
            <a:off x="5322189" y="6535420"/>
            <a:ext cx="1547622"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Figura CR.2 · Tabla 3.10</a:t>
            </a:r>
          </a:p>
        </p:txBody>
      </p:sp>
      <p:sp>
        <p:nvSpPr>
          <p:cNvPr id="47" name="!!pie-der"/>
          <p:cNvSpPr txBox="1"/>
          <p:nvPr/>
        </p:nvSpPr>
        <p:spPr>
          <a:xfrm>
            <a:off x="6748780" y="6535420"/>
            <a:ext cx="4878070"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28</a:t>
            </a:r>
          </a:p>
        </p:txBody>
      </p:sp>
      <p:sp>
        <p:nvSpPr>
          <p:cNvPr id="48" name="!!margen:31b8312914">
            <a:hlinkClick action="ppaction://hlinksldjump" r:id="rId7"/>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margen:01b7d89d9e">
            <a:hlinkClick action="ppaction://hlinksldjump" r:id="rId8"/>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margen:c7d17a55c0">
            <a:hlinkClick action="ppaction://hlinksldjump" r:id="rId9"/>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margen:005dbf4b11">
            <a:hlinkClick action="ppaction://hlinksldjump" r:id="rId10"/>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margen:ff2c4358c1">
            <a:hlinkClick action="ppaction://hlinksldjump" r:id="rId11"/>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50"/>
                                  </p:stCondLst>
                                  <p:childTnLst>
                                    <p:set>
                                      <p:cBhvr>
                                        <p:cTn id="6" dur="1" fill="hold">
                                          <p:stCondLst>
                                            <p:cond delay="0"/>
                                          </p:stCondLst>
                                        </p:cTn>
                                        <p:tgtEl>
                                          <p:spTgt spid="33"/>
                                        </p:tgtEl>
                                        <p:attrNameLst>
                                          <p:attrName>style.visibility</p:attrName>
                                        </p:attrNameLst>
                                      </p:cBhvr>
                                      <p:to>
                                        <p:strVal val="visible"/>
                                      </p:to>
                                    </p:set>
                                    <p:anim calcmode="lin" valueType="num">
                                      <p:cBhvr>
                                        <p:cTn id="7" dur="750" fill="hold"/>
                                        <p:tgtEl>
                                          <p:spTgt spid="33"/>
                                        </p:tgtEl>
                                        <p:attrNameLst>
                                          <p:attrName>ppt_w</p:attrName>
                                        </p:attrNameLst>
                                      </p:cBhvr>
                                      <p:tavLst>
                                        <p:tav tm="0">
                                          <p:val>
                                            <p:fltVal val="0"/>
                                          </p:val>
                                        </p:tav>
                                        <p:tav tm="100000">
                                          <p:val>
                                            <p:strVal val="#ppt_w"/>
                                          </p:val>
                                        </p:tav>
                                      </p:tavLst>
                                    </p:anim>
                                    <p:anim calcmode="lin" valueType="num">
                                      <p:cBhvr>
                                        <p:cTn id="8" dur="750" fill="hold"/>
                                        <p:tgtEl>
                                          <p:spTgt spid="33"/>
                                        </p:tgtEl>
                                        <p:attrNameLst>
                                          <p:attrName>ppt_h</p:attrName>
                                        </p:attrNameLst>
                                      </p:cBhvr>
                                      <p:tavLst>
                                        <p:tav tm="0">
                                          <p:val>
                                            <p:fltVal val="0"/>
                                          </p:val>
                                        </p:tav>
                                        <p:tav tm="100000">
                                          <p:val>
                                            <p:strVal val="#ppt_h"/>
                                          </p:val>
                                        </p:tav>
                                      </p:tavLst>
                                    </p:anim>
                                    <p:animEffect transition="in" filter="fade">
                                      <p:cBhvr>
                                        <p:cTn id="9" dur="750"/>
                                        <p:tgtEl>
                                          <p:spTgt spid="33"/>
                                        </p:tgtEl>
                                      </p:cBhvr>
                                    </p:animEffect>
                                  </p:childTnLst>
                                </p:cTn>
                              </p:par>
                              <p:par>
                                <p:cTn id="10" presetID="53" presetClass="entr" presetSubtype="16" fill="hold" grpId="0" nodeType="withEffect">
                                  <p:stCondLst>
                                    <p:cond delay="150"/>
                                  </p:stCondLst>
                                  <p:childTnLst>
                                    <p:set>
                                      <p:cBhvr>
                                        <p:cTn id="11" dur="1" fill="hold">
                                          <p:stCondLst>
                                            <p:cond delay="0"/>
                                          </p:stCondLst>
                                        </p:cTn>
                                        <p:tgtEl>
                                          <p:spTgt spid="34"/>
                                        </p:tgtEl>
                                        <p:attrNameLst>
                                          <p:attrName>style.visibility</p:attrName>
                                        </p:attrNameLst>
                                      </p:cBhvr>
                                      <p:to>
                                        <p:strVal val="visible"/>
                                      </p:to>
                                    </p:set>
                                    <p:anim calcmode="lin" valueType="num">
                                      <p:cBhvr>
                                        <p:cTn id="12" dur="750" fill="hold"/>
                                        <p:tgtEl>
                                          <p:spTgt spid="34"/>
                                        </p:tgtEl>
                                        <p:attrNameLst>
                                          <p:attrName>ppt_w</p:attrName>
                                        </p:attrNameLst>
                                      </p:cBhvr>
                                      <p:tavLst>
                                        <p:tav tm="0">
                                          <p:val>
                                            <p:fltVal val="0"/>
                                          </p:val>
                                        </p:tav>
                                        <p:tav tm="100000">
                                          <p:val>
                                            <p:strVal val="#ppt_w"/>
                                          </p:val>
                                        </p:tav>
                                      </p:tavLst>
                                    </p:anim>
                                    <p:anim calcmode="lin" valueType="num">
                                      <p:cBhvr>
                                        <p:cTn id="13" dur="750" fill="hold"/>
                                        <p:tgtEl>
                                          <p:spTgt spid="34"/>
                                        </p:tgtEl>
                                        <p:attrNameLst>
                                          <p:attrName>ppt_h</p:attrName>
                                        </p:attrNameLst>
                                      </p:cBhvr>
                                      <p:tavLst>
                                        <p:tav tm="0">
                                          <p:val>
                                            <p:fltVal val="0"/>
                                          </p:val>
                                        </p:tav>
                                        <p:tav tm="100000">
                                          <p:val>
                                            <p:strVal val="#ppt_h"/>
                                          </p:val>
                                        </p:tav>
                                      </p:tavLst>
                                    </p:anim>
                                    <p:animEffect transition="in" filter="fade">
                                      <p:cBhvr>
                                        <p:cTn id="14" dur="750"/>
                                        <p:tgtEl>
                                          <p:spTgt spid="34"/>
                                        </p:tgtEl>
                                      </p:cBhvr>
                                    </p:animEffect>
                                  </p:childTnLst>
                                </p:cTn>
                              </p:par>
                              <p:par>
                                <p:cTn id="15" presetID="53" presetClass="entr" presetSubtype="16" fill="hold" nodeType="withEffect">
                                  <p:stCondLst>
                                    <p:cond delay="150"/>
                                  </p:stCondLst>
                                  <p:childTnLst>
                                    <p:set>
                                      <p:cBhvr>
                                        <p:cTn id="16" dur="1" fill="hold">
                                          <p:stCondLst>
                                            <p:cond delay="0"/>
                                          </p:stCondLst>
                                        </p:cTn>
                                        <p:tgtEl>
                                          <p:spTgt spid="35"/>
                                        </p:tgtEl>
                                        <p:attrNameLst>
                                          <p:attrName>style.visibility</p:attrName>
                                        </p:attrNameLst>
                                      </p:cBhvr>
                                      <p:to>
                                        <p:strVal val="visible"/>
                                      </p:to>
                                    </p:set>
                                    <p:anim calcmode="lin" valueType="num">
                                      <p:cBhvr>
                                        <p:cTn id="17" dur="750" fill="hold"/>
                                        <p:tgtEl>
                                          <p:spTgt spid="35"/>
                                        </p:tgtEl>
                                        <p:attrNameLst>
                                          <p:attrName>ppt_w</p:attrName>
                                        </p:attrNameLst>
                                      </p:cBhvr>
                                      <p:tavLst>
                                        <p:tav tm="0">
                                          <p:val>
                                            <p:fltVal val="0"/>
                                          </p:val>
                                        </p:tav>
                                        <p:tav tm="100000">
                                          <p:val>
                                            <p:strVal val="#ppt_w"/>
                                          </p:val>
                                        </p:tav>
                                      </p:tavLst>
                                    </p:anim>
                                    <p:anim calcmode="lin" valueType="num">
                                      <p:cBhvr>
                                        <p:cTn id="18" dur="750" fill="hold"/>
                                        <p:tgtEl>
                                          <p:spTgt spid="35"/>
                                        </p:tgtEl>
                                        <p:attrNameLst>
                                          <p:attrName>ppt_h</p:attrName>
                                        </p:attrNameLst>
                                      </p:cBhvr>
                                      <p:tavLst>
                                        <p:tav tm="0">
                                          <p:val>
                                            <p:fltVal val="0"/>
                                          </p:val>
                                        </p:tav>
                                        <p:tav tm="100000">
                                          <p:val>
                                            <p:strVal val="#ppt_h"/>
                                          </p:val>
                                        </p:tav>
                                      </p:tavLst>
                                    </p:anim>
                                    <p:animEffect transition="in" filter="fade">
                                      <p:cBhvr>
                                        <p:cTn id="19" dur="750"/>
                                        <p:tgtEl>
                                          <p:spTgt spid="35"/>
                                        </p:tgtEl>
                                      </p:cBhvr>
                                    </p:animEffect>
                                  </p:childTnLst>
                                </p:cTn>
                              </p:par>
                              <p:par>
                                <p:cTn id="20" presetID="53" presetClass="entr" presetSubtype="16" fill="hold" grpId="0" nodeType="withEffect">
                                  <p:stCondLst>
                                    <p:cond delay="150"/>
                                  </p:stCondLst>
                                  <p:childTnLst>
                                    <p:set>
                                      <p:cBhvr>
                                        <p:cTn id="21" dur="1" fill="hold">
                                          <p:stCondLst>
                                            <p:cond delay="0"/>
                                          </p:stCondLst>
                                        </p:cTn>
                                        <p:tgtEl>
                                          <p:spTgt spid="36"/>
                                        </p:tgtEl>
                                        <p:attrNameLst>
                                          <p:attrName>style.visibility</p:attrName>
                                        </p:attrNameLst>
                                      </p:cBhvr>
                                      <p:to>
                                        <p:strVal val="visible"/>
                                      </p:to>
                                    </p:set>
                                    <p:anim calcmode="lin" valueType="num">
                                      <p:cBhvr>
                                        <p:cTn id="22" dur="750" fill="hold"/>
                                        <p:tgtEl>
                                          <p:spTgt spid="36"/>
                                        </p:tgtEl>
                                        <p:attrNameLst>
                                          <p:attrName>ppt_w</p:attrName>
                                        </p:attrNameLst>
                                      </p:cBhvr>
                                      <p:tavLst>
                                        <p:tav tm="0">
                                          <p:val>
                                            <p:fltVal val="0"/>
                                          </p:val>
                                        </p:tav>
                                        <p:tav tm="100000">
                                          <p:val>
                                            <p:strVal val="#ppt_w"/>
                                          </p:val>
                                        </p:tav>
                                      </p:tavLst>
                                    </p:anim>
                                    <p:anim calcmode="lin" valueType="num">
                                      <p:cBhvr>
                                        <p:cTn id="23" dur="750" fill="hold"/>
                                        <p:tgtEl>
                                          <p:spTgt spid="36"/>
                                        </p:tgtEl>
                                        <p:attrNameLst>
                                          <p:attrName>ppt_h</p:attrName>
                                        </p:attrNameLst>
                                      </p:cBhvr>
                                      <p:tavLst>
                                        <p:tav tm="0">
                                          <p:val>
                                            <p:fltVal val="0"/>
                                          </p:val>
                                        </p:tav>
                                        <p:tav tm="100000">
                                          <p:val>
                                            <p:strVal val="#ppt_h"/>
                                          </p:val>
                                        </p:tav>
                                      </p:tavLst>
                                    </p:anim>
                                    <p:animEffect transition="in" filter="fade">
                                      <p:cBhvr>
                                        <p:cTn id="24" dur="750"/>
                                        <p:tgtEl>
                                          <p:spTgt spid="36"/>
                                        </p:tgtEl>
                                      </p:cBhvr>
                                    </p:animEffect>
                                  </p:childTnLst>
                                </p:cTn>
                              </p:par>
                              <p:par>
                                <p:cTn id="25" presetID="53" presetClass="entr" presetSubtype="16" fill="hold" grpId="0" nodeType="withEffect">
                                  <p:stCondLst>
                                    <p:cond delay="150"/>
                                  </p:stCondLst>
                                  <p:childTnLst>
                                    <p:set>
                                      <p:cBhvr>
                                        <p:cTn id="26" dur="1" fill="hold">
                                          <p:stCondLst>
                                            <p:cond delay="0"/>
                                          </p:stCondLst>
                                        </p:cTn>
                                        <p:tgtEl>
                                          <p:spTgt spid="37"/>
                                        </p:tgtEl>
                                        <p:attrNameLst>
                                          <p:attrName>style.visibility</p:attrName>
                                        </p:attrNameLst>
                                      </p:cBhvr>
                                      <p:to>
                                        <p:strVal val="visible"/>
                                      </p:to>
                                    </p:set>
                                    <p:anim calcmode="lin" valueType="num">
                                      <p:cBhvr>
                                        <p:cTn id="27" dur="750" fill="hold"/>
                                        <p:tgtEl>
                                          <p:spTgt spid="37"/>
                                        </p:tgtEl>
                                        <p:attrNameLst>
                                          <p:attrName>ppt_w</p:attrName>
                                        </p:attrNameLst>
                                      </p:cBhvr>
                                      <p:tavLst>
                                        <p:tav tm="0">
                                          <p:val>
                                            <p:fltVal val="0"/>
                                          </p:val>
                                        </p:tav>
                                        <p:tav tm="100000">
                                          <p:val>
                                            <p:strVal val="#ppt_w"/>
                                          </p:val>
                                        </p:tav>
                                      </p:tavLst>
                                    </p:anim>
                                    <p:anim calcmode="lin" valueType="num">
                                      <p:cBhvr>
                                        <p:cTn id="28" dur="750" fill="hold"/>
                                        <p:tgtEl>
                                          <p:spTgt spid="37"/>
                                        </p:tgtEl>
                                        <p:attrNameLst>
                                          <p:attrName>ppt_h</p:attrName>
                                        </p:attrNameLst>
                                      </p:cBhvr>
                                      <p:tavLst>
                                        <p:tav tm="0">
                                          <p:val>
                                            <p:fltVal val="0"/>
                                          </p:val>
                                        </p:tav>
                                        <p:tav tm="100000">
                                          <p:val>
                                            <p:strVal val="#ppt_h"/>
                                          </p:val>
                                        </p:tav>
                                      </p:tavLst>
                                    </p:anim>
                                    <p:animEffect transition="in" filter="fade">
                                      <p:cBhvr>
                                        <p:cTn id="29" dur="750"/>
                                        <p:tgtEl>
                                          <p:spTgt spid="37"/>
                                        </p:tgtEl>
                                      </p:cBhvr>
                                    </p:animEffect>
                                  </p:childTnLst>
                                </p:cTn>
                              </p:par>
                              <p:par>
                                <p:cTn id="30" presetID="53" presetClass="entr" presetSubtype="16" fill="hold" nodeType="withEffect">
                                  <p:stCondLst>
                                    <p:cond delay="150"/>
                                  </p:stCondLst>
                                  <p:childTnLst>
                                    <p:set>
                                      <p:cBhvr>
                                        <p:cTn id="31" dur="1" fill="hold">
                                          <p:stCondLst>
                                            <p:cond delay="0"/>
                                          </p:stCondLst>
                                        </p:cTn>
                                        <p:tgtEl>
                                          <p:spTgt spid="38"/>
                                        </p:tgtEl>
                                        <p:attrNameLst>
                                          <p:attrName>style.visibility</p:attrName>
                                        </p:attrNameLst>
                                      </p:cBhvr>
                                      <p:to>
                                        <p:strVal val="visible"/>
                                      </p:to>
                                    </p:set>
                                    <p:anim calcmode="lin" valueType="num">
                                      <p:cBhvr>
                                        <p:cTn id="32" dur="750" fill="hold"/>
                                        <p:tgtEl>
                                          <p:spTgt spid="38"/>
                                        </p:tgtEl>
                                        <p:attrNameLst>
                                          <p:attrName>ppt_w</p:attrName>
                                        </p:attrNameLst>
                                      </p:cBhvr>
                                      <p:tavLst>
                                        <p:tav tm="0">
                                          <p:val>
                                            <p:fltVal val="0"/>
                                          </p:val>
                                        </p:tav>
                                        <p:tav tm="100000">
                                          <p:val>
                                            <p:strVal val="#ppt_w"/>
                                          </p:val>
                                        </p:tav>
                                      </p:tavLst>
                                    </p:anim>
                                    <p:anim calcmode="lin" valueType="num">
                                      <p:cBhvr>
                                        <p:cTn id="33" dur="750" fill="hold"/>
                                        <p:tgtEl>
                                          <p:spTgt spid="38"/>
                                        </p:tgtEl>
                                        <p:attrNameLst>
                                          <p:attrName>ppt_h</p:attrName>
                                        </p:attrNameLst>
                                      </p:cBhvr>
                                      <p:tavLst>
                                        <p:tav tm="0">
                                          <p:val>
                                            <p:fltVal val="0"/>
                                          </p:val>
                                        </p:tav>
                                        <p:tav tm="100000">
                                          <p:val>
                                            <p:strVal val="#ppt_h"/>
                                          </p:val>
                                        </p:tav>
                                      </p:tavLst>
                                    </p:anim>
                                    <p:animEffect transition="in" filter="fade">
                                      <p:cBhvr>
                                        <p:cTn id="34" dur="750"/>
                                        <p:tgtEl>
                                          <p:spTgt spid="38"/>
                                        </p:tgtEl>
                                      </p:cBhvr>
                                    </p:animEffect>
                                  </p:childTnLst>
                                </p:cTn>
                              </p:par>
                              <p:par>
                                <p:cTn id="35" presetID="53" presetClass="entr" presetSubtype="16" fill="hold" grpId="0" nodeType="withEffect">
                                  <p:stCondLst>
                                    <p:cond delay="150"/>
                                  </p:stCondLst>
                                  <p:childTnLst>
                                    <p:set>
                                      <p:cBhvr>
                                        <p:cTn id="36" dur="1" fill="hold">
                                          <p:stCondLst>
                                            <p:cond delay="0"/>
                                          </p:stCondLst>
                                        </p:cTn>
                                        <p:tgtEl>
                                          <p:spTgt spid="39"/>
                                        </p:tgtEl>
                                        <p:attrNameLst>
                                          <p:attrName>style.visibility</p:attrName>
                                        </p:attrNameLst>
                                      </p:cBhvr>
                                      <p:to>
                                        <p:strVal val="visible"/>
                                      </p:to>
                                    </p:set>
                                    <p:anim calcmode="lin" valueType="num">
                                      <p:cBhvr>
                                        <p:cTn id="37" dur="750" fill="hold"/>
                                        <p:tgtEl>
                                          <p:spTgt spid="39"/>
                                        </p:tgtEl>
                                        <p:attrNameLst>
                                          <p:attrName>ppt_w</p:attrName>
                                        </p:attrNameLst>
                                      </p:cBhvr>
                                      <p:tavLst>
                                        <p:tav tm="0">
                                          <p:val>
                                            <p:fltVal val="0"/>
                                          </p:val>
                                        </p:tav>
                                        <p:tav tm="100000">
                                          <p:val>
                                            <p:strVal val="#ppt_w"/>
                                          </p:val>
                                        </p:tav>
                                      </p:tavLst>
                                    </p:anim>
                                    <p:anim calcmode="lin" valueType="num">
                                      <p:cBhvr>
                                        <p:cTn id="38" dur="750" fill="hold"/>
                                        <p:tgtEl>
                                          <p:spTgt spid="39"/>
                                        </p:tgtEl>
                                        <p:attrNameLst>
                                          <p:attrName>ppt_h</p:attrName>
                                        </p:attrNameLst>
                                      </p:cBhvr>
                                      <p:tavLst>
                                        <p:tav tm="0">
                                          <p:val>
                                            <p:fltVal val="0"/>
                                          </p:val>
                                        </p:tav>
                                        <p:tav tm="100000">
                                          <p:val>
                                            <p:strVal val="#ppt_h"/>
                                          </p:val>
                                        </p:tav>
                                      </p:tavLst>
                                    </p:anim>
                                    <p:animEffect transition="in" filter="fade">
                                      <p:cBhvr>
                                        <p:cTn id="39" dur="750"/>
                                        <p:tgtEl>
                                          <p:spTgt spid="39"/>
                                        </p:tgtEl>
                                      </p:cBhvr>
                                    </p:animEffect>
                                  </p:childTnLst>
                                </p:cTn>
                              </p:par>
                              <p:par>
                                <p:cTn id="40" presetID="53" presetClass="entr" presetSubtype="16" fill="hold" grpId="0" nodeType="withEffect">
                                  <p:stCondLst>
                                    <p:cond delay="150"/>
                                  </p:stCondLst>
                                  <p:childTnLst>
                                    <p:set>
                                      <p:cBhvr>
                                        <p:cTn id="41" dur="1" fill="hold">
                                          <p:stCondLst>
                                            <p:cond delay="0"/>
                                          </p:stCondLst>
                                        </p:cTn>
                                        <p:tgtEl>
                                          <p:spTgt spid="40"/>
                                        </p:tgtEl>
                                        <p:attrNameLst>
                                          <p:attrName>style.visibility</p:attrName>
                                        </p:attrNameLst>
                                      </p:cBhvr>
                                      <p:to>
                                        <p:strVal val="visible"/>
                                      </p:to>
                                    </p:set>
                                    <p:anim calcmode="lin" valueType="num">
                                      <p:cBhvr>
                                        <p:cTn id="42" dur="750" fill="hold"/>
                                        <p:tgtEl>
                                          <p:spTgt spid="40"/>
                                        </p:tgtEl>
                                        <p:attrNameLst>
                                          <p:attrName>ppt_w</p:attrName>
                                        </p:attrNameLst>
                                      </p:cBhvr>
                                      <p:tavLst>
                                        <p:tav tm="0">
                                          <p:val>
                                            <p:fltVal val="0"/>
                                          </p:val>
                                        </p:tav>
                                        <p:tav tm="100000">
                                          <p:val>
                                            <p:strVal val="#ppt_w"/>
                                          </p:val>
                                        </p:tav>
                                      </p:tavLst>
                                    </p:anim>
                                    <p:anim calcmode="lin" valueType="num">
                                      <p:cBhvr>
                                        <p:cTn id="43" dur="750" fill="hold"/>
                                        <p:tgtEl>
                                          <p:spTgt spid="40"/>
                                        </p:tgtEl>
                                        <p:attrNameLst>
                                          <p:attrName>ppt_h</p:attrName>
                                        </p:attrNameLst>
                                      </p:cBhvr>
                                      <p:tavLst>
                                        <p:tav tm="0">
                                          <p:val>
                                            <p:fltVal val="0"/>
                                          </p:val>
                                        </p:tav>
                                        <p:tav tm="100000">
                                          <p:val>
                                            <p:strVal val="#ppt_h"/>
                                          </p:val>
                                        </p:tav>
                                      </p:tavLst>
                                    </p:anim>
                                    <p:animEffect transition="in" filter="fade">
                                      <p:cBhvr>
                                        <p:cTn id="44" dur="750"/>
                                        <p:tgtEl>
                                          <p:spTgt spid="40"/>
                                        </p:tgtEl>
                                      </p:cBhvr>
                                    </p:animEffect>
                                  </p:childTnLst>
                                </p:cTn>
                              </p:par>
                              <p:par>
                                <p:cTn id="45" presetID="53" presetClass="entr" presetSubtype="16" fill="hold" nodeType="withEffect">
                                  <p:stCondLst>
                                    <p:cond delay="150"/>
                                  </p:stCondLst>
                                  <p:childTnLst>
                                    <p:set>
                                      <p:cBhvr>
                                        <p:cTn id="46" dur="1" fill="hold">
                                          <p:stCondLst>
                                            <p:cond delay="0"/>
                                          </p:stCondLst>
                                        </p:cTn>
                                        <p:tgtEl>
                                          <p:spTgt spid="41"/>
                                        </p:tgtEl>
                                        <p:attrNameLst>
                                          <p:attrName>style.visibility</p:attrName>
                                        </p:attrNameLst>
                                      </p:cBhvr>
                                      <p:to>
                                        <p:strVal val="visible"/>
                                      </p:to>
                                    </p:set>
                                    <p:anim calcmode="lin" valueType="num">
                                      <p:cBhvr>
                                        <p:cTn id="47" dur="750" fill="hold"/>
                                        <p:tgtEl>
                                          <p:spTgt spid="41"/>
                                        </p:tgtEl>
                                        <p:attrNameLst>
                                          <p:attrName>ppt_w</p:attrName>
                                        </p:attrNameLst>
                                      </p:cBhvr>
                                      <p:tavLst>
                                        <p:tav tm="0">
                                          <p:val>
                                            <p:fltVal val="0"/>
                                          </p:val>
                                        </p:tav>
                                        <p:tav tm="100000">
                                          <p:val>
                                            <p:strVal val="#ppt_w"/>
                                          </p:val>
                                        </p:tav>
                                      </p:tavLst>
                                    </p:anim>
                                    <p:anim calcmode="lin" valueType="num">
                                      <p:cBhvr>
                                        <p:cTn id="48" dur="750" fill="hold"/>
                                        <p:tgtEl>
                                          <p:spTgt spid="41"/>
                                        </p:tgtEl>
                                        <p:attrNameLst>
                                          <p:attrName>ppt_h</p:attrName>
                                        </p:attrNameLst>
                                      </p:cBhvr>
                                      <p:tavLst>
                                        <p:tav tm="0">
                                          <p:val>
                                            <p:fltVal val="0"/>
                                          </p:val>
                                        </p:tav>
                                        <p:tav tm="100000">
                                          <p:val>
                                            <p:strVal val="#ppt_h"/>
                                          </p:val>
                                        </p:tav>
                                      </p:tavLst>
                                    </p:anim>
                                    <p:animEffect transition="in" filter="fade">
                                      <p:cBhvr>
                                        <p:cTn id="49" dur="750"/>
                                        <p:tgtEl>
                                          <p:spTgt spid="41"/>
                                        </p:tgtEl>
                                      </p:cBhvr>
                                    </p:animEffect>
                                  </p:childTnLst>
                                </p:cTn>
                              </p:par>
                              <p:par>
                                <p:cTn id="50" presetID="53" presetClass="entr" presetSubtype="16" fill="hold" grpId="0" nodeType="withEffect">
                                  <p:stCondLst>
                                    <p:cond delay="150"/>
                                  </p:stCondLst>
                                  <p:childTnLst>
                                    <p:set>
                                      <p:cBhvr>
                                        <p:cTn id="51" dur="1" fill="hold">
                                          <p:stCondLst>
                                            <p:cond delay="0"/>
                                          </p:stCondLst>
                                        </p:cTn>
                                        <p:tgtEl>
                                          <p:spTgt spid="42"/>
                                        </p:tgtEl>
                                        <p:attrNameLst>
                                          <p:attrName>style.visibility</p:attrName>
                                        </p:attrNameLst>
                                      </p:cBhvr>
                                      <p:to>
                                        <p:strVal val="visible"/>
                                      </p:to>
                                    </p:set>
                                    <p:anim calcmode="lin" valueType="num">
                                      <p:cBhvr>
                                        <p:cTn id="52" dur="750" fill="hold"/>
                                        <p:tgtEl>
                                          <p:spTgt spid="42"/>
                                        </p:tgtEl>
                                        <p:attrNameLst>
                                          <p:attrName>ppt_w</p:attrName>
                                        </p:attrNameLst>
                                      </p:cBhvr>
                                      <p:tavLst>
                                        <p:tav tm="0">
                                          <p:val>
                                            <p:fltVal val="0"/>
                                          </p:val>
                                        </p:tav>
                                        <p:tav tm="100000">
                                          <p:val>
                                            <p:strVal val="#ppt_w"/>
                                          </p:val>
                                        </p:tav>
                                      </p:tavLst>
                                    </p:anim>
                                    <p:anim calcmode="lin" valueType="num">
                                      <p:cBhvr>
                                        <p:cTn id="53" dur="750" fill="hold"/>
                                        <p:tgtEl>
                                          <p:spTgt spid="42"/>
                                        </p:tgtEl>
                                        <p:attrNameLst>
                                          <p:attrName>ppt_h</p:attrName>
                                        </p:attrNameLst>
                                      </p:cBhvr>
                                      <p:tavLst>
                                        <p:tav tm="0">
                                          <p:val>
                                            <p:fltVal val="0"/>
                                          </p:val>
                                        </p:tav>
                                        <p:tav tm="100000">
                                          <p:val>
                                            <p:strVal val="#ppt_h"/>
                                          </p:val>
                                        </p:tav>
                                      </p:tavLst>
                                    </p:anim>
                                    <p:animEffect transition="in" filter="fade">
                                      <p:cBhvr>
                                        <p:cTn id="54" dur="750"/>
                                        <p:tgtEl>
                                          <p:spTgt spid="4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grpId="1" nodeType="clickEffect">
                                  <p:stCondLst>
                                    <p:cond delay="0"/>
                                  </p:stCondLst>
                                  <p:childTnLst>
                                    <p:animEffect transition="out" filter="fade">
                                      <p:cBhvr>
                                        <p:cTn id="58" dur="300"/>
                                        <p:tgtEl>
                                          <p:spTgt spid="33"/>
                                        </p:tgtEl>
                                      </p:cBhvr>
                                    </p:animEffect>
                                    <p:set>
                                      <p:cBhvr>
                                        <p:cTn id="59" dur="1" fill="hold">
                                          <p:stCondLst>
                                            <p:cond delay="299"/>
                                          </p:stCondLst>
                                        </p:cTn>
                                        <p:tgtEl>
                                          <p:spTgt spid="33"/>
                                        </p:tgtEl>
                                        <p:attrNameLst>
                                          <p:attrName>style.visibility</p:attrName>
                                        </p:attrNameLst>
                                      </p:cBhvr>
                                      <p:to>
                                        <p:strVal val="hidden"/>
                                      </p:to>
                                    </p:set>
                                  </p:childTnLst>
                                </p:cTn>
                              </p:par>
                              <p:par>
                                <p:cTn id="60" presetID="10" presetClass="exit" presetSubtype="0" fill="hold" grpId="1" nodeType="withEffect">
                                  <p:stCondLst>
                                    <p:cond delay="0"/>
                                  </p:stCondLst>
                                  <p:childTnLst>
                                    <p:animEffect transition="out" filter="fade">
                                      <p:cBhvr>
                                        <p:cTn id="61" dur="300"/>
                                        <p:tgtEl>
                                          <p:spTgt spid="34"/>
                                        </p:tgtEl>
                                      </p:cBhvr>
                                    </p:animEffect>
                                    <p:set>
                                      <p:cBhvr>
                                        <p:cTn id="62" dur="1" fill="hold">
                                          <p:stCondLst>
                                            <p:cond delay="299"/>
                                          </p:stCondLst>
                                        </p:cTn>
                                        <p:tgtEl>
                                          <p:spTgt spid="34"/>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64" dur="300"/>
                                        <p:tgtEl>
                                          <p:spTgt spid="35"/>
                                        </p:tgtEl>
                                      </p:cBhvr>
                                    </p:animEffect>
                                    <p:set>
                                      <p:cBhvr>
                                        <p:cTn id="65" dur="1" fill="hold">
                                          <p:stCondLst>
                                            <p:cond delay="299"/>
                                          </p:stCondLst>
                                        </p:cTn>
                                        <p:tgtEl>
                                          <p:spTgt spid="35"/>
                                        </p:tgtEl>
                                        <p:attrNameLst>
                                          <p:attrName>style.visibility</p:attrName>
                                        </p:attrNameLst>
                                      </p:cBhvr>
                                      <p:to>
                                        <p:strVal val="hidden"/>
                                      </p:to>
                                    </p:set>
                                  </p:childTnLst>
                                </p:cTn>
                              </p:par>
                              <p:par>
                                <p:cTn id="66" presetID="10" presetClass="exit" presetSubtype="0" fill="hold" grpId="1" nodeType="withEffect">
                                  <p:stCondLst>
                                    <p:cond delay="0"/>
                                  </p:stCondLst>
                                  <p:childTnLst>
                                    <p:animEffect transition="out" filter="fade">
                                      <p:cBhvr>
                                        <p:cTn id="67" dur="300"/>
                                        <p:tgtEl>
                                          <p:spTgt spid="36"/>
                                        </p:tgtEl>
                                      </p:cBhvr>
                                    </p:animEffect>
                                    <p:set>
                                      <p:cBhvr>
                                        <p:cTn id="68" dur="1" fill="hold">
                                          <p:stCondLst>
                                            <p:cond delay="299"/>
                                          </p:stCondLst>
                                        </p:cTn>
                                        <p:tgtEl>
                                          <p:spTgt spid="36"/>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300"/>
                                        <p:tgtEl>
                                          <p:spTgt spid="37"/>
                                        </p:tgtEl>
                                      </p:cBhvr>
                                    </p:animEffect>
                                    <p:set>
                                      <p:cBhvr>
                                        <p:cTn id="71" dur="1" fill="hold">
                                          <p:stCondLst>
                                            <p:cond delay="299"/>
                                          </p:stCondLst>
                                        </p:cTn>
                                        <p:tgtEl>
                                          <p:spTgt spid="37"/>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300"/>
                                        <p:tgtEl>
                                          <p:spTgt spid="38"/>
                                        </p:tgtEl>
                                      </p:cBhvr>
                                    </p:animEffect>
                                    <p:set>
                                      <p:cBhvr>
                                        <p:cTn id="74" dur="1" fill="hold">
                                          <p:stCondLst>
                                            <p:cond delay="299"/>
                                          </p:stCondLst>
                                        </p:cTn>
                                        <p:tgtEl>
                                          <p:spTgt spid="38"/>
                                        </p:tgtEl>
                                        <p:attrNameLst>
                                          <p:attrName>style.visibility</p:attrName>
                                        </p:attrNameLst>
                                      </p:cBhvr>
                                      <p:to>
                                        <p:strVal val="hidden"/>
                                      </p:to>
                                    </p:set>
                                  </p:childTnLst>
                                </p:cTn>
                              </p:par>
                              <p:par>
                                <p:cTn id="75" presetID="10" presetClass="exit" presetSubtype="0" fill="hold" grpId="1" nodeType="withEffect">
                                  <p:stCondLst>
                                    <p:cond delay="0"/>
                                  </p:stCondLst>
                                  <p:childTnLst>
                                    <p:animEffect transition="out" filter="fade">
                                      <p:cBhvr>
                                        <p:cTn id="76" dur="300"/>
                                        <p:tgtEl>
                                          <p:spTgt spid="39"/>
                                        </p:tgtEl>
                                      </p:cBhvr>
                                    </p:animEffect>
                                    <p:set>
                                      <p:cBhvr>
                                        <p:cTn id="77" dur="1" fill="hold">
                                          <p:stCondLst>
                                            <p:cond delay="299"/>
                                          </p:stCondLst>
                                        </p:cTn>
                                        <p:tgtEl>
                                          <p:spTgt spid="39"/>
                                        </p:tgtEl>
                                        <p:attrNameLst>
                                          <p:attrName>style.visibility</p:attrName>
                                        </p:attrNameLst>
                                      </p:cBhvr>
                                      <p:to>
                                        <p:strVal val="hidden"/>
                                      </p:to>
                                    </p:set>
                                  </p:childTnLst>
                                </p:cTn>
                              </p:par>
                              <p:par>
                                <p:cTn id="78" presetID="10" presetClass="exit" presetSubtype="0" fill="hold" grpId="1" nodeType="withEffect">
                                  <p:stCondLst>
                                    <p:cond delay="0"/>
                                  </p:stCondLst>
                                  <p:childTnLst>
                                    <p:animEffect transition="out" filter="fade">
                                      <p:cBhvr>
                                        <p:cTn id="79" dur="300"/>
                                        <p:tgtEl>
                                          <p:spTgt spid="40"/>
                                        </p:tgtEl>
                                      </p:cBhvr>
                                    </p:animEffect>
                                    <p:set>
                                      <p:cBhvr>
                                        <p:cTn id="80" dur="1" fill="hold">
                                          <p:stCondLst>
                                            <p:cond delay="299"/>
                                          </p:stCondLst>
                                        </p:cTn>
                                        <p:tgtEl>
                                          <p:spTgt spid="40"/>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300"/>
                                        <p:tgtEl>
                                          <p:spTgt spid="41"/>
                                        </p:tgtEl>
                                      </p:cBhvr>
                                    </p:animEffect>
                                    <p:set>
                                      <p:cBhvr>
                                        <p:cTn id="83" dur="1" fill="hold">
                                          <p:stCondLst>
                                            <p:cond delay="299"/>
                                          </p:stCondLst>
                                        </p:cTn>
                                        <p:tgtEl>
                                          <p:spTgt spid="41"/>
                                        </p:tgtEl>
                                        <p:attrNameLst>
                                          <p:attrName>style.visibility</p:attrName>
                                        </p:attrNameLst>
                                      </p:cBhvr>
                                      <p:to>
                                        <p:strVal val="hidden"/>
                                      </p:to>
                                    </p:set>
                                  </p:childTnLst>
                                </p:cTn>
                              </p:par>
                              <p:par>
                                <p:cTn id="84" presetID="10" presetClass="exit" presetSubtype="0" fill="hold" grpId="1" nodeType="withEffect">
                                  <p:stCondLst>
                                    <p:cond delay="0"/>
                                  </p:stCondLst>
                                  <p:childTnLst>
                                    <p:animEffect transition="out" filter="fade">
                                      <p:cBhvr>
                                        <p:cTn id="85" dur="300"/>
                                        <p:tgtEl>
                                          <p:spTgt spid="42"/>
                                        </p:tgtEl>
                                      </p:cBhvr>
                                    </p:animEffect>
                                    <p:set>
                                      <p:cBhvr>
                                        <p:cTn id="86" dur="1" fill="hold">
                                          <p:stCondLst>
                                            <p:cond delay="299"/>
                                          </p:stCondLst>
                                        </p:cTn>
                                        <p:tgtEl>
                                          <p:spTgt spid="42"/>
                                        </p:tgtEl>
                                        <p:attrNameLst>
                                          <p:attrName>style.visibility</p:attrName>
                                        </p:attrNameLst>
                                      </p:cBhvr>
                                      <p:to>
                                        <p:strVal val="hidden"/>
                                      </p:to>
                                    </p:set>
                                  </p:childTnLst>
                                </p:cTn>
                              </p:par>
                              <p:par>
                                <p:cTn id="87" presetID="1" presetClass="entr" presetSubtype="0" fill="hold" nodeType="withEffect">
                                  <p:stCondLst>
                                    <p:cond delay="0"/>
                                  </p:stCondLst>
                                  <p:childTnLst>
                                    <p:set>
                                      <p:cBhvr>
                                        <p:cTn id="88" dur="1" fill="hold">
                                          <p:stCondLst>
                                            <p:cond delay="0"/>
                                          </p:stCondLst>
                                        </p:cTn>
                                        <p:tgtEl>
                                          <p:spTgt spid="12"/>
                                        </p:tgtEl>
                                        <p:attrNameLst>
                                          <p:attrName>style.visibility</p:attrName>
                                        </p:attrNameLst>
                                      </p:cBhvr>
                                      <p:to>
                                        <p:strVal val="visible"/>
                                      </p:to>
                                    </p:set>
                                  </p:childTnLst>
                                </p:cTn>
                              </p:par>
                              <p:par>
                                <p:cTn id="89" presetID="10" presetClass="exit" presetSubtype="0" fill="hold" nodeType="withEffect">
                                  <p:stCondLst>
                                    <p:cond delay="0"/>
                                  </p:stCondLst>
                                  <p:childTnLst>
                                    <p:animEffect transition="out" filter="fade">
                                      <p:cBhvr>
                                        <p:cTn id="90" dur="420"/>
                                        <p:tgtEl>
                                          <p:spTgt spid="17"/>
                                        </p:tgtEl>
                                      </p:cBhvr>
                                    </p:animEffect>
                                    <p:set>
                                      <p:cBhvr>
                                        <p:cTn id="91" dur="1" fill="hold">
                                          <p:stCondLst>
                                            <p:cond delay="419"/>
                                          </p:stCondLst>
                                        </p:cTn>
                                        <p:tgtEl>
                                          <p:spTgt spid="17"/>
                                        </p:tgtEl>
                                        <p:attrNameLst>
                                          <p:attrName>style.visibility</p:attrName>
                                        </p:attrNameLst>
                                      </p:cBhvr>
                                      <p:to>
                                        <p:strVal val="hidden"/>
                                      </p:to>
                                    </p:set>
                                  </p:childTnLst>
                                </p:cTn>
                              </p:par>
                              <p:par>
                                <p:cTn id="92" presetID="42" presetClass="entr" presetSubtype="0" fill="hold" grpId="0" nodeType="withEffect">
                                  <p:stCondLst>
                                    <p:cond delay="250"/>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650"/>
                                        <p:tgtEl>
                                          <p:spTgt spid="19"/>
                                        </p:tgtEl>
                                      </p:cBhvr>
                                    </p:animEffect>
                                    <p:anim calcmode="lin" valueType="num">
                                      <p:cBhvr>
                                        <p:cTn id="95" dur="650" fill="hold"/>
                                        <p:tgtEl>
                                          <p:spTgt spid="19"/>
                                        </p:tgtEl>
                                        <p:attrNameLst>
                                          <p:attrName>ppt_x</p:attrName>
                                        </p:attrNameLst>
                                      </p:cBhvr>
                                      <p:tavLst>
                                        <p:tav tm="0">
                                          <p:val>
                                            <p:strVal val="#ppt_x"/>
                                          </p:val>
                                        </p:tav>
                                        <p:tav tm="100000">
                                          <p:val>
                                            <p:strVal val="#ppt_x"/>
                                          </p:val>
                                        </p:tav>
                                      </p:tavLst>
                                    </p:anim>
                                    <p:anim calcmode="lin" valueType="num">
                                      <p:cBhvr>
                                        <p:cTn id="96" dur="650" fill="hold"/>
                                        <p:tgtEl>
                                          <p:spTgt spid="19"/>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250"/>
                                  </p:stCondLst>
                                  <p:childTnLst>
                                    <p:set>
                                      <p:cBhvr>
                                        <p:cTn id="98" dur="1" fill="hold">
                                          <p:stCondLst>
                                            <p:cond delay="0"/>
                                          </p:stCondLst>
                                        </p:cTn>
                                        <p:tgtEl>
                                          <p:spTgt spid="20"/>
                                        </p:tgtEl>
                                        <p:attrNameLst>
                                          <p:attrName>style.visibility</p:attrName>
                                        </p:attrNameLst>
                                      </p:cBhvr>
                                      <p:to>
                                        <p:strVal val="visible"/>
                                      </p:to>
                                    </p:set>
                                    <p:animEffect transition="in" filter="fade">
                                      <p:cBhvr>
                                        <p:cTn id="99" dur="650"/>
                                        <p:tgtEl>
                                          <p:spTgt spid="20"/>
                                        </p:tgtEl>
                                      </p:cBhvr>
                                    </p:animEffect>
                                    <p:anim calcmode="lin" valueType="num">
                                      <p:cBhvr>
                                        <p:cTn id="100" dur="650" fill="hold"/>
                                        <p:tgtEl>
                                          <p:spTgt spid="20"/>
                                        </p:tgtEl>
                                        <p:attrNameLst>
                                          <p:attrName>ppt_x</p:attrName>
                                        </p:attrNameLst>
                                      </p:cBhvr>
                                      <p:tavLst>
                                        <p:tav tm="0">
                                          <p:val>
                                            <p:strVal val="#ppt_x"/>
                                          </p:val>
                                        </p:tav>
                                        <p:tav tm="100000">
                                          <p:val>
                                            <p:strVal val="#ppt_x"/>
                                          </p:val>
                                        </p:tav>
                                      </p:tavLst>
                                    </p:anim>
                                    <p:anim calcmode="lin" valueType="num">
                                      <p:cBhvr>
                                        <p:cTn id="101" dur="650" fill="hold"/>
                                        <p:tgtEl>
                                          <p:spTgt spid="20"/>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250"/>
                                  </p:stCondLst>
                                  <p:childTnLst>
                                    <p:set>
                                      <p:cBhvr>
                                        <p:cTn id="103" dur="1" fill="hold">
                                          <p:stCondLst>
                                            <p:cond delay="0"/>
                                          </p:stCondLst>
                                        </p:cTn>
                                        <p:tgtEl>
                                          <p:spTgt spid="21"/>
                                        </p:tgtEl>
                                        <p:attrNameLst>
                                          <p:attrName>style.visibility</p:attrName>
                                        </p:attrNameLst>
                                      </p:cBhvr>
                                      <p:to>
                                        <p:strVal val="visible"/>
                                      </p:to>
                                    </p:set>
                                    <p:animEffect transition="in" filter="fade">
                                      <p:cBhvr>
                                        <p:cTn id="104" dur="650"/>
                                        <p:tgtEl>
                                          <p:spTgt spid="21"/>
                                        </p:tgtEl>
                                      </p:cBhvr>
                                    </p:animEffect>
                                    <p:anim calcmode="lin" valueType="num">
                                      <p:cBhvr>
                                        <p:cTn id="105" dur="650" fill="hold"/>
                                        <p:tgtEl>
                                          <p:spTgt spid="21"/>
                                        </p:tgtEl>
                                        <p:attrNameLst>
                                          <p:attrName>ppt_x</p:attrName>
                                        </p:attrNameLst>
                                      </p:cBhvr>
                                      <p:tavLst>
                                        <p:tav tm="0">
                                          <p:val>
                                            <p:strVal val="#ppt_x"/>
                                          </p:val>
                                        </p:tav>
                                        <p:tav tm="100000">
                                          <p:val>
                                            <p:strVal val="#ppt_x"/>
                                          </p:val>
                                        </p:tav>
                                      </p:tavLst>
                                    </p:anim>
                                    <p:anim calcmode="lin" valueType="num">
                                      <p:cBhvr>
                                        <p:cTn id="106" dur="650" fill="hold"/>
                                        <p:tgtEl>
                                          <p:spTgt spid="21"/>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37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650"/>
                                        <p:tgtEl>
                                          <p:spTgt spid="22"/>
                                        </p:tgtEl>
                                      </p:cBhvr>
                                    </p:animEffect>
                                    <p:anim calcmode="lin" valueType="num">
                                      <p:cBhvr>
                                        <p:cTn id="110" dur="650" fill="hold"/>
                                        <p:tgtEl>
                                          <p:spTgt spid="22"/>
                                        </p:tgtEl>
                                        <p:attrNameLst>
                                          <p:attrName>ppt_x</p:attrName>
                                        </p:attrNameLst>
                                      </p:cBhvr>
                                      <p:tavLst>
                                        <p:tav tm="0">
                                          <p:val>
                                            <p:strVal val="#ppt_x"/>
                                          </p:val>
                                        </p:tav>
                                        <p:tav tm="100000">
                                          <p:val>
                                            <p:strVal val="#ppt_x"/>
                                          </p:val>
                                        </p:tav>
                                      </p:tavLst>
                                    </p:anim>
                                    <p:anim calcmode="lin" valueType="num">
                                      <p:cBhvr>
                                        <p:cTn id="111" dur="65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13"/>
                                        </p:tgtEl>
                                        <p:attrNameLst>
                                          <p:attrName>style.visibility</p:attrName>
                                        </p:attrNameLst>
                                      </p:cBhvr>
                                      <p:to>
                                        <p:strVal val="visible"/>
                                      </p:to>
                                    </p:set>
                                    <p:animEffect transition="in" filter="fade">
                                      <p:cBhvr>
                                        <p:cTn id="116" dur="420"/>
                                        <p:tgtEl>
                                          <p:spTgt spid="13"/>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14"/>
                                        </p:tgtEl>
                                        <p:attrNameLst>
                                          <p:attrName>style.visibility</p:attrName>
                                        </p:attrNameLst>
                                      </p:cBhvr>
                                      <p:to>
                                        <p:strVal val="visible"/>
                                      </p:to>
                                    </p:set>
                                    <p:animEffect transition="in" filter="fade">
                                      <p:cBhvr>
                                        <p:cTn id="119" dur="420"/>
                                        <p:tgtEl>
                                          <p:spTgt spid="14"/>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15"/>
                                        </p:tgtEl>
                                        <p:attrNameLst>
                                          <p:attrName>style.visibility</p:attrName>
                                        </p:attrNameLst>
                                      </p:cBhvr>
                                      <p:to>
                                        <p:strVal val="visible"/>
                                      </p:to>
                                    </p:set>
                                    <p:animEffect transition="in" filter="fade">
                                      <p:cBhvr>
                                        <p:cTn id="122" dur="420"/>
                                        <p:tgtEl>
                                          <p:spTgt spid="15"/>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16"/>
                                        </p:tgtEl>
                                        <p:attrNameLst>
                                          <p:attrName>style.visibility</p:attrName>
                                        </p:attrNameLst>
                                      </p:cBhvr>
                                      <p:to>
                                        <p:strVal val="visible"/>
                                      </p:to>
                                    </p:set>
                                    <p:animEffect transition="in" filter="fade">
                                      <p:cBhvr>
                                        <p:cTn id="125" dur="420"/>
                                        <p:tgtEl>
                                          <p:spTgt spid="16"/>
                                        </p:tgtEl>
                                      </p:cBhvr>
                                    </p:animEffect>
                                  </p:childTnLst>
                                </p:cTn>
                              </p:par>
                              <p:par>
                                <p:cTn id="126" presetID="42" presetClass="entr" presetSubtype="0" fill="hold" grpId="0" nodeType="withEffect">
                                  <p:stCondLst>
                                    <p:cond delay="0"/>
                                  </p:stCondLst>
                                  <p:childTnLst>
                                    <p:set>
                                      <p:cBhvr>
                                        <p:cTn id="127" dur="1" fill="hold">
                                          <p:stCondLst>
                                            <p:cond delay="0"/>
                                          </p:stCondLst>
                                        </p:cTn>
                                        <p:tgtEl>
                                          <p:spTgt spid="23"/>
                                        </p:tgtEl>
                                        <p:attrNameLst>
                                          <p:attrName>style.visibility</p:attrName>
                                        </p:attrNameLst>
                                      </p:cBhvr>
                                      <p:to>
                                        <p:strVal val="visible"/>
                                      </p:to>
                                    </p:set>
                                    <p:animEffect transition="in" filter="fade">
                                      <p:cBhvr>
                                        <p:cTn id="128" dur="650"/>
                                        <p:tgtEl>
                                          <p:spTgt spid="23"/>
                                        </p:tgtEl>
                                      </p:cBhvr>
                                    </p:animEffect>
                                    <p:anim calcmode="lin" valueType="num">
                                      <p:cBhvr>
                                        <p:cTn id="129" dur="650" fill="hold"/>
                                        <p:tgtEl>
                                          <p:spTgt spid="23"/>
                                        </p:tgtEl>
                                        <p:attrNameLst>
                                          <p:attrName>ppt_x</p:attrName>
                                        </p:attrNameLst>
                                      </p:cBhvr>
                                      <p:tavLst>
                                        <p:tav tm="0">
                                          <p:val>
                                            <p:strVal val="#ppt_x"/>
                                          </p:val>
                                        </p:tav>
                                        <p:tav tm="100000">
                                          <p:val>
                                            <p:strVal val="#ppt_x"/>
                                          </p:val>
                                        </p:tav>
                                      </p:tavLst>
                                    </p:anim>
                                    <p:anim calcmode="lin" valueType="num">
                                      <p:cBhvr>
                                        <p:cTn id="130" dur="650" fill="hold"/>
                                        <p:tgtEl>
                                          <p:spTgt spid="23"/>
                                        </p:tgtEl>
                                        <p:attrNameLst>
                                          <p:attrName>ppt_y</p:attrName>
                                        </p:attrNameLst>
                                      </p:cBhvr>
                                      <p:tavLst>
                                        <p:tav tm="0">
                                          <p:val>
                                            <p:strVal val="#ppt_y+.1"/>
                                          </p:val>
                                        </p:tav>
                                        <p:tav tm="100000">
                                          <p:val>
                                            <p:strVal val="#ppt_y"/>
                                          </p:val>
                                        </p:tav>
                                      </p:tavLst>
                                    </p:anim>
                                  </p:childTnLst>
                                </p:cTn>
                              </p:par>
                              <p:par>
                                <p:cTn id="131" presetID="42" presetClass="entr" presetSubtype="0" fill="hold" grpId="0" nodeType="withEffect">
                                  <p:stCondLst>
                                    <p:cond delay="0"/>
                                  </p:stCondLst>
                                  <p:childTnLst>
                                    <p:set>
                                      <p:cBhvr>
                                        <p:cTn id="132" dur="1" fill="hold">
                                          <p:stCondLst>
                                            <p:cond delay="0"/>
                                          </p:stCondLst>
                                        </p:cTn>
                                        <p:tgtEl>
                                          <p:spTgt spid="24"/>
                                        </p:tgtEl>
                                        <p:attrNameLst>
                                          <p:attrName>style.visibility</p:attrName>
                                        </p:attrNameLst>
                                      </p:cBhvr>
                                      <p:to>
                                        <p:strVal val="visible"/>
                                      </p:to>
                                    </p:set>
                                    <p:animEffect transition="in" filter="fade">
                                      <p:cBhvr>
                                        <p:cTn id="133" dur="650"/>
                                        <p:tgtEl>
                                          <p:spTgt spid="24"/>
                                        </p:tgtEl>
                                      </p:cBhvr>
                                    </p:animEffect>
                                    <p:anim calcmode="lin" valueType="num">
                                      <p:cBhvr>
                                        <p:cTn id="134" dur="650" fill="hold"/>
                                        <p:tgtEl>
                                          <p:spTgt spid="24"/>
                                        </p:tgtEl>
                                        <p:attrNameLst>
                                          <p:attrName>ppt_x</p:attrName>
                                        </p:attrNameLst>
                                      </p:cBhvr>
                                      <p:tavLst>
                                        <p:tav tm="0">
                                          <p:val>
                                            <p:strVal val="#ppt_x"/>
                                          </p:val>
                                        </p:tav>
                                        <p:tav tm="100000">
                                          <p:val>
                                            <p:strVal val="#ppt_x"/>
                                          </p:val>
                                        </p:tav>
                                      </p:tavLst>
                                    </p:anim>
                                    <p:anim calcmode="lin" valueType="num">
                                      <p:cBhvr>
                                        <p:cTn id="135" dur="650" fill="hold"/>
                                        <p:tgtEl>
                                          <p:spTgt spid="24"/>
                                        </p:tgtEl>
                                        <p:attrNameLst>
                                          <p:attrName>ppt_y</p:attrName>
                                        </p:attrNameLst>
                                      </p:cBhvr>
                                      <p:tavLst>
                                        <p:tav tm="0">
                                          <p:val>
                                            <p:strVal val="#ppt_y+.1"/>
                                          </p:val>
                                        </p:tav>
                                        <p:tav tm="100000">
                                          <p:val>
                                            <p:strVal val="#ppt_y"/>
                                          </p:val>
                                        </p:tav>
                                      </p:tavLst>
                                    </p:anim>
                                  </p:childTnLst>
                                </p:cTn>
                              </p:par>
                              <p:par>
                                <p:cTn id="136" presetID="42" presetClass="entr" presetSubtype="0" fill="hold" grpId="0" nodeType="withEffect">
                                  <p:stCondLst>
                                    <p:cond delay="0"/>
                                  </p:stCondLst>
                                  <p:childTnLst>
                                    <p:set>
                                      <p:cBhvr>
                                        <p:cTn id="137" dur="1" fill="hold">
                                          <p:stCondLst>
                                            <p:cond delay="0"/>
                                          </p:stCondLst>
                                        </p:cTn>
                                        <p:tgtEl>
                                          <p:spTgt spid="25"/>
                                        </p:tgtEl>
                                        <p:attrNameLst>
                                          <p:attrName>style.visibility</p:attrName>
                                        </p:attrNameLst>
                                      </p:cBhvr>
                                      <p:to>
                                        <p:strVal val="visible"/>
                                      </p:to>
                                    </p:set>
                                    <p:animEffect transition="in" filter="fade">
                                      <p:cBhvr>
                                        <p:cTn id="138" dur="650"/>
                                        <p:tgtEl>
                                          <p:spTgt spid="25"/>
                                        </p:tgtEl>
                                      </p:cBhvr>
                                    </p:animEffect>
                                    <p:anim calcmode="lin" valueType="num">
                                      <p:cBhvr>
                                        <p:cTn id="139" dur="650" fill="hold"/>
                                        <p:tgtEl>
                                          <p:spTgt spid="25"/>
                                        </p:tgtEl>
                                        <p:attrNameLst>
                                          <p:attrName>ppt_x</p:attrName>
                                        </p:attrNameLst>
                                      </p:cBhvr>
                                      <p:tavLst>
                                        <p:tav tm="0">
                                          <p:val>
                                            <p:strVal val="#ppt_x"/>
                                          </p:val>
                                        </p:tav>
                                        <p:tav tm="100000">
                                          <p:val>
                                            <p:strVal val="#ppt_x"/>
                                          </p:val>
                                        </p:tav>
                                      </p:tavLst>
                                    </p:anim>
                                    <p:anim calcmode="lin" valueType="num">
                                      <p:cBhvr>
                                        <p:cTn id="140" dur="650" fill="hold"/>
                                        <p:tgtEl>
                                          <p:spTgt spid="25"/>
                                        </p:tgtEl>
                                        <p:attrNameLst>
                                          <p:attrName>ppt_y</p:attrName>
                                        </p:attrNameLst>
                                      </p:cBhvr>
                                      <p:tavLst>
                                        <p:tav tm="0">
                                          <p:val>
                                            <p:strVal val="#ppt_y+.1"/>
                                          </p:val>
                                        </p:tav>
                                        <p:tav tm="100000">
                                          <p:val>
                                            <p:strVal val="#ppt_y"/>
                                          </p:val>
                                        </p:tav>
                                      </p:tavLst>
                                    </p:anim>
                                  </p:childTnLst>
                                </p:cTn>
                              </p:par>
                              <p:par>
                                <p:cTn id="141" presetID="42" presetClass="entr" presetSubtype="0" fill="hold" grpId="0" nodeType="withEffect">
                                  <p:stCondLst>
                                    <p:cond delay="0"/>
                                  </p:stCondLst>
                                  <p:childTnLst>
                                    <p:set>
                                      <p:cBhvr>
                                        <p:cTn id="142" dur="1" fill="hold">
                                          <p:stCondLst>
                                            <p:cond delay="0"/>
                                          </p:stCondLst>
                                        </p:cTn>
                                        <p:tgtEl>
                                          <p:spTgt spid="26"/>
                                        </p:tgtEl>
                                        <p:attrNameLst>
                                          <p:attrName>style.visibility</p:attrName>
                                        </p:attrNameLst>
                                      </p:cBhvr>
                                      <p:to>
                                        <p:strVal val="visible"/>
                                      </p:to>
                                    </p:set>
                                    <p:animEffect transition="in" filter="fade">
                                      <p:cBhvr>
                                        <p:cTn id="143" dur="650"/>
                                        <p:tgtEl>
                                          <p:spTgt spid="26"/>
                                        </p:tgtEl>
                                      </p:cBhvr>
                                    </p:animEffect>
                                    <p:anim calcmode="lin" valueType="num">
                                      <p:cBhvr>
                                        <p:cTn id="144" dur="650" fill="hold"/>
                                        <p:tgtEl>
                                          <p:spTgt spid="26"/>
                                        </p:tgtEl>
                                        <p:attrNameLst>
                                          <p:attrName>ppt_x</p:attrName>
                                        </p:attrNameLst>
                                      </p:cBhvr>
                                      <p:tavLst>
                                        <p:tav tm="0">
                                          <p:val>
                                            <p:strVal val="#ppt_x"/>
                                          </p:val>
                                        </p:tav>
                                        <p:tav tm="100000">
                                          <p:val>
                                            <p:strVal val="#ppt_x"/>
                                          </p:val>
                                        </p:tav>
                                      </p:tavLst>
                                    </p:anim>
                                    <p:anim calcmode="lin" valueType="num">
                                      <p:cBhvr>
                                        <p:cTn id="145" dur="650" fill="hold"/>
                                        <p:tgtEl>
                                          <p:spTgt spid="26"/>
                                        </p:tgtEl>
                                        <p:attrNameLst>
                                          <p:attrName>ppt_y</p:attrName>
                                        </p:attrNameLst>
                                      </p:cBhvr>
                                      <p:tavLst>
                                        <p:tav tm="0">
                                          <p:val>
                                            <p:strVal val="#ppt_y+.1"/>
                                          </p:val>
                                        </p:tav>
                                        <p:tav tm="100000">
                                          <p:val>
                                            <p:strVal val="#ppt_y"/>
                                          </p:val>
                                        </p:tav>
                                      </p:tavLst>
                                    </p:anim>
                                  </p:childTnLst>
                                </p:cTn>
                              </p:par>
                              <p:par>
                                <p:cTn id="146" presetID="42" presetClass="entr" presetSubtype="0" fill="hold" grpId="0" nodeType="withEffect">
                                  <p:stCondLst>
                                    <p:cond delay="0"/>
                                  </p:stCondLst>
                                  <p:childTnLst>
                                    <p:set>
                                      <p:cBhvr>
                                        <p:cTn id="147" dur="1" fill="hold">
                                          <p:stCondLst>
                                            <p:cond delay="0"/>
                                          </p:stCondLst>
                                        </p:cTn>
                                        <p:tgtEl>
                                          <p:spTgt spid="27"/>
                                        </p:tgtEl>
                                        <p:attrNameLst>
                                          <p:attrName>style.visibility</p:attrName>
                                        </p:attrNameLst>
                                      </p:cBhvr>
                                      <p:to>
                                        <p:strVal val="visible"/>
                                      </p:to>
                                    </p:set>
                                    <p:animEffect transition="in" filter="fade">
                                      <p:cBhvr>
                                        <p:cTn id="148" dur="650"/>
                                        <p:tgtEl>
                                          <p:spTgt spid="27"/>
                                        </p:tgtEl>
                                      </p:cBhvr>
                                    </p:animEffect>
                                    <p:anim calcmode="lin" valueType="num">
                                      <p:cBhvr>
                                        <p:cTn id="149" dur="650" fill="hold"/>
                                        <p:tgtEl>
                                          <p:spTgt spid="27"/>
                                        </p:tgtEl>
                                        <p:attrNameLst>
                                          <p:attrName>ppt_x</p:attrName>
                                        </p:attrNameLst>
                                      </p:cBhvr>
                                      <p:tavLst>
                                        <p:tav tm="0">
                                          <p:val>
                                            <p:strVal val="#ppt_x"/>
                                          </p:val>
                                        </p:tav>
                                        <p:tav tm="100000">
                                          <p:val>
                                            <p:strVal val="#ppt_x"/>
                                          </p:val>
                                        </p:tav>
                                      </p:tavLst>
                                    </p:anim>
                                    <p:anim calcmode="lin" valueType="num">
                                      <p:cBhvr>
                                        <p:cTn id="150" dur="650" fill="hold"/>
                                        <p:tgtEl>
                                          <p:spTgt spid="27"/>
                                        </p:tgtEl>
                                        <p:attrNameLst>
                                          <p:attrName>ppt_y</p:attrName>
                                        </p:attrNameLst>
                                      </p:cBhvr>
                                      <p:tavLst>
                                        <p:tav tm="0">
                                          <p:val>
                                            <p:strVal val="#ppt_y+.1"/>
                                          </p:val>
                                        </p:tav>
                                        <p:tav tm="100000">
                                          <p:val>
                                            <p:strVal val="#ppt_y"/>
                                          </p:val>
                                        </p:tav>
                                      </p:tavLst>
                                    </p:anim>
                                  </p:childTnLst>
                                </p:cTn>
                              </p:par>
                              <p:par>
                                <p:cTn id="151" presetID="42" presetClass="entr" presetSubtype="0" fill="hold" grpId="0" nodeType="withEffect">
                                  <p:stCondLst>
                                    <p:cond delay="0"/>
                                  </p:stCondLst>
                                  <p:childTnLst>
                                    <p:set>
                                      <p:cBhvr>
                                        <p:cTn id="152" dur="1" fill="hold">
                                          <p:stCondLst>
                                            <p:cond delay="0"/>
                                          </p:stCondLst>
                                        </p:cTn>
                                        <p:tgtEl>
                                          <p:spTgt spid="28"/>
                                        </p:tgtEl>
                                        <p:attrNameLst>
                                          <p:attrName>style.visibility</p:attrName>
                                        </p:attrNameLst>
                                      </p:cBhvr>
                                      <p:to>
                                        <p:strVal val="visible"/>
                                      </p:to>
                                    </p:set>
                                    <p:animEffect transition="in" filter="fade">
                                      <p:cBhvr>
                                        <p:cTn id="153" dur="650"/>
                                        <p:tgtEl>
                                          <p:spTgt spid="28"/>
                                        </p:tgtEl>
                                      </p:cBhvr>
                                    </p:animEffect>
                                    <p:anim calcmode="lin" valueType="num">
                                      <p:cBhvr>
                                        <p:cTn id="154" dur="650" fill="hold"/>
                                        <p:tgtEl>
                                          <p:spTgt spid="28"/>
                                        </p:tgtEl>
                                        <p:attrNameLst>
                                          <p:attrName>ppt_x</p:attrName>
                                        </p:attrNameLst>
                                      </p:cBhvr>
                                      <p:tavLst>
                                        <p:tav tm="0">
                                          <p:val>
                                            <p:strVal val="#ppt_x"/>
                                          </p:val>
                                        </p:tav>
                                        <p:tav tm="100000">
                                          <p:val>
                                            <p:strVal val="#ppt_x"/>
                                          </p:val>
                                        </p:tav>
                                      </p:tavLst>
                                    </p:anim>
                                    <p:anim calcmode="lin" valueType="num">
                                      <p:cBhvr>
                                        <p:cTn id="155" dur="650" fill="hold"/>
                                        <p:tgtEl>
                                          <p:spTgt spid="28"/>
                                        </p:tgtEl>
                                        <p:attrNameLst>
                                          <p:attrName>ppt_y</p:attrName>
                                        </p:attrNameLst>
                                      </p:cBhvr>
                                      <p:tavLst>
                                        <p:tav tm="0">
                                          <p:val>
                                            <p:strVal val="#ppt_y+.1"/>
                                          </p:val>
                                        </p:tav>
                                        <p:tav tm="100000">
                                          <p:val>
                                            <p:strVal val="#ppt_y"/>
                                          </p:val>
                                        </p:tav>
                                      </p:tavLst>
                                    </p:anim>
                                  </p:childTnLst>
                                </p:cTn>
                              </p:par>
                              <p:par>
                                <p:cTn id="156" presetID="22" presetClass="entr" presetSubtype="8" fill="hold" grpId="0" nodeType="withEffect">
                                  <p:stCondLst>
                                    <p:cond delay="120"/>
                                  </p:stCondLst>
                                  <p:childTnLst>
                                    <p:set>
                                      <p:cBhvr>
                                        <p:cTn id="157" dur="1" fill="hold">
                                          <p:stCondLst>
                                            <p:cond delay="0"/>
                                          </p:stCondLst>
                                        </p:cTn>
                                        <p:tgtEl>
                                          <p:spTgt spid="29"/>
                                        </p:tgtEl>
                                        <p:attrNameLst>
                                          <p:attrName>style.visibility</p:attrName>
                                        </p:attrNameLst>
                                      </p:cBhvr>
                                      <p:to>
                                        <p:strVal val="visible"/>
                                      </p:to>
                                    </p:set>
                                    <p:animEffect transition="in" filter="wipe(left)">
                                      <p:cBhvr>
                                        <p:cTn id="158" dur="500"/>
                                        <p:tgtEl>
                                          <p:spTgt spid="29"/>
                                        </p:tgtEl>
                                      </p:cBhvr>
                                    </p:animEffect>
                                  </p:childTnLst>
                                </p:cTn>
                              </p:par>
                              <p:par>
                                <p:cTn id="159" presetID="22" presetClass="entr" presetSubtype="8" fill="hold" grpId="0" nodeType="withEffect">
                                  <p:stCondLst>
                                    <p:cond delay="120"/>
                                  </p:stCondLst>
                                  <p:childTnLst>
                                    <p:set>
                                      <p:cBhvr>
                                        <p:cTn id="160" dur="1" fill="hold">
                                          <p:stCondLst>
                                            <p:cond delay="0"/>
                                          </p:stCondLst>
                                        </p:cTn>
                                        <p:tgtEl>
                                          <p:spTgt spid="30"/>
                                        </p:tgtEl>
                                        <p:attrNameLst>
                                          <p:attrName>style.visibility</p:attrName>
                                        </p:attrNameLst>
                                      </p:cBhvr>
                                      <p:to>
                                        <p:strVal val="visible"/>
                                      </p:to>
                                    </p:set>
                                    <p:animEffect transition="in" filter="wipe(left)">
                                      <p:cBhvr>
                                        <p:cTn id="161" dur="500"/>
                                        <p:tgtEl>
                                          <p:spTgt spid="30"/>
                                        </p:tgtEl>
                                      </p:cBhvr>
                                    </p:animEffect>
                                  </p:childTnLst>
                                </p:cTn>
                              </p:par>
                              <p:par>
                                <p:cTn id="162" presetID="22" presetClass="entr" presetSubtype="8" fill="hold" grpId="0" nodeType="withEffect">
                                  <p:stCondLst>
                                    <p:cond delay="120"/>
                                  </p:stCondLst>
                                  <p:childTnLst>
                                    <p:set>
                                      <p:cBhvr>
                                        <p:cTn id="163" dur="1" fill="hold">
                                          <p:stCondLst>
                                            <p:cond delay="0"/>
                                          </p:stCondLst>
                                        </p:cTn>
                                        <p:tgtEl>
                                          <p:spTgt spid="31"/>
                                        </p:tgtEl>
                                        <p:attrNameLst>
                                          <p:attrName>style.visibility</p:attrName>
                                        </p:attrNameLst>
                                      </p:cBhvr>
                                      <p:to>
                                        <p:strVal val="visible"/>
                                      </p:to>
                                    </p:set>
                                    <p:animEffect transition="in" filter="wipe(left)">
                                      <p:cBhvr>
                                        <p:cTn id="164" dur="500"/>
                                        <p:tgtEl>
                                          <p:spTgt spid="31"/>
                                        </p:tgtEl>
                                      </p:cBhvr>
                                    </p:animEffect>
                                  </p:childTnLst>
                                </p:cTn>
                              </p:par>
                              <p:par>
                                <p:cTn id="165" presetID="22" presetClass="entr" presetSubtype="8" fill="hold" grpId="0" nodeType="withEffect">
                                  <p:stCondLst>
                                    <p:cond delay="120"/>
                                  </p:stCondLst>
                                  <p:childTnLst>
                                    <p:set>
                                      <p:cBhvr>
                                        <p:cTn id="166" dur="1" fill="hold">
                                          <p:stCondLst>
                                            <p:cond delay="0"/>
                                          </p:stCondLst>
                                        </p:cTn>
                                        <p:tgtEl>
                                          <p:spTgt spid="32"/>
                                        </p:tgtEl>
                                        <p:attrNameLst>
                                          <p:attrName>style.visibility</p:attrName>
                                        </p:attrNameLst>
                                      </p:cBhvr>
                                      <p:to>
                                        <p:strVal val="visible"/>
                                      </p:to>
                                    </p:set>
                                    <p:animEffect transition="in" filter="wipe(left)">
                                      <p:cBhvr>
                                        <p:cTn id="16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9" grpId="0" animBg="1"/>
      <p:bldP spid="20" grpId="0"/>
      <p:bldP spid="21" grpId="0"/>
      <p:bldP spid="22" grpId="0"/>
      <p:bldP spid="23" grpId="0" animBg="1"/>
      <p:bldP spid="24" grpId="0"/>
      <p:bldP spid="25" grpId="0"/>
      <p:bldP spid="26" grpId="0"/>
      <p:bldP spid="27" grpId="0"/>
      <p:bldP spid="28" grpId="0"/>
      <p:bldP spid="29" grpId="0" animBg="1"/>
      <p:bldP spid="30" grpId="0" animBg="1"/>
      <p:bldP spid="31" grpId="0"/>
      <p:bldP spid="32" grpId="0"/>
      <p:bldP spid="33" grpId="0"/>
      <p:bldP spid="33" grpId="1"/>
      <p:bldP spid="34" grpId="0" animBg="1"/>
      <p:bldP spid="34" grpId="1" animBg="1"/>
      <p:bldP spid="36" grpId="0"/>
      <p:bldP spid="36" grpId="1"/>
      <p:bldP spid="37" grpId="0" animBg="1"/>
      <p:bldP spid="37" grpId="1" animBg="1"/>
      <p:bldP spid="39" grpId="0"/>
      <p:bldP spid="39" grpId="1"/>
      <p:bldP spid="40" grpId="0" animBg="1"/>
      <p:bldP spid="40" grpId="1" animBg="1"/>
      <p:bldP spid="42" grpId="0"/>
      <p:bldP spid="42" grpId="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La respuesta al problema y a las dos preguntas</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spuesta:728d94fecb"/>
          <p:cNvSpPr/>
          <p:nvPr/>
        </p:nvSpPr>
        <p:spPr>
          <a:xfrm>
            <a:off x="568325" y="1247775"/>
            <a:ext cx="11055350" cy="336550"/>
          </a:xfrm>
          <a:prstGeom prst="roundRect">
            <a:avLst>
              <a:gd name="adj" fmla="val 2169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puesta:116625f57e"/>
          <p:cNvSpPr/>
          <p:nvPr/>
        </p:nvSpPr>
        <p:spPr>
          <a:xfrm>
            <a:off x="685800" y="1301750"/>
            <a:ext cx="228600" cy="2286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spuesta:5953f5349b"/>
          <p:cNvSpPr txBox="1"/>
          <p:nvPr/>
        </p:nvSpPr>
        <p:spPr>
          <a:xfrm>
            <a:off x="660400" y="1354900"/>
            <a:ext cx="279400" cy="139700"/>
          </a:xfrm>
          <a:prstGeom prst="rect">
            <a:avLst/>
          </a:prstGeom>
          <a:noFill/>
        </p:spPr>
        <p:txBody>
          <a:bodyPr wrap="square" lIns="0" rIns="0" tIns="0" bIns="0" anchor="t"/>
          <a:lstStyle/>
          <a:p>
            <a:pPr algn="ctr">
              <a:lnSpc>
                <a:spcPts val="1100"/>
              </a:lnSpc>
              <a:spcBef>
                <a:spcPts val="0"/>
              </a:spcBef>
              <a:spcAft>
                <a:spcPts val="0"/>
              </a:spcAft>
            </a:pPr>
            <a:r>
              <a:rPr sz="1100" b="1" i="0">
                <a:solidFill>
                  <a:srgbClr val="FFFFFF"/>
                </a:solidFill>
                <a:latin typeface="Calibri"/>
              </a:rPr>
              <a:t>✓</a:t>
            </a:r>
          </a:p>
        </p:txBody>
      </p:sp>
      <p:sp>
        <p:nvSpPr>
          <p:cNvPr id="14" name="!!respuesta:541c773f3a"/>
          <p:cNvSpPr txBox="1"/>
          <p:nvPr/>
        </p:nvSpPr>
        <p:spPr>
          <a:xfrm>
            <a:off x="1003300" y="1320006"/>
            <a:ext cx="3939222" cy="198438"/>
          </a:xfrm>
          <a:prstGeom prst="rect">
            <a:avLst/>
          </a:prstGeom>
          <a:noFill/>
        </p:spPr>
        <p:txBody>
          <a:bodyPr wrap="square" lIns="0" rIns="0" tIns="0" bIns="0" anchor="t"/>
          <a:lstStyle/>
          <a:p>
            <a:pPr algn="l">
              <a:lnSpc>
                <a:spcPts val="1562"/>
              </a:lnSpc>
              <a:spcBef>
                <a:spcPts val="0"/>
              </a:spcBef>
              <a:spcAft>
                <a:spcPts val="0"/>
              </a:spcAft>
            </a:pPr>
            <a:r>
              <a:rPr sz="1250" b="1" i="0">
                <a:solidFill>
                  <a:srgbClr val="1F2937"/>
                </a:solidFill>
                <a:latin typeface="Calibri"/>
              </a:rPr>
              <a:t>Problema respondido.</a:t>
            </a:r>
            <a:r>
              <a:rPr sz="1250" b="0" i="0">
                <a:solidFill>
                  <a:srgbClr val="3F4A5A"/>
                </a:solidFill>
                <a:latin typeface="Calibri"/>
              </a:rPr>
              <a:t> Y las dos preguntas de investigación:</a:t>
            </a:r>
          </a:p>
        </p:txBody>
      </p:sp>
      <p:sp>
        <p:nvSpPr>
          <p:cNvPr id="15" name="!!respuesta:927d9f4964"/>
          <p:cNvSpPr/>
          <p:nvPr/>
        </p:nvSpPr>
        <p:spPr>
          <a:xfrm>
            <a:off x="571500" y="1644650"/>
            <a:ext cx="5435600" cy="3365500"/>
          </a:xfrm>
          <a:prstGeom prst="roundRect">
            <a:avLst>
              <a:gd name="adj" fmla="val 3207"/>
            </a:avLst>
          </a:prstGeom>
          <a:solidFill>
            <a:srgbClr val="FFFFFF"/>
          </a:solidFill>
          <a:ln w="12700">
            <a:solidFill>
              <a:srgbClr val="6F42C1"/>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puesta:ff976b9566"/>
          <p:cNvSpPr/>
          <p:nvPr/>
        </p:nvSpPr>
        <p:spPr>
          <a:xfrm>
            <a:off x="730250" y="1771650"/>
            <a:ext cx="279400" cy="2794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puesta:532f5c4fb8"/>
          <p:cNvSpPr txBox="1"/>
          <p:nvPr/>
        </p:nvSpPr>
        <p:spPr>
          <a:xfrm>
            <a:off x="704850" y="1842833"/>
            <a:ext cx="3302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a</a:t>
            </a:r>
          </a:p>
        </p:txBody>
      </p:sp>
      <p:sp>
        <p:nvSpPr>
          <p:cNvPr id="18" name="!!respuesta:8a54d19ede"/>
          <p:cNvSpPr txBox="1"/>
          <p:nvPr/>
        </p:nvSpPr>
        <p:spPr>
          <a:xfrm>
            <a:off x="1098550" y="1815268"/>
            <a:ext cx="355619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6F42C1"/>
                </a:solidFill>
                <a:latin typeface="Calibri"/>
              </a:rPr>
              <a:t>PI-1 · trazabilidad</a:t>
            </a:r>
          </a:p>
        </p:txBody>
      </p:sp>
      <p:sp>
        <p:nvSpPr>
          <p:cNvPr id="19" name="!!respuesta:94a576bec1"/>
          <p:cNvSpPr/>
          <p:nvPr/>
        </p:nvSpPr>
        <p:spPr>
          <a:xfrm>
            <a:off x="4683442" y="1762125"/>
            <a:ext cx="1155382" cy="2984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puesta:af9557efb7"/>
          <p:cNvSpPr txBox="1"/>
          <p:nvPr/>
        </p:nvSpPr>
        <p:spPr>
          <a:xfrm>
            <a:off x="4967414" y="1823199"/>
            <a:ext cx="811086"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Respondida</a:t>
            </a:r>
          </a:p>
        </p:txBody>
      </p:sp>
      <p:sp>
        <p:nvSpPr>
          <p:cNvPr id="21" name="!!respuesta:a4dca081bf"/>
          <p:cNvSpPr txBox="1"/>
          <p:nvPr/>
        </p:nvSpPr>
        <p:spPr>
          <a:xfrm>
            <a:off x="4794568" y="1832724"/>
            <a:ext cx="166497"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a:t>
            </a:r>
          </a:p>
        </p:txBody>
      </p:sp>
      <p:sp>
        <p:nvSpPr>
          <p:cNvPr id="22" name="!!respuesta:64152d3049"/>
          <p:cNvSpPr txBox="1"/>
          <p:nvPr/>
        </p:nvSpPr>
        <p:spPr>
          <a:xfrm>
            <a:off x="730250" y="2129466"/>
            <a:ext cx="5220462" cy="569595"/>
          </a:xfrm>
          <a:prstGeom prst="rect">
            <a:avLst/>
          </a:prstGeom>
          <a:noFill/>
        </p:spPr>
        <p:txBody>
          <a:bodyPr wrap="square" lIns="0" rIns="0" tIns="0" bIns="0" anchor="t"/>
          <a:lstStyle/>
          <a:p>
            <a:pPr algn="l">
              <a:lnSpc>
                <a:spcPts val="1495"/>
              </a:lnSpc>
              <a:spcBef>
                <a:spcPts val="0"/>
              </a:spcBef>
              <a:spcAft>
                <a:spcPts val="0"/>
              </a:spcAft>
            </a:pPr>
            <a:r>
              <a:rPr sz="1150" b="0" i="1">
                <a:solidFill>
                  <a:srgbClr val="5B6575"/>
                </a:solidFill>
                <a:latin typeface="Calibri"/>
              </a:rPr>
              <a:t>¿Qué organización del software permite seguir cada resultado hasta sus datos, etapa</a:t>
            </a:r>
            <a:br/>
            <a:r>
              <a:rPr sz="1150" b="0" i="1">
                <a:solidFill>
                  <a:srgbClr val="5B6575"/>
                </a:solidFill>
                <a:latin typeface="Calibri"/>
              </a:rPr>
              <a:t>por etapa, sobre el modelo del usuario, y cubrir el contenido que exige un consenso</a:t>
            </a:r>
            <a:br/>
            <a:r>
              <a:rPr sz="1150" b="0" i="1">
                <a:solidFill>
                  <a:srgbClr val="5B6575"/>
                </a:solidFill>
                <a:latin typeface="Calibri"/>
              </a:rPr>
              <a:t>publicado de expertos?</a:t>
            </a:r>
          </a:p>
        </p:txBody>
      </p:sp>
      <p:sp>
        <p:nvSpPr>
          <p:cNvPr id="23" name="!!respuesta:359db83d7f"/>
          <p:cNvSpPr/>
          <p:nvPr/>
        </p:nvSpPr>
        <p:spPr>
          <a:xfrm>
            <a:off x="730250" y="2791904"/>
            <a:ext cx="5118100" cy="2882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respuesta:359db83d7f·2"/>
          <p:cNvCxnSpPr/>
          <p:nvPr/>
        </p:nvCxnSpPr>
        <p:spPr>
          <a:xfrm>
            <a:off x="730250" y="2795080"/>
            <a:ext cx="5118100" cy="0"/>
          </a:xfrm>
          <a:prstGeom prst="line">
            <a:avLst/>
          </a:prstGeom>
          <a:ln w="6350">
            <a:solidFill>
              <a:srgbClr val="C3CDDC"/>
            </a:solidFill>
            <a:prstDash val="dash"/>
          </a:ln>
        </p:spPr>
        <p:style>
          <a:lnRef idx="2">
            <a:schemeClr val="accent1"/>
          </a:lnRef>
          <a:fillRef idx="0">
            <a:schemeClr val="accent1"/>
          </a:fillRef>
          <a:effectRef idx="1">
            <a:schemeClr val="accent1"/>
          </a:effectRef>
          <a:fontRef idx="minor">
            <a:schemeClr val="tx1"/>
          </a:fontRef>
        </p:style>
      </p:cxnSp>
      <p:sp>
        <p:nvSpPr>
          <p:cNvPr id="25" name="!!respuesta:743b1b80c7"/>
          <p:cNvSpPr txBox="1"/>
          <p:nvPr/>
        </p:nvSpPr>
        <p:spPr>
          <a:xfrm>
            <a:off x="730250" y="2876353"/>
            <a:ext cx="5220462" cy="205740"/>
          </a:xfrm>
          <a:prstGeom prst="rect">
            <a:avLst/>
          </a:prstGeom>
          <a:noFill/>
        </p:spPr>
        <p:txBody>
          <a:bodyPr wrap="square" lIns="0" rIns="0" tIns="0" bIns="0" anchor="t"/>
          <a:lstStyle/>
          <a:p>
            <a:pPr algn="l">
              <a:lnSpc>
                <a:spcPts val="1620"/>
              </a:lnSpc>
              <a:spcBef>
                <a:spcPts val="0"/>
              </a:spcBef>
              <a:spcAft>
                <a:spcPts val="0"/>
              </a:spcAft>
            </a:pPr>
            <a:r>
              <a:rPr sz="1350" b="1" i="0">
                <a:solidFill>
                  <a:srgbClr val="1F2937"/>
                </a:solidFill>
                <a:latin typeface="Calibri"/>
              </a:rPr>
              <a:t>Respuesta: la organización de EduFEM</a:t>
            </a:r>
          </a:p>
        </p:txBody>
      </p:sp>
      <p:sp>
        <p:nvSpPr>
          <p:cNvPr id="26" name="!!respuesta:63685a7afd"/>
          <p:cNvSpPr/>
          <p:nvPr/>
        </p:nvSpPr>
        <p:spPr>
          <a:xfrm>
            <a:off x="736600" y="3162681"/>
            <a:ext cx="5105400" cy="1168400"/>
          </a:xfrm>
          <a:prstGeom prst="roundRect">
            <a:avLst>
              <a:gd name="adj" fmla="val 7065"/>
            </a:avLst>
          </a:prstGeom>
          <a:noFill/>
          <a:ln w="12700">
            <a:solidFill>
              <a:srgbClr val="C3CD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puesta:a0b6f85b07"/>
          <p:cNvSpPr txBox="1"/>
          <p:nvPr/>
        </p:nvSpPr>
        <p:spPr>
          <a:xfrm>
            <a:off x="831850" y="3215830"/>
            <a:ext cx="2102930" cy="139700"/>
          </a:xfrm>
          <a:prstGeom prst="rect">
            <a:avLst/>
          </a:prstGeom>
          <a:noFill/>
        </p:spPr>
        <p:txBody>
          <a:bodyPr wrap="square" lIns="0" rIns="0" tIns="0" bIns="0" anchor="t"/>
          <a:lstStyle/>
          <a:p>
            <a:pPr algn="l">
              <a:lnSpc>
                <a:spcPts val="1100"/>
              </a:lnSpc>
              <a:spcBef>
                <a:spcPts val="0"/>
              </a:spcBef>
              <a:spcAft>
                <a:spcPts val="0"/>
              </a:spcAft>
            </a:pPr>
            <a:r>
              <a:rPr sz="1100" b="1" i="0" cap="all" spc="55">
                <a:solidFill>
                  <a:srgbClr val="5B6575"/>
                </a:solidFill>
                <a:latin typeface="Calibri"/>
              </a:rPr>
              <a:t>un mismo lienzo · tres fases</a:t>
            </a:r>
          </a:p>
        </p:txBody>
      </p:sp>
      <p:sp>
        <p:nvSpPr>
          <p:cNvPr id="28" name="!!respuesta:cc13129bba"/>
          <p:cNvSpPr/>
          <p:nvPr/>
        </p:nvSpPr>
        <p:spPr>
          <a:xfrm>
            <a:off x="835025" y="3388106"/>
            <a:ext cx="500190"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spuesta:8aaa857c21"/>
          <p:cNvSpPr txBox="1"/>
          <p:nvPr/>
        </p:nvSpPr>
        <p:spPr>
          <a:xfrm>
            <a:off x="812800" y="3367627"/>
            <a:ext cx="544640"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N</a:t>
            </a:r>
          </a:p>
        </p:txBody>
      </p:sp>
      <p:sp>
        <p:nvSpPr>
          <p:cNvPr id="30" name="!!respuesta:72c2aeb63a"/>
          <p:cNvSpPr/>
          <p:nvPr/>
        </p:nvSpPr>
        <p:spPr>
          <a:xfrm>
            <a:off x="1386014"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spuesta:043c18fe23"/>
          <p:cNvSpPr txBox="1"/>
          <p:nvPr/>
        </p:nvSpPr>
        <p:spPr>
          <a:xfrm>
            <a:off x="1363790"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J</a:t>
            </a:r>
          </a:p>
        </p:txBody>
      </p:sp>
      <p:sp>
        <p:nvSpPr>
          <p:cNvPr id="32" name="!!respuesta:8646748431"/>
          <p:cNvSpPr/>
          <p:nvPr/>
        </p:nvSpPr>
        <p:spPr>
          <a:xfrm>
            <a:off x="1937068"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puesta:ac6a2c5fb6"/>
          <p:cNvSpPr txBox="1"/>
          <p:nvPr/>
        </p:nvSpPr>
        <p:spPr>
          <a:xfrm>
            <a:off x="1914842"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B</a:t>
            </a:r>
          </a:p>
        </p:txBody>
      </p:sp>
      <p:sp>
        <p:nvSpPr>
          <p:cNvPr id="34" name="!!respuesta:d743ce413a"/>
          <p:cNvSpPr/>
          <p:nvPr/>
        </p:nvSpPr>
        <p:spPr>
          <a:xfrm>
            <a:off x="2488120"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spuesta:26d2dc5248"/>
          <p:cNvSpPr txBox="1"/>
          <p:nvPr/>
        </p:nvSpPr>
        <p:spPr>
          <a:xfrm>
            <a:off x="2465896"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D</a:t>
            </a:r>
          </a:p>
        </p:txBody>
      </p:sp>
      <p:sp>
        <p:nvSpPr>
          <p:cNvPr id="36" name="!!respuesta:3207a11524"/>
          <p:cNvSpPr/>
          <p:nvPr/>
        </p:nvSpPr>
        <p:spPr>
          <a:xfrm>
            <a:off x="3039174" y="3388106"/>
            <a:ext cx="500190"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spuesta:d9c4eaa04a"/>
          <p:cNvSpPr txBox="1"/>
          <p:nvPr/>
        </p:nvSpPr>
        <p:spPr>
          <a:xfrm>
            <a:off x="3016948" y="3367627"/>
            <a:ext cx="544640"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k</a:t>
            </a:r>
            <a:r>
              <a:rPr sz="1350" b="1" i="1" baseline="-25000">
                <a:solidFill>
                  <a:srgbClr val="1F2937"/>
                </a:solidFill>
                <a:latin typeface="Calibri"/>
              </a:rPr>
              <a:t>e</a:t>
            </a:r>
          </a:p>
        </p:txBody>
      </p:sp>
      <p:sp>
        <p:nvSpPr>
          <p:cNvPr id="38" name="!!respuesta:89bfe0e13c"/>
          <p:cNvSpPr/>
          <p:nvPr/>
        </p:nvSpPr>
        <p:spPr>
          <a:xfrm>
            <a:off x="3590163"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spuesta:39ab930f36"/>
          <p:cNvSpPr txBox="1"/>
          <p:nvPr/>
        </p:nvSpPr>
        <p:spPr>
          <a:xfrm>
            <a:off x="3567938"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f</a:t>
            </a:r>
          </a:p>
        </p:txBody>
      </p:sp>
      <p:sp>
        <p:nvSpPr>
          <p:cNvPr id="40" name="!!respuesta:6ce390e07b"/>
          <p:cNvSpPr/>
          <p:nvPr/>
        </p:nvSpPr>
        <p:spPr>
          <a:xfrm>
            <a:off x="4141216"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spuesta:74a1b80a70"/>
          <p:cNvSpPr txBox="1"/>
          <p:nvPr/>
        </p:nvSpPr>
        <p:spPr>
          <a:xfrm>
            <a:off x="4118991"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K</a:t>
            </a:r>
          </a:p>
        </p:txBody>
      </p:sp>
      <p:sp>
        <p:nvSpPr>
          <p:cNvPr id="42" name="!!respuesta:c4207693bc"/>
          <p:cNvSpPr/>
          <p:nvPr/>
        </p:nvSpPr>
        <p:spPr>
          <a:xfrm>
            <a:off x="4692269"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spuesta:03183c3ab1"/>
          <p:cNvSpPr txBox="1"/>
          <p:nvPr/>
        </p:nvSpPr>
        <p:spPr>
          <a:xfrm>
            <a:off x="4670044"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u</a:t>
            </a:r>
          </a:p>
        </p:txBody>
      </p:sp>
      <p:sp>
        <p:nvSpPr>
          <p:cNvPr id="44" name="!!respuesta:4581402d91"/>
          <p:cNvSpPr/>
          <p:nvPr/>
        </p:nvSpPr>
        <p:spPr>
          <a:xfrm>
            <a:off x="5243322" y="3388106"/>
            <a:ext cx="500253" cy="323850"/>
          </a:xfrm>
          <a:prstGeom prst="roundRect">
            <a:avLst>
              <a:gd name="adj" fmla="val 18627"/>
            </a:avLst>
          </a:prstGeom>
          <a:solidFill>
            <a:srgbClr val="FDF1E2"/>
          </a:solidFill>
          <a:ln w="6350">
            <a:solidFill>
              <a:srgbClr val="E874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spuesta:4868858cbb"/>
          <p:cNvSpPr txBox="1"/>
          <p:nvPr/>
        </p:nvSpPr>
        <p:spPr>
          <a:xfrm>
            <a:off x="5221097" y="3367627"/>
            <a:ext cx="544703" cy="317500"/>
          </a:xfrm>
          <a:prstGeom prst="rect">
            <a:avLst/>
          </a:prstGeom>
          <a:noFill/>
        </p:spPr>
        <p:txBody>
          <a:bodyPr wrap="square" lIns="0" rIns="0" tIns="0" bIns="0" anchor="t"/>
          <a:lstStyle/>
          <a:p>
            <a:pPr algn="ctr">
              <a:lnSpc>
                <a:spcPts val="2500"/>
              </a:lnSpc>
              <a:spcBef>
                <a:spcPts val="0"/>
              </a:spcBef>
              <a:spcAft>
                <a:spcPts val="0"/>
              </a:spcAft>
            </a:pPr>
            <a:r>
              <a:rPr sz="1350" b="1" i="1">
                <a:solidFill>
                  <a:srgbClr val="1F2937"/>
                </a:solidFill>
                <a:latin typeface="Calibri"/>
              </a:rPr>
              <a:t>σ</a:t>
            </a:r>
          </a:p>
        </p:txBody>
      </p:sp>
      <p:sp>
        <p:nvSpPr>
          <p:cNvPr id="46" name="!!respuesta:0c417ce65e"/>
          <p:cNvSpPr/>
          <p:nvPr/>
        </p:nvSpPr>
        <p:spPr>
          <a:xfrm>
            <a:off x="831850" y="3759581"/>
            <a:ext cx="506540"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spuesta:c5f1869014"/>
          <p:cNvSpPr txBox="1"/>
          <p:nvPr/>
        </p:nvSpPr>
        <p:spPr>
          <a:xfrm>
            <a:off x="806450" y="3746944"/>
            <a:ext cx="557340"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M1</a:t>
            </a:r>
          </a:p>
        </p:txBody>
      </p:sp>
      <p:sp>
        <p:nvSpPr>
          <p:cNvPr id="48" name="!!respuesta:6846f6a589"/>
          <p:cNvSpPr/>
          <p:nvPr/>
        </p:nvSpPr>
        <p:spPr>
          <a:xfrm>
            <a:off x="1382840" y="3759581"/>
            <a:ext cx="506603"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spuesta:3047d4e6a1"/>
          <p:cNvSpPr txBox="1"/>
          <p:nvPr/>
        </p:nvSpPr>
        <p:spPr>
          <a:xfrm>
            <a:off x="1357440" y="3746944"/>
            <a:ext cx="557403"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M2</a:t>
            </a:r>
          </a:p>
        </p:txBody>
      </p:sp>
      <p:sp>
        <p:nvSpPr>
          <p:cNvPr id="50" name="!!respuesta:be3e265645"/>
          <p:cNvSpPr/>
          <p:nvPr/>
        </p:nvSpPr>
        <p:spPr>
          <a:xfrm>
            <a:off x="1933892" y="3759581"/>
            <a:ext cx="506603"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spuesta:a09cc179f5"/>
          <p:cNvSpPr txBox="1"/>
          <p:nvPr/>
        </p:nvSpPr>
        <p:spPr>
          <a:xfrm>
            <a:off x="1908492" y="3746944"/>
            <a:ext cx="557403"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M3</a:t>
            </a:r>
          </a:p>
        </p:txBody>
      </p:sp>
      <p:sp>
        <p:nvSpPr>
          <p:cNvPr id="52" name="!!respuesta:212c9ba4e8"/>
          <p:cNvSpPr/>
          <p:nvPr/>
        </p:nvSpPr>
        <p:spPr>
          <a:xfrm>
            <a:off x="2484946" y="3759581"/>
            <a:ext cx="506603"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spuesta:24301fe3c4"/>
          <p:cNvSpPr txBox="1"/>
          <p:nvPr/>
        </p:nvSpPr>
        <p:spPr>
          <a:xfrm>
            <a:off x="2459546" y="3746944"/>
            <a:ext cx="557403"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M4</a:t>
            </a:r>
          </a:p>
        </p:txBody>
      </p:sp>
      <p:sp>
        <p:nvSpPr>
          <p:cNvPr id="54" name="!!respuesta:09ad476664"/>
          <p:cNvSpPr/>
          <p:nvPr/>
        </p:nvSpPr>
        <p:spPr>
          <a:xfrm>
            <a:off x="3035998" y="3759581"/>
            <a:ext cx="506540"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spuesta:6c245e4e8a"/>
          <p:cNvSpPr txBox="1"/>
          <p:nvPr/>
        </p:nvSpPr>
        <p:spPr>
          <a:xfrm>
            <a:off x="3010598" y="3746944"/>
            <a:ext cx="557340"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M5</a:t>
            </a:r>
          </a:p>
        </p:txBody>
      </p:sp>
      <p:sp>
        <p:nvSpPr>
          <p:cNvPr id="56" name="!!respuesta:a2b43ae4cb"/>
          <p:cNvSpPr/>
          <p:nvPr/>
        </p:nvSpPr>
        <p:spPr>
          <a:xfrm>
            <a:off x="3586988" y="3759581"/>
            <a:ext cx="506603"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spuesta:d5770f8d0e"/>
          <p:cNvSpPr txBox="1"/>
          <p:nvPr/>
        </p:nvSpPr>
        <p:spPr>
          <a:xfrm>
            <a:off x="3561588" y="3746944"/>
            <a:ext cx="557403"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M6</a:t>
            </a:r>
          </a:p>
        </p:txBody>
      </p:sp>
      <p:sp>
        <p:nvSpPr>
          <p:cNvPr id="58" name="!!respuesta:099c4faf24"/>
          <p:cNvSpPr/>
          <p:nvPr/>
        </p:nvSpPr>
        <p:spPr>
          <a:xfrm>
            <a:off x="4138041" y="3759581"/>
            <a:ext cx="506603" cy="228600"/>
          </a:xfrm>
          <a:prstGeom prst="roundRect">
            <a:avLst>
              <a:gd name="adj" fmla="val 22222"/>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spuesta:f20e73ca34"/>
          <p:cNvSpPr txBox="1"/>
          <p:nvPr/>
        </p:nvSpPr>
        <p:spPr>
          <a:xfrm>
            <a:off x="4112641" y="3746944"/>
            <a:ext cx="557403"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F77B4"/>
                </a:solidFill>
                <a:latin typeface="Calibri"/>
              </a:rPr>
              <a:t>M7</a:t>
            </a:r>
          </a:p>
        </p:txBody>
      </p:sp>
      <p:sp>
        <p:nvSpPr>
          <p:cNvPr id="60" name="!!respuesta:fc6a286b79"/>
          <p:cNvSpPr/>
          <p:nvPr/>
        </p:nvSpPr>
        <p:spPr>
          <a:xfrm>
            <a:off x="4689094" y="3759581"/>
            <a:ext cx="1057656" cy="228600"/>
          </a:xfrm>
          <a:prstGeom prst="roundRect">
            <a:avLst>
              <a:gd name="adj" fmla="val 22222"/>
            </a:avLst>
          </a:prstGeom>
          <a:solidFill>
            <a:srgbClr val="F3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spuesta:f8a3fde0d8"/>
          <p:cNvSpPr txBox="1"/>
          <p:nvPr/>
        </p:nvSpPr>
        <p:spPr>
          <a:xfrm>
            <a:off x="4663694" y="3746944"/>
            <a:ext cx="1108456"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6F42C1"/>
                </a:solidFill>
                <a:latin typeface="Calibri"/>
              </a:rPr>
              <a:t>post-proceso</a:t>
            </a:r>
          </a:p>
        </p:txBody>
      </p:sp>
      <p:sp>
        <p:nvSpPr>
          <p:cNvPr id="62" name="!!respuesta:f74b2d1579"/>
          <p:cNvSpPr/>
          <p:nvPr/>
        </p:nvSpPr>
        <p:spPr>
          <a:xfrm>
            <a:off x="831850" y="4032631"/>
            <a:ext cx="4914900" cy="228600"/>
          </a:xfrm>
          <a:prstGeom prst="roundRect">
            <a:avLst>
              <a:gd name="adj" fmla="val 22222"/>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spuesta:562e73b84d"/>
          <p:cNvSpPr txBox="1"/>
          <p:nvPr/>
        </p:nvSpPr>
        <p:spPr>
          <a:xfrm>
            <a:off x="782701" y="4019994"/>
            <a:ext cx="5013198" cy="228600"/>
          </a:xfrm>
          <a:prstGeom prst="rect">
            <a:avLst/>
          </a:prstGeom>
          <a:noFill/>
        </p:spPr>
        <p:txBody>
          <a:bodyPr wrap="square" lIns="0" rIns="0" tIns="0" bIns="0" anchor="t"/>
          <a:lstStyle/>
          <a:p>
            <a:pPr algn="ctr">
              <a:lnSpc>
                <a:spcPts val="1800"/>
              </a:lnSpc>
              <a:spcBef>
                <a:spcPts val="0"/>
              </a:spcBef>
              <a:spcAft>
                <a:spcPts val="0"/>
              </a:spcAft>
            </a:pPr>
            <a:r>
              <a:rPr sz="1100" b="1" i="0">
                <a:solidFill>
                  <a:srgbClr val="198754"/>
                </a:solidFill>
                <a:latin typeface="Calibri"/>
              </a:rPr>
              <a:t>memoria de cálculo: las nueve etapas</a:t>
            </a:r>
          </a:p>
        </p:txBody>
      </p:sp>
      <p:sp>
        <p:nvSpPr>
          <p:cNvPr id="64" name="!!respuesta:5731951447"/>
          <p:cNvSpPr txBox="1"/>
          <p:nvPr/>
        </p:nvSpPr>
        <p:spPr>
          <a:xfrm>
            <a:off x="730250" y="4686935"/>
            <a:ext cx="5220462" cy="190500"/>
          </a:xfrm>
          <a:prstGeom prst="rect">
            <a:avLst/>
          </a:prstGeom>
          <a:noFill/>
        </p:spPr>
        <p:txBody>
          <a:bodyPr wrap="square" lIns="0" rIns="0" tIns="0" bIns="0" anchor="t"/>
          <a:lstStyle/>
          <a:p>
            <a:pPr algn="l">
              <a:lnSpc>
                <a:spcPts val="1500"/>
              </a:lnSpc>
              <a:spcBef>
                <a:spcPts val="0"/>
              </a:spcBef>
              <a:spcAft>
                <a:spcPts val="0"/>
              </a:spcAft>
            </a:pPr>
            <a:r>
              <a:rPr sz="1400" b="1" i="0">
                <a:solidFill>
                  <a:srgbClr val="198754"/>
                </a:solidFill>
                <a:latin typeface="Calibri"/>
              </a:rPr>
              <a:t>18 de 18</a:t>
            </a:r>
            <a:r>
              <a:rPr sz="1200" b="0" i="0">
                <a:solidFill>
                  <a:srgbClr val="3F4A5A"/>
                </a:solidFill>
                <a:latin typeface="Calibri"/>
              </a:rPr>
              <a:t> contenidos del consenso, con instrumento</a:t>
            </a:r>
          </a:p>
        </p:txBody>
      </p:sp>
      <p:sp>
        <p:nvSpPr>
          <p:cNvPr id="65" name="!!respuesta:58b3b80ae6"/>
          <p:cNvSpPr/>
          <p:nvPr/>
        </p:nvSpPr>
        <p:spPr>
          <a:xfrm>
            <a:off x="6184900" y="1644650"/>
            <a:ext cx="5435600" cy="3365500"/>
          </a:xfrm>
          <a:prstGeom prst="roundRect">
            <a:avLst>
              <a:gd name="adj" fmla="val 3207"/>
            </a:avLst>
          </a:prstGeom>
          <a:solidFill>
            <a:srgbClr val="FFFFFF"/>
          </a:solidFill>
          <a:ln w="12700">
            <a:solidFill>
              <a:srgbClr val="6F42C1"/>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spuesta:9893ebf1c9"/>
          <p:cNvSpPr/>
          <p:nvPr/>
        </p:nvSpPr>
        <p:spPr>
          <a:xfrm>
            <a:off x="6343650" y="1771650"/>
            <a:ext cx="279400" cy="279400"/>
          </a:xfrm>
          <a:prstGeom prst="ellipse">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spuesta:cef54a103e"/>
          <p:cNvSpPr txBox="1"/>
          <p:nvPr/>
        </p:nvSpPr>
        <p:spPr>
          <a:xfrm>
            <a:off x="6318250" y="1842833"/>
            <a:ext cx="330200" cy="165100"/>
          </a:xfrm>
          <a:prstGeom prst="rect">
            <a:avLst/>
          </a:prstGeom>
          <a:noFill/>
        </p:spPr>
        <p:txBody>
          <a:bodyPr wrap="square" lIns="0" rIns="0" tIns="0" bIns="0" anchor="t"/>
          <a:lstStyle/>
          <a:p>
            <a:pPr algn="ctr">
              <a:lnSpc>
                <a:spcPts val="1300"/>
              </a:lnSpc>
              <a:spcBef>
                <a:spcPts val="0"/>
              </a:spcBef>
              <a:spcAft>
                <a:spcPts val="0"/>
              </a:spcAft>
            </a:pPr>
            <a:r>
              <a:rPr sz="1300" b="1" i="0">
                <a:solidFill>
                  <a:srgbClr val="FFFFFF"/>
                </a:solidFill>
                <a:latin typeface="Calibri"/>
              </a:rPr>
              <a:t>b</a:t>
            </a:r>
          </a:p>
        </p:txBody>
      </p:sp>
      <p:sp>
        <p:nvSpPr>
          <p:cNvPr id="68" name="!!respuesta:0468fe0327"/>
          <p:cNvSpPr txBox="1"/>
          <p:nvPr/>
        </p:nvSpPr>
        <p:spPr>
          <a:xfrm>
            <a:off x="6711950" y="1815268"/>
            <a:ext cx="3556190" cy="202565"/>
          </a:xfrm>
          <a:prstGeom prst="rect">
            <a:avLst/>
          </a:prstGeom>
          <a:noFill/>
        </p:spPr>
        <p:txBody>
          <a:bodyPr wrap="square" lIns="0" rIns="0" tIns="0" bIns="0" anchor="t"/>
          <a:lstStyle/>
          <a:p>
            <a:pPr algn="l">
              <a:lnSpc>
                <a:spcPts val="1595"/>
              </a:lnSpc>
              <a:spcBef>
                <a:spcPts val="0"/>
              </a:spcBef>
              <a:spcAft>
                <a:spcPts val="0"/>
              </a:spcAft>
            </a:pPr>
            <a:r>
              <a:rPr sz="1450" b="1" i="0">
                <a:solidFill>
                  <a:srgbClr val="6F42C1"/>
                </a:solidFill>
                <a:latin typeface="Calibri"/>
              </a:rPr>
              <a:t>PI-2 · verificabilidad</a:t>
            </a:r>
          </a:p>
        </p:txBody>
      </p:sp>
      <p:sp>
        <p:nvSpPr>
          <p:cNvPr id="69" name="!!respuesta:d897364037"/>
          <p:cNvSpPr/>
          <p:nvPr/>
        </p:nvSpPr>
        <p:spPr>
          <a:xfrm>
            <a:off x="10296842" y="1762125"/>
            <a:ext cx="1155382" cy="298450"/>
          </a:xfrm>
          <a:prstGeom prst="roundRect">
            <a:avLst>
              <a:gd name="adj" fmla="val 50000"/>
            </a:avLst>
          </a:prstGeom>
          <a:solidFill>
            <a:srgbClr val="E8F5EE"/>
          </a:solidFill>
          <a:ln w="190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spuesta:0bd2a4ad7f"/>
          <p:cNvSpPr txBox="1"/>
          <p:nvPr/>
        </p:nvSpPr>
        <p:spPr>
          <a:xfrm>
            <a:off x="10580814" y="1823199"/>
            <a:ext cx="811086"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Respondida</a:t>
            </a:r>
          </a:p>
        </p:txBody>
      </p:sp>
      <p:sp>
        <p:nvSpPr>
          <p:cNvPr id="71" name="!!respuesta:47286a6235"/>
          <p:cNvSpPr txBox="1"/>
          <p:nvPr/>
        </p:nvSpPr>
        <p:spPr>
          <a:xfrm>
            <a:off x="10407968" y="1832724"/>
            <a:ext cx="166497" cy="186055"/>
          </a:xfrm>
          <a:prstGeom prst="rect">
            <a:avLst/>
          </a:prstGeom>
          <a:noFill/>
        </p:spPr>
        <p:txBody>
          <a:bodyPr wrap="square" lIns="0" rIns="0" tIns="0" bIns="0" anchor="t"/>
          <a:lstStyle/>
          <a:p>
            <a:pPr algn="l">
              <a:lnSpc>
                <a:spcPts val="1465"/>
              </a:lnSpc>
              <a:spcBef>
                <a:spcPts val="0"/>
              </a:spcBef>
              <a:spcAft>
                <a:spcPts val="0"/>
              </a:spcAft>
            </a:pPr>
            <a:r>
              <a:rPr sz="1200" b="1" i="0" spc="12">
                <a:solidFill>
                  <a:srgbClr val="198754"/>
                </a:solidFill>
                <a:latin typeface="Calibri"/>
              </a:rPr>
              <a:t>✓</a:t>
            </a:r>
          </a:p>
        </p:txBody>
      </p:sp>
      <p:sp>
        <p:nvSpPr>
          <p:cNvPr id="72" name="!!respuesta:e491b55cf8"/>
          <p:cNvSpPr txBox="1"/>
          <p:nvPr/>
        </p:nvSpPr>
        <p:spPr>
          <a:xfrm>
            <a:off x="6343650" y="2129466"/>
            <a:ext cx="5220462" cy="379730"/>
          </a:xfrm>
          <a:prstGeom prst="rect">
            <a:avLst/>
          </a:prstGeom>
          <a:noFill/>
        </p:spPr>
        <p:txBody>
          <a:bodyPr wrap="square" lIns="0" rIns="0" tIns="0" bIns="0" anchor="t"/>
          <a:lstStyle/>
          <a:p>
            <a:pPr algn="l">
              <a:lnSpc>
                <a:spcPts val="1495"/>
              </a:lnSpc>
              <a:spcBef>
                <a:spcPts val="0"/>
              </a:spcBef>
              <a:spcAft>
                <a:spcPts val="0"/>
              </a:spcAft>
            </a:pPr>
            <a:r>
              <a:rPr sz="1150" b="0" i="1">
                <a:solidFill>
                  <a:srgbClr val="5B6575"/>
                </a:solidFill>
                <a:latin typeface="Calibri"/>
              </a:rPr>
              <a:t>¿Reproduce el motor, dentro de tolerancias explícitas, las soluciones exactas, las</a:t>
            </a:r>
            <a:br/>
            <a:r>
              <a:rPr sz="1150" b="0" i="1">
                <a:solidFill>
                  <a:srgbClr val="5B6575"/>
                </a:solidFill>
                <a:latin typeface="Calibri"/>
              </a:rPr>
              <a:t>referencias externas y los fenómenos numéricos que predice la teoría?</a:t>
            </a:r>
          </a:p>
        </p:txBody>
      </p:sp>
      <p:sp>
        <p:nvSpPr>
          <p:cNvPr id="73" name="!!respuesta:a597c93b35"/>
          <p:cNvSpPr/>
          <p:nvPr/>
        </p:nvSpPr>
        <p:spPr>
          <a:xfrm>
            <a:off x="6343650" y="2602103"/>
            <a:ext cx="5118100" cy="3416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respuesta:a597c93b35·2"/>
          <p:cNvCxnSpPr/>
          <p:nvPr/>
        </p:nvCxnSpPr>
        <p:spPr>
          <a:xfrm>
            <a:off x="6343650" y="2605278"/>
            <a:ext cx="5118100" cy="0"/>
          </a:xfrm>
          <a:prstGeom prst="line">
            <a:avLst/>
          </a:prstGeom>
          <a:ln w="6350">
            <a:solidFill>
              <a:srgbClr val="C3CDDC"/>
            </a:solidFill>
            <a:prstDash val="dash"/>
          </a:ln>
        </p:spPr>
        <p:style>
          <a:lnRef idx="2">
            <a:schemeClr val="accent1"/>
          </a:lnRef>
          <a:fillRef idx="0">
            <a:schemeClr val="accent1"/>
          </a:fillRef>
          <a:effectRef idx="1">
            <a:schemeClr val="accent1"/>
          </a:effectRef>
          <a:fontRef idx="minor">
            <a:schemeClr val="tx1"/>
          </a:fontRef>
        </p:style>
      </p:cxnSp>
      <p:sp>
        <p:nvSpPr>
          <p:cNvPr id="75" name="!!respuesta:76464fb499"/>
          <p:cNvSpPr txBox="1"/>
          <p:nvPr/>
        </p:nvSpPr>
        <p:spPr>
          <a:xfrm>
            <a:off x="6343650" y="2711952"/>
            <a:ext cx="5220462" cy="205740"/>
          </a:xfrm>
          <a:prstGeom prst="rect">
            <a:avLst/>
          </a:prstGeom>
          <a:noFill/>
        </p:spPr>
        <p:txBody>
          <a:bodyPr wrap="square" lIns="0" rIns="0" tIns="0" bIns="0" anchor="t"/>
          <a:lstStyle/>
          <a:p>
            <a:pPr algn="l">
              <a:lnSpc>
                <a:spcPts val="1620"/>
              </a:lnSpc>
              <a:spcBef>
                <a:spcPts val="0"/>
              </a:spcBef>
              <a:spcAft>
                <a:spcPts val="0"/>
              </a:spcAft>
            </a:pPr>
            <a:r>
              <a:rPr sz="1350" b="1" i="0">
                <a:solidFill>
                  <a:srgbClr val="1F2937"/>
                </a:solidFill>
                <a:latin typeface="Calibri"/>
              </a:rPr>
              <a:t>Respuesta:</a:t>
            </a:r>
            <a:r>
              <a:rPr sz="1700" b="1" i="0">
                <a:solidFill>
                  <a:srgbClr val="198754"/>
                </a:solidFill>
                <a:latin typeface="Calibri"/>
              </a:rPr>
              <a:t> sí</a:t>
            </a:r>
            <a:r>
              <a:rPr sz="1350" b="1" i="0">
                <a:solidFill>
                  <a:srgbClr val="1F2937"/>
                </a:solidFill>
                <a:latin typeface="Calibri"/>
              </a:rPr>
              <a:t>, dentro de las tolerancias declaradas</a:t>
            </a:r>
          </a:p>
        </p:txBody>
      </p:sp>
      <p:sp>
        <p:nvSpPr>
          <p:cNvPr id="76" name="!!respuesta:650b77e962"/>
          <p:cNvSpPr/>
          <p:nvPr/>
        </p:nvSpPr>
        <p:spPr>
          <a:xfrm>
            <a:off x="6346825" y="3023108"/>
            <a:ext cx="1648841" cy="1863217"/>
          </a:xfrm>
          <a:prstGeom prst="roundRect">
            <a:avLst>
              <a:gd name="adj" fmla="val 5199"/>
            </a:avLst>
          </a:prstGeom>
          <a:solidFill>
            <a:srgbClr val="E8F5EE"/>
          </a:solidFill>
          <a:ln w="63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spuesta:5415118bcc"/>
          <p:cNvSpPr/>
          <p:nvPr/>
        </p:nvSpPr>
        <p:spPr>
          <a:xfrm>
            <a:off x="6445250" y="3121533"/>
            <a:ext cx="241300" cy="241300"/>
          </a:xfrm>
          <a:prstGeom prst="ellipse">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spuesta:f79578e5bc"/>
          <p:cNvSpPr txBox="1"/>
          <p:nvPr/>
        </p:nvSpPr>
        <p:spPr>
          <a:xfrm>
            <a:off x="6511163" y="3178397"/>
            <a:ext cx="160210"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FFFFFF"/>
                </a:solidFill>
                <a:latin typeface="Calibri"/>
              </a:rPr>
              <a:t>✓</a:t>
            </a:r>
          </a:p>
        </p:txBody>
      </p:sp>
      <p:sp>
        <p:nvSpPr>
          <p:cNvPr id="79" name="!!respuesta:0d8ad6be99"/>
          <p:cNvSpPr txBox="1"/>
          <p:nvPr/>
        </p:nvSpPr>
        <p:spPr>
          <a:xfrm>
            <a:off x="6438900" y="3422174"/>
            <a:ext cx="1515491"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1F2937"/>
                </a:solidFill>
                <a:latin typeface="Calibri"/>
              </a:rPr>
              <a:t>Soluciones exactas</a:t>
            </a:r>
          </a:p>
        </p:txBody>
      </p:sp>
      <p:sp>
        <p:nvSpPr>
          <p:cNvPr id="80" name="!!respuesta:063dc82417"/>
          <p:cNvSpPr txBox="1"/>
          <p:nvPr/>
        </p:nvSpPr>
        <p:spPr>
          <a:xfrm>
            <a:off x="6438900" y="3651373"/>
            <a:ext cx="1515491" cy="560832"/>
          </a:xfrm>
          <a:prstGeom prst="rect">
            <a:avLst/>
          </a:prstGeom>
          <a:noFill/>
        </p:spPr>
        <p:txBody>
          <a:bodyPr wrap="square" lIns="0" rIns="0" tIns="0" bIns="0" anchor="t"/>
          <a:lstStyle/>
          <a:p>
            <a:pPr algn="l">
              <a:lnSpc>
                <a:spcPts val="1472"/>
              </a:lnSpc>
              <a:spcBef>
                <a:spcPts val="0"/>
              </a:spcBef>
              <a:spcAft>
                <a:spcPts val="0"/>
              </a:spcAft>
            </a:pPr>
            <a:r>
              <a:rPr sz="1150" b="0" i="0">
                <a:solidFill>
                  <a:srgbClr val="3F4A5A"/>
                </a:solidFill>
                <a:latin typeface="Calibri"/>
              </a:rPr>
              <a:t>las tasas de</a:t>
            </a:r>
            <a:br/>
            <a:r>
              <a:rPr sz="1150" b="0" i="0">
                <a:solidFill>
                  <a:srgbClr val="3F4A5A"/>
                </a:solidFill>
                <a:latin typeface="Calibri"/>
              </a:rPr>
              <a:t>convergencia que</a:t>
            </a:r>
            <a:br/>
            <a:r>
              <a:rPr sz="1150" b="0" i="0">
                <a:solidFill>
                  <a:srgbClr val="3F4A5A"/>
                </a:solidFill>
                <a:latin typeface="Calibri"/>
              </a:rPr>
              <a:t>predice la teoría</a:t>
            </a:r>
          </a:p>
        </p:txBody>
      </p:sp>
      <p:sp>
        <p:nvSpPr>
          <p:cNvPr id="81" name="!!respuesta:a0539d5b32"/>
          <p:cNvSpPr/>
          <p:nvPr/>
        </p:nvSpPr>
        <p:spPr>
          <a:xfrm>
            <a:off x="8078216" y="3023108"/>
            <a:ext cx="1648904" cy="1863217"/>
          </a:xfrm>
          <a:prstGeom prst="roundRect">
            <a:avLst>
              <a:gd name="adj" fmla="val 5198"/>
            </a:avLst>
          </a:prstGeom>
          <a:solidFill>
            <a:srgbClr val="E8F5EE"/>
          </a:solidFill>
          <a:ln w="63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spuesta:3c86d817c4"/>
          <p:cNvSpPr/>
          <p:nvPr/>
        </p:nvSpPr>
        <p:spPr>
          <a:xfrm>
            <a:off x="8176641" y="3121533"/>
            <a:ext cx="241300" cy="241300"/>
          </a:xfrm>
          <a:prstGeom prst="ellipse">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spuesta:6931df6c4f"/>
          <p:cNvSpPr txBox="1"/>
          <p:nvPr/>
        </p:nvSpPr>
        <p:spPr>
          <a:xfrm>
            <a:off x="8242490" y="3178397"/>
            <a:ext cx="160210"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FFFFFF"/>
                </a:solidFill>
                <a:latin typeface="Calibri"/>
              </a:rPr>
              <a:t>✓</a:t>
            </a:r>
          </a:p>
        </p:txBody>
      </p:sp>
      <p:sp>
        <p:nvSpPr>
          <p:cNvPr id="84" name="!!respuesta:c4524ab787"/>
          <p:cNvSpPr txBox="1"/>
          <p:nvPr/>
        </p:nvSpPr>
        <p:spPr>
          <a:xfrm>
            <a:off x="8170291" y="3422174"/>
            <a:ext cx="1515554" cy="182562"/>
          </a:xfrm>
          <a:prstGeom prst="rect">
            <a:avLst/>
          </a:prstGeom>
          <a:noFill/>
        </p:spPr>
        <p:txBody>
          <a:bodyPr wrap="square" lIns="0" rIns="0" tIns="0" bIns="0" anchor="t"/>
          <a:lstStyle/>
          <a:p>
            <a:pPr algn="l">
              <a:lnSpc>
                <a:spcPts val="1438"/>
              </a:lnSpc>
              <a:spcBef>
                <a:spcPts val="0"/>
              </a:spcBef>
              <a:spcAft>
                <a:spcPts val="0"/>
              </a:spcAft>
            </a:pPr>
            <a:r>
              <a:rPr sz="1250" b="1" i="0">
                <a:solidFill>
                  <a:srgbClr val="1F2937"/>
                </a:solidFill>
                <a:latin typeface="Calibri"/>
              </a:rPr>
              <a:t>Referencias externas</a:t>
            </a:r>
          </a:p>
        </p:txBody>
      </p:sp>
      <p:sp>
        <p:nvSpPr>
          <p:cNvPr id="85" name="!!respuesta:fb93af7297"/>
          <p:cNvSpPr txBox="1"/>
          <p:nvPr/>
        </p:nvSpPr>
        <p:spPr>
          <a:xfrm>
            <a:off x="8170291" y="3651373"/>
            <a:ext cx="1515554" cy="560832"/>
          </a:xfrm>
          <a:prstGeom prst="rect">
            <a:avLst/>
          </a:prstGeom>
          <a:noFill/>
        </p:spPr>
        <p:txBody>
          <a:bodyPr wrap="square" lIns="0" rIns="0" tIns="0" bIns="0" anchor="t"/>
          <a:lstStyle/>
          <a:p>
            <a:pPr algn="l">
              <a:lnSpc>
                <a:spcPts val="1472"/>
              </a:lnSpc>
              <a:spcBef>
                <a:spcPts val="0"/>
              </a:spcBef>
              <a:spcAft>
                <a:spcPts val="0"/>
              </a:spcAft>
            </a:pPr>
            <a:r>
              <a:rPr sz="1150" b="0" i="0">
                <a:solidFill>
                  <a:srgbClr val="3F4A5A"/>
                </a:solidFill>
                <a:latin typeface="Calibri"/>
              </a:rPr>
              <a:t>la solución analítica, la</a:t>
            </a:r>
            <a:br/>
            <a:r>
              <a:rPr sz="1150" b="0" i="0">
                <a:solidFill>
                  <a:srgbClr val="3F4A5A"/>
                </a:solidFill>
                <a:latin typeface="Calibri"/>
              </a:rPr>
              <a:t>membrana de Cook y</a:t>
            </a:r>
            <a:br/>
            <a:r>
              <a:rPr sz="1150" b="0" i="0">
                <a:solidFill>
                  <a:srgbClr val="3F4A5A"/>
                </a:solidFill>
                <a:latin typeface="Calibri"/>
              </a:rPr>
              <a:t>SAP2000</a:t>
            </a:r>
          </a:p>
        </p:txBody>
      </p:sp>
      <p:sp>
        <p:nvSpPr>
          <p:cNvPr id="86" name="!!respuesta:4d52833860"/>
          <p:cNvSpPr/>
          <p:nvPr/>
        </p:nvSpPr>
        <p:spPr>
          <a:xfrm>
            <a:off x="9809670" y="3023108"/>
            <a:ext cx="1648841" cy="1863217"/>
          </a:xfrm>
          <a:prstGeom prst="roundRect">
            <a:avLst>
              <a:gd name="adj" fmla="val 5199"/>
            </a:avLst>
          </a:prstGeom>
          <a:solidFill>
            <a:srgbClr val="E8F5EE"/>
          </a:solidFill>
          <a:ln w="635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spuesta:47c1af30ff"/>
          <p:cNvSpPr/>
          <p:nvPr/>
        </p:nvSpPr>
        <p:spPr>
          <a:xfrm>
            <a:off x="9908096" y="3121533"/>
            <a:ext cx="241300" cy="241300"/>
          </a:xfrm>
          <a:prstGeom prst="ellipse">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spuesta:443c683ac5"/>
          <p:cNvSpPr txBox="1"/>
          <p:nvPr/>
        </p:nvSpPr>
        <p:spPr>
          <a:xfrm>
            <a:off x="9973945" y="3178397"/>
            <a:ext cx="160210"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FFFFFF"/>
                </a:solidFill>
                <a:latin typeface="Calibri"/>
              </a:rPr>
              <a:t>✓</a:t>
            </a:r>
          </a:p>
        </p:txBody>
      </p:sp>
      <p:sp>
        <p:nvSpPr>
          <p:cNvPr id="89" name="!!respuesta:106487b1aa"/>
          <p:cNvSpPr txBox="1"/>
          <p:nvPr/>
        </p:nvSpPr>
        <p:spPr>
          <a:xfrm>
            <a:off x="9901746" y="3422174"/>
            <a:ext cx="1515491" cy="365125"/>
          </a:xfrm>
          <a:prstGeom prst="rect">
            <a:avLst/>
          </a:prstGeom>
          <a:noFill/>
        </p:spPr>
        <p:txBody>
          <a:bodyPr wrap="square" lIns="0" rIns="0" tIns="0" bIns="0" anchor="t"/>
          <a:lstStyle/>
          <a:p>
            <a:pPr algn="l">
              <a:lnSpc>
                <a:spcPts val="1438"/>
              </a:lnSpc>
              <a:spcBef>
                <a:spcPts val="0"/>
              </a:spcBef>
              <a:spcAft>
                <a:spcPts val="0"/>
              </a:spcAft>
            </a:pPr>
            <a:r>
              <a:rPr sz="1250" b="1" i="0">
                <a:solidFill>
                  <a:srgbClr val="1F2937"/>
                </a:solidFill>
                <a:latin typeface="Calibri"/>
              </a:rPr>
              <a:t>Fenómenos</a:t>
            </a:r>
            <a:br/>
            <a:r>
              <a:rPr sz="1250" b="1" i="0">
                <a:solidFill>
                  <a:srgbClr val="1F2937"/>
                </a:solidFill>
                <a:latin typeface="Calibri"/>
              </a:rPr>
              <a:t>numéricos</a:t>
            </a:r>
          </a:p>
        </p:txBody>
      </p:sp>
      <p:sp>
        <p:nvSpPr>
          <p:cNvPr id="90" name="!!respuesta:1b646126dd"/>
          <p:cNvSpPr txBox="1"/>
          <p:nvPr/>
        </p:nvSpPr>
        <p:spPr>
          <a:xfrm>
            <a:off x="9901746" y="3833936"/>
            <a:ext cx="1515491" cy="373888"/>
          </a:xfrm>
          <a:prstGeom prst="rect">
            <a:avLst/>
          </a:prstGeom>
          <a:noFill/>
        </p:spPr>
        <p:txBody>
          <a:bodyPr wrap="square" lIns="0" rIns="0" tIns="0" bIns="0" anchor="t"/>
          <a:lstStyle/>
          <a:p>
            <a:pPr algn="l">
              <a:lnSpc>
                <a:spcPts val="1472"/>
              </a:lnSpc>
              <a:spcBef>
                <a:spcPts val="0"/>
              </a:spcBef>
              <a:spcAft>
                <a:spcPts val="0"/>
              </a:spcAft>
            </a:pPr>
            <a:r>
              <a:rPr sz="1150" b="0" i="0">
                <a:solidFill>
                  <a:srgbClr val="3F4A5A"/>
                </a:solidFill>
                <a:latin typeface="Calibri"/>
              </a:rPr>
              <a:t>el bloqueo por cortante</a:t>
            </a:r>
            <a:br/>
            <a:r>
              <a:rPr sz="1150" b="0" i="0">
                <a:solidFill>
                  <a:srgbClr val="3F4A5A"/>
                </a:solidFill>
                <a:latin typeface="Calibri"/>
              </a:rPr>
              <a:t>del Q4</a:t>
            </a:r>
          </a:p>
        </p:txBody>
      </p:sp>
      <p:sp>
        <p:nvSpPr>
          <p:cNvPr id="91" name="!!respuesta:c829410d1f"/>
          <p:cNvSpPr/>
          <p:nvPr/>
        </p:nvSpPr>
        <p:spPr>
          <a:xfrm>
            <a:off x="565150" y="5118100"/>
            <a:ext cx="4259580" cy="1240155"/>
          </a:xfrm>
          <a:prstGeom prst="roundRect">
            <a:avLst>
              <a:gd name="adj" fmla="val 8192"/>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spuesta:c829410d1f·2"/>
          <p:cNvSpPr/>
          <p:nvPr/>
        </p:nvSpPr>
        <p:spPr>
          <a:xfrm>
            <a:off x="565150" y="5118100"/>
            <a:ext cx="425958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spuesta:c829410d1f·3"/>
          <p:cNvSpPr/>
          <p:nvPr/>
        </p:nvSpPr>
        <p:spPr>
          <a:xfrm>
            <a:off x="4818380" y="5118100"/>
            <a:ext cx="6350" cy="124015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spuesta:c829410d1f·4"/>
          <p:cNvSpPr/>
          <p:nvPr/>
        </p:nvSpPr>
        <p:spPr>
          <a:xfrm>
            <a:off x="565150" y="6351905"/>
            <a:ext cx="425958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spuesta:c829410d1f·5"/>
          <p:cNvSpPr/>
          <p:nvPr/>
        </p:nvSpPr>
        <p:spPr>
          <a:xfrm>
            <a:off x="565150" y="5118100"/>
            <a:ext cx="50800" cy="1240155"/>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spuesta:a335cbda33"/>
          <p:cNvSpPr/>
          <p:nvPr/>
        </p:nvSpPr>
        <p:spPr>
          <a:xfrm>
            <a:off x="742950" y="5226050"/>
            <a:ext cx="406400" cy="4064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7" name="!!respuesta:c750894a8b" descr="1296b354e7639580.png"/>
          <p:cNvPicPr>
            <a:picLocks noChangeAspect="1"/>
          </p:cNvPicPr>
          <p:nvPr/>
        </p:nvPicPr>
        <p:blipFill>
          <a:blip r:embed="rId2"/>
          <a:stretch>
            <a:fillRect/>
          </a:stretch>
        </p:blipFill>
        <p:spPr>
          <a:xfrm>
            <a:off x="793750" y="5276850"/>
            <a:ext cx="304800" cy="304800"/>
          </a:xfrm>
          <a:prstGeom prst="rect">
            <a:avLst/>
          </a:prstGeom>
        </p:spPr>
      </p:pic>
      <p:sp>
        <p:nvSpPr>
          <p:cNvPr id="98" name="!!respuesta:cc9378578c"/>
          <p:cNvSpPr txBox="1"/>
          <p:nvPr/>
        </p:nvSpPr>
        <p:spPr>
          <a:xfrm>
            <a:off x="1250950" y="5234851"/>
            <a:ext cx="3509200" cy="213360"/>
          </a:xfrm>
          <a:prstGeom prst="rect">
            <a:avLst/>
          </a:prstGeom>
          <a:noFill/>
        </p:spPr>
        <p:txBody>
          <a:bodyPr wrap="square" lIns="0" rIns="0" tIns="0" bIns="0" anchor="t"/>
          <a:lstStyle/>
          <a:p>
            <a:pPr algn="l">
              <a:lnSpc>
                <a:spcPts val="1680"/>
              </a:lnSpc>
              <a:spcBef>
                <a:spcPts val="0"/>
              </a:spcBef>
              <a:spcAft>
                <a:spcPts val="0"/>
              </a:spcAft>
            </a:pPr>
            <a:r>
              <a:rPr sz="1500" b="1" i="0">
                <a:solidFill>
                  <a:srgbClr val="1F2937"/>
                </a:solidFill>
                <a:latin typeface="Calibri"/>
              </a:rPr>
              <a:t>Necesario, pero no suficiente</a:t>
            </a:r>
          </a:p>
        </p:txBody>
      </p:sp>
      <p:sp>
        <p:nvSpPr>
          <p:cNvPr id="99" name="!!respuesta:e09ba8f5bb"/>
          <p:cNvSpPr txBox="1"/>
          <p:nvPr/>
        </p:nvSpPr>
        <p:spPr>
          <a:xfrm>
            <a:off x="1250950" y="5491493"/>
            <a:ext cx="3509200" cy="594360"/>
          </a:xfrm>
          <a:prstGeom prst="rect">
            <a:avLst/>
          </a:prstGeom>
          <a:noFill/>
        </p:spPr>
        <p:txBody>
          <a:bodyPr wrap="square" lIns="0" rIns="0" tIns="0" bIns="0" anchor="t"/>
          <a:lstStyle/>
          <a:p>
            <a:pPr algn="l">
              <a:lnSpc>
                <a:spcPts val="1560"/>
              </a:lnSpc>
              <a:spcBef>
                <a:spcPts val="0"/>
              </a:spcBef>
              <a:spcAft>
                <a:spcPts val="0"/>
              </a:spcAft>
            </a:pPr>
            <a:r>
              <a:rPr sz="1200" b="0" i="0">
                <a:solidFill>
                  <a:srgbClr val="3F4A5A"/>
                </a:solidFill>
                <a:latin typeface="Calibri"/>
              </a:rPr>
              <a:t>Lo expuesto tenía un defecto —la extrapolación de</a:t>
            </a:r>
            <a:br/>
            <a:r>
              <a:rPr sz="1200" b="0" i="0">
                <a:solidFill>
                  <a:srgbClr val="3F4A5A"/>
                </a:solidFill>
                <a:latin typeface="Calibri"/>
              </a:rPr>
              <a:t>tensiones del Q4—: la trazabilidad lo hizo visible y se</a:t>
            </a:r>
            <a:br/>
            <a:r>
              <a:rPr sz="1200" b="0" i="0">
                <a:solidFill>
                  <a:srgbClr val="3F4A5A"/>
                </a:solidFill>
                <a:latin typeface="Calibri"/>
              </a:rPr>
              <a:t>corrigió.</a:t>
            </a:r>
          </a:p>
        </p:txBody>
      </p:sp>
      <p:sp>
        <p:nvSpPr>
          <p:cNvPr id="100" name="!!respuesta:47b433a678"/>
          <p:cNvSpPr/>
          <p:nvPr/>
        </p:nvSpPr>
        <p:spPr>
          <a:xfrm>
            <a:off x="4967605" y="5121275"/>
            <a:ext cx="6656070" cy="1233805"/>
          </a:xfrm>
          <a:prstGeom prst="roundRect">
            <a:avLst>
              <a:gd name="adj" fmla="val 7977"/>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spuesta:6891f39181"/>
          <p:cNvSpPr txBox="1"/>
          <p:nvPr/>
        </p:nvSpPr>
        <p:spPr>
          <a:xfrm>
            <a:off x="5097780" y="5206543"/>
            <a:ext cx="6523672"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5B6575"/>
                </a:solidFill>
                <a:latin typeface="Calibri"/>
              </a:rPr>
              <a:t>Tres debilidades declaradas · § 3.7.5</a:t>
            </a:r>
          </a:p>
        </p:txBody>
      </p:sp>
      <p:sp>
        <p:nvSpPr>
          <p:cNvPr id="102" name="!!respuesta:101ebf47b3"/>
          <p:cNvSpPr/>
          <p:nvPr/>
        </p:nvSpPr>
        <p:spPr>
          <a:xfrm>
            <a:off x="5097780" y="5412105"/>
            <a:ext cx="254000" cy="254000"/>
          </a:xfrm>
          <a:prstGeom prst="roundRect">
            <a:avLst>
              <a:gd name="adj" fmla="val 27500"/>
            </a:avLst>
          </a:prstGeom>
          <a:solidFill>
            <a:srgbClr val="B7791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3" name="!!respuesta:529d4ba763" descr="e0563fd26626ca3c.png"/>
          <p:cNvPicPr>
            <a:picLocks noChangeAspect="1"/>
          </p:cNvPicPr>
          <p:nvPr/>
        </p:nvPicPr>
        <p:blipFill>
          <a:blip r:embed="rId3"/>
          <a:stretch>
            <a:fillRect/>
          </a:stretch>
        </p:blipFill>
        <p:spPr>
          <a:xfrm>
            <a:off x="5130800" y="5441950"/>
            <a:ext cx="190500" cy="190500"/>
          </a:xfrm>
          <a:prstGeom prst="rect">
            <a:avLst/>
          </a:prstGeom>
        </p:spPr>
      </p:pic>
      <p:sp>
        <p:nvSpPr>
          <p:cNvPr id="104" name="!!respuesta:981e45726c"/>
          <p:cNvSpPr txBox="1"/>
          <p:nvPr/>
        </p:nvSpPr>
        <p:spPr>
          <a:xfrm>
            <a:off x="5427980" y="5450159"/>
            <a:ext cx="6186868"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La evaluación es del autor</a:t>
            </a:r>
          </a:p>
        </p:txBody>
      </p:sp>
      <p:sp>
        <p:nvSpPr>
          <p:cNvPr id="105" name="!!respuesta:162c1b655c"/>
          <p:cNvSpPr/>
          <p:nvPr/>
        </p:nvSpPr>
        <p:spPr>
          <a:xfrm>
            <a:off x="5097780" y="5716905"/>
            <a:ext cx="254000" cy="254000"/>
          </a:xfrm>
          <a:prstGeom prst="roundRect">
            <a:avLst>
              <a:gd name="adj" fmla="val 27500"/>
            </a:avLst>
          </a:prstGeom>
          <a:solidFill>
            <a:srgbClr val="B7791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6" name="!!respuesta:dc2f8015ec" descr="b7301c6d4da75b65.png"/>
          <p:cNvPicPr>
            <a:picLocks noChangeAspect="1"/>
          </p:cNvPicPr>
          <p:nvPr/>
        </p:nvPicPr>
        <p:blipFill>
          <a:blip r:embed="rId4"/>
          <a:stretch>
            <a:fillRect/>
          </a:stretch>
        </p:blipFill>
        <p:spPr>
          <a:xfrm>
            <a:off x="5130800" y="5746750"/>
            <a:ext cx="190500" cy="190500"/>
          </a:xfrm>
          <a:prstGeom prst="rect">
            <a:avLst/>
          </a:prstGeom>
        </p:spPr>
      </p:pic>
      <p:sp>
        <p:nvSpPr>
          <p:cNvPr id="107" name="!!respuesta:83e01fe39f"/>
          <p:cNvSpPr txBox="1"/>
          <p:nvPr/>
        </p:nvSpPr>
        <p:spPr>
          <a:xfrm>
            <a:off x="5427980" y="5754959"/>
            <a:ext cx="6186868"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La deformación plana no tiene contraste externo</a:t>
            </a:r>
          </a:p>
        </p:txBody>
      </p:sp>
      <p:sp>
        <p:nvSpPr>
          <p:cNvPr id="108" name="!!respuesta:02d8da680b"/>
          <p:cNvSpPr/>
          <p:nvPr/>
        </p:nvSpPr>
        <p:spPr>
          <a:xfrm>
            <a:off x="5097780" y="6021705"/>
            <a:ext cx="254000" cy="254000"/>
          </a:xfrm>
          <a:prstGeom prst="roundRect">
            <a:avLst>
              <a:gd name="adj" fmla="val 27500"/>
            </a:avLst>
          </a:prstGeom>
          <a:solidFill>
            <a:srgbClr val="B7791F">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9" name="!!respuesta:de093262c8" descr="0eb6a63d6263edf4.png"/>
          <p:cNvPicPr>
            <a:picLocks noChangeAspect="1"/>
          </p:cNvPicPr>
          <p:nvPr/>
        </p:nvPicPr>
        <p:blipFill>
          <a:blip r:embed="rId5"/>
          <a:stretch>
            <a:fillRect/>
          </a:stretch>
        </p:blipFill>
        <p:spPr>
          <a:xfrm>
            <a:off x="5130800" y="6051550"/>
            <a:ext cx="190500" cy="190500"/>
          </a:xfrm>
          <a:prstGeom prst="rect">
            <a:avLst/>
          </a:prstGeom>
        </p:spPr>
      </p:pic>
      <p:sp>
        <p:nvSpPr>
          <p:cNvPr id="110" name="!!respuesta:77cc8ed683"/>
          <p:cNvSpPr txBox="1"/>
          <p:nvPr/>
        </p:nvSpPr>
        <p:spPr>
          <a:xfrm>
            <a:off x="5427980" y="6059759"/>
            <a:ext cx="6186868" cy="185928"/>
          </a:xfrm>
          <a:prstGeom prst="rect">
            <a:avLst/>
          </a:prstGeom>
          <a:noFill/>
        </p:spPr>
        <p:txBody>
          <a:bodyPr wrap="square" lIns="0" rIns="0" tIns="0" bIns="0" anchor="t"/>
          <a:lstStyle/>
          <a:p>
            <a:pPr algn="l">
              <a:lnSpc>
                <a:spcPts val="1464"/>
              </a:lnSpc>
              <a:spcBef>
                <a:spcPts val="0"/>
              </a:spcBef>
              <a:spcAft>
                <a:spcPts val="0"/>
              </a:spcAft>
            </a:pPr>
            <a:r>
              <a:rPr sz="1200" b="0" i="0">
                <a:solidFill>
                  <a:srgbClr val="1F2937"/>
                </a:solidFill>
                <a:latin typeface="Calibri"/>
              </a:rPr>
              <a:t>La exposición es una posibilidad que el software ofrece, no un recorrido que imponga</a:t>
            </a:r>
          </a:p>
        </p:txBody>
      </p:sp>
      <p:sp>
        <p:nvSpPr>
          <p:cNvPr id="111" name="!!respuesta:722e9dbacf"/>
          <p:cNvSpPr txBox="1"/>
          <p:nvPr/>
        </p:nvSpPr>
        <p:spPr>
          <a:xfrm>
            <a:off x="565150" y="5174793"/>
            <a:ext cx="11282934"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5B6575"/>
                </a:solidFill>
                <a:latin typeface="Calibri"/>
              </a:rPr>
              <a:t>La mejora frente a la situación de partida · § 3.8</a:t>
            </a:r>
          </a:p>
        </p:txBody>
      </p:sp>
      <p:sp>
        <p:nvSpPr>
          <p:cNvPr id="112" name="!!respuesta:1eef589b28"/>
          <p:cNvSpPr/>
          <p:nvPr/>
        </p:nvSpPr>
        <p:spPr>
          <a:xfrm>
            <a:off x="568325" y="5396230"/>
            <a:ext cx="5346700" cy="615950"/>
          </a:xfrm>
          <a:prstGeom prst="roundRect">
            <a:avLst>
              <a:gd name="adj" fmla="val 1597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spuesta:31eaca0ef4"/>
          <p:cNvSpPr/>
          <p:nvPr/>
        </p:nvSpPr>
        <p:spPr>
          <a:xfrm>
            <a:off x="711200" y="5634355"/>
            <a:ext cx="139700" cy="139700"/>
          </a:xfrm>
          <a:prstGeom prst="roundRect">
            <a:avLst>
              <a:gd name="adj" fmla="val 22727"/>
            </a:avLst>
          </a:prstGeom>
          <a:solidFill>
            <a:srgbClr val="5B6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spuesta:e36c6cd2f0"/>
          <p:cNvSpPr txBox="1"/>
          <p:nvPr/>
        </p:nvSpPr>
        <p:spPr>
          <a:xfrm>
            <a:off x="952500" y="5500656"/>
            <a:ext cx="4916043" cy="406400"/>
          </a:xfrm>
          <a:prstGeom prst="rect">
            <a:avLst/>
          </a:prstGeom>
          <a:noFill/>
        </p:spPr>
        <p:txBody>
          <a:bodyPr wrap="square" lIns="0" rIns="0" tIns="0" bIns="0" anchor="t"/>
          <a:lstStyle/>
          <a:p>
            <a:pPr algn="l">
              <a:lnSpc>
                <a:spcPts val="1600"/>
              </a:lnSpc>
              <a:spcBef>
                <a:spcPts val="0"/>
              </a:spcBef>
              <a:spcAft>
                <a:spcPts val="0"/>
              </a:spcAft>
            </a:pPr>
            <a:r>
              <a:rPr sz="1250" b="1" i="0">
                <a:solidFill>
                  <a:srgbClr val="1F2937"/>
                </a:solidFill>
                <a:latin typeface="Calibri"/>
              </a:rPr>
              <a:t>Caja negra:</a:t>
            </a:r>
            <a:r>
              <a:rPr sz="1250" b="0" i="0">
                <a:solidFill>
                  <a:srgbClr val="3F4A5A"/>
                </a:solidFill>
                <a:latin typeface="Calibri"/>
              </a:rPr>
              <a:t> no se puede saber si las tensiones de los nodos cierran con las</a:t>
            </a:r>
            <a:br/>
            <a:r>
              <a:rPr sz="1250" b="0" i="0">
                <a:solidFill>
                  <a:srgbClr val="3F4A5A"/>
                </a:solidFill>
                <a:latin typeface="Calibri"/>
              </a:rPr>
              <a:t>de los elementos</a:t>
            </a:r>
          </a:p>
        </p:txBody>
      </p:sp>
      <p:sp>
        <p:nvSpPr>
          <p:cNvPr id="115" name="!!respuesta:5750a32900"/>
          <p:cNvSpPr txBox="1"/>
          <p:nvPr/>
        </p:nvSpPr>
        <p:spPr>
          <a:xfrm>
            <a:off x="5892800" y="5611432"/>
            <a:ext cx="406400" cy="215900"/>
          </a:xfrm>
          <a:prstGeom prst="rect">
            <a:avLst/>
          </a:prstGeom>
          <a:noFill/>
        </p:spPr>
        <p:txBody>
          <a:bodyPr wrap="square" lIns="0" rIns="0" tIns="0" bIns="0" anchor="t"/>
          <a:lstStyle/>
          <a:p>
            <a:pPr algn="ctr">
              <a:lnSpc>
                <a:spcPts val="1700"/>
              </a:lnSpc>
              <a:spcBef>
                <a:spcPts val="0"/>
              </a:spcBef>
              <a:spcAft>
                <a:spcPts val="0"/>
              </a:spcAft>
            </a:pPr>
            <a:r>
              <a:rPr sz="1700" b="1" i="0">
                <a:solidFill>
                  <a:srgbClr val="198754"/>
                </a:solidFill>
                <a:latin typeface="Calibri"/>
              </a:rPr>
              <a:t>→</a:t>
            </a:r>
          </a:p>
        </p:txBody>
      </p:sp>
      <p:sp>
        <p:nvSpPr>
          <p:cNvPr id="116" name="!!respuesta:f191697f84"/>
          <p:cNvSpPr/>
          <p:nvPr/>
        </p:nvSpPr>
        <p:spPr>
          <a:xfrm>
            <a:off x="6280150" y="5399405"/>
            <a:ext cx="5340350" cy="609600"/>
          </a:xfrm>
          <a:prstGeom prst="roundRect">
            <a:avLst>
              <a:gd name="adj" fmla="val 15625"/>
            </a:avLst>
          </a:prstGeom>
          <a:solidFill>
            <a:srgbClr val="E8F5EE"/>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spuesta:0f77b95759"/>
          <p:cNvSpPr/>
          <p:nvPr/>
        </p:nvSpPr>
        <p:spPr>
          <a:xfrm>
            <a:off x="6432550" y="5583555"/>
            <a:ext cx="241300" cy="241300"/>
          </a:xfrm>
          <a:prstGeom prst="ellipse">
            <a:avLst/>
          </a:prstGeom>
          <a:solidFill>
            <a:srgbClr val="198754"/>
          </a:solidFill>
          <a:ln w="12700">
            <a:solidFill>
              <a:srgbClr val="1987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spuesta:8882f4bf19"/>
          <p:cNvSpPr txBox="1"/>
          <p:nvPr/>
        </p:nvSpPr>
        <p:spPr>
          <a:xfrm>
            <a:off x="6498463" y="5640419"/>
            <a:ext cx="160210" cy="146050"/>
          </a:xfrm>
          <a:prstGeom prst="rect">
            <a:avLst/>
          </a:prstGeom>
          <a:noFill/>
        </p:spPr>
        <p:txBody>
          <a:bodyPr wrap="square" lIns="0" rIns="0" tIns="0" bIns="0" anchor="t"/>
          <a:lstStyle/>
          <a:p>
            <a:pPr algn="l">
              <a:lnSpc>
                <a:spcPts val="1150"/>
              </a:lnSpc>
              <a:spcBef>
                <a:spcPts val="0"/>
              </a:spcBef>
              <a:spcAft>
                <a:spcPts val="0"/>
              </a:spcAft>
            </a:pPr>
            <a:r>
              <a:rPr sz="1150" b="1" i="0">
                <a:solidFill>
                  <a:srgbClr val="FFFFFF"/>
                </a:solidFill>
                <a:latin typeface="Calibri"/>
              </a:rPr>
              <a:t>✓</a:t>
            </a:r>
          </a:p>
        </p:txBody>
      </p:sp>
      <p:sp>
        <p:nvSpPr>
          <p:cNvPr id="119" name="!!respuesta:51333fa92e"/>
          <p:cNvSpPr txBox="1"/>
          <p:nvPr/>
        </p:nvSpPr>
        <p:spPr>
          <a:xfrm>
            <a:off x="6781800" y="5602256"/>
            <a:ext cx="4219258" cy="203200"/>
          </a:xfrm>
          <a:prstGeom prst="rect">
            <a:avLst/>
          </a:prstGeom>
          <a:noFill/>
        </p:spPr>
        <p:txBody>
          <a:bodyPr wrap="square" lIns="0" rIns="0" tIns="0" bIns="0" anchor="t"/>
          <a:lstStyle/>
          <a:p>
            <a:pPr algn="l">
              <a:lnSpc>
                <a:spcPts val="1600"/>
              </a:lnSpc>
              <a:spcBef>
                <a:spcPts val="0"/>
              </a:spcBef>
              <a:spcAft>
                <a:spcPts val="0"/>
              </a:spcAft>
            </a:pPr>
            <a:r>
              <a:rPr sz="1250" b="1" i="0">
                <a:solidFill>
                  <a:srgbClr val="1F2937"/>
                </a:solidFill>
                <a:latin typeface="Calibri"/>
              </a:rPr>
              <a:t>EduFEM:</a:t>
            </a:r>
            <a:r>
              <a:rPr sz="1250" b="0" i="0">
                <a:solidFill>
                  <a:srgbClr val="1F2937"/>
                </a:solidFill>
                <a:latin typeface="Calibri"/>
              </a:rPr>
              <a:t> puede comprobarse en la memoria de cálculo (§ 3.7.2)</a:t>
            </a:r>
          </a:p>
        </p:txBody>
      </p:sp>
      <p:sp>
        <p:nvSpPr>
          <p:cNvPr id="120" name="!!respuesta:bd58d9ba7a"/>
          <p:cNvSpPr/>
          <p:nvPr/>
        </p:nvSpPr>
        <p:spPr>
          <a:xfrm>
            <a:off x="568325" y="1260475"/>
            <a:ext cx="931990" cy="236156"/>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spuesta:7ead2efc9f"/>
          <p:cNvSpPr txBox="1"/>
          <p:nvPr/>
        </p:nvSpPr>
        <p:spPr>
          <a:xfrm>
            <a:off x="660400" y="1306462"/>
            <a:ext cx="798640" cy="153670"/>
          </a:xfrm>
          <a:prstGeom prst="rect">
            <a:avLst/>
          </a:prstGeom>
          <a:noFill/>
        </p:spPr>
        <p:txBody>
          <a:bodyPr wrap="square" lIns="0" rIns="0" tIns="0" bIns="0" anchor="t"/>
          <a:lstStyle/>
          <a:p>
            <a:pPr algn="l">
              <a:lnSpc>
                <a:spcPts val="1210"/>
              </a:lnSpc>
              <a:spcBef>
                <a:spcPts val="0"/>
              </a:spcBef>
              <a:spcAft>
                <a:spcPts val="0"/>
              </a:spcAft>
            </a:pPr>
            <a:r>
              <a:rPr sz="1100" b="1" i="0" cap="all" spc="88">
                <a:solidFill>
                  <a:srgbClr val="5B6575"/>
                </a:solidFill>
                <a:latin typeface="Calibri"/>
              </a:rPr>
              <a:t>Problema</a:t>
            </a:r>
          </a:p>
        </p:txBody>
      </p:sp>
      <p:sp>
        <p:nvSpPr>
          <p:cNvPr id="122" name="!!respuesta:55d4783005"/>
          <p:cNvSpPr txBox="1"/>
          <p:nvPr/>
        </p:nvSpPr>
        <p:spPr>
          <a:xfrm>
            <a:off x="1605090" y="1245902"/>
            <a:ext cx="10222230" cy="419100"/>
          </a:xfrm>
          <a:prstGeom prst="rect">
            <a:avLst/>
          </a:prstGeom>
          <a:noFill/>
        </p:spPr>
        <p:txBody>
          <a:bodyPr wrap="square" lIns="0" rIns="0" tIns="0" bIns="0" anchor="t"/>
          <a:lstStyle/>
          <a:p>
            <a:pPr algn="l">
              <a:lnSpc>
                <a:spcPts val="1650"/>
              </a:lnSpc>
              <a:spcBef>
                <a:spcPts val="0"/>
              </a:spcBef>
              <a:spcAft>
                <a:spcPts val="0"/>
              </a:spcAft>
            </a:pPr>
            <a:r>
              <a:rPr sz="1250" b="0" i="0">
                <a:solidFill>
                  <a:srgbClr val="5B6575"/>
                </a:solidFill>
                <a:latin typeface="Calibri"/>
              </a:rPr>
              <a:t>¿De qué manera</a:t>
            </a:r>
            <a:r>
              <a:rPr sz="1250" b="1" i="0">
                <a:solidFill>
                  <a:srgbClr val="0D6EFD"/>
                </a:solidFill>
                <a:latin typeface="Calibri"/>
              </a:rPr>
              <a:t> la escasa transparencia del procedimiento de cálculo</a:t>
            </a:r>
            <a:r>
              <a:rPr sz="1250" b="0" i="0">
                <a:solidFill>
                  <a:srgbClr val="5B6575"/>
                </a:solidFill>
                <a:latin typeface="Calibri"/>
              </a:rPr>
              <a:t> del software de análisis por elementos finitos podrá incidir en la</a:t>
            </a:r>
            <a:r>
              <a:rPr sz="1250" b="1" i="0">
                <a:solidFill>
                  <a:srgbClr val="6F42C1"/>
                </a:solidFill>
                <a:latin typeface="Calibri"/>
              </a:rPr>
              <a:t> baja trazabilidad y</a:t>
            </a:r>
            <a:br/>
            <a:r>
              <a:rPr sz="1250" b="1" i="0">
                <a:solidFill>
                  <a:srgbClr val="6F42C1"/>
                </a:solidFill>
                <a:latin typeface="Calibri"/>
              </a:rPr>
              <a:t>verificabilidad de ese procedimiento</a:t>
            </a:r>
            <a:r>
              <a:rPr sz="1250" b="0" i="0">
                <a:solidFill>
                  <a:srgbClr val="5B6575"/>
                </a:solidFill>
                <a:latin typeface="Calibri"/>
              </a:rPr>
              <a:t>, en la gestión 2026?</a:t>
            </a:r>
          </a:p>
        </p:txBody>
      </p:sp>
      <p:sp>
        <p:nvSpPr>
          <p:cNvPr id="123" name="!!respuesta:6fe2097cba"/>
          <p:cNvSpPr/>
          <p:nvPr/>
        </p:nvSpPr>
        <p:spPr>
          <a:xfrm>
            <a:off x="9147175" y="2022475"/>
            <a:ext cx="2406650" cy="1263650"/>
          </a:xfrm>
          <a:prstGeom prst="roundRect">
            <a:avLst>
              <a:gd name="adj" fmla="val 7788"/>
            </a:avLst>
          </a:prstGeom>
          <a:no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4" name="!!respuesta:9b2eefc747" descr="cd4fb4a2c2a7d547.png"/>
          <p:cNvPicPr>
            <a:picLocks noChangeAspect="1"/>
          </p:cNvPicPr>
          <p:nvPr/>
        </p:nvPicPr>
        <p:blipFill>
          <a:blip r:embed="rId6"/>
          <a:stretch>
            <a:fillRect/>
          </a:stretch>
        </p:blipFill>
        <p:spPr>
          <a:xfrm>
            <a:off x="9150350" y="2025650"/>
            <a:ext cx="2413000" cy="1270000"/>
          </a:xfrm>
          <a:prstGeom prst="rect">
            <a:avLst/>
          </a:prstGeom>
        </p:spPr>
      </p:pic>
      <p:pic>
        <p:nvPicPr>
          <p:cNvPr id="125" name="!!respuesta:65f523eae4" descr="a3f3d9b7b97aa59f.png"/>
          <p:cNvPicPr>
            <a:picLocks noChangeAspect="1"/>
          </p:cNvPicPr>
          <p:nvPr/>
        </p:nvPicPr>
        <p:blipFill>
          <a:blip r:embed="rId7"/>
          <a:stretch>
            <a:fillRect/>
          </a:stretch>
        </p:blipFill>
        <p:spPr>
          <a:xfrm>
            <a:off x="635000" y="1803400"/>
            <a:ext cx="10922000" cy="2019300"/>
          </a:xfrm>
          <a:prstGeom prst="rect">
            <a:avLst/>
          </a:prstGeom>
        </p:spPr>
      </p:pic>
      <p:pic>
        <p:nvPicPr>
          <p:cNvPr id="126" name="!!respuesta:4f4bc0410a" descr="78574af0bf9de4e1.png"/>
          <p:cNvPicPr>
            <a:picLocks noChangeAspect="1"/>
          </p:cNvPicPr>
          <p:nvPr/>
        </p:nvPicPr>
        <p:blipFill>
          <a:blip r:embed="rId8"/>
          <a:stretch>
            <a:fillRect/>
          </a:stretch>
        </p:blipFill>
        <p:spPr>
          <a:xfrm>
            <a:off x="635000" y="1803400"/>
            <a:ext cx="10922000" cy="2019300"/>
          </a:xfrm>
          <a:prstGeom prst="rect">
            <a:avLst/>
          </a:prstGeom>
        </p:spPr>
      </p:pic>
      <p:sp>
        <p:nvSpPr>
          <p:cNvPr id="127" name="!!respuesta:723a64661e"/>
          <p:cNvSpPr/>
          <p:nvPr/>
        </p:nvSpPr>
        <p:spPr>
          <a:xfrm>
            <a:off x="565150" y="3962400"/>
            <a:ext cx="11061700" cy="946658"/>
          </a:xfrm>
          <a:prstGeom prst="roundRect">
            <a:avLst>
              <a:gd name="adj" fmla="val 10732"/>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spuesta:723a64661e·2"/>
          <p:cNvSpPr/>
          <p:nvPr/>
        </p:nvSpPr>
        <p:spPr>
          <a:xfrm>
            <a:off x="565150" y="39624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spuesta:723a64661e·3"/>
          <p:cNvSpPr/>
          <p:nvPr/>
        </p:nvSpPr>
        <p:spPr>
          <a:xfrm>
            <a:off x="11620500" y="3962400"/>
            <a:ext cx="6350" cy="946658"/>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spuesta:723a64661e·4"/>
          <p:cNvSpPr/>
          <p:nvPr/>
        </p:nvSpPr>
        <p:spPr>
          <a:xfrm>
            <a:off x="565150" y="4902708"/>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spuesta:723a64661e·5"/>
          <p:cNvSpPr/>
          <p:nvPr/>
        </p:nvSpPr>
        <p:spPr>
          <a:xfrm>
            <a:off x="565150" y="3962400"/>
            <a:ext cx="50800" cy="946658"/>
          </a:xfrm>
          <a:prstGeom prst="rect">
            <a:avLst/>
          </a:prstGeom>
          <a:solidFill>
            <a:srgbClr val="6F4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spuesta:96eecb112c"/>
          <p:cNvSpPr txBox="1"/>
          <p:nvPr/>
        </p:nvSpPr>
        <p:spPr>
          <a:xfrm>
            <a:off x="781050" y="4063543"/>
            <a:ext cx="10887837"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6F42C1"/>
                </a:solidFill>
                <a:latin typeface="Calibri"/>
              </a:rPr>
              <a:t>Respuesta al problema</a:t>
            </a:r>
          </a:p>
        </p:txBody>
      </p:sp>
      <p:sp>
        <p:nvSpPr>
          <p:cNvPr id="133" name="!!respuesta:97cdcc7b81"/>
          <p:cNvSpPr txBox="1"/>
          <p:nvPr/>
        </p:nvSpPr>
        <p:spPr>
          <a:xfrm>
            <a:off x="781050" y="4256272"/>
            <a:ext cx="10887837" cy="544830"/>
          </a:xfrm>
          <a:prstGeom prst="rect">
            <a:avLst/>
          </a:prstGeom>
          <a:noFill/>
        </p:spPr>
        <p:txBody>
          <a:bodyPr wrap="square" lIns="0" rIns="0" tIns="0" bIns="0" anchor="t"/>
          <a:lstStyle/>
          <a:p>
            <a:pPr algn="l">
              <a:lnSpc>
                <a:spcPts val="2145"/>
              </a:lnSpc>
              <a:spcBef>
                <a:spcPts val="0"/>
              </a:spcBef>
              <a:spcAft>
                <a:spcPts val="0"/>
              </a:spcAft>
            </a:pPr>
            <a:r>
              <a:rPr sz="1650" b="0" i="0">
                <a:solidFill>
                  <a:srgbClr val="1F2937"/>
                </a:solidFill>
                <a:latin typeface="Calibri"/>
              </a:rPr>
              <a:t>Incide porque</a:t>
            </a:r>
            <a:r>
              <a:rPr sz="1650" b="1" i="0">
                <a:solidFill>
                  <a:srgbClr val="6F42C1"/>
                </a:solidFill>
                <a:latin typeface="Calibri"/>
              </a:rPr>
              <a:t> oculta las magnitudes intermedias</a:t>
            </a:r>
            <a:r>
              <a:rPr sz="1650" b="0" i="0">
                <a:solidFill>
                  <a:srgbClr val="1F2937"/>
                </a:solidFill>
                <a:latin typeface="Calibri"/>
              </a:rPr>
              <a:t>: sin ellas, ningún resultado se sigue hasta sus datos y solo se comprueba el</a:t>
            </a:r>
            <a:br/>
            <a:r>
              <a:rPr sz="1650" b="0" i="0">
                <a:solidFill>
                  <a:srgbClr val="1F2937"/>
                </a:solidFill>
                <a:latin typeface="Calibri"/>
              </a:rPr>
              <a:t>resultado final.</a:t>
            </a:r>
          </a:p>
        </p:txBody>
      </p:sp>
      <p:sp>
        <p:nvSpPr>
          <p:cNvPr id="134" name="!!respuesta:3773d6c7a8"/>
          <p:cNvSpPr txBox="1"/>
          <p:nvPr/>
        </p:nvSpPr>
        <p:spPr>
          <a:xfrm>
            <a:off x="565150" y="5174793"/>
            <a:ext cx="11282934" cy="160655"/>
          </a:xfrm>
          <a:prstGeom prst="rect">
            <a:avLst/>
          </a:prstGeom>
          <a:noFill/>
        </p:spPr>
        <p:txBody>
          <a:bodyPr wrap="square" lIns="0" rIns="0" tIns="0" bIns="0" anchor="t"/>
          <a:lstStyle/>
          <a:p>
            <a:pPr algn="l">
              <a:lnSpc>
                <a:spcPts val="1265"/>
              </a:lnSpc>
              <a:spcBef>
                <a:spcPts val="0"/>
              </a:spcBef>
              <a:spcAft>
                <a:spcPts val="0"/>
              </a:spcAft>
            </a:pPr>
            <a:r>
              <a:rPr sz="1100" b="1" i="0" cap="all" spc="110">
                <a:solidFill>
                  <a:srgbClr val="E8741A"/>
                </a:solidFill>
                <a:latin typeface="Calibri"/>
              </a:rPr>
              <a:t>Un software educativo con tres rasgos revierte esa situación</a:t>
            </a:r>
          </a:p>
        </p:txBody>
      </p:sp>
      <p:sp>
        <p:nvSpPr>
          <p:cNvPr id="135" name="!!respuesta:5654ba0203"/>
          <p:cNvSpPr/>
          <p:nvPr/>
        </p:nvSpPr>
        <p:spPr>
          <a:xfrm>
            <a:off x="565150" y="5393055"/>
            <a:ext cx="4156774" cy="603377"/>
          </a:xfrm>
          <a:prstGeom prst="roundRect">
            <a:avLst>
              <a:gd name="adj" fmla="val 147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spuesta:5654ba0203·2"/>
          <p:cNvSpPr/>
          <p:nvPr/>
        </p:nvSpPr>
        <p:spPr>
          <a:xfrm>
            <a:off x="565150" y="5393055"/>
            <a:ext cx="4156774" cy="317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spuesta:5654ba0203·3"/>
          <p:cNvSpPr/>
          <p:nvPr/>
        </p:nvSpPr>
        <p:spPr>
          <a:xfrm>
            <a:off x="4715574" y="5393055"/>
            <a:ext cx="6350" cy="603377"/>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spuesta:5654ba0203·4"/>
          <p:cNvSpPr/>
          <p:nvPr/>
        </p:nvSpPr>
        <p:spPr>
          <a:xfrm>
            <a:off x="565150" y="5990082"/>
            <a:ext cx="4156774"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spuesta:5654ba0203·5"/>
          <p:cNvSpPr/>
          <p:nvPr/>
        </p:nvSpPr>
        <p:spPr>
          <a:xfrm>
            <a:off x="565150" y="5393055"/>
            <a:ext cx="6350" cy="603377"/>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spuesta:318e2e5df5"/>
          <p:cNvSpPr/>
          <p:nvPr/>
        </p:nvSpPr>
        <p:spPr>
          <a:xfrm>
            <a:off x="673100" y="5501005"/>
            <a:ext cx="292100" cy="2921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spuesta:db71b634ab"/>
          <p:cNvSpPr txBox="1"/>
          <p:nvPr/>
        </p:nvSpPr>
        <p:spPr>
          <a:xfrm>
            <a:off x="647700" y="5581174"/>
            <a:ext cx="34290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1</a:t>
            </a:r>
          </a:p>
        </p:txBody>
      </p:sp>
      <p:sp>
        <p:nvSpPr>
          <p:cNvPr id="142" name="!!respuesta:6a9a0192ca"/>
          <p:cNvSpPr txBox="1"/>
          <p:nvPr/>
        </p:nvSpPr>
        <p:spPr>
          <a:xfrm>
            <a:off x="1066800" y="5509216"/>
            <a:ext cx="3618103" cy="197168"/>
          </a:xfrm>
          <a:prstGeom prst="rect">
            <a:avLst/>
          </a:prstGeom>
          <a:noFill/>
        </p:spPr>
        <p:txBody>
          <a:bodyPr wrap="square" lIns="0" rIns="0" tIns="0" bIns="0" anchor="t"/>
          <a:lstStyle/>
          <a:p>
            <a:pPr algn="l">
              <a:lnSpc>
                <a:spcPts val="1552"/>
              </a:lnSpc>
              <a:spcBef>
                <a:spcPts val="0"/>
              </a:spcBef>
              <a:spcAft>
                <a:spcPts val="0"/>
              </a:spcAft>
            </a:pPr>
            <a:r>
              <a:rPr sz="1350" b="1" i="0">
                <a:solidFill>
                  <a:srgbClr val="1F2937"/>
                </a:solidFill>
                <a:latin typeface="Calibri"/>
              </a:rPr>
              <a:t>Expone su procedimiento</a:t>
            </a:r>
          </a:p>
        </p:txBody>
      </p:sp>
      <p:sp>
        <p:nvSpPr>
          <p:cNvPr id="143" name="!!respuesta:259437aee2"/>
          <p:cNvSpPr txBox="1"/>
          <p:nvPr/>
        </p:nvSpPr>
        <p:spPr>
          <a:xfrm>
            <a:off x="1066800" y="5730048"/>
            <a:ext cx="3618103" cy="184023"/>
          </a:xfrm>
          <a:prstGeom prst="rect">
            <a:avLst/>
          </a:prstGeom>
          <a:noFill/>
        </p:spPr>
        <p:txBody>
          <a:bodyPr wrap="square" lIns="0" rIns="0" tIns="0" bIns="0" anchor="t"/>
          <a:lstStyle/>
          <a:p>
            <a:pPr algn="l">
              <a:lnSpc>
                <a:spcPts val="1449"/>
              </a:lnSpc>
              <a:spcBef>
                <a:spcPts val="0"/>
              </a:spcBef>
              <a:spcAft>
                <a:spcPts val="0"/>
              </a:spcAft>
            </a:pPr>
            <a:r>
              <a:rPr sz="1150" b="0" i="0">
                <a:solidFill>
                  <a:srgbClr val="3F4A5A"/>
                </a:solidFill>
                <a:latin typeface="Calibri"/>
              </a:rPr>
              <a:t>etapa por etapa, con los números del modelo</a:t>
            </a:r>
          </a:p>
        </p:txBody>
      </p:sp>
      <p:sp>
        <p:nvSpPr>
          <p:cNvPr id="144" name="!!respuesta:2f1b3059aa"/>
          <p:cNvSpPr/>
          <p:nvPr/>
        </p:nvSpPr>
        <p:spPr>
          <a:xfrm>
            <a:off x="4848924" y="5393055"/>
            <a:ext cx="3325432" cy="603377"/>
          </a:xfrm>
          <a:prstGeom prst="roundRect">
            <a:avLst>
              <a:gd name="adj" fmla="val 147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spuesta:2f1b3059aa·2"/>
          <p:cNvSpPr/>
          <p:nvPr/>
        </p:nvSpPr>
        <p:spPr>
          <a:xfrm>
            <a:off x="4848924" y="5393055"/>
            <a:ext cx="3325432" cy="317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spuesta:2f1b3059aa·3"/>
          <p:cNvSpPr/>
          <p:nvPr/>
        </p:nvSpPr>
        <p:spPr>
          <a:xfrm>
            <a:off x="8168005" y="5393055"/>
            <a:ext cx="6350" cy="603377"/>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spuesta:2f1b3059aa·4"/>
          <p:cNvSpPr/>
          <p:nvPr/>
        </p:nvSpPr>
        <p:spPr>
          <a:xfrm>
            <a:off x="4848924" y="5990082"/>
            <a:ext cx="3325432"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spuesta:2f1b3059aa·5"/>
          <p:cNvSpPr/>
          <p:nvPr/>
        </p:nvSpPr>
        <p:spPr>
          <a:xfrm>
            <a:off x="4848924" y="5393055"/>
            <a:ext cx="6350" cy="603377"/>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spuesta:e54237f633"/>
          <p:cNvSpPr/>
          <p:nvPr/>
        </p:nvSpPr>
        <p:spPr>
          <a:xfrm>
            <a:off x="4956874" y="5501005"/>
            <a:ext cx="292100" cy="2921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spuesta:5a1d2687df"/>
          <p:cNvSpPr txBox="1"/>
          <p:nvPr/>
        </p:nvSpPr>
        <p:spPr>
          <a:xfrm>
            <a:off x="4931474" y="5581174"/>
            <a:ext cx="34290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2</a:t>
            </a:r>
          </a:p>
        </p:txBody>
      </p:sp>
      <p:sp>
        <p:nvSpPr>
          <p:cNvPr id="151" name="!!respuesta:66c345160b"/>
          <p:cNvSpPr txBox="1"/>
          <p:nvPr/>
        </p:nvSpPr>
        <p:spPr>
          <a:xfrm>
            <a:off x="5350574" y="5509216"/>
            <a:ext cx="2770124" cy="197168"/>
          </a:xfrm>
          <a:prstGeom prst="rect">
            <a:avLst/>
          </a:prstGeom>
          <a:noFill/>
        </p:spPr>
        <p:txBody>
          <a:bodyPr wrap="square" lIns="0" rIns="0" tIns="0" bIns="0" anchor="t"/>
          <a:lstStyle/>
          <a:p>
            <a:pPr algn="l">
              <a:lnSpc>
                <a:spcPts val="1552"/>
              </a:lnSpc>
              <a:spcBef>
                <a:spcPts val="0"/>
              </a:spcBef>
              <a:spcAft>
                <a:spcPts val="0"/>
              </a:spcAft>
            </a:pPr>
            <a:r>
              <a:rPr sz="1350" b="1" i="0">
                <a:solidFill>
                  <a:srgbClr val="1F2937"/>
                </a:solidFill>
                <a:latin typeface="Calibri"/>
              </a:rPr>
              <a:t>Muestra la respuesta</a:t>
            </a:r>
          </a:p>
        </p:txBody>
      </p:sp>
      <p:sp>
        <p:nvSpPr>
          <p:cNvPr id="152" name="!!respuesta:c7ace34786"/>
          <p:cNvSpPr txBox="1"/>
          <p:nvPr/>
        </p:nvSpPr>
        <p:spPr>
          <a:xfrm>
            <a:off x="5350574" y="5730048"/>
            <a:ext cx="2770124" cy="184023"/>
          </a:xfrm>
          <a:prstGeom prst="rect">
            <a:avLst/>
          </a:prstGeom>
          <a:noFill/>
        </p:spPr>
        <p:txBody>
          <a:bodyPr wrap="square" lIns="0" rIns="0" tIns="0" bIns="0" anchor="t"/>
          <a:lstStyle/>
          <a:p>
            <a:pPr algn="l">
              <a:lnSpc>
                <a:spcPts val="1449"/>
              </a:lnSpc>
              <a:spcBef>
                <a:spcPts val="0"/>
              </a:spcBef>
              <a:spcAft>
                <a:spcPts val="0"/>
              </a:spcAft>
            </a:pPr>
            <a:r>
              <a:rPr sz="1150" b="0" i="0">
                <a:solidFill>
                  <a:srgbClr val="3F4A5A"/>
                </a:solidFill>
                <a:latin typeface="Calibri"/>
              </a:rPr>
              <a:t>con sus medios de comprobación</a:t>
            </a:r>
          </a:p>
        </p:txBody>
      </p:sp>
      <p:sp>
        <p:nvSpPr>
          <p:cNvPr id="153" name="!!respuesta:cc068cff58"/>
          <p:cNvSpPr/>
          <p:nvPr/>
        </p:nvSpPr>
        <p:spPr>
          <a:xfrm>
            <a:off x="8301355" y="5393055"/>
            <a:ext cx="3325495" cy="603377"/>
          </a:xfrm>
          <a:prstGeom prst="roundRect">
            <a:avLst>
              <a:gd name="adj" fmla="val 147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spuesta:cc068cff58·2"/>
          <p:cNvSpPr/>
          <p:nvPr/>
        </p:nvSpPr>
        <p:spPr>
          <a:xfrm>
            <a:off x="8301355" y="5393055"/>
            <a:ext cx="3325495" cy="317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spuesta:cc068cff58·3"/>
          <p:cNvSpPr/>
          <p:nvPr/>
        </p:nvSpPr>
        <p:spPr>
          <a:xfrm>
            <a:off x="11620500" y="5393055"/>
            <a:ext cx="6350" cy="603377"/>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spuesta:cc068cff58·4"/>
          <p:cNvSpPr/>
          <p:nvPr/>
        </p:nvSpPr>
        <p:spPr>
          <a:xfrm>
            <a:off x="8301355" y="5990082"/>
            <a:ext cx="3325495"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spuesta:cc068cff58·5"/>
          <p:cNvSpPr/>
          <p:nvPr/>
        </p:nvSpPr>
        <p:spPr>
          <a:xfrm>
            <a:off x="8301355" y="5393055"/>
            <a:ext cx="6350" cy="603377"/>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spuesta:ef8acb211b"/>
          <p:cNvSpPr/>
          <p:nvPr/>
        </p:nvSpPr>
        <p:spPr>
          <a:xfrm>
            <a:off x="8409305" y="5501005"/>
            <a:ext cx="292100" cy="2921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spuesta:ddb66756ff"/>
          <p:cNvSpPr txBox="1"/>
          <p:nvPr/>
        </p:nvSpPr>
        <p:spPr>
          <a:xfrm>
            <a:off x="8383905" y="5581174"/>
            <a:ext cx="342900"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3</a:t>
            </a:r>
          </a:p>
        </p:txBody>
      </p:sp>
      <p:sp>
        <p:nvSpPr>
          <p:cNvPr id="160" name="!!respuesta:839f51b5fb"/>
          <p:cNvSpPr txBox="1"/>
          <p:nvPr/>
        </p:nvSpPr>
        <p:spPr>
          <a:xfrm>
            <a:off x="8803005" y="5509216"/>
            <a:ext cx="2770251" cy="197168"/>
          </a:xfrm>
          <a:prstGeom prst="rect">
            <a:avLst/>
          </a:prstGeom>
          <a:noFill/>
        </p:spPr>
        <p:txBody>
          <a:bodyPr wrap="square" lIns="0" rIns="0" tIns="0" bIns="0" anchor="t"/>
          <a:lstStyle/>
          <a:p>
            <a:pPr algn="l">
              <a:lnSpc>
                <a:spcPts val="1552"/>
              </a:lnSpc>
              <a:spcBef>
                <a:spcPts val="0"/>
              </a:spcBef>
              <a:spcAft>
                <a:spcPts val="0"/>
              </a:spcAft>
            </a:pPr>
            <a:r>
              <a:rPr sz="1350" b="1" i="0">
                <a:solidFill>
                  <a:srgbClr val="1F2937"/>
                </a:solidFill>
                <a:latin typeface="Calibri"/>
              </a:rPr>
              <a:t>Verifica y valida su motor</a:t>
            </a:r>
          </a:p>
        </p:txBody>
      </p:sp>
      <p:sp>
        <p:nvSpPr>
          <p:cNvPr id="161" name="!!respuesta:3c91d827f3"/>
          <p:cNvSpPr txBox="1"/>
          <p:nvPr/>
        </p:nvSpPr>
        <p:spPr>
          <a:xfrm>
            <a:off x="8803005" y="5730048"/>
            <a:ext cx="2770251" cy="184023"/>
          </a:xfrm>
          <a:prstGeom prst="rect">
            <a:avLst/>
          </a:prstGeom>
          <a:noFill/>
        </p:spPr>
        <p:txBody>
          <a:bodyPr wrap="square" lIns="0" rIns="0" tIns="0" bIns="0" anchor="t"/>
          <a:lstStyle/>
          <a:p>
            <a:pPr algn="l">
              <a:lnSpc>
                <a:spcPts val="1449"/>
              </a:lnSpc>
              <a:spcBef>
                <a:spcPts val="0"/>
              </a:spcBef>
              <a:spcAft>
                <a:spcPts val="0"/>
              </a:spcAft>
            </a:pPr>
            <a:r>
              <a:rPr sz="1150" b="0" i="0">
                <a:solidFill>
                  <a:srgbClr val="3F4A5A"/>
                </a:solidFill>
                <a:latin typeface="Calibri"/>
              </a:rPr>
              <a:t>con criterios explícitos</a:t>
            </a:r>
          </a:p>
        </p:txBody>
      </p:sp>
      <p:sp>
        <p:nvSpPr>
          <p:cNvPr id="162"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ie-izq"/>
          <p:cNvSpPr txBox="1"/>
          <p:nvPr/>
        </p:nvSpPr>
        <p:spPr>
          <a:xfrm>
            <a:off x="565150" y="6535420"/>
            <a:ext cx="496646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65" name="!!pie-cen"/>
          <p:cNvSpPr txBox="1"/>
          <p:nvPr/>
        </p:nvSpPr>
        <p:spPr>
          <a:xfrm>
            <a:off x="5408803" y="6535420"/>
            <a:ext cx="137439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3.8 · Conclusiones</a:t>
            </a:r>
          </a:p>
        </p:txBody>
      </p:sp>
      <p:sp>
        <p:nvSpPr>
          <p:cNvPr id="166" name="!!pie-der"/>
          <p:cNvSpPr txBox="1"/>
          <p:nvPr/>
        </p:nvSpPr>
        <p:spPr>
          <a:xfrm>
            <a:off x="6660388" y="6535420"/>
            <a:ext cx="496646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29</a:t>
            </a:r>
          </a:p>
        </p:txBody>
      </p:sp>
      <p:sp>
        <p:nvSpPr>
          <p:cNvPr id="167" name="!!respuesta:31b8312914">
            <a:hlinkClick action="ppaction://hlinksldjump" r:id="rId9"/>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spuesta:01b7d89d9e">
            <a:hlinkClick action="ppaction://hlinksldjump" r:id="rId10"/>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spuesta:c7d17a55c0">
            <a:hlinkClick action="ppaction://hlinksldjump" r:id="rId11"/>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spuesta:005dbf4b11">
            <a:hlinkClick action="ppaction://hlinksldjump" r:id="rId12"/>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spuesta:ff2c4358c1">
            <a:hlinkClick action="ppaction://hlinksldjump" r:id="rId13"/>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spuesta:0771079454">
            <a:hlinkClick action="ppaction://hlinksldjump" r:id="rId14"/>
          </p:cNvPr>
          <p:cNvSpPr/>
          <p:nvPr/>
        </p:nvSpPr>
        <p:spPr>
          <a:xfrm>
            <a:off x="730250" y="3156331"/>
            <a:ext cx="5118100" cy="11811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spuesta:329a4b2a3a">
            <a:hlinkClick action="ppaction://hlinksldjump" r:id="rId15"/>
          </p:cNvPr>
          <p:cNvSpPr/>
          <p:nvPr/>
        </p:nvSpPr>
        <p:spPr>
          <a:xfrm>
            <a:off x="6343650" y="3019933"/>
            <a:ext cx="1655191" cy="1869567"/>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spuesta:c98e04a52d">
            <a:hlinkClick action="ppaction://hlinksldjump" r:id="rId16"/>
          </p:cNvPr>
          <p:cNvSpPr/>
          <p:nvPr/>
        </p:nvSpPr>
        <p:spPr>
          <a:xfrm>
            <a:off x="8075041" y="3019933"/>
            <a:ext cx="1655254" cy="1869567"/>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spuesta:b0d35f489d">
            <a:hlinkClick action="ppaction://hlinksldjump" r:id="rId17"/>
          </p:cNvPr>
          <p:cNvSpPr/>
          <p:nvPr/>
        </p:nvSpPr>
        <p:spPr>
          <a:xfrm>
            <a:off x="9806496" y="3019933"/>
            <a:ext cx="1655191" cy="1869567"/>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spuesta:e1cce54ee8">
            <a:hlinkClick action="ppaction://hlinksldjump" r:id="rId18"/>
          </p:cNvPr>
          <p:cNvSpPr/>
          <p:nvPr/>
        </p:nvSpPr>
        <p:spPr>
          <a:xfrm>
            <a:off x="565150" y="5118100"/>
            <a:ext cx="4259580" cy="1240155"/>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spuesta:6ece96764b">
            <a:hlinkClick action="ppaction://hlinksldjump" r:id="rId18"/>
          </p:cNvPr>
          <p:cNvSpPr/>
          <p:nvPr/>
        </p:nvSpPr>
        <p:spPr>
          <a:xfrm>
            <a:off x="6273800" y="5393055"/>
            <a:ext cx="5353050" cy="6223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650"/>
                                        <p:tgtEl>
                                          <p:spTgt spid="120"/>
                                        </p:tgtEl>
                                      </p:cBhvr>
                                    </p:animEffect>
                                    <p:anim calcmode="lin" valueType="num">
                                      <p:cBhvr>
                                        <p:cTn id="8" dur="650" fill="hold"/>
                                        <p:tgtEl>
                                          <p:spTgt spid="120"/>
                                        </p:tgtEl>
                                        <p:attrNameLst>
                                          <p:attrName>ppt_x</p:attrName>
                                        </p:attrNameLst>
                                      </p:cBhvr>
                                      <p:tavLst>
                                        <p:tav tm="0">
                                          <p:val>
                                            <p:strVal val="#ppt_x"/>
                                          </p:val>
                                        </p:tav>
                                        <p:tav tm="100000">
                                          <p:val>
                                            <p:strVal val="#ppt_x"/>
                                          </p:val>
                                        </p:tav>
                                      </p:tavLst>
                                    </p:anim>
                                    <p:anim calcmode="lin" valueType="num">
                                      <p:cBhvr>
                                        <p:cTn id="9" dur="650" fill="hold"/>
                                        <p:tgtEl>
                                          <p:spTgt spid="1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650"/>
                                        <p:tgtEl>
                                          <p:spTgt spid="121"/>
                                        </p:tgtEl>
                                      </p:cBhvr>
                                    </p:animEffect>
                                    <p:anim calcmode="lin" valueType="num">
                                      <p:cBhvr>
                                        <p:cTn id="13" dur="650" fill="hold"/>
                                        <p:tgtEl>
                                          <p:spTgt spid="121"/>
                                        </p:tgtEl>
                                        <p:attrNameLst>
                                          <p:attrName>ppt_x</p:attrName>
                                        </p:attrNameLst>
                                      </p:cBhvr>
                                      <p:tavLst>
                                        <p:tav tm="0">
                                          <p:val>
                                            <p:strVal val="#ppt_x"/>
                                          </p:val>
                                        </p:tav>
                                        <p:tav tm="100000">
                                          <p:val>
                                            <p:strVal val="#ppt_x"/>
                                          </p:val>
                                        </p:tav>
                                      </p:tavLst>
                                    </p:anim>
                                    <p:anim calcmode="lin" valueType="num">
                                      <p:cBhvr>
                                        <p:cTn id="14" dur="650" fill="hold"/>
                                        <p:tgtEl>
                                          <p:spTgt spid="12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122"/>
                                        </p:tgtEl>
                                        <p:attrNameLst>
                                          <p:attrName>style.visibility</p:attrName>
                                        </p:attrNameLst>
                                      </p:cBhvr>
                                      <p:to>
                                        <p:strVal val="visible"/>
                                      </p:to>
                                    </p:set>
                                    <p:animEffect transition="in" filter="fade">
                                      <p:cBhvr>
                                        <p:cTn id="17" dur="650"/>
                                        <p:tgtEl>
                                          <p:spTgt spid="122"/>
                                        </p:tgtEl>
                                      </p:cBhvr>
                                    </p:animEffect>
                                    <p:anim calcmode="lin" valueType="num">
                                      <p:cBhvr>
                                        <p:cTn id="18" dur="650" fill="hold"/>
                                        <p:tgtEl>
                                          <p:spTgt spid="122"/>
                                        </p:tgtEl>
                                        <p:attrNameLst>
                                          <p:attrName>ppt_x</p:attrName>
                                        </p:attrNameLst>
                                      </p:cBhvr>
                                      <p:tavLst>
                                        <p:tav tm="0">
                                          <p:val>
                                            <p:strVal val="#ppt_x"/>
                                          </p:val>
                                        </p:tav>
                                        <p:tav tm="100000">
                                          <p:val>
                                            <p:strVal val="#ppt_x"/>
                                          </p:val>
                                        </p:tav>
                                      </p:tavLst>
                                    </p:anim>
                                    <p:anim calcmode="lin" valueType="num">
                                      <p:cBhvr>
                                        <p:cTn id="19" dur="650" fill="hold"/>
                                        <p:tgtEl>
                                          <p:spTgt spid="12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370"/>
                                  </p:stCondLst>
                                  <p:childTnLst>
                                    <p:set>
                                      <p:cBhvr>
                                        <p:cTn id="21" dur="1" fill="hold">
                                          <p:stCondLst>
                                            <p:cond delay="0"/>
                                          </p:stCondLst>
                                        </p:cTn>
                                        <p:tgtEl>
                                          <p:spTgt spid="127"/>
                                        </p:tgtEl>
                                        <p:attrNameLst>
                                          <p:attrName>style.visibility</p:attrName>
                                        </p:attrNameLst>
                                      </p:cBhvr>
                                      <p:to>
                                        <p:strVal val="visible"/>
                                      </p:to>
                                    </p:set>
                                    <p:animEffect transition="in" filter="fade">
                                      <p:cBhvr>
                                        <p:cTn id="22" dur="650"/>
                                        <p:tgtEl>
                                          <p:spTgt spid="127"/>
                                        </p:tgtEl>
                                      </p:cBhvr>
                                    </p:animEffect>
                                    <p:anim calcmode="lin" valueType="num">
                                      <p:cBhvr>
                                        <p:cTn id="23" dur="650" fill="hold"/>
                                        <p:tgtEl>
                                          <p:spTgt spid="127"/>
                                        </p:tgtEl>
                                        <p:attrNameLst>
                                          <p:attrName>ppt_x</p:attrName>
                                        </p:attrNameLst>
                                      </p:cBhvr>
                                      <p:tavLst>
                                        <p:tav tm="0">
                                          <p:val>
                                            <p:strVal val="#ppt_x"/>
                                          </p:val>
                                        </p:tav>
                                        <p:tav tm="100000">
                                          <p:val>
                                            <p:strVal val="#ppt_x"/>
                                          </p:val>
                                        </p:tav>
                                      </p:tavLst>
                                    </p:anim>
                                    <p:anim calcmode="lin" valueType="num">
                                      <p:cBhvr>
                                        <p:cTn id="24" dur="650" fill="hold"/>
                                        <p:tgtEl>
                                          <p:spTgt spid="12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370"/>
                                  </p:stCondLst>
                                  <p:childTnLst>
                                    <p:set>
                                      <p:cBhvr>
                                        <p:cTn id="26" dur="1" fill="hold">
                                          <p:stCondLst>
                                            <p:cond delay="0"/>
                                          </p:stCondLst>
                                        </p:cTn>
                                        <p:tgtEl>
                                          <p:spTgt spid="128"/>
                                        </p:tgtEl>
                                        <p:attrNameLst>
                                          <p:attrName>style.visibility</p:attrName>
                                        </p:attrNameLst>
                                      </p:cBhvr>
                                      <p:to>
                                        <p:strVal val="visible"/>
                                      </p:to>
                                    </p:set>
                                    <p:animEffect transition="in" filter="fade">
                                      <p:cBhvr>
                                        <p:cTn id="27" dur="650"/>
                                        <p:tgtEl>
                                          <p:spTgt spid="128"/>
                                        </p:tgtEl>
                                      </p:cBhvr>
                                    </p:animEffect>
                                    <p:anim calcmode="lin" valueType="num">
                                      <p:cBhvr>
                                        <p:cTn id="28" dur="650" fill="hold"/>
                                        <p:tgtEl>
                                          <p:spTgt spid="128"/>
                                        </p:tgtEl>
                                        <p:attrNameLst>
                                          <p:attrName>ppt_x</p:attrName>
                                        </p:attrNameLst>
                                      </p:cBhvr>
                                      <p:tavLst>
                                        <p:tav tm="0">
                                          <p:val>
                                            <p:strVal val="#ppt_x"/>
                                          </p:val>
                                        </p:tav>
                                        <p:tav tm="100000">
                                          <p:val>
                                            <p:strVal val="#ppt_x"/>
                                          </p:val>
                                        </p:tav>
                                      </p:tavLst>
                                    </p:anim>
                                    <p:anim calcmode="lin" valueType="num">
                                      <p:cBhvr>
                                        <p:cTn id="29" dur="650" fill="hold"/>
                                        <p:tgtEl>
                                          <p:spTgt spid="12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370"/>
                                  </p:stCondLst>
                                  <p:childTnLst>
                                    <p:set>
                                      <p:cBhvr>
                                        <p:cTn id="31" dur="1" fill="hold">
                                          <p:stCondLst>
                                            <p:cond delay="0"/>
                                          </p:stCondLst>
                                        </p:cTn>
                                        <p:tgtEl>
                                          <p:spTgt spid="129"/>
                                        </p:tgtEl>
                                        <p:attrNameLst>
                                          <p:attrName>style.visibility</p:attrName>
                                        </p:attrNameLst>
                                      </p:cBhvr>
                                      <p:to>
                                        <p:strVal val="visible"/>
                                      </p:to>
                                    </p:set>
                                    <p:animEffect transition="in" filter="fade">
                                      <p:cBhvr>
                                        <p:cTn id="32" dur="650"/>
                                        <p:tgtEl>
                                          <p:spTgt spid="129"/>
                                        </p:tgtEl>
                                      </p:cBhvr>
                                    </p:animEffect>
                                    <p:anim calcmode="lin" valueType="num">
                                      <p:cBhvr>
                                        <p:cTn id="33" dur="650" fill="hold"/>
                                        <p:tgtEl>
                                          <p:spTgt spid="129"/>
                                        </p:tgtEl>
                                        <p:attrNameLst>
                                          <p:attrName>ppt_x</p:attrName>
                                        </p:attrNameLst>
                                      </p:cBhvr>
                                      <p:tavLst>
                                        <p:tav tm="0">
                                          <p:val>
                                            <p:strVal val="#ppt_x"/>
                                          </p:val>
                                        </p:tav>
                                        <p:tav tm="100000">
                                          <p:val>
                                            <p:strVal val="#ppt_x"/>
                                          </p:val>
                                        </p:tav>
                                      </p:tavLst>
                                    </p:anim>
                                    <p:anim calcmode="lin" valueType="num">
                                      <p:cBhvr>
                                        <p:cTn id="34" dur="650" fill="hold"/>
                                        <p:tgtEl>
                                          <p:spTgt spid="12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370"/>
                                  </p:stCondLst>
                                  <p:childTnLst>
                                    <p:set>
                                      <p:cBhvr>
                                        <p:cTn id="36" dur="1" fill="hold">
                                          <p:stCondLst>
                                            <p:cond delay="0"/>
                                          </p:stCondLst>
                                        </p:cTn>
                                        <p:tgtEl>
                                          <p:spTgt spid="130"/>
                                        </p:tgtEl>
                                        <p:attrNameLst>
                                          <p:attrName>style.visibility</p:attrName>
                                        </p:attrNameLst>
                                      </p:cBhvr>
                                      <p:to>
                                        <p:strVal val="visible"/>
                                      </p:to>
                                    </p:set>
                                    <p:animEffect transition="in" filter="fade">
                                      <p:cBhvr>
                                        <p:cTn id="37" dur="650"/>
                                        <p:tgtEl>
                                          <p:spTgt spid="130"/>
                                        </p:tgtEl>
                                      </p:cBhvr>
                                    </p:animEffect>
                                    <p:anim calcmode="lin" valueType="num">
                                      <p:cBhvr>
                                        <p:cTn id="38" dur="650" fill="hold"/>
                                        <p:tgtEl>
                                          <p:spTgt spid="130"/>
                                        </p:tgtEl>
                                        <p:attrNameLst>
                                          <p:attrName>ppt_x</p:attrName>
                                        </p:attrNameLst>
                                      </p:cBhvr>
                                      <p:tavLst>
                                        <p:tav tm="0">
                                          <p:val>
                                            <p:strVal val="#ppt_x"/>
                                          </p:val>
                                        </p:tav>
                                        <p:tav tm="100000">
                                          <p:val>
                                            <p:strVal val="#ppt_x"/>
                                          </p:val>
                                        </p:tav>
                                      </p:tavLst>
                                    </p:anim>
                                    <p:anim calcmode="lin" valueType="num">
                                      <p:cBhvr>
                                        <p:cTn id="39" dur="650" fill="hold"/>
                                        <p:tgtEl>
                                          <p:spTgt spid="13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370"/>
                                  </p:stCondLst>
                                  <p:childTnLst>
                                    <p:set>
                                      <p:cBhvr>
                                        <p:cTn id="41" dur="1" fill="hold">
                                          <p:stCondLst>
                                            <p:cond delay="0"/>
                                          </p:stCondLst>
                                        </p:cTn>
                                        <p:tgtEl>
                                          <p:spTgt spid="131"/>
                                        </p:tgtEl>
                                        <p:attrNameLst>
                                          <p:attrName>style.visibility</p:attrName>
                                        </p:attrNameLst>
                                      </p:cBhvr>
                                      <p:to>
                                        <p:strVal val="visible"/>
                                      </p:to>
                                    </p:set>
                                    <p:animEffect transition="in" filter="fade">
                                      <p:cBhvr>
                                        <p:cTn id="42" dur="650"/>
                                        <p:tgtEl>
                                          <p:spTgt spid="131"/>
                                        </p:tgtEl>
                                      </p:cBhvr>
                                    </p:animEffect>
                                    <p:anim calcmode="lin" valueType="num">
                                      <p:cBhvr>
                                        <p:cTn id="43" dur="650" fill="hold"/>
                                        <p:tgtEl>
                                          <p:spTgt spid="131"/>
                                        </p:tgtEl>
                                        <p:attrNameLst>
                                          <p:attrName>ppt_x</p:attrName>
                                        </p:attrNameLst>
                                      </p:cBhvr>
                                      <p:tavLst>
                                        <p:tav tm="0">
                                          <p:val>
                                            <p:strVal val="#ppt_x"/>
                                          </p:val>
                                        </p:tav>
                                        <p:tav tm="100000">
                                          <p:val>
                                            <p:strVal val="#ppt_x"/>
                                          </p:val>
                                        </p:tav>
                                      </p:tavLst>
                                    </p:anim>
                                    <p:anim calcmode="lin" valueType="num">
                                      <p:cBhvr>
                                        <p:cTn id="44" dur="650" fill="hold"/>
                                        <p:tgtEl>
                                          <p:spTgt spid="13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370"/>
                                  </p:stCondLst>
                                  <p:childTnLst>
                                    <p:set>
                                      <p:cBhvr>
                                        <p:cTn id="46" dur="1" fill="hold">
                                          <p:stCondLst>
                                            <p:cond delay="0"/>
                                          </p:stCondLst>
                                        </p:cTn>
                                        <p:tgtEl>
                                          <p:spTgt spid="132"/>
                                        </p:tgtEl>
                                        <p:attrNameLst>
                                          <p:attrName>style.visibility</p:attrName>
                                        </p:attrNameLst>
                                      </p:cBhvr>
                                      <p:to>
                                        <p:strVal val="visible"/>
                                      </p:to>
                                    </p:set>
                                    <p:animEffect transition="in" filter="fade">
                                      <p:cBhvr>
                                        <p:cTn id="47" dur="650"/>
                                        <p:tgtEl>
                                          <p:spTgt spid="132"/>
                                        </p:tgtEl>
                                      </p:cBhvr>
                                    </p:animEffect>
                                    <p:anim calcmode="lin" valueType="num">
                                      <p:cBhvr>
                                        <p:cTn id="48" dur="650" fill="hold"/>
                                        <p:tgtEl>
                                          <p:spTgt spid="132"/>
                                        </p:tgtEl>
                                        <p:attrNameLst>
                                          <p:attrName>ppt_x</p:attrName>
                                        </p:attrNameLst>
                                      </p:cBhvr>
                                      <p:tavLst>
                                        <p:tav tm="0">
                                          <p:val>
                                            <p:strVal val="#ppt_x"/>
                                          </p:val>
                                        </p:tav>
                                        <p:tav tm="100000">
                                          <p:val>
                                            <p:strVal val="#ppt_x"/>
                                          </p:val>
                                        </p:tav>
                                      </p:tavLst>
                                    </p:anim>
                                    <p:anim calcmode="lin" valueType="num">
                                      <p:cBhvr>
                                        <p:cTn id="49" dur="650" fill="hold"/>
                                        <p:tgtEl>
                                          <p:spTgt spid="13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370"/>
                                  </p:stCondLst>
                                  <p:childTnLst>
                                    <p:set>
                                      <p:cBhvr>
                                        <p:cTn id="51" dur="1" fill="hold">
                                          <p:stCondLst>
                                            <p:cond delay="0"/>
                                          </p:stCondLst>
                                        </p:cTn>
                                        <p:tgtEl>
                                          <p:spTgt spid="133"/>
                                        </p:tgtEl>
                                        <p:attrNameLst>
                                          <p:attrName>style.visibility</p:attrName>
                                        </p:attrNameLst>
                                      </p:cBhvr>
                                      <p:to>
                                        <p:strVal val="visible"/>
                                      </p:to>
                                    </p:set>
                                    <p:animEffect transition="in" filter="fade">
                                      <p:cBhvr>
                                        <p:cTn id="52" dur="650"/>
                                        <p:tgtEl>
                                          <p:spTgt spid="133"/>
                                        </p:tgtEl>
                                      </p:cBhvr>
                                    </p:animEffect>
                                    <p:anim calcmode="lin" valueType="num">
                                      <p:cBhvr>
                                        <p:cTn id="53" dur="650" fill="hold"/>
                                        <p:tgtEl>
                                          <p:spTgt spid="133"/>
                                        </p:tgtEl>
                                        <p:attrNameLst>
                                          <p:attrName>ppt_x</p:attrName>
                                        </p:attrNameLst>
                                      </p:cBhvr>
                                      <p:tavLst>
                                        <p:tav tm="0">
                                          <p:val>
                                            <p:strVal val="#ppt_x"/>
                                          </p:val>
                                        </p:tav>
                                        <p:tav tm="100000">
                                          <p:val>
                                            <p:strVal val="#ppt_x"/>
                                          </p:val>
                                        </p:tav>
                                      </p:tavLst>
                                    </p:anim>
                                    <p:anim calcmode="lin" valueType="num">
                                      <p:cBhvr>
                                        <p:cTn id="54" dur="650" fill="hold"/>
                                        <p:tgtEl>
                                          <p:spTgt spid="133"/>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5"/>
                                        </p:tgtEl>
                                        <p:attrNameLst>
                                          <p:attrName>style.visibility</p:attrName>
                                        </p:attrNameLst>
                                      </p:cBhvr>
                                      <p:to>
                                        <p:strVal val="visible"/>
                                      </p:to>
                                    </p:set>
                                  </p:childTnLst>
                                </p:cTn>
                              </p:par>
                              <p:par>
                                <p:cTn id="59" presetID="10" presetClass="exit" presetSubtype="0" fill="hold" nodeType="withEffect">
                                  <p:stCondLst>
                                    <p:cond delay="0"/>
                                  </p:stCondLst>
                                  <p:childTnLst>
                                    <p:animEffect transition="out" filter="fade">
                                      <p:cBhvr>
                                        <p:cTn id="60" dur="420"/>
                                        <p:tgtEl>
                                          <p:spTgt spid="126"/>
                                        </p:tgtEl>
                                      </p:cBhvr>
                                    </p:animEffect>
                                    <p:set>
                                      <p:cBhvr>
                                        <p:cTn id="61" dur="1" fill="hold">
                                          <p:stCondLst>
                                            <p:cond delay="419"/>
                                          </p:stCondLst>
                                        </p:cTn>
                                        <p:tgtEl>
                                          <p:spTgt spid="126"/>
                                        </p:tgtEl>
                                        <p:attrNameLst>
                                          <p:attrName>style.visibility</p:attrName>
                                        </p:attrNameLst>
                                      </p:cBhvr>
                                      <p:to>
                                        <p:strVal val="hidden"/>
                                      </p:to>
                                    </p:set>
                                  </p:childTnLst>
                                </p:cTn>
                              </p:par>
                              <p:par>
                                <p:cTn id="62" presetID="42" presetClass="entr" presetSubtype="0" fill="hold" grpId="0" nodeType="withEffect">
                                  <p:stCondLst>
                                    <p:cond delay="0"/>
                                  </p:stCondLst>
                                  <p:childTnLst>
                                    <p:set>
                                      <p:cBhvr>
                                        <p:cTn id="63" dur="1" fill="hold">
                                          <p:stCondLst>
                                            <p:cond delay="0"/>
                                          </p:stCondLst>
                                        </p:cTn>
                                        <p:tgtEl>
                                          <p:spTgt spid="134"/>
                                        </p:tgtEl>
                                        <p:attrNameLst>
                                          <p:attrName>style.visibility</p:attrName>
                                        </p:attrNameLst>
                                      </p:cBhvr>
                                      <p:to>
                                        <p:strVal val="visible"/>
                                      </p:to>
                                    </p:set>
                                    <p:animEffect transition="in" filter="fade">
                                      <p:cBhvr>
                                        <p:cTn id="64" dur="650"/>
                                        <p:tgtEl>
                                          <p:spTgt spid="134"/>
                                        </p:tgtEl>
                                      </p:cBhvr>
                                    </p:animEffect>
                                    <p:anim calcmode="lin" valueType="num">
                                      <p:cBhvr>
                                        <p:cTn id="65" dur="650" fill="hold"/>
                                        <p:tgtEl>
                                          <p:spTgt spid="134"/>
                                        </p:tgtEl>
                                        <p:attrNameLst>
                                          <p:attrName>ppt_x</p:attrName>
                                        </p:attrNameLst>
                                      </p:cBhvr>
                                      <p:tavLst>
                                        <p:tav tm="0">
                                          <p:val>
                                            <p:strVal val="#ppt_x"/>
                                          </p:val>
                                        </p:tav>
                                        <p:tav tm="100000">
                                          <p:val>
                                            <p:strVal val="#ppt_x"/>
                                          </p:val>
                                        </p:tav>
                                      </p:tavLst>
                                    </p:anim>
                                    <p:anim calcmode="lin" valueType="num">
                                      <p:cBhvr>
                                        <p:cTn id="66" dur="650" fill="hold"/>
                                        <p:tgtEl>
                                          <p:spTgt spid="134"/>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120"/>
                                  </p:stCondLst>
                                  <p:childTnLst>
                                    <p:set>
                                      <p:cBhvr>
                                        <p:cTn id="68" dur="1" fill="hold">
                                          <p:stCondLst>
                                            <p:cond delay="0"/>
                                          </p:stCondLst>
                                        </p:cTn>
                                        <p:tgtEl>
                                          <p:spTgt spid="135"/>
                                        </p:tgtEl>
                                        <p:attrNameLst>
                                          <p:attrName>style.visibility</p:attrName>
                                        </p:attrNameLst>
                                      </p:cBhvr>
                                      <p:to>
                                        <p:strVal val="visible"/>
                                      </p:to>
                                    </p:set>
                                    <p:animEffect transition="in" filter="fade">
                                      <p:cBhvr>
                                        <p:cTn id="69" dur="650"/>
                                        <p:tgtEl>
                                          <p:spTgt spid="135"/>
                                        </p:tgtEl>
                                      </p:cBhvr>
                                    </p:animEffect>
                                    <p:anim calcmode="lin" valueType="num">
                                      <p:cBhvr>
                                        <p:cTn id="70" dur="650" fill="hold"/>
                                        <p:tgtEl>
                                          <p:spTgt spid="135"/>
                                        </p:tgtEl>
                                        <p:attrNameLst>
                                          <p:attrName>ppt_x</p:attrName>
                                        </p:attrNameLst>
                                      </p:cBhvr>
                                      <p:tavLst>
                                        <p:tav tm="0">
                                          <p:val>
                                            <p:strVal val="#ppt_x"/>
                                          </p:val>
                                        </p:tav>
                                        <p:tav tm="100000">
                                          <p:val>
                                            <p:strVal val="#ppt_x"/>
                                          </p:val>
                                        </p:tav>
                                      </p:tavLst>
                                    </p:anim>
                                    <p:anim calcmode="lin" valueType="num">
                                      <p:cBhvr>
                                        <p:cTn id="71" dur="650" fill="hold"/>
                                        <p:tgtEl>
                                          <p:spTgt spid="135"/>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120"/>
                                  </p:stCondLst>
                                  <p:childTnLst>
                                    <p:set>
                                      <p:cBhvr>
                                        <p:cTn id="73" dur="1" fill="hold">
                                          <p:stCondLst>
                                            <p:cond delay="0"/>
                                          </p:stCondLst>
                                        </p:cTn>
                                        <p:tgtEl>
                                          <p:spTgt spid="136"/>
                                        </p:tgtEl>
                                        <p:attrNameLst>
                                          <p:attrName>style.visibility</p:attrName>
                                        </p:attrNameLst>
                                      </p:cBhvr>
                                      <p:to>
                                        <p:strVal val="visible"/>
                                      </p:to>
                                    </p:set>
                                    <p:animEffect transition="in" filter="fade">
                                      <p:cBhvr>
                                        <p:cTn id="74" dur="650"/>
                                        <p:tgtEl>
                                          <p:spTgt spid="136"/>
                                        </p:tgtEl>
                                      </p:cBhvr>
                                    </p:animEffect>
                                    <p:anim calcmode="lin" valueType="num">
                                      <p:cBhvr>
                                        <p:cTn id="75" dur="650" fill="hold"/>
                                        <p:tgtEl>
                                          <p:spTgt spid="136"/>
                                        </p:tgtEl>
                                        <p:attrNameLst>
                                          <p:attrName>ppt_x</p:attrName>
                                        </p:attrNameLst>
                                      </p:cBhvr>
                                      <p:tavLst>
                                        <p:tav tm="0">
                                          <p:val>
                                            <p:strVal val="#ppt_x"/>
                                          </p:val>
                                        </p:tav>
                                        <p:tav tm="100000">
                                          <p:val>
                                            <p:strVal val="#ppt_x"/>
                                          </p:val>
                                        </p:tav>
                                      </p:tavLst>
                                    </p:anim>
                                    <p:anim calcmode="lin" valueType="num">
                                      <p:cBhvr>
                                        <p:cTn id="76" dur="650" fill="hold"/>
                                        <p:tgtEl>
                                          <p:spTgt spid="136"/>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120"/>
                                  </p:stCondLst>
                                  <p:childTnLst>
                                    <p:set>
                                      <p:cBhvr>
                                        <p:cTn id="78" dur="1" fill="hold">
                                          <p:stCondLst>
                                            <p:cond delay="0"/>
                                          </p:stCondLst>
                                        </p:cTn>
                                        <p:tgtEl>
                                          <p:spTgt spid="137"/>
                                        </p:tgtEl>
                                        <p:attrNameLst>
                                          <p:attrName>style.visibility</p:attrName>
                                        </p:attrNameLst>
                                      </p:cBhvr>
                                      <p:to>
                                        <p:strVal val="visible"/>
                                      </p:to>
                                    </p:set>
                                    <p:animEffect transition="in" filter="fade">
                                      <p:cBhvr>
                                        <p:cTn id="79" dur="650"/>
                                        <p:tgtEl>
                                          <p:spTgt spid="137"/>
                                        </p:tgtEl>
                                      </p:cBhvr>
                                    </p:animEffect>
                                    <p:anim calcmode="lin" valueType="num">
                                      <p:cBhvr>
                                        <p:cTn id="80" dur="650" fill="hold"/>
                                        <p:tgtEl>
                                          <p:spTgt spid="137"/>
                                        </p:tgtEl>
                                        <p:attrNameLst>
                                          <p:attrName>ppt_x</p:attrName>
                                        </p:attrNameLst>
                                      </p:cBhvr>
                                      <p:tavLst>
                                        <p:tav tm="0">
                                          <p:val>
                                            <p:strVal val="#ppt_x"/>
                                          </p:val>
                                        </p:tav>
                                        <p:tav tm="100000">
                                          <p:val>
                                            <p:strVal val="#ppt_x"/>
                                          </p:val>
                                        </p:tav>
                                      </p:tavLst>
                                    </p:anim>
                                    <p:anim calcmode="lin" valueType="num">
                                      <p:cBhvr>
                                        <p:cTn id="81" dur="650" fill="hold"/>
                                        <p:tgtEl>
                                          <p:spTgt spid="137"/>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120"/>
                                  </p:stCondLst>
                                  <p:childTnLst>
                                    <p:set>
                                      <p:cBhvr>
                                        <p:cTn id="83" dur="1" fill="hold">
                                          <p:stCondLst>
                                            <p:cond delay="0"/>
                                          </p:stCondLst>
                                        </p:cTn>
                                        <p:tgtEl>
                                          <p:spTgt spid="138"/>
                                        </p:tgtEl>
                                        <p:attrNameLst>
                                          <p:attrName>style.visibility</p:attrName>
                                        </p:attrNameLst>
                                      </p:cBhvr>
                                      <p:to>
                                        <p:strVal val="visible"/>
                                      </p:to>
                                    </p:set>
                                    <p:animEffect transition="in" filter="fade">
                                      <p:cBhvr>
                                        <p:cTn id="84" dur="650"/>
                                        <p:tgtEl>
                                          <p:spTgt spid="138"/>
                                        </p:tgtEl>
                                      </p:cBhvr>
                                    </p:animEffect>
                                    <p:anim calcmode="lin" valueType="num">
                                      <p:cBhvr>
                                        <p:cTn id="85" dur="650" fill="hold"/>
                                        <p:tgtEl>
                                          <p:spTgt spid="138"/>
                                        </p:tgtEl>
                                        <p:attrNameLst>
                                          <p:attrName>ppt_x</p:attrName>
                                        </p:attrNameLst>
                                      </p:cBhvr>
                                      <p:tavLst>
                                        <p:tav tm="0">
                                          <p:val>
                                            <p:strVal val="#ppt_x"/>
                                          </p:val>
                                        </p:tav>
                                        <p:tav tm="100000">
                                          <p:val>
                                            <p:strVal val="#ppt_x"/>
                                          </p:val>
                                        </p:tav>
                                      </p:tavLst>
                                    </p:anim>
                                    <p:anim calcmode="lin" valueType="num">
                                      <p:cBhvr>
                                        <p:cTn id="86" dur="650" fill="hold"/>
                                        <p:tgtEl>
                                          <p:spTgt spid="138"/>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120"/>
                                  </p:stCondLst>
                                  <p:childTnLst>
                                    <p:set>
                                      <p:cBhvr>
                                        <p:cTn id="88" dur="1" fill="hold">
                                          <p:stCondLst>
                                            <p:cond delay="0"/>
                                          </p:stCondLst>
                                        </p:cTn>
                                        <p:tgtEl>
                                          <p:spTgt spid="139"/>
                                        </p:tgtEl>
                                        <p:attrNameLst>
                                          <p:attrName>style.visibility</p:attrName>
                                        </p:attrNameLst>
                                      </p:cBhvr>
                                      <p:to>
                                        <p:strVal val="visible"/>
                                      </p:to>
                                    </p:set>
                                    <p:animEffect transition="in" filter="fade">
                                      <p:cBhvr>
                                        <p:cTn id="89" dur="650"/>
                                        <p:tgtEl>
                                          <p:spTgt spid="139"/>
                                        </p:tgtEl>
                                      </p:cBhvr>
                                    </p:animEffect>
                                    <p:anim calcmode="lin" valueType="num">
                                      <p:cBhvr>
                                        <p:cTn id="90" dur="650" fill="hold"/>
                                        <p:tgtEl>
                                          <p:spTgt spid="139"/>
                                        </p:tgtEl>
                                        <p:attrNameLst>
                                          <p:attrName>ppt_x</p:attrName>
                                        </p:attrNameLst>
                                      </p:cBhvr>
                                      <p:tavLst>
                                        <p:tav tm="0">
                                          <p:val>
                                            <p:strVal val="#ppt_x"/>
                                          </p:val>
                                        </p:tav>
                                        <p:tav tm="100000">
                                          <p:val>
                                            <p:strVal val="#ppt_x"/>
                                          </p:val>
                                        </p:tav>
                                      </p:tavLst>
                                    </p:anim>
                                    <p:anim calcmode="lin" valueType="num">
                                      <p:cBhvr>
                                        <p:cTn id="91" dur="650" fill="hold"/>
                                        <p:tgtEl>
                                          <p:spTgt spid="139"/>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120"/>
                                  </p:stCondLst>
                                  <p:childTnLst>
                                    <p:set>
                                      <p:cBhvr>
                                        <p:cTn id="93" dur="1" fill="hold">
                                          <p:stCondLst>
                                            <p:cond delay="0"/>
                                          </p:stCondLst>
                                        </p:cTn>
                                        <p:tgtEl>
                                          <p:spTgt spid="140"/>
                                        </p:tgtEl>
                                        <p:attrNameLst>
                                          <p:attrName>style.visibility</p:attrName>
                                        </p:attrNameLst>
                                      </p:cBhvr>
                                      <p:to>
                                        <p:strVal val="visible"/>
                                      </p:to>
                                    </p:set>
                                    <p:animEffect transition="in" filter="fade">
                                      <p:cBhvr>
                                        <p:cTn id="94" dur="650"/>
                                        <p:tgtEl>
                                          <p:spTgt spid="140"/>
                                        </p:tgtEl>
                                      </p:cBhvr>
                                    </p:animEffect>
                                    <p:anim calcmode="lin" valueType="num">
                                      <p:cBhvr>
                                        <p:cTn id="95" dur="650" fill="hold"/>
                                        <p:tgtEl>
                                          <p:spTgt spid="140"/>
                                        </p:tgtEl>
                                        <p:attrNameLst>
                                          <p:attrName>ppt_x</p:attrName>
                                        </p:attrNameLst>
                                      </p:cBhvr>
                                      <p:tavLst>
                                        <p:tav tm="0">
                                          <p:val>
                                            <p:strVal val="#ppt_x"/>
                                          </p:val>
                                        </p:tav>
                                        <p:tav tm="100000">
                                          <p:val>
                                            <p:strVal val="#ppt_x"/>
                                          </p:val>
                                        </p:tav>
                                      </p:tavLst>
                                    </p:anim>
                                    <p:anim calcmode="lin" valueType="num">
                                      <p:cBhvr>
                                        <p:cTn id="96" dur="650" fill="hold"/>
                                        <p:tgtEl>
                                          <p:spTgt spid="140"/>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120"/>
                                  </p:stCondLst>
                                  <p:childTnLst>
                                    <p:set>
                                      <p:cBhvr>
                                        <p:cTn id="98" dur="1" fill="hold">
                                          <p:stCondLst>
                                            <p:cond delay="0"/>
                                          </p:stCondLst>
                                        </p:cTn>
                                        <p:tgtEl>
                                          <p:spTgt spid="141"/>
                                        </p:tgtEl>
                                        <p:attrNameLst>
                                          <p:attrName>style.visibility</p:attrName>
                                        </p:attrNameLst>
                                      </p:cBhvr>
                                      <p:to>
                                        <p:strVal val="visible"/>
                                      </p:to>
                                    </p:set>
                                    <p:animEffect transition="in" filter="fade">
                                      <p:cBhvr>
                                        <p:cTn id="99" dur="650"/>
                                        <p:tgtEl>
                                          <p:spTgt spid="141"/>
                                        </p:tgtEl>
                                      </p:cBhvr>
                                    </p:animEffect>
                                    <p:anim calcmode="lin" valueType="num">
                                      <p:cBhvr>
                                        <p:cTn id="100" dur="650" fill="hold"/>
                                        <p:tgtEl>
                                          <p:spTgt spid="141"/>
                                        </p:tgtEl>
                                        <p:attrNameLst>
                                          <p:attrName>ppt_x</p:attrName>
                                        </p:attrNameLst>
                                      </p:cBhvr>
                                      <p:tavLst>
                                        <p:tav tm="0">
                                          <p:val>
                                            <p:strVal val="#ppt_x"/>
                                          </p:val>
                                        </p:tav>
                                        <p:tav tm="100000">
                                          <p:val>
                                            <p:strVal val="#ppt_x"/>
                                          </p:val>
                                        </p:tav>
                                      </p:tavLst>
                                    </p:anim>
                                    <p:anim calcmode="lin" valueType="num">
                                      <p:cBhvr>
                                        <p:cTn id="101" dur="650" fill="hold"/>
                                        <p:tgtEl>
                                          <p:spTgt spid="141"/>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120"/>
                                  </p:stCondLst>
                                  <p:childTnLst>
                                    <p:set>
                                      <p:cBhvr>
                                        <p:cTn id="103" dur="1" fill="hold">
                                          <p:stCondLst>
                                            <p:cond delay="0"/>
                                          </p:stCondLst>
                                        </p:cTn>
                                        <p:tgtEl>
                                          <p:spTgt spid="142"/>
                                        </p:tgtEl>
                                        <p:attrNameLst>
                                          <p:attrName>style.visibility</p:attrName>
                                        </p:attrNameLst>
                                      </p:cBhvr>
                                      <p:to>
                                        <p:strVal val="visible"/>
                                      </p:to>
                                    </p:set>
                                    <p:animEffect transition="in" filter="fade">
                                      <p:cBhvr>
                                        <p:cTn id="104" dur="650"/>
                                        <p:tgtEl>
                                          <p:spTgt spid="142"/>
                                        </p:tgtEl>
                                      </p:cBhvr>
                                    </p:animEffect>
                                    <p:anim calcmode="lin" valueType="num">
                                      <p:cBhvr>
                                        <p:cTn id="105" dur="650" fill="hold"/>
                                        <p:tgtEl>
                                          <p:spTgt spid="142"/>
                                        </p:tgtEl>
                                        <p:attrNameLst>
                                          <p:attrName>ppt_x</p:attrName>
                                        </p:attrNameLst>
                                      </p:cBhvr>
                                      <p:tavLst>
                                        <p:tav tm="0">
                                          <p:val>
                                            <p:strVal val="#ppt_x"/>
                                          </p:val>
                                        </p:tav>
                                        <p:tav tm="100000">
                                          <p:val>
                                            <p:strVal val="#ppt_x"/>
                                          </p:val>
                                        </p:tav>
                                      </p:tavLst>
                                    </p:anim>
                                    <p:anim calcmode="lin" valueType="num">
                                      <p:cBhvr>
                                        <p:cTn id="106" dur="650" fill="hold"/>
                                        <p:tgtEl>
                                          <p:spTgt spid="142"/>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120"/>
                                  </p:stCondLst>
                                  <p:childTnLst>
                                    <p:set>
                                      <p:cBhvr>
                                        <p:cTn id="108" dur="1" fill="hold">
                                          <p:stCondLst>
                                            <p:cond delay="0"/>
                                          </p:stCondLst>
                                        </p:cTn>
                                        <p:tgtEl>
                                          <p:spTgt spid="143"/>
                                        </p:tgtEl>
                                        <p:attrNameLst>
                                          <p:attrName>style.visibility</p:attrName>
                                        </p:attrNameLst>
                                      </p:cBhvr>
                                      <p:to>
                                        <p:strVal val="visible"/>
                                      </p:to>
                                    </p:set>
                                    <p:animEffect transition="in" filter="fade">
                                      <p:cBhvr>
                                        <p:cTn id="109" dur="650"/>
                                        <p:tgtEl>
                                          <p:spTgt spid="143"/>
                                        </p:tgtEl>
                                      </p:cBhvr>
                                    </p:animEffect>
                                    <p:anim calcmode="lin" valueType="num">
                                      <p:cBhvr>
                                        <p:cTn id="110" dur="650" fill="hold"/>
                                        <p:tgtEl>
                                          <p:spTgt spid="143"/>
                                        </p:tgtEl>
                                        <p:attrNameLst>
                                          <p:attrName>ppt_x</p:attrName>
                                        </p:attrNameLst>
                                      </p:cBhvr>
                                      <p:tavLst>
                                        <p:tav tm="0">
                                          <p:val>
                                            <p:strVal val="#ppt_x"/>
                                          </p:val>
                                        </p:tav>
                                        <p:tav tm="100000">
                                          <p:val>
                                            <p:strVal val="#ppt_x"/>
                                          </p:val>
                                        </p:tav>
                                      </p:tavLst>
                                    </p:anim>
                                    <p:anim calcmode="lin" valueType="num">
                                      <p:cBhvr>
                                        <p:cTn id="111" dur="650" fill="hold"/>
                                        <p:tgtEl>
                                          <p:spTgt spid="143"/>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240"/>
                                  </p:stCondLst>
                                  <p:childTnLst>
                                    <p:set>
                                      <p:cBhvr>
                                        <p:cTn id="113" dur="1" fill="hold">
                                          <p:stCondLst>
                                            <p:cond delay="0"/>
                                          </p:stCondLst>
                                        </p:cTn>
                                        <p:tgtEl>
                                          <p:spTgt spid="144"/>
                                        </p:tgtEl>
                                        <p:attrNameLst>
                                          <p:attrName>style.visibility</p:attrName>
                                        </p:attrNameLst>
                                      </p:cBhvr>
                                      <p:to>
                                        <p:strVal val="visible"/>
                                      </p:to>
                                    </p:set>
                                    <p:animEffect transition="in" filter="fade">
                                      <p:cBhvr>
                                        <p:cTn id="114" dur="650"/>
                                        <p:tgtEl>
                                          <p:spTgt spid="144"/>
                                        </p:tgtEl>
                                      </p:cBhvr>
                                    </p:animEffect>
                                    <p:anim calcmode="lin" valueType="num">
                                      <p:cBhvr>
                                        <p:cTn id="115" dur="650" fill="hold"/>
                                        <p:tgtEl>
                                          <p:spTgt spid="144"/>
                                        </p:tgtEl>
                                        <p:attrNameLst>
                                          <p:attrName>ppt_x</p:attrName>
                                        </p:attrNameLst>
                                      </p:cBhvr>
                                      <p:tavLst>
                                        <p:tav tm="0">
                                          <p:val>
                                            <p:strVal val="#ppt_x"/>
                                          </p:val>
                                        </p:tav>
                                        <p:tav tm="100000">
                                          <p:val>
                                            <p:strVal val="#ppt_x"/>
                                          </p:val>
                                        </p:tav>
                                      </p:tavLst>
                                    </p:anim>
                                    <p:anim calcmode="lin" valueType="num">
                                      <p:cBhvr>
                                        <p:cTn id="116" dur="650" fill="hold"/>
                                        <p:tgtEl>
                                          <p:spTgt spid="144"/>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240"/>
                                  </p:stCondLst>
                                  <p:childTnLst>
                                    <p:set>
                                      <p:cBhvr>
                                        <p:cTn id="118" dur="1" fill="hold">
                                          <p:stCondLst>
                                            <p:cond delay="0"/>
                                          </p:stCondLst>
                                        </p:cTn>
                                        <p:tgtEl>
                                          <p:spTgt spid="145"/>
                                        </p:tgtEl>
                                        <p:attrNameLst>
                                          <p:attrName>style.visibility</p:attrName>
                                        </p:attrNameLst>
                                      </p:cBhvr>
                                      <p:to>
                                        <p:strVal val="visible"/>
                                      </p:to>
                                    </p:set>
                                    <p:animEffect transition="in" filter="fade">
                                      <p:cBhvr>
                                        <p:cTn id="119" dur="650"/>
                                        <p:tgtEl>
                                          <p:spTgt spid="145"/>
                                        </p:tgtEl>
                                      </p:cBhvr>
                                    </p:animEffect>
                                    <p:anim calcmode="lin" valueType="num">
                                      <p:cBhvr>
                                        <p:cTn id="120" dur="650" fill="hold"/>
                                        <p:tgtEl>
                                          <p:spTgt spid="145"/>
                                        </p:tgtEl>
                                        <p:attrNameLst>
                                          <p:attrName>ppt_x</p:attrName>
                                        </p:attrNameLst>
                                      </p:cBhvr>
                                      <p:tavLst>
                                        <p:tav tm="0">
                                          <p:val>
                                            <p:strVal val="#ppt_x"/>
                                          </p:val>
                                        </p:tav>
                                        <p:tav tm="100000">
                                          <p:val>
                                            <p:strVal val="#ppt_x"/>
                                          </p:val>
                                        </p:tav>
                                      </p:tavLst>
                                    </p:anim>
                                    <p:anim calcmode="lin" valueType="num">
                                      <p:cBhvr>
                                        <p:cTn id="121" dur="650" fill="hold"/>
                                        <p:tgtEl>
                                          <p:spTgt spid="145"/>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240"/>
                                  </p:stCondLst>
                                  <p:childTnLst>
                                    <p:set>
                                      <p:cBhvr>
                                        <p:cTn id="123" dur="1" fill="hold">
                                          <p:stCondLst>
                                            <p:cond delay="0"/>
                                          </p:stCondLst>
                                        </p:cTn>
                                        <p:tgtEl>
                                          <p:spTgt spid="146"/>
                                        </p:tgtEl>
                                        <p:attrNameLst>
                                          <p:attrName>style.visibility</p:attrName>
                                        </p:attrNameLst>
                                      </p:cBhvr>
                                      <p:to>
                                        <p:strVal val="visible"/>
                                      </p:to>
                                    </p:set>
                                    <p:animEffect transition="in" filter="fade">
                                      <p:cBhvr>
                                        <p:cTn id="124" dur="650"/>
                                        <p:tgtEl>
                                          <p:spTgt spid="146"/>
                                        </p:tgtEl>
                                      </p:cBhvr>
                                    </p:animEffect>
                                    <p:anim calcmode="lin" valueType="num">
                                      <p:cBhvr>
                                        <p:cTn id="125" dur="650" fill="hold"/>
                                        <p:tgtEl>
                                          <p:spTgt spid="146"/>
                                        </p:tgtEl>
                                        <p:attrNameLst>
                                          <p:attrName>ppt_x</p:attrName>
                                        </p:attrNameLst>
                                      </p:cBhvr>
                                      <p:tavLst>
                                        <p:tav tm="0">
                                          <p:val>
                                            <p:strVal val="#ppt_x"/>
                                          </p:val>
                                        </p:tav>
                                        <p:tav tm="100000">
                                          <p:val>
                                            <p:strVal val="#ppt_x"/>
                                          </p:val>
                                        </p:tav>
                                      </p:tavLst>
                                    </p:anim>
                                    <p:anim calcmode="lin" valueType="num">
                                      <p:cBhvr>
                                        <p:cTn id="126" dur="650" fill="hold"/>
                                        <p:tgtEl>
                                          <p:spTgt spid="146"/>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240"/>
                                  </p:stCondLst>
                                  <p:childTnLst>
                                    <p:set>
                                      <p:cBhvr>
                                        <p:cTn id="128" dur="1" fill="hold">
                                          <p:stCondLst>
                                            <p:cond delay="0"/>
                                          </p:stCondLst>
                                        </p:cTn>
                                        <p:tgtEl>
                                          <p:spTgt spid="147"/>
                                        </p:tgtEl>
                                        <p:attrNameLst>
                                          <p:attrName>style.visibility</p:attrName>
                                        </p:attrNameLst>
                                      </p:cBhvr>
                                      <p:to>
                                        <p:strVal val="visible"/>
                                      </p:to>
                                    </p:set>
                                    <p:animEffect transition="in" filter="fade">
                                      <p:cBhvr>
                                        <p:cTn id="129" dur="650"/>
                                        <p:tgtEl>
                                          <p:spTgt spid="147"/>
                                        </p:tgtEl>
                                      </p:cBhvr>
                                    </p:animEffect>
                                    <p:anim calcmode="lin" valueType="num">
                                      <p:cBhvr>
                                        <p:cTn id="130" dur="650" fill="hold"/>
                                        <p:tgtEl>
                                          <p:spTgt spid="147"/>
                                        </p:tgtEl>
                                        <p:attrNameLst>
                                          <p:attrName>ppt_x</p:attrName>
                                        </p:attrNameLst>
                                      </p:cBhvr>
                                      <p:tavLst>
                                        <p:tav tm="0">
                                          <p:val>
                                            <p:strVal val="#ppt_x"/>
                                          </p:val>
                                        </p:tav>
                                        <p:tav tm="100000">
                                          <p:val>
                                            <p:strVal val="#ppt_x"/>
                                          </p:val>
                                        </p:tav>
                                      </p:tavLst>
                                    </p:anim>
                                    <p:anim calcmode="lin" valueType="num">
                                      <p:cBhvr>
                                        <p:cTn id="131" dur="650" fill="hold"/>
                                        <p:tgtEl>
                                          <p:spTgt spid="147"/>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240"/>
                                  </p:stCondLst>
                                  <p:childTnLst>
                                    <p:set>
                                      <p:cBhvr>
                                        <p:cTn id="133" dur="1" fill="hold">
                                          <p:stCondLst>
                                            <p:cond delay="0"/>
                                          </p:stCondLst>
                                        </p:cTn>
                                        <p:tgtEl>
                                          <p:spTgt spid="148"/>
                                        </p:tgtEl>
                                        <p:attrNameLst>
                                          <p:attrName>style.visibility</p:attrName>
                                        </p:attrNameLst>
                                      </p:cBhvr>
                                      <p:to>
                                        <p:strVal val="visible"/>
                                      </p:to>
                                    </p:set>
                                    <p:animEffect transition="in" filter="fade">
                                      <p:cBhvr>
                                        <p:cTn id="134" dur="650"/>
                                        <p:tgtEl>
                                          <p:spTgt spid="148"/>
                                        </p:tgtEl>
                                      </p:cBhvr>
                                    </p:animEffect>
                                    <p:anim calcmode="lin" valueType="num">
                                      <p:cBhvr>
                                        <p:cTn id="135" dur="650" fill="hold"/>
                                        <p:tgtEl>
                                          <p:spTgt spid="148"/>
                                        </p:tgtEl>
                                        <p:attrNameLst>
                                          <p:attrName>ppt_x</p:attrName>
                                        </p:attrNameLst>
                                      </p:cBhvr>
                                      <p:tavLst>
                                        <p:tav tm="0">
                                          <p:val>
                                            <p:strVal val="#ppt_x"/>
                                          </p:val>
                                        </p:tav>
                                        <p:tav tm="100000">
                                          <p:val>
                                            <p:strVal val="#ppt_x"/>
                                          </p:val>
                                        </p:tav>
                                      </p:tavLst>
                                    </p:anim>
                                    <p:anim calcmode="lin" valueType="num">
                                      <p:cBhvr>
                                        <p:cTn id="136" dur="650" fill="hold"/>
                                        <p:tgtEl>
                                          <p:spTgt spid="148"/>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240"/>
                                  </p:stCondLst>
                                  <p:childTnLst>
                                    <p:set>
                                      <p:cBhvr>
                                        <p:cTn id="138" dur="1" fill="hold">
                                          <p:stCondLst>
                                            <p:cond delay="0"/>
                                          </p:stCondLst>
                                        </p:cTn>
                                        <p:tgtEl>
                                          <p:spTgt spid="149"/>
                                        </p:tgtEl>
                                        <p:attrNameLst>
                                          <p:attrName>style.visibility</p:attrName>
                                        </p:attrNameLst>
                                      </p:cBhvr>
                                      <p:to>
                                        <p:strVal val="visible"/>
                                      </p:to>
                                    </p:set>
                                    <p:animEffect transition="in" filter="fade">
                                      <p:cBhvr>
                                        <p:cTn id="139" dur="650"/>
                                        <p:tgtEl>
                                          <p:spTgt spid="149"/>
                                        </p:tgtEl>
                                      </p:cBhvr>
                                    </p:animEffect>
                                    <p:anim calcmode="lin" valueType="num">
                                      <p:cBhvr>
                                        <p:cTn id="140" dur="650" fill="hold"/>
                                        <p:tgtEl>
                                          <p:spTgt spid="149"/>
                                        </p:tgtEl>
                                        <p:attrNameLst>
                                          <p:attrName>ppt_x</p:attrName>
                                        </p:attrNameLst>
                                      </p:cBhvr>
                                      <p:tavLst>
                                        <p:tav tm="0">
                                          <p:val>
                                            <p:strVal val="#ppt_x"/>
                                          </p:val>
                                        </p:tav>
                                        <p:tav tm="100000">
                                          <p:val>
                                            <p:strVal val="#ppt_x"/>
                                          </p:val>
                                        </p:tav>
                                      </p:tavLst>
                                    </p:anim>
                                    <p:anim calcmode="lin" valueType="num">
                                      <p:cBhvr>
                                        <p:cTn id="141" dur="650" fill="hold"/>
                                        <p:tgtEl>
                                          <p:spTgt spid="149"/>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240"/>
                                  </p:stCondLst>
                                  <p:childTnLst>
                                    <p:set>
                                      <p:cBhvr>
                                        <p:cTn id="143" dur="1" fill="hold">
                                          <p:stCondLst>
                                            <p:cond delay="0"/>
                                          </p:stCondLst>
                                        </p:cTn>
                                        <p:tgtEl>
                                          <p:spTgt spid="150"/>
                                        </p:tgtEl>
                                        <p:attrNameLst>
                                          <p:attrName>style.visibility</p:attrName>
                                        </p:attrNameLst>
                                      </p:cBhvr>
                                      <p:to>
                                        <p:strVal val="visible"/>
                                      </p:to>
                                    </p:set>
                                    <p:animEffect transition="in" filter="fade">
                                      <p:cBhvr>
                                        <p:cTn id="144" dur="650"/>
                                        <p:tgtEl>
                                          <p:spTgt spid="150"/>
                                        </p:tgtEl>
                                      </p:cBhvr>
                                    </p:animEffect>
                                    <p:anim calcmode="lin" valueType="num">
                                      <p:cBhvr>
                                        <p:cTn id="145" dur="650" fill="hold"/>
                                        <p:tgtEl>
                                          <p:spTgt spid="150"/>
                                        </p:tgtEl>
                                        <p:attrNameLst>
                                          <p:attrName>ppt_x</p:attrName>
                                        </p:attrNameLst>
                                      </p:cBhvr>
                                      <p:tavLst>
                                        <p:tav tm="0">
                                          <p:val>
                                            <p:strVal val="#ppt_x"/>
                                          </p:val>
                                        </p:tav>
                                        <p:tav tm="100000">
                                          <p:val>
                                            <p:strVal val="#ppt_x"/>
                                          </p:val>
                                        </p:tav>
                                      </p:tavLst>
                                    </p:anim>
                                    <p:anim calcmode="lin" valueType="num">
                                      <p:cBhvr>
                                        <p:cTn id="146" dur="650" fill="hold"/>
                                        <p:tgtEl>
                                          <p:spTgt spid="150"/>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240"/>
                                  </p:stCondLst>
                                  <p:childTnLst>
                                    <p:set>
                                      <p:cBhvr>
                                        <p:cTn id="148" dur="1" fill="hold">
                                          <p:stCondLst>
                                            <p:cond delay="0"/>
                                          </p:stCondLst>
                                        </p:cTn>
                                        <p:tgtEl>
                                          <p:spTgt spid="151"/>
                                        </p:tgtEl>
                                        <p:attrNameLst>
                                          <p:attrName>style.visibility</p:attrName>
                                        </p:attrNameLst>
                                      </p:cBhvr>
                                      <p:to>
                                        <p:strVal val="visible"/>
                                      </p:to>
                                    </p:set>
                                    <p:animEffect transition="in" filter="fade">
                                      <p:cBhvr>
                                        <p:cTn id="149" dur="650"/>
                                        <p:tgtEl>
                                          <p:spTgt spid="151"/>
                                        </p:tgtEl>
                                      </p:cBhvr>
                                    </p:animEffect>
                                    <p:anim calcmode="lin" valueType="num">
                                      <p:cBhvr>
                                        <p:cTn id="150" dur="650" fill="hold"/>
                                        <p:tgtEl>
                                          <p:spTgt spid="151"/>
                                        </p:tgtEl>
                                        <p:attrNameLst>
                                          <p:attrName>ppt_x</p:attrName>
                                        </p:attrNameLst>
                                      </p:cBhvr>
                                      <p:tavLst>
                                        <p:tav tm="0">
                                          <p:val>
                                            <p:strVal val="#ppt_x"/>
                                          </p:val>
                                        </p:tav>
                                        <p:tav tm="100000">
                                          <p:val>
                                            <p:strVal val="#ppt_x"/>
                                          </p:val>
                                        </p:tav>
                                      </p:tavLst>
                                    </p:anim>
                                    <p:anim calcmode="lin" valueType="num">
                                      <p:cBhvr>
                                        <p:cTn id="151" dur="650" fill="hold"/>
                                        <p:tgtEl>
                                          <p:spTgt spid="151"/>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240"/>
                                  </p:stCondLst>
                                  <p:childTnLst>
                                    <p:set>
                                      <p:cBhvr>
                                        <p:cTn id="153" dur="1" fill="hold">
                                          <p:stCondLst>
                                            <p:cond delay="0"/>
                                          </p:stCondLst>
                                        </p:cTn>
                                        <p:tgtEl>
                                          <p:spTgt spid="152"/>
                                        </p:tgtEl>
                                        <p:attrNameLst>
                                          <p:attrName>style.visibility</p:attrName>
                                        </p:attrNameLst>
                                      </p:cBhvr>
                                      <p:to>
                                        <p:strVal val="visible"/>
                                      </p:to>
                                    </p:set>
                                    <p:animEffect transition="in" filter="fade">
                                      <p:cBhvr>
                                        <p:cTn id="154" dur="650"/>
                                        <p:tgtEl>
                                          <p:spTgt spid="152"/>
                                        </p:tgtEl>
                                      </p:cBhvr>
                                    </p:animEffect>
                                    <p:anim calcmode="lin" valueType="num">
                                      <p:cBhvr>
                                        <p:cTn id="155" dur="650" fill="hold"/>
                                        <p:tgtEl>
                                          <p:spTgt spid="152"/>
                                        </p:tgtEl>
                                        <p:attrNameLst>
                                          <p:attrName>ppt_x</p:attrName>
                                        </p:attrNameLst>
                                      </p:cBhvr>
                                      <p:tavLst>
                                        <p:tav tm="0">
                                          <p:val>
                                            <p:strVal val="#ppt_x"/>
                                          </p:val>
                                        </p:tav>
                                        <p:tav tm="100000">
                                          <p:val>
                                            <p:strVal val="#ppt_x"/>
                                          </p:val>
                                        </p:tav>
                                      </p:tavLst>
                                    </p:anim>
                                    <p:anim calcmode="lin" valueType="num">
                                      <p:cBhvr>
                                        <p:cTn id="156" dur="650" fill="hold"/>
                                        <p:tgtEl>
                                          <p:spTgt spid="152"/>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360"/>
                                  </p:stCondLst>
                                  <p:childTnLst>
                                    <p:set>
                                      <p:cBhvr>
                                        <p:cTn id="158" dur="1" fill="hold">
                                          <p:stCondLst>
                                            <p:cond delay="0"/>
                                          </p:stCondLst>
                                        </p:cTn>
                                        <p:tgtEl>
                                          <p:spTgt spid="153"/>
                                        </p:tgtEl>
                                        <p:attrNameLst>
                                          <p:attrName>style.visibility</p:attrName>
                                        </p:attrNameLst>
                                      </p:cBhvr>
                                      <p:to>
                                        <p:strVal val="visible"/>
                                      </p:to>
                                    </p:set>
                                    <p:animEffect transition="in" filter="fade">
                                      <p:cBhvr>
                                        <p:cTn id="159" dur="650"/>
                                        <p:tgtEl>
                                          <p:spTgt spid="153"/>
                                        </p:tgtEl>
                                      </p:cBhvr>
                                    </p:animEffect>
                                    <p:anim calcmode="lin" valueType="num">
                                      <p:cBhvr>
                                        <p:cTn id="160" dur="650" fill="hold"/>
                                        <p:tgtEl>
                                          <p:spTgt spid="153"/>
                                        </p:tgtEl>
                                        <p:attrNameLst>
                                          <p:attrName>ppt_x</p:attrName>
                                        </p:attrNameLst>
                                      </p:cBhvr>
                                      <p:tavLst>
                                        <p:tav tm="0">
                                          <p:val>
                                            <p:strVal val="#ppt_x"/>
                                          </p:val>
                                        </p:tav>
                                        <p:tav tm="100000">
                                          <p:val>
                                            <p:strVal val="#ppt_x"/>
                                          </p:val>
                                        </p:tav>
                                      </p:tavLst>
                                    </p:anim>
                                    <p:anim calcmode="lin" valueType="num">
                                      <p:cBhvr>
                                        <p:cTn id="161" dur="650" fill="hold"/>
                                        <p:tgtEl>
                                          <p:spTgt spid="153"/>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360"/>
                                  </p:stCondLst>
                                  <p:childTnLst>
                                    <p:set>
                                      <p:cBhvr>
                                        <p:cTn id="163" dur="1" fill="hold">
                                          <p:stCondLst>
                                            <p:cond delay="0"/>
                                          </p:stCondLst>
                                        </p:cTn>
                                        <p:tgtEl>
                                          <p:spTgt spid="154"/>
                                        </p:tgtEl>
                                        <p:attrNameLst>
                                          <p:attrName>style.visibility</p:attrName>
                                        </p:attrNameLst>
                                      </p:cBhvr>
                                      <p:to>
                                        <p:strVal val="visible"/>
                                      </p:to>
                                    </p:set>
                                    <p:animEffect transition="in" filter="fade">
                                      <p:cBhvr>
                                        <p:cTn id="164" dur="650"/>
                                        <p:tgtEl>
                                          <p:spTgt spid="154"/>
                                        </p:tgtEl>
                                      </p:cBhvr>
                                    </p:animEffect>
                                    <p:anim calcmode="lin" valueType="num">
                                      <p:cBhvr>
                                        <p:cTn id="165" dur="650" fill="hold"/>
                                        <p:tgtEl>
                                          <p:spTgt spid="154"/>
                                        </p:tgtEl>
                                        <p:attrNameLst>
                                          <p:attrName>ppt_x</p:attrName>
                                        </p:attrNameLst>
                                      </p:cBhvr>
                                      <p:tavLst>
                                        <p:tav tm="0">
                                          <p:val>
                                            <p:strVal val="#ppt_x"/>
                                          </p:val>
                                        </p:tav>
                                        <p:tav tm="100000">
                                          <p:val>
                                            <p:strVal val="#ppt_x"/>
                                          </p:val>
                                        </p:tav>
                                      </p:tavLst>
                                    </p:anim>
                                    <p:anim calcmode="lin" valueType="num">
                                      <p:cBhvr>
                                        <p:cTn id="166" dur="650" fill="hold"/>
                                        <p:tgtEl>
                                          <p:spTgt spid="154"/>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360"/>
                                  </p:stCondLst>
                                  <p:childTnLst>
                                    <p:set>
                                      <p:cBhvr>
                                        <p:cTn id="168" dur="1" fill="hold">
                                          <p:stCondLst>
                                            <p:cond delay="0"/>
                                          </p:stCondLst>
                                        </p:cTn>
                                        <p:tgtEl>
                                          <p:spTgt spid="155"/>
                                        </p:tgtEl>
                                        <p:attrNameLst>
                                          <p:attrName>style.visibility</p:attrName>
                                        </p:attrNameLst>
                                      </p:cBhvr>
                                      <p:to>
                                        <p:strVal val="visible"/>
                                      </p:to>
                                    </p:set>
                                    <p:animEffect transition="in" filter="fade">
                                      <p:cBhvr>
                                        <p:cTn id="169" dur="650"/>
                                        <p:tgtEl>
                                          <p:spTgt spid="155"/>
                                        </p:tgtEl>
                                      </p:cBhvr>
                                    </p:animEffect>
                                    <p:anim calcmode="lin" valueType="num">
                                      <p:cBhvr>
                                        <p:cTn id="170" dur="650" fill="hold"/>
                                        <p:tgtEl>
                                          <p:spTgt spid="155"/>
                                        </p:tgtEl>
                                        <p:attrNameLst>
                                          <p:attrName>ppt_x</p:attrName>
                                        </p:attrNameLst>
                                      </p:cBhvr>
                                      <p:tavLst>
                                        <p:tav tm="0">
                                          <p:val>
                                            <p:strVal val="#ppt_x"/>
                                          </p:val>
                                        </p:tav>
                                        <p:tav tm="100000">
                                          <p:val>
                                            <p:strVal val="#ppt_x"/>
                                          </p:val>
                                        </p:tav>
                                      </p:tavLst>
                                    </p:anim>
                                    <p:anim calcmode="lin" valueType="num">
                                      <p:cBhvr>
                                        <p:cTn id="171" dur="650" fill="hold"/>
                                        <p:tgtEl>
                                          <p:spTgt spid="155"/>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360"/>
                                  </p:stCondLst>
                                  <p:childTnLst>
                                    <p:set>
                                      <p:cBhvr>
                                        <p:cTn id="173" dur="1" fill="hold">
                                          <p:stCondLst>
                                            <p:cond delay="0"/>
                                          </p:stCondLst>
                                        </p:cTn>
                                        <p:tgtEl>
                                          <p:spTgt spid="156"/>
                                        </p:tgtEl>
                                        <p:attrNameLst>
                                          <p:attrName>style.visibility</p:attrName>
                                        </p:attrNameLst>
                                      </p:cBhvr>
                                      <p:to>
                                        <p:strVal val="visible"/>
                                      </p:to>
                                    </p:set>
                                    <p:animEffect transition="in" filter="fade">
                                      <p:cBhvr>
                                        <p:cTn id="174" dur="650"/>
                                        <p:tgtEl>
                                          <p:spTgt spid="156"/>
                                        </p:tgtEl>
                                      </p:cBhvr>
                                    </p:animEffect>
                                    <p:anim calcmode="lin" valueType="num">
                                      <p:cBhvr>
                                        <p:cTn id="175" dur="650" fill="hold"/>
                                        <p:tgtEl>
                                          <p:spTgt spid="156"/>
                                        </p:tgtEl>
                                        <p:attrNameLst>
                                          <p:attrName>ppt_x</p:attrName>
                                        </p:attrNameLst>
                                      </p:cBhvr>
                                      <p:tavLst>
                                        <p:tav tm="0">
                                          <p:val>
                                            <p:strVal val="#ppt_x"/>
                                          </p:val>
                                        </p:tav>
                                        <p:tav tm="100000">
                                          <p:val>
                                            <p:strVal val="#ppt_x"/>
                                          </p:val>
                                        </p:tav>
                                      </p:tavLst>
                                    </p:anim>
                                    <p:anim calcmode="lin" valueType="num">
                                      <p:cBhvr>
                                        <p:cTn id="176" dur="650" fill="hold"/>
                                        <p:tgtEl>
                                          <p:spTgt spid="156"/>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360"/>
                                  </p:stCondLst>
                                  <p:childTnLst>
                                    <p:set>
                                      <p:cBhvr>
                                        <p:cTn id="178" dur="1" fill="hold">
                                          <p:stCondLst>
                                            <p:cond delay="0"/>
                                          </p:stCondLst>
                                        </p:cTn>
                                        <p:tgtEl>
                                          <p:spTgt spid="157"/>
                                        </p:tgtEl>
                                        <p:attrNameLst>
                                          <p:attrName>style.visibility</p:attrName>
                                        </p:attrNameLst>
                                      </p:cBhvr>
                                      <p:to>
                                        <p:strVal val="visible"/>
                                      </p:to>
                                    </p:set>
                                    <p:animEffect transition="in" filter="fade">
                                      <p:cBhvr>
                                        <p:cTn id="179" dur="650"/>
                                        <p:tgtEl>
                                          <p:spTgt spid="157"/>
                                        </p:tgtEl>
                                      </p:cBhvr>
                                    </p:animEffect>
                                    <p:anim calcmode="lin" valueType="num">
                                      <p:cBhvr>
                                        <p:cTn id="180" dur="650" fill="hold"/>
                                        <p:tgtEl>
                                          <p:spTgt spid="157"/>
                                        </p:tgtEl>
                                        <p:attrNameLst>
                                          <p:attrName>ppt_x</p:attrName>
                                        </p:attrNameLst>
                                      </p:cBhvr>
                                      <p:tavLst>
                                        <p:tav tm="0">
                                          <p:val>
                                            <p:strVal val="#ppt_x"/>
                                          </p:val>
                                        </p:tav>
                                        <p:tav tm="100000">
                                          <p:val>
                                            <p:strVal val="#ppt_x"/>
                                          </p:val>
                                        </p:tav>
                                      </p:tavLst>
                                    </p:anim>
                                    <p:anim calcmode="lin" valueType="num">
                                      <p:cBhvr>
                                        <p:cTn id="181" dur="650" fill="hold"/>
                                        <p:tgtEl>
                                          <p:spTgt spid="157"/>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360"/>
                                  </p:stCondLst>
                                  <p:childTnLst>
                                    <p:set>
                                      <p:cBhvr>
                                        <p:cTn id="183" dur="1" fill="hold">
                                          <p:stCondLst>
                                            <p:cond delay="0"/>
                                          </p:stCondLst>
                                        </p:cTn>
                                        <p:tgtEl>
                                          <p:spTgt spid="158"/>
                                        </p:tgtEl>
                                        <p:attrNameLst>
                                          <p:attrName>style.visibility</p:attrName>
                                        </p:attrNameLst>
                                      </p:cBhvr>
                                      <p:to>
                                        <p:strVal val="visible"/>
                                      </p:to>
                                    </p:set>
                                    <p:animEffect transition="in" filter="fade">
                                      <p:cBhvr>
                                        <p:cTn id="184" dur="650"/>
                                        <p:tgtEl>
                                          <p:spTgt spid="158"/>
                                        </p:tgtEl>
                                      </p:cBhvr>
                                    </p:animEffect>
                                    <p:anim calcmode="lin" valueType="num">
                                      <p:cBhvr>
                                        <p:cTn id="185" dur="650" fill="hold"/>
                                        <p:tgtEl>
                                          <p:spTgt spid="158"/>
                                        </p:tgtEl>
                                        <p:attrNameLst>
                                          <p:attrName>ppt_x</p:attrName>
                                        </p:attrNameLst>
                                      </p:cBhvr>
                                      <p:tavLst>
                                        <p:tav tm="0">
                                          <p:val>
                                            <p:strVal val="#ppt_x"/>
                                          </p:val>
                                        </p:tav>
                                        <p:tav tm="100000">
                                          <p:val>
                                            <p:strVal val="#ppt_x"/>
                                          </p:val>
                                        </p:tav>
                                      </p:tavLst>
                                    </p:anim>
                                    <p:anim calcmode="lin" valueType="num">
                                      <p:cBhvr>
                                        <p:cTn id="186" dur="650" fill="hold"/>
                                        <p:tgtEl>
                                          <p:spTgt spid="158"/>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360"/>
                                  </p:stCondLst>
                                  <p:childTnLst>
                                    <p:set>
                                      <p:cBhvr>
                                        <p:cTn id="188" dur="1" fill="hold">
                                          <p:stCondLst>
                                            <p:cond delay="0"/>
                                          </p:stCondLst>
                                        </p:cTn>
                                        <p:tgtEl>
                                          <p:spTgt spid="159"/>
                                        </p:tgtEl>
                                        <p:attrNameLst>
                                          <p:attrName>style.visibility</p:attrName>
                                        </p:attrNameLst>
                                      </p:cBhvr>
                                      <p:to>
                                        <p:strVal val="visible"/>
                                      </p:to>
                                    </p:set>
                                    <p:animEffect transition="in" filter="fade">
                                      <p:cBhvr>
                                        <p:cTn id="189" dur="650"/>
                                        <p:tgtEl>
                                          <p:spTgt spid="159"/>
                                        </p:tgtEl>
                                      </p:cBhvr>
                                    </p:animEffect>
                                    <p:anim calcmode="lin" valueType="num">
                                      <p:cBhvr>
                                        <p:cTn id="190" dur="650" fill="hold"/>
                                        <p:tgtEl>
                                          <p:spTgt spid="159"/>
                                        </p:tgtEl>
                                        <p:attrNameLst>
                                          <p:attrName>ppt_x</p:attrName>
                                        </p:attrNameLst>
                                      </p:cBhvr>
                                      <p:tavLst>
                                        <p:tav tm="0">
                                          <p:val>
                                            <p:strVal val="#ppt_x"/>
                                          </p:val>
                                        </p:tav>
                                        <p:tav tm="100000">
                                          <p:val>
                                            <p:strVal val="#ppt_x"/>
                                          </p:val>
                                        </p:tav>
                                      </p:tavLst>
                                    </p:anim>
                                    <p:anim calcmode="lin" valueType="num">
                                      <p:cBhvr>
                                        <p:cTn id="191" dur="650" fill="hold"/>
                                        <p:tgtEl>
                                          <p:spTgt spid="159"/>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360"/>
                                  </p:stCondLst>
                                  <p:childTnLst>
                                    <p:set>
                                      <p:cBhvr>
                                        <p:cTn id="193" dur="1" fill="hold">
                                          <p:stCondLst>
                                            <p:cond delay="0"/>
                                          </p:stCondLst>
                                        </p:cTn>
                                        <p:tgtEl>
                                          <p:spTgt spid="160"/>
                                        </p:tgtEl>
                                        <p:attrNameLst>
                                          <p:attrName>style.visibility</p:attrName>
                                        </p:attrNameLst>
                                      </p:cBhvr>
                                      <p:to>
                                        <p:strVal val="visible"/>
                                      </p:to>
                                    </p:set>
                                    <p:animEffect transition="in" filter="fade">
                                      <p:cBhvr>
                                        <p:cTn id="194" dur="650"/>
                                        <p:tgtEl>
                                          <p:spTgt spid="160"/>
                                        </p:tgtEl>
                                      </p:cBhvr>
                                    </p:animEffect>
                                    <p:anim calcmode="lin" valueType="num">
                                      <p:cBhvr>
                                        <p:cTn id="195" dur="650" fill="hold"/>
                                        <p:tgtEl>
                                          <p:spTgt spid="160"/>
                                        </p:tgtEl>
                                        <p:attrNameLst>
                                          <p:attrName>ppt_x</p:attrName>
                                        </p:attrNameLst>
                                      </p:cBhvr>
                                      <p:tavLst>
                                        <p:tav tm="0">
                                          <p:val>
                                            <p:strVal val="#ppt_x"/>
                                          </p:val>
                                        </p:tav>
                                        <p:tav tm="100000">
                                          <p:val>
                                            <p:strVal val="#ppt_x"/>
                                          </p:val>
                                        </p:tav>
                                      </p:tavLst>
                                    </p:anim>
                                    <p:anim calcmode="lin" valueType="num">
                                      <p:cBhvr>
                                        <p:cTn id="196" dur="650" fill="hold"/>
                                        <p:tgtEl>
                                          <p:spTgt spid="160"/>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360"/>
                                  </p:stCondLst>
                                  <p:childTnLst>
                                    <p:set>
                                      <p:cBhvr>
                                        <p:cTn id="198" dur="1" fill="hold">
                                          <p:stCondLst>
                                            <p:cond delay="0"/>
                                          </p:stCondLst>
                                        </p:cTn>
                                        <p:tgtEl>
                                          <p:spTgt spid="161"/>
                                        </p:tgtEl>
                                        <p:attrNameLst>
                                          <p:attrName>style.visibility</p:attrName>
                                        </p:attrNameLst>
                                      </p:cBhvr>
                                      <p:to>
                                        <p:strVal val="visible"/>
                                      </p:to>
                                    </p:set>
                                    <p:animEffect transition="in" filter="fade">
                                      <p:cBhvr>
                                        <p:cTn id="199" dur="650"/>
                                        <p:tgtEl>
                                          <p:spTgt spid="161"/>
                                        </p:tgtEl>
                                      </p:cBhvr>
                                    </p:animEffect>
                                    <p:anim calcmode="lin" valueType="num">
                                      <p:cBhvr>
                                        <p:cTn id="200" dur="650" fill="hold"/>
                                        <p:tgtEl>
                                          <p:spTgt spid="161"/>
                                        </p:tgtEl>
                                        <p:attrNameLst>
                                          <p:attrName>ppt_x</p:attrName>
                                        </p:attrNameLst>
                                      </p:cBhvr>
                                      <p:tavLst>
                                        <p:tav tm="0">
                                          <p:val>
                                            <p:strVal val="#ppt_x"/>
                                          </p:val>
                                        </p:tav>
                                        <p:tav tm="100000">
                                          <p:val>
                                            <p:strVal val="#ppt_x"/>
                                          </p:val>
                                        </p:tav>
                                      </p:tavLst>
                                    </p:anim>
                                    <p:anim calcmode="lin" valueType="num">
                                      <p:cBhvr>
                                        <p:cTn id="201" dur="650" fill="hold"/>
                                        <p:tgtEl>
                                          <p:spTgt spid="161"/>
                                        </p:tgtEl>
                                        <p:attrNameLst>
                                          <p:attrName>ppt_y</p:attrName>
                                        </p:attrNameLst>
                                      </p:cBhvr>
                                      <p:tavLst>
                                        <p:tav tm="0">
                                          <p:val>
                                            <p:strVal val="#ppt_y+.1"/>
                                          </p:val>
                                        </p:tav>
                                        <p:tav tm="100000">
                                          <p:val>
                                            <p:strVal val="#ppt_y"/>
                                          </p:val>
                                        </p:tav>
                                      </p:tavLst>
                                    </p:anim>
                                  </p:childTnLst>
                                </p:cTn>
                              </p:par>
                            </p:childTnLst>
                          </p:cTn>
                        </p:par>
                      </p:childTnLst>
                    </p:cTn>
                  </p:par>
                  <p:par>
                    <p:cTn id="202" fill="hold">
                      <p:stCondLst>
                        <p:cond delay="indefinite"/>
                      </p:stCondLst>
                      <p:childTnLst>
                        <p:par>
                          <p:cTn id="203" fill="hold">
                            <p:stCondLst>
                              <p:cond delay="0"/>
                            </p:stCondLst>
                            <p:childTnLst>
                              <p:par>
                                <p:cTn id="204" presetID="10" presetClass="exit" presetSubtype="0" fill="hold" grpId="1" nodeType="clickEffect">
                                  <p:stCondLst>
                                    <p:cond delay="0"/>
                                  </p:stCondLst>
                                  <p:childTnLst>
                                    <p:animEffect transition="out" filter="fade">
                                      <p:cBhvr>
                                        <p:cTn id="205" dur="300"/>
                                        <p:tgtEl>
                                          <p:spTgt spid="120"/>
                                        </p:tgtEl>
                                      </p:cBhvr>
                                    </p:animEffect>
                                    <p:set>
                                      <p:cBhvr>
                                        <p:cTn id="206" dur="1" fill="hold">
                                          <p:stCondLst>
                                            <p:cond delay="299"/>
                                          </p:stCondLst>
                                        </p:cTn>
                                        <p:tgtEl>
                                          <p:spTgt spid="120"/>
                                        </p:tgtEl>
                                        <p:attrNameLst>
                                          <p:attrName>style.visibility</p:attrName>
                                        </p:attrNameLst>
                                      </p:cBhvr>
                                      <p:to>
                                        <p:strVal val="hidden"/>
                                      </p:to>
                                    </p:set>
                                  </p:childTnLst>
                                </p:cTn>
                              </p:par>
                              <p:par>
                                <p:cTn id="207" presetID="10" presetClass="exit" presetSubtype="0" fill="hold" grpId="1" nodeType="withEffect">
                                  <p:stCondLst>
                                    <p:cond delay="0"/>
                                  </p:stCondLst>
                                  <p:childTnLst>
                                    <p:animEffect transition="out" filter="fade">
                                      <p:cBhvr>
                                        <p:cTn id="208" dur="300"/>
                                        <p:tgtEl>
                                          <p:spTgt spid="121"/>
                                        </p:tgtEl>
                                      </p:cBhvr>
                                    </p:animEffect>
                                    <p:set>
                                      <p:cBhvr>
                                        <p:cTn id="209" dur="1" fill="hold">
                                          <p:stCondLst>
                                            <p:cond delay="299"/>
                                          </p:stCondLst>
                                        </p:cTn>
                                        <p:tgtEl>
                                          <p:spTgt spid="121"/>
                                        </p:tgtEl>
                                        <p:attrNameLst>
                                          <p:attrName>style.visibility</p:attrName>
                                        </p:attrNameLst>
                                      </p:cBhvr>
                                      <p:to>
                                        <p:strVal val="hidden"/>
                                      </p:to>
                                    </p:set>
                                  </p:childTnLst>
                                </p:cTn>
                              </p:par>
                              <p:par>
                                <p:cTn id="210" presetID="10" presetClass="exit" presetSubtype="0" fill="hold" grpId="1" nodeType="withEffect">
                                  <p:stCondLst>
                                    <p:cond delay="0"/>
                                  </p:stCondLst>
                                  <p:childTnLst>
                                    <p:animEffect transition="out" filter="fade">
                                      <p:cBhvr>
                                        <p:cTn id="211" dur="300"/>
                                        <p:tgtEl>
                                          <p:spTgt spid="122"/>
                                        </p:tgtEl>
                                      </p:cBhvr>
                                    </p:animEffect>
                                    <p:set>
                                      <p:cBhvr>
                                        <p:cTn id="212" dur="1" fill="hold">
                                          <p:stCondLst>
                                            <p:cond delay="299"/>
                                          </p:stCondLst>
                                        </p:cTn>
                                        <p:tgtEl>
                                          <p:spTgt spid="122"/>
                                        </p:tgtEl>
                                        <p:attrNameLst>
                                          <p:attrName>style.visibility</p:attrName>
                                        </p:attrNameLst>
                                      </p:cBhvr>
                                      <p:to>
                                        <p:strVal val="hidden"/>
                                      </p:to>
                                    </p:set>
                                  </p:childTnLst>
                                </p:cTn>
                              </p:par>
                              <p:par>
                                <p:cTn id="213" presetID="10" presetClass="exit" presetSubtype="0" fill="hold" grpId="0" nodeType="withEffect">
                                  <p:stCondLst>
                                    <p:cond delay="0"/>
                                  </p:stCondLst>
                                  <p:childTnLst>
                                    <p:animEffect transition="out" filter="fade">
                                      <p:cBhvr>
                                        <p:cTn id="214" dur="300"/>
                                        <p:tgtEl>
                                          <p:spTgt spid="123"/>
                                        </p:tgtEl>
                                      </p:cBhvr>
                                    </p:animEffect>
                                    <p:set>
                                      <p:cBhvr>
                                        <p:cTn id="215" dur="1" fill="hold">
                                          <p:stCondLst>
                                            <p:cond delay="299"/>
                                          </p:stCondLst>
                                        </p:cTn>
                                        <p:tgtEl>
                                          <p:spTgt spid="123"/>
                                        </p:tgtEl>
                                        <p:attrNameLst>
                                          <p:attrName>style.visibility</p:attrName>
                                        </p:attrNameLst>
                                      </p:cBhvr>
                                      <p:to>
                                        <p:strVal val="hidden"/>
                                      </p:to>
                                    </p:set>
                                  </p:childTnLst>
                                </p:cTn>
                              </p:par>
                              <p:par>
                                <p:cTn id="216" presetID="10" presetClass="exit" presetSubtype="0" fill="hold" nodeType="withEffect">
                                  <p:stCondLst>
                                    <p:cond delay="0"/>
                                  </p:stCondLst>
                                  <p:childTnLst>
                                    <p:animEffect transition="out" filter="fade">
                                      <p:cBhvr>
                                        <p:cTn id="217" dur="300"/>
                                        <p:tgtEl>
                                          <p:spTgt spid="124"/>
                                        </p:tgtEl>
                                      </p:cBhvr>
                                    </p:animEffect>
                                    <p:set>
                                      <p:cBhvr>
                                        <p:cTn id="218" dur="1" fill="hold">
                                          <p:stCondLst>
                                            <p:cond delay="299"/>
                                          </p:stCondLst>
                                        </p:cTn>
                                        <p:tgtEl>
                                          <p:spTgt spid="124"/>
                                        </p:tgtEl>
                                        <p:attrNameLst>
                                          <p:attrName>style.visibility</p:attrName>
                                        </p:attrNameLst>
                                      </p:cBhvr>
                                      <p:to>
                                        <p:strVal val="hidden"/>
                                      </p:to>
                                    </p:set>
                                  </p:childTnLst>
                                </p:cTn>
                              </p:par>
                              <p:par>
                                <p:cTn id="219" presetID="10" presetClass="exit" presetSubtype="0" fill="hold" nodeType="withEffect">
                                  <p:stCondLst>
                                    <p:cond delay="0"/>
                                  </p:stCondLst>
                                  <p:childTnLst>
                                    <p:animEffect transition="out" filter="fade">
                                      <p:cBhvr>
                                        <p:cTn id="220" dur="300"/>
                                        <p:tgtEl>
                                          <p:spTgt spid="125"/>
                                        </p:tgtEl>
                                      </p:cBhvr>
                                    </p:animEffect>
                                    <p:set>
                                      <p:cBhvr>
                                        <p:cTn id="221" dur="1" fill="hold">
                                          <p:stCondLst>
                                            <p:cond delay="299"/>
                                          </p:stCondLst>
                                        </p:cTn>
                                        <p:tgtEl>
                                          <p:spTgt spid="125"/>
                                        </p:tgtEl>
                                        <p:attrNameLst>
                                          <p:attrName>style.visibility</p:attrName>
                                        </p:attrNameLst>
                                      </p:cBhvr>
                                      <p:to>
                                        <p:strVal val="hidden"/>
                                      </p:to>
                                    </p:set>
                                  </p:childTnLst>
                                </p:cTn>
                              </p:par>
                              <p:par>
                                <p:cTn id="222" presetID="10" presetClass="exit" presetSubtype="0" fill="hold" grpId="1" nodeType="withEffect">
                                  <p:stCondLst>
                                    <p:cond delay="0"/>
                                  </p:stCondLst>
                                  <p:childTnLst>
                                    <p:animEffect transition="out" filter="fade">
                                      <p:cBhvr>
                                        <p:cTn id="223" dur="300"/>
                                        <p:tgtEl>
                                          <p:spTgt spid="127"/>
                                        </p:tgtEl>
                                      </p:cBhvr>
                                    </p:animEffect>
                                    <p:set>
                                      <p:cBhvr>
                                        <p:cTn id="224" dur="1" fill="hold">
                                          <p:stCondLst>
                                            <p:cond delay="299"/>
                                          </p:stCondLst>
                                        </p:cTn>
                                        <p:tgtEl>
                                          <p:spTgt spid="127"/>
                                        </p:tgtEl>
                                        <p:attrNameLst>
                                          <p:attrName>style.visibility</p:attrName>
                                        </p:attrNameLst>
                                      </p:cBhvr>
                                      <p:to>
                                        <p:strVal val="hidden"/>
                                      </p:to>
                                    </p:set>
                                  </p:childTnLst>
                                </p:cTn>
                              </p:par>
                              <p:par>
                                <p:cTn id="225" presetID="10" presetClass="exit" presetSubtype="0" fill="hold" grpId="1" nodeType="withEffect">
                                  <p:stCondLst>
                                    <p:cond delay="0"/>
                                  </p:stCondLst>
                                  <p:childTnLst>
                                    <p:animEffect transition="out" filter="fade">
                                      <p:cBhvr>
                                        <p:cTn id="226" dur="300"/>
                                        <p:tgtEl>
                                          <p:spTgt spid="128"/>
                                        </p:tgtEl>
                                      </p:cBhvr>
                                    </p:animEffect>
                                    <p:set>
                                      <p:cBhvr>
                                        <p:cTn id="227" dur="1" fill="hold">
                                          <p:stCondLst>
                                            <p:cond delay="299"/>
                                          </p:stCondLst>
                                        </p:cTn>
                                        <p:tgtEl>
                                          <p:spTgt spid="128"/>
                                        </p:tgtEl>
                                        <p:attrNameLst>
                                          <p:attrName>style.visibility</p:attrName>
                                        </p:attrNameLst>
                                      </p:cBhvr>
                                      <p:to>
                                        <p:strVal val="hidden"/>
                                      </p:to>
                                    </p:set>
                                  </p:childTnLst>
                                </p:cTn>
                              </p:par>
                              <p:par>
                                <p:cTn id="228" presetID="10" presetClass="exit" presetSubtype="0" fill="hold" grpId="1" nodeType="withEffect">
                                  <p:stCondLst>
                                    <p:cond delay="0"/>
                                  </p:stCondLst>
                                  <p:childTnLst>
                                    <p:animEffect transition="out" filter="fade">
                                      <p:cBhvr>
                                        <p:cTn id="229" dur="300"/>
                                        <p:tgtEl>
                                          <p:spTgt spid="129"/>
                                        </p:tgtEl>
                                      </p:cBhvr>
                                    </p:animEffect>
                                    <p:set>
                                      <p:cBhvr>
                                        <p:cTn id="230" dur="1" fill="hold">
                                          <p:stCondLst>
                                            <p:cond delay="299"/>
                                          </p:stCondLst>
                                        </p:cTn>
                                        <p:tgtEl>
                                          <p:spTgt spid="129"/>
                                        </p:tgtEl>
                                        <p:attrNameLst>
                                          <p:attrName>style.visibility</p:attrName>
                                        </p:attrNameLst>
                                      </p:cBhvr>
                                      <p:to>
                                        <p:strVal val="hidden"/>
                                      </p:to>
                                    </p:set>
                                  </p:childTnLst>
                                </p:cTn>
                              </p:par>
                              <p:par>
                                <p:cTn id="231" presetID="10" presetClass="exit" presetSubtype="0" fill="hold" grpId="1" nodeType="withEffect">
                                  <p:stCondLst>
                                    <p:cond delay="0"/>
                                  </p:stCondLst>
                                  <p:childTnLst>
                                    <p:animEffect transition="out" filter="fade">
                                      <p:cBhvr>
                                        <p:cTn id="232" dur="300"/>
                                        <p:tgtEl>
                                          <p:spTgt spid="130"/>
                                        </p:tgtEl>
                                      </p:cBhvr>
                                    </p:animEffect>
                                    <p:set>
                                      <p:cBhvr>
                                        <p:cTn id="233" dur="1" fill="hold">
                                          <p:stCondLst>
                                            <p:cond delay="299"/>
                                          </p:stCondLst>
                                        </p:cTn>
                                        <p:tgtEl>
                                          <p:spTgt spid="130"/>
                                        </p:tgtEl>
                                        <p:attrNameLst>
                                          <p:attrName>style.visibility</p:attrName>
                                        </p:attrNameLst>
                                      </p:cBhvr>
                                      <p:to>
                                        <p:strVal val="hidden"/>
                                      </p:to>
                                    </p:set>
                                  </p:childTnLst>
                                </p:cTn>
                              </p:par>
                              <p:par>
                                <p:cTn id="234" presetID="10" presetClass="exit" presetSubtype="0" fill="hold" grpId="1" nodeType="withEffect">
                                  <p:stCondLst>
                                    <p:cond delay="0"/>
                                  </p:stCondLst>
                                  <p:childTnLst>
                                    <p:animEffect transition="out" filter="fade">
                                      <p:cBhvr>
                                        <p:cTn id="235" dur="300"/>
                                        <p:tgtEl>
                                          <p:spTgt spid="131"/>
                                        </p:tgtEl>
                                      </p:cBhvr>
                                    </p:animEffect>
                                    <p:set>
                                      <p:cBhvr>
                                        <p:cTn id="236" dur="1" fill="hold">
                                          <p:stCondLst>
                                            <p:cond delay="299"/>
                                          </p:stCondLst>
                                        </p:cTn>
                                        <p:tgtEl>
                                          <p:spTgt spid="131"/>
                                        </p:tgtEl>
                                        <p:attrNameLst>
                                          <p:attrName>style.visibility</p:attrName>
                                        </p:attrNameLst>
                                      </p:cBhvr>
                                      <p:to>
                                        <p:strVal val="hidden"/>
                                      </p:to>
                                    </p:set>
                                  </p:childTnLst>
                                </p:cTn>
                              </p:par>
                              <p:par>
                                <p:cTn id="237" presetID="10" presetClass="exit" presetSubtype="0" fill="hold" grpId="1" nodeType="withEffect">
                                  <p:stCondLst>
                                    <p:cond delay="0"/>
                                  </p:stCondLst>
                                  <p:childTnLst>
                                    <p:animEffect transition="out" filter="fade">
                                      <p:cBhvr>
                                        <p:cTn id="238" dur="300"/>
                                        <p:tgtEl>
                                          <p:spTgt spid="132"/>
                                        </p:tgtEl>
                                      </p:cBhvr>
                                    </p:animEffect>
                                    <p:set>
                                      <p:cBhvr>
                                        <p:cTn id="239" dur="1" fill="hold">
                                          <p:stCondLst>
                                            <p:cond delay="299"/>
                                          </p:stCondLst>
                                        </p:cTn>
                                        <p:tgtEl>
                                          <p:spTgt spid="132"/>
                                        </p:tgtEl>
                                        <p:attrNameLst>
                                          <p:attrName>style.visibility</p:attrName>
                                        </p:attrNameLst>
                                      </p:cBhvr>
                                      <p:to>
                                        <p:strVal val="hidden"/>
                                      </p:to>
                                    </p:set>
                                  </p:childTnLst>
                                </p:cTn>
                              </p:par>
                              <p:par>
                                <p:cTn id="240" presetID="10" presetClass="exit" presetSubtype="0" fill="hold" grpId="1" nodeType="withEffect">
                                  <p:stCondLst>
                                    <p:cond delay="0"/>
                                  </p:stCondLst>
                                  <p:childTnLst>
                                    <p:animEffect transition="out" filter="fade">
                                      <p:cBhvr>
                                        <p:cTn id="241" dur="300"/>
                                        <p:tgtEl>
                                          <p:spTgt spid="133"/>
                                        </p:tgtEl>
                                      </p:cBhvr>
                                    </p:animEffect>
                                    <p:set>
                                      <p:cBhvr>
                                        <p:cTn id="242" dur="1" fill="hold">
                                          <p:stCondLst>
                                            <p:cond delay="299"/>
                                          </p:stCondLst>
                                        </p:cTn>
                                        <p:tgtEl>
                                          <p:spTgt spid="133"/>
                                        </p:tgtEl>
                                        <p:attrNameLst>
                                          <p:attrName>style.visibility</p:attrName>
                                        </p:attrNameLst>
                                      </p:cBhvr>
                                      <p:to>
                                        <p:strVal val="hidden"/>
                                      </p:to>
                                    </p:set>
                                  </p:childTnLst>
                                </p:cTn>
                              </p:par>
                              <p:par>
                                <p:cTn id="243" presetID="10" presetClass="exit" presetSubtype="0" fill="hold" grpId="1" nodeType="withEffect">
                                  <p:stCondLst>
                                    <p:cond delay="0"/>
                                  </p:stCondLst>
                                  <p:childTnLst>
                                    <p:animEffect transition="out" filter="fade">
                                      <p:cBhvr>
                                        <p:cTn id="244" dur="300"/>
                                        <p:tgtEl>
                                          <p:spTgt spid="134"/>
                                        </p:tgtEl>
                                      </p:cBhvr>
                                    </p:animEffect>
                                    <p:set>
                                      <p:cBhvr>
                                        <p:cTn id="245" dur="1" fill="hold">
                                          <p:stCondLst>
                                            <p:cond delay="299"/>
                                          </p:stCondLst>
                                        </p:cTn>
                                        <p:tgtEl>
                                          <p:spTgt spid="134"/>
                                        </p:tgtEl>
                                        <p:attrNameLst>
                                          <p:attrName>style.visibility</p:attrName>
                                        </p:attrNameLst>
                                      </p:cBhvr>
                                      <p:to>
                                        <p:strVal val="hidden"/>
                                      </p:to>
                                    </p:set>
                                  </p:childTnLst>
                                </p:cTn>
                              </p:par>
                              <p:par>
                                <p:cTn id="246" presetID="10" presetClass="exit" presetSubtype="0" fill="hold" grpId="1" nodeType="withEffect">
                                  <p:stCondLst>
                                    <p:cond delay="0"/>
                                  </p:stCondLst>
                                  <p:childTnLst>
                                    <p:animEffect transition="out" filter="fade">
                                      <p:cBhvr>
                                        <p:cTn id="247" dur="300"/>
                                        <p:tgtEl>
                                          <p:spTgt spid="135"/>
                                        </p:tgtEl>
                                      </p:cBhvr>
                                    </p:animEffect>
                                    <p:set>
                                      <p:cBhvr>
                                        <p:cTn id="248" dur="1" fill="hold">
                                          <p:stCondLst>
                                            <p:cond delay="299"/>
                                          </p:stCondLst>
                                        </p:cTn>
                                        <p:tgtEl>
                                          <p:spTgt spid="135"/>
                                        </p:tgtEl>
                                        <p:attrNameLst>
                                          <p:attrName>style.visibility</p:attrName>
                                        </p:attrNameLst>
                                      </p:cBhvr>
                                      <p:to>
                                        <p:strVal val="hidden"/>
                                      </p:to>
                                    </p:set>
                                  </p:childTnLst>
                                </p:cTn>
                              </p:par>
                              <p:par>
                                <p:cTn id="249" presetID="10" presetClass="exit" presetSubtype="0" fill="hold" grpId="1" nodeType="withEffect">
                                  <p:stCondLst>
                                    <p:cond delay="0"/>
                                  </p:stCondLst>
                                  <p:childTnLst>
                                    <p:animEffect transition="out" filter="fade">
                                      <p:cBhvr>
                                        <p:cTn id="250" dur="300"/>
                                        <p:tgtEl>
                                          <p:spTgt spid="136"/>
                                        </p:tgtEl>
                                      </p:cBhvr>
                                    </p:animEffect>
                                    <p:set>
                                      <p:cBhvr>
                                        <p:cTn id="251" dur="1" fill="hold">
                                          <p:stCondLst>
                                            <p:cond delay="299"/>
                                          </p:stCondLst>
                                        </p:cTn>
                                        <p:tgtEl>
                                          <p:spTgt spid="136"/>
                                        </p:tgtEl>
                                        <p:attrNameLst>
                                          <p:attrName>style.visibility</p:attrName>
                                        </p:attrNameLst>
                                      </p:cBhvr>
                                      <p:to>
                                        <p:strVal val="hidden"/>
                                      </p:to>
                                    </p:set>
                                  </p:childTnLst>
                                </p:cTn>
                              </p:par>
                              <p:par>
                                <p:cTn id="252" presetID="10" presetClass="exit" presetSubtype="0" fill="hold" grpId="1" nodeType="withEffect">
                                  <p:stCondLst>
                                    <p:cond delay="0"/>
                                  </p:stCondLst>
                                  <p:childTnLst>
                                    <p:animEffect transition="out" filter="fade">
                                      <p:cBhvr>
                                        <p:cTn id="253" dur="300"/>
                                        <p:tgtEl>
                                          <p:spTgt spid="137"/>
                                        </p:tgtEl>
                                      </p:cBhvr>
                                    </p:animEffect>
                                    <p:set>
                                      <p:cBhvr>
                                        <p:cTn id="254" dur="1" fill="hold">
                                          <p:stCondLst>
                                            <p:cond delay="299"/>
                                          </p:stCondLst>
                                        </p:cTn>
                                        <p:tgtEl>
                                          <p:spTgt spid="137"/>
                                        </p:tgtEl>
                                        <p:attrNameLst>
                                          <p:attrName>style.visibility</p:attrName>
                                        </p:attrNameLst>
                                      </p:cBhvr>
                                      <p:to>
                                        <p:strVal val="hidden"/>
                                      </p:to>
                                    </p:set>
                                  </p:childTnLst>
                                </p:cTn>
                              </p:par>
                              <p:par>
                                <p:cTn id="255" presetID="10" presetClass="exit" presetSubtype="0" fill="hold" grpId="1" nodeType="withEffect">
                                  <p:stCondLst>
                                    <p:cond delay="0"/>
                                  </p:stCondLst>
                                  <p:childTnLst>
                                    <p:animEffect transition="out" filter="fade">
                                      <p:cBhvr>
                                        <p:cTn id="256" dur="300"/>
                                        <p:tgtEl>
                                          <p:spTgt spid="138"/>
                                        </p:tgtEl>
                                      </p:cBhvr>
                                    </p:animEffect>
                                    <p:set>
                                      <p:cBhvr>
                                        <p:cTn id="257" dur="1" fill="hold">
                                          <p:stCondLst>
                                            <p:cond delay="299"/>
                                          </p:stCondLst>
                                        </p:cTn>
                                        <p:tgtEl>
                                          <p:spTgt spid="138"/>
                                        </p:tgtEl>
                                        <p:attrNameLst>
                                          <p:attrName>style.visibility</p:attrName>
                                        </p:attrNameLst>
                                      </p:cBhvr>
                                      <p:to>
                                        <p:strVal val="hidden"/>
                                      </p:to>
                                    </p:set>
                                  </p:childTnLst>
                                </p:cTn>
                              </p:par>
                              <p:par>
                                <p:cTn id="258" presetID="10" presetClass="exit" presetSubtype="0" fill="hold" grpId="1" nodeType="withEffect">
                                  <p:stCondLst>
                                    <p:cond delay="0"/>
                                  </p:stCondLst>
                                  <p:childTnLst>
                                    <p:animEffect transition="out" filter="fade">
                                      <p:cBhvr>
                                        <p:cTn id="259" dur="300"/>
                                        <p:tgtEl>
                                          <p:spTgt spid="139"/>
                                        </p:tgtEl>
                                      </p:cBhvr>
                                    </p:animEffect>
                                    <p:set>
                                      <p:cBhvr>
                                        <p:cTn id="260" dur="1" fill="hold">
                                          <p:stCondLst>
                                            <p:cond delay="299"/>
                                          </p:stCondLst>
                                        </p:cTn>
                                        <p:tgtEl>
                                          <p:spTgt spid="139"/>
                                        </p:tgtEl>
                                        <p:attrNameLst>
                                          <p:attrName>style.visibility</p:attrName>
                                        </p:attrNameLst>
                                      </p:cBhvr>
                                      <p:to>
                                        <p:strVal val="hidden"/>
                                      </p:to>
                                    </p:set>
                                  </p:childTnLst>
                                </p:cTn>
                              </p:par>
                              <p:par>
                                <p:cTn id="261" presetID="10" presetClass="exit" presetSubtype="0" fill="hold" grpId="1" nodeType="withEffect">
                                  <p:stCondLst>
                                    <p:cond delay="0"/>
                                  </p:stCondLst>
                                  <p:childTnLst>
                                    <p:animEffect transition="out" filter="fade">
                                      <p:cBhvr>
                                        <p:cTn id="262" dur="300"/>
                                        <p:tgtEl>
                                          <p:spTgt spid="140"/>
                                        </p:tgtEl>
                                      </p:cBhvr>
                                    </p:animEffect>
                                    <p:set>
                                      <p:cBhvr>
                                        <p:cTn id="263" dur="1" fill="hold">
                                          <p:stCondLst>
                                            <p:cond delay="299"/>
                                          </p:stCondLst>
                                        </p:cTn>
                                        <p:tgtEl>
                                          <p:spTgt spid="140"/>
                                        </p:tgtEl>
                                        <p:attrNameLst>
                                          <p:attrName>style.visibility</p:attrName>
                                        </p:attrNameLst>
                                      </p:cBhvr>
                                      <p:to>
                                        <p:strVal val="hidden"/>
                                      </p:to>
                                    </p:set>
                                  </p:childTnLst>
                                </p:cTn>
                              </p:par>
                              <p:par>
                                <p:cTn id="264" presetID="10" presetClass="exit" presetSubtype="0" fill="hold" grpId="1" nodeType="withEffect">
                                  <p:stCondLst>
                                    <p:cond delay="0"/>
                                  </p:stCondLst>
                                  <p:childTnLst>
                                    <p:animEffect transition="out" filter="fade">
                                      <p:cBhvr>
                                        <p:cTn id="265" dur="300"/>
                                        <p:tgtEl>
                                          <p:spTgt spid="141"/>
                                        </p:tgtEl>
                                      </p:cBhvr>
                                    </p:animEffect>
                                    <p:set>
                                      <p:cBhvr>
                                        <p:cTn id="266" dur="1" fill="hold">
                                          <p:stCondLst>
                                            <p:cond delay="299"/>
                                          </p:stCondLst>
                                        </p:cTn>
                                        <p:tgtEl>
                                          <p:spTgt spid="141"/>
                                        </p:tgtEl>
                                        <p:attrNameLst>
                                          <p:attrName>style.visibility</p:attrName>
                                        </p:attrNameLst>
                                      </p:cBhvr>
                                      <p:to>
                                        <p:strVal val="hidden"/>
                                      </p:to>
                                    </p:set>
                                  </p:childTnLst>
                                </p:cTn>
                              </p:par>
                              <p:par>
                                <p:cTn id="267" presetID="10" presetClass="exit" presetSubtype="0" fill="hold" grpId="1" nodeType="withEffect">
                                  <p:stCondLst>
                                    <p:cond delay="0"/>
                                  </p:stCondLst>
                                  <p:childTnLst>
                                    <p:animEffect transition="out" filter="fade">
                                      <p:cBhvr>
                                        <p:cTn id="268" dur="300"/>
                                        <p:tgtEl>
                                          <p:spTgt spid="142"/>
                                        </p:tgtEl>
                                      </p:cBhvr>
                                    </p:animEffect>
                                    <p:set>
                                      <p:cBhvr>
                                        <p:cTn id="269" dur="1" fill="hold">
                                          <p:stCondLst>
                                            <p:cond delay="299"/>
                                          </p:stCondLst>
                                        </p:cTn>
                                        <p:tgtEl>
                                          <p:spTgt spid="142"/>
                                        </p:tgtEl>
                                        <p:attrNameLst>
                                          <p:attrName>style.visibility</p:attrName>
                                        </p:attrNameLst>
                                      </p:cBhvr>
                                      <p:to>
                                        <p:strVal val="hidden"/>
                                      </p:to>
                                    </p:set>
                                  </p:childTnLst>
                                </p:cTn>
                              </p:par>
                              <p:par>
                                <p:cTn id="270" presetID="10" presetClass="exit" presetSubtype="0" fill="hold" grpId="1" nodeType="withEffect">
                                  <p:stCondLst>
                                    <p:cond delay="0"/>
                                  </p:stCondLst>
                                  <p:childTnLst>
                                    <p:animEffect transition="out" filter="fade">
                                      <p:cBhvr>
                                        <p:cTn id="271" dur="300"/>
                                        <p:tgtEl>
                                          <p:spTgt spid="143"/>
                                        </p:tgtEl>
                                      </p:cBhvr>
                                    </p:animEffect>
                                    <p:set>
                                      <p:cBhvr>
                                        <p:cTn id="272" dur="1" fill="hold">
                                          <p:stCondLst>
                                            <p:cond delay="299"/>
                                          </p:stCondLst>
                                        </p:cTn>
                                        <p:tgtEl>
                                          <p:spTgt spid="143"/>
                                        </p:tgtEl>
                                        <p:attrNameLst>
                                          <p:attrName>style.visibility</p:attrName>
                                        </p:attrNameLst>
                                      </p:cBhvr>
                                      <p:to>
                                        <p:strVal val="hidden"/>
                                      </p:to>
                                    </p:set>
                                  </p:childTnLst>
                                </p:cTn>
                              </p:par>
                              <p:par>
                                <p:cTn id="273" presetID="10" presetClass="exit" presetSubtype="0" fill="hold" grpId="1" nodeType="withEffect">
                                  <p:stCondLst>
                                    <p:cond delay="0"/>
                                  </p:stCondLst>
                                  <p:childTnLst>
                                    <p:animEffect transition="out" filter="fade">
                                      <p:cBhvr>
                                        <p:cTn id="274" dur="300"/>
                                        <p:tgtEl>
                                          <p:spTgt spid="144"/>
                                        </p:tgtEl>
                                      </p:cBhvr>
                                    </p:animEffect>
                                    <p:set>
                                      <p:cBhvr>
                                        <p:cTn id="275" dur="1" fill="hold">
                                          <p:stCondLst>
                                            <p:cond delay="299"/>
                                          </p:stCondLst>
                                        </p:cTn>
                                        <p:tgtEl>
                                          <p:spTgt spid="144"/>
                                        </p:tgtEl>
                                        <p:attrNameLst>
                                          <p:attrName>style.visibility</p:attrName>
                                        </p:attrNameLst>
                                      </p:cBhvr>
                                      <p:to>
                                        <p:strVal val="hidden"/>
                                      </p:to>
                                    </p:set>
                                  </p:childTnLst>
                                </p:cTn>
                              </p:par>
                              <p:par>
                                <p:cTn id="276" presetID="10" presetClass="exit" presetSubtype="0" fill="hold" grpId="1" nodeType="withEffect">
                                  <p:stCondLst>
                                    <p:cond delay="0"/>
                                  </p:stCondLst>
                                  <p:childTnLst>
                                    <p:animEffect transition="out" filter="fade">
                                      <p:cBhvr>
                                        <p:cTn id="277" dur="300"/>
                                        <p:tgtEl>
                                          <p:spTgt spid="145"/>
                                        </p:tgtEl>
                                      </p:cBhvr>
                                    </p:animEffect>
                                    <p:set>
                                      <p:cBhvr>
                                        <p:cTn id="278" dur="1" fill="hold">
                                          <p:stCondLst>
                                            <p:cond delay="299"/>
                                          </p:stCondLst>
                                        </p:cTn>
                                        <p:tgtEl>
                                          <p:spTgt spid="145"/>
                                        </p:tgtEl>
                                        <p:attrNameLst>
                                          <p:attrName>style.visibility</p:attrName>
                                        </p:attrNameLst>
                                      </p:cBhvr>
                                      <p:to>
                                        <p:strVal val="hidden"/>
                                      </p:to>
                                    </p:set>
                                  </p:childTnLst>
                                </p:cTn>
                              </p:par>
                              <p:par>
                                <p:cTn id="279" presetID="10" presetClass="exit" presetSubtype="0" fill="hold" grpId="1" nodeType="withEffect">
                                  <p:stCondLst>
                                    <p:cond delay="0"/>
                                  </p:stCondLst>
                                  <p:childTnLst>
                                    <p:animEffect transition="out" filter="fade">
                                      <p:cBhvr>
                                        <p:cTn id="280" dur="300"/>
                                        <p:tgtEl>
                                          <p:spTgt spid="146"/>
                                        </p:tgtEl>
                                      </p:cBhvr>
                                    </p:animEffect>
                                    <p:set>
                                      <p:cBhvr>
                                        <p:cTn id="281" dur="1" fill="hold">
                                          <p:stCondLst>
                                            <p:cond delay="299"/>
                                          </p:stCondLst>
                                        </p:cTn>
                                        <p:tgtEl>
                                          <p:spTgt spid="146"/>
                                        </p:tgtEl>
                                        <p:attrNameLst>
                                          <p:attrName>style.visibility</p:attrName>
                                        </p:attrNameLst>
                                      </p:cBhvr>
                                      <p:to>
                                        <p:strVal val="hidden"/>
                                      </p:to>
                                    </p:set>
                                  </p:childTnLst>
                                </p:cTn>
                              </p:par>
                              <p:par>
                                <p:cTn id="282" presetID="10" presetClass="exit" presetSubtype="0" fill="hold" grpId="1" nodeType="withEffect">
                                  <p:stCondLst>
                                    <p:cond delay="0"/>
                                  </p:stCondLst>
                                  <p:childTnLst>
                                    <p:animEffect transition="out" filter="fade">
                                      <p:cBhvr>
                                        <p:cTn id="283" dur="300"/>
                                        <p:tgtEl>
                                          <p:spTgt spid="147"/>
                                        </p:tgtEl>
                                      </p:cBhvr>
                                    </p:animEffect>
                                    <p:set>
                                      <p:cBhvr>
                                        <p:cTn id="284" dur="1" fill="hold">
                                          <p:stCondLst>
                                            <p:cond delay="299"/>
                                          </p:stCondLst>
                                        </p:cTn>
                                        <p:tgtEl>
                                          <p:spTgt spid="147"/>
                                        </p:tgtEl>
                                        <p:attrNameLst>
                                          <p:attrName>style.visibility</p:attrName>
                                        </p:attrNameLst>
                                      </p:cBhvr>
                                      <p:to>
                                        <p:strVal val="hidden"/>
                                      </p:to>
                                    </p:set>
                                  </p:childTnLst>
                                </p:cTn>
                              </p:par>
                              <p:par>
                                <p:cTn id="285" presetID="10" presetClass="exit" presetSubtype="0" fill="hold" grpId="1" nodeType="withEffect">
                                  <p:stCondLst>
                                    <p:cond delay="0"/>
                                  </p:stCondLst>
                                  <p:childTnLst>
                                    <p:animEffect transition="out" filter="fade">
                                      <p:cBhvr>
                                        <p:cTn id="286" dur="300"/>
                                        <p:tgtEl>
                                          <p:spTgt spid="148"/>
                                        </p:tgtEl>
                                      </p:cBhvr>
                                    </p:animEffect>
                                    <p:set>
                                      <p:cBhvr>
                                        <p:cTn id="287" dur="1" fill="hold">
                                          <p:stCondLst>
                                            <p:cond delay="299"/>
                                          </p:stCondLst>
                                        </p:cTn>
                                        <p:tgtEl>
                                          <p:spTgt spid="148"/>
                                        </p:tgtEl>
                                        <p:attrNameLst>
                                          <p:attrName>style.visibility</p:attrName>
                                        </p:attrNameLst>
                                      </p:cBhvr>
                                      <p:to>
                                        <p:strVal val="hidden"/>
                                      </p:to>
                                    </p:set>
                                  </p:childTnLst>
                                </p:cTn>
                              </p:par>
                              <p:par>
                                <p:cTn id="288" presetID="10" presetClass="exit" presetSubtype="0" fill="hold" grpId="1" nodeType="withEffect">
                                  <p:stCondLst>
                                    <p:cond delay="0"/>
                                  </p:stCondLst>
                                  <p:childTnLst>
                                    <p:animEffect transition="out" filter="fade">
                                      <p:cBhvr>
                                        <p:cTn id="289" dur="300"/>
                                        <p:tgtEl>
                                          <p:spTgt spid="149"/>
                                        </p:tgtEl>
                                      </p:cBhvr>
                                    </p:animEffect>
                                    <p:set>
                                      <p:cBhvr>
                                        <p:cTn id="290" dur="1" fill="hold">
                                          <p:stCondLst>
                                            <p:cond delay="299"/>
                                          </p:stCondLst>
                                        </p:cTn>
                                        <p:tgtEl>
                                          <p:spTgt spid="149"/>
                                        </p:tgtEl>
                                        <p:attrNameLst>
                                          <p:attrName>style.visibility</p:attrName>
                                        </p:attrNameLst>
                                      </p:cBhvr>
                                      <p:to>
                                        <p:strVal val="hidden"/>
                                      </p:to>
                                    </p:set>
                                  </p:childTnLst>
                                </p:cTn>
                              </p:par>
                              <p:par>
                                <p:cTn id="291" presetID="10" presetClass="exit" presetSubtype="0" fill="hold" grpId="1" nodeType="withEffect">
                                  <p:stCondLst>
                                    <p:cond delay="0"/>
                                  </p:stCondLst>
                                  <p:childTnLst>
                                    <p:animEffect transition="out" filter="fade">
                                      <p:cBhvr>
                                        <p:cTn id="292" dur="300"/>
                                        <p:tgtEl>
                                          <p:spTgt spid="150"/>
                                        </p:tgtEl>
                                      </p:cBhvr>
                                    </p:animEffect>
                                    <p:set>
                                      <p:cBhvr>
                                        <p:cTn id="293" dur="1" fill="hold">
                                          <p:stCondLst>
                                            <p:cond delay="299"/>
                                          </p:stCondLst>
                                        </p:cTn>
                                        <p:tgtEl>
                                          <p:spTgt spid="150"/>
                                        </p:tgtEl>
                                        <p:attrNameLst>
                                          <p:attrName>style.visibility</p:attrName>
                                        </p:attrNameLst>
                                      </p:cBhvr>
                                      <p:to>
                                        <p:strVal val="hidden"/>
                                      </p:to>
                                    </p:set>
                                  </p:childTnLst>
                                </p:cTn>
                              </p:par>
                              <p:par>
                                <p:cTn id="294" presetID="10" presetClass="exit" presetSubtype="0" fill="hold" grpId="1" nodeType="withEffect">
                                  <p:stCondLst>
                                    <p:cond delay="0"/>
                                  </p:stCondLst>
                                  <p:childTnLst>
                                    <p:animEffect transition="out" filter="fade">
                                      <p:cBhvr>
                                        <p:cTn id="295" dur="300"/>
                                        <p:tgtEl>
                                          <p:spTgt spid="151"/>
                                        </p:tgtEl>
                                      </p:cBhvr>
                                    </p:animEffect>
                                    <p:set>
                                      <p:cBhvr>
                                        <p:cTn id="296" dur="1" fill="hold">
                                          <p:stCondLst>
                                            <p:cond delay="299"/>
                                          </p:stCondLst>
                                        </p:cTn>
                                        <p:tgtEl>
                                          <p:spTgt spid="151"/>
                                        </p:tgtEl>
                                        <p:attrNameLst>
                                          <p:attrName>style.visibility</p:attrName>
                                        </p:attrNameLst>
                                      </p:cBhvr>
                                      <p:to>
                                        <p:strVal val="hidden"/>
                                      </p:to>
                                    </p:set>
                                  </p:childTnLst>
                                </p:cTn>
                              </p:par>
                              <p:par>
                                <p:cTn id="297" presetID="10" presetClass="exit" presetSubtype="0" fill="hold" grpId="1" nodeType="withEffect">
                                  <p:stCondLst>
                                    <p:cond delay="0"/>
                                  </p:stCondLst>
                                  <p:childTnLst>
                                    <p:animEffect transition="out" filter="fade">
                                      <p:cBhvr>
                                        <p:cTn id="298" dur="300"/>
                                        <p:tgtEl>
                                          <p:spTgt spid="152"/>
                                        </p:tgtEl>
                                      </p:cBhvr>
                                    </p:animEffect>
                                    <p:set>
                                      <p:cBhvr>
                                        <p:cTn id="299" dur="1" fill="hold">
                                          <p:stCondLst>
                                            <p:cond delay="299"/>
                                          </p:stCondLst>
                                        </p:cTn>
                                        <p:tgtEl>
                                          <p:spTgt spid="152"/>
                                        </p:tgtEl>
                                        <p:attrNameLst>
                                          <p:attrName>style.visibility</p:attrName>
                                        </p:attrNameLst>
                                      </p:cBhvr>
                                      <p:to>
                                        <p:strVal val="hidden"/>
                                      </p:to>
                                    </p:set>
                                  </p:childTnLst>
                                </p:cTn>
                              </p:par>
                              <p:par>
                                <p:cTn id="300" presetID="10" presetClass="exit" presetSubtype="0" fill="hold" grpId="1" nodeType="withEffect">
                                  <p:stCondLst>
                                    <p:cond delay="0"/>
                                  </p:stCondLst>
                                  <p:childTnLst>
                                    <p:animEffect transition="out" filter="fade">
                                      <p:cBhvr>
                                        <p:cTn id="301" dur="300"/>
                                        <p:tgtEl>
                                          <p:spTgt spid="153"/>
                                        </p:tgtEl>
                                      </p:cBhvr>
                                    </p:animEffect>
                                    <p:set>
                                      <p:cBhvr>
                                        <p:cTn id="302" dur="1" fill="hold">
                                          <p:stCondLst>
                                            <p:cond delay="299"/>
                                          </p:stCondLst>
                                        </p:cTn>
                                        <p:tgtEl>
                                          <p:spTgt spid="153"/>
                                        </p:tgtEl>
                                        <p:attrNameLst>
                                          <p:attrName>style.visibility</p:attrName>
                                        </p:attrNameLst>
                                      </p:cBhvr>
                                      <p:to>
                                        <p:strVal val="hidden"/>
                                      </p:to>
                                    </p:set>
                                  </p:childTnLst>
                                </p:cTn>
                              </p:par>
                              <p:par>
                                <p:cTn id="303" presetID="10" presetClass="exit" presetSubtype="0" fill="hold" grpId="1" nodeType="withEffect">
                                  <p:stCondLst>
                                    <p:cond delay="0"/>
                                  </p:stCondLst>
                                  <p:childTnLst>
                                    <p:animEffect transition="out" filter="fade">
                                      <p:cBhvr>
                                        <p:cTn id="304" dur="300"/>
                                        <p:tgtEl>
                                          <p:spTgt spid="154"/>
                                        </p:tgtEl>
                                      </p:cBhvr>
                                    </p:animEffect>
                                    <p:set>
                                      <p:cBhvr>
                                        <p:cTn id="305" dur="1" fill="hold">
                                          <p:stCondLst>
                                            <p:cond delay="299"/>
                                          </p:stCondLst>
                                        </p:cTn>
                                        <p:tgtEl>
                                          <p:spTgt spid="154"/>
                                        </p:tgtEl>
                                        <p:attrNameLst>
                                          <p:attrName>style.visibility</p:attrName>
                                        </p:attrNameLst>
                                      </p:cBhvr>
                                      <p:to>
                                        <p:strVal val="hidden"/>
                                      </p:to>
                                    </p:set>
                                  </p:childTnLst>
                                </p:cTn>
                              </p:par>
                              <p:par>
                                <p:cTn id="306" presetID="10" presetClass="exit" presetSubtype="0" fill="hold" grpId="1" nodeType="withEffect">
                                  <p:stCondLst>
                                    <p:cond delay="0"/>
                                  </p:stCondLst>
                                  <p:childTnLst>
                                    <p:animEffect transition="out" filter="fade">
                                      <p:cBhvr>
                                        <p:cTn id="307" dur="300"/>
                                        <p:tgtEl>
                                          <p:spTgt spid="155"/>
                                        </p:tgtEl>
                                      </p:cBhvr>
                                    </p:animEffect>
                                    <p:set>
                                      <p:cBhvr>
                                        <p:cTn id="308" dur="1" fill="hold">
                                          <p:stCondLst>
                                            <p:cond delay="299"/>
                                          </p:stCondLst>
                                        </p:cTn>
                                        <p:tgtEl>
                                          <p:spTgt spid="155"/>
                                        </p:tgtEl>
                                        <p:attrNameLst>
                                          <p:attrName>style.visibility</p:attrName>
                                        </p:attrNameLst>
                                      </p:cBhvr>
                                      <p:to>
                                        <p:strVal val="hidden"/>
                                      </p:to>
                                    </p:set>
                                  </p:childTnLst>
                                </p:cTn>
                              </p:par>
                              <p:par>
                                <p:cTn id="309" presetID="10" presetClass="exit" presetSubtype="0" fill="hold" grpId="1" nodeType="withEffect">
                                  <p:stCondLst>
                                    <p:cond delay="0"/>
                                  </p:stCondLst>
                                  <p:childTnLst>
                                    <p:animEffect transition="out" filter="fade">
                                      <p:cBhvr>
                                        <p:cTn id="310" dur="300"/>
                                        <p:tgtEl>
                                          <p:spTgt spid="156"/>
                                        </p:tgtEl>
                                      </p:cBhvr>
                                    </p:animEffect>
                                    <p:set>
                                      <p:cBhvr>
                                        <p:cTn id="311" dur="1" fill="hold">
                                          <p:stCondLst>
                                            <p:cond delay="299"/>
                                          </p:stCondLst>
                                        </p:cTn>
                                        <p:tgtEl>
                                          <p:spTgt spid="156"/>
                                        </p:tgtEl>
                                        <p:attrNameLst>
                                          <p:attrName>style.visibility</p:attrName>
                                        </p:attrNameLst>
                                      </p:cBhvr>
                                      <p:to>
                                        <p:strVal val="hidden"/>
                                      </p:to>
                                    </p:set>
                                  </p:childTnLst>
                                </p:cTn>
                              </p:par>
                              <p:par>
                                <p:cTn id="312" presetID="10" presetClass="exit" presetSubtype="0" fill="hold" grpId="1" nodeType="withEffect">
                                  <p:stCondLst>
                                    <p:cond delay="0"/>
                                  </p:stCondLst>
                                  <p:childTnLst>
                                    <p:animEffect transition="out" filter="fade">
                                      <p:cBhvr>
                                        <p:cTn id="313" dur="300"/>
                                        <p:tgtEl>
                                          <p:spTgt spid="157"/>
                                        </p:tgtEl>
                                      </p:cBhvr>
                                    </p:animEffect>
                                    <p:set>
                                      <p:cBhvr>
                                        <p:cTn id="314" dur="1" fill="hold">
                                          <p:stCondLst>
                                            <p:cond delay="299"/>
                                          </p:stCondLst>
                                        </p:cTn>
                                        <p:tgtEl>
                                          <p:spTgt spid="157"/>
                                        </p:tgtEl>
                                        <p:attrNameLst>
                                          <p:attrName>style.visibility</p:attrName>
                                        </p:attrNameLst>
                                      </p:cBhvr>
                                      <p:to>
                                        <p:strVal val="hidden"/>
                                      </p:to>
                                    </p:set>
                                  </p:childTnLst>
                                </p:cTn>
                              </p:par>
                              <p:par>
                                <p:cTn id="315" presetID="10" presetClass="exit" presetSubtype="0" fill="hold" grpId="1" nodeType="withEffect">
                                  <p:stCondLst>
                                    <p:cond delay="0"/>
                                  </p:stCondLst>
                                  <p:childTnLst>
                                    <p:animEffect transition="out" filter="fade">
                                      <p:cBhvr>
                                        <p:cTn id="316" dur="300"/>
                                        <p:tgtEl>
                                          <p:spTgt spid="158"/>
                                        </p:tgtEl>
                                      </p:cBhvr>
                                    </p:animEffect>
                                    <p:set>
                                      <p:cBhvr>
                                        <p:cTn id="317" dur="1" fill="hold">
                                          <p:stCondLst>
                                            <p:cond delay="299"/>
                                          </p:stCondLst>
                                        </p:cTn>
                                        <p:tgtEl>
                                          <p:spTgt spid="158"/>
                                        </p:tgtEl>
                                        <p:attrNameLst>
                                          <p:attrName>style.visibility</p:attrName>
                                        </p:attrNameLst>
                                      </p:cBhvr>
                                      <p:to>
                                        <p:strVal val="hidden"/>
                                      </p:to>
                                    </p:set>
                                  </p:childTnLst>
                                </p:cTn>
                              </p:par>
                              <p:par>
                                <p:cTn id="318" presetID="10" presetClass="exit" presetSubtype="0" fill="hold" grpId="1" nodeType="withEffect">
                                  <p:stCondLst>
                                    <p:cond delay="0"/>
                                  </p:stCondLst>
                                  <p:childTnLst>
                                    <p:animEffect transition="out" filter="fade">
                                      <p:cBhvr>
                                        <p:cTn id="319" dur="300"/>
                                        <p:tgtEl>
                                          <p:spTgt spid="159"/>
                                        </p:tgtEl>
                                      </p:cBhvr>
                                    </p:animEffect>
                                    <p:set>
                                      <p:cBhvr>
                                        <p:cTn id="320" dur="1" fill="hold">
                                          <p:stCondLst>
                                            <p:cond delay="299"/>
                                          </p:stCondLst>
                                        </p:cTn>
                                        <p:tgtEl>
                                          <p:spTgt spid="159"/>
                                        </p:tgtEl>
                                        <p:attrNameLst>
                                          <p:attrName>style.visibility</p:attrName>
                                        </p:attrNameLst>
                                      </p:cBhvr>
                                      <p:to>
                                        <p:strVal val="hidden"/>
                                      </p:to>
                                    </p:set>
                                  </p:childTnLst>
                                </p:cTn>
                              </p:par>
                              <p:par>
                                <p:cTn id="321" presetID="10" presetClass="exit" presetSubtype="0" fill="hold" grpId="1" nodeType="withEffect">
                                  <p:stCondLst>
                                    <p:cond delay="0"/>
                                  </p:stCondLst>
                                  <p:childTnLst>
                                    <p:animEffect transition="out" filter="fade">
                                      <p:cBhvr>
                                        <p:cTn id="322" dur="300"/>
                                        <p:tgtEl>
                                          <p:spTgt spid="160"/>
                                        </p:tgtEl>
                                      </p:cBhvr>
                                    </p:animEffect>
                                    <p:set>
                                      <p:cBhvr>
                                        <p:cTn id="323" dur="1" fill="hold">
                                          <p:stCondLst>
                                            <p:cond delay="299"/>
                                          </p:stCondLst>
                                        </p:cTn>
                                        <p:tgtEl>
                                          <p:spTgt spid="160"/>
                                        </p:tgtEl>
                                        <p:attrNameLst>
                                          <p:attrName>style.visibility</p:attrName>
                                        </p:attrNameLst>
                                      </p:cBhvr>
                                      <p:to>
                                        <p:strVal val="hidden"/>
                                      </p:to>
                                    </p:set>
                                  </p:childTnLst>
                                </p:cTn>
                              </p:par>
                              <p:par>
                                <p:cTn id="324" presetID="10" presetClass="exit" presetSubtype="0" fill="hold" grpId="1" nodeType="withEffect">
                                  <p:stCondLst>
                                    <p:cond delay="0"/>
                                  </p:stCondLst>
                                  <p:childTnLst>
                                    <p:animEffect transition="out" filter="fade">
                                      <p:cBhvr>
                                        <p:cTn id="325" dur="300"/>
                                        <p:tgtEl>
                                          <p:spTgt spid="161"/>
                                        </p:tgtEl>
                                      </p:cBhvr>
                                    </p:animEffect>
                                    <p:set>
                                      <p:cBhvr>
                                        <p:cTn id="326" dur="1" fill="hold">
                                          <p:stCondLst>
                                            <p:cond delay="299"/>
                                          </p:stCondLst>
                                        </p:cTn>
                                        <p:tgtEl>
                                          <p:spTgt spid="161"/>
                                        </p:tgtEl>
                                        <p:attrNameLst>
                                          <p:attrName>style.visibility</p:attrName>
                                        </p:attrNameLst>
                                      </p:cBhvr>
                                      <p:to>
                                        <p:strVal val="hidden"/>
                                      </p:to>
                                    </p:set>
                                  </p:childTnLst>
                                </p:cTn>
                              </p:par>
                              <p:par>
                                <p:cTn id="327" presetID="1" presetClass="entr" presetSubtype="0" fill="hold" grpId="0" nodeType="withEffect">
                                  <p:stCondLst>
                                    <p:cond delay="0"/>
                                  </p:stCondLst>
                                  <p:childTnLst>
                                    <p:set>
                                      <p:cBhvr>
                                        <p:cTn id="328" dur="1" fill="hold">
                                          <p:stCondLst>
                                            <p:cond delay="0"/>
                                          </p:stCondLst>
                                        </p:cTn>
                                        <p:tgtEl>
                                          <p:spTgt spid="172"/>
                                        </p:tgtEl>
                                        <p:attrNameLst>
                                          <p:attrName>style.visibility</p:attrName>
                                        </p:attrNameLst>
                                      </p:cBhvr>
                                      <p:to>
                                        <p:strVal val="visible"/>
                                      </p:to>
                                    </p:set>
                                  </p:childTnLst>
                                </p:cTn>
                              </p:par>
                              <p:par>
                                <p:cTn id="329" presetID="1" presetClass="entr" presetSubtype="0" fill="hold" grpId="0" nodeType="withEffect">
                                  <p:stCondLst>
                                    <p:cond delay="0"/>
                                  </p:stCondLst>
                                  <p:childTnLst>
                                    <p:set>
                                      <p:cBhvr>
                                        <p:cTn id="330" dur="1" fill="hold">
                                          <p:stCondLst>
                                            <p:cond delay="0"/>
                                          </p:stCondLst>
                                        </p:cTn>
                                        <p:tgtEl>
                                          <p:spTgt spid="173"/>
                                        </p:tgtEl>
                                        <p:attrNameLst>
                                          <p:attrName>style.visibility</p:attrName>
                                        </p:attrNameLst>
                                      </p:cBhvr>
                                      <p:to>
                                        <p:strVal val="visible"/>
                                      </p:to>
                                    </p:set>
                                  </p:childTnLst>
                                </p:cTn>
                              </p:par>
                              <p:par>
                                <p:cTn id="331" presetID="1" presetClass="entr" presetSubtype="0" fill="hold" grpId="0" nodeType="withEffect">
                                  <p:stCondLst>
                                    <p:cond delay="0"/>
                                  </p:stCondLst>
                                  <p:childTnLst>
                                    <p:set>
                                      <p:cBhvr>
                                        <p:cTn id="332" dur="1" fill="hold">
                                          <p:stCondLst>
                                            <p:cond delay="0"/>
                                          </p:stCondLst>
                                        </p:cTn>
                                        <p:tgtEl>
                                          <p:spTgt spid="174"/>
                                        </p:tgtEl>
                                        <p:attrNameLst>
                                          <p:attrName>style.visibility</p:attrName>
                                        </p:attrNameLst>
                                      </p:cBhvr>
                                      <p:to>
                                        <p:strVal val="visible"/>
                                      </p:to>
                                    </p:set>
                                  </p:childTnLst>
                                </p:cTn>
                              </p:par>
                              <p:par>
                                <p:cTn id="333" presetID="1" presetClass="entr" presetSubtype="0" fill="hold" grpId="0" nodeType="withEffect">
                                  <p:stCondLst>
                                    <p:cond delay="0"/>
                                  </p:stCondLst>
                                  <p:childTnLst>
                                    <p:set>
                                      <p:cBhvr>
                                        <p:cTn id="334" dur="1" fill="hold">
                                          <p:stCondLst>
                                            <p:cond delay="0"/>
                                          </p:stCondLst>
                                        </p:cTn>
                                        <p:tgtEl>
                                          <p:spTgt spid="175"/>
                                        </p:tgtEl>
                                        <p:attrNameLst>
                                          <p:attrName>style.visibility</p:attrName>
                                        </p:attrNameLst>
                                      </p:cBhvr>
                                      <p:to>
                                        <p:strVal val="visible"/>
                                      </p:to>
                                    </p:set>
                                  </p:childTnLst>
                                </p:cTn>
                              </p:par>
                              <p:par>
                                <p:cTn id="335" presetID="42" presetClass="entr" presetSubtype="0" fill="hold" grpId="0" nodeType="withEffect">
                                  <p:stCondLst>
                                    <p:cond delay="250"/>
                                  </p:stCondLst>
                                  <p:childTnLst>
                                    <p:set>
                                      <p:cBhvr>
                                        <p:cTn id="336" dur="1" fill="hold">
                                          <p:stCondLst>
                                            <p:cond delay="0"/>
                                          </p:stCondLst>
                                        </p:cTn>
                                        <p:tgtEl>
                                          <p:spTgt spid="11"/>
                                        </p:tgtEl>
                                        <p:attrNameLst>
                                          <p:attrName>style.visibility</p:attrName>
                                        </p:attrNameLst>
                                      </p:cBhvr>
                                      <p:to>
                                        <p:strVal val="visible"/>
                                      </p:to>
                                    </p:set>
                                    <p:animEffect transition="in" filter="fade">
                                      <p:cBhvr>
                                        <p:cTn id="337" dur="650"/>
                                        <p:tgtEl>
                                          <p:spTgt spid="11"/>
                                        </p:tgtEl>
                                      </p:cBhvr>
                                    </p:animEffect>
                                    <p:anim calcmode="lin" valueType="num">
                                      <p:cBhvr>
                                        <p:cTn id="338" dur="650" fill="hold"/>
                                        <p:tgtEl>
                                          <p:spTgt spid="11"/>
                                        </p:tgtEl>
                                        <p:attrNameLst>
                                          <p:attrName>ppt_x</p:attrName>
                                        </p:attrNameLst>
                                      </p:cBhvr>
                                      <p:tavLst>
                                        <p:tav tm="0">
                                          <p:val>
                                            <p:strVal val="#ppt_x"/>
                                          </p:val>
                                        </p:tav>
                                        <p:tav tm="100000">
                                          <p:val>
                                            <p:strVal val="#ppt_x"/>
                                          </p:val>
                                        </p:tav>
                                      </p:tavLst>
                                    </p:anim>
                                    <p:anim calcmode="lin" valueType="num">
                                      <p:cBhvr>
                                        <p:cTn id="339" dur="650" fill="hold"/>
                                        <p:tgtEl>
                                          <p:spTgt spid="11"/>
                                        </p:tgtEl>
                                        <p:attrNameLst>
                                          <p:attrName>ppt_y</p:attrName>
                                        </p:attrNameLst>
                                      </p:cBhvr>
                                      <p:tavLst>
                                        <p:tav tm="0">
                                          <p:val>
                                            <p:strVal val="#ppt_y+.1"/>
                                          </p:val>
                                        </p:tav>
                                        <p:tav tm="100000">
                                          <p:val>
                                            <p:strVal val="#ppt_y"/>
                                          </p:val>
                                        </p:tav>
                                      </p:tavLst>
                                    </p:anim>
                                  </p:childTnLst>
                                </p:cTn>
                              </p:par>
                              <p:par>
                                <p:cTn id="340" presetID="42" presetClass="entr" presetSubtype="0" fill="hold" grpId="0" nodeType="withEffect">
                                  <p:stCondLst>
                                    <p:cond delay="250"/>
                                  </p:stCondLst>
                                  <p:childTnLst>
                                    <p:set>
                                      <p:cBhvr>
                                        <p:cTn id="341" dur="1" fill="hold">
                                          <p:stCondLst>
                                            <p:cond delay="0"/>
                                          </p:stCondLst>
                                        </p:cTn>
                                        <p:tgtEl>
                                          <p:spTgt spid="12"/>
                                        </p:tgtEl>
                                        <p:attrNameLst>
                                          <p:attrName>style.visibility</p:attrName>
                                        </p:attrNameLst>
                                      </p:cBhvr>
                                      <p:to>
                                        <p:strVal val="visible"/>
                                      </p:to>
                                    </p:set>
                                    <p:animEffect transition="in" filter="fade">
                                      <p:cBhvr>
                                        <p:cTn id="342" dur="650"/>
                                        <p:tgtEl>
                                          <p:spTgt spid="12"/>
                                        </p:tgtEl>
                                      </p:cBhvr>
                                    </p:animEffect>
                                    <p:anim calcmode="lin" valueType="num">
                                      <p:cBhvr>
                                        <p:cTn id="343" dur="650" fill="hold"/>
                                        <p:tgtEl>
                                          <p:spTgt spid="12"/>
                                        </p:tgtEl>
                                        <p:attrNameLst>
                                          <p:attrName>ppt_x</p:attrName>
                                        </p:attrNameLst>
                                      </p:cBhvr>
                                      <p:tavLst>
                                        <p:tav tm="0">
                                          <p:val>
                                            <p:strVal val="#ppt_x"/>
                                          </p:val>
                                        </p:tav>
                                        <p:tav tm="100000">
                                          <p:val>
                                            <p:strVal val="#ppt_x"/>
                                          </p:val>
                                        </p:tav>
                                      </p:tavLst>
                                    </p:anim>
                                    <p:anim calcmode="lin" valueType="num">
                                      <p:cBhvr>
                                        <p:cTn id="344" dur="650" fill="hold"/>
                                        <p:tgtEl>
                                          <p:spTgt spid="12"/>
                                        </p:tgtEl>
                                        <p:attrNameLst>
                                          <p:attrName>ppt_y</p:attrName>
                                        </p:attrNameLst>
                                      </p:cBhvr>
                                      <p:tavLst>
                                        <p:tav tm="0">
                                          <p:val>
                                            <p:strVal val="#ppt_y+.1"/>
                                          </p:val>
                                        </p:tav>
                                        <p:tav tm="100000">
                                          <p:val>
                                            <p:strVal val="#ppt_y"/>
                                          </p:val>
                                        </p:tav>
                                      </p:tavLst>
                                    </p:anim>
                                  </p:childTnLst>
                                </p:cTn>
                              </p:par>
                              <p:par>
                                <p:cTn id="345" presetID="42" presetClass="entr" presetSubtype="0" fill="hold" grpId="0" nodeType="withEffect">
                                  <p:stCondLst>
                                    <p:cond delay="250"/>
                                  </p:stCondLst>
                                  <p:childTnLst>
                                    <p:set>
                                      <p:cBhvr>
                                        <p:cTn id="346" dur="1" fill="hold">
                                          <p:stCondLst>
                                            <p:cond delay="0"/>
                                          </p:stCondLst>
                                        </p:cTn>
                                        <p:tgtEl>
                                          <p:spTgt spid="13"/>
                                        </p:tgtEl>
                                        <p:attrNameLst>
                                          <p:attrName>style.visibility</p:attrName>
                                        </p:attrNameLst>
                                      </p:cBhvr>
                                      <p:to>
                                        <p:strVal val="visible"/>
                                      </p:to>
                                    </p:set>
                                    <p:animEffect transition="in" filter="fade">
                                      <p:cBhvr>
                                        <p:cTn id="347" dur="650"/>
                                        <p:tgtEl>
                                          <p:spTgt spid="13"/>
                                        </p:tgtEl>
                                      </p:cBhvr>
                                    </p:animEffect>
                                    <p:anim calcmode="lin" valueType="num">
                                      <p:cBhvr>
                                        <p:cTn id="348" dur="650" fill="hold"/>
                                        <p:tgtEl>
                                          <p:spTgt spid="13"/>
                                        </p:tgtEl>
                                        <p:attrNameLst>
                                          <p:attrName>ppt_x</p:attrName>
                                        </p:attrNameLst>
                                      </p:cBhvr>
                                      <p:tavLst>
                                        <p:tav tm="0">
                                          <p:val>
                                            <p:strVal val="#ppt_x"/>
                                          </p:val>
                                        </p:tav>
                                        <p:tav tm="100000">
                                          <p:val>
                                            <p:strVal val="#ppt_x"/>
                                          </p:val>
                                        </p:tav>
                                      </p:tavLst>
                                    </p:anim>
                                    <p:anim calcmode="lin" valueType="num">
                                      <p:cBhvr>
                                        <p:cTn id="349" dur="650" fill="hold"/>
                                        <p:tgtEl>
                                          <p:spTgt spid="13"/>
                                        </p:tgtEl>
                                        <p:attrNameLst>
                                          <p:attrName>ppt_y</p:attrName>
                                        </p:attrNameLst>
                                      </p:cBhvr>
                                      <p:tavLst>
                                        <p:tav tm="0">
                                          <p:val>
                                            <p:strVal val="#ppt_y+.1"/>
                                          </p:val>
                                        </p:tav>
                                        <p:tav tm="100000">
                                          <p:val>
                                            <p:strVal val="#ppt_y"/>
                                          </p:val>
                                        </p:tav>
                                      </p:tavLst>
                                    </p:anim>
                                  </p:childTnLst>
                                </p:cTn>
                              </p:par>
                              <p:par>
                                <p:cTn id="350" presetID="42" presetClass="entr" presetSubtype="0" fill="hold" grpId="0" nodeType="withEffect">
                                  <p:stCondLst>
                                    <p:cond delay="250"/>
                                  </p:stCondLst>
                                  <p:childTnLst>
                                    <p:set>
                                      <p:cBhvr>
                                        <p:cTn id="351" dur="1" fill="hold">
                                          <p:stCondLst>
                                            <p:cond delay="0"/>
                                          </p:stCondLst>
                                        </p:cTn>
                                        <p:tgtEl>
                                          <p:spTgt spid="14"/>
                                        </p:tgtEl>
                                        <p:attrNameLst>
                                          <p:attrName>style.visibility</p:attrName>
                                        </p:attrNameLst>
                                      </p:cBhvr>
                                      <p:to>
                                        <p:strVal val="visible"/>
                                      </p:to>
                                    </p:set>
                                    <p:animEffect transition="in" filter="fade">
                                      <p:cBhvr>
                                        <p:cTn id="352" dur="650"/>
                                        <p:tgtEl>
                                          <p:spTgt spid="14"/>
                                        </p:tgtEl>
                                      </p:cBhvr>
                                    </p:animEffect>
                                    <p:anim calcmode="lin" valueType="num">
                                      <p:cBhvr>
                                        <p:cTn id="353" dur="650" fill="hold"/>
                                        <p:tgtEl>
                                          <p:spTgt spid="14"/>
                                        </p:tgtEl>
                                        <p:attrNameLst>
                                          <p:attrName>ppt_x</p:attrName>
                                        </p:attrNameLst>
                                      </p:cBhvr>
                                      <p:tavLst>
                                        <p:tav tm="0">
                                          <p:val>
                                            <p:strVal val="#ppt_x"/>
                                          </p:val>
                                        </p:tav>
                                        <p:tav tm="100000">
                                          <p:val>
                                            <p:strVal val="#ppt_x"/>
                                          </p:val>
                                        </p:tav>
                                      </p:tavLst>
                                    </p:anim>
                                    <p:anim calcmode="lin" valueType="num">
                                      <p:cBhvr>
                                        <p:cTn id="354" dur="650" fill="hold"/>
                                        <p:tgtEl>
                                          <p:spTgt spid="14"/>
                                        </p:tgtEl>
                                        <p:attrNameLst>
                                          <p:attrName>ppt_y</p:attrName>
                                        </p:attrNameLst>
                                      </p:cBhvr>
                                      <p:tavLst>
                                        <p:tav tm="0">
                                          <p:val>
                                            <p:strVal val="#ppt_y+.1"/>
                                          </p:val>
                                        </p:tav>
                                        <p:tav tm="100000">
                                          <p:val>
                                            <p:strVal val="#ppt_y"/>
                                          </p:val>
                                        </p:tav>
                                      </p:tavLst>
                                    </p:anim>
                                  </p:childTnLst>
                                </p:cTn>
                              </p:par>
                              <p:par>
                                <p:cTn id="355" presetID="42" presetClass="entr" presetSubtype="0" fill="hold" grpId="0" nodeType="withEffect">
                                  <p:stCondLst>
                                    <p:cond delay="250"/>
                                  </p:stCondLst>
                                  <p:childTnLst>
                                    <p:set>
                                      <p:cBhvr>
                                        <p:cTn id="356" dur="1" fill="hold">
                                          <p:stCondLst>
                                            <p:cond delay="0"/>
                                          </p:stCondLst>
                                        </p:cTn>
                                        <p:tgtEl>
                                          <p:spTgt spid="15"/>
                                        </p:tgtEl>
                                        <p:attrNameLst>
                                          <p:attrName>style.visibility</p:attrName>
                                        </p:attrNameLst>
                                      </p:cBhvr>
                                      <p:to>
                                        <p:strVal val="visible"/>
                                      </p:to>
                                    </p:set>
                                    <p:animEffect transition="in" filter="fade">
                                      <p:cBhvr>
                                        <p:cTn id="357" dur="650"/>
                                        <p:tgtEl>
                                          <p:spTgt spid="15"/>
                                        </p:tgtEl>
                                      </p:cBhvr>
                                    </p:animEffect>
                                    <p:anim calcmode="lin" valueType="num">
                                      <p:cBhvr>
                                        <p:cTn id="358" dur="650" fill="hold"/>
                                        <p:tgtEl>
                                          <p:spTgt spid="15"/>
                                        </p:tgtEl>
                                        <p:attrNameLst>
                                          <p:attrName>ppt_x</p:attrName>
                                        </p:attrNameLst>
                                      </p:cBhvr>
                                      <p:tavLst>
                                        <p:tav tm="0">
                                          <p:val>
                                            <p:strVal val="#ppt_x"/>
                                          </p:val>
                                        </p:tav>
                                        <p:tav tm="100000">
                                          <p:val>
                                            <p:strVal val="#ppt_x"/>
                                          </p:val>
                                        </p:tav>
                                      </p:tavLst>
                                    </p:anim>
                                    <p:anim calcmode="lin" valueType="num">
                                      <p:cBhvr>
                                        <p:cTn id="359" dur="650" fill="hold"/>
                                        <p:tgtEl>
                                          <p:spTgt spid="15"/>
                                        </p:tgtEl>
                                        <p:attrNameLst>
                                          <p:attrName>ppt_y</p:attrName>
                                        </p:attrNameLst>
                                      </p:cBhvr>
                                      <p:tavLst>
                                        <p:tav tm="0">
                                          <p:val>
                                            <p:strVal val="#ppt_y+.1"/>
                                          </p:val>
                                        </p:tav>
                                        <p:tav tm="100000">
                                          <p:val>
                                            <p:strVal val="#ppt_y"/>
                                          </p:val>
                                        </p:tav>
                                      </p:tavLst>
                                    </p:anim>
                                  </p:childTnLst>
                                </p:cTn>
                              </p:par>
                              <p:par>
                                <p:cTn id="360" presetID="42" presetClass="entr" presetSubtype="0" fill="hold" grpId="0" nodeType="withEffect">
                                  <p:stCondLst>
                                    <p:cond delay="250"/>
                                  </p:stCondLst>
                                  <p:childTnLst>
                                    <p:set>
                                      <p:cBhvr>
                                        <p:cTn id="361" dur="1" fill="hold">
                                          <p:stCondLst>
                                            <p:cond delay="0"/>
                                          </p:stCondLst>
                                        </p:cTn>
                                        <p:tgtEl>
                                          <p:spTgt spid="16"/>
                                        </p:tgtEl>
                                        <p:attrNameLst>
                                          <p:attrName>style.visibility</p:attrName>
                                        </p:attrNameLst>
                                      </p:cBhvr>
                                      <p:to>
                                        <p:strVal val="visible"/>
                                      </p:to>
                                    </p:set>
                                    <p:animEffect transition="in" filter="fade">
                                      <p:cBhvr>
                                        <p:cTn id="362" dur="650"/>
                                        <p:tgtEl>
                                          <p:spTgt spid="16"/>
                                        </p:tgtEl>
                                      </p:cBhvr>
                                    </p:animEffect>
                                    <p:anim calcmode="lin" valueType="num">
                                      <p:cBhvr>
                                        <p:cTn id="363" dur="650" fill="hold"/>
                                        <p:tgtEl>
                                          <p:spTgt spid="16"/>
                                        </p:tgtEl>
                                        <p:attrNameLst>
                                          <p:attrName>ppt_x</p:attrName>
                                        </p:attrNameLst>
                                      </p:cBhvr>
                                      <p:tavLst>
                                        <p:tav tm="0">
                                          <p:val>
                                            <p:strVal val="#ppt_x"/>
                                          </p:val>
                                        </p:tav>
                                        <p:tav tm="100000">
                                          <p:val>
                                            <p:strVal val="#ppt_x"/>
                                          </p:val>
                                        </p:tav>
                                      </p:tavLst>
                                    </p:anim>
                                    <p:anim calcmode="lin" valueType="num">
                                      <p:cBhvr>
                                        <p:cTn id="364" dur="650" fill="hold"/>
                                        <p:tgtEl>
                                          <p:spTgt spid="16"/>
                                        </p:tgtEl>
                                        <p:attrNameLst>
                                          <p:attrName>ppt_y</p:attrName>
                                        </p:attrNameLst>
                                      </p:cBhvr>
                                      <p:tavLst>
                                        <p:tav tm="0">
                                          <p:val>
                                            <p:strVal val="#ppt_y+.1"/>
                                          </p:val>
                                        </p:tav>
                                        <p:tav tm="100000">
                                          <p:val>
                                            <p:strVal val="#ppt_y"/>
                                          </p:val>
                                        </p:tav>
                                      </p:tavLst>
                                    </p:anim>
                                  </p:childTnLst>
                                </p:cTn>
                              </p:par>
                              <p:par>
                                <p:cTn id="365" presetID="42" presetClass="entr" presetSubtype="0" fill="hold" grpId="0" nodeType="withEffect">
                                  <p:stCondLst>
                                    <p:cond delay="250"/>
                                  </p:stCondLst>
                                  <p:childTnLst>
                                    <p:set>
                                      <p:cBhvr>
                                        <p:cTn id="366" dur="1" fill="hold">
                                          <p:stCondLst>
                                            <p:cond delay="0"/>
                                          </p:stCondLst>
                                        </p:cTn>
                                        <p:tgtEl>
                                          <p:spTgt spid="17"/>
                                        </p:tgtEl>
                                        <p:attrNameLst>
                                          <p:attrName>style.visibility</p:attrName>
                                        </p:attrNameLst>
                                      </p:cBhvr>
                                      <p:to>
                                        <p:strVal val="visible"/>
                                      </p:to>
                                    </p:set>
                                    <p:animEffect transition="in" filter="fade">
                                      <p:cBhvr>
                                        <p:cTn id="367" dur="650"/>
                                        <p:tgtEl>
                                          <p:spTgt spid="17"/>
                                        </p:tgtEl>
                                      </p:cBhvr>
                                    </p:animEffect>
                                    <p:anim calcmode="lin" valueType="num">
                                      <p:cBhvr>
                                        <p:cTn id="368" dur="650" fill="hold"/>
                                        <p:tgtEl>
                                          <p:spTgt spid="17"/>
                                        </p:tgtEl>
                                        <p:attrNameLst>
                                          <p:attrName>ppt_x</p:attrName>
                                        </p:attrNameLst>
                                      </p:cBhvr>
                                      <p:tavLst>
                                        <p:tav tm="0">
                                          <p:val>
                                            <p:strVal val="#ppt_x"/>
                                          </p:val>
                                        </p:tav>
                                        <p:tav tm="100000">
                                          <p:val>
                                            <p:strVal val="#ppt_x"/>
                                          </p:val>
                                        </p:tav>
                                      </p:tavLst>
                                    </p:anim>
                                    <p:anim calcmode="lin" valueType="num">
                                      <p:cBhvr>
                                        <p:cTn id="369" dur="650" fill="hold"/>
                                        <p:tgtEl>
                                          <p:spTgt spid="17"/>
                                        </p:tgtEl>
                                        <p:attrNameLst>
                                          <p:attrName>ppt_y</p:attrName>
                                        </p:attrNameLst>
                                      </p:cBhvr>
                                      <p:tavLst>
                                        <p:tav tm="0">
                                          <p:val>
                                            <p:strVal val="#ppt_y+.1"/>
                                          </p:val>
                                        </p:tav>
                                        <p:tav tm="100000">
                                          <p:val>
                                            <p:strVal val="#ppt_y"/>
                                          </p:val>
                                        </p:tav>
                                      </p:tavLst>
                                    </p:anim>
                                  </p:childTnLst>
                                </p:cTn>
                              </p:par>
                              <p:par>
                                <p:cTn id="370" presetID="42" presetClass="entr" presetSubtype="0" fill="hold" grpId="0" nodeType="withEffect">
                                  <p:stCondLst>
                                    <p:cond delay="250"/>
                                  </p:stCondLst>
                                  <p:childTnLst>
                                    <p:set>
                                      <p:cBhvr>
                                        <p:cTn id="371" dur="1" fill="hold">
                                          <p:stCondLst>
                                            <p:cond delay="0"/>
                                          </p:stCondLst>
                                        </p:cTn>
                                        <p:tgtEl>
                                          <p:spTgt spid="18"/>
                                        </p:tgtEl>
                                        <p:attrNameLst>
                                          <p:attrName>style.visibility</p:attrName>
                                        </p:attrNameLst>
                                      </p:cBhvr>
                                      <p:to>
                                        <p:strVal val="visible"/>
                                      </p:to>
                                    </p:set>
                                    <p:animEffect transition="in" filter="fade">
                                      <p:cBhvr>
                                        <p:cTn id="372" dur="650"/>
                                        <p:tgtEl>
                                          <p:spTgt spid="18"/>
                                        </p:tgtEl>
                                      </p:cBhvr>
                                    </p:animEffect>
                                    <p:anim calcmode="lin" valueType="num">
                                      <p:cBhvr>
                                        <p:cTn id="373" dur="650" fill="hold"/>
                                        <p:tgtEl>
                                          <p:spTgt spid="18"/>
                                        </p:tgtEl>
                                        <p:attrNameLst>
                                          <p:attrName>ppt_x</p:attrName>
                                        </p:attrNameLst>
                                      </p:cBhvr>
                                      <p:tavLst>
                                        <p:tav tm="0">
                                          <p:val>
                                            <p:strVal val="#ppt_x"/>
                                          </p:val>
                                        </p:tav>
                                        <p:tav tm="100000">
                                          <p:val>
                                            <p:strVal val="#ppt_x"/>
                                          </p:val>
                                        </p:tav>
                                      </p:tavLst>
                                    </p:anim>
                                    <p:anim calcmode="lin" valueType="num">
                                      <p:cBhvr>
                                        <p:cTn id="374" dur="650" fill="hold"/>
                                        <p:tgtEl>
                                          <p:spTgt spid="18"/>
                                        </p:tgtEl>
                                        <p:attrNameLst>
                                          <p:attrName>ppt_y</p:attrName>
                                        </p:attrNameLst>
                                      </p:cBhvr>
                                      <p:tavLst>
                                        <p:tav tm="0">
                                          <p:val>
                                            <p:strVal val="#ppt_y+.1"/>
                                          </p:val>
                                        </p:tav>
                                        <p:tav tm="100000">
                                          <p:val>
                                            <p:strVal val="#ppt_y"/>
                                          </p:val>
                                        </p:tav>
                                      </p:tavLst>
                                    </p:anim>
                                  </p:childTnLst>
                                </p:cTn>
                              </p:par>
                              <p:par>
                                <p:cTn id="375" presetID="42" presetClass="entr" presetSubtype="0" fill="hold" grpId="0" nodeType="withEffect">
                                  <p:stCondLst>
                                    <p:cond delay="250"/>
                                  </p:stCondLst>
                                  <p:childTnLst>
                                    <p:set>
                                      <p:cBhvr>
                                        <p:cTn id="376" dur="1" fill="hold">
                                          <p:stCondLst>
                                            <p:cond delay="0"/>
                                          </p:stCondLst>
                                        </p:cTn>
                                        <p:tgtEl>
                                          <p:spTgt spid="19"/>
                                        </p:tgtEl>
                                        <p:attrNameLst>
                                          <p:attrName>style.visibility</p:attrName>
                                        </p:attrNameLst>
                                      </p:cBhvr>
                                      <p:to>
                                        <p:strVal val="visible"/>
                                      </p:to>
                                    </p:set>
                                    <p:animEffect transition="in" filter="fade">
                                      <p:cBhvr>
                                        <p:cTn id="377" dur="650"/>
                                        <p:tgtEl>
                                          <p:spTgt spid="19"/>
                                        </p:tgtEl>
                                      </p:cBhvr>
                                    </p:animEffect>
                                    <p:anim calcmode="lin" valueType="num">
                                      <p:cBhvr>
                                        <p:cTn id="378" dur="650" fill="hold"/>
                                        <p:tgtEl>
                                          <p:spTgt spid="19"/>
                                        </p:tgtEl>
                                        <p:attrNameLst>
                                          <p:attrName>ppt_x</p:attrName>
                                        </p:attrNameLst>
                                      </p:cBhvr>
                                      <p:tavLst>
                                        <p:tav tm="0">
                                          <p:val>
                                            <p:strVal val="#ppt_x"/>
                                          </p:val>
                                        </p:tav>
                                        <p:tav tm="100000">
                                          <p:val>
                                            <p:strVal val="#ppt_x"/>
                                          </p:val>
                                        </p:tav>
                                      </p:tavLst>
                                    </p:anim>
                                    <p:anim calcmode="lin" valueType="num">
                                      <p:cBhvr>
                                        <p:cTn id="379" dur="650" fill="hold"/>
                                        <p:tgtEl>
                                          <p:spTgt spid="19"/>
                                        </p:tgtEl>
                                        <p:attrNameLst>
                                          <p:attrName>ppt_y</p:attrName>
                                        </p:attrNameLst>
                                      </p:cBhvr>
                                      <p:tavLst>
                                        <p:tav tm="0">
                                          <p:val>
                                            <p:strVal val="#ppt_y+.1"/>
                                          </p:val>
                                        </p:tav>
                                        <p:tav tm="100000">
                                          <p:val>
                                            <p:strVal val="#ppt_y"/>
                                          </p:val>
                                        </p:tav>
                                      </p:tavLst>
                                    </p:anim>
                                  </p:childTnLst>
                                </p:cTn>
                              </p:par>
                              <p:par>
                                <p:cTn id="380" presetID="42" presetClass="entr" presetSubtype="0" fill="hold" grpId="0" nodeType="withEffect">
                                  <p:stCondLst>
                                    <p:cond delay="250"/>
                                  </p:stCondLst>
                                  <p:childTnLst>
                                    <p:set>
                                      <p:cBhvr>
                                        <p:cTn id="381" dur="1" fill="hold">
                                          <p:stCondLst>
                                            <p:cond delay="0"/>
                                          </p:stCondLst>
                                        </p:cTn>
                                        <p:tgtEl>
                                          <p:spTgt spid="20"/>
                                        </p:tgtEl>
                                        <p:attrNameLst>
                                          <p:attrName>style.visibility</p:attrName>
                                        </p:attrNameLst>
                                      </p:cBhvr>
                                      <p:to>
                                        <p:strVal val="visible"/>
                                      </p:to>
                                    </p:set>
                                    <p:animEffect transition="in" filter="fade">
                                      <p:cBhvr>
                                        <p:cTn id="382" dur="650"/>
                                        <p:tgtEl>
                                          <p:spTgt spid="20"/>
                                        </p:tgtEl>
                                      </p:cBhvr>
                                    </p:animEffect>
                                    <p:anim calcmode="lin" valueType="num">
                                      <p:cBhvr>
                                        <p:cTn id="383" dur="650" fill="hold"/>
                                        <p:tgtEl>
                                          <p:spTgt spid="20"/>
                                        </p:tgtEl>
                                        <p:attrNameLst>
                                          <p:attrName>ppt_x</p:attrName>
                                        </p:attrNameLst>
                                      </p:cBhvr>
                                      <p:tavLst>
                                        <p:tav tm="0">
                                          <p:val>
                                            <p:strVal val="#ppt_x"/>
                                          </p:val>
                                        </p:tav>
                                        <p:tav tm="100000">
                                          <p:val>
                                            <p:strVal val="#ppt_x"/>
                                          </p:val>
                                        </p:tav>
                                      </p:tavLst>
                                    </p:anim>
                                    <p:anim calcmode="lin" valueType="num">
                                      <p:cBhvr>
                                        <p:cTn id="384" dur="650" fill="hold"/>
                                        <p:tgtEl>
                                          <p:spTgt spid="20"/>
                                        </p:tgtEl>
                                        <p:attrNameLst>
                                          <p:attrName>ppt_y</p:attrName>
                                        </p:attrNameLst>
                                      </p:cBhvr>
                                      <p:tavLst>
                                        <p:tav tm="0">
                                          <p:val>
                                            <p:strVal val="#ppt_y+.1"/>
                                          </p:val>
                                        </p:tav>
                                        <p:tav tm="100000">
                                          <p:val>
                                            <p:strVal val="#ppt_y"/>
                                          </p:val>
                                        </p:tav>
                                      </p:tavLst>
                                    </p:anim>
                                  </p:childTnLst>
                                </p:cTn>
                              </p:par>
                              <p:par>
                                <p:cTn id="385" presetID="42" presetClass="entr" presetSubtype="0" fill="hold" grpId="0" nodeType="withEffect">
                                  <p:stCondLst>
                                    <p:cond delay="250"/>
                                  </p:stCondLst>
                                  <p:childTnLst>
                                    <p:set>
                                      <p:cBhvr>
                                        <p:cTn id="386" dur="1" fill="hold">
                                          <p:stCondLst>
                                            <p:cond delay="0"/>
                                          </p:stCondLst>
                                        </p:cTn>
                                        <p:tgtEl>
                                          <p:spTgt spid="21"/>
                                        </p:tgtEl>
                                        <p:attrNameLst>
                                          <p:attrName>style.visibility</p:attrName>
                                        </p:attrNameLst>
                                      </p:cBhvr>
                                      <p:to>
                                        <p:strVal val="visible"/>
                                      </p:to>
                                    </p:set>
                                    <p:animEffect transition="in" filter="fade">
                                      <p:cBhvr>
                                        <p:cTn id="387" dur="650"/>
                                        <p:tgtEl>
                                          <p:spTgt spid="21"/>
                                        </p:tgtEl>
                                      </p:cBhvr>
                                    </p:animEffect>
                                    <p:anim calcmode="lin" valueType="num">
                                      <p:cBhvr>
                                        <p:cTn id="388" dur="650" fill="hold"/>
                                        <p:tgtEl>
                                          <p:spTgt spid="21"/>
                                        </p:tgtEl>
                                        <p:attrNameLst>
                                          <p:attrName>ppt_x</p:attrName>
                                        </p:attrNameLst>
                                      </p:cBhvr>
                                      <p:tavLst>
                                        <p:tav tm="0">
                                          <p:val>
                                            <p:strVal val="#ppt_x"/>
                                          </p:val>
                                        </p:tav>
                                        <p:tav tm="100000">
                                          <p:val>
                                            <p:strVal val="#ppt_x"/>
                                          </p:val>
                                        </p:tav>
                                      </p:tavLst>
                                    </p:anim>
                                    <p:anim calcmode="lin" valueType="num">
                                      <p:cBhvr>
                                        <p:cTn id="389" dur="650" fill="hold"/>
                                        <p:tgtEl>
                                          <p:spTgt spid="21"/>
                                        </p:tgtEl>
                                        <p:attrNameLst>
                                          <p:attrName>ppt_y</p:attrName>
                                        </p:attrNameLst>
                                      </p:cBhvr>
                                      <p:tavLst>
                                        <p:tav tm="0">
                                          <p:val>
                                            <p:strVal val="#ppt_y+.1"/>
                                          </p:val>
                                        </p:tav>
                                        <p:tav tm="100000">
                                          <p:val>
                                            <p:strVal val="#ppt_y"/>
                                          </p:val>
                                        </p:tav>
                                      </p:tavLst>
                                    </p:anim>
                                  </p:childTnLst>
                                </p:cTn>
                              </p:par>
                              <p:par>
                                <p:cTn id="390" presetID="42" presetClass="entr" presetSubtype="0" fill="hold" grpId="0" nodeType="withEffect">
                                  <p:stCondLst>
                                    <p:cond delay="250"/>
                                  </p:stCondLst>
                                  <p:childTnLst>
                                    <p:set>
                                      <p:cBhvr>
                                        <p:cTn id="391" dur="1" fill="hold">
                                          <p:stCondLst>
                                            <p:cond delay="0"/>
                                          </p:stCondLst>
                                        </p:cTn>
                                        <p:tgtEl>
                                          <p:spTgt spid="22"/>
                                        </p:tgtEl>
                                        <p:attrNameLst>
                                          <p:attrName>style.visibility</p:attrName>
                                        </p:attrNameLst>
                                      </p:cBhvr>
                                      <p:to>
                                        <p:strVal val="visible"/>
                                      </p:to>
                                    </p:set>
                                    <p:animEffect transition="in" filter="fade">
                                      <p:cBhvr>
                                        <p:cTn id="392" dur="650"/>
                                        <p:tgtEl>
                                          <p:spTgt spid="22"/>
                                        </p:tgtEl>
                                      </p:cBhvr>
                                    </p:animEffect>
                                    <p:anim calcmode="lin" valueType="num">
                                      <p:cBhvr>
                                        <p:cTn id="393" dur="650" fill="hold"/>
                                        <p:tgtEl>
                                          <p:spTgt spid="22"/>
                                        </p:tgtEl>
                                        <p:attrNameLst>
                                          <p:attrName>ppt_x</p:attrName>
                                        </p:attrNameLst>
                                      </p:cBhvr>
                                      <p:tavLst>
                                        <p:tav tm="0">
                                          <p:val>
                                            <p:strVal val="#ppt_x"/>
                                          </p:val>
                                        </p:tav>
                                        <p:tav tm="100000">
                                          <p:val>
                                            <p:strVal val="#ppt_x"/>
                                          </p:val>
                                        </p:tav>
                                      </p:tavLst>
                                    </p:anim>
                                    <p:anim calcmode="lin" valueType="num">
                                      <p:cBhvr>
                                        <p:cTn id="394" dur="650" fill="hold"/>
                                        <p:tgtEl>
                                          <p:spTgt spid="22"/>
                                        </p:tgtEl>
                                        <p:attrNameLst>
                                          <p:attrName>ppt_y</p:attrName>
                                        </p:attrNameLst>
                                      </p:cBhvr>
                                      <p:tavLst>
                                        <p:tav tm="0">
                                          <p:val>
                                            <p:strVal val="#ppt_y+.1"/>
                                          </p:val>
                                        </p:tav>
                                        <p:tav tm="100000">
                                          <p:val>
                                            <p:strVal val="#ppt_y"/>
                                          </p:val>
                                        </p:tav>
                                      </p:tavLst>
                                    </p:anim>
                                  </p:childTnLst>
                                </p:cTn>
                              </p:par>
                              <p:par>
                                <p:cTn id="395" presetID="42" presetClass="entr" presetSubtype="0" fill="hold" grpId="0" nodeType="withEffect">
                                  <p:stCondLst>
                                    <p:cond delay="250"/>
                                  </p:stCondLst>
                                  <p:childTnLst>
                                    <p:set>
                                      <p:cBhvr>
                                        <p:cTn id="396" dur="1" fill="hold">
                                          <p:stCondLst>
                                            <p:cond delay="0"/>
                                          </p:stCondLst>
                                        </p:cTn>
                                        <p:tgtEl>
                                          <p:spTgt spid="23"/>
                                        </p:tgtEl>
                                        <p:attrNameLst>
                                          <p:attrName>style.visibility</p:attrName>
                                        </p:attrNameLst>
                                      </p:cBhvr>
                                      <p:to>
                                        <p:strVal val="visible"/>
                                      </p:to>
                                    </p:set>
                                    <p:animEffect transition="in" filter="fade">
                                      <p:cBhvr>
                                        <p:cTn id="397" dur="650"/>
                                        <p:tgtEl>
                                          <p:spTgt spid="23"/>
                                        </p:tgtEl>
                                      </p:cBhvr>
                                    </p:animEffect>
                                    <p:anim calcmode="lin" valueType="num">
                                      <p:cBhvr>
                                        <p:cTn id="398" dur="650" fill="hold"/>
                                        <p:tgtEl>
                                          <p:spTgt spid="23"/>
                                        </p:tgtEl>
                                        <p:attrNameLst>
                                          <p:attrName>ppt_x</p:attrName>
                                        </p:attrNameLst>
                                      </p:cBhvr>
                                      <p:tavLst>
                                        <p:tav tm="0">
                                          <p:val>
                                            <p:strVal val="#ppt_x"/>
                                          </p:val>
                                        </p:tav>
                                        <p:tav tm="100000">
                                          <p:val>
                                            <p:strVal val="#ppt_x"/>
                                          </p:val>
                                        </p:tav>
                                      </p:tavLst>
                                    </p:anim>
                                    <p:anim calcmode="lin" valueType="num">
                                      <p:cBhvr>
                                        <p:cTn id="399" dur="650" fill="hold"/>
                                        <p:tgtEl>
                                          <p:spTgt spid="23"/>
                                        </p:tgtEl>
                                        <p:attrNameLst>
                                          <p:attrName>ppt_y</p:attrName>
                                        </p:attrNameLst>
                                      </p:cBhvr>
                                      <p:tavLst>
                                        <p:tav tm="0">
                                          <p:val>
                                            <p:strVal val="#ppt_y+.1"/>
                                          </p:val>
                                        </p:tav>
                                        <p:tav tm="100000">
                                          <p:val>
                                            <p:strVal val="#ppt_y"/>
                                          </p:val>
                                        </p:tav>
                                      </p:tavLst>
                                    </p:anim>
                                  </p:childTnLst>
                                </p:cTn>
                              </p:par>
                              <p:par>
                                <p:cTn id="400" presetID="42" presetClass="entr" presetSubtype="0" fill="hold" nodeType="withEffect">
                                  <p:stCondLst>
                                    <p:cond delay="250"/>
                                  </p:stCondLst>
                                  <p:childTnLst>
                                    <p:set>
                                      <p:cBhvr>
                                        <p:cTn id="401" dur="1" fill="hold">
                                          <p:stCondLst>
                                            <p:cond delay="0"/>
                                          </p:stCondLst>
                                        </p:cTn>
                                        <p:tgtEl>
                                          <p:spTgt spid="24"/>
                                        </p:tgtEl>
                                        <p:attrNameLst>
                                          <p:attrName>style.visibility</p:attrName>
                                        </p:attrNameLst>
                                      </p:cBhvr>
                                      <p:to>
                                        <p:strVal val="visible"/>
                                      </p:to>
                                    </p:set>
                                    <p:animEffect transition="in" filter="fade">
                                      <p:cBhvr>
                                        <p:cTn id="402" dur="650"/>
                                        <p:tgtEl>
                                          <p:spTgt spid="24"/>
                                        </p:tgtEl>
                                      </p:cBhvr>
                                    </p:animEffect>
                                    <p:anim calcmode="lin" valueType="num">
                                      <p:cBhvr>
                                        <p:cTn id="403" dur="650" fill="hold"/>
                                        <p:tgtEl>
                                          <p:spTgt spid="24"/>
                                        </p:tgtEl>
                                        <p:attrNameLst>
                                          <p:attrName>ppt_x</p:attrName>
                                        </p:attrNameLst>
                                      </p:cBhvr>
                                      <p:tavLst>
                                        <p:tav tm="0">
                                          <p:val>
                                            <p:strVal val="#ppt_x"/>
                                          </p:val>
                                        </p:tav>
                                        <p:tav tm="100000">
                                          <p:val>
                                            <p:strVal val="#ppt_x"/>
                                          </p:val>
                                        </p:tav>
                                      </p:tavLst>
                                    </p:anim>
                                    <p:anim calcmode="lin" valueType="num">
                                      <p:cBhvr>
                                        <p:cTn id="404" dur="650" fill="hold"/>
                                        <p:tgtEl>
                                          <p:spTgt spid="24"/>
                                        </p:tgtEl>
                                        <p:attrNameLst>
                                          <p:attrName>ppt_y</p:attrName>
                                        </p:attrNameLst>
                                      </p:cBhvr>
                                      <p:tavLst>
                                        <p:tav tm="0">
                                          <p:val>
                                            <p:strVal val="#ppt_y+.1"/>
                                          </p:val>
                                        </p:tav>
                                        <p:tav tm="100000">
                                          <p:val>
                                            <p:strVal val="#ppt_y"/>
                                          </p:val>
                                        </p:tav>
                                      </p:tavLst>
                                    </p:anim>
                                  </p:childTnLst>
                                </p:cTn>
                              </p:par>
                              <p:par>
                                <p:cTn id="405" presetID="42" presetClass="entr" presetSubtype="0" fill="hold" grpId="0" nodeType="withEffect">
                                  <p:stCondLst>
                                    <p:cond delay="250"/>
                                  </p:stCondLst>
                                  <p:childTnLst>
                                    <p:set>
                                      <p:cBhvr>
                                        <p:cTn id="406" dur="1" fill="hold">
                                          <p:stCondLst>
                                            <p:cond delay="0"/>
                                          </p:stCondLst>
                                        </p:cTn>
                                        <p:tgtEl>
                                          <p:spTgt spid="25"/>
                                        </p:tgtEl>
                                        <p:attrNameLst>
                                          <p:attrName>style.visibility</p:attrName>
                                        </p:attrNameLst>
                                      </p:cBhvr>
                                      <p:to>
                                        <p:strVal val="visible"/>
                                      </p:to>
                                    </p:set>
                                    <p:animEffect transition="in" filter="fade">
                                      <p:cBhvr>
                                        <p:cTn id="407" dur="650"/>
                                        <p:tgtEl>
                                          <p:spTgt spid="25"/>
                                        </p:tgtEl>
                                      </p:cBhvr>
                                    </p:animEffect>
                                    <p:anim calcmode="lin" valueType="num">
                                      <p:cBhvr>
                                        <p:cTn id="408" dur="650" fill="hold"/>
                                        <p:tgtEl>
                                          <p:spTgt spid="25"/>
                                        </p:tgtEl>
                                        <p:attrNameLst>
                                          <p:attrName>ppt_x</p:attrName>
                                        </p:attrNameLst>
                                      </p:cBhvr>
                                      <p:tavLst>
                                        <p:tav tm="0">
                                          <p:val>
                                            <p:strVal val="#ppt_x"/>
                                          </p:val>
                                        </p:tav>
                                        <p:tav tm="100000">
                                          <p:val>
                                            <p:strVal val="#ppt_x"/>
                                          </p:val>
                                        </p:tav>
                                      </p:tavLst>
                                    </p:anim>
                                    <p:anim calcmode="lin" valueType="num">
                                      <p:cBhvr>
                                        <p:cTn id="409" dur="650" fill="hold"/>
                                        <p:tgtEl>
                                          <p:spTgt spid="25"/>
                                        </p:tgtEl>
                                        <p:attrNameLst>
                                          <p:attrName>ppt_y</p:attrName>
                                        </p:attrNameLst>
                                      </p:cBhvr>
                                      <p:tavLst>
                                        <p:tav tm="0">
                                          <p:val>
                                            <p:strVal val="#ppt_y+.1"/>
                                          </p:val>
                                        </p:tav>
                                        <p:tav tm="100000">
                                          <p:val>
                                            <p:strVal val="#ppt_y"/>
                                          </p:val>
                                        </p:tav>
                                      </p:tavLst>
                                    </p:anim>
                                  </p:childTnLst>
                                </p:cTn>
                              </p:par>
                              <p:par>
                                <p:cTn id="410" presetID="42" presetClass="entr" presetSubtype="0" fill="hold" grpId="0" nodeType="withEffect">
                                  <p:stCondLst>
                                    <p:cond delay="250"/>
                                  </p:stCondLst>
                                  <p:childTnLst>
                                    <p:set>
                                      <p:cBhvr>
                                        <p:cTn id="411" dur="1" fill="hold">
                                          <p:stCondLst>
                                            <p:cond delay="0"/>
                                          </p:stCondLst>
                                        </p:cTn>
                                        <p:tgtEl>
                                          <p:spTgt spid="26"/>
                                        </p:tgtEl>
                                        <p:attrNameLst>
                                          <p:attrName>style.visibility</p:attrName>
                                        </p:attrNameLst>
                                      </p:cBhvr>
                                      <p:to>
                                        <p:strVal val="visible"/>
                                      </p:to>
                                    </p:set>
                                    <p:animEffect transition="in" filter="fade">
                                      <p:cBhvr>
                                        <p:cTn id="412" dur="650"/>
                                        <p:tgtEl>
                                          <p:spTgt spid="26"/>
                                        </p:tgtEl>
                                      </p:cBhvr>
                                    </p:animEffect>
                                    <p:anim calcmode="lin" valueType="num">
                                      <p:cBhvr>
                                        <p:cTn id="413" dur="650" fill="hold"/>
                                        <p:tgtEl>
                                          <p:spTgt spid="26"/>
                                        </p:tgtEl>
                                        <p:attrNameLst>
                                          <p:attrName>ppt_x</p:attrName>
                                        </p:attrNameLst>
                                      </p:cBhvr>
                                      <p:tavLst>
                                        <p:tav tm="0">
                                          <p:val>
                                            <p:strVal val="#ppt_x"/>
                                          </p:val>
                                        </p:tav>
                                        <p:tav tm="100000">
                                          <p:val>
                                            <p:strVal val="#ppt_x"/>
                                          </p:val>
                                        </p:tav>
                                      </p:tavLst>
                                    </p:anim>
                                    <p:anim calcmode="lin" valueType="num">
                                      <p:cBhvr>
                                        <p:cTn id="414" dur="650" fill="hold"/>
                                        <p:tgtEl>
                                          <p:spTgt spid="26"/>
                                        </p:tgtEl>
                                        <p:attrNameLst>
                                          <p:attrName>ppt_y</p:attrName>
                                        </p:attrNameLst>
                                      </p:cBhvr>
                                      <p:tavLst>
                                        <p:tav tm="0">
                                          <p:val>
                                            <p:strVal val="#ppt_y+.1"/>
                                          </p:val>
                                        </p:tav>
                                        <p:tav tm="100000">
                                          <p:val>
                                            <p:strVal val="#ppt_y"/>
                                          </p:val>
                                        </p:tav>
                                      </p:tavLst>
                                    </p:anim>
                                  </p:childTnLst>
                                </p:cTn>
                              </p:par>
                              <p:par>
                                <p:cTn id="415" presetID="42" presetClass="entr" presetSubtype="0" fill="hold" grpId="0" nodeType="withEffect">
                                  <p:stCondLst>
                                    <p:cond delay="250"/>
                                  </p:stCondLst>
                                  <p:childTnLst>
                                    <p:set>
                                      <p:cBhvr>
                                        <p:cTn id="416" dur="1" fill="hold">
                                          <p:stCondLst>
                                            <p:cond delay="0"/>
                                          </p:stCondLst>
                                        </p:cTn>
                                        <p:tgtEl>
                                          <p:spTgt spid="27"/>
                                        </p:tgtEl>
                                        <p:attrNameLst>
                                          <p:attrName>style.visibility</p:attrName>
                                        </p:attrNameLst>
                                      </p:cBhvr>
                                      <p:to>
                                        <p:strVal val="visible"/>
                                      </p:to>
                                    </p:set>
                                    <p:animEffect transition="in" filter="fade">
                                      <p:cBhvr>
                                        <p:cTn id="417" dur="650"/>
                                        <p:tgtEl>
                                          <p:spTgt spid="27"/>
                                        </p:tgtEl>
                                      </p:cBhvr>
                                    </p:animEffect>
                                    <p:anim calcmode="lin" valueType="num">
                                      <p:cBhvr>
                                        <p:cTn id="418" dur="650" fill="hold"/>
                                        <p:tgtEl>
                                          <p:spTgt spid="27"/>
                                        </p:tgtEl>
                                        <p:attrNameLst>
                                          <p:attrName>ppt_x</p:attrName>
                                        </p:attrNameLst>
                                      </p:cBhvr>
                                      <p:tavLst>
                                        <p:tav tm="0">
                                          <p:val>
                                            <p:strVal val="#ppt_x"/>
                                          </p:val>
                                        </p:tav>
                                        <p:tav tm="100000">
                                          <p:val>
                                            <p:strVal val="#ppt_x"/>
                                          </p:val>
                                        </p:tav>
                                      </p:tavLst>
                                    </p:anim>
                                    <p:anim calcmode="lin" valueType="num">
                                      <p:cBhvr>
                                        <p:cTn id="419" dur="650" fill="hold"/>
                                        <p:tgtEl>
                                          <p:spTgt spid="27"/>
                                        </p:tgtEl>
                                        <p:attrNameLst>
                                          <p:attrName>ppt_y</p:attrName>
                                        </p:attrNameLst>
                                      </p:cBhvr>
                                      <p:tavLst>
                                        <p:tav tm="0">
                                          <p:val>
                                            <p:strVal val="#ppt_y+.1"/>
                                          </p:val>
                                        </p:tav>
                                        <p:tav tm="100000">
                                          <p:val>
                                            <p:strVal val="#ppt_y"/>
                                          </p:val>
                                        </p:tav>
                                      </p:tavLst>
                                    </p:anim>
                                  </p:childTnLst>
                                </p:cTn>
                              </p:par>
                              <p:par>
                                <p:cTn id="420" presetID="42" presetClass="entr" presetSubtype="0" fill="hold" grpId="0" nodeType="withEffect">
                                  <p:stCondLst>
                                    <p:cond delay="250"/>
                                  </p:stCondLst>
                                  <p:childTnLst>
                                    <p:set>
                                      <p:cBhvr>
                                        <p:cTn id="421" dur="1" fill="hold">
                                          <p:stCondLst>
                                            <p:cond delay="0"/>
                                          </p:stCondLst>
                                        </p:cTn>
                                        <p:tgtEl>
                                          <p:spTgt spid="28"/>
                                        </p:tgtEl>
                                        <p:attrNameLst>
                                          <p:attrName>style.visibility</p:attrName>
                                        </p:attrNameLst>
                                      </p:cBhvr>
                                      <p:to>
                                        <p:strVal val="visible"/>
                                      </p:to>
                                    </p:set>
                                    <p:animEffect transition="in" filter="fade">
                                      <p:cBhvr>
                                        <p:cTn id="422" dur="650"/>
                                        <p:tgtEl>
                                          <p:spTgt spid="28"/>
                                        </p:tgtEl>
                                      </p:cBhvr>
                                    </p:animEffect>
                                    <p:anim calcmode="lin" valueType="num">
                                      <p:cBhvr>
                                        <p:cTn id="423" dur="650" fill="hold"/>
                                        <p:tgtEl>
                                          <p:spTgt spid="28"/>
                                        </p:tgtEl>
                                        <p:attrNameLst>
                                          <p:attrName>ppt_x</p:attrName>
                                        </p:attrNameLst>
                                      </p:cBhvr>
                                      <p:tavLst>
                                        <p:tav tm="0">
                                          <p:val>
                                            <p:strVal val="#ppt_x"/>
                                          </p:val>
                                        </p:tav>
                                        <p:tav tm="100000">
                                          <p:val>
                                            <p:strVal val="#ppt_x"/>
                                          </p:val>
                                        </p:tav>
                                      </p:tavLst>
                                    </p:anim>
                                    <p:anim calcmode="lin" valueType="num">
                                      <p:cBhvr>
                                        <p:cTn id="424" dur="650" fill="hold"/>
                                        <p:tgtEl>
                                          <p:spTgt spid="28"/>
                                        </p:tgtEl>
                                        <p:attrNameLst>
                                          <p:attrName>ppt_y</p:attrName>
                                        </p:attrNameLst>
                                      </p:cBhvr>
                                      <p:tavLst>
                                        <p:tav tm="0">
                                          <p:val>
                                            <p:strVal val="#ppt_y+.1"/>
                                          </p:val>
                                        </p:tav>
                                        <p:tav tm="100000">
                                          <p:val>
                                            <p:strVal val="#ppt_y"/>
                                          </p:val>
                                        </p:tav>
                                      </p:tavLst>
                                    </p:anim>
                                  </p:childTnLst>
                                </p:cTn>
                              </p:par>
                              <p:par>
                                <p:cTn id="425" presetID="42" presetClass="entr" presetSubtype="0" fill="hold" grpId="0" nodeType="withEffect">
                                  <p:stCondLst>
                                    <p:cond delay="250"/>
                                  </p:stCondLst>
                                  <p:childTnLst>
                                    <p:set>
                                      <p:cBhvr>
                                        <p:cTn id="426" dur="1" fill="hold">
                                          <p:stCondLst>
                                            <p:cond delay="0"/>
                                          </p:stCondLst>
                                        </p:cTn>
                                        <p:tgtEl>
                                          <p:spTgt spid="29"/>
                                        </p:tgtEl>
                                        <p:attrNameLst>
                                          <p:attrName>style.visibility</p:attrName>
                                        </p:attrNameLst>
                                      </p:cBhvr>
                                      <p:to>
                                        <p:strVal val="visible"/>
                                      </p:to>
                                    </p:set>
                                    <p:animEffect transition="in" filter="fade">
                                      <p:cBhvr>
                                        <p:cTn id="427" dur="650"/>
                                        <p:tgtEl>
                                          <p:spTgt spid="29"/>
                                        </p:tgtEl>
                                      </p:cBhvr>
                                    </p:animEffect>
                                    <p:anim calcmode="lin" valueType="num">
                                      <p:cBhvr>
                                        <p:cTn id="428" dur="650" fill="hold"/>
                                        <p:tgtEl>
                                          <p:spTgt spid="29"/>
                                        </p:tgtEl>
                                        <p:attrNameLst>
                                          <p:attrName>ppt_x</p:attrName>
                                        </p:attrNameLst>
                                      </p:cBhvr>
                                      <p:tavLst>
                                        <p:tav tm="0">
                                          <p:val>
                                            <p:strVal val="#ppt_x"/>
                                          </p:val>
                                        </p:tav>
                                        <p:tav tm="100000">
                                          <p:val>
                                            <p:strVal val="#ppt_x"/>
                                          </p:val>
                                        </p:tav>
                                      </p:tavLst>
                                    </p:anim>
                                    <p:anim calcmode="lin" valueType="num">
                                      <p:cBhvr>
                                        <p:cTn id="429" dur="650" fill="hold"/>
                                        <p:tgtEl>
                                          <p:spTgt spid="29"/>
                                        </p:tgtEl>
                                        <p:attrNameLst>
                                          <p:attrName>ppt_y</p:attrName>
                                        </p:attrNameLst>
                                      </p:cBhvr>
                                      <p:tavLst>
                                        <p:tav tm="0">
                                          <p:val>
                                            <p:strVal val="#ppt_y+.1"/>
                                          </p:val>
                                        </p:tav>
                                        <p:tav tm="100000">
                                          <p:val>
                                            <p:strVal val="#ppt_y"/>
                                          </p:val>
                                        </p:tav>
                                      </p:tavLst>
                                    </p:anim>
                                  </p:childTnLst>
                                </p:cTn>
                              </p:par>
                              <p:par>
                                <p:cTn id="430" presetID="42" presetClass="entr" presetSubtype="0" fill="hold" grpId="0" nodeType="withEffect">
                                  <p:stCondLst>
                                    <p:cond delay="250"/>
                                  </p:stCondLst>
                                  <p:childTnLst>
                                    <p:set>
                                      <p:cBhvr>
                                        <p:cTn id="431" dur="1" fill="hold">
                                          <p:stCondLst>
                                            <p:cond delay="0"/>
                                          </p:stCondLst>
                                        </p:cTn>
                                        <p:tgtEl>
                                          <p:spTgt spid="30"/>
                                        </p:tgtEl>
                                        <p:attrNameLst>
                                          <p:attrName>style.visibility</p:attrName>
                                        </p:attrNameLst>
                                      </p:cBhvr>
                                      <p:to>
                                        <p:strVal val="visible"/>
                                      </p:to>
                                    </p:set>
                                    <p:animEffect transition="in" filter="fade">
                                      <p:cBhvr>
                                        <p:cTn id="432" dur="650"/>
                                        <p:tgtEl>
                                          <p:spTgt spid="30"/>
                                        </p:tgtEl>
                                      </p:cBhvr>
                                    </p:animEffect>
                                    <p:anim calcmode="lin" valueType="num">
                                      <p:cBhvr>
                                        <p:cTn id="433" dur="650" fill="hold"/>
                                        <p:tgtEl>
                                          <p:spTgt spid="30"/>
                                        </p:tgtEl>
                                        <p:attrNameLst>
                                          <p:attrName>ppt_x</p:attrName>
                                        </p:attrNameLst>
                                      </p:cBhvr>
                                      <p:tavLst>
                                        <p:tav tm="0">
                                          <p:val>
                                            <p:strVal val="#ppt_x"/>
                                          </p:val>
                                        </p:tav>
                                        <p:tav tm="100000">
                                          <p:val>
                                            <p:strVal val="#ppt_x"/>
                                          </p:val>
                                        </p:tav>
                                      </p:tavLst>
                                    </p:anim>
                                    <p:anim calcmode="lin" valueType="num">
                                      <p:cBhvr>
                                        <p:cTn id="434" dur="650" fill="hold"/>
                                        <p:tgtEl>
                                          <p:spTgt spid="30"/>
                                        </p:tgtEl>
                                        <p:attrNameLst>
                                          <p:attrName>ppt_y</p:attrName>
                                        </p:attrNameLst>
                                      </p:cBhvr>
                                      <p:tavLst>
                                        <p:tav tm="0">
                                          <p:val>
                                            <p:strVal val="#ppt_y+.1"/>
                                          </p:val>
                                        </p:tav>
                                        <p:tav tm="100000">
                                          <p:val>
                                            <p:strVal val="#ppt_y"/>
                                          </p:val>
                                        </p:tav>
                                      </p:tavLst>
                                    </p:anim>
                                  </p:childTnLst>
                                </p:cTn>
                              </p:par>
                              <p:par>
                                <p:cTn id="435" presetID="42" presetClass="entr" presetSubtype="0" fill="hold" grpId="0" nodeType="withEffect">
                                  <p:stCondLst>
                                    <p:cond delay="250"/>
                                  </p:stCondLst>
                                  <p:childTnLst>
                                    <p:set>
                                      <p:cBhvr>
                                        <p:cTn id="436" dur="1" fill="hold">
                                          <p:stCondLst>
                                            <p:cond delay="0"/>
                                          </p:stCondLst>
                                        </p:cTn>
                                        <p:tgtEl>
                                          <p:spTgt spid="31"/>
                                        </p:tgtEl>
                                        <p:attrNameLst>
                                          <p:attrName>style.visibility</p:attrName>
                                        </p:attrNameLst>
                                      </p:cBhvr>
                                      <p:to>
                                        <p:strVal val="visible"/>
                                      </p:to>
                                    </p:set>
                                    <p:animEffect transition="in" filter="fade">
                                      <p:cBhvr>
                                        <p:cTn id="437" dur="650"/>
                                        <p:tgtEl>
                                          <p:spTgt spid="31"/>
                                        </p:tgtEl>
                                      </p:cBhvr>
                                    </p:animEffect>
                                    <p:anim calcmode="lin" valueType="num">
                                      <p:cBhvr>
                                        <p:cTn id="438" dur="650" fill="hold"/>
                                        <p:tgtEl>
                                          <p:spTgt spid="31"/>
                                        </p:tgtEl>
                                        <p:attrNameLst>
                                          <p:attrName>ppt_x</p:attrName>
                                        </p:attrNameLst>
                                      </p:cBhvr>
                                      <p:tavLst>
                                        <p:tav tm="0">
                                          <p:val>
                                            <p:strVal val="#ppt_x"/>
                                          </p:val>
                                        </p:tav>
                                        <p:tav tm="100000">
                                          <p:val>
                                            <p:strVal val="#ppt_x"/>
                                          </p:val>
                                        </p:tav>
                                      </p:tavLst>
                                    </p:anim>
                                    <p:anim calcmode="lin" valueType="num">
                                      <p:cBhvr>
                                        <p:cTn id="439" dur="650" fill="hold"/>
                                        <p:tgtEl>
                                          <p:spTgt spid="31"/>
                                        </p:tgtEl>
                                        <p:attrNameLst>
                                          <p:attrName>ppt_y</p:attrName>
                                        </p:attrNameLst>
                                      </p:cBhvr>
                                      <p:tavLst>
                                        <p:tav tm="0">
                                          <p:val>
                                            <p:strVal val="#ppt_y+.1"/>
                                          </p:val>
                                        </p:tav>
                                        <p:tav tm="100000">
                                          <p:val>
                                            <p:strVal val="#ppt_y"/>
                                          </p:val>
                                        </p:tav>
                                      </p:tavLst>
                                    </p:anim>
                                  </p:childTnLst>
                                </p:cTn>
                              </p:par>
                              <p:par>
                                <p:cTn id="440" presetID="42" presetClass="entr" presetSubtype="0" fill="hold" grpId="0" nodeType="withEffect">
                                  <p:stCondLst>
                                    <p:cond delay="250"/>
                                  </p:stCondLst>
                                  <p:childTnLst>
                                    <p:set>
                                      <p:cBhvr>
                                        <p:cTn id="441" dur="1" fill="hold">
                                          <p:stCondLst>
                                            <p:cond delay="0"/>
                                          </p:stCondLst>
                                        </p:cTn>
                                        <p:tgtEl>
                                          <p:spTgt spid="32"/>
                                        </p:tgtEl>
                                        <p:attrNameLst>
                                          <p:attrName>style.visibility</p:attrName>
                                        </p:attrNameLst>
                                      </p:cBhvr>
                                      <p:to>
                                        <p:strVal val="visible"/>
                                      </p:to>
                                    </p:set>
                                    <p:animEffect transition="in" filter="fade">
                                      <p:cBhvr>
                                        <p:cTn id="442" dur="650"/>
                                        <p:tgtEl>
                                          <p:spTgt spid="32"/>
                                        </p:tgtEl>
                                      </p:cBhvr>
                                    </p:animEffect>
                                    <p:anim calcmode="lin" valueType="num">
                                      <p:cBhvr>
                                        <p:cTn id="443" dur="650" fill="hold"/>
                                        <p:tgtEl>
                                          <p:spTgt spid="32"/>
                                        </p:tgtEl>
                                        <p:attrNameLst>
                                          <p:attrName>ppt_x</p:attrName>
                                        </p:attrNameLst>
                                      </p:cBhvr>
                                      <p:tavLst>
                                        <p:tav tm="0">
                                          <p:val>
                                            <p:strVal val="#ppt_x"/>
                                          </p:val>
                                        </p:tav>
                                        <p:tav tm="100000">
                                          <p:val>
                                            <p:strVal val="#ppt_x"/>
                                          </p:val>
                                        </p:tav>
                                      </p:tavLst>
                                    </p:anim>
                                    <p:anim calcmode="lin" valueType="num">
                                      <p:cBhvr>
                                        <p:cTn id="444" dur="650" fill="hold"/>
                                        <p:tgtEl>
                                          <p:spTgt spid="32"/>
                                        </p:tgtEl>
                                        <p:attrNameLst>
                                          <p:attrName>ppt_y</p:attrName>
                                        </p:attrNameLst>
                                      </p:cBhvr>
                                      <p:tavLst>
                                        <p:tav tm="0">
                                          <p:val>
                                            <p:strVal val="#ppt_y+.1"/>
                                          </p:val>
                                        </p:tav>
                                        <p:tav tm="100000">
                                          <p:val>
                                            <p:strVal val="#ppt_y"/>
                                          </p:val>
                                        </p:tav>
                                      </p:tavLst>
                                    </p:anim>
                                  </p:childTnLst>
                                </p:cTn>
                              </p:par>
                              <p:par>
                                <p:cTn id="445" presetID="42" presetClass="entr" presetSubtype="0" fill="hold" grpId="0" nodeType="withEffect">
                                  <p:stCondLst>
                                    <p:cond delay="250"/>
                                  </p:stCondLst>
                                  <p:childTnLst>
                                    <p:set>
                                      <p:cBhvr>
                                        <p:cTn id="446" dur="1" fill="hold">
                                          <p:stCondLst>
                                            <p:cond delay="0"/>
                                          </p:stCondLst>
                                        </p:cTn>
                                        <p:tgtEl>
                                          <p:spTgt spid="33"/>
                                        </p:tgtEl>
                                        <p:attrNameLst>
                                          <p:attrName>style.visibility</p:attrName>
                                        </p:attrNameLst>
                                      </p:cBhvr>
                                      <p:to>
                                        <p:strVal val="visible"/>
                                      </p:to>
                                    </p:set>
                                    <p:animEffect transition="in" filter="fade">
                                      <p:cBhvr>
                                        <p:cTn id="447" dur="650"/>
                                        <p:tgtEl>
                                          <p:spTgt spid="33"/>
                                        </p:tgtEl>
                                      </p:cBhvr>
                                    </p:animEffect>
                                    <p:anim calcmode="lin" valueType="num">
                                      <p:cBhvr>
                                        <p:cTn id="448" dur="650" fill="hold"/>
                                        <p:tgtEl>
                                          <p:spTgt spid="33"/>
                                        </p:tgtEl>
                                        <p:attrNameLst>
                                          <p:attrName>ppt_x</p:attrName>
                                        </p:attrNameLst>
                                      </p:cBhvr>
                                      <p:tavLst>
                                        <p:tav tm="0">
                                          <p:val>
                                            <p:strVal val="#ppt_x"/>
                                          </p:val>
                                        </p:tav>
                                        <p:tav tm="100000">
                                          <p:val>
                                            <p:strVal val="#ppt_x"/>
                                          </p:val>
                                        </p:tav>
                                      </p:tavLst>
                                    </p:anim>
                                    <p:anim calcmode="lin" valueType="num">
                                      <p:cBhvr>
                                        <p:cTn id="449" dur="650" fill="hold"/>
                                        <p:tgtEl>
                                          <p:spTgt spid="33"/>
                                        </p:tgtEl>
                                        <p:attrNameLst>
                                          <p:attrName>ppt_y</p:attrName>
                                        </p:attrNameLst>
                                      </p:cBhvr>
                                      <p:tavLst>
                                        <p:tav tm="0">
                                          <p:val>
                                            <p:strVal val="#ppt_y+.1"/>
                                          </p:val>
                                        </p:tav>
                                        <p:tav tm="100000">
                                          <p:val>
                                            <p:strVal val="#ppt_y"/>
                                          </p:val>
                                        </p:tav>
                                      </p:tavLst>
                                    </p:anim>
                                  </p:childTnLst>
                                </p:cTn>
                              </p:par>
                              <p:par>
                                <p:cTn id="450" presetID="42" presetClass="entr" presetSubtype="0" fill="hold" grpId="0" nodeType="withEffect">
                                  <p:stCondLst>
                                    <p:cond delay="250"/>
                                  </p:stCondLst>
                                  <p:childTnLst>
                                    <p:set>
                                      <p:cBhvr>
                                        <p:cTn id="451" dur="1" fill="hold">
                                          <p:stCondLst>
                                            <p:cond delay="0"/>
                                          </p:stCondLst>
                                        </p:cTn>
                                        <p:tgtEl>
                                          <p:spTgt spid="34"/>
                                        </p:tgtEl>
                                        <p:attrNameLst>
                                          <p:attrName>style.visibility</p:attrName>
                                        </p:attrNameLst>
                                      </p:cBhvr>
                                      <p:to>
                                        <p:strVal val="visible"/>
                                      </p:to>
                                    </p:set>
                                    <p:animEffect transition="in" filter="fade">
                                      <p:cBhvr>
                                        <p:cTn id="452" dur="650"/>
                                        <p:tgtEl>
                                          <p:spTgt spid="34"/>
                                        </p:tgtEl>
                                      </p:cBhvr>
                                    </p:animEffect>
                                    <p:anim calcmode="lin" valueType="num">
                                      <p:cBhvr>
                                        <p:cTn id="453" dur="650" fill="hold"/>
                                        <p:tgtEl>
                                          <p:spTgt spid="34"/>
                                        </p:tgtEl>
                                        <p:attrNameLst>
                                          <p:attrName>ppt_x</p:attrName>
                                        </p:attrNameLst>
                                      </p:cBhvr>
                                      <p:tavLst>
                                        <p:tav tm="0">
                                          <p:val>
                                            <p:strVal val="#ppt_x"/>
                                          </p:val>
                                        </p:tav>
                                        <p:tav tm="100000">
                                          <p:val>
                                            <p:strVal val="#ppt_x"/>
                                          </p:val>
                                        </p:tav>
                                      </p:tavLst>
                                    </p:anim>
                                    <p:anim calcmode="lin" valueType="num">
                                      <p:cBhvr>
                                        <p:cTn id="454" dur="650" fill="hold"/>
                                        <p:tgtEl>
                                          <p:spTgt spid="34"/>
                                        </p:tgtEl>
                                        <p:attrNameLst>
                                          <p:attrName>ppt_y</p:attrName>
                                        </p:attrNameLst>
                                      </p:cBhvr>
                                      <p:tavLst>
                                        <p:tav tm="0">
                                          <p:val>
                                            <p:strVal val="#ppt_y+.1"/>
                                          </p:val>
                                        </p:tav>
                                        <p:tav tm="100000">
                                          <p:val>
                                            <p:strVal val="#ppt_y"/>
                                          </p:val>
                                        </p:tav>
                                      </p:tavLst>
                                    </p:anim>
                                  </p:childTnLst>
                                </p:cTn>
                              </p:par>
                              <p:par>
                                <p:cTn id="455" presetID="42" presetClass="entr" presetSubtype="0" fill="hold" grpId="0" nodeType="withEffect">
                                  <p:stCondLst>
                                    <p:cond delay="250"/>
                                  </p:stCondLst>
                                  <p:childTnLst>
                                    <p:set>
                                      <p:cBhvr>
                                        <p:cTn id="456" dur="1" fill="hold">
                                          <p:stCondLst>
                                            <p:cond delay="0"/>
                                          </p:stCondLst>
                                        </p:cTn>
                                        <p:tgtEl>
                                          <p:spTgt spid="35"/>
                                        </p:tgtEl>
                                        <p:attrNameLst>
                                          <p:attrName>style.visibility</p:attrName>
                                        </p:attrNameLst>
                                      </p:cBhvr>
                                      <p:to>
                                        <p:strVal val="visible"/>
                                      </p:to>
                                    </p:set>
                                    <p:animEffect transition="in" filter="fade">
                                      <p:cBhvr>
                                        <p:cTn id="457" dur="650"/>
                                        <p:tgtEl>
                                          <p:spTgt spid="35"/>
                                        </p:tgtEl>
                                      </p:cBhvr>
                                    </p:animEffect>
                                    <p:anim calcmode="lin" valueType="num">
                                      <p:cBhvr>
                                        <p:cTn id="458" dur="650" fill="hold"/>
                                        <p:tgtEl>
                                          <p:spTgt spid="35"/>
                                        </p:tgtEl>
                                        <p:attrNameLst>
                                          <p:attrName>ppt_x</p:attrName>
                                        </p:attrNameLst>
                                      </p:cBhvr>
                                      <p:tavLst>
                                        <p:tav tm="0">
                                          <p:val>
                                            <p:strVal val="#ppt_x"/>
                                          </p:val>
                                        </p:tav>
                                        <p:tav tm="100000">
                                          <p:val>
                                            <p:strVal val="#ppt_x"/>
                                          </p:val>
                                        </p:tav>
                                      </p:tavLst>
                                    </p:anim>
                                    <p:anim calcmode="lin" valueType="num">
                                      <p:cBhvr>
                                        <p:cTn id="459" dur="650" fill="hold"/>
                                        <p:tgtEl>
                                          <p:spTgt spid="35"/>
                                        </p:tgtEl>
                                        <p:attrNameLst>
                                          <p:attrName>ppt_y</p:attrName>
                                        </p:attrNameLst>
                                      </p:cBhvr>
                                      <p:tavLst>
                                        <p:tav tm="0">
                                          <p:val>
                                            <p:strVal val="#ppt_y+.1"/>
                                          </p:val>
                                        </p:tav>
                                        <p:tav tm="100000">
                                          <p:val>
                                            <p:strVal val="#ppt_y"/>
                                          </p:val>
                                        </p:tav>
                                      </p:tavLst>
                                    </p:anim>
                                  </p:childTnLst>
                                </p:cTn>
                              </p:par>
                              <p:par>
                                <p:cTn id="460" presetID="42" presetClass="entr" presetSubtype="0" fill="hold" grpId="0" nodeType="withEffect">
                                  <p:stCondLst>
                                    <p:cond delay="250"/>
                                  </p:stCondLst>
                                  <p:childTnLst>
                                    <p:set>
                                      <p:cBhvr>
                                        <p:cTn id="461" dur="1" fill="hold">
                                          <p:stCondLst>
                                            <p:cond delay="0"/>
                                          </p:stCondLst>
                                        </p:cTn>
                                        <p:tgtEl>
                                          <p:spTgt spid="36"/>
                                        </p:tgtEl>
                                        <p:attrNameLst>
                                          <p:attrName>style.visibility</p:attrName>
                                        </p:attrNameLst>
                                      </p:cBhvr>
                                      <p:to>
                                        <p:strVal val="visible"/>
                                      </p:to>
                                    </p:set>
                                    <p:animEffect transition="in" filter="fade">
                                      <p:cBhvr>
                                        <p:cTn id="462" dur="650"/>
                                        <p:tgtEl>
                                          <p:spTgt spid="36"/>
                                        </p:tgtEl>
                                      </p:cBhvr>
                                    </p:animEffect>
                                    <p:anim calcmode="lin" valueType="num">
                                      <p:cBhvr>
                                        <p:cTn id="463" dur="650" fill="hold"/>
                                        <p:tgtEl>
                                          <p:spTgt spid="36"/>
                                        </p:tgtEl>
                                        <p:attrNameLst>
                                          <p:attrName>ppt_x</p:attrName>
                                        </p:attrNameLst>
                                      </p:cBhvr>
                                      <p:tavLst>
                                        <p:tav tm="0">
                                          <p:val>
                                            <p:strVal val="#ppt_x"/>
                                          </p:val>
                                        </p:tav>
                                        <p:tav tm="100000">
                                          <p:val>
                                            <p:strVal val="#ppt_x"/>
                                          </p:val>
                                        </p:tav>
                                      </p:tavLst>
                                    </p:anim>
                                    <p:anim calcmode="lin" valueType="num">
                                      <p:cBhvr>
                                        <p:cTn id="464" dur="650" fill="hold"/>
                                        <p:tgtEl>
                                          <p:spTgt spid="36"/>
                                        </p:tgtEl>
                                        <p:attrNameLst>
                                          <p:attrName>ppt_y</p:attrName>
                                        </p:attrNameLst>
                                      </p:cBhvr>
                                      <p:tavLst>
                                        <p:tav tm="0">
                                          <p:val>
                                            <p:strVal val="#ppt_y+.1"/>
                                          </p:val>
                                        </p:tav>
                                        <p:tav tm="100000">
                                          <p:val>
                                            <p:strVal val="#ppt_y"/>
                                          </p:val>
                                        </p:tav>
                                      </p:tavLst>
                                    </p:anim>
                                  </p:childTnLst>
                                </p:cTn>
                              </p:par>
                              <p:par>
                                <p:cTn id="465" presetID="42" presetClass="entr" presetSubtype="0" fill="hold" grpId="0" nodeType="withEffect">
                                  <p:stCondLst>
                                    <p:cond delay="250"/>
                                  </p:stCondLst>
                                  <p:childTnLst>
                                    <p:set>
                                      <p:cBhvr>
                                        <p:cTn id="466" dur="1" fill="hold">
                                          <p:stCondLst>
                                            <p:cond delay="0"/>
                                          </p:stCondLst>
                                        </p:cTn>
                                        <p:tgtEl>
                                          <p:spTgt spid="37"/>
                                        </p:tgtEl>
                                        <p:attrNameLst>
                                          <p:attrName>style.visibility</p:attrName>
                                        </p:attrNameLst>
                                      </p:cBhvr>
                                      <p:to>
                                        <p:strVal val="visible"/>
                                      </p:to>
                                    </p:set>
                                    <p:animEffect transition="in" filter="fade">
                                      <p:cBhvr>
                                        <p:cTn id="467" dur="650"/>
                                        <p:tgtEl>
                                          <p:spTgt spid="37"/>
                                        </p:tgtEl>
                                      </p:cBhvr>
                                    </p:animEffect>
                                    <p:anim calcmode="lin" valueType="num">
                                      <p:cBhvr>
                                        <p:cTn id="468" dur="650" fill="hold"/>
                                        <p:tgtEl>
                                          <p:spTgt spid="37"/>
                                        </p:tgtEl>
                                        <p:attrNameLst>
                                          <p:attrName>ppt_x</p:attrName>
                                        </p:attrNameLst>
                                      </p:cBhvr>
                                      <p:tavLst>
                                        <p:tav tm="0">
                                          <p:val>
                                            <p:strVal val="#ppt_x"/>
                                          </p:val>
                                        </p:tav>
                                        <p:tav tm="100000">
                                          <p:val>
                                            <p:strVal val="#ppt_x"/>
                                          </p:val>
                                        </p:tav>
                                      </p:tavLst>
                                    </p:anim>
                                    <p:anim calcmode="lin" valueType="num">
                                      <p:cBhvr>
                                        <p:cTn id="469" dur="650" fill="hold"/>
                                        <p:tgtEl>
                                          <p:spTgt spid="37"/>
                                        </p:tgtEl>
                                        <p:attrNameLst>
                                          <p:attrName>ppt_y</p:attrName>
                                        </p:attrNameLst>
                                      </p:cBhvr>
                                      <p:tavLst>
                                        <p:tav tm="0">
                                          <p:val>
                                            <p:strVal val="#ppt_y+.1"/>
                                          </p:val>
                                        </p:tav>
                                        <p:tav tm="100000">
                                          <p:val>
                                            <p:strVal val="#ppt_y"/>
                                          </p:val>
                                        </p:tav>
                                      </p:tavLst>
                                    </p:anim>
                                  </p:childTnLst>
                                </p:cTn>
                              </p:par>
                              <p:par>
                                <p:cTn id="470" presetID="42" presetClass="entr" presetSubtype="0" fill="hold" grpId="0" nodeType="withEffect">
                                  <p:stCondLst>
                                    <p:cond delay="250"/>
                                  </p:stCondLst>
                                  <p:childTnLst>
                                    <p:set>
                                      <p:cBhvr>
                                        <p:cTn id="471" dur="1" fill="hold">
                                          <p:stCondLst>
                                            <p:cond delay="0"/>
                                          </p:stCondLst>
                                        </p:cTn>
                                        <p:tgtEl>
                                          <p:spTgt spid="38"/>
                                        </p:tgtEl>
                                        <p:attrNameLst>
                                          <p:attrName>style.visibility</p:attrName>
                                        </p:attrNameLst>
                                      </p:cBhvr>
                                      <p:to>
                                        <p:strVal val="visible"/>
                                      </p:to>
                                    </p:set>
                                    <p:animEffect transition="in" filter="fade">
                                      <p:cBhvr>
                                        <p:cTn id="472" dur="650"/>
                                        <p:tgtEl>
                                          <p:spTgt spid="38"/>
                                        </p:tgtEl>
                                      </p:cBhvr>
                                    </p:animEffect>
                                    <p:anim calcmode="lin" valueType="num">
                                      <p:cBhvr>
                                        <p:cTn id="473" dur="650" fill="hold"/>
                                        <p:tgtEl>
                                          <p:spTgt spid="38"/>
                                        </p:tgtEl>
                                        <p:attrNameLst>
                                          <p:attrName>ppt_x</p:attrName>
                                        </p:attrNameLst>
                                      </p:cBhvr>
                                      <p:tavLst>
                                        <p:tav tm="0">
                                          <p:val>
                                            <p:strVal val="#ppt_x"/>
                                          </p:val>
                                        </p:tav>
                                        <p:tav tm="100000">
                                          <p:val>
                                            <p:strVal val="#ppt_x"/>
                                          </p:val>
                                        </p:tav>
                                      </p:tavLst>
                                    </p:anim>
                                    <p:anim calcmode="lin" valueType="num">
                                      <p:cBhvr>
                                        <p:cTn id="474" dur="650" fill="hold"/>
                                        <p:tgtEl>
                                          <p:spTgt spid="38"/>
                                        </p:tgtEl>
                                        <p:attrNameLst>
                                          <p:attrName>ppt_y</p:attrName>
                                        </p:attrNameLst>
                                      </p:cBhvr>
                                      <p:tavLst>
                                        <p:tav tm="0">
                                          <p:val>
                                            <p:strVal val="#ppt_y+.1"/>
                                          </p:val>
                                        </p:tav>
                                        <p:tav tm="100000">
                                          <p:val>
                                            <p:strVal val="#ppt_y"/>
                                          </p:val>
                                        </p:tav>
                                      </p:tavLst>
                                    </p:anim>
                                  </p:childTnLst>
                                </p:cTn>
                              </p:par>
                              <p:par>
                                <p:cTn id="475" presetID="42" presetClass="entr" presetSubtype="0" fill="hold" grpId="0" nodeType="withEffect">
                                  <p:stCondLst>
                                    <p:cond delay="250"/>
                                  </p:stCondLst>
                                  <p:childTnLst>
                                    <p:set>
                                      <p:cBhvr>
                                        <p:cTn id="476" dur="1" fill="hold">
                                          <p:stCondLst>
                                            <p:cond delay="0"/>
                                          </p:stCondLst>
                                        </p:cTn>
                                        <p:tgtEl>
                                          <p:spTgt spid="39"/>
                                        </p:tgtEl>
                                        <p:attrNameLst>
                                          <p:attrName>style.visibility</p:attrName>
                                        </p:attrNameLst>
                                      </p:cBhvr>
                                      <p:to>
                                        <p:strVal val="visible"/>
                                      </p:to>
                                    </p:set>
                                    <p:animEffect transition="in" filter="fade">
                                      <p:cBhvr>
                                        <p:cTn id="477" dur="650"/>
                                        <p:tgtEl>
                                          <p:spTgt spid="39"/>
                                        </p:tgtEl>
                                      </p:cBhvr>
                                    </p:animEffect>
                                    <p:anim calcmode="lin" valueType="num">
                                      <p:cBhvr>
                                        <p:cTn id="478" dur="650" fill="hold"/>
                                        <p:tgtEl>
                                          <p:spTgt spid="39"/>
                                        </p:tgtEl>
                                        <p:attrNameLst>
                                          <p:attrName>ppt_x</p:attrName>
                                        </p:attrNameLst>
                                      </p:cBhvr>
                                      <p:tavLst>
                                        <p:tav tm="0">
                                          <p:val>
                                            <p:strVal val="#ppt_x"/>
                                          </p:val>
                                        </p:tav>
                                        <p:tav tm="100000">
                                          <p:val>
                                            <p:strVal val="#ppt_x"/>
                                          </p:val>
                                        </p:tav>
                                      </p:tavLst>
                                    </p:anim>
                                    <p:anim calcmode="lin" valueType="num">
                                      <p:cBhvr>
                                        <p:cTn id="479" dur="650" fill="hold"/>
                                        <p:tgtEl>
                                          <p:spTgt spid="39"/>
                                        </p:tgtEl>
                                        <p:attrNameLst>
                                          <p:attrName>ppt_y</p:attrName>
                                        </p:attrNameLst>
                                      </p:cBhvr>
                                      <p:tavLst>
                                        <p:tav tm="0">
                                          <p:val>
                                            <p:strVal val="#ppt_y+.1"/>
                                          </p:val>
                                        </p:tav>
                                        <p:tav tm="100000">
                                          <p:val>
                                            <p:strVal val="#ppt_y"/>
                                          </p:val>
                                        </p:tav>
                                      </p:tavLst>
                                    </p:anim>
                                  </p:childTnLst>
                                </p:cTn>
                              </p:par>
                              <p:par>
                                <p:cTn id="480" presetID="42" presetClass="entr" presetSubtype="0" fill="hold" grpId="0" nodeType="withEffect">
                                  <p:stCondLst>
                                    <p:cond delay="250"/>
                                  </p:stCondLst>
                                  <p:childTnLst>
                                    <p:set>
                                      <p:cBhvr>
                                        <p:cTn id="481" dur="1" fill="hold">
                                          <p:stCondLst>
                                            <p:cond delay="0"/>
                                          </p:stCondLst>
                                        </p:cTn>
                                        <p:tgtEl>
                                          <p:spTgt spid="40"/>
                                        </p:tgtEl>
                                        <p:attrNameLst>
                                          <p:attrName>style.visibility</p:attrName>
                                        </p:attrNameLst>
                                      </p:cBhvr>
                                      <p:to>
                                        <p:strVal val="visible"/>
                                      </p:to>
                                    </p:set>
                                    <p:animEffect transition="in" filter="fade">
                                      <p:cBhvr>
                                        <p:cTn id="482" dur="650"/>
                                        <p:tgtEl>
                                          <p:spTgt spid="40"/>
                                        </p:tgtEl>
                                      </p:cBhvr>
                                    </p:animEffect>
                                    <p:anim calcmode="lin" valueType="num">
                                      <p:cBhvr>
                                        <p:cTn id="483" dur="650" fill="hold"/>
                                        <p:tgtEl>
                                          <p:spTgt spid="40"/>
                                        </p:tgtEl>
                                        <p:attrNameLst>
                                          <p:attrName>ppt_x</p:attrName>
                                        </p:attrNameLst>
                                      </p:cBhvr>
                                      <p:tavLst>
                                        <p:tav tm="0">
                                          <p:val>
                                            <p:strVal val="#ppt_x"/>
                                          </p:val>
                                        </p:tav>
                                        <p:tav tm="100000">
                                          <p:val>
                                            <p:strVal val="#ppt_x"/>
                                          </p:val>
                                        </p:tav>
                                      </p:tavLst>
                                    </p:anim>
                                    <p:anim calcmode="lin" valueType="num">
                                      <p:cBhvr>
                                        <p:cTn id="484" dur="650" fill="hold"/>
                                        <p:tgtEl>
                                          <p:spTgt spid="40"/>
                                        </p:tgtEl>
                                        <p:attrNameLst>
                                          <p:attrName>ppt_y</p:attrName>
                                        </p:attrNameLst>
                                      </p:cBhvr>
                                      <p:tavLst>
                                        <p:tav tm="0">
                                          <p:val>
                                            <p:strVal val="#ppt_y+.1"/>
                                          </p:val>
                                        </p:tav>
                                        <p:tav tm="100000">
                                          <p:val>
                                            <p:strVal val="#ppt_y"/>
                                          </p:val>
                                        </p:tav>
                                      </p:tavLst>
                                    </p:anim>
                                  </p:childTnLst>
                                </p:cTn>
                              </p:par>
                              <p:par>
                                <p:cTn id="485" presetID="42" presetClass="entr" presetSubtype="0" fill="hold" grpId="0" nodeType="withEffect">
                                  <p:stCondLst>
                                    <p:cond delay="250"/>
                                  </p:stCondLst>
                                  <p:childTnLst>
                                    <p:set>
                                      <p:cBhvr>
                                        <p:cTn id="486" dur="1" fill="hold">
                                          <p:stCondLst>
                                            <p:cond delay="0"/>
                                          </p:stCondLst>
                                        </p:cTn>
                                        <p:tgtEl>
                                          <p:spTgt spid="41"/>
                                        </p:tgtEl>
                                        <p:attrNameLst>
                                          <p:attrName>style.visibility</p:attrName>
                                        </p:attrNameLst>
                                      </p:cBhvr>
                                      <p:to>
                                        <p:strVal val="visible"/>
                                      </p:to>
                                    </p:set>
                                    <p:animEffect transition="in" filter="fade">
                                      <p:cBhvr>
                                        <p:cTn id="487" dur="650"/>
                                        <p:tgtEl>
                                          <p:spTgt spid="41"/>
                                        </p:tgtEl>
                                      </p:cBhvr>
                                    </p:animEffect>
                                    <p:anim calcmode="lin" valueType="num">
                                      <p:cBhvr>
                                        <p:cTn id="488" dur="650" fill="hold"/>
                                        <p:tgtEl>
                                          <p:spTgt spid="41"/>
                                        </p:tgtEl>
                                        <p:attrNameLst>
                                          <p:attrName>ppt_x</p:attrName>
                                        </p:attrNameLst>
                                      </p:cBhvr>
                                      <p:tavLst>
                                        <p:tav tm="0">
                                          <p:val>
                                            <p:strVal val="#ppt_x"/>
                                          </p:val>
                                        </p:tav>
                                        <p:tav tm="100000">
                                          <p:val>
                                            <p:strVal val="#ppt_x"/>
                                          </p:val>
                                        </p:tav>
                                      </p:tavLst>
                                    </p:anim>
                                    <p:anim calcmode="lin" valueType="num">
                                      <p:cBhvr>
                                        <p:cTn id="489" dur="650" fill="hold"/>
                                        <p:tgtEl>
                                          <p:spTgt spid="41"/>
                                        </p:tgtEl>
                                        <p:attrNameLst>
                                          <p:attrName>ppt_y</p:attrName>
                                        </p:attrNameLst>
                                      </p:cBhvr>
                                      <p:tavLst>
                                        <p:tav tm="0">
                                          <p:val>
                                            <p:strVal val="#ppt_y+.1"/>
                                          </p:val>
                                        </p:tav>
                                        <p:tav tm="100000">
                                          <p:val>
                                            <p:strVal val="#ppt_y"/>
                                          </p:val>
                                        </p:tav>
                                      </p:tavLst>
                                    </p:anim>
                                  </p:childTnLst>
                                </p:cTn>
                              </p:par>
                              <p:par>
                                <p:cTn id="490" presetID="42" presetClass="entr" presetSubtype="0" fill="hold" grpId="0" nodeType="withEffect">
                                  <p:stCondLst>
                                    <p:cond delay="250"/>
                                  </p:stCondLst>
                                  <p:childTnLst>
                                    <p:set>
                                      <p:cBhvr>
                                        <p:cTn id="491" dur="1" fill="hold">
                                          <p:stCondLst>
                                            <p:cond delay="0"/>
                                          </p:stCondLst>
                                        </p:cTn>
                                        <p:tgtEl>
                                          <p:spTgt spid="42"/>
                                        </p:tgtEl>
                                        <p:attrNameLst>
                                          <p:attrName>style.visibility</p:attrName>
                                        </p:attrNameLst>
                                      </p:cBhvr>
                                      <p:to>
                                        <p:strVal val="visible"/>
                                      </p:to>
                                    </p:set>
                                    <p:animEffect transition="in" filter="fade">
                                      <p:cBhvr>
                                        <p:cTn id="492" dur="650"/>
                                        <p:tgtEl>
                                          <p:spTgt spid="42"/>
                                        </p:tgtEl>
                                      </p:cBhvr>
                                    </p:animEffect>
                                    <p:anim calcmode="lin" valueType="num">
                                      <p:cBhvr>
                                        <p:cTn id="493" dur="650" fill="hold"/>
                                        <p:tgtEl>
                                          <p:spTgt spid="42"/>
                                        </p:tgtEl>
                                        <p:attrNameLst>
                                          <p:attrName>ppt_x</p:attrName>
                                        </p:attrNameLst>
                                      </p:cBhvr>
                                      <p:tavLst>
                                        <p:tav tm="0">
                                          <p:val>
                                            <p:strVal val="#ppt_x"/>
                                          </p:val>
                                        </p:tav>
                                        <p:tav tm="100000">
                                          <p:val>
                                            <p:strVal val="#ppt_x"/>
                                          </p:val>
                                        </p:tav>
                                      </p:tavLst>
                                    </p:anim>
                                    <p:anim calcmode="lin" valueType="num">
                                      <p:cBhvr>
                                        <p:cTn id="494" dur="650" fill="hold"/>
                                        <p:tgtEl>
                                          <p:spTgt spid="42"/>
                                        </p:tgtEl>
                                        <p:attrNameLst>
                                          <p:attrName>ppt_y</p:attrName>
                                        </p:attrNameLst>
                                      </p:cBhvr>
                                      <p:tavLst>
                                        <p:tav tm="0">
                                          <p:val>
                                            <p:strVal val="#ppt_y+.1"/>
                                          </p:val>
                                        </p:tav>
                                        <p:tav tm="100000">
                                          <p:val>
                                            <p:strVal val="#ppt_y"/>
                                          </p:val>
                                        </p:tav>
                                      </p:tavLst>
                                    </p:anim>
                                  </p:childTnLst>
                                </p:cTn>
                              </p:par>
                              <p:par>
                                <p:cTn id="495" presetID="42" presetClass="entr" presetSubtype="0" fill="hold" grpId="0" nodeType="withEffect">
                                  <p:stCondLst>
                                    <p:cond delay="250"/>
                                  </p:stCondLst>
                                  <p:childTnLst>
                                    <p:set>
                                      <p:cBhvr>
                                        <p:cTn id="496" dur="1" fill="hold">
                                          <p:stCondLst>
                                            <p:cond delay="0"/>
                                          </p:stCondLst>
                                        </p:cTn>
                                        <p:tgtEl>
                                          <p:spTgt spid="43"/>
                                        </p:tgtEl>
                                        <p:attrNameLst>
                                          <p:attrName>style.visibility</p:attrName>
                                        </p:attrNameLst>
                                      </p:cBhvr>
                                      <p:to>
                                        <p:strVal val="visible"/>
                                      </p:to>
                                    </p:set>
                                    <p:animEffect transition="in" filter="fade">
                                      <p:cBhvr>
                                        <p:cTn id="497" dur="650"/>
                                        <p:tgtEl>
                                          <p:spTgt spid="43"/>
                                        </p:tgtEl>
                                      </p:cBhvr>
                                    </p:animEffect>
                                    <p:anim calcmode="lin" valueType="num">
                                      <p:cBhvr>
                                        <p:cTn id="498" dur="650" fill="hold"/>
                                        <p:tgtEl>
                                          <p:spTgt spid="43"/>
                                        </p:tgtEl>
                                        <p:attrNameLst>
                                          <p:attrName>ppt_x</p:attrName>
                                        </p:attrNameLst>
                                      </p:cBhvr>
                                      <p:tavLst>
                                        <p:tav tm="0">
                                          <p:val>
                                            <p:strVal val="#ppt_x"/>
                                          </p:val>
                                        </p:tav>
                                        <p:tav tm="100000">
                                          <p:val>
                                            <p:strVal val="#ppt_x"/>
                                          </p:val>
                                        </p:tav>
                                      </p:tavLst>
                                    </p:anim>
                                    <p:anim calcmode="lin" valueType="num">
                                      <p:cBhvr>
                                        <p:cTn id="499" dur="650" fill="hold"/>
                                        <p:tgtEl>
                                          <p:spTgt spid="43"/>
                                        </p:tgtEl>
                                        <p:attrNameLst>
                                          <p:attrName>ppt_y</p:attrName>
                                        </p:attrNameLst>
                                      </p:cBhvr>
                                      <p:tavLst>
                                        <p:tav tm="0">
                                          <p:val>
                                            <p:strVal val="#ppt_y+.1"/>
                                          </p:val>
                                        </p:tav>
                                        <p:tav tm="100000">
                                          <p:val>
                                            <p:strVal val="#ppt_y"/>
                                          </p:val>
                                        </p:tav>
                                      </p:tavLst>
                                    </p:anim>
                                  </p:childTnLst>
                                </p:cTn>
                              </p:par>
                              <p:par>
                                <p:cTn id="500" presetID="42" presetClass="entr" presetSubtype="0" fill="hold" grpId="0" nodeType="withEffect">
                                  <p:stCondLst>
                                    <p:cond delay="250"/>
                                  </p:stCondLst>
                                  <p:childTnLst>
                                    <p:set>
                                      <p:cBhvr>
                                        <p:cTn id="501" dur="1" fill="hold">
                                          <p:stCondLst>
                                            <p:cond delay="0"/>
                                          </p:stCondLst>
                                        </p:cTn>
                                        <p:tgtEl>
                                          <p:spTgt spid="44"/>
                                        </p:tgtEl>
                                        <p:attrNameLst>
                                          <p:attrName>style.visibility</p:attrName>
                                        </p:attrNameLst>
                                      </p:cBhvr>
                                      <p:to>
                                        <p:strVal val="visible"/>
                                      </p:to>
                                    </p:set>
                                    <p:animEffect transition="in" filter="fade">
                                      <p:cBhvr>
                                        <p:cTn id="502" dur="650"/>
                                        <p:tgtEl>
                                          <p:spTgt spid="44"/>
                                        </p:tgtEl>
                                      </p:cBhvr>
                                    </p:animEffect>
                                    <p:anim calcmode="lin" valueType="num">
                                      <p:cBhvr>
                                        <p:cTn id="503" dur="650" fill="hold"/>
                                        <p:tgtEl>
                                          <p:spTgt spid="44"/>
                                        </p:tgtEl>
                                        <p:attrNameLst>
                                          <p:attrName>ppt_x</p:attrName>
                                        </p:attrNameLst>
                                      </p:cBhvr>
                                      <p:tavLst>
                                        <p:tav tm="0">
                                          <p:val>
                                            <p:strVal val="#ppt_x"/>
                                          </p:val>
                                        </p:tav>
                                        <p:tav tm="100000">
                                          <p:val>
                                            <p:strVal val="#ppt_x"/>
                                          </p:val>
                                        </p:tav>
                                      </p:tavLst>
                                    </p:anim>
                                    <p:anim calcmode="lin" valueType="num">
                                      <p:cBhvr>
                                        <p:cTn id="504" dur="650" fill="hold"/>
                                        <p:tgtEl>
                                          <p:spTgt spid="44"/>
                                        </p:tgtEl>
                                        <p:attrNameLst>
                                          <p:attrName>ppt_y</p:attrName>
                                        </p:attrNameLst>
                                      </p:cBhvr>
                                      <p:tavLst>
                                        <p:tav tm="0">
                                          <p:val>
                                            <p:strVal val="#ppt_y+.1"/>
                                          </p:val>
                                        </p:tav>
                                        <p:tav tm="100000">
                                          <p:val>
                                            <p:strVal val="#ppt_y"/>
                                          </p:val>
                                        </p:tav>
                                      </p:tavLst>
                                    </p:anim>
                                  </p:childTnLst>
                                </p:cTn>
                              </p:par>
                              <p:par>
                                <p:cTn id="505" presetID="42" presetClass="entr" presetSubtype="0" fill="hold" grpId="0" nodeType="withEffect">
                                  <p:stCondLst>
                                    <p:cond delay="250"/>
                                  </p:stCondLst>
                                  <p:childTnLst>
                                    <p:set>
                                      <p:cBhvr>
                                        <p:cTn id="506" dur="1" fill="hold">
                                          <p:stCondLst>
                                            <p:cond delay="0"/>
                                          </p:stCondLst>
                                        </p:cTn>
                                        <p:tgtEl>
                                          <p:spTgt spid="45"/>
                                        </p:tgtEl>
                                        <p:attrNameLst>
                                          <p:attrName>style.visibility</p:attrName>
                                        </p:attrNameLst>
                                      </p:cBhvr>
                                      <p:to>
                                        <p:strVal val="visible"/>
                                      </p:to>
                                    </p:set>
                                    <p:animEffect transition="in" filter="fade">
                                      <p:cBhvr>
                                        <p:cTn id="507" dur="650"/>
                                        <p:tgtEl>
                                          <p:spTgt spid="45"/>
                                        </p:tgtEl>
                                      </p:cBhvr>
                                    </p:animEffect>
                                    <p:anim calcmode="lin" valueType="num">
                                      <p:cBhvr>
                                        <p:cTn id="508" dur="650" fill="hold"/>
                                        <p:tgtEl>
                                          <p:spTgt spid="45"/>
                                        </p:tgtEl>
                                        <p:attrNameLst>
                                          <p:attrName>ppt_x</p:attrName>
                                        </p:attrNameLst>
                                      </p:cBhvr>
                                      <p:tavLst>
                                        <p:tav tm="0">
                                          <p:val>
                                            <p:strVal val="#ppt_x"/>
                                          </p:val>
                                        </p:tav>
                                        <p:tav tm="100000">
                                          <p:val>
                                            <p:strVal val="#ppt_x"/>
                                          </p:val>
                                        </p:tav>
                                      </p:tavLst>
                                    </p:anim>
                                    <p:anim calcmode="lin" valueType="num">
                                      <p:cBhvr>
                                        <p:cTn id="509" dur="650" fill="hold"/>
                                        <p:tgtEl>
                                          <p:spTgt spid="45"/>
                                        </p:tgtEl>
                                        <p:attrNameLst>
                                          <p:attrName>ppt_y</p:attrName>
                                        </p:attrNameLst>
                                      </p:cBhvr>
                                      <p:tavLst>
                                        <p:tav tm="0">
                                          <p:val>
                                            <p:strVal val="#ppt_y+.1"/>
                                          </p:val>
                                        </p:tav>
                                        <p:tav tm="100000">
                                          <p:val>
                                            <p:strVal val="#ppt_y"/>
                                          </p:val>
                                        </p:tav>
                                      </p:tavLst>
                                    </p:anim>
                                  </p:childTnLst>
                                </p:cTn>
                              </p:par>
                              <p:par>
                                <p:cTn id="510" presetID="42" presetClass="entr" presetSubtype="0" fill="hold" grpId="0" nodeType="withEffect">
                                  <p:stCondLst>
                                    <p:cond delay="250"/>
                                  </p:stCondLst>
                                  <p:childTnLst>
                                    <p:set>
                                      <p:cBhvr>
                                        <p:cTn id="511" dur="1" fill="hold">
                                          <p:stCondLst>
                                            <p:cond delay="0"/>
                                          </p:stCondLst>
                                        </p:cTn>
                                        <p:tgtEl>
                                          <p:spTgt spid="46"/>
                                        </p:tgtEl>
                                        <p:attrNameLst>
                                          <p:attrName>style.visibility</p:attrName>
                                        </p:attrNameLst>
                                      </p:cBhvr>
                                      <p:to>
                                        <p:strVal val="visible"/>
                                      </p:to>
                                    </p:set>
                                    <p:animEffect transition="in" filter="fade">
                                      <p:cBhvr>
                                        <p:cTn id="512" dur="650"/>
                                        <p:tgtEl>
                                          <p:spTgt spid="46"/>
                                        </p:tgtEl>
                                      </p:cBhvr>
                                    </p:animEffect>
                                    <p:anim calcmode="lin" valueType="num">
                                      <p:cBhvr>
                                        <p:cTn id="513" dur="650" fill="hold"/>
                                        <p:tgtEl>
                                          <p:spTgt spid="46"/>
                                        </p:tgtEl>
                                        <p:attrNameLst>
                                          <p:attrName>ppt_x</p:attrName>
                                        </p:attrNameLst>
                                      </p:cBhvr>
                                      <p:tavLst>
                                        <p:tav tm="0">
                                          <p:val>
                                            <p:strVal val="#ppt_x"/>
                                          </p:val>
                                        </p:tav>
                                        <p:tav tm="100000">
                                          <p:val>
                                            <p:strVal val="#ppt_x"/>
                                          </p:val>
                                        </p:tav>
                                      </p:tavLst>
                                    </p:anim>
                                    <p:anim calcmode="lin" valueType="num">
                                      <p:cBhvr>
                                        <p:cTn id="514" dur="650" fill="hold"/>
                                        <p:tgtEl>
                                          <p:spTgt spid="46"/>
                                        </p:tgtEl>
                                        <p:attrNameLst>
                                          <p:attrName>ppt_y</p:attrName>
                                        </p:attrNameLst>
                                      </p:cBhvr>
                                      <p:tavLst>
                                        <p:tav tm="0">
                                          <p:val>
                                            <p:strVal val="#ppt_y+.1"/>
                                          </p:val>
                                        </p:tav>
                                        <p:tav tm="100000">
                                          <p:val>
                                            <p:strVal val="#ppt_y"/>
                                          </p:val>
                                        </p:tav>
                                      </p:tavLst>
                                    </p:anim>
                                  </p:childTnLst>
                                </p:cTn>
                              </p:par>
                              <p:par>
                                <p:cTn id="515" presetID="42" presetClass="entr" presetSubtype="0" fill="hold" grpId="0" nodeType="withEffect">
                                  <p:stCondLst>
                                    <p:cond delay="250"/>
                                  </p:stCondLst>
                                  <p:childTnLst>
                                    <p:set>
                                      <p:cBhvr>
                                        <p:cTn id="516" dur="1" fill="hold">
                                          <p:stCondLst>
                                            <p:cond delay="0"/>
                                          </p:stCondLst>
                                        </p:cTn>
                                        <p:tgtEl>
                                          <p:spTgt spid="47"/>
                                        </p:tgtEl>
                                        <p:attrNameLst>
                                          <p:attrName>style.visibility</p:attrName>
                                        </p:attrNameLst>
                                      </p:cBhvr>
                                      <p:to>
                                        <p:strVal val="visible"/>
                                      </p:to>
                                    </p:set>
                                    <p:animEffect transition="in" filter="fade">
                                      <p:cBhvr>
                                        <p:cTn id="517" dur="650"/>
                                        <p:tgtEl>
                                          <p:spTgt spid="47"/>
                                        </p:tgtEl>
                                      </p:cBhvr>
                                    </p:animEffect>
                                    <p:anim calcmode="lin" valueType="num">
                                      <p:cBhvr>
                                        <p:cTn id="518" dur="650" fill="hold"/>
                                        <p:tgtEl>
                                          <p:spTgt spid="47"/>
                                        </p:tgtEl>
                                        <p:attrNameLst>
                                          <p:attrName>ppt_x</p:attrName>
                                        </p:attrNameLst>
                                      </p:cBhvr>
                                      <p:tavLst>
                                        <p:tav tm="0">
                                          <p:val>
                                            <p:strVal val="#ppt_x"/>
                                          </p:val>
                                        </p:tav>
                                        <p:tav tm="100000">
                                          <p:val>
                                            <p:strVal val="#ppt_x"/>
                                          </p:val>
                                        </p:tav>
                                      </p:tavLst>
                                    </p:anim>
                                    <p:anim calcmode="lin" valueType="num">
                                      <p:cBhvr>
                                        <p:cTn id="519" dur="650" fill="hold"/>
                                        <p:tgtEl>
                                          <p:spTgt spid="47"/>
                                        </p:tgtEl>
                                        <p:attrNameLst>
                                          <p:attrName>ppt_y</p:attrName>
                                        </p:attrNameLst>
                                      </p:cBhvr>
                                      <p:tavLst>
                                        <p:tav tm="0">
                                          <p:val>
                                            <p:strVal val="#ppt_y+.1"/>
                                          </p:val>
                                        </p:tav>
                                        <p:tav tm="100000">
                                          <p:val>
                                            <p:strVal val="#ppt_y"/>
                                          </p:val>
                                        </p:tav>
                                      </p:tavLst>
                                    </p:anim>
                                  </p:childTnLst>
                                </p:cTn>
                              </p:par>
                              <p:par>
                                <p:cTn id="520" presetID="42" presetClass="entr" presetSubtype="0" fill="hold" grpId="0" nodeType="withEffect">
                                  <p:stCondLst>
                                    <p:cond delay="250"/>
                                  </p:stCondLst>
                                  <p:childTnLst>
                                    <p:set>
                                      <p:cBhvr>
                                        <p:cTn id="521" dur="1" fill="hold">
                                          <p:stCondLst>
                                            <p:cond delay="0"/>
                                          </p:stCondLst>
                                        </p:cTn>
                                        <p:tgtEl>
                                          <p:spTgt spid="48"/>
                                        </p:tgtEl>
                                        <p:attrNameLst>
                                          <p:attrName>style.visibility</p:attrName>
                                        </p:attrNameLst>
                                      </p:cBhvr>
                                      <p:to>
                                        <p:strVal val="visible"/>
                                      </p:to>
                                    </p:set>
                                    <p:animEffect transition="in" filter="fade">
                                      <p:cBhvr>
                                        <p:cTn id="522" dur="650"/>
                                        <p:tgtEl>
                                          <p:spTgt spid="48"/>
                                        </p:tgtEl>
                                      </p:cBhvr>
                                    </p:animEffect>
                                    <p:anim calcmode="lin" valueType="num">
                                      <p:cBhvr>
                                        <p:cTn id="523" dur="650" fill="hold"/>
                                        <p:tgtEl>
                                          <p:spTgt spid="48"/>
                                        </p:tgtEl>
                                        <p:attrNameLst>
                                          <p:attrName>ppt_x</p:attrName>
                                        </p:attrNameLst>
                                      </p:cBhvr>
                                      <p:tavLst>
                                        <p:tav tm="0">
                                          <p:val>
                                            <p:strVal val="#ppt_x"/>
                                          </p:val>
                                        </p:tav>
                                        <p:tav tm="100000">
                                          <p:val>
                                            <p:strVal val="#ppt_x"/>
                                          </p:val>
                                        </p:tav>
                                      </p:tavLst>
                                    </p:anim>
                                    <p:anim calcmode="lin" valueType="num">
                                      <p:cBhvr>
                                        <p:cTn id="524" dur="650" fill="hold"/>
                                        <p:tgtEl>
                                          <p:spTgt spid="48"/>
                                        </p:tgtEl>
                                        <p:attrNameLst>
                                          <p:attrName>ppt_y</p:attrName>
                                        </p:attrNameLst>
                                      </p:cBhvr>
                                      <p:tavLst>
                                        <p:tav tm="0">
                                          <p:val>
                                            <p:strVal val="#ppt_y+.1"/>
                                          </p:val>
                                        </p:tav>
                                        <p:tav tm="100000">
                                          <p:val>
                                            <p:strVal val="#ppt_y"/>
                                          </p:val>
                                        </p:tav>
                                      </p:tavLst>
                                    </p:anim>
                                  </p:childTnLst>
                                </p:cTn>
                              </p:par>
                              <p:par>
                                <p:cTn id="525" presetID="42" presetClass="entr" presetSubtype="0" fill="hold" grpId="0" nodeType="withEffect">
                                  <p:stCondLst>
                                    <p:cond delay="250"/>
                                  </p:stCondLst>
                                  <p:childTnLst>
                                    <p:set>
                                      <p:cBhvr>
                                        <p:cTn id="526" dur="1" fill="hold">
                                          <p:stCondLst>
                                            <p:cond delay="0"/>
                                          </p:stCondLst>
                                        </p:cTn>
                                        <p:tgtEl>
                                          <p:spTgt spid="49"/>
                                        </p:tgtEl>
                                        <p:attrNameLst>
                                          <p:attrName>style.visibility</p:attrName>
                                        </p:attrNameLst>
                                      </p:cBhvr>
                                      <p:to>
                                        <p:strVal val="visible"/>
                                      </p:to>
                                    </p:set>
                                    <p:animEffect transition="in" filter="fade">
                                      <p:cBhvr>
                                        <p:cTn id="527" dur="650"/>
                                        <p:tgtEl>
                                          <p:spTgt spid="49"/>
                                        </p:tgtEl>
                                      </p:cBhvr>
                                    </p:animEffect>
                                    <p:anim calcmode="lin" valueType="num">
                                      <p:cBhvr>
                                        <p:cTn id="528" dur="650" fill="hold"/>
                                        <p:tgtEl>
                                          <p:spTgt spid="49"/>
                                        </p:tgtEl>
                                        <p:attrNameLst>
                                          <p:attrName>ppt_x</p:attrName>
                                        </p:attrNameLst>
                                      </p:cBhvr>
                                      <p:tavLst>
                                        <p:tav tm="0">
                                          <p:val>
                                            <p:strVal val="#ppt_x"/>
                                          </p:val>
                                        </p:tav>
                                        <p:tav tm="100000">
                                          <p:val>
                                            <p:strVal val="#ppt_x"/>
                                          </p:val>
                                        </p:tav>
                                      </p:tavLst>
                                    </p:anim>
                                    <p:anim calcmode="lin" valueType="num">
                                      <p:cBhvr>
                                        <p:cTn id="529" dur="650" fill="hold"/>
                                        <p:tgtEl>
                                          <p:spTgt spid="49"/>
                                        </p:tgtEl>
                                        <p:attrNameLst>
                                          <p:attrName>ppt_y</p:attrName>
                                        </p:attrNameLst>
                                      </p:cBhvr>
                                      <p:tavLst>
                                        <p:tav tm="0">
                                          <p:val>
                                            <p:strVal val="#ppt_y+.1"/>
                                          </p:val>
                                        </p:tav>
                                        <p:tav tm="100000">
                                          <p:val>
                                            <p:strVal val="#ppt_y"/>
                                          </p:val>
                                        </p:tav>
                                      </p:tavLst>
                                    </p:anim>
                                  </p:childTnLst>
                                </p:cTn>
                              </p:par>
                              <p:par>
                                <p:cTn id="530" presetID="42" presetClass="entr" presetSubtype="0" fill="hold" grpId="0" nodeType="withEffect">
                                  <p:stCondLst>
                                    <p:cond delay="250"/>
                                  </p:stCondLst>
                                  <p:childTnLst>
                                    <p:set>
                                      <p:cBhvr>
                                        <p:cTn id="531" dur="1" fill="hold">
                                          <p:stCondLst>
                                            <p:cond delay="0"/>
                                          </p:stCondLst>
                                        </p:cTn>
                                        <p:tgtEl>
                                          <p:spTgt spid="50"/>
                                        </p:tgtEl>
                                        <p:attrNameLst>
                                          <p:attrName>style.visibility</p:attrName>
                                        </p:attrNameLst>
                                      </p:cBhvr>
                                      <p:to>
                                        <p:strVal val="visible"/>
                                      </p:to>
                                    </p:set>
                                    <p:animEffect transition="in" filter="fade">
                                      <p:cBhvr>
                                        <p:cTn id="532" dur="650"/>
                                        <p:tgtEl>
                                          <p:spTgt spid="50"/>
                                        </p:tgtEl>
                                      </p:cBhvr>
                                    </p:animEffect>
                                    <p:anim calcmode="lin" valueType="num">
                                      <p:cBhvr>
                                        <p:cTn id="533" dur="650" fill="hold"/>
                                        <p:tgtEl>
                                          <p:spTgt spid="50"/>
                                        </p:tgtEl>
                                        <p:attrNameLst>
                                          <p:attrName>ppt_x</p:attrName>
                                        </p:attrNameLst>
                                      </p:cBhvr>
                                      <p:tavLst>
                                        <p:tav tm="0">
                                          <p:val>
                                            <p:strVal val="#ppt_x"/>
                                          </p:val>
                                        </p:tav>
                                        <p:tav tm="100000">
                                          <p:val>
                                            <p:strVal val="#ppt_x"/>
                                          </p:val>
                                        </p:tav>
                                      </p:tavLst>
                                    </p:anim>
                                    <p:anim calcmode="lin" valueType="num">
                                      <p:cBhvr>
                                        <p:cTn id="534" dur="650" fill="hold"/>
                                        <p:tgtEl>
                                          <p:spTgt spid="50"/>
                                        </p:tgtEl>
                                        <p:attrNameLst>
                                          <p:attrName>ppt_y</p:attrName>
                                        </p:attrNameLst>
                                      </p:cBhvr>
                                      <p:tavLst>
                                        <p:tav tm="0">
                                          <p:val>
                                            <p:strVal val="#ppt_y+.1"/>
                                          </p:val>
                                        </p:tav>
                                        <p:tav tm="100000">
                                          <p:val>
                                            <p:strVal val="#ppt_y"/>
                                          </p:val>
                                        </p:tav>
                                      </p:tavLst>
                                    </p:anim>
                                  </p:childTnLst>
                                </p:cTn>
                              </p:par>
                              <p:par>
                                <p:cTn id="535" presetID="42" presetClass="entr" presetSubtype="0" fill="hold" grpId="0" nodeType="withEffect">
                                  <p:stCondLst>
                                    <p:cond delay="250"/>
                                  </p:stCondLst>
                                  <p:childTnLst>
                                    <p:set>
                                      <p:cBhvr>
                                        <p:cTn id="536" dur="1" fill="hold">
                                          <p:stCondLst>
                                            <p:cond delay="0"/>
                                          </p:stCondLst>
                                        </p:cTn>
                                        <p:tgtEl>
                                          <p:spTgt spid="51"/>
                                        </p:tgtEl>
                                        <p:attrNameLst>
                                          <p:attrName>style.visibility</p:attrName>
                                        </p:attrNameLst>
                                      </p:cBhvr>
                                      <p:to>
                                        <p:strVal val="visible"/>
                                      </p:to>
                                    </p:set>
                                    <p:animEffect transition="in" filter="fade">
                                      <p:cBhvr>
                                        <p:cTn id="537" dur="650"/>
                                        <p:tgtEl>
                                          <p:spTgt spid="51"/>
                                        </p:tgtEl>
                                      </p:cBhvr>
                                    </p:animEffect>
                                    <p:anim calcmode="lin" valueType="num">
                                      <p:cBhvr>
                                        <p:cTn id="538" dur="650" fill="hold"/>
                                        <p:tgtEl>
                                          <p:spTgt spid="51"/>
                                        </p:tgtEl>
                                        <p:attrNameLst>
                                          <p:attrName>ppt_x</p:attrName>
                                        </p:attrNameLst>
                                      </p:cBhvr>
                                      <p:tavLst>
                                        <p:tav tm="0">
                                          <p:val>
                                            <p:strVal val="#ppt_x"/>
                                          </p:val>
                                        </p:tav>
                                        <p:tav tm="100000">
                                          <p:val>
                                            <p:strVal val="#ppt_x"/>
                                          </p:val>
                                        </p:tav>
                                      </p:tavLst>
                                    </p:anim>
                                    <p:anim calcmode="lin" valueType="num">
                                      <p:cBhvr>
                                        <p:cTn id="539" dur="650" fill="hold"/>
                                        <p:tgtEl>
                                          <p:spTgt spid="51"/>
                                        </p:tgtEl>
                                        <p:attrNameLst>
                                          <p:attrName>ppt_y</p:attrName>
                                        </p:attrNameLst>
                                      </p:cBhvr>
                                      <p:tavLst>
                                        <p:tav tm="0">
                                          <p:val>
                                            <p:strVal val="#ppt_y+.1"/>
                                          </p:val>
                                        </p:tav>
                                        <p:tav tm="100000">
                                          <p:val>
                                            <p:strVal val="#ppt_y"/>
                                          </p:val>
                                        </p:tav>
                                      </p:tavLst>
                                    </p:anim>
                                  </p:childTnLst>
                                </p:cTn>
                              </p:par>
                              <p:par>
                                <p:cTn id="540" presetID="42" presetClass="entr" presetSubtype="0" fill="hold" grpId="0" nodeType="withEffect">
                                  <p:stCondLst>
                                    <p:cond delay="250"/>
                                  </p:stCondLst>
                                  <p:childTnLst>
                                    <p:set>
                                      <p:cBhvr>
                                        <p:cTn id="541" dur="1" fill="hold">
                                          <p:stCondLst>
                                            <p:cond delay="0"/>
                                          </p:stCondLst>
                                        </p:cTn>
                                        <p:tgtEl>
                                          <p:spTgt spid="52"/>
                                        </p:tgtEl>
                                        <p:attrNameLst>
                                          <p:attrName>style.visibility</p:attrName>
                                        </p:attrNameLst>
                                      </p:cBhvr>
                                      <p:to>
                                        <p:strVal val="visible"/>
                                      </p:to>
                                    </p:set>
                                    <p:animEffect transition="in" filter="fade">
                                      <p:cBhvr>
                                        <p:cTn id="542" dur="650"/>
                                        <p:tgtEl>
                                          <p:spTgt spid="52"/>
                                        </p:tgtEl>
                                      </p:cBhvr>
                                    </p:animEffect>
                                    <p:anim calcmode="lin" valueType="num">
                                      <p:cBhvr>
                                        <p:cTn id="543" dur="650" fill="hold"/>
                                        <p:tgtEl>
                                          <p:spTgt spid="52"/>
                                        </p:tgtEl>
                                        <p:attrNameLst>
                                          <p:attrName>ppt_x</p:attrName>
                                        </p:attrNameLst>
                                      </p:cBhvr>
                                      <p:tavLst>
                                        <p:tav tm="0">
                                          <p:val>
                                            <p:strVal val="#ppt_x"/>
                                          </p:val>
                                        </p:tav>
                                        <p:tav tm="100000">
                                          <p:val>
                                            <p:strVal val="#ppt_x"/>
                                          </p:val>
                                        </p:tav>
                                      </p:tavLst>
                                    </p:anim>
                                    <p:anim calcmode="lin" valueType="num">
                                      <p:cBhvr>
                                        <p:cTn id="544" dur="650" fill="hold"/>
                                        <p:tgtEl>
                                          <p:spTgt spid="52"/>
                                        </p:tgtEl>
                                        <p:attrNameLst>
                                          <p:attrName>ppt_y</p:attrName>
                                        </p:attrNameLst>
                                      </p:cBhvr>
                                      <p:tavLst>
                                        <p:tav tm="0">
                                          <p:val>
                                            <p:strVal val="#ppt_y+.1"/>
                                          </p:val>
                                        </p:tav>
                                        <p:tav tm="100000">
                                          <p:val>
                                            <p:strVal val="#ppt_y"/>
                                          </p:val>
                                        </p:tav>
                                      </p:tavLst>
                                    </p:anim>
                                  </p:childTnLst>
                                </p:cTn>
                              </p:par>
                              <p:par>
                                <p:cTn id="545" presetID="42" presetClass="entr" presetSubtype="0" fill="hold" grpId="0" nodeType="withEffect">
                                  <p:stCondLst>
                                    <p:cond delay="250"/>
                                  </p:stCondLst>
                                  <p:childTnLst>
                                    <p:set>
                                      <p:cBhvr>
                                        <p:cTn id="546" dur="1" fill="hold">
                                          <p:stCondLst>
                                            <p:cond delay="0"/>
                                          </p:stCondLst>
                                        </p:cTn>
                                        <p:tgtEl>
                                          <p:spTgt spid="53"/>
                                        </p:tgtEl>
                                        <p:attrNameLst>
                                          <p:attrName>style.visibility</p:attrName>
                                        </p:attrNameLst>
                                      </p:cBhvr>
                                      <p:to>
                                        <p:strVal val="visible"/>
                                      </p:to>
                                    </p:set>
                                    <p:animEffect transition="in" filter="fade">
                                      <p:cBhvr>
                                        <p:cTn id="547" dur="650"/>
                                        <p:tgtEl>
                                          <p:spTgt spid="53"/>
                                        </p:tgtEl>
                                      </p:cBhvr>
                                    </p:animEffect>
                                    <p:anim calcmode="lin" valueType="num">
                                      <p:cBhvr>
                                        <p:cTn id="548" dur="650" fill="hold"/>
                                        <p:tgtEl>
                                          <p:spTgt spid="53"/>
                                        </p:tgtEl>
                                        <p:attrNameLst>
                                          <p:attrName>ppt_x</p:attrName>
                                        </p:attrNameLst>
                                      </p:cBhvr>
                                      <p:tavLst>
                                        <p:tav tm="0">
                                          <p:val>
                                            <p:strVal val="#ppt_x"/>
                                          </p:val>
                                        </p:tav>
                                        <p:tav tm="100000">
                                          <p:val>
                                            <p:strVal val="#ppt_x"/>
                                          </p:val>
                                        </p:tav>
                                      </p:tavLst>
                                    </p:anim>
                                    <p:anim calcmode="lin" valueType="num">
                                      <p:cBhvr>
                                        <p:cTn id="549" dur="650" fill="hold"/>
                                        <p:tgtEl>
                                          <p:spTgt spid="53"/>
                                        </p:tgtEl>
                                        <p:attrNameLst>
                                          <p:attrName>ppt_y</p:attrName>
                                        </p:attrNameLst>
                                      </p:cBhvr>
                                      <p:tavLst>
                                        <p:tav tm="0">
                                          <p:val>
                                            <p:strVal val="#ppt_y+.1"/>
                                          </p:val>
                                        </p:tav>
                                        <p:tav tm="100000">
                                          <p:val>
                                            <p:strVal val="#ppt_y"/>
                                          </p:val>
                                        </p:tav>
                                      </p:tavLst>
                                    </p:anim>
                                  </p:childTnLst>
                                </p:cTn>
                              </p:par>
                              <p:par>
                                <p:cTn id="550" presetID="42" presetClass="entr" presetSubtype="0" fill="hold" grpId="0" nodeType="withEffect">
                                  <p:stCondLst>
                                    <p:cond delay="250"/>
                                  </p:stCondLst>
                                  <p:childTnLst>
                                    <p:set>
                                      <p:cBhvr>
                                        <p:cTn id="551" dur="1" fill="hold">
                                          <p:stCondLst>
                                            <p:cond delay="0"/>
                                          </p:stCondLst>
                                        </p:cTn>
                                        <p:tgtEl>
                                          <p:spTgt spid="54"/>
                                        </p:tgtEl>
                                        <p:attrNameLst>
                                          <p:attrName>style.visibility</p:attrName>
                                        </p:attrNameLst>
                                      </p:cBhvr>
                                      <p:to>
                                        <p:strVal val="visible"/>
                                      </p:to>
                                    </p:set>
                                    <p:animEffect transition="in" filter="fade">
                                      <p:cBhvr>
                                        <p:cTn id="552" dur="650"/>
                                        <p:tgtEl>
                                          <p:spTgt spid="54"/>
                                        </p:tgtEl>
                                      </p:cBhvr>
                                    </p:animEffect>
                                    <p:anim calcmode="lin" valueType="num">
                                      <p:cBhvr>
                                        <p:cTn id="553" dur="650" fill="hold"/>
                                        <p:tgtEl>
                                          <p:spTgt spid="54"/>
                                        </p:tgtEl>
                                        <p:attrNameLst>
                                          <p:attrName>ppt_x</p:attrName>
                                        </p:attrNameLst>
                                      </p:cBhvr>
                                      <p:tavLst>
                                        <p:tav tm="0">
                                          <p:val>
                                            <p:strVal val="#ppt_x"/>
                                          </p:val>
                                        </p:tav>
                                        <p:tav tm="100000">
                                          <p:val>
                                            <p:strVal val="#ppt_x"/>
                                          </p:val>
                                        </p:tav>
                                      </p:tavLst>
                                    </p:anim>
                                    <p:anim calcmode="lin" valueType="num">
                                      <p:cBhvr>
                                        <p:cTn id="554" dur="650" fill="hold"/>
                                        <p:tgtEl>
                                          <p:spTgt spid="54"/>
                                        </p:tgtEl>
                                        <p:attrNameLst>
                                          <p:attrName>ppt_y</p:attrName>
                                        </p:attrNameLst>
                                      </p:cBhvr>
                                      <p:tavLst>
                                        <p:tav tm="0">
                                          <p:val>
                                            <p:strVal val="#ppt_y+.1"/>
                                          </p:val>
                                        </p:tav>
                                        <p:tav tm="100000">
                                          <p:val>
                                            <p:strVal val="#ppt_y"/>
                                          </p:val>
                                        </p:tav>
                                      </p:tavLst>
                                    </p:anim>
                                  </p:childTnLst>
                                </p:cTn>
                              </p:par>
                              <p:par>
                                <p:cTn id="555" presetID="42" presetClass="entr" presetSubtype="0" fill="hold" grpId="0" nodeType="withEffect">
                                  <p:stCondLst>
                                    <p:cond delay="250"/>
                                  </p:stCondLst>
                                  <p:childTnLst>
                                    <p:set>
                                      <p:cBhvr>
                                        <p:cTn id="556" dur="1" fill="hold">
                                          <p:stCondLst>
                                            <p:cond delay="0"/>
                                          </p:stCondLst>
                                        </p:cTn>
                                        <p:tgtEl>
                                          <p:spTgt spid="55"/>
                                        </p:tgtEl>
                                        <p:attrNameLst>
                                          <p:attrName>style.visibility</p:attrName>
                                        </p:attrNameLst>
                                      </p:cBhvr>
                                      <p:to>
                                        <p:strVal val="visible"/>
                                      </p:to>
                                    </p:set>
                                    <p:animEffect transition="in" filter="fade">
                                      <p:cBhvr>
                                        <p:cTn id="557" dur="650"/>
                                        <p:tgtEl>
                                          <p:spTgt spid="55"/>
                                        </p:tgtEl>
                                      </p:cBhvr>
                                    </p:animEffect>
                                    <p:anim calcmode="lin" valueType="num">
                                      <p:cBhvr>
                                        <p:cTn id="558" dur="650" fill="hold"/>
                                        <p:tgtEl>
                                          <p:spTgt spid="55"/>
                                        </p:tgtEl>
                                        <p:attrNameLst>
                                          <p:attrName>ppt_x</p:attrName>
                                        </p:attrNameLst>
                                      </p:cBhvr>
                                      <p:tavLst>
                                        <p:tav tm="0">
                                          <p:val>
                                            <p:strVal val="#ppt_x"/>
                                          </p:val>
                                        </p:tav>
                                        <p:tav tm="100000">
                                          <p:val>
                                            <p:strVal val="#ppt_x"/>
                                          </p:val>
                                        </p:tav>
                                      </p:tavLst>
                                    </p:anim>
                                    <p:anim calcmode="lin" valueType="num">
                                      <p:cBhvr>
                                        <p:cTn id="559" dur="650" fill="hold"/>
                                        <p:tgtEl>
                                          <p:spTgt spid="55"/>
                                        </p:tgtEl>
                                        <p:attrNameLst>
                                          <p:attrName>ppt_y</p:attrName>
                                        </p:attrNameLst>
                                      </p:cBhvr>
                                      <p:tavLst>
                                        <p:tav tm="0">
                                          <p:val>
                                            <p:strVal val="#ppt_y+.1"/>
                                          </p:val>
                                        </p:tav>
                                        <p:tav tm="100000">
                                          <p:val>
                                            <p:strVal val="#ppt_y"/>
                                          </p:val>
                                        </p:tav>
                                      </p:tavLst>
                                    </p:anim>
                                  </p:childTnLst>
                                </p:cTn>
                              </p:par>
                              <p:par>
                                <p:cTn id="560" presetID="42" presetClass="entr" presetSubtype="0" fill="hold" grpId="0" nodeType="withEffect">
                                  <p:stCondLst>
                                    <p:cond delay="250"/>
                                  </p:stCondLst>
                                  <p:childTnLst>
                                    <p:set>
                                      <p:cBhvr>
                                        <p:cTn id="561" dur="1" fill="hold">
                                          <p:stCondLst>
                                            <p:cond delay="0"/>
                                          </p:stCondLst>
                                        </p:cTn>
                                        <p:tgtEl>
                                          <p:spTgt spid="56"/>
                                        </p:tgtEl>
                                        <p:attrNameLst>
                                          <p:attrName>style.visibility</p:attrName>
                                        </p:attrNameLst>
                                      </p:cBhvr>
                                      <p:to>
                                        <p:strVal val="visible"/>
                                      </p:to>
                                    </p:set>
                                    <p:animEffect transition="in" filter="fade">
                                      <p:cBhvr>
                                        <p:cTn id="562" dur="650"/>
                                        <p:tgtEl>
                                          <p:spTgt spid="56"/>
                                        </p:tgtEl>
                                      </p:cBhvr>
                                    </p:animEffect>
                                    <p:anim calcmode="lin" valueType="num">
                                      <p:cBhvr>
                                        <p:cTn id="563" dur="650" fill="hold"/>
                                        <p:tgtEl>
                                          <p:spTgt spid="56"/>
                                        </p:tgtEl>
                                        <p:attrNameLst>
                                          <p:attrName>ppt_x</p:attrName>
                                        </p:attrNameLst>
                                      </p:cBhvr>
                                      <p:tavLst>
                                        <p:tav tm="0">
                                          <p:val>
                                            <p:strVal val="#ppt_x"/>
                                          </p:val>
                                        </p:tav>
                                        <p:tav tm="100000">
                                          <p:val>
                                            <p:strVal val="#ppt_x"/>
                                          </p:val>
                                        </p:tav>
                                      </p:tavLst>
                                    </p:anim>
                                    <p:anim calcmode="lin" valueType="num">
                                      <p:cBhvr>
                                        <p:cTn id="564" dur="650" fill="hold"/>
                                        <p:tgtEl>
                                          <p:spTgt spid="56"/>
                                        </p:tgtEl>
                                        <p:attrNameLst>
                                          <p:attrName>ppt_y</p:attrName>
                                        </p:attrNameLst>
                                      </p:cBhvr>
                                      <p:tavLst>
                                        <p:tav tm="0">
                                          <p:val>
                                            <p:strVal val="#ppt_y+.1"/>
                                          </p:val>
                                        </p:tav>
                                        <p:tav tm="100000">
                                          <p:val>
                                            <p:strVal val="#ppt_y"/>
                                          </p:val>
                                        </p:tav>
                                      </p:tavLst>
                                    </p:anim>
                                  </p:childTnLst>
                                </p:cTn>
                              </p:par>
                              <p:par>
                                <p:cTn id="565" presetID="42" presetClass="entr" presetSubtype="0" fill="hold" grpId="0" nodeType="withEffect">
                                  <p:stCondLst>
                                    <p:cond delay="250"/>
                                  </p:stCondLst>
                                  <p:childTnLst>
                                    <p:set>
                                      <p:cBhvr>
                                        <p:cTn id="566" dur="1" fill="hold">
                                          <p:stCondLst>
                                            <p:cond delay="0"/>
                                          </p:stCondLst>
                                        </p:cTn>
                                        <p:tgtEl>
                                          <p:spTgt spid="57"/>
                                        </p:tgtEl>
                                        <p:attrNameLst>
                                          <p:attrName>style.visibility</p:attrName>
                                        </p:attrNameLst>
                                      </p:cBhvr>
                                      <p:to>
                                        <p:strVal val="visible"/>
                                      </p:to>
                                    </p:set>
                                    <p:animEffect transition="in" filter="fade">
                                      <p:cBhvr>
                                        <p:cTn id="567" dur="650"/>
                                        <p:tgtEl>
                                          <p:spTgt spid="57"/>
                                        </p:tgtEl>
                                      </p:cBhvr>
                                    </p:animEffect>
                                    <p:anim calcmode="lin" valueType="num">
                                      <p:cBhvr>
                                        <p:cTn id="568" dur="650" fill="hold"/>
                                        <p:tgtEl>
                                          <p:spTgt spid="57"/>
                                        </p:tgtEl>
                                        <p:attrNameLst>
                                          <p:attrName>ppt_x</p:attrName>
                                        </p:attrNameLst>
                                      </p:cBhvr>
                                      <p:tavLst>
                                        <p:tav tm="0">
                                          <p:val>
                                            <p:strVal val="#ppt_x"/>
                                          </p:val>
                                        </p:tav>
                                        <p:tav tm="100000">
                                          <p:val>
                                            <p:strVal val="#ppt_x"/>
                                          </p:val>
                                        </p:tav>
                                      </p:tavLst>
                                    </p:anim>
                                    <p:anim calcmode="lin" valueType="num">
                                      <p:cBhvr>
                                        <p:cTn id="569" dur="650" fill="hold"/>
                                        <p:tgtEl>
                                          <p:spTgt spid="57"/>
                                        </p:tgtEl>
                                        <p:attrNameLst>
                                          <p:attrName>ppt_y</p:attrName>
                                        </p:attrNameLst>
                                      </p:cBhvr>
                                      <p:tavLst>
                                        <p:tav tm="0">
                                          <p:val>
                                            <p:strVal val="#ppt_y+.1"/>
                                          </p:val>
                                        </p:tav>
                                        <p:tav tm="100000">
                                          <p:val>
                                            <p:strVal val="#ppt_y"/>
                                          </p:val>
                                        </p:tav>
                                      </p:tavLst>
                                    </p:anim>
                                  </p:childTnLst>
                                </p:cTn>
                              </p:par>
                              <p:par>
                                <p:cTn id="570" presetID="42" presetClass="entr" presetSubtype="0" fill="hold" grpId="0" nodeType="withEffect">
                                  <p:stCondLst>
                                    <p:cond delay="250"/>
                                  </p:stCondLst>
                                  <p:childTnLst>
                                    <p:set>
                                      <p:cBhvr>
                                        <p:cTn id="571" dur="1" fill="hold">
                                          <p:stCondLst>
                                            <p:cond delay="0"/>
                                          </p:stCondLst>
                                        </p:cTn>
                                        <p:tgtEl>
                                          <p:spTgt spid="58"/>
                                        </p:tgtEl>
                                        <p:attrNameLst>
                                          <p:attrName>style.visibility</p:attrName>
                                        </p:attrNameLst>
                                      </p:cBhvr>
                                      <p:to>
                                        <p:strVal val="visible"/>
                                      </p:to>
                                    </p:set>
                                    <p:animEffect transition="in" filter="fade">
                                      <p:cBhvr>
                                        <p:cTn id="572" dur="650"/>
                                        <p:tgtEl>
                                          <p:spTgt spid="58"/>
                                        </p:tgtEl>
                                      </p:cBhvr>
                                    </p:animEffect>
                                    <p:anim calcmode="lin" valueType="num">
                                      <p:cBhvr>
                                        <p:cTn id="573" dur="650" fill="hold"/>
                                        <p:tgtEl>
                                          <p:spTgt spid="58"/>
                                        </p:tgtEl>
                                        <p:attrNameLst>
                                          <p:attrName>ppt_x</p:attrName>
                                        </p:attrNameLst>
                                      </p:cBhvr>
                                      <p:tavLst>
                                        <p:tav tm="0">
                                          <p:val>
                                            <p:strVal val="#ppt_x"/>
                                          </p:val>
                                        </p:tav>
                                        <p:tav tm="100000">
                                          <p:val>
                                            <p:strVal val="#ppt_x"/>
                                          </p:val>
                                        </p:tav>
                                      </p:tavLst>
                                    </p:anim>
                                    <p:anim calcmode="lin" valueType="num">
                                      <p:cBhvr>
                                        <p:cTn id="574" dur="650" fill="hold"/>
                                        <p:tgtEl>
                                          <p:spTgt spid="58"/>
                                        </p:tgtEl>
                                        <p:attrNameLst>
                                          <p:attrName>ppt_y</p:attrName>
                                        </p:attrNameLst>
                                      </p:cBhvr>
                                      <p:tavLst>
                                        <p:tav tm="0">
                                          <p:val>
                                            <p:strVal val="#ppt_y+.1"/>
                                          </p:val>
                                        </p:tav>
                                        <p:tav tm="100000">
                                          <p:val>
                                            <p:strVal val="#ppt_y"/>
                                          </p:val>
                                        </p:tav>
                                      </p:tavLst>
                                    </p:anim>
                                  </p:childTnLst>
                                </p:cTn>
                              </p:par>
                              <p:par>
                                <p:cTn id="575" presetID="42" presetClass="entr" presetSubtype="0" fill="hold" grpId="0" nodeType="withEffect">
                                  <p:stCondLst>
                                    <p:cond delay="250"/>
                                  </p:stCondLst>
                                  <p:childTnLst>
                                    <p:set>
                                      <p:cBhvr>
                                        <p:cTn id="576" dur="1" fill="hold">
                                          <p:stCondLst>
                                            <p:cond delay="0"/>
                                          </p:stCondLst>
                                        </p:cTn>
                                        <p:tgtEl>
                                          <p:spTgt spid="59"/>
                                        </p:tgtEl>
                                        <p:attrNameLst>
                                          <p:attrName>style.visibility</p:attrName>
                                        </p:attrNameLst>
                                      </p:cBhvr>
                                      <p:to>
                                        <p:strVal val="visible"/>
                                      </p:to>
                                    </p:set>
                                    <p:animEffect transition="in" filter="fade">
                                      <p:cBhvr>
                                        <p:cTn id="577" dur="650"/>
                                        <p:tgtEl>
                                          <p:spTgt spid="59"/>
                                        </p:tgtEl>
                                      </p:cBhvr>
                                    </p:animEffect>
                                    <p:anim calcmode="lin" valueType="num">
                                      <p:cBhvr>
                                        <p:cTn id="578" dur="650" fill="hold"/>
                                        <p:tgtEl>
                                          <p:spTgt spid="59"/>
                                        </p:tgtEl>
                                        <p:attrNameLst>
                                          <p:attrName>ppt_x</p:attrName>
                                        </p:attrNameLst>
                                      </p:cBhvr>
                                      <p:tavLst>
                                        <p:tav tm="0">
                                          <p:val>
                                            <p:strVal val="#ppt_x"/>
                                          </p:val>
                                        </p:tav>
                                        <p:tav tm="100000">
                                          <p:val>
                                            <p:strVal val="#ppt_x"/>
                                          </p:val>
                                        </p:tav>
                                      </p:tavLst>
                                    </p:anim>
                                    <p:anim calcmode="lin" valueType="num">
                                      <p:cBhvr>
                                        <p:cTn id="579" dur="650" fill="hold"/>
                                        <p:tgtEl>
                                          <p:spTgt spid="59"/>
                                        </p:tgtEl>
                                        <p:attrNameLst>
                                          <p:attrName>ppt_y</p:attrName>
                                        </p:attrNameLst>
                                      </p:cBhvr>
                                      <p:tavLst>
                                        <p:tav tm="0">
                                          <p:val>
                                            <p:strVal val="#ppt_y+.1"/>
                                          </p:val>
                                        </p:tav>
                                        <p:tav tm="100000">
                                          <p:val>
                                            <p:strVal val="#ppt_y"/>
                                          </p:val>
                                        </p:tav>
                                      </p:tavLst>
                                    </p:anim>
                                  </p:childTnLst>
                                </p:cTn>
                              </p:par>
                              <p:par>
                                <p:cTn id="580" presetID="42" presetClass="entr" presetSubtype="0" fill="hold" grpId="0" nodeType="withEffect">
                                  <p:stCondLst>
                                    <p:cond delay="250"/>
                                  </p:stCondLst>
                                  <p:childTnLst>
                                    <p:set>
                                      <p:cBhvr>
                                        <p:cTn id="581" dur="1" fill="hold">
                                          <p:stCondLst>
                                            <p:cond delay="0"/>
                                          </p:stCondLst>
                                        </p:cTn>
                                        <p:tgtEl>
                                          <p:spTgt spid="60"/>
                                        </p:tgtEl>
                                        <p:attrNameLst>
                                          <p:attrName>style.visibility</p:attrName>
                                        </p:attrNameLst>
                                      </p:cBhvr>
                                      <p:to>
                                        <p:strVal val="visible"/>
                                      </p:to>
                                    </p:set>
                                    <p:animEffect transition="in" filter="fade">
                                      <p:cBhvr>
                                        <p:cTn id="582" dur="650"/>
                                        <p:tgtEl>
                                          <p:spTgt spid="60"/>
                                        </p:tgtEl>
                                      </p:cBhvr>
                                    </p:animEffect>
                                    <p:anim calcmode="lin" valueType="num">
                                      <p:cBhvr>
                                        <p:cTn id="583" dur="650" fill="hold"/>
                                        <p:tgtEl>
                                          <p:spTgt spid="60"/>
                                        </p:tgtEl>
                                        <p:attrNameLst>
                                          <p:attrName>ppt_x</p:attrName>
                                        </p:attrNameLst>
                                      </p:cBhvr>
                                      <p:tavLst>
                                        <p:tav tm="0">
                                          <p:val>
                                            <p:strVal val="#ppt_x"/>
                                          </p:val>
                                        </p:tav>
                                        <p:tav tm="100000">
                                          <p:val>
                                            <p:strVal val="#ppt_x"/>
                                          </p:val>
                                        </p:tav>
                                      </p:tavLst>
                                    </p:anim>
                                    <p:anim calcmode="lin" valueType="num">
                                      <p:cBhvr>
                                        <p:cTn id="584" dur="650" fill="hold"/>
                                        <p:tgtEl>
                                          <p:spTgt spid="60"/>
                                        </p:tgtEl>
                                        <p:attrNameLst>
                                          <p:attrName>ppt_y</p:attrName>
                                        </p:attrNameLst>
                                      </p:cBhvr>
                                      <p:tavLst>
                                        <p:tav tm="0">
                                          <p:val>
                                            <p:strVal val="#ppt_y+.1"/>
                                          </p:val>
                                        </p:tav>
                                        <p:tav tm="100000">
                                          <p:val>
                                            <p:strVal val="#ppt_y"/>
                                          </p:val>
                                        </p:tav>
                                      </p:tavLst>
                                    </p:anim>
                                  </p:childTnLst>
                                </p:cTn>
                              </p:par>
                              <p:par>
                                <p:cTn id="585" presetID="42" presetClass="entr" presetSubtype="0" fill="hold" grpId="0" nodeType="withEffect">
                                  <p:stCondLst>
                                    <p:cond delay="250"/>
                                  </p:stCondLst>
                                  <p:childTnLst>
                                    <p:set>
                                      <p:cBhvr>
                                        <p:cTn id="586" dur="1" fill="hold">
                                          <p:stCondLst>
                                            <p:cond delay="0"/>
                                          </p:stCondLst>
                                        </p:cTn>
                                        <p:tgtEl>
                                          <p:spTgt spid="61"/>
                                        </p:tgtEl>
                                        <p:attrNameLst>
                                          <p:attrName>style.visibility</p:attrName>
                                        </p:attrNameLst>
                                      </p:cBhvr>
                                      <p:to>
                                        <p:strVal val="visible"/>
                                      </p:to>
                                    </p:set>
                                    <p:animEffect transition="in" filter="fade">
                                      <p:cBhvr>
                                        <p:cTn id="587" dur="650"/>
                                        <p:tgtEl>
                                          <p:spTgt spid="61"/>
                                        </p:tgtEl>
                                      </p:cBhvr>
                                    </p:animEffect>
                                    <p:anim calcmode="lin" valueType="num">
                                      <p:cBhvr>
                                        <p:cTn id="588" dur="650" fill="hold"/>
                                        <p:tgtEl>
                                          <p:spTgt spid="61"/>
                                        </p:tgtEl>
                                        <p:attrNameLst>
                                          <p:attrName>ppt_x</p:attrName>
                                        </p:attrNameLst>
                                      </p:cBhvr>
                                      <p:tavLst>
                                        <p:tav tm="0">
                                          <p:val>
                                            <p:strVal val="#ppt_x"/>
                                          </p:val>
                                        </p:tav>
                                        <p:tav tm="100000">
                                          <p:val>
                                            <p:strVal val="#ppt_x"/>
                                          </p:val>
                                        </p:tav>
                                      </p:tavLst>
                                    </p:anim>
                                    <p:anim calcmode="lin" valueType="num">
                                      <p:cBhvr>
                                        <p:cTn id="589" dur="650" fill="hold"/>
                                        <p:tgtEl>
                                          <p:spTgt spid="61"/>
                                        </p:tgtEl>
                                        <p:attrNameLst>
                                          <p:attrName>ppt_y</p:attrName>
                                        </p:attrNameLst>
                                      </p:cBhvr>
                                      <p:tavLst>
                                        <p:tav tm="0">
                                          <p:val>
                                            <p:strVal val="#ppt_y+.1"/>
                                          </p:val>
                                        </p:tav>
                                        <p:tav tm="100000">
                                          <p:val>
                                            <p:strVal val="#ppt_y"/>
                                          </p:val>
                                        </p:tav>
                                      </p:tavLst>
                                    </p:anim>
                                  </p:childTnLst>
                                </p:cTn>
                              </p:par>
                              <p:par>
                                <p:cTn id="590" presetID="42" presetClass="entr" presetSubtype="0" fill="hold" grpId="0" nodeType="withEffect">
                                  <p:stCondLst>
                                    <p:cond delay="250"/>
                                  </p:stCondLst>
                                  <p:childTnLst>
                                    <p:set>
                                      <p:cBhvr>
                                        <p:cTn id="591" dur="1" fill="hold">
                                          <p:stCondLst>
                                            <p:cond delay="0"/>
                                          </p:stCondLst>
                                        </p:cTn>
                                        <p:tgtEl>
                                          <p:spTgt spid="62"/>
                                        </p:tgtEl>
                                        <p:attrNameLst>
                                          <p:attrName>style.visibility</p:attrName>
                                        </p:attrNameLst>
                                      </p:cBhvr>
                                      <p:to>
                                        <p:strVal val="visible"/>
                                      </p:to>
                                    </p:set>
                                    <p:animEffect transition="in" filter="fade">
                                      <p:cBhvr>
                                        <p:cTn id="592" dur="650"/>
                                        <p:tgtEl>
                                          <p:spTgt spid="62"/>
                                        </p:tgtEl>
                                      </p:cBhvr>
                                    </p:animEffect>
                                    <p:anim calcmode="lin" valueType="num">
                                      <p:cBhvr>
                                        <p:cTn id="593" dur="650" fill="hold"/>
                                        <p:tgtEl>
                                          <p:spTgt spid="62"/>
                                        </p:tgtEl>
                                        <p:attrNameLst>
                                          <p:attrName>ppt_x</p:attrName>
                                        </p:attrNameLst>
                                      </p:cBhvr>
                                      <p:tavLst>
                                        <p:tav tm="0">
                                          <p:val>
                                            <p:strVal val="#ppt_x"/>
                                          </p:val>
                                        </p:tav>
                                        <p:tav tm="100000">
                                          <p:val>
                                            <p:strVal val="#ppt_x"/>
                                          </p:val>
                                        </p:tav>
                                      </p:tavLst>
                                    </p:anim>
                                    <p:anim calcmode="lin" valueType="num">
                                      <p:cBhvr>
                                        <p:cTn id="594" dur="650" fill="hold"/>
                                        <p:tgtEl>
                                          <p:spTgt spid="62"/>
                                        </p:tgtEl>
                                        <p:attrNameLst>
                                          <p:attrName>ppt_y</p:attrName>
                                        </p:attrNameLst>
                                      </p:cBhvr>
                                      <p:tavLst>
                                        <p:tav tm="0">
                                          <p:val>
                                            <p:strVal val="#ppt_y+.1"/>
                                          </p:val>
                                        </p:tav>
                                        <p:tav tm="100000">
                                          <p:val>
                                            <p:strVal val="#ppt_y"/>
                                          </p:val>
                                        </p:tav>
                                      </p:tavLst>
                                    </p:anim>
                                  </p:childTnLst>
                                </p:cTn>
                              </p:par>
                              <p:par>
                                <p:cTn id="595" presetID="42" presetClass="entr" presetSubtype="0" fill="hold" grpId="0" nodeType="withEffect">
                                  <p:stCondLst>
                                    <p:cond delay="250"/>
                                  </p:stCondLst>
                                  <p:childTnLst>
                                    <p:set>
                                      <p:cBhvr>
                                        <p:cTn id="596" dur="1" fill="hold">
                                          <p:stCondLst>
                                            <p:cond delay="0"/>
                                          </p:stCondLst>
                                        </p:cTn>
                                        <p:tgtEl>
                                          <p:spTgt spid="63"/>
                                        </p:tgtEl>
                                        <p:attrNameLst>
                                          <p:attrName>style.visibility</p:attrName>
                                        </p:attrNameLst>
                                      </p:cBhvr>
                                      <p:to>
                                        <p:strVal val="visible"/>
                                      </p:to>
                                    </p:set>
                                    <p:animEffect transition="in" filter="fade">
                                      <p:cBhvr>
                                        <p:cTn id="597" dur="650"/>
                                        <p:tgtEl>
                                          <p:spTgt spid="63"/>
                                        </p:tgtEl>
                                      </p:cBhvr>
                                    </p:animEffect>
                                    <p:anim calcmode="lin" valueType="num">
                                      <p:cBhvr>
                                        <p:cTn id="598" dur="650" fill="hold"/>
                                        <p:tgtEl>
                                          <p:spTgt spid="63"/>
                                        </p:tgtEl>
                                        <p:attrNameLst>
                                          <p:attrName>ppt_x</p:attrName>
                                        </p:attrNameLst>
                                      </p:cBhvr>
                                      <p:tavLst>
                                        <p:tav tm="0">
                                          <p:val>
                                            <p:strVal val="#ppt_x"/>
                                          </p:val>
                                        </p:tav>
                                        <p:tav tm="100000">
                                          <p:val>
                                            <p:strVal val="#ppt_x"/>
                                          </p:val>
                                        </p:tav>
                                      </p:tavLst>
                                    </p:anim>
                                    <p:anim calcmode="lin" valueType="num">
                                      <p:cBhvr>
                                        <p:cTn id="599" dur="650" fill="hold"/>
                                        <p:tgtEl>
                                          <p:spTgt spid="63"/>
                                        </p:tgtEl>
                                        <p:attrNameLst>
                                          <p:attrName>ppt_y</p:attrName>
                                        </p:attrNameLst>
                                      </p:cBhvr>
                                      <p:tavLst>
                                        <p:tav tm="0">
                                          <p:val>
                                            <p:strVal val="#ppt_y+.1"/>
                                          </p:val>
                                        </p:tav>
                                        <p:tav tm="100000">
                                          <p:val>
                                            <p:strVal val="#ppt_y"/>
                                          </p:val>
                                        </p:tav>
                                      </p:tavLst>
                                    </p:anim>
                                  </p:childTnLst>
                                </p:cTn>
                              </p:par>
                              <p:par>
                                <p:cTn id="600" presetID="42" presetClass="entr" presetSubtype="0" fill="hold" grpId="0" nodeType="withEffect">
                                  <p:stCondLst>
                                    <p:cond delay="250"/>
                                  </p:stCondLst>
                                  <p:childTnLst>
                                    <p:set>
                                      <p:cBhvr>
                                        <p:cTn id="601" dur="1" fill="hold">
                                          <p:stCondLst>
                                            <p:cond delay="0"/>
                                          </p:stCondLst>
                                        </p:cTn>
                                        <p:tgtEl>
                                          <p:spTgt spid="64"/>
                                        </p:tgtEl>
                                        <p:attrNameLst>
                                          <p:attrName>style.visibility</p:attrName>
                                        </p:attrNameLst>
                                      </p:cBhvr>
                                      <p:to>
                                        <p:strVal val="visible"/>
                                      </p:to>
                                    </p:set>
                                    <p:animEffect transition="in" filter="fade">
                                      <p:cBhvr>
                                        <p:cTn id="602" dur="650"/>
                                        <p:tgtEl>
                                          <p:spTgt spid="64"/>
                                        </p:tgtEl>
                                      </p:cBhvr>
                                    </p:animEffect>
                                    <p:anim calcmode="lin" valueType="num">
                                      <p:cBhvr>
                                        <p:cTn id="603" dur="650" fill="hold"/>
                                        <p:tgtEl>
                                          <p:spTgt spid="64"/>
                                        </p:tgtEl>
                                        <p:attrNameLst>
                                          <p:attrName>ppt_x</p:attrName>
                                        </p:attrNameLst>
                                      </p:cBhvr>
                                      <p:tavLst>
                                        <p:tav tm="0">
                                          <p:val>
                                            <p:strVal val="#ppt_x"/>
                                          </p:val>
                                        </p:tav>
                                        <p:tav tm="100000">
                                          <p:val>
                                            <p:strVal val="#ppt_x"/>
                                          </p:val>
                                        </p:tav>
                                      </p:tavLst>
                                    </p:anim>
                                    <p:anim calcmode="lin" valueType="num">
                                      <p:cBhvr>
                                        <p:cTn id="604" dur="650" fill="hold"/>
                                        <p:tgtEl>
                                          <p:spTgt spid="64"/>
                                        </p:tgtEl>
                                        <p:attrNameLst>
                                          <p:attrName>ppt_y</p:attrName>
                                        </p:attrNameLst>
                                      </p:cBhvr>
                                      <p:tavLst>
                                        <p:tav tm="0">
                                          <p:val>
                                            <p:strVal val="#ppt_y+.1"/>
                                          </p:val>
                                        </p:tav>
                                        <p:tav tm="100000">
                                          <p:val>
                                            <p:strVal val="#ppt_y"/>
                                          </p:val>
                                        </p:tav>
                                      </p:tavLst>
                                    </p:anim>
                                  </p:childTnLst>
                                </p:cTn>
                              </p:par>
                              <p:par>
                                <p:cTn id="605" presetID="42" presetClass="entr" presetSubtype="0" fill="hold" grpId="0" nodeType="withEffect">
                                  <p:stCondLst>
                                    <p:cond delay="250"/>
                                  </p:stCondLst>
                                  <p:childTnLst>
                                    <p:set>
                                      <p:cBhvr>
                                        <p:cTn id="606" dur="1" fill="hold">
                                          <p:stCondLst>
                                            <p:cond delay="0"/>
                                          </p:stCondLst>
                                        </p:cTn>
                                        <p:tgtEl>
                                          <p:spTgt spid="65"/>
                                        </p:tgtEl>
                                        <p:attrNameLst>
                                          <p:attrName>style.visibility</p:attrName>
                                        </p:attrNameLst>
                                      </p:cBhvr>
                                      <p:to>
                                        <p:strVal val="visible"/>
                                      </p:to>
                                    </p:set>
                                    <p:animEffect transition="in" filter="fade">
                                      <p:cBhvr>
                                        <p:cTn id="607" dur="650"/>
                                        <p:tgtEl>
                                          <p:spTgt spid="65"/>
                                        </p:tgtEl>
                                      </p:cBhvr>
                                    </p:animEffect>
                                    <p:anim calcmode="lin" valueType="num">
                                      <p:cBhvr>
                                        <p:cTn id="608" dur="650" fill="hold"/>
                                        <p:tgtEl>
                                          <p:spTgt spid="65"/>
                                        </p:tgtEl>
                                        <p:attrNameLst>
                                          <p:attrName>ppt_x</p:attrName>
                                        </p:attrNameLst>
                                      </p:cBhvr>
                                      <p:tavLst>
                                        <p:tav tm="0">
                                          <p:val>
                                            <p:strVal val="#ppt_x"/>
                                          </p:val>
                                        </p:tav>
                                        <p:tav tm="100000">
                                          <p:val>
                                            <p:strVal val="#ppt_x"/>
                                          </p:val>
                                        </p:tav>
                                      </p:tavLst>
                                    </p:anim>
                                    <p:anim calcmode="lin" valueType="num">
                                      <p:cBhvr>
                                        <p:cTn id="609" dur="650" fill="hold"/>
                                        <p:tgtEl>
                                          <p:spTgt spid="65"/>
                                        </p:tgtEl>
                                        <p:attrNameLst>
                                          <p:attrName>ppt_y</p:attrName>
                                        </p:attrNameLst>
                                      </p:cBhvr>
                                      <p:tavLst>
                                        <p:tav tm="0">
                                          <p:val>
                                            <p:strVal val="#ppt_y+.1"/>
                                          </p:val>
                                        </p:tav>
                                        <p:tav tm="100000">
                                          <p:val>
                                            <p:strVal val="#ppt_y"/>
                                          </p:val>
                                        </p:tav>
                                      </p:tavLst>
                                    </p:anim>
                                  </p:childTnLst>
                                </p:cTn>
                              </p:par>
                              <p:par>
                                <p:cTn id="610" presetID="42" presetClass="entr" presetSubtype="0" fill="hold" grpId="0" nodeType="withEffect">
                                  <p:stCondLst>
                                    <p:cond delay="250"/>
                                  </p:stCondLst>
                                  <p:childTnLst>
                                    <p:set>
                                      <p:cBhvr>
                                        <p:cTn id="611" dur="1" fill="hold">
                                          <p:stCondLst>
                                            <p:cond delay="0"/>
                                          </p:stCondLst>
                                        </p:cTn>
                                        <p:tgtEl>
                                          <p:spTgt spid="66"/>
                                        </p:tgtEl>
                                        <p:attrNameLst>
                                          <p:attrName>style.visibility</p:attrName>
                                        </p:attrNameLst>
                                      </p:cBhvr>
                                      <p:to>
                                        <p:strVal val="visible"/>
                                      </p:to>
                                    </p:set>
                                    <p:animEffect transition="in" filter="fade">
                                      <p:cBhvr>
                                        <p:cTn id="612" dur="650"/>
                                        <p:tgtEl>
                                          <p:spTgt spid="66"/>
                                        </p:tgtEl>
                                      </p:cBhvr>
                                    </p:animEffect>
                                    <p:anim calcmode="lin" valueType="num">
                                      <p:cBhvr>
                                        <p:cTn id="613" dur="650" fill="hold"/>
                                        <p:tgtEl>
                                          <p:spTgt spid="66"/>
                                        </p:tgtEl>
                                        <p:attrNameLst>
                                          <p:attrName>ppt_x</p:attrName>
                                        </p:attrNameLst>
                                      </p:cBhvr>
                                      <p:tavLst>
                                        <p:tav tm="0">
                                          <p:val>
                                            <p:strVal val="#ppt_x"/>
                                          </p:val>
                                        </p:tav>
                                        <p:tav tm="100000">
                                          <p:val>
                                            <p:strVal val="#ppt_x"/>
                                          </p:val>
                                        </p:tav>
                                      </p:tavLst>
                                    </p:anim>
                                    <p:anim calcmode="lin" valueType="num">
                                      <p:cBhvr>
                                        <p:cTn id="614" dur="650" fill="hold"/>
                                        <p:tgtEl>
                                          <p:spTgt spid="66"/>
                                        </p:tgtEl>
                                        <p:attrNameLst>
                                          <p:attrName>ppt_y</p:attrName>
                                        </p:attrNameLst>
                                      </p:cBhvr>
                                      <p:tavLst>
                                        <p:tav tm="0">
                                          <p:val>
                                            <p:strVal val="#ppt_y+.1"/>
                                          </p:val>
                                        </p:tav>
                                        <p:tav tm="100000">
                                          <p:val>
                                            <p:strVal val="#ppt_y"/>
                                          </p:val>
                                        </p:tav>
                                      </p:tavLst>
                                    </p:anim>
                                  </p:childTnLst>
                                </p:cTn>
                              </p:par>
                              <p:par>
                                <p:cTn id="615" presetID="42" presetClass="entr" presetSubtype="0" fill="hold" grpId="0" nodeType="withEffect">
                                  <p:stCondLst>
                                    <p:cond delay="250"/>
                                  </p:stCondLst>
                                  <p:childTnLst>
                                    <p:set>
                                      <p:cBhvr>
                                        <p:cTn id="616" dur="1" fill="hold">
                                          <p:stCondLst>
                                            <p:cond delay="0"/>
                                          </p:stCondLst>
                                        </p:cTn>
                                        <p:tgtEl>
                                          <p:spTgt spid="67"/>
                                        </p:tgtEl>
                                        <p:attrNameLst>
                                          <p:attrName>style.visibility</p:attrName>
                                        </p:attrNameLst>
                                      </p:cBhvr>
                                      <p:to>
                                        <p:strVal val="visible"/>
                                      </p:to>
                                    </p:set>
                                    <p:animEffect transition="in" filter="fade">
                                      <p:cBhvr>
                                        <p:cTn id="617" dur="650"/>
                                        <p:tgtEl>
                                          <p:spTgt spid="67"/>
                                        </p:tgtEl>
                                      </p:cBhvr>
                                    </p:animEffect>
                                    <p:anim calcmode="lin" valueType="num">
                                      <p:cBhvr>
                                        <p:cTn id="618" dur="650" fill="hold"/>
                                        <p:tgtEl>
                                          <p:spTgt spid="67"/>
                                        </p:tgtEl>
                                        <p:attrNameLst>
                                          <p:attrName>ppt_x</p:attrName>
                                        </p:attrNameLst>
                                      </p:cBhvr>
                                      <p:tavLst>
                                        <p:tav tm="0">
                                          <p:val>
                                            <p:strVal val="#ppt_x"/>
                                          </p:val>
                                        </p:tav>
                                        <p:tav tm="100000">
                                          <p:val>
                                            <p:strVal val="#ppt_x"/>
                                          </p:val>
                                        </p:tav>
                                      </p:tavLst>
                                    </p:anim>
                                    <p:anim calcmode="lin" valueType="num">
                                      <p:cBhvr>
                                        <p:cTn id="619" dur="650" fill="hold"/>
                                        <p:tgtEl>
                                          <p:spTgt spid="67"/>
                                        </p:tgtEl>
                                        <p:attrNameLst>
                                          <p:attrName>ppt_y</p:attrName>
                                        </p:attrNameLst>
                                      </p:cBhvr>
                                      <p:tavLst>
                                        <p:tav tm="0">
                                          <p:val>
                                            <p:strVal val="#ppt_y+.1"/>
                                          </p:val>
                                        </p:tav>
                                        <p:tav tm="100000">
                                          <p:val>
                                            <p:strVal val="#ppt_y"/>
                                          </p:val>
                                        </p:tav>
                                      </p:tavLst>
                                    </p:anim>
                                  </p:childTnLst>
                                </p:cTn>
                              </p:par>
                              <p:par>
                                <p:cTn id="620" presetID="42" presetClass="entr" presetSubtype="0" fill="hold" grpId="0" nodeType="withEffect">
                                  <p:stCondLst>
                                    <p:cond delay="250"/>
                                  </p:stCondLst>
                                  <p:childTnLst>
                                    <p:set>
                                      <p:cBhvr>
                                        <p:cTn id="621" dur="1" fill="hold">
                                          <p:stCondLst>
                                            <p:cond delay="0"/>
                                          </p:stCondLst>
                                        </p:cTn>
                                        <p:tgtEl>
                                          <p:spTgt spid="68"/>
                                        </p:tgtEl>
                                        <p:attrNameLst>
                                          <p:attrName>style.visibility</p:attrName>
                                        </p:attrNameLst>
                                      </p:cBhvr>
                                      <p:to>
                                        <p:strVal val="visible"/>
                                      </p:to>
                                    </p:set>
                                    <p:animEffect transition="in" filter="fade">
                                      <p:cBhvr>
                                        <p:cTn id="622" dur="650"/>
                                        <p:tgtEl>
                                          <p:spTgt spid="68"/>
                                        </p:tgtEl>
                                      </p:cBhvr>
                                    </p:animEffect>
                                    <p:anim calcmode="lin" valueType="num">
                                      <p:cBhvr>
                                        <p:cTn id="623" dur="650" fill="hold"/>
                                        <p:tgtEl>
                                          <p:spTgt spid="68"/>
                                        </p:tgtEl>
                                        <p:attrNameLst>
                                          <p:attrName>ppt_x</p:attrName>
                                        </p:attrNameLst>
                                      </p:cBhvr>
                                      <p:tavLst>
                                        <p:tav tm="0">
                                          <p:val>
                                            <p:strVal val="#ppt_x"/>
                                          </p:val>
                                        </p:tav>
                                        <p:tav tm="100000">
                                          <p:val>
                                            <p:strVal val="#ppt_x"/>
                                          </p:val>
                                        </p:tav>
                                      </p:tavLst>
                                    </p:anim>
                                    <p:anim calcmode="lin" valueType="num">
                                      <p:cBhvr>
                                        <p:cTn id="624" dur="650" fill="hold"/>
                                        <p:tgtEl>
                                          <p:spTgt spid="68"/>
                                        </p:tgtEl>
                                        <p:attrNameLst>
                                          <p:attrName>ppt_y</p:attrName>
                                        </p:attrNameLst>
                                      </p:cBhvr>
                                      <p:tavLst>
                                        <p:tav tm="0">
                                          <p:val>
                                            <p:strVal val="#ppt_y+.1"/>
                                          </p:val>
                                        </p:tav>
                                        <p:tav tm="100000">
                                          <p:val>
                                            <p:strVal val="#ppt_y"/>
                                          </p:val>
                                        </p:tav>
                                      </p:tavLst>
                                    </p:anim>
                                  </p:childTnLst>
                                </p:cTn>
                              </p:par>
                              <p:par>
                                <p:cTn id="625" presetID="42" presetClass="entr" presetSubtype="0" fill="hold" grpId="0" nodeType="withEffect">
                                  <p:stCondLst>
                                    <p:cond delay="250"/>
                                  </p:stCondLst>
                                  <p:childTnLst>
                                    <p:set>
                                      <p:cBhvr>
                                        <p:cTn id="626" dur="1" fill="hold">
                                          <p:stCondLst>
                                            <p:cond delay="0"/>
                                          </p:stCondLst>
                                        </p:cTn>
                                        <p:tgtEl>
                                          <p:spTgt spid="69"/>
                                        </p:tgtEl>
                                        <p:attrNameLst>
                                          <p:attrName>style.visibility</p:attrName>
                                        </p:attrNameLst>
                                      </p:cBhvr>
                                      <p:to>
                                        <p:strVal val="visible"/>
                                      </p:to>
                                    </p:set>
                                    <p:animEffect transition="in" filter="fade">
                                      <p:cBhvr>
                                        <p:cTn id="627" dur="650"/>
                                        <p:tgtEl>
                                          <p:spTgt spid="69"/>
                                        </p:tgtEl>
                                      </p:cBhvr>
                                    </p:animEffect>
                                    <p:anim calcmode="lin" valueType="num">
                                      <p:cBhvr>
                                        <p:cTn id="628" dur="650" fill="hold"/>
                                        <p:tgtEl>
                                          <p:spTgt spid="69"/>
                                        </p:tgtEl>
                                        <p:attrNameLst>
                                          <p:attrName>ppt_x</p:attrName>
                                        </p:attrNameLst>
                                      </p:cBhvr>
                                      <p:tavLst>
                                        <p:tav tm="0">
                                          <p:val>
                                            <p:strVal val="#ppt_x"/>
                                          </p:val>
                                        </p:tav>
                                        <p:tav tm="100000">
                                          <p:val>
                                            <p:strVal val="#ppt_x"/>
                                          </p:val>
                                        </p:tav>
                                      </p:tavLst>
                                    </p:anim>
                                    <p:anim calcmode="lin" valueType="num">
                                      <p:cBhvr>
                                        <p:cTn id="629" dur="650" fill="hold"/>
                                        <p:tgtEl>
                                          <p:spTgt spid="69"/>
                                        </p:tgtEl>
                                        <p:attrNameLst>
                                          <p:attrName>ppt_y</p:attrName>
                                        </p:attrNameLst>
                                      </p:cBhvr>
                                      <p:tavLst>
                                        <p:tav tm="0">
                                          <p:val>
                                            <p:strVal val="#ppt_y+.1"/>
                                          </p:val>
                                        </p:tav>
                                        <p:tav tm="100000">
                                          <p:val>
                                            <p:strVal val="#ppt_y"/>
                                          </p:val>
                                        </p:tav>
                                      </p:tavLst>
                                    </p:anim>
                                  </p:childTnLst>
                                </p:cTn>
                              </p:par>
                              <p:par>
                                <p:cTn id="630" presetID="42" presetClass="entr" presetSubtype="0" fill="hold" grpId="0" nodeType="withEffect">
                                  <p:stCondLst>
                                    <p:cond delay="250"/>
                                  </p:stCondLst>
                                  <p:childTnLst>
                                    <p:set>
                                      <p:cBhvr>
                                        <p:cTn id="631" dur="1" fill="hold">
                                          <p:stCondLst>
                                            <p:cond delay="0"/>
                                          </p:stCondLst>
                                        </p:cTn>
                                        <p:tgtEl>
                                          <p:spTgt spid="70"/>
                                        </p:tgtEl>
                                        <p:attrNameLst>
                                          <p:attrName>style.visibility</p:attrName>
                                        </p:attrNameLst>
                                      </p:cBhvr>
                                      <p:to>
                                        <p:strVal val="visible"/>
                                      </p:to>
                                    </p:set>
                                    <p:animEffect transition="in" filter="fade">
                                      <p:cBhvr>
                                        <p:cTn id="632" dur="650"/>
                                        <p:tgtEl>
                                          <p:spTgt spid="70"/>
                                        </p:tgtEl>
                                      </p:cBhvr>
                                    </p:animEffect>
                                    <p:anim calcmode="lin" valueType="num">
                                      <p:cBhvr>
                                        <p:cTn id="633" dur="650" fill="hold"/>
                                        <p:tgtEl>
                                          <p:spTgt spid="70"/>
                                        </p:tgtEl>
                                        <p:attrNameLst>
                                          <p:attrName>ppt_x</p:attrName>
                                        </p:attrNameLst>
                                      </p:cBhvr>
                                      <p:tavLst>
                                        <p:tav tm="0">
                                          <p:val>
                                            <p:strVal val="#ppt_x"/>
                                          </p:val>
                                        </p:tav>
                                        <p:tav tm="100000">
                                          <p:val>
                                            <p:strVal val="#ppt_x"/>
                                          </p:val>
                                        </p:tav>
                                      </p:tavLst>
                                    </p:anim>
                                    <p:anim calcmode="lin" valueType="num">
                                      <p:cBhvr>
                                        <p:cTn id="634" dur="650" fill="hold"/>
                                        <p:tgtEl>
                                          <p:spTgt spid="70"/>
                                        </p:tgtEl>
                                        <p:attrNameLst>
                                          <p:attrName>ppt_y</p:attrName>
                                        </p:attrNameLst>
                                      </p:cBhvr>
                                      <p:tavLst>
                                        <p:tav tm="0">
                                          <p:val>
                                            <p:strVal val="#ppt_y+.1"/>
                                          </p:val>
                                        </p:tav>
                                        <p:tav tm="100000">
                                          <p:val>
                                            <p:strVal val="#ppt_y"/>
                                          </p:val>
                                        </p:tav>
                                      </p:tavLst>
                                    </p:anim>
                                  </p:childTnLst>
                                </p:cTn>
                              </p:par>
                              <p:par>
                                <p:cTn id="635" presetID="42" presetClass="entr" presetSubtype="0" fill="hold" grpId="0" nodeType="withEffect">
                                  <p:stCondLst>
                                    <p:cond delay="250"/>
                                  </p:stCondLst>
                                  <p:childTnLst>
                                    <p:set>
                                      <p:cBhvr>
                                        <p:cTn id="636" dur="1" fill="hold">
                                          <p:stCondLst>
                                            <p:cond delay="0"/>
                                          </p:stCondLst>
                                        </p:cTn>
                                        <p:tgtEl>
                                          <p:spTgt spid="71"/>
                                        </p:tgtEl>
                                        <p:attrNameLst>
                                          <p:attrName>style.visibility</p:attrName>
                                        </p:attrNameLst>
                                      </p:cBhvr>
                                      <p:to>
                                        <p:strVal val="visible"/>
                                      </p:to>
                                    </p:set>
                                    <p:animEffect transition="in" filter="fade">
                                      <p:cBhvr>
                                        <p:cTn id="637" dur="650"/>
                                        <p:tgtEl>
                                          <p:spTgt spid="71"/>
                                        </p:tgtEl>
                                      </p:cBhvr>
                                    </p:animEffect>
                                    <p:anim calcmode="lin" valueType="num">
                                      <p:cBhvr>
                                        <p:cTn id="638" dur="650" fill="hold"/>
                                        <p:tgtEl>
                                          <p:spTgt spid="71"/>
                                        </p:tgtEl>
                                        <p:attrNameLst>
                                          <p:attrName>ppt_x</p:attrName>
                                        </p:attrNameLst>
                                      </p:cBhvr>
                                      <p:tavLst>
                                        <p:tav tm="0">
                                          <p:val>
                                            <p:strVal val="#ppt_x"/>
                                          </p:val>
                                        </p:tav>
                                        <p:tav tm="100000">
                                          <p:val>
                                            <p:strVal val="#ppt_x"/>
                                          </p:val>
                                        </p:tav>
                                      </p:tavLst>
                                    </p:anim>
                                    <p:anim calcmode="lin" valueType="num">
                                      <p:cBhvr>
                                        <p:cTn id="639" dur="650" fill="hold"/>
                                        <p:tgtEl>
                                          <p:spTgt spid="71"/>
                                        </p:tgtEl>
                                        <p:attrNameLst>
                                          <p:attrName>ppt_y</p:attrName>
                                        </p:attrNameLst>
                                      </p:cBhvr>
                                      <p:tavLst>
                                        <p:tav tm="0">
                                          <p:val>
                                            <p:strVal val="#ppt_y+.1"/>
                                          </p:val>
                                        </p:tav>
                                        <p:tav tm="100000">
                                          <p:val>
                                            <p:strVal val="#ppt_y"/>
                                          </p:val>
                                        </p:tav>
                                      </p:tavLst>
                                    </p:anim>
                                  </p:childTnLst>
                                </p:cTn>
                              </p:par>
                              <p:par>
                                <p:cTn id="640" presetID="42" presetClass="entr" presetSubtype="0" fill="hold" grpId="0" nodeType="withEffect">
                                  <p:stCondLst>
                                    <p:cond delay="250"/>
                                  </p:stCondLst>
                                  <p:childTnLst>
                                    <p:set>
                                      <p:cBhvr>
                                        <p:cTn id="641" dur="1" fill="hold">
                                          <p:stCondLst>
                                            <p:cond delay="0"/>
                                          </p:stCondLst>
                                        </p:cTn>
                                        <p:tgtEl>
                                          <p:spTgt spid="72"/>
                                        </p:tgtEl>
                                        <p:attrNameLst>
                                          <p:attrName>style.visibility</p:attrName>
                                        </p:attrNameLst>
                                      </p:cBhvr>
                                      <p:to>
                                        <p:strVal val="visible"/>
                                      </p:to>
                                    </p:set>
                                    <p:animEffect transition="in" filter="fade">
                                      <p:cBhvr>
                                        <p:cTn id="642" dur="650"/>
                                        <p:tgtEl>
                                          <p:spTgt spid="72"/>
                                        </p:tgtEl>
                                      </p:cBhvr>
                                    </p:animEffect>
                                    <p:anim calcmode="lin" valueType="num">
                                      <p:cBhvr>
                                        <p:cTn id="643" dur="650" fill="hold"/>
                                        <p:tgtEl>
                                          <p:spTgt spid="72"/>
                                        </p:tgtEl>
                                        <p:attrNameLst>
                                          <p:attrName>ppt_x</p:attrName>
                                        </p:attrNameLst>
                                      </p:cBhvr>
                                      <p:tavLst>
                                        <p:tav tm="0">
                                          <p:val>
                                            <p:strVal val="#ppt_x"/>
                                          </p:val>
                                        </p:tav>
                                        <p:tav tm="100000">
                                          <p:val>
                                            <p:strVal val="#ppt_x"/>
                                          </p:val>
                                        </p:tav>
                                      </p:tavLst>
                                    </p:anim>
                                    <p:anim calcmode="lin" valueType="num">
                                      <p:cBhvr>
                                        <p:cTn id="644" dur="650" fill="hold"/>
                                        <p:tgtEl>
                                          <p:spTgt spid="72"/>
                                        </p:tgtEl>
                                        <p:attrNameLst>
                                          <p:attrName>ppt_y</p:attrName>
                                        </p:attrNameLst>
                                      </p:cBhvr>
                                      <p:tavLst>
                                        <p:tav tm="0">
                                          <p:val>
                                            <p:strVal val="#ppt_y+.1"/>
                                          </p:val>
                                        </p:tav>
                                        <p:tav tm="100000">
                                          <p:val>
                                            <p:strVal val="#ppt_y"/>
                                          </p:val>
                                        </p:tav>
                                      </p:tavLst>
                                    </p:anim>
                                  </p:childTnLst>
                                </p:cTn>
                              </p:par>
                              <p:par>
                                <p:cTn id="645" presetID="42" presetClass="entr" presetSubtype="0" fill="hold" grpId="0" nodeType="withEffect">
                                  <p:stCondLst>
                                    <p:cond delay="250"/>
                                  </p:stCondLst>
                                  <p:childTnLst>
                                    <p:set>
                                      <p:cBhvr>
                                        <p:cTn id="646" dur="1" fill="hold">
                                          <p:stCondLst>
                                            <p:cond delay="0"/>
                                          </p:stCondLst>
                                        </p:cTn>
                                        <p:tgtEl>
                                          <p:spTgt spid="73"/>
                                        </p:tgtEl>
                                        <p:attrNameLst>
                                          <p:attrName>style.visibility</p:attrName>
                                        </p:attrNameLst>
                                      </p:cBhvr>
                                      <p:to>
                                        <p:strVal val="visible"/>
                                      </p:to>
                                    </p:set>
                                    <p:animEffect transition="in" filter="fade">
                                      <p:cBhvr>
                                        <p:cTn id="647" dur="650"/>
                                        <p:tgtEl>
                                          <p:spTgt spid="73"/>
                                        </p:tgtEl>
                                      </p:cBhvr>
                                    </p:animEffect>
                                    <p:anim calcmode="lin" valueType="num">
                                      <p:cBhvr>
                                        <p:cTn id="648" dur="650" fill="hold"/>
                                        <p:tgtEl>
                                          <p:spTgt spid="73"/>
                                        </p:tgtEl>
                                        <p:attrNameLst>
                                          <p:attrName>ppt_x</p:attrName>
                                        </p:attrNameLst>
                                      </p:cBhvr>
                                      <p:tavLst>
                                        <p:tav tm="0">
                                          <p:val>
                                            <p:strVal val="#ppt_x"/>
                                          </p:val>
                                        </p:tav>
                                        <p:tav tm="100000">
                                          <p:val>
                                            <p:strVal val="#ppt_x"/>
                                          </p:val>
                                        </p:tav>
                                      </p:tavLst>
                                    </p:anim>
                                    <p:anim calcmode="lin" valueType="num">
                                      <p:cBhvr>
                                        <p:cTn id="649" dur="650" fill="hold"/>
                                        <p:tgtEl>
                                          <p:spTgt spid="73"/>
                                        </p:tgtEl>
                                        <p:attrNameLst>
                                          <p:attrName>ppt_y</p:attrName>
                                        </p:attrNameLst>
                                      </p:cBhvr>
                                      <p:tavLst>
                                        <p:tav tm="0">
                                          <p:val>
                                            <p:strVal val="#ppt_y+.1"/>
                                          </p:val>
                                        </p:tav>
                                        <p:tav tm="100000">
                                          <p:val>
                                            <p:strVal val="#ppt_y"/>
                                          </p:val>
                                        </p:tav>
                                      </p:tavLst>
                                    </p:anim>
                                  </p:childTnLst>
                                </p:cTn>
                              </p:par>
                              <p:par>
                                <p:cTn id="650" presetID="42" presetClass="entr" presetSubtype="0" fill="hold" nodeType="withEffect">
                                  <p:stCondLst>
                                    <p:cond delay="250"/>
                                  </p:stCondLst>
                                  <p:childTnLst>
                                    <p:set>
                                      <p:cBhvr>
                                        <p:cTn id="651" dur="1" fill="hold">
                                          <p:stCondLst>
                                            <p:cond delay="0"/>
                                          </p:stCondLst>
                                        </p:cTn>
                                        <p:tgtEl>
                                          <p:spTgt spid="74"/>
                                        </p:tgtEl>
                                        <p:attrNameLst>
                                          <p:attrName>style.visibility</p:attrName>
                                        </p:attrNameLst>
                                      </p:cBhvr>
                                      <p:to>
                                        <p:strVal val="visible"/>
                                      </p:to>
                                    </p:set>
                                    <p:animEffect transition="in" filter="fade">
                                      <p:cBhvr>
                                        <p:cTn id="652" dur="650"/>
                                        <p:tgtEl>
                                          <p:spTgt spid="74"/>
                                        </p:tgtEl>
                                      </p:cBhvr>
                                    </p:animEffect>
                                    <p:anim calcmode="lin" valueType="num">
                                      <p:cBhvr>
                                        <p:cTn id="653" dur="650" fill="hold"/>
                                        <p:tgtEl>
                                          <p:spTgt spid="74"/>
                                        </p:tgtEl>
                                        <p:attrNameLst>
                                          <p:attrName>ppt_x</p:attrName>
                                        </p:attrNameLst>
                                      </p:cBhvr>
                                      <p:tavLst>
                                        <p:tav tm="0">
                                          <p:val>
                                            <p:strVal val="#ppt_x"/>
                                          </p:val>
                                        </p:tav>
                                        <p:tav tm="100000">
                                          <p:val>
                                            <p:strVal val="#ppt_x"/>
                                          </p:val>
                                        </p:tav>
                                      </p:tavLst>
                                    </p:anim>
                                    <p:anim calcmode="lin" valueType="num">
                                      <p:cBhvr>
                                        <p:cTn id="654" dur="650" fill="hold"/>
                                        <p:tgtEl>
                                          <p:spTgt spid="74"/>
                                        </p:tgtEl>
                                        <p:attrNameLst>
                                          <p:attrName>ppt_y</p:attrName>
                                        </p:attrNameLst>
                                      </p:cBhvr>
                                      <p:tavLst>
                                        <p:tav tm="0">
                                          <p:val>
                                            <p:strVal val="#ppt_y+.1"/>
                                          </p:val>
                                        </p:tav>
                                        <p:tav tm="100000">
                                          <p:val>
                                            <p:strVal val="#ppt_y"/>
                                          </p:val>
                                        </p:tav>
                                      </p:tavLst>
                                    </p:anim>
                                  </p:childTnLst>
                                </p:cTn>
                              </p:par>
                              <p:par>
                                <p:cTn id="655" presetID="42" presetClass="entr" presetSubtype="0" fill="hold" grpId="0" nodeType="withEffect">
                                  <p:stCondLst>
                                    <p:cond delay="250"/>
                                  </p:stCondLst>
                                  <p:childTnLst>
                                    <p:set>
                                      <p:cBhvr>
                                        <p:cTn id="656" dur="1" fill="hold">
                                          <p:stCondLst>
                                            <p:cond delay="0"/>
                                          </p:stCondLst>
                                        </p:cTn>
                                        <p:tgtEl>
                                          <p:spTgt spid="75"/>
                                        </p:tgtEl>
                                        <p:attrNameLst>
                                          <p:attrName>style.visibility</p:attrName>
                                        </p:attrNameLst>
                                      </p:cBhvr>
                                      <p:to>
                                        <p:strVal val="visible"/>
                                      </p:to>
                                    </p:set>
                                    <p:animEffect transition="in" filter="fade">
                                      <p:cBhvr>
                                        <p:cTn id="657" dur="650"/>
                                        <p:tgtEl>
                                          <p:spTgt spid="75"/>
                                        </p:tgtEl>
                                      </p:cBhvr>
                                    </p:animEffect>
                                    <p:anim calcmode="lin" valueType="num">
                                      <p:cBhvr>
                                        <p:cTn id="658" dur="650" fill="hold"/>
                                        <p:tgtEl>
                                          <p:spTgt spid="75"/>
                                        </p:tgtEl>
                                        <p:attrNameLst>
                                          <p:attrName>ppt_x</p:attrName>
                                        </p:attrNameLst>
                                      </p:cBhvr>
                                      <p:tavLst>
                                        <p:tav tm="0">
                                          <p:val>
                                            <p:strVal val="#ppt_x"/>
                                          </p:val>
                                        </p:tav>
                                        <p:tav tm="100000">
                                          <p:val>
                                            <p:strVal val="#ppt_x"/>
                                          </p:val>
                                        </p:tav>
                                      </p:tavLst>
                                    </p:anim>
                                    <p:anim calcmode="lin" valueType="num">
                                      <p:cBhvr>
                                        <p:cTn id="659" dur="650" fill="hold"/>
                                        <p:tgtEl>
                                          <p:spTgt spid="75"/>
                                        </p:tgtEl>
                                        <p:attrNameLst>
                                          <p:attrName>ppt_y</p:attrName>
                                        </p:attrNameLst>
                                      </p:cBhvr>
                                      <p:tavLst>
                                        <p:tav tm="0">
                                          <p:val>
                                            <p:strVal val="#ppt_y+.1"/>
                                          </p:val>
                                        </p:tav>
                                        <p:tav tm="100000">
                                          <p:val>
                                            <p:strVal val="#ppt_y"/>
                                          </p:val>
                                        </p:tav>
                                      </p:tavLst>
                                    </p:anim>
                                  </p:childTnLst>
                                </p:cTn>
                              </p:par>
                              <p:par>
                                <p:cTn id="660" presetID="42" presetClass="entr" presetSubtype="0" fill="hold" grpId="0" nodeType="withEffect">
                                  <p:stCondLst>
                                    <p:cond delay="250"/>
                                  </p:stCondLst>
                                  <p:childTnLst>
                                    <p:set>
                                      <p:cBhvr>
                                        <p:cTn id="661" dur="1" fill="hold">
                                          <p:stCondLst>
                                            <p:cond delay="0"/>
                                          </p:stCondLst>
                                        </p:cTn>
                                        <p:tgtEl>
                                          <p:spTgt spid="76"/>
                                        </p:tgtEl>
                                        <p:attrNameLst>
                                          <p:attrName>style.visibility</p:attrName>
                                        </p:attrNameLst>
                                      </p:cBhvr>
                                      <p:to>
                                        <p:strVal val="visible"/>
                                      </p:to>
                                    </p:set>
                                    <p:animEffect transition="in" filter="fade">
                                      <p:cBhvr>
                                        <p:cTn id="662" dur="650"/>
                                        <p:tgtEl>
                                          <p:spTgt spid="76"/>
                                        </p:tgtEl>
                                      </p:cBhvr>
                                    </p:animEffect>
                                    <p:anim calcmode="lin" valueType="num">
                                      <p:cBhvr>
                                        <p:cTn id="663" dur="650" fill="hold"/>
                                        <p:tgtEl>
                                          <p:spTgt spid="76"/>
                                        </p:tgtEl>
                                        <p:attrNameLst>
                                          <p:attrName>ppt_x</p:attrName>
                                        </p:attrNameLst>
                                      </p:cBhvr>
                                      <p:tavLst>
                                        <p:tav tm="0">
                                          <p:val>
                                            <p:strVal val="#ppt_x"/>
                                          </p:val>
                                        </p:tav>
                                        <p:tav tm="100000">
                                          <p:val>
                                            <p:strVal val="#ppt_x"/>
                                          </p:val>
                                        </p:tav>
                                      </p:tavLst>
                                    </p:anim>
                                    <p:anim calcmode="lin" valueType="num">
                                      <p:cBhvr>
                                        <p:cTn id="664" dur="650" fill="hold"/>
                                        <p:tgtEl>
                                          <p:spTgt spid="76"/>
                                        </p:tgtEl>
                                        <p:attrNameLst>
                                          <p:attrName>ppt_y</p:attrName>
                                        </p:attrNameLst>
                                      </p:cBhvr>
                                      <p:tavLst>
                                        <p:tav tm="0">
                                          <p:val>
                                            <p:strVal val="#ppt_y+.1"/>
                                          </p:val>
                                        </p:tav>
                                        <p:tav tm="100000">
                                          <p:val>
                                            <p:strVal val="#ppt_y"/>
                                          </p:val>
                                        </p:tav>
                                      </p:tavLst>
                                    </p:anim>
                                  </p:childTnLst>
                                </p:cTn>
                              </p:par>
                              <p:par>
                                <p:cTn id="665" presetID="42" presetClass="entr" presetSubtype="0" fill="hold" grpId="0" nodeType="withEffect">
                                  <p:stCondLst>
                                    <p:cond delay="250"/>
                                  </p:stCondLst>
                                  <p:childTnLst>
                                    <p:set>
                                      <p:cBhvr>
                                        <p:cTn id="666" dur="1" fill="hold">
                                          <p:stCondLst>
                                            <p:cond delay="0"/>
                                          </p:stCondLst>
                                        </p:cTn>
                                        <p:tgtEl>
                                          <p:spTgt spid="77"/>
                                        </p:tgtEl>
                                        <p:attrNameLst>
                                          <p:attrName>style.visibility</p:attrName>
                                        </p:attrNameLst>
                                      </p:cBhvr>
                                      <p:to>
                                        <p:strVal val="visible"/>
                                      </p:to>
                                    </p:set>
                                    <p:animEffect transition="in" filter="fade">
                                      <p:cBhvr>
                                        <p:cTn id="667" dur="650"/>
                                        <p:tgtEl>
                                          <p:spTgt spid="77"/>
                                        </p:tgtEl>
                                      </p:cBhvr>
                                    </p:animEffect>
                                    <p:anim calcmode="lin" valueType="num">
                                      <p:cBhvr>
                                        <p:cTn id="668" dur="650" fill="hold"/>
                                        <p:tgtEl>
                                          <p:spTgt spid="77"/>
                                        </p:tgtEl>
                                        <p:attrNameLst>
                                          <p:attrName>ppt_x</p:attrName>
                                        </p:attrNameLst>
                                      </p:cBhvr>
                                      <p:tavLst>
                                        <p:tav tm="0">
                                          <p:val>
                                            <p:strVal val="#ppt_x"/>
                                          </p:val>
                                        </p:tav>
                                        <p:tav tm="100000">
                                          <p:val>
                                            <p:strVal val="#ppt_x"/>
                                          </p:val>
                                        </p:tav>
                                      </p:tavLst>
                                    </p:anim>
                                    <p:anim calcmode="lin" valueType="num">
                                      <p:cBhvr>
                                        <p:cTn id="669" dur="650" fill="hold"/>
                                        <p:tgtEl>
                                          <p:spTgt spid="77"/>
                                        </p:tgtEl>
                                        <p:attrNameLst>
                                          <p:attrName>ppt_y</p:attrName>
                                        </p:attrNameLst>
                                      </p:cBhvr>
                                      <p:tavLst>
                                        <p:tav tm="0">
                                          <p:val>
                                            <p:strVal val="#ppt_y+.1"/>
                                          </p:val>
                                        </p:tav>
                                        <p:tav tm="100000">
                                          <p:val>
                                            <p:strVal val="#ppt_y"/>
                                          </p:val>
                                        </p:tav>
                                      </p:tavLst>
                                    </p:anim>
                                  </p:childTnLst>
                                </p:cTn>
                              </p:par>
                              <p:par>
                                <p:cTn id="670" presetID="42" presetClass="entr" presetSubtype="0" fill="hold" grpId="0" nodeType="withEffect">
                                  <p:stCondLst>
                                    <p:cond delay="250"/>
                                  </p:stCondLst>
                                  <p:childTnLst>
                                    <p:set>
                                      <p:cBhvr>
                                        <p:cTn id="671" dur="1" fill="hold">
                                          <p:stCondLst>
                                            <p:cond delay="0"/>
                                          </p:stCondLst>
                                        </p:cTn>
                                        <p:tgtEl>
                                          <p:spTgt spid="78"/>
                                        </p:tgtEl>
                                        <p:attrNameLst>
                                          <p:attrName>style.visibility</p:attrName>
                                        </p:attrNameLst>
                                      </p:cBhvr>
                                      <p:to>
                                        <p:strVal val="visible"/>
                                      </p:to>
                                    </p:set>
                                    <p:animEffect transition="in" filter="fade">
                                      <p:cBhvr>
                                        <p:cTn id="672" dur="650"/>
                                        <p:tgtEl>
                                          <p:spTgt spid="78"/>
                                        </p:tgtEl>
                                      </p:cBhvr>
                                    </p:animEffect>
                                    <p:anim calcmode="lin" valueType="num">
                                      <p:cBhvr>
                                        <p:cTn id="673" dur="650" fill="hold"/>
                                        <p:tgtEl>
                                          <p:spTgt spid="78"/>
                                        </p:tgtEl>
                                        <p:attrNameLst>
                                          <p:attrName>ppt_x</p:attrName>
                                        </p:attrNameLst>
                                      </p:cBhvr>
                                      <p:tavLst>
                                        <p:tav tm="0">
                                          <p:val>
                                            <p:strVal val="#ppt_x"/>
                                          </p:val>
                                        </p:tav>
                                        <p:tav tm="100000">
                                          <p:val>
                                            <p:strVal val="#ppt_x"/>
                                          </p:val>
                                        </p:tav>
                                      </p:tavLst>
                                    </p:anim>
                                    <p:anim calcmode="lin" valueType="num">
                                      <p:cBhvr>
                                        <p:cTn id="674" dur="650" fill="hold"/>
                                        <p:tgtEl>
                                          <p:spTgt spid="78"/>
                                        </p:tgtEl>
                                        <p:attrNameLst>
                                          <p:attrName>ppt_y</p:attrName>
                                        </p:attrNameLst>
                                      </p:cBhvr>
                                      <p:tavLst>
                                        <p:tav tm="0">
                                          <p:val>
                                            <p:strVal val="#ppt_y+.1"/>
                                          </p:val>
                                        </p:tav>
                                        <p:tav tm="100000">
                                          <p:val>
                                            <p:strVal val="#ppt_y"/>
                                          </p:val>
                                        </p:tav>
                                      </p:tavLst>
                                    </p:anim>
                                  </p:childTnLst>
                                </p:cTn>
                              </p:par>
                              <p:par>
                                <p:cTn id="675" presetID="42" presetClass="entr" presetSubtype="0" fill="hold" grpId="0" nodeType="withEffect">
                                  <p:stCondLst>
                                    <p:cond delay="250"/>
                                  </p:stCondLst>
                                  <p:childTnLst>
                                    <p:set>
                                      <p:cBhvr>
                                        <p:cTn id="676" dur="1" fill="hold">
                                          <p:stCondLst>
                                            <p:cond delay="0"/>
                                          </p:stCondLst>
                                        </p:cTn>
                                        <p:tgtEl>
                                          <p:spTgt spid="79"/>
                                        </p:tgtEl>
                                        <p:attrNameLst>
                                          <p:attrName>style.visibility</p:attrName>
                                        </p:attrNameLst>
                                      </p:cBhvr>
                                      <p:to>
                                        <p:strVal val="visible"/>
                                      </p:to>
                                    </p:set>
                                    <p:animEffect transition="in" filter="fade">
                                      <p:cBhvr>
                                        <p:cTn id="677" dur="650"/>
                                        <p:tgtEl>
                                          <p:spTgt spid="79"/>
                                        </p:tgtEl>
                                      </p:cBhvr>
                                    </p:animEffect>
                                    <p:anim calcmode="lin" valueType="num">
                                      <p:cBhvr>
                                        <p:cTn id="678" dur="650" fill="hold"/>
                                        <p:tgtEl>
                                          <p:spTgt spid="79"/>
                                        </p:tgtEl>
                                        <p:attrNameLst>
                                          <p:attrName>ppt_x</p:attrName>
                                        </p:attrNameLst>
                                      </p:cBhvr>
                                      <p:tavLst>
                                        <p:tav tm="0">
                                          <p:val>
                                            <p:strVal val="#ppt_x"/>
                                          </p:val>
                                        </p:tav>
                                        <p:tav tm="100000">
                                          <p:val>
                                            <p:strVal val="#ppt_x"/>
                                          </p:val>
                                        </p:tav>
                                      </p:tavLst>
                                    </p:anim>
                                    <p:anim calcmode="lin" valueType="num">
                                      <p:cBhvr>
                                        <p:cTn id="679" dur="650" fill="hold"/>
                                        <p:tgtEl>
                                          <p:spTgt spid="79"/>
                                        </p:tgtEl>
                                        <p:attrNameLst>
                                          <p:attrName>ppt_y</p:attrName>
                                        </p:attrNameLst>
                                      </p:cBhvr>
                                      <p:tavLst>
                                        <p:tav tm="0">
                                          <p:val>
                                            <p:strVal val="#ppt_y+.1"/>
                                          </p:val>
                                        </p:tav>
                                        <p:tav tm="100000">
                                          <p:val>
                                            <p:strVal val="#ppt_y"/>
                                          </p:val>
                                        </p:tav>
                                      </p:tavLst>
                                    </p:anim>
                                  </p:childTnLst>
                                </p:cTn>
                              </p:par>
                              <p:par>
                                <p:cTn id="680" presetID="42" presetClass="entr" presetSubtype="0" fill="hold" grpId="0" nodeType="withEffect">
                                  <p:stCondLst>
                                    <p:cond delay="250"/>
                                  </p:stCondLst>
                                  <p:childTnLst>
                                    <p:set>
                                      <p:cBhvr>
                                        <p:cTn id="681" dur="1" fill="hold">
                                          <p:stCondLst>
                                            <p:cond delay="0"/>
                                          </p:stCondLst>
                                        </p:cTn>
                                        <p:tgtEl>
                                          <p:spTgt spid="80"/>
                                        </p:tgtEl>
                                        <p:attrNameLst>
                                          <p:attrName>style.visibility</p:attrName>
                                        </p:attrNameLst>
                                      </p:cBhvr>
                                      <p:to>
                                        <p:strVal val="visible"/>
                                      </p:to>
                                    </p:set>
                                    <p:animEffect transition="in" filter="fade">
                                      <p:cBhvr>
                                        <p:cTn id="682" dur="650"/>
                                        <p:tgtEl>
                                          <p:spTgt spid="80"/>
                                        </p:tgtEl>
                                      </p:cBhvr>
                                    </p:animEffect>
                                    <p:anim calcmode="lin" valueType="num">
                                      <p:cBhvr>
                                        <p:cTn id="683" dur="650" fill="hold"/>
                                        <p:tgtEl>
                                          <p:spTgt spid="80"/>
                                        </p:tgtEl>
                                        <p:attrNameLst>
                                          <p:attrName>ppt_x</p:attrName>
                                        </p:attrNameLst>
                                      </p:cBhvr>
                                      <p:tavLst>
                                        <p:tav tm="0">
                                          <p:val>
                                            <p:strVal val="#ppt_x"/>
                                          </p:val>
                                        </p:tav>
                                        <p:tav tm="100000">
                                          <p:val>
                                            <p:strVal val="#ppt_x"/>
                                          </p:val>
                                        </p:tav>
                                      </p:tavLst>
                                    </p:anim>
                                    <p:anim calcmode="lin" valueType="num">
                                      <p:cBhvr>
                                        <p:cTn id="684" dur="650" fill="hold"/>
                                        <p:tgtEl>
                                          <p:spTgt spid="80"/>
                                        </p:tgtEl>
                                        <p:attrNameLst>
                                          <p:attrName>ppt_y</p:attrName>
                                        </p:attrNameLst>
                                      </p:cBhvr>
                                      <p:tavLst>
                                        <p:tav tm="0">
                                          <p:val>
                                            <p:strVal val="#ppt_y+.1"/>
                                          </p:val>
                                        </p:tav>
                                        <p:tav tm="100000">
                                          <p:val>
                                            <p:strVal val="#ppt_y"/>
                                          </p:val>
                                        </p:tav>
                                      </p:tavLst>
                                    </p:anim>
                                  </p:childTnLst>
                                </p:cTn>
                              </p:par>
                              <p:par>
                                <p:cTn id="685" presetID="42" presetClass="entr" presetSubtype="0" fill="hold" grpId="0" nodeType="withEffect">
                                  <p:stCondLst>
                                    <p:cond delay="250"/>
                                  </p:stCondLst>
                                  <p:childTnLst>
                                    <p:set>
                                      <p:cBhvr>
                                        <p:cTn id="686" dur="1" fill="hold">
                                          <p:stCondLst>
                                            <p:cond delay="0"/>
                                          </p:stCondLst>
                                        </p:cTn>
                                        <p:tgtEl>
                                          <p:spTgt spid="81"/>
                                        </p:tgtEl>
                                        <p:attrNameLst>
                                          <p:attrName>style.visibility</p:attrName>
                                        </p:attrNameLst>
                                      </p:cBhvr>
                                      <p:to>
                                        <p:strVal val="visible"/>
                                      </p:to>
                                    </p:set>
                                    <p:animEffect transition="in" filter="fade">
                                      <p:cBhvr>
                                        <p:cTn id="687" dur="650"/>
                                        <p:tgtEl>
                                          <p:spTgt spid="81"/>
                                        </p:tgtEl>
                                      </p:cBhvr>
                                    </p:animEffect>
                                    <p:anim calcmode="lin" valueType="num">
                                      <p:cBhvr>
                                        <p:cTn id="688" dur="650" fill="hold"/>
                                        <p:tgtEl>
                                          <p:spTgt spid="81"/>
                                        </p:tgtEl>
                                        <p:attrNameLst>
                                          <p:attrName>ppt_x</p:attrName>
                                        </p:attrNameLst>
                                      </p:cBhvr>
                                      <p:tavLst>
                                        <p:tav tm="0">
                                          <p:val>
                                            <p:strVal val="#ppt_x"/>
                                          </p:val>
                                        </p:tav>
                                        <p:tav tm="100000">
                                          <p:val>
                                            <p:strVal val="#ppt_x"/>
                                          </p:val>
                                        </p:tav>
                                      </p:tavLst>
                                    </p:anim>
                                    <p:anim calcmode="lin" valueType="num">
                                      <p:cBhvr>
                                        <p:cTn id="689" dur="650" fill="hold"/>
                                        <p:tgtEl>
                                          <p:spTgt spid="81"/>
                                        </p:tgtEl>
                                        <p:attrNameLst>
                                          <p:attrName>ppt_y</p:attrName>
                                        </p:attrNameLst>
                                      </p:cBhvr>
                                      <p:tavLst>
                                        <p:tav tm="0">
                                          <p:val>
                                            <p:strVal val="#ppt_y+.1"/>
                                          </p:val>
                                        </p:tav>
                                        <p:tav tm="100000">
                                          <p:val>
                                            <p:strVal val="#ppt_y"/>
                                          </p:val>
                                        </p:tav>
                                      </p:tavLst>
                                    </p:anim>
                                  </p:childTnLst>
                                </p:cTn>
                              </p:par>
                              <p:par>
                                <p:cTn id="690" presetID="42" presetClass="entr" presetSubtype="0" fill="hold" grpId="0" nodeType="withEffect">
                                  <p:stCondLst>
                                    <p:cond delay="250"/>
                                  </p:stCondLst>
                                  <p:childTnLst>
                                    <p:set>
                                      <p:cBhvr>
                                        <p:cTn id="691" dur="1" fill="hold">
                                          <p:stCondLst>
                                            <p:cond delay="0"/>
                                          </p:stCondLst>
                                        </p:cTn>
                                        <p:tgtEl>
                                          <p:spTgt spid="82"/>
                                        </p:tgtEl>
                                        <p:attrNameLst>
                                          <p:attrName>style.visibility</p:attrName>
                                        </p:attrNameLst>
                                      </p:cBhvr>
                                      <p:to>
                                        <p:strVal val="visible"/>
                                      </p:to>
                                    </p:set>
                                    <p:animEffect transition="in" filter="fade">
                                      <p:cBhvr>
                                        <p:cTn id="692" dur="650"/>
                                        <p:tgtEl>
                                          <p:spTgt spid="82"/>
                                        </p:tgtEl>
                                      </p:cBhvr>
                                    </p:animEffect>
                                    <p:anim calcmode="lin" valueType="num">
                                      <p:cBhvr>
                                        <p:cTn id="693" dur="650" fill="hold"/>
                                        <p:tgtEl>
                                          <p:spTgt spid="82"/>
                                        </p:tgtEl>
                                        <p:attrNameLst>
                                          <p:attrName>ppt_x</p:attrName>
                                        </p:attrNameLst>
                                      </p:cBhvr>
                                      <p:tavLst>
                                        <p:tav tm="0">
                                          <p:val>
                                            <p:strVal val="#ppt_x"/>
                                          </p:val>
                                        </p:tav>
                                        <p:tav tm="100000">
                                          <p:val>
                                            <p:strVal val="#ppt_x"/>
                                          </p:val>
                                        </p:tav>
                                      </p:tavLst>
                                    </p:anim>
                                    <p:anim calcmode="lin" valueType="num">
                                      <p:cBhvr>
                                        <p:cTn id="694" dur="650" fill="hold"/>
                                        <p:tgtEl>
                                          <p:spTgt spid="82"/>
                                        </p:tgtEl>
                                        <p:attrNameLst>
                                          <p:attrName>ppt_y</p:attrName>
                                        </p:attrNameLst>
                                      </p:cBhvr>
                                      <p:tavLst>
                                        <p:tav tm="0">
                                          <p:val>
                                            <p:strVal val="#ppt_y+.1"/>
                                          </p:val>
                                        </p:tav>
                                        <p:tav tm="100000">
                                          <p:val>
                                            <p:strVal val="#ppt_y"/>
                                          </p:val>
                                        </p:tav>
                                      </p:tavLst>
                                    </p:anim>
                                  </p:childTnLst>
                                </p:cTn>
                              </p:par>
                              <p:par>
                                <p:cTn id="695" presetID="42" presetClass="entr" presetSubtype="0" fill="hold" grpId="0" nodeType="withEffect">
                                  <p:stCondLst>
                                    <p:cond delay="250"/>
                                  </p:stCondLst>
                                  <p:childTnLst>
                                    <p:set>
                                      <p:cBhvr>
                                        <p:cTn id="696" dur="1" fill="hold">
                                          <p:stCondLst>
                                            <p:cond delay="0"/>
                                          </p:stCondLst>
                                        </p:cTn>
                                        <p:tgtEl>
                                          <p:spTgt spid="83"/>
                                        </p:tgtEl>
                                        <p:attrNameLst>
                                          <p:attrName>style.visibility</p:attrName>
                                        </p:attrNameLst>
                                      </p:cBhvr>
                                      <p:to>
                                        <p:strVal val="visible"/>
                                      </p:to>
                                    </p:set>
                                    <p:animEffect transition="in" filter="fade">
                                      <p:cBhvr>
                                        <p:cTn id="697" dur="650"/>
                                        <p:tgtEl>
                                          <p:spTgt spid="83"/>
                                        </p:tgtEl>
                                      </p:cBhvr>
                                    </p:animEffect>
                                    <p:anim calcmode="lin" valueType="num">
                                      <p:cBhvr>
                                        <p:cTn id="698" dur="650" fill="hold"/>
                                        <p:tgtEl>
                                          <p:spTgt spid="83"/>
                                        </p:tgtEl>
                                        <p:attrNameLst>
                                          <p:attrName>ppt_x</p:attrName>
                                        </p:attrNameLst>
                                      </p:cBhvr>
                                      <p:tavLst>
                                        <p:tav tm="0">
                                          <p:val>
                                            <p:strVal val="#ppt_x"/>
                                          </p:val>
                                        </p:tav>
                                        <p:tav tm="100000">
                                          <p:val>
                                            <p:strVal val="#ppt_x"/>
                                          </p:val>
                                        </p:tav>
                                      </p:tavLst>
                                    </p:anim>
                                    <p:anim calcmode="lin" valueType="num">
                                      <p:cBhvr>
                                        <p:cTn id="699" dur="650" fill="hold"/>
                                        <p:tgtEl>
                                          <p:spTgt spid="83"/>
                                        </p:tgtEl>
                                        <p:attrNameLst>
                                          <p:attrName>ppt_y</p:attrName>
                                        </p:attrNameLst>
                                      </p:cBhvr>
                                      <p:tavLst>
                                        <p:tav tm="0">
                                          <p:val>
                                            <p:strVal val="#ppt_y+.1"/>
                                          </p:val>
                                        </p:tav>
                                        <p:tav tm="100000">
                                          <p:val>
                                            <p:strVal val="#ppt_y"/>
                                          </p:val>
                                        </p:tav>
                                      </p:tavLst>
                                    </p:anim>
                                  </p:childTnLst>
                                </p:cTn>
                              </p:par>
                              <p:par>
                                <p:cTn id="700" presetID="42" presetClass="entr" presetSubtype="0" fill="hold" grpId="0" nodeType="withEffect">
                                  <p:stCondLst>
                                    <p:cond delay="250"/>
                                  </p:stCondLst>
                                  <p:childTnLst>
                                    <p:set>
                                      <p:cBhvr>
                                        <p:cTn id="701" dur="1" fill="hold">
                                          <p:stCondLst>
                                            <p:cond delay="0"/>
                                          </p:stCondLst>
                                        </p:cTn>
                                        <p:tgtEl>
                                          <p:spTgt spid="84"/>
                                        </p:tgtEl>
                                        <p:attrNameLst>
                                          <p:attrName>style.visibility</p:attrName>
                                        </p:attrNameLst>
                                      </p:cBhvr>
                                      <p:to>
                                        <p:strVal val="visible"/>
                                      </p:to>
                                    </p:set>
                                    <p:animEffect transition="in" filter="fade">
                                      <p:cBhvr>
                                        <p:cTn id="702" dur="650"/>
                                        <p:tgtEl>
                                          <p:spTgt spid="84"/>
                                        </p:tgtEl>
                                      </p:cBhvr>
                                    </p:animEffect>
                                    <p:anim calcmode="lin" valueType="num">
                                      <p:cBhvr>
                                        <p:cTn id="703" dur="650" fill="hold"/>
                                        <p:tgtEl>
                                          <p:spTgt spid="84"/>
                                        </p:tgtEl>
                                        <p:attrNameLst>
                                          <p:attrName>ppt_x</p:attrName>
                                        </p:attrNameLst>
                                      </p:cBhvr>
                                      <p:tavLst>
                                        <p:tav tm="0">
                                          <p:val>
                                            <p:strVal val="#ppt_x"/>
                                          </p:val>
                                        </p:tav>
                                        <p:tav tm="100000">
                                          <p:val>
                                            <p:strVal val="#ppt_x"/>
                                          </p:val>
                                        </p:tav>
                                      </p:tavLst>
                                    </p:anim>
                                    <p:anim calcmode="lin" valueType="num">
                                      <p:cBhvr>
                                        <p:cTn id="704" dur="650" fill="hold"/>
                                        <p:tgtEl>
                                          <p:spTgt spid="84"/>
                                        </p:tgtEl>
                                        <p:attrNameLst>
                                          <p:attrName>ppt_y</p:attrName>
                                        </p:attrNameLst>
                                      </p:cBhvr>
                                      <p:tavLst>
                                        <p:tav tm="0">
                                          <p:val>
                                            <p:strVal val="#ppt_y+.1"/>
                                          </p:val>
                                        </p:tav>
                                        <p:tav tm="100000">
                                          <p:val>
                                            <p:strVal val="#ppt_y"/>
                                          </p:val>
                                        </p:tav>
                                      </p:tavLst>
                                    </p:anim>
                                  </p:childTnLst>
                                </p:cTn>
                              </p:par>
                              <p:par>
                                <p:cTn id="705" presetID="42" presetClass="entr" presetSubtype="0" fill="hold" grpId="0" nodeType="withEffect">
                                  <p:stCondLst>
                                    <p:cond delay="250"/>
                                  </p:stCondLst>
                                  <p:childTnLst>
                                    <p:set>
                                      <p:cBhvr>
                                        <p:cTn id="706" dur="1" fill="hold">
                                          <p:stCondLst>
                                            <p:cond delay="0"/>
                                          </p:stCondLst>
                                        </p:cTn>
                                        <p:tgtEl>
                                          <p:spTgt spid="85"/>
                                        </p:tgtEl>
                                        <p:attrNameLst>
                                          <p:attrName>style.visibility</p:attrName>
                                        </p:attrNameLst>
                                      </p:cBhvr>
                                      <p:to>
                                        <p:strVal val="visible"/>
                                      </p:to>
                                    </p:set>
                                    <p:animEffect transition="in" filter="fade">
                                      <p:cBhvr>
                                        <p:cTn id="707" dur="650"/>
                                        <p:tgtEl>
                                          <p:spTgt spid="85"/>
                                        </p:tgtEl>
                                      </p:cBhvr>
                                    </p:animEffect>
                                    <p:anim calcmode="lin" valueType="num">
                                      <p:cBhvr>
                                        <p:cTn id="708" dur="650" fill="hold"/>
                                        <p:tgtEl>
                                          <p:spTgt spid="85"/>
                                        </p:tgtEl>
                                        <p:attrNameLst>
                                          <p:attrName>ppt_x</p:attrName>
                                        </p:attrNameLst>
                                      </p:cBhvr>
                                      <p:tavLst>
                                        <p:tav tm="0">
                                          <p:val>
                                            <p:strVal val="#ppt_x"/>
                                          </p:val>
                                        </p:tav>
                                        <p:tav tm="100000">
                                          <p:val>
                                            <p:strVal val="#ppt_x"/>
                                          </p:val>
                                        </p:tav>
                                      </p:tavLst>
                                    </p:anim>
                                    <p:anim calcmode="lin" valueType="num">
                                      <p:cBhvr>
                                        <p:cTn id="709" dur="650" fill="hold"/>
                                        <p:tgtEl>
                                          <p:spTgt spid="85"/>
                                        </p:tgtEl>
                                        <p:attrNameLst>
                                          <p:attrName>ppt_y</p:attrName>
                                        </p:attrNameLst>
                                      </p:cBhvr>
                                      <p:tavLst>
                                        <p:tav tm="0">
                                          <p:val>
                                            <p:strVal val="#ppt_y+.1"/>
                                          </p:val>
                                        </p:tav>
                                        <p:tav tm="100000">
                                          <p:val>
                                            <p:strVal val="#ppt_y"/>
                                          </p:val>
                                        </p:tav>
                                      </p:tavLst>
                                    </p:anim>
                                  </p:childTnLst>
                                </p:cTn>
                              </p:par>
                              <p:par>
                                <p:cTn id="710" presetID="42" presetClass="entr" presetSubtype="0" fill="hold" grpId="0" nodeType="withEffect">
                                  <p:stCondLst>
                                    <p:cond delay="250"/>
                                  </p:stCondLst>
                                  <p:childTnLst>
                                    <p:set>
                                      <p:cBhvr>
                                        <p:cTn id="711" dur="1" fill="hold">
                                          <p:stCondLst>
                                            <p:cond delay="0"/>
                                          </p:stCondLst>
                                        </p:cTn>
                                        <p:tgtEl>
                                          <p:spTgt spid="86"/>
                                        </p:tgtEl>
                                        <p:attrNameLst>
                                          <p:attrName>style.visibility</p:attrName>
                                        </p:attrNameLst>
                                      </p:cBhvr>
                                      <p:to>
                                        <p:strVal val="visible"/>
                                      </p:to>
                                    </p:set>
                                    <p:animEffect transition="in" filter="fade">
                                      <p:cBhvr>
                                        <p:cTn id="712" dur="650"/>
                                        <p:tgtEl>
                                          <p:spTgt spid="86"/>
                                        </p:tgtEl>
                                      </p:cBhvr>
                                    </p:animEffect>
                                    <p:anim calcmode="lin" valueType="num">
                                      <p:cBhvr>
                                        <p:cTn id="713" dur="650" fill="hold"/>
                                        <p:tgtEl>
                                          <p:spTgt spid="86"/>
                                        </p:tgtEl>
                                        <p:attrNameLst>
                                          <p:attrName>ppt_x</p:attrName>
                                        </p:attrNameLst>
                                      </p:cBhvr>
                                      <p:tavLst>
                                        <p:tav tm="0">
                                          <p:val>
                                            <p:strVal val="#ppt_x"/>
                                          </p:val>
                                        </p:tav>
                                        <p:tav tm="100000">
                                          <p:val>
                                            <p:strVal val="#ppt_x"/>
                                          </p:val>
                                        </p:tav>
                                      </p:tavLst>
                                    </p:anim>
                                    <p:anim calcmode="lin" valueType="num">
                                      <p:cBhvr>
                                        <p:cTn id="714" dur="650" fill="hold"/>
                                        <p:tgtEl>
                                          <p:spTgt spid="86"/>
                                        </p:tgtEl>
                                        <p:attrNameLst>
                                          <p:attrName>ppt_y</p:attrName>
                                        </p:attrNameLst>
                                      </p:cBhvr>
                                      <p:tavLst>
                                        <p:tav tm="0">
                                          <p:val>
                                            <p:strVal val="#ppt_y+.1"/>
                                          </p:val>
                                        </p:tav>
                                        <p:tav tm="100000">
                                          <p:val>
                                            <p:strVal val="#ppt_y"/>
                                          </p:val>
                                        </p:tav>
                                      </p:tavLst>
                                    </p:anim>
                                  </p:childTnLst>
                                </p:cTn>
                              </p:par>
                              <p:par>
                                <p:cTn id="715" presetID="42" presetClass="entr" presetSubtype="0" fill="hold" grpId="0" nodeType="withEffect">
                                  <p:stCondLst>
                                    <p:cond delay="250"/>
                                  </p:stCondLst>
                                  <p:childTnLst>
                                    <p:set>
                                      <p:cBhvr>
                                        <p:cTn id="716" dur="1" fill="hold">
                                          <p:stCondLst>
                                            <p:cond delay="0"/>
                                          </p:stCondLst>
                                        </p:cTn>
                                        <p:tgtEl>
                                          <p:spTgt spid="87"/>
                                        </p:tgtEl>
                                        <p:attrNameLst>
                                          <p:attrName>style.visibility</p:attrName>
                                        </p:attrNameLst>
                                      </p:cBhvr>
                                      <p:to>
                                        <p:strVal val="visible"/>
                                      </p:to>
                                    </p:set>
                                    <p:animEffect transition="in" filter="fade">
                                      <p:cBhvr>
                                        <p:cTn id="717" dur="650"/>
                                        <p:tgtEl>
                                          <p:spTgt spid="87"/>
                                        </p:tgtEl>
                                      </p:cBhvr>
                                    </p:animEffect>
                                    <p:anim calcmode="lin" valueType="num">
                                      <p:cBhvr>
                                        <p:cTn id="718" dur="650" fill="hold"/>
                                        <p:tgtEl>
                                          <p:spTgt spid="87"/>
                                        </p:tgtEl>
                                        <p:attrNameLst>
                                          <p:attrName>ppt_x</p:attrName>
                                        </p:attrNameLst>
                                      </p:cBhvr>
                                      <p:tavLst>
                                        <p:tav tm="0">
                                          <p:val>
                                            <p:strVal val="#ppt_x"/>
                                          </p:val>
                                        </p:tav>
                                        <p:tav tm="100000">
                                          <p:val>
                                            <p:strVal val="#ppt_x"/>
                                          </p:val>
                                        </p:tav>
                                      </p:tavLst>
                                    </p:anim>
                                    <p:anim calcmode="lin" valueType="num">
                                      <p:cBhvr>
                                        <p:cTn id="719" dur="650" fill="hold"/>
                                        <p:tgtEl>
                                          <p:spTgt spid="87"/>
                                        </p:tgtEl>
                                        <p:attrNameLst>
                                          <p:attrName>ppt_y</p:attrName>
                                        </p:attrNameLst>
                                      </p:cBhvr>
                                      <p:tavLst>
                                        <p:tav tm="0">
                                          <p:val>
                                            <p:strVal val="#ppt_y+.1"/>
                                          </p:val>
                                        </p:tav>
                                        <p:tav tm="100000">
                                          <p:val>
                                            <p:strVal val="#ppt_y"/>
                                          </p:val>
                                        </p:tav>
                                      </p:tavLst>
                                    </p:anim>
                                  </p:childTnLst>
                                </p:cTn>
                              </p:par>
                              <p:par>
                                <p:cTn id="720" presetID="42" presetClass="entr" presetSubtype="0" fill="hold" grpId="0" nodeType="withEffect">
                                  <p:stCondLst>
                                    <p:cond delay="250"/>
                                  </p:stCondLst>
                                  <p:childTnLst>
                                    <p:set>
                                      <p:cBhvr>
                                        <p:cTn id="721" dur="1" fill="hold">
                                          <p:stCondLst>
                                            <p:cond delay="0"/>
                                          </p:stCondLst>
                                        </p:cTn>
                                        <p:tgtEl>
                                          <p:spTgt spid="88"/>
                                        </p:tgtEl>
                                        <p:attrNameLst>
                                          <p:attrName>style.visibility</p:attrName>
                                        </p:attrNameLst>
                                      </p:cBhvr>
                                      <p:to>
                                        <p:strVal val="visible"/>
                                      </p:to>
                                    </p:set>
                                    <p:animEffect transition="in" filter="fade">
                                      <p:cBhvr>
                                        <p:cTn id="722" dur="650"/>
                                        <p:tgtEl>
                                          <p:spTgt spid="88"/>
                                        </p:tgtEl>
                                      </p:cBhvr>
                                    </p:animEffect>
                                    <p:anim calcmode="lin" valueType="num">
                                      <p:cBhvr>
                                        <p:cTn id="723" dur="650" fill="hold"/>
                                        <p:tgtEl>
                                          <p:spTgt spid="88"/>
                                        </p:tgtEl>
                                        <p:attrNameLst>
                                          <p:attrName>ppt_x</p:attrName>
                                        </p:attrNameLst>
                                      </p:cBhvr>
                                      <p:tavLst>
                                        <p:tav tm="0">
                                          <p:val>
                                            <p:strVal val="#ppt_x"/>
                                          </p:val>
                                        </p:tav>
                                        <p:tav tm="100000">
                                          <p:val>
                                            <p:strVal val="#ppt_x"/>
                                          </p:val>
                                        </p:tav>
                                      </p:tavLst>
                                    </p:anim>
                                    <p:anim calcmode="lin" valueType="num">
                                      <p:cBhvr>
                                        <p:cTn id="724" dur="650" fill="hold"/>
                                        <p:tgtEl>
                                          <p:spTgt spid="88"/>
                                        </p:tgtEl>
                                        <p:attrNameLst>
                                          <p:attrName>ppt_y</p:attrName>
                                        </p:attrNameLst>
                                      </p:cBhvr>
                                      <p:tavLst>
                                        <p:tav tm="0">
                                          <p:val>
                                            <p:strVal val="#ppt_y+.1"/>
                                          </p:val>
                                        </p:tav>
                                        <p:tav tm="100000">
                                          <p:val>
                                            <p:strVal val="#ppt_y"/>
                                          </p:val>
                                        </p:tav>
                                      </p:tavLst>
                                    </p:anim>
                                  </p:childTnLst>
                                </p:cTn>
                              </p:par>
                              <p:par>
                                <p:cTn id="725" presetID="42" presetClass="entr" presetSubtype="0" fill="hold" grpId="0" nodeType="withEffect">
                                  <p:stCondLst>
                                    <p:cond delay="250"/>
                                  </p:stCondLst>
                                  <p:childTnLst>
                                    <p:set>
                                      <p:cBhvr>
                                        <p:cTn id="726" dur="1" fill="hold">
                                          <p:stCondLst>
                                            <p:cond delay="0"/>
                                          </p:stCondLst>
                                        </p:cTn>
                                        <p:tgtEl>
                                          <p:spTgt spid="89"/>
                                        </p:tgtEl>
                                        <p:attrNameLst>
                                          <p:attrName>style.visibility</p:attrName>
                                        </p:attrNameLst>
                                      </p:cBhvr>
                                      <p:to>
                                        <p:strVal val="visible"/>
                                      </p:to>
                                    </p:set>
                                    <p:animEffect transition="in" filter="fade">
                                      <p:cBhvr>
                                        <p:cTn id="727" dur="650"/>
                                        <p:tgtEl>
                                          <p:spTgt spid="89"/>
                                        </p:tgtEl>
                                      </p:cBhvr>
                                    </p:animEffect>
                                    <p:anim calcmode="lin" valueType="num">
                                      <p:cBhvr>
                                        <p:cTn id="728" dur="650" fill="hold"/>
                                        <p:tgtEl>
                                          <p:spTgt spid="89"/>
                                        </p:tgtEl>
                                        <p:attrNameLst>
                                          <p:attrName>ppt_x</p:attrName>
                                        </p:attrNameLst>
                                      </p:cBhvr>
                                      <p:tavLst>
                                        <p:tav tm="0">
                                          <p:val>
                                            <p:strVal val="#ppt_x"/>
                                          </p:val>
                                        </p:tav>
                                        <p:tav tm="100000">
                                          <p:val>
                                            <p:strVal val="#ppt_x"/>
                                          </p:val>
                                        </p:tav>
                                      </p:tavLst>
                                    </p:anim>
                                    <p:anim calcmode="lin" valueType="num">
                                      <p:cBhvr>
                                        <p:cTn id="729" dur="650" fill="hold"/>
                                        <p:tgtEl>
                                          <p:spTgt spid="89"/>
                                        </p:tgtEl>
                                        <p:attrNameLst>
                                          <p:attrName>ppt_y</p:attrName>
                                        </p:attrNameLst>
                                      </p:cBhvr>
                                      <p:tavLst>
                                        <p:tav tm="0">
                                          <p:val>
                                            <p:strVal val="#ppt_y+.1"/>
                                          </p:val>
                                        </p:tav>
                                        <p:tav tm="100000">
                                          <p:val>
                                            <p:strVal val="#ppt_y"/>
                                          </p:val>
                                        </p:tav>
                                      </p:tavLst>
                                    </p:anim>
                                  </p:childTnLst>
                                </p:cTn>
                              </p:par>
                              <p:par>
                                <p:cTn id="730" presetID="42" presetClass="entr" presetSubtype="0" fill="hold" grpId="0" nodeType="withEffect">
                                  <p:stCondLst>
                                    <p:cond delay="250"/>
                                  </p:stCondLst>
                                  <p:childTnLst>
                                    <p:set>
                                      <p:cBhvr>
                                        <p:cTn id="731" dur="1" fill="hold">
                                          <p:stCondLst>
                                            <p:cond delay="0"/>
                                          </p:stCondLst>
                                        </p:cTn>
                                        <p:tgtEl>
                                          <p:spTgt spid="90"/>
                                        </p:tgtEl>
                                        <p:attrNameLst>
                                          <p:attrName>style.visibility</p:attrName>
                                        </p:attrNameLst>
                                      </p:cBhvr>
                                      <p:to>
                                        <p:strVal val="visible"/>
                                      </p:to>
                                    </p:set>
                                    <p:animEffect transition="in" filter="fade">
                                      <p:cBhvr>
                                        <p:cTn id="732" dur="650"/>
                                        <p:tgtEl>
                                          <p:spTgt spid="90"/>
                                        </p:tgtEl>
                                      </p:cBhvr>
                                    </p:animEffect>
                                    <p:anim calcmode="lin" valueType="num">
                                      <p:cBhvr>
                                        <p:cTn id="733" dur="650" fill="hold"/>
                                        <p:tgtEl>
                                          <p:spTgt spid="90"/>
                                        </p:tgtEl>
                                        <p:attrNameLst>
                                          <p:attrName>ppt_x</p:attrName>
                                        </p:attrNameLst>
                                      </p:cBhvr>
                                      <p:tavLst>
                                        <p:tav tm="0">
                                          <p:val>
                                            <p:strVal val="#ppt_x"/>
                                          </p:val>
                                        </p:tav>
                                        <p:tav tm="100000">
                                          <p:val>
                                            <p:strVal val="#ppt_x"/>
                                          </p:val>
                                        </p:tav>
                                      </p:tavLst>
                                    </p:anim>
                                    <p:anim calcmode="lin" valueType="num">
                                      <p:cBhvr>
                                        <p:cTn id="734" dur="650" fill="hold"/>
                                        <p:tgtEl>
                                          <p:spTgt spid="90"/>
                                        </p:tgtEl>
                                        <p:attrNameLst>
                                          <p:attrName>ppt_y</p:attrName>
                                        </p:attrNameLst>
                                      </p:cBhvr>
                                      <p:tavLst>
                                        <p:tav tm="0">
                                          <p:val>
                                            <p:strVal val="#ppt_y+.1"/>
                                          </p:val>
                                        </p:tav>
                                        <p:tav tm="100000">
                                          <p:val>
                                            <p:strVal val="#ppt_y"/>
                                          </p:val>
                                        </p:tav>
                                      </p:tavLst>
                                    </p:anim>
                                  </p:childTnLst>
                                </p:cTn>
                              </p:par>
                            </p:childTnLst>
                          </p:cTn>
                        </p:par>
                      </p:childTnLst>
                    </p:cTn>
                  </p:par>
                  <p:par>
                    <p:cTn id="735" fill="hold">
                      <p:stCondLst>
                        <p:cond delay="indefinite"/>
                      </p:stCondLst>
                      <p:childTnLst>
                        <p:par>
                          <p:cTn id="736" fill="hold">
                            <p:stCondLst>
                              <p:cond delay="0"/>
                            </p:stCondLst>
                            <p:childTnLst>
                              <p:par>
                                <p:cTn id="737" presetID="1" presetClass="entr" presetSubtype="0" fill="hold" grpId="0" nodeType="clickEffect">
                                  <p:stCondLst>
                                    <p:cond delay="0"/>
                                  </p:stCondLst>
                                  <p:childTnLst>
                                    <p:set>
                                      <p:cBhvr>
                                        <p:cTn id="738" dur="1" fill="hold">
                                          <p:stCondLst>
                                            <p:cond delay="0"/>
                                          </p:stCondLst>
                                        </p:cTn>
                                        <p:tgtEl>
                                          <p:spTgt spid="177"/>
                                        </p:tgtEl>
                                        <p:attrNameLst>
                                          <p:attrName>style.visibility</p:attrName>
                                        </p:attrNameLst>
                                      </p:cBhvr>
                                      <p:to>
                                        <p:strVal val="visible"/>
                                      </p:to>
                                    </p:set>
                                  </p:childTnLst>
                                </p:cTn>
                              </p:par>
                              <p:par>
                                <p:cTn id="739" presetID="42" presetClass="entr" presetSubtype="0" fill="hold" grpId="0" nodeType="withEffect">
                                  <p:stCondLst>
                                    <p:cond delay="0"/>
                                  </p:stCondLst>
                                  <p:childTnLst>
                                    <p:set>
                                      <p:cBhvr>
                                        <p:cTn id="740" dur="1" fill="hold">
                                          <p:stCondLst>
                                            <p:cond delay="0"/>
                                          </p:stCondLst>
                                        </p:cTn>
                                        <p:tgtEl>
                                          <p:spTgt spid="111"/>
                                        </p:tgtEl>
                                        <p:attrNameLst>
                                          <p:attrName>style.visibility</p:attrName>
                                        </p:attrNameLst>
                                      </p:cBhvr>
                                      <p:to>
                                        <p:strVal val="visible"/>
                                      </p:to>
                                    </p:set>
                                    <p:animEffect transition="in" filter="fade">
                                      <p:cBhvr>
                                        <p:cTn id="741" dur="650"/>
                                        <p:tgtEl>
                                          <p:spTgt spid="111"/>
                                        </p:tgtEl>
                                      </p:cBhvr>
                                    </p:animEffect>
                                    <p:anim calcmode="lin" valueType="num">
                                      <p:cBhvr>
                                        <p:cTn id="742" dur="650" fill="hold"/>
                                        <p:tgtEl>
                                          <p:spTgt spid="111"/>
                                        </p:tgtEl>
                                        <p:attrNameLst>
                                          <p:attrName>ppt_x</p:attrName>
                                        </p:attrNameLst>
                                      </p:cBhvr>
                                      <p:tavLst>
                                        <p:tav tm="0">
                                          <p:val>
                                            <p:strVal val="#ppt_x"/>
                                          </p:val>
                                        </p:tav>
                                        <p:tav tm="100000">
                                          <p:val>
                                            <p:strVal val="#ppt_x"/>
                                          </p:val>
                                        </p:tav>
                                      </p:tavLst>
                                    </p:anim>
                                    <p:anim calcmode="lin" valueType="num">
                                      <p:cBhvr>
                                        <p:cTn id="743" dur="650" fill="hold"/>
                                        <p:tgtEl>
                                          <p:spTgt spid="111"/>
                                        </p:tgtEl>
                                        <p:attrNameLst>
                                          <p:attrName>ppt_y</p:attrName>
                                        </p:attrNameLst>
                                      </p:cBhvr>
                                      <p:tavLst>
                                        <p:tav tm="0">
                                          <p:val>
                                            <p:strVal val="#ppt_y+.1"/>
                                          </p:val>
                                        </p:tav>
                                        <p:tav tm="100000">
                                          <p:val>
                                            <p:strVal val="#ppt_y"/>
                                          </p:val>
                                        </p:tav>
                                      </p:tavLst>
                                    </p:anim>
                                  </p:childTnLst>
                                </p:cTn>
                              </p:par>
                              <p:par>
                                <p:cTn id="744" presetID="42" presetClass="entr" presetSubtype="0" fill="hold" grpId="0" nodeType="withEffect">
                                  <p:stCondLst>
                                    <p:cond delay="0"/>
                                  </p:stCondLst>
                                  <p:childTnLst>
                                    <p:set>
                                      <p:cBhvr>
                                        <p:cTn id="745" dur="1" fill="hold">
                                          <p:stCondLst>
                                            <p:cond delay="0"/>
                                          </p:stCondLst>
                                        </p:cTn>
                                        <p:tgtEl>
                                          <p:spTgt spid="112"/>
                                        </p:tgtEl>
                                        <p:attrNameLst>
                                          <p:attrName>style.visibility</p:attrName>
                                        </p:attrNameLst>
                                      </p:cBhvr>
                                      <p:to>
                                        <p:strVal val="visible"/>
                                      </p:to>
                                    </p:set>
                                    <p:animEffect transition="in" filter="fade">
                                      <p:cBhvr>
                                        <p:cTn id="746" dur="650"/>
                                        <p:tgtEl>
                                          <p:spTgt spid="112"/>
                                        </p:tgtEl>
                                      </p:cBhvr>
                                    </p:animEffect>
                                    <p:anim calcmode="lin" valueType="num">
                                      <p:cBhvr>
                                        <p:cTn id="747" dur="650" fill="hold"/>
                                        <p:tgtEl>
                                          <p:spTgt spid="112"/>
                                        </p:tgtEl>
                                        <p:attrNameLst>
                                          <p:attrName>ppt_x</p:attrName>
                                        </p:attrNameLst>
                                      </p:cBhvr>
                                      <p:tavLst>
                                        <p:tav tm="0">
                                          <p:val>
                                            <p:strVal val="#ppt_x"/>
                                          </p:val>
                                        </p:tav>
                                        <p:tav tm="100000">
                                          <p:val>
                                            <p:strVal val="#ppt_x"/>
                                          </p:val>
                                        </p:tav>
                                      </p:tavLst>
                                    </p:anim>
                                    <p:anim calcmode="lin" valueType="num">
                                      <p:cBhvr>
                                        <p:cTn id="748" dur="650" fill="hold"/>
                                        <p:tgtEl>
                                          <p:spTgt spid="112"/>
                                        </p:tgtEl>
                                        <p:attrNameLst>
                                          <p:attrName>ppt_y</p:attrName>
                                        </p:attrNameLst>
                                      </p:cBhvr>
                                      <p:tavLst>
                                        <p:tav tm="0">
                                          <p:val>
                                            <p:strVal val="#ppt_y+.1"/>
                                          </p:val>
                                        </p:tav>
                                        <p:tav tm="100000">
                                          <p:val>
                                            <p:strVal val="#ppt_y"/>
                                          </p:val>
                                        </p:tav>
                                      </p:tavLst>
                                    </p:anim>
                                  </p:childTnLst>
                                </p:cTn>
                              </p:par>
                              <p:par>
                                <p:cTn id="749" presetID="42" presetClass="entr" presetSubtype="0" fill="hold" grpId="0" nodeType="withEffect">
                                  <p:stCondLst>
                                    <p:cond delay="0"/>
                                  </p:stCondLst>
                                  <p:childTnLst>
                                    <p:set>
                                      <p:cBhvr>
                                        <p:cTn id="750" dur="1" fill="hold">
                                          <p:stCondLst>
                                            <p:cond delay="0"/>
                                          </p:stCondLst>
                                        </p:cTn>
                                        <p:tgtEl>
                                          <p:spTgt spid="113"/>
                                        </p:tgtEl>
                                        <p:attrNameLst>
                                          <p:attrName>style.visibility</p:attrName>
                                        </p:attrNameLst>
                                      </p:cBhvr>
                                      <p:to>
                                        <p:strVal val="visible"/>
                                      </p:to>
                                    </p:set>
                                    <p:animEffect transition="in" filter="fade">
                                      <p:cBhvr>
                                        <p:cTn id="751" dur="650"/>
                                        <p:tgtEl>
                                          <p:spTgt spid="113"/>
                                        </p:tgtEl>
                                      </p:cBhvr>
                                    </p:animEffect>
                                    <p:anim calcmode="lin" valueType="num">
                                      <p:cBhvr>
                                        <p:cTn id="752" dur="650" fill="hold"/>
                                        <p:tgtEl>
                                          <p:spTgt spid="113"/>
                                        </p:tgtEl>
                                        <p:attrNameLst>
                                          <p:attrName>ppt_x</p:attrName>
                                        </p:attrNameLst>
                                      </p:cBhvr>
                                      <p:tavLst>
                                        <p:tav tm="0">
                                          <p:val>
                                            <p:strVal val="#ppt_x"/>
                                          </p:val>
                                        </p:tav>
                                        <p:tav tm="100000">
                                          <p:val>
                                            <p:strVal val="#ppt_x"/>
                                          </p:val>
                                        </p:tav>
                                      </p:tavLst>
                                    </p:anim>
                                    <p:anim calcmode="lin" valueType="num">
                                      <p:cBhvr>
                                        <p:cTn id="753" dur="650" fill="hold"/>
                                        <p:tgtEl>
                                          <p:spTgt spid="113"/>
                                        </p:tgtEl>
                                        <p:attrNameLst>
                                          <p:attrName>ppt_y</p:attrName>
                                        </p:attrNameLst>
                                      </p:cBhvr>
                                      <p:tavLst>
                                        <p:tav tm="0">
                                          <p:val>
                                            <p:strVal val="#ppt_y+.1"/>
                                          </p:val>
                                        </p:tav>
                                        <p:tav tm="100000">
                                          <p:val>
                                            <p:strVal val="#ppt_y"/>
                                          </p:val>
                                        </p:tav>
                                      </p:tavLst>
                                    </p:anim>
                                  </p:childTnLst>
                                </p:cTn>
                              </p:par>
                              <p:par>
                                <p:cTn id="754" presetID="42" presetClass="entr" presetSubtype="0" fill="hold" grpId="0" nodeType="withEffect">
                                  <p:stCondLst>
                                    <p:cond delay="0"/>
                                  </p:stCondLst>
                                  <p:childTnLst>
                                    <p:set>
                                      <p:cBhvr>
                                        <p:cTn id="755" dur="1" fill="hold">
                                          <p:stCondLst>
                                            <p:cond delay="0"/>
                                          </p:stCondLst>
                                        </p:cTn>
                                        <p:tgtEl>
                                          <p:spTgt spid="114"/>
                                        </p:tgtEl>
                                        <p:attrNameLst>
                                          <p:attrName>style.visibility</p:attrName>
                                        </p:attrNameLst>
                                      </p:cBhvr>
                                      <p:to>
                                        <p:strVal val="visible"/>
                                      </p:to>
                                    </p:set>
                                    <p:animEffect transition="in" filter="fade">
                                      <p:cBhvr>
                                        <p:cTn id="756" dur="650"/>
                                        <p:tgtEl>
                                          <p:spTgt spid="114"/>
                                        </p:tgtEl>
                                      </p:cBhvr>
                                    </p:animEffect>
                                    <p:anim calcmode="lin" valueType="num">
                                      <p:cBhvr>
                                        <p:cTn id="757" dur="650" fill="hold"/>
                                        <p:tgtEl>
                                          <p:spTgt spid="114"/>
                                        </p:tgtEl>
                                        <p:attrNameLst>
                                          <p:attrName>ppt_x</p:attrName>
                                        </p:attrNameLst>
                                      </p:cBhvr>
                                      <p:tavLst>
                                        <p:tav tm="0">
                                          <p:val>
                                            <p:strVal val="#ppt_x"/>
                                          </p:val>
                                        </p:tav>
                                        <p:tav tm="100000">
                                          <p:val>
                                            <p:strVal val="#ppt_x"/>
                                          </p:val>
                                        </p:tav>
                                      </p:tavLst>
                                    </p:anim>
                                    <p:anim calcmode="lin" valueType="num">
                                      <p:cBhvr>
                                        <p:cTn id="758" dur="650" fill="hold"/>
                                        <p:tgtEl>
                                          <p:spTgt spid="114"/>
                                        </p:tgtEl>
                                        <p:attrNameLst>
                                          <p:attrName>ppt_y</p:attrName>
                                        </p:attrNameLst>
                                      </p:cBhvr>
                                      <p:tavLst>
                                        <p:tav tm="0">
                                          <p:val>
                                            <p:strVal val="#ppt_y+.1"/>
                                          </p:val>
                                        </p:tav>
                                        <p:tav tm="100000">
                                          <p:val>
                                            <p:strVal val="#ppt_y"/>
                                          </p:val>
                                        </p:tav>
                                      </p:tavLst>
                                    </p:anim>
                                  </p:childTnLst>
                                </p:cTn>
                              </p:par>
                              <p:par>
                                <p:cTn id="759" presetID="42" presetClass="entr" presetSubtype="0" fill="hold" grpId="0" nodeType="withEffect">
                                  <p:stCondLst>
                                    <p:cond delay="0"/>
                                  </p:stCondLst>
                                  <p:childTnLst>
                                    <p:set>
                                      <p:cBhvr>
                                        <p:cTn id="760" dur="1" fill="hold">
                                          <p:stCondLst>
                                            <p:cond delay="0"/>
                                          </p:stCondLst>
                                        </p:cTn>
                                        <p:tgtEl>
                                          <p:spTgt spid="115"/>
                                        </p:tgtEl>
                                        <p:attrNameLst>
                                          <p:attrName>style.visibility</p:attrName>
                                        </p:attrNameLst>
                                      </p:cBhvr>
                                      <p:to>
                                        <p:strVal val="visible"/>
                                      </p:to>
                                    </p:set>
                                    <p:animEffect transition="in" filter="fade">
                                      <p:cBhvr>
                                        <p:cTn id="761" dur="650"/>
                                        <p:tgtEl>
                                          <p:spTgt spid="115"/>
                                        </p:tgtEl>
                                      </p:cBhvr>
                                    </p:animEffect>
                                    <p:anim calcmode="lin" valueType="num">
                                      <p:cBhvr>
                                        <p:cTn id="762" dur="650" fill="hold"/>
                                        <p:tgtEl>
                                          <p:spTgt spid="115"/>
                                        </p:tgtEl>
                                        <p:attrNameLst>
                                          <p:attrName>ppt_x</p:attrName>
                                        </p:attrNameLst>
                                      </p:cBhvr>
                                      <p:tavLst>
                                        <p:tav tm="0">
                                          <p:val>
                                            <p:strVal val="#ppt_x"/>
                                          </p:val>
                                        </p:tav>
                                        <p:tav tm="100000">
                                          <p:val>
                                            <p:strVal val="#ppt_x"/>
                                          </p:val>
                                        </p:tav>
                                      </p:tavLst>
                                    </p:anim>
                                    <p:anim calcmode="lin" valueType="num">
                                      <p:cBhvr>
                                        <p:cTn id="763" dur="650" fill="hold"/>
                                        <p:tgtEl>
                                          <p:spTgt spid="115"/>
                                        </p:tgtEl>
                                        <p:attrNameLst>
                                          <p:attrName>ppt_y</p:attrName>
                                        </p:attrNameLst>
                                      </p:cBhvr>
                                      <p:tavLst>
                                        <p:tav tm="0">
                                          <p:val>
                                            <p:strVal val="#ppt_y+.1"/>
                                          </p:val>
                                        </p:tav>
                                        <p:tav tm="100000">
                                          <p:val>
                                            <p:strVal val="#ppt_y"/>
                                          </p:val>
                                        </p:tav>
                                      </p:tavLst>
                                    </p:anim>
                                  </p:childTnLst>
                                </p:cTn>
                              </p:par>
                              <p:par>
                                <p:cTn id="764" presetID="42" presetClass="entr" presetSubtype="0" fill="hold" grpId="0" nodeType="withEffect">
                                  <p:stCondLst>
                                    <p:cond delay="0"/>
                                  </p:stCondLst>
                                  <p:childTnLst>
                                    <p:set>
                                      <p:cBhvr>
                                        <p:cTn id="765" dur="1" fill="hold">
                                          <p:stCondLst>
                                            <p:cond delay="0"/>
                                          </p:stCondLst>
                                        </p:cTn>
                                        <p:tgtEl>
                                          <p:spTgt spid="116"/>
                                        </p:tgtEl>
                                        <p:attrNameLst>
                                          <p:attrName>style.visibility</p:attrName>
                                        </p:attrNameLst>
                                      </p:cBhvr>
                                      <p:to>
                                        <p:strVal val="visible"/>
                                      </p:to>
                                    </p:set>
                                    <p:animEffect transition="in" filter="fade">
                                      <p:cBhvr>
                                        <p:cTn id="766" dur="650"/>
                                        <p:tgtEl>
                                          <p:spTgt spid="116"/>
                                        </p:tgtEl>
                                      </p:cBhvr>
                                    </p:animEffect>
                                    <p:anim calcmode="lin" valueType="num">
                                      <p:cBhvr>
                                        <p:cTn id="767" dur="650" fill="hold"/>
                                        <p:tgtEl>
                                          <p:spTgt spid="116"/>
                                        </p:tgtEl>
                                        <p:attrNameLst>
                                          <p:attrName>ppt_x</p:attrName>
                                        </p:attrNameLst>
                                      </p:cBhvr>
                                      <p:tavLst>
                                        <p:tav tm="0">
                                          <p:val>
                                            <p:strVal val="#ppt_x"/>
                                          </p:val>
                                        </p:tav>
                                        <p:tav tm="100000">
                                          <p:val>
                                            <p:strVal val="#ppt_x"/>
                                          </p:val>
                                        </p:tav>
                                      </p:tavLst>
                                    </p:anim>
                                    <p:anim calcmode="lin" valueType="num">
                                      <p:cBhvr>
                                        <p:cTn id="768" dur="650" fill="hold"/>
                                        <p:tgtEl>
                                          <p:spTgt spid="116"/>
                                        </p:tgtEl>
                                        <p:attrNameLst>
                                          <p:attrName>ppt_y</p:attrName>
                                        </p:attrNameLst>
                                      </p:cBhvr>
                                      <p:tavLst>
                                        <p:tav tm="0">
                                          <p:val>
                                            <p:strVal val="#ppt_y+.1"/>
                                          </p:val>
                                        </p:tav>
                                        <p:tav tm="100000">
                                          <p:val>
                                            <p:strVal val="#ppt_y"/>
                                          </p:val>
                                        </p:tav>
                                      </p:tavLst>
                                    </p:anim>
                                  </p:childTnLst>
                                </p:cTn>
                              </p:par>
                              <p:par>
                                <p:cTn id="769" presetID="42" presetClass="entr" presetSubtype="0" fill="hold" grpId="0" nodeType="withEffect">
                                  <p:stCondLst>
                                    <p:cond delay="0"/>
                                  </p:stCondLst>
                                  <p:childTnLst>
                                    <p:set>
                                      <p:cBhvr>
                                        <p:cTn id="770" dur="1" fill="hold">
                                          <p:stCondLst>
                                            <p:cond delay="0"/>
                                          </p:stCondLst>
                                        </p:cTn>
                                        <p:tgtEl>
                                          <p:spTgt spid="117"/>
                                        </p:tgtEl>
                                        <p:attrNameLst>
                                          <p:attrName>style.visibility</p:attrName>
                                        </p:attrNameLst>
                                      </p:cBhvr>
                                      <p:to>
                                        <p:strVal val="visible"/>
                                      </p:to>
                                    </p:set>
                                    <p:animEffect transition="in" filter="fade">
                                      <p:cBhvr>
                                        <p:cTn id="771" dur="650"/>
                                        <p:tgtEl>
                                          <p:spTgt spid="117"/>
                                        </p:tgtEl>
                                      </p:cBhvr>
                                    </p:animEffect>
                                    <p:anim calcmode="lin" valueType="num">
                                      <p:cBhvr>
                                        <p:cTn id="772" dur="650" fill="hold"/>
                                        <p:tgtEl>
                                          <p:spTgt spid="117"/>
                                        </p:tgtEl>
                                        <p:attrNameLst>
                                          <p:attrName>ppt_x</p:attrName>
                                        </p:attrNameLst>
                                      </p:cBhvr>
                                      <p:tavLst>
                                        <p:tav tm="0">
                                          <p:val>
                                            <p:strVal val="#ppt_x"/>
                                          </p:val>
                                        </p:tav>
                                        <p:tav tm="100000">
                                          <p:val>
                                            <p:strVal val="#ppt_x"/>
                                          </p:val>
                                        </p:tav>
                                      </p:tavLst>
                                    </p:anim>
                                    <p:anim calcmode="lin" valueType="num">
                                      <p:cBhvr>
                                        <p:cTn id="773" dur="650" fill="hold"/>
                                        <p:tgtEl>
                                          <p:spTgt spid="117"/>
                                        </p:tgtEl>
                                        <p:attrNameLst>
                                          <p:attrName>ppt_y</p:attrName>
                                        </p:attrNameLst>
                                      </p:cBhvr>
                                      <p:tavLst>
                                        <p:tav tm="0">
                                          <p:val>
                                            <p:strVal val="#ppt_y+.1"/>
                                          </p:val>
                                        </p:tav>
                                        <p:tav tm="100000">
                                          <p:val>
                                            <p:strVal val="#ppt_y"/>
                                          </p:val>
                                        </p:tav>
                                      </p:tavLst>
                                    </p:anim>
                                  </p:childTnLst>
                                </p:cTn>
                              </p:par>
                              <p:par>
                                <p:cTn id="774" presetID="42" presetClass="entr" presetSubtype="0" fill="hold" grpId="0" nodeType="withEffect">
                                  <p:stCondLst>
                                    <p:cond delay="0"/>
                                  </p:stCondLst>
                                  <p:childTnLst>
                                    <p:set>
                                      <p:cBhvr>
                                        <p:cTn id="775" dur="1" fill="hold">
                                          <p:stCondLst>
                                            <p:cond delay="0"/>
                                          </p:stCondLst>
                                        </p:cTn>
                                        <p:tgtEl>
                                          <p:spTgt spid="118"/>
                                        </p:tgtEl>
                                        <p:attrNameLst>
                                          <p:attrName>style.visibility</p:attrName>
                                        </p:attrNameLst>
                                      </p:cBhvr>
                                      <p:to>
                                        <p:strVal val="visible"/>
                                      </p:to>
                                    </p:set>
                                    <p:animEffect transition="in" filter="fade">
                                      <p:cBhvr>
                                        <p:cTn id="776" dur="650"/>
                                        <p:tgtEl>
                                          <p:spTgt spid="118"/>
                                        </p:tgtEl>
                                      </p:cBhvr>
                                    </p:animEffect>
                                    <p:anim calcmode="lin" valueType="num">
                                      <p:cBhvr>
                                        <p:cTn id="777" dur="650" fill="hold"/>
                                        <p:tgtEl>
                                          <p:spTgt spid="118"/>
                                        </p:tgtEl>
                                        <p:attrNameLst>
                                          <p:attrName>ppt_x</p:attrName>
                                        </p:attrNameLst>
                                      </p:cBhvr>
                                      <p:tavLst>
                                        <p:tav tm="0">
                                          <p:val>
                                            <p:strVal val="#ppt_x"/>
                                          </p:val>
                                        </p:tav>
                                        <p:tav tm="100000">
                                          <p:val>
                                            <p:strVal val="#ppt_x"/>
                                          </p:val>
                                        </p:tav>
                                      </p:tavLst>
                                    </p:anim>
                                    <p:anim calcmode="lin" valueType="num">
                                      <p:cBhvr>
                                        <p:cTn id="778" dur="650" fill="hold"/>
                                        <p:tgtEl>
                                          <p:spTgt spid="118"/>
                                        </p:tgtEl>
                                        <p:attrNameLst>
                                          <p:attrName>ppt_y</p:attrName>
                                        </p:attrNameLst>
                                      </p:cBhvr>
                                      <p:tavLst>
                                        <p:tav tm="0">
                                          <p:val>
                                            <p:strVal val="#ppt_y+.1"/>
                                          </p:val>
                                        </p:tav>
                                        <p:tav tm="100000">
                                          <p:val>
                                            <p:strVal val="#ppt_y"/>
                                          </p:val>
                                        </p:tav>
                                      </p:tavLst>
                                    </p:anim>
                                  </p:childTnLst>
                                </p:cTn>
                              </p:par>
                              <p:par>
                                <p:cTn id="779" presetID="42" presetClass="entr" presetSubtype="0" fill="hold" grpId="0" nodeType="withEffect">
                                  <p:stCondLst>
                                    <p:cond delay="0"/>
                                  </p:stCondLst>
                                  <p:childTnLst>
                                    <p:set>
                                      <p:cBhvr>
                                        <p:cTn id="780" dur="1" fill="hold">
                                          <p:stCondLst>
                                            <p:cond delay="0"/>
                                          </p:stCondLst>
                                        </p:cTn>
                                        <p:tgtEl>
                                          <p:spTgt spid="119"/>
                                        </p:tgtEl>
                                        <p:attrNameLst>
                                          <p:attrName>style.visibility</p:attrName>
                                        </p:attrNameLst>
                                      </p:cBhvr>
                                      <p:to>
                                        <p:strVal val="visible"/>
                                      </p:to>
                                    </p:set>
                                    <p:animEffect transition="in" filter="fade">
                                      <p:cBhvr>
                                        <p:cTn id="781" dur="650"/>
                                        <p:tgtEl>
                                          <p:spTgt spid="119"/>
                                        </p:tgtEl>
                                      </p:cBhvr>
                                    </p:animEffect>
                                    <p:anim calcmode="lin" valueType="num">
                                      <p:cBhvr>
                                        <p:cTn id="782" dur="650" fill="hold"/>
                                        <p:tgtEl>
                                          <p:spTgt spid="119"/>
                                        </p:tgtEl>
                                        <p:attrNameLst>
                                          <p:attrName>ppt_x</p:attrName>
                                        </p:attrNameLst>
                                      </p:cBhvr>
                                      <p:tavLst>
                                        <p:tav tm="0">
                                          <p:val>
                                            <p:strVal val="#ppt_x"/>
                                          </p:val>
                                        </p:tav>
                                        <p:tav tm="100000">
                                          <p:val>
                                            <p:strVal val="#ppt_x"/>
                                          </p:val>
                                        </p:tav>
                                      </p:tavLst>
                                    </p:anim>
                                    <p:anim calcmode="lin" valueType="num">
                                      <p:cBhvr>
                                        <p:cTn id="783" dur="650" fill="hold"/>
                                        <p:tgtEl>
                                          <p:spTgt spid="119"/>
                                        </p:tgtEl>
                                        <p:attrNameLst>
                                          <p:attrName>ppt_y</p:attrName>
                                        </p:attrNameLst>
                                      </p:cBhvr>
                                      <p:tavLst>
                                        <p:tav tm="0">
                                          <p:val>
                                            <p:strVal val="#ppt_y+.1"/>
                                          </p:val>
                                        </p:tav>
                                        <p:tav tm="100000">
                                          <p:val>
                                            <p:strVal val="#ppt_y"/>
                                          </p:val>
                                        </p:tav>
                                      </p:tavLst>
                                    </p:anim>
                                  </p:childTnLst>
                                </p:cTn>
                              </p:par>
                            </p:childTnLst>
                          </p:cTn>
                        </p:par>
                      </p:childTnLst>
                    </p:cTn>
                  </p:par>
                  <p:par>
                    <p:cTn id="784" fill="hold">
                      <p:stCondLst>
                        <p:cond delay="indefinite"/>
                      </p:stCondLst>
                      <p:childTnLst>
                        <p:par>
                          <p:cTn id="785" fill="hold">
                            <p:stCondLst>
                              <p:cond delay="0"/>
                            </p:stCondLst>
                            <p:childTnLst>
                              <p:par>
                                <p:cTn id="786" presetID="10" presetClass="exit" presetSubtype="0" fill="hold" grpId="1" nodeType="clickEffect">
                                  <p:stCondLst>
                                    <p:cond delay="0"/>
                                  </p:stCondLst>
                                  <p:childTnLst>
                                    <p:animEffect transition="out" filter="fade">
                                      <p:cBhvr>
                                        <p:cTn id="787" dur="300"/>
                                        <p:tgtEl>
                                          <p:spTgt spid="111"/>
                                        </p:tgtEl>
                                      </p:cBhvr>
                                    </p:animEffect>
                                    <p:set>
                                      <p:cBhvr>
                                        <p:cTn id="788" dur="1" fill="hold">
                                          <p:stCondLst>
                                            <p:cond delay="299"/>
                                          </p:stCondLst>
                                        </p:cTn>
                                        <p:tgtEl>
                                          <p:spTgt spid="111"/>
                                        </p:tgtEl>
                                        <p:attrNameLst>
                                          <p:attrName>style.visibility</p:attrName>
                                        </p:attrNameLst>
                                      </p:cBhvr>
                                      <p:to>
                                        <p:strVal val="hidden"/>
                                      </p:to>
                                    </p:set>
                                  </p:childTnLst>
                                </p:cTn>
                              </p:par>
                              <p:par>
                                <p:cTn id="789" presetID="10" presetClass="exit" presetSubtype="0" fill="hold" grpId="1" nodeType="withEffect">
                                  <p:stCondLst>
                                    <p:cond delay="0"/>
                                  </p:stCondLst>
                                  <p:childTnLst>
                                    <p:animEffect transition="out" filter="fade">
                                      <p:cBhvr>
                                        <p:cTn id="790" dur="300"/>
                                        <p:tgtEl>
                                          <p:spTgt spid="112"/>
                                        </p:tgtEl>
                                      </p:cBhvr>
                                    </p:animEffect>
                                    <p:set>
                                      <p:cBhvr>
                                        <p:cTn id="791" dur="1" fill="hold">
                                          <p:stCondLst>
                                            <p:cond delay="299"/>
                                          </p:stCondLst>
                                        </p:cTn>
                                        <p:tgtEl>
                                          <p:spTgt spid="112"/>
                                        </p:tgtEl>
                                        <p:attrNameLst>
                                          <p:attrName>style.visibility</p:attrName>
                                        </p:attrNameLst>
                                      </p:cBhvr>
                                      <p:to>
                                        <p:strVal val="hidden"/>
                                      </p:to>
                                    </p:set>
                                  </p:childTnLst>
                                </p:cTn>
                              </p:par>
                              <p:par>
                                <p:cTn id="792" presetID="10" presetClass="exit" presetSubtype="0" fill="hold" grpId="1" nodeType="withEffect">
                                  <p:stCondLst>
                                    <p:cond delay="0"/>
                                  </p:stCondLst>
                                  <p:childTnLst>
                                    <p:animEffect transition="out" filter="fade">
                                      <p:cBhvr>
                                        <p:cTn id="793" dur="300"/>
                                        <p:tgtEl>
                                          <p:spTgt spid="113"/>
                                        </p:tgtEl>
                                      </p:cBhvr>
                                    </p:animEffect>
                                    <p:set>
                                      <p:cBhvr>
                                        <p:cTn id="794" dur="1" fill="hold">
                                          <p:stCondLst>
                                            <p:cond delay="299"/>
                                          </p:stCondLst>
                                        </p:cTn>
                                        <p:tgtEl>
                                          <p:spTgt spid="113"/>
                                        </p:tgtEl>
                                        <p:attrNameLst>
                                          <p:attrName>style.visibility</p:attrName>
                                        </p:attrNameLst>
                                      </p:cBhvr>
                                      <p:to>
                                        <p:strVal val="hidden"/>
                                      </p:to>
                                    </p:set>
                                  </p:childTnLst>
                                </p:cTn>
                              </p:par>
                              <p:par>
                                <p:cTn id="795" presetID="10" presetClass="exit" presetSubtype="0" fill="hold" grpId="1" nodeType="withEffect">
                                  <p:stCondLst>
                                    <p:cond delay="0"/>
                                  </p:stCondLst>
                                  <p:childTnLst>
                                    <p:animEffect transition="out" filter="fade">
                                      <p:cBhvr>
                                        <p:cTn id="796" dur="300"/>
                                        <p:tgtEl>
                                          <p:spTgt spid="114"/>
                                        </p:tgtEl>
                                      </p:cBhvr>
                                    </p:animEffect>
                                    <p:set>
                                      <p:cBhvr>
                                        <p:cTn id="797" dur="1" fill="hold">
                                          <p:stCondLst>
                                            <p:cond delay="299"/>
                                          </p:stCondLst>
                                        </p:cTn>
                                        <p:tgtEl>
                                          <p:spTgt spid="114"/>
                                        </p:tgtEl>
                                        <p:attrNameLst>
                                          <p:attrName>style.visibility</p:attrName>
                                        </p:attrNameLst>
                                      </p:cBhvr>
                                      <p:to>
                                        <p:strVal val="hidden"/>
                                      </p:to>
                                    </p:set>
                                  </p:childTnLst>
                                </p:cTn>
                              </p:par>
                              <p:par>
                                <p:cTn id="798" presetID="10" presetClass="exit" presetSubtype="0" fill="hold" grpId="1" nodeType="withEffect">
                                  <p:stCondLst>
                                    <p:cond delay="0"/>
                                  </p:stCondLst>
                                  <p:childTnLst>
                                    <p:animEffect transition="out" filter="fade">
                                      <p:cBhvr>
                                        <p:cTn id="799" dur="300"/>
                                        <p:tgtEl>
                                          <p:spTgt spid="115"/>
                                        </p:tgtEl>
                                      </p:cBhvr>
                                    </p:animEffect>
                                    <p:set>
                                      <p:cBhvr>
                                        <p:cTn id="800" dur="1" fill="hold">
                                          <p:stCondLst>
                                            <p:cond delay="299"/>
                                          </p:stCondLst>
                                        </p:cTn>
                                        <p:tgtEl>
                                          <p:spTgt spid="115"/>
                                        </p:tgtEl>
                                        <p:attrNameLst>
                                          <p:attrName>style.visibility</p:attrName>
                                        </p:attrNameLst>
                                      </p:cBhvr>
                                      <p:to>
                                        <p:strVal val="hidden"/>
                                      </p:to>
                                    </p:set>
                                  </p:childTnLst>
                                </p:cTn>
                              </p:par>
                              <p:par>
                                <p:cTn id="801" presetID="10" presetClass="exit" presetSubtype="0" fill="hold" grpId="1" nodeType="withEffect">
                                  <p:stCondLst>
                                    <p:cond delay="0"/>
                                  </p:stCondLst>
                                  <p:childTnLst>
                                    <p:animEffect transition="out" filter="fade">
                                      <p:cBhvr>
                                        <p:cTn id="802" dur="300"/>
                                        <p:tgtEl>
                                          <p:spTgt spid="116"/>
                                        </p:tgtEl>
                                      </p:cBhvr>
                                    </p:animEffect>
                                    <p:set>
                                      <p:cBhvr>
                                        <p:cTn id="803" dur="1" fill="hold">
                                          <p:stCondLst>
                                            <p:cond delay="299"/>
                                          </p:stCondLst>
                                        </p:cTn>
                                        <p:tgtEl>
                                          <p:spTgt spid="116"/>
                                        </p:tgtEl>
                                        <p:attrNameLst>
                                          <p:attrName>style.visibility</p:attrName>
                                        </p:attrNameLst>
                                      </p:cBhvr>
                                      <p:to>
                                        <p:strVal val="hidden"/>
                                      </p:to>
                                    </p:set>
                                  </p:childTnLst>
                                </p:cTn>
                              </p:par>
                              <p:par>
                                <p:cTn id="804" presetID="10" presetClass="exit" presetSubtype="0" fill="hold" grpId="1" nodeType="withEffect">
                                  <p:stCondLst>
                                    <p:cond delay="0"/>
                                  </p:stCondLst>
                                  <p:childTnLst>
                                    <p:animEffect transition="out" filter="fade">
                                      <p:cBhvr>
                                        <p:cTn id="805" dur="300"/>
                                        <p:tgtEl>
                                          <p:spTgt spid="117"/>
                                        </p:tgtEl>
                                      </p:cBhvr>
                                    </p:animEffect>
                                    <p:set>
                                      <p:cBhvr>
                                        <p:cTn id="806" dur="1" fill="hold">
                                          <p:stCondLst>
                                            <p:cond delay="299"/>
                                          </p:stCondLst>
                                        </p:cTn>
                                        <p:tgtEl>
                                          <p:spTgt spid="117"/>
                                        </p:tgtEl>
                                        <p:attrNameLst>
                                          <p:attrName>style.visibility</p:attrName>
                                        </p:attrNameLst>
                                      </p:cBhvr>
                                      <p:to>
                                        <p:strVal val="hidden"/>
                                      </p:to>
                                    </p:set>
                                  </p:childTnLst>
                                </p:cTn>
                              </p:par>
                              <p:par>
                                <p:cTn id="807" presetID="10" presetClass="exit" presetSubtype="0" fill="hold" grpId="1" nodeType="withEffect">
                                  <p:stCondLst>
                                    <p:cond delay="0"/>
                                  </p:stCondLst>
                                  <p:childTnLst>
                                    <p:animEffect transition="out" filter="fade">
                                      <p:cBhvr>
                                        <p:cTn id="808" dur="300"/>
                                        <p:tgtEl>
                                          <p:spTgt spid="118"/>
                                        </p:tgtEl>
                                      </p:cBhvr>
                                    </p:animEffect>
                                    <p:set>
                                      <p:cBhvr>
                                        <p:cTn id="809" dur="1" fill="hold">
                                          <p:stCondLst>
                                            <p:cond delay="299"/>
                                          </p:stCondLst>
                                        </p:cTn>
                                        <p:tgtEl>
                                          <p:spTgt spid="118"/>
                                        </p:tgtEl>
                                        <p:attrNameLst>
                                          <p:attrName>style.visibility</p:attrName>
                                        </p:attrNameLst>
                                      </p:cBhvr>
                                      <p:to>
                                        <p:strVal val="hidden"/>
                                      </p:to>
                                    </p:set>
                                  </p:childTnLst>
                                </p:cTn>
                              </p:par>
                              <p:par>
                                <p:cTn id="810" presetID="10" presetClass="exit" presetSubtype="0" fill="hold" grpId="1" nodeType="withEffect">
                                  <p:stCondLst>
                                    <p:cond delay="0"/>
                                  </p:stCondLst>
                                  <p:childTnLst>
                                    <p:animEffect transition="out" filter="fade">
                                      <p:cBhvr>
                                        <p:cTn id="811" dur="300"/>
                                        <p:tgtEl>
                                          <p:spTgt spid="119"/>
                                        </p:tgtEl>
                                      </p:cBhvr>
                                    </p:animEffect>
                                    <p:set>
                                      <p:cBhvr>
                                        <p:cTn id="812" dur="1" fill="hold">
                                          <p:stCondLst>
                                            <p:cond delay="299"/>
                                          </p:stCondLst>
                                        </p:cTn>
                                        <p:tgtEl>
                                          <p:spTgt spid="119"/>
                                        </p:tgtEl>
                                        <p:attrNameLst>
                                          <p:attrName>style.visibility</p:attrName>
                                        </p:attrNameLst>
                                      </p:cBhvr>
                                      <p:to>
                                        <p:strVal val="hidden"/>
                                      </p:to>
                                    </p:set>
                                  </p:childTnLst>
                                </p:cTn>
                              </p:par>
                              <p:par>
                                <p:cTn id="813" presetID="1" presetClass="entr" presetSubtype="0" fill="hold" grpId="0" nodeType="withEffect">
                                  <p:stCondLst>
                                    <p:cond delay="0"/>
                                  </p:stCondLst>
                                  <p:childTnLst>
                                    <p:set>
                                      <p:cBhvr>
                                        <p:cTn id="814" dur="1" fill="hold">
                                          <p:stCondLst>
                                            <p:cond delay="0"/>
                                          </p:stCondLst>
                                        </p:cTn>
                                        <p:tgtEl>
                                          <p:spTgt spid="176"/>
                                        </p:tgtEl>
                                        <p:attrNameLst>
                                          <p:attrName>style.visibility</p:attrName>
                                        </p:attrNameLst>
                                      </p:cBhvr>
                                      <p:to>
                                        <p:strVal val="visible"/>
                                      </p:to>
                                    </p:set>
                                  </p:childTnLst>
                                </p:cTn>
                              </p:par>
                              <p:par>
                                <p:cTn id="815" presetID="1" presetClass="exit" presetSubtype="0" fill="hold" grpId="1" nodeType="withEffect">
                                  <p:stCondLst>
                                    <p:cond delay="0"/>
                                  </p:stCondLst>
                                  <p:childTnLst>
                                    <p:set>
                                      <p:cBhvr>
                                        <p:cTn id="816" dur="1" fill="hold">
                                          <p:stCondLst>
                                            <p:cond delay="0"/>
                                          </p:stCondLst>
                                        </p:cTn>
                                        <p:tgtEl>
                                          <p:spTgt spid="177"/>
                                        </p:tgtEl>
                                        <p:attrNameLst>
                                          <p:attrName>style.visibility</p:attrName>
                                        </p:attrNameLst>
                                      </p:cBhvr>
                                      <p:to>
                                        <p:strVal val="hidden"/>
                                      </p:to>
                                    </p:set>
                                  </p:childTnLst>
                                </p:cTn>
                              </p:par>
                              <p:par>
                                <p:cTn id="817" presetID="42" presetClass="entr" presetSubtype="0" fill="hold" grpId="0" nodeType="withEffect">
                                  <p:stCondLst>
                                    <p:cond delay="250"/>
                                  </p:stCondLst>
                                  <p:childTnLst>
                                    <p:set>
                                      <p:cBhvr>
                                        <p:cTn id="818" dur="1" fill="hold">
                                          <p:stCondLst>
                                            <p:cond delay="0"/>
                                          </p:stCondLst>
                                        </p:cTn>
                                        <p:tgtEl>
                                          <p:spTgt spid="91"/>
                                        </p:tgtEl>
                                        <p:attrNameLst>
                                          <p:attrName>style.visibility</p:attrName>
                                        </p:attrNameLst>
                                      </p:cBhvr>
                                      <p:to>
                                        <p:strVal val="visible"/>
                                      </p:to>
                                    </p:set>
                                    <p:animEffect transition="in" filter="fade">
                                      <p:cBhvr>
                                        <p:cTn id="819" dur="650"/>
                                        <p:tgtEl>
                                          <p:spTgt spid="91"/>
                                        </p:tgtEl>
                                      </p:cBhvr>
                                    </p:animEffect>
                                    <p:anim calcmode="lin" valueType="num">
                                      <p:cBhvr>
                                        <p:cTn id="820" dur="650" fill="hold"/>
                                        <p:tgtEl>
                                          <p:spTgt spid="91"/>
                                        </p:tgtEl>
                                        <p:attrNameLst>
                                          <p:attrName>ppt_x</p:attrName>
                                        </p:attrNameLst>
                                      </p:cBhvr>
                                      <p:tavLst>
                                        <p:tav tm="0">
                                          <p:val>
                                            <p:strVal val="#ppt_x"/>
                                          </p:val>
                                        </p:tav>
                                        <p:tav tm="100000">
                                          <p:val>
                                            <p:strVal val="#ppt_x"/>
                                          </p:val>
                                        </p:tav>
                                      </p:tavLst>
                                    </p:anim>
                                    <p:anim calcmode="lin" valueType="num">
                                      <p:cBhvr>
                                        <p:cTn id="821" dur="650" fill="hold"/>
                                        <p:tgtEl>
                                          <p:spTgt spid="91"/>
                                        </p:tgtEl>
                                        <p:attrNameLst>
                                          <p:attrName>ppt_y</p:attrName>
                                        </p:attrNameLst>
                                      </p:cBhvr>
                                      <p:tavLst>
                                        <p:tav tm="0">
                                          <p:val>
                                            <p:strVal val="#ppt_y+.1"/>
                                          </p:val>
                                        </p:tav>
                                        <p:tav tm="100000">
                                          <p:val>
                                            <p:strVal val="#ppt_y"/>
                                          </p:val>
                                        </p:tav>
                                      </p:tavLst>
                                    </p:anim>
                                  </p:childTnLst>
                                </p:cTn>
                              </p:par>
                              <p:par>
                                <p:cTn id="822" presetID="42" presetClass="entr" presetSubtype="0" fill="hold" grpId="0" nodeType="withEffect">
                                  <p:stCondLst>
                                    <p:cond delay="250"/>
                                  </p:stCondLst>
                                  <p:childTnLst>
                                    <p:set>
                                      <p:cBhvr>
                                        <p:cTn id="823" dur="1" fill="hold">
                                          <p:stCondLst>
                                            <p:cond delay="0"/>
                                          </p:stCondLst>
                                        </p:cTn>
                                        <p:tgtEl>
                                          <p:spTgt spid="92"/>
                                        </p:tgtEl>
                                        <p:attrNameLst>
                                          <p:attrName>style.visibility</p:attrName>
                                        </p:attrNameLst>
                                      </p:cBhvr>
                                      <p:to>
                                        <p:strVal val="visible"/>
                                      </p:to>
                                    </p:set>
                                    <p:animEffect transition="in" filter="fade">
                                      <p:cBhvr>
                                        <p:cTn id="824" dur="650"/>
                                        <p:tgtEl>
                                          <p:spTgt spid="92"/>
                                        </p:tgtEl>
                                      </p:cBhvr>
                                    </p:animEffect>
                                    <p:anim calcmode="lin" valueType="num">
                                      <p:cBhvr>
                                        <p:cTn id="825" dur="650" fill="hold"/>
                                        <p:tgtEl>
                                          <p:spTgt spid="92"/>
                                        </p:tgtEl>
                                        <p:attrNameLst>
                                          <p:attrName>ppt_x</p:attrName>
                                        </p:attrNameLst>
                                      </p:cBhvr>
                                      <p:tavLst>
                                        <p:tav tm="0">
                                          <p:val>
                                            <p:strVal val="#ppt_x"/>
                                          </p:val>
                                        </p:tav>
                                        <p:tav tm="100000">
                                          <p:val>
                                            <p:strVal val="#ppt_x"/>
                                          </p:val>
                                        </p:tav>
                                      </p:tavLst>
                                    </p:anim>
                                    <p:anim calcmode="lin" valueType="num">
                                      <p:cBhvr>
                                        <p:cTn id="826" dur="650" fill="hold"/>
                                        <p:tgtEl>
                                          <p:spTgt spid="92"/>
                                        </p:tgtEl>
                                        <p:attrNameLst>
                                          <p:attrName>ppt_y</p:attrName>
                                        </p:attrNameLst>
                                      </p:cBhvr>
                                      <p:tavLst>
                                        <p:tav tm="0">
                                          <p:val>
                                            <p:strVal val="#ppt_y+.1"/>
                                          </p:val>
                                        </p:tav>
                                        <p:tav tm="100000">
                                          <p:val>
                                            <p:strVal val="#ppt_y"/>
                                          </p:val>
                                        </p:tav>
                                      </p:tavLst>
                                    </p:anim>
                                  </p:childTnLst>
                                </p:cTn>
                              </p:par>
                              <p:par>
                                <p:cTn id="827" presetID="42" presetClass="entr" presetSubtype="0" fill="hold" grpId="0" nodeType="withEffect">
                                  <p:stCondLst>
                                    <p:cond delay="250"/>
                                  </p:stCondLst>
                                  <p:childTnLst>
                                    <p:set>
                                      <p:cBhvr>
                                        <p:cTn id="828" dur="1" fill="hold">
                                          <p:stCondLst>
                                            <p:cond delay="0"/>
                                          </p:stCondLst>
                                        </p:cTn>
                                        <p:tgtEl>
                                          <p:spTgt spid="93"/>
                                        </p:tgtEl>
                                        <p:attrNameLst>
                                          <p:attrName>style.visibility</p:attrName>
                                        </p:attrNameLst>
                                      </p:cBhvr>
                                      <p:to>
                                        <p:strVal val="visible"/>
                                      </p:to>
                                    </p:set>
                                    <p:animEffect transition="in" filter="fade">
                                      <p:cBhvr>
                                        <p:cTn id="829" dur="650"/>
                                        <p:tgtEl>
                                          <p:spTgt spid="93"/>
                                        </p:tgtEl>
                                      </p:cBhvr>
                                    </p:animEffect>
                                    <p:anim calcmode="lin" valueType="num">
                                      <p:cBhvr>
                                        <p:cTn id="830" dur="650" fill="hold"/>
                                        <p:tgtEl>
                                          <p:spTgt spid="93"/>
                                        </p:tgtEl>
                                        <p:attrNameLst>
                                          <p:attrName>ppt_x</p:attrName>
                                        </p:attrNameLst>
                                      </p:cBhvr>
                                      <p:tavLst>
                                        <p:tav tm="0">
                                          <p:val>
                                            <p:strVal val="#ppt_x"/>
                                          </p:val>
                                        </p:tav>
                                        <p:tav tm="100000">
                                          <p:val>
                                            <p:strVal val="#ppt_x"/>
                                          </p:val>
                                        </p:tav>
                                      </p:tavLst>
                                    </p:anim>
                                    <p:anim calcmode="lin" valueType="num">
                                      <p:cBhvr>
                                        <p:cTn id="831" dur="650" fill="hold"/>
                                        <p:tgtEl>
                                          <p:spTgt spid="93"/>
                                        </p:tgtEl>
                                        <p:attrNameLst>
                                          <p:attrName>ppt_y</p:attrName>
                                        </p:attrNameLst>
                                      </p:cBhvr>
                                      <p:tavLst>
                                        <p:tav tm="0">
                                          <p:val>
                                            <p:strVal val="#ppt_y+.1"/>
                                          </p:val>
                                        </p:tav>
                                        <p:tav tm="100000">
                                          <p:val>
                                            <p:strVal val="#ppt_y"/>
                                          </p:val>
                                        </p:tav>
                                      </p:tavLst>
                                    </p:anim>
                                  </p:childTnLst>
                                </p:cTn>
                              </p:par>
                              <p:par>
                                <p:cTn id="832" presetID="42" presetClass="entr" presetSubtype="0" fill="hold" grpId="0" nodeType="withEffect">
                                  <p:stCondLst>
                                    <p:cond delay="250"/>
                                  </p:stCondLst>
                                  <p:childTnLst>
                                    <p:set>
                                      <p:cBhvr>
                                        <p:cTn id="833" dur="1" fill="hold">
                                          <p:stCondLst>
                                            <p:cond delay="0"/>
                                          </p:stCondLst>
                                        </p:cTn>
                                        <p:tgtEl>
                                          <p:spTgt spid="94"/>
                                        </p:tgtEl>
                                        <p:attrNameLst>
                                          <p:attrName>style.visibility</p:attrName>
                                        </p:attrNameLst>
                                      </p:cBhvr>
                                      <p:to>
                                        <p:strVal val="visible"/>
                                      </p:to>
                                    </p:set>
                                    <p:animEffect transition="in" filter="fade">
                                      <p:cBhvr>
                                        <p:cTn id="834" dur="650"/>
                                        <p:tgtEl>
                                          <p:spTgt spid="94"/>
                                        </p:tgtEl>
                                      </p:cBhvr>
                                    </p:animEffect>
                                    <p:anim calcmode="lin" valueType="num">
                                      <p:cBhvr>
                                        <p:cTn id="835" dur="650" fill="hold"/>
                                        <p:tgtEl>
                                          <p:spTgt spid="94"/>
                                        </p:tgtEl>
                                        <p:attrNameLst>
                                          <p:attrName>ppt_x</p:attrName>
                                        </p:attrNameLst>
                                      </p:cBhvr>
                                      <p:tavLst>
                                        <p:tav tm="0">
                                          <p:val>
                                            <p:strVal val="#ppt_x"/>
                                          </p:val>
                                        </p:tav>
                                        <p:tav tm="100000">
                                          <p:val>
                                            <p:strVal val="#ppt_x"/>
                                          </p:val>
                                        </p:tav>
                                      </p:tavLst>
                                    </p:anim>
                                    <p:anim calcmode="lin" valueType="num">
                                      <p:cBhvr>
                                        <p:cTn id="836" dur="650" fill="hold"/>
                                        <p:tgtEl>
                                          <p:spTgt spid="94"/>
                                        </p:tgtEl>
                                        <p:attrNameLst>
                                          <p:attrName>ppt_y</p:attrName>
                                        </p:attrNameLst>
                                      </p:cBhvr>
                                      <p:tavLst>
                                        <p:tav tm="0">
                                          <p:val>
                                            <p:strVal val="#ppt_y+.1"/>
                                          </p:val>
                                        </p:tav>
                                        <p:tav tm="100000">
                                          <p:val>
                                            <p:strVal val="#ppt_y"/>
                                          </p:val>
                                        </p:tav>
                                      </p:tavLst>
                                    </p:anim>
                                  </p:childTnLst>
                                </p:cTn>
                              </p:par>
                              <p:par>
                                <p:cTn id="837" presetID="42" presetClass="entr" presetSubtype="0" fill="hold" grpId="0" nodeType="withEffect">
                                  <p:stCondLst>
                                    <p:cond delay="250"/>
                                  </p:stCondLst>
                                  <p:childTnLst>
                                    <p:set>
                                      <p:cBhvr>
                                        <p:cTn id="838" dur="1" fill="hold">
                                          <p:stCondLst>
                                            <p:cond delay="0"/>
                                          </p:stCondLst>
                                        </p:cTn>
                                        <p:tgtEl>
                                          <p:spTgt spid="95"/>
                                        </p:tgtEl>
                                        <p:attrNameLst>
                                          <p:attrName>style.visibility</p:attrName>
                                        </p:attrNameLst>
                                      </p:cBhvr>
                                      <p:to>
                                        <p:strVal val="visible"/>
                                      </p:to>
                                    </p:set>
                                    <p:animEffect transition="in" filter="fade">
                                      <p:cBhvr>
                                        <p:cTn id="839" dur="650"/>
                                        <p:tgtEl>
                                          <p:spTgt spid="95"/>
                                        </p:tgtEl>
                                      </p:cBhvr>
                                    </p:animEffect>
                                    <p:anim calcmode="lin" valueType="num">
                                      <p:cBhvr>
                                        <p:cTn id="840" dur="650" fill="hold"/>
                                        <p:tgtEl>
                                          <p:spTgt spid="95"/>
                                        </p:tgtEl>
                                        <p:attrNameLst>
                                          <p:attrName>ppt_x</p:attrName>
                                        </p:attrNameLst>
                                      </p:cBhvr>
                                      <p:tavLst>
                                        <p:tav tm="0">
                                          <p:val>
                                            <p:strVal val="#ppt_x"/>
                                          </p:val>
                                        </p:tav>
                                        <p:tav tm="100000">
                                          <p:val>
                                            <p:strVal val="#ppt_x"/>
                                          </p:val>
                                        </p:tav>
                                      </p:tavLst>
                                    </p:anim>
                                    <p:anim calcmode="lin" valueType="num">
                                      <p:cBhvr>
                                        <p:cTn id="841" dur="650" fill="hold"/>
                                        <p:tgtEl>
                                          <p:spTgt spid="95"/>
                                        </p:tgtEl>
                                        <p:attrNameLst>
                                          <p:attrName>ppt_y</p:attrName>
                                        </p:attrNameLst>
                                      </p:cBhvr>
                                      <p:tavLst>
                                        <p:tav tm="0">
                                          <p:val>
                                            <p:strVal val="#ppt_y+.1"/>
                                          </p:val>
                                        </p:tav>
                                        <p:tav tm="100000">
                                          <p:val>
                                            <p:strVal val="#ppt_y"/>
                                          </p:val>
                                        </p:tav>
                                      </p:tavLst>
                                    </p:anim>
                                  </p:childTnLst>
                                </p:cTn>
                              </p:par>
                              <p:par>
                                <p:cTn id="842" presetID="42" presetClass="entr" presetSubtype="0" fill="hold" grpId="0" nodeType="withEffect">
                                  <p:stCondLst>
                                    <p:cond delay="250"/>
                                  </p:stCondLst>
                                  <p:childTnLst>
                                    <p:set>
                                      <p:cBhvr>
                                        <p:cTn id="843" dur="1" fill="hold">
                                          <p:stCondLst>
                                            <p:cond delay="0"/>
                                          </p:stCondLst>
                                        </p:cTn>
                                        <p:tgtEl>
                                          <p:spTgt spid="96"/>
                                        </p:tgtEl>
                                        <p:attrNameLst>
                                          <p:attrName>style.visibility</p:attrName>
                                        </p:attrNameLst>
                                      </p:cBhvr>
                                      <p:to>
                                        <p:strVal val="visible"/>
                                      </p:to>
                                    </p:set>
                                    <p:animEffect transition="in" filter="fade">
                                      <p:cBhvr>
                                        <p:cTn id="844" dur="650"/>
                                        <p:tgtEl>
                                          <p:spTgt spid="96"/>
                                        </p:tgtEl>
                                      </p:cBhvr>
                                    </p:animEffect>
                                    <p:anim calcmode="lin" valueType="num">
                                      <p:cBhvr>
                                        <p:cTn id="845" dur="650" fill="hold"/>
                                        <p:tgtEl>
                                          <p:spTgt spid="96"/>
                                        </p:tgtEl>
                                        <p:attrNameLst>
                                          <p:attrName>ppt_x</p:attrName>
                                        </p:attrNameLst>
                                      </p:cBhvr>
                                      <p:tavLst>
                                        <p:tav tm="0">
                                          <p:val>
                                            <p:strVal val="#ppt_x"/>
                                          </p:val>
                                        </p:tav>
                                        <p:tav tm="100000">
                                          <p:val>
                                            <p:strVal val="#ppt_x"/>
                                          </p:val>
                                        </p:tav>
                                      </p:tavLst>
                                    </p:anim>
                                    <p:anim calcmode="lin" valueType="num">
                                      <p:cBhvr>
                                        <p:cTn id="846" dur="650" fill="hold"/>
                                        <p:tgtEl>
                                          <p:spTgt spid="96"/>
                                        </p:tgtEl>
                                        <p:attrNameLst>
                                          <p:attrName>ppt_y</p:attrName>
                                        </p:attrNameLst>
                                      </p:cBhvr>
                                      <p:tavLst>
                                        <p:tav tm="0">
                                          <p:val>
                                            <p:strVal val="#ppt_y+.1"/>
                                          </p:val>
                                        </p:tav>
                                        <p:tav tm="100000">
                                          <p:val>
                                            <p:strVal val="#ppt_y"/>
                                          </p:val>
                                        </p:tav>
                                      </p:tavLst>
                                    </p:anim>
                                  </p:childTnLst>
                                </p:cTn>
                              </p:par>
                              <p:par>
                                <p:cTn id="847" presetID="42" presetClass="entr" presetSubtype="0" fill="hold" nodeType="withEffect">
                                  <p:stCondLst>
                                    <p:cond delay="250"/>
                                  </p:stCondLst>
                                  <p:childTnLst>
                                    <p:set>
                                      <p:cBhvr>
                                        <p:cTn id="848" dur="1" fill="hold">
                                          <p:stCondLst>
                                            <p:cond delay="0"/>
                                          </p:stCondLst>
                                        </p:cTn>
                                        <p:tgtEl>
                                          <p:spTgt spid="97"/>
                                        </p:tgtEl>
                                        <p:attrNameLst>
                                          <p:attrName>style.visibility</p:attrName>
                                        </p:attrNameLst>
                                      </p:cBhvr>
                                      <p:to>
                                        <p:strVal val="visible"/>
                                      </p:to>
                                    </p:set>
                                    <p:animEffect transition="in" filter="fade">
                                      <p:cBhvr>
                                        <p:cTn id="849" dur="650"/>
                                        <p:tgtEl>
                                          <p:spTgt spid="97"/>
                                        </p:tgtEl>
                                      </p:cBhvr>
                                    </p:animEffect>
                                    <p:anim calcmode="lin" valueType="num">
                                      <p:cBhvr>
                                        <p:cTn id="850" dur="650" fill="hold"/>
                                        <p:tgtEl>
                                          <p:spTgt spid="97"/>
                                        </p:tgtEl>
                                        <p:attrNameLst>
                                          <p:attrName>ppt_x</p:attrName>
                                        </p:attrNameLst>
                                      </p:cBhvr>
                                      <p:tavLst>
                                        <p:tav tm="0">
                                          <p:val>
                                            <p:strVal val="#ppt_x"/>
                                          </p:val>
                                        </p:tav>
                                        <p:tav tm="100000">
                                          <p:val>
                                            <p:strVal val="#ppt_x"/>
                                          </p:val>
                                        </p:tav>
                                      </p:tavLst>
                                    </p:anim>
                                    <p:anim calcmode="lin" valueType="num">
                                      <p:cBhvr>
                                        <p:cTn id="851" dur="650" fill="hold"/>
                                        <p:tgtEl>
                                          <p:spTgt spid="97"/>
                                        </p:tgtEl>
                                        <p:attrNameLst>
                                          <p:attrName>ppt_y</p:attrName>
                                        </p:attrNameLst>
                                      </p:cBhvr>
                                      <p:tavLst>
                                        <p:tav tm="0">
                                          <p:val>
                                            <p:strVal val="#ppt_y+.1"/>
                                          </p:val>
                                        </p:tav>
                                        <p:tav tm="100000">
                                          <p:val>
                                            <p:strVal val="#ppt_y"/>
                                          </p:val>
                                        </p:tav>
                                      </p:tavLst>
                                    </p:anim>
                                  </p:childTnLst>
                                </p:cTn>
                              </p:par>
                              <p:par>
                                <p:cTn id="852" presetID="42" presetClass="entr" presetSubtype="0" fill="hold" grpId="0" nodeType="withEffect">
                                  <p:stCondLst>
                                    <p:cond delay="250"/>
                                  </p:stCondLst>
                                  <p:childTnLst>
                                    <p:set>
                                      <p:cBhvr>
                                        <p:cTn id="853" dur="1" fill="hold">
                                          <p:stCondLst>
                                            <p:cond delay="0"/>
                                          </p:stCondLst>
                                        </p:cTn>
                                        <p:tgtEl>
                                          <p:spTgt spid="98"/>
                                        </p:tgtEl>
                                        <p:attrNameLst>
                                          <p:attrName>style.visibility</p:attrName>
                                        </p:attrNameLst>
                                      </p:cBhvr>
                                      <p:to>
                                        <p:strVal val="visible"/>
                                      </p:to>
                                    </p:set>
                                    <p:animEffect transition="in" filter="fade">
                                      <p:cBhvr>
                                        <p:cTn id="854" dur="650"/>
                                        <p:tgtEl>
                                          <p:spTgt spid="98"/>
                                        </p:tgtEl>
                                      </p:cBhvr>
                                    </p:animEffect>
                                    <p:anim calcmode="lin" valueType="num">
                                      <p:cBhvr>
                                        <p:cTn id="855" dur="650" fill="hold"/>
                                        <p:tgtEl>
                                          <p:spTgt spid="98"/>
                                        </p:tgtEl>
                                        <p:attrNameLst>
                                          <p:attrName>ppt_x</p:attrName>
                                        </p:attrNameLst>
                                      </p:cBhvr>
                                      <p:tavLst>
                                        <p:tav tm="0">
                                          <p:val>
                                            <p:strVal val="#ppt_x"/>
                                          </p:val>
                                        </p:tav>
                                        <p:tav tm="100000">
                                          <p:val>
                                            <p:strVal val="#ppt_x"/>
                                          </p:val>
                                        </p:tav>
                                      </p:tavLst>
                                    </p:anim>
                                    <p:anim calcmode="lin" valueType="num">
                                      <p:cBhvr>
                                        <p:cTn id="856" dur="650" fill="hold"/>
                                        <p:tgtEl>
                                          <p:spTgt spid="98"/>
                                        </p:tgtEl>
                                        <p:attrNameLst>
                                          <p:attrName>ppt_y</p:attrName>
                                        </p:attrNameLst>
                                      </p:cBhvr>
                                      <p:tavLst>
                                        <p:tav tm="0">
                                          <p:val>
                                            <p:strVal val="#ppt_y+.1"/>
                                          </p:val>
                                        </p:tav>
                                        <p:tav tm="100000">
                                          <p:val>
                                            <p:strVal val="#ppt_y"/>
                                          </p:val>
                                        </p:tav>
                                      </p:tavLst>
                                    </p:anim>
                                  </p:childTnLst>
                                </p:cTn>
                              </p:par>
                              <p:par>
                                <p:cTn id="857" presetID="42" presetClass="entr" presetSubtype="0" fill="hold" grpId="0" nodeType="withEffect">
                                  <p:stCondLst>
                                    <p:cond delay="250"/>
                                  </p:stCondLst>
                                  <p:childTnLst>
                                    <p:set>
                                      <p:cBhvr>
                                        <p:cTn id="858" dur="1" fill="hold">
                                          <p:stCondLst>
                                            <p:cond delay="0"/>
                                          </p:stCondLst>
                                        </p:cTn>
                                        <p:tgtEl>
                                          <p:spTgt spid="99"/>
                                        </p:tgtEl>
                                        <p:attrNameLst>
                                          <p:attrName>style.visibility</p:attrName>
                                        </p:attrNameLst>
                                      </p:cBhvr>
                                      <p:to>
                                        <p:strVal val="visible"/>
                                      </p:to>
                                    </p:set>
                                    <p:animEffect transition="in" filter="fade">
                                      <p:cBhvr>
                                        <p:cTn id="859" dur="650"/>
                                        <p:tgtEl>
                                          <p:spTgt spid="99"/>
                                        </p:tgtEl>
                                      </p:cBhvr>
                                    </p:animEffect>
                                    <p:anim calcmode="lin" valueType="num">
                                      <p:cBhvr>
                                        <p:cTn id="860" dur="650" fill="hold"/>
                                        <p:tgtEl>
                                          <p:spTgt spid="99"/>
                                        </p:tgtEl>
                                        <p:attrNameLst>
                                          <p:attrName>ppt_x</p:attrName>
                                        </p:attrNameLst>
                                      </p:cBhvr>
                                      <p:tavLst>
                                        <p:tav tm="0">
                                          <p:val>
                                            <p:strVal val="#ppt_x"/>
                                          </p:val>
                                        </p:tav>
                                        <p:tav tm="100000">
                                          <p:val>
                                            <p:strVal val="#ppt_x"/>
                                          </p:val>
                                        </p:tav>
                                      </p:tavLst>
                                    </p:anim>
                                    <p:anim calcmode="lin" valueType="num">
                                      <p:cBhvr>
                                        <p:cTn id="861" dur="650" fill="hold"/>
                                        <p:tgtEl>
                                          <p:spTgt spid="99"/>
                                        </p:tgtEl>
                                        <p:attrNameLst>
                                          <p:attrName>ppt_y</p:attrName>
                                        </p:attrNameLst>
                                      </p:cBhvr>
                                      <p:tavLst>
                                        <p:tav tm="0">
                                          <p:val>
                                            <p:strVal val="#ppt_y+.1"/>
                                          </p:val>
                                        </p:tav>
                                        <p:tav tm="100000">
                                          <p:val>
                                            <p:strVal val="#ppt_y"/>
                                          </p:val>
                                        </p:tav>
                                      </p:tavLst>
                                    </p:anim>
                                  </p:childTnLst>
                                </p:cTn>
                              </p:par>
                              <p:par>
                                <p:cTn id="862" presetID="42" presetClass="entr" presetSubtype="0" fill="hold" grpId="0" nodeType="withEffect">
                                  <p:stCondLst>
                                    <p:cond delay="250"/>
                                  </p:stCondLst>
                                  <p:childTnLst>
                                    <p:set>
                                      <p:cBhvr>
                                        <p:cTn id="863" dur="1" fill="hold">
                                          <p:stCondLst>
                                            <p:cond delay="0"/>
                                          </p:stCondLst>
                                        </p:cTn>
                                        <p:tgtEl>
                                          <p:spTgt spid="100"/>
                                        </p:tgtEl>
                                        <p:attrNameLst>
                                          <p:attrName>style.visibility</p:attrName>
                                        </p:attrNameLst>
                                      </p:cBhvr>
                                      <p:to>
                                        <p:strVal val="visible"/>
                                      </p:to>
                                    </p:set>
                                    <p:animEffect transition="in" filter="fade">
                                      <p:cBhvr>
                                        <p:cTn id="864" dur="650"/>
                                        <p:tgtEl>
                                          <p:spTgt spid="100"/>
                                        </p:tgtEl>
                                      </p:cBhvr>
                                    </p:animEffect>
                                    <p:anim calcmode="lin" valueType="num">
                                      <p:cBhvr>
                                        <p:cTn id="865" dur="650" fill="hold"/>
                                        <p:tgtEl>
                                          <p:spTgt spid="100"/>
                                        </p:tgtEl>
                                        <p:attrNameLst>
                                          <p:attrName>ppt_x</p:attrName>
                                        </p:attrNameLst>
                                      </p:cBhvr>
                                      <p:tavLst>
                                        <p:tav tm="0">
                                          <p:val>
                                            <p:strVal val="#ppt_x"/>
                                          </p:val>
                                        </p:tav>
                                        <p:tav tm="100000">
                                          <p:val>
                                            <p:strVal val="#ppt_x"/>
                                          </p:val>
                                        </p:tav>
                                      </p:tavLst>
                                    </p:anim>
                                    <p:anim calcmode="lin" valueType="num">
                                      <p:cBhvr>
                                        <p:cTn id="866" dur="650" fill="hold"/>
                                        <p:tgtEl>
                                          <p:spTgt spid="100"/>
                                        </p:tgtEl>
                                        <p:attrNameLst>
                                          <p:attrName>ppt_y</p:attrName>
                                        </p:attrNameLst>
                                      </p:cBhvr>
                                      <p:tavLst>
                                        <p:tav tm="0">
                                          <p:val>
                                            <p:strVal val="#ppt_y+.1"/>
                                          </p:val>
                                        </p:tav>
                                        <p:tav tm="100000">
                                          <p:val>
                                            <p:strVal val="#ppt_y"/>
                                          </p:val>
                                        </p:tav>
                                      </p:tavLst>
                                    </p:anim>
                                  </p:childTnLst>
                                </p:cTn>
                              </p:par>
                              <p:par>
                                <p:cTn id="867" presetID="42" presetClass="entr" presetSubtype="0" fill="hold" grpId="0" nodeType="withEffect">
                                  <p:stCondLst>
                                    <p:cond delay="250"/>
                                  </p:stCondLst>
                                  <p:childTnLst>
                                    <p:set>
                                      <p:cBhvr>
                                        <p:cTn id="868" dur="1" fill="hold">
                                          <p:stCondLst>
                                            <p:cond delay="0"/>
                                          </p:stCondLst>
                                        </p:cTn>
                                        <p:tgtEl>
                                          <p:spTgt spid="101"/>
                                        </p:tgtEl>
                                        <p:attrNameLst>
                                          <p:attrName>style.visibility</p:attrName>
                                        </p:attrNameLst>
                                      </p:cBhvr>
                                      <p:to>
                                        <p:strVal val="visible"/>
                                      </p:to>
                                    </p:set>
                                    <p:animEffect transition="in" filter="fade">
                                      <p:cBhvr>
                                        <p:cTn id="869" dur="650"/>
                                        <p:tgtEl>
                                          <p:spTgt spid="101"/>
                                        </p:tgtEl>
                                      </p:cBhvr>
                                    </p:animEffect>
                                    <p:anim calcmode="lin" valueType="num">
                                      <p:cBhvr>
                                        <p:cTn id="870" dur="650" fill="hold"/>
                                        <p:tgtEl>
                                          <p:spTgt spid="101"/>
                                        </p:tgtEl>
                                        <p:attrNameLst>
                                          <p:attrName>ppt_x</p:attrName>
                                        </p:attrNameLst>
                                      </p:cBhvr>
                                      <p:tavLst>
                                        <p:tav tm="0">
                                          <p:val>
                                            <p:strVal val="#ppt_x"/>
                                          </p:val>
                                        </p:tav>
                                        <p:tav tm="100000">
                                          <p:val>
                                            <p:strVal val="#ppt_x"/>
                                          </p:val>
                                        </p:tav>
                                      </p:tavLst>
                                    </p:anim>
                                    <p:anim calcmode="lin" valueType="num">
                                      <p:cBhvr>
                                        <p:cTn id="871" dur="650" fill="hold"/>
                                        <p:tgtEl>
                                          <p:spTgt spid="101"/>
                                        </p:tgtEl>
                                        <p:attrNameLst>
                                          <p:attrName>ppt_y</p:attrName>
                                        </p:attrNameLst>
                                      </p:cBhvr>
                                      <p:tavLst>
                                        <p:tav tm="0">
                                          <p:val>
                                            <p:strVal val="#ppt_y+.1"/>
                                          </p:val>
                                        </p:tav>
                                        <p:tav tm="100000">
                                          <p:val>
                                            <p:strVal val="#ppt_y"/>
                                          </p:val>
                                        </p:tav>
                                      </p:tavLst>
                                    </p:anim>
                                  </p:childTnLst>
                                </p:cTn>
                              </p:par>
                              <p:par>
                                <p:cTn id="872" presetID="53" presetClass="entr" presetSubtype="16" fill="hold" grpId="0" nodeType="withEffect">
                                  <p:stCondLst>
                                    <p:cond delay="370"/>
                                  </p:stCondLst>
                                  <p:childTnLst>
                                    <p:set>
                                      <p:cBhvr>
                                        <p:cTn id="873" dur="1" fill="hold">
                                          <p:stCondLst>
                                            <p:cond delay="0"/>
                                          </p:stCondLst>
                                        </p:cTn>
                                        <p:tgtEl>
                                          <p:spTgt spid="102"/>
                                        </p:tgtEl>
                                        <p:attrNameLst>
                                          <p:attrName>style.visibility</p:attrName>
                                        </p:attrNameLst>
                                      </p:cBhvr>
                                      <p:to>
                                        <p:strVal val="visible"/>
                                      </p:to>
                                    </p:set>
                                    <p:anim calcmode="lin" valueType="num">
                                      <p:cBhvr>
                                        <p:cTn id="874" dur="750" fill="hold"/>
                                        <p:tgtEl>
                                          <p:spTgt spid="102"/>
                                        </p:tgtEl>
                                        <p:attrNameLst>
                                          <p:attrName>ppt_w</p:attrName>
                                        </p:attrNameLst>
                                      </p:cBhvr>
                                      <p:tavLst>
                                        <p:tav tm="0">
                                          <p:val>
                                            <p:fltVal val="0"/>
                                          </p:val>
                                        </p:tav>
                                        <p:tav tm="100000">
                                          <p:val>
                                            <p:strVal val="#ppt_w"/>
                                          </p:val>
                                        </p:tav>
                                      </p:tavLst>
                                    </p:anim>
                                    <p:anim calcmode="lin" valueType="num">
                                      <p:cBhvr>
                                        <p:cTn id="875" dur="750" fill="hold"/>
                                        <p:tgtEl>
                                          <p:spTgt spid="102"/>
                                        </p:tgtEl>
                                        <p:attrNameLst>
                                          <p:attrName>ppt_h</p:attrName>
                                        </p:attrNameLst>
                                      </p:cBhvr>
                                      <p:tavLst>
                                        <p:tav tm="0">
                                          <p:val>
                                            <p:fltVal val="0"/>
                                          </p:val>
                                        </p:tav>
                                        <p:tav tm="100000">
                                          <p:val>
                                            <p:strVal val="#ppt_h"/>
                                          </p:val>
                                        </p:tav>
                                      </p:tavLst>
                                    </p:anim>
                                    <p:animEffect transition="in" filter="fade">
                                      <p:cBhvr>
                                        <p:cTn id="876" dur="750"/>
                                        <p:tgtEl>
                                          <p:spTgt spid="102"/>
                                        </p:tgtEl>
                                      </p:cBhvr>
                                    </p:animEffect>
                                  </p:childTnLst>
                                </p:cTn>
                              </p:par>
                              <p:par>
                                <p:cTn id="877" presetID="53" presetClass="entr" presetSubtype="16" fill="hold" nodeType="withEffect">
                                  <p:stCondLst>
                                    <p:cond delay="370"/>
                                  </p:stCondLst>
                                  <p:childTnLst>
                                    <p:set>
                                      <p:cBhvr>
                                        <p:cTn id="878" dur="1" fill="hold">
                                          <p:stCondLst>
                                            <p:cond delay="0"/>
                                          </p:stCondLst>
                                        </p:cTn>
                                        <p:tgtEl>
                                          <p:spTgt spid="103"/>
                                        </p:tgtEl>
                                        <p:attrNameLst>
                                          <p:attrName>style.visibility</p:attrName>
                                        </p:attrNameLst>
                                      </p:cBhvr>
                                      <p:to>
                                        <p:strVal val="visible"/>
                                      </p:to>
                                    </p:set>
                                    <p:anim calcmode="lin" valueType="num">
                                      <p:cBhvr>
                                        <p:cTn id="879" dur="750" fill="hold"/>
                                        <p:tgtEl>
                                          <p:spTgt spid="103"/>
                                        </p:tgtEl>
                                        <p:attrNameLst>
                                          <p:attrName>ppt_w</p:attrName>
                                        </p:attrNameLst>
                                      </p:cBhvr>
                                      <p:tavLst>
                                        <p:tav tm="0">
                                          <p:val>
                                            <p:fltVal val="0"/>
                                          </p:val>
                                        </p:tav>
                                        <p:tav tm="100000">
                                          <p:val>
                                            <p:strVal val="#ppt_w"/>
                                          </p:val>
                                        </p:tav>
                                      </p:tavLst>
                                    </p:anim>
                                    <p:anim calcmode="lin" valueType="num">
                                      <p:cBhvr>
                                        <p:cTn id="880" dur="750" fill="hold"/>
                                        <p:tgtEl>
                                          <p:spTgt spid="103"/>
                                        </p:tgtEl>
                                        <p:attrNameLst>
                                          <p:attrName>ppt_h</p:attrName>
                                        </p:attrNameLst>
                                      </p:cBhvr>
                                      <p:tavLst>
                                        <p:tav tm="0">
                                          <p:val>
                                            <p:fltVal val="0"/>
                                          </p:val>
                                        </p:tav>
                                        <p:tav tm="100000">
                                          <p:val>
                                            <p:strVal val="#ppt_h"/>
                                          </p:val>
                                        </p:tav>
                                      </p:tavLst>
                                    </p:anim>
                                    <p:animEffect transition="in" filter="fade">
                                      <p:cBhvr>
                                        <p:cTn id="881" dur="750"/>
                                        <p:tgtEl>
                                          <p:spTgt spid="103"/>
                                        </p:tgtEl>
                                      </p:cBhvr>
                                    </p:animEffect>
                                  </p:childTnLst>
                                </p:cTn>
                              </p:par>
                              <p:par>
                                <p:cTn id="882" presetID="53" presetClass="entr" presetSubtype="16" fill="hold" grpId="0" nodeType="withEffect">
                                  <p:stCondLst>
                                    <p:cond delay="370"/>
                                  </p:stCondLst>
                                  <p:childTnLst>
                                    <p:set>
                                      <p:cBhvr>
                                        <p:cTn id="883" dur="1" fill="hold">
                                          <p:stCondLst>
                                            <p:cond delay="0"/>
                                          </p:stCondLst>
                                        </p:cTn>
                                        <p:tgtEl>
                                          <p:spTgt spid="104"/>
                                        </p:tgtEl>
                                        <p:attrNameLst>
                                          <p:attrName>style.visibility</p:attrName>
                                        </p:attrNameLst>
                                      </p:cBhvr>
                                      <p:to>
                                        <p:strVal val="visible"/>
                                      </p:to>
                                    </p:set>
                                    <p:anim calcmode="lin" valueType="num">
                                      <p:cBhvr>
                                        <p:cTn id="884" dur="750" fill="hold"/>
                                        <p:tgtEl>
                                          <p:spTgt spid="104"/>
                                        </p:tgtEl>
                                        <p:attrNameLst>
                                          <p:attrName>ppt_w</p:attrName>
                                        </p:attrNameLst>
                                      </p:cBhvr>
                                      <p:tavLst>
                                        <p:tav tm="0">
                                          <p:val>
                                            <p:fltVal val="0"/>
                                          </p:val>
                                        </p:tav>
                                        <p:tav tm="100000">
                                          <p:val>
                                            <p:strVal val="#ppt_w"/>
                                          </p:val>
                                        </p:tav>
                                      </p:tavLst>
                                    </p:anim>
                                    <p:anim calcmode="lin" valueType="num">
                                      <p:cBhvr>
                                        <p:cTn id="885" dur="750" fill="hold"/>
                                        <p:tgtEl>
                                          <p:spTgt spid="104"/>
                                        </p:tgtEl>
                                        <p:attrNameLst>
                                          <p:attrName>ppt_h</p:attrName>
                                        </p:attrNameLst>
                                      </p:cBhvr>
                                      <p:tavLst>
                                        <p:tav tm="0">
                                          <p:val>
                                            <p:fltVal val="0"/>
                                          </p:val>
                                        </p:tav>
                                        <p:tav tm="100000">
                                          <p:val>
                                            <p:strVal val="#ppt_h"/>
                                          </p:val>
                                        </p:tav>
                                      </p:tavLst>
                                    </p:anim>
                                    <p:animEffect transition="in" filter="fade">
                                      <p:cBhvr>
                                        <p:cTn id="886" dur="750"/>
                                        <p:tgtEl>
                                          <p:spTgt spid="104"/>
                                        </p:tgtEl>
                                      </p:cBhvr>
                                    </p:animEffect>
                                  </p:childTnLst>
                                </p:cTn>
                              </p:par>
                              <p:par>
                                <p:cTn id="887" presetID="53" presetClass="entr" presetSubtype="16" fill="hold" grpId="0" nodeType="withEffect">
                                  <p:stCondLst>
                                    <p:cond delay="490"/>
                                  </p:stCondLst>
                                  <p:childTnLst>
                                    <p:set>
                                      <p:cBhvr>
                                        <p:cTn id="888" dur="1" fill="hold">
                                          <p:stCondLst>
                                            <p:cond delay="0"/>
                                          </p:stCondLst>
                                        </p:cTn>
                                        <p:tgtEl>
                                          <p:spTgt spid="105"/>
                                        </p:tgtEl>
                                        <p:attrNameLst>
                                          <p:attrName>style.visibility</p:attrName>
                                        </p:attrNameLst>
                                      </p:cBhvr>
                                      <p:to>
                                        <p:strVal val="visible"/>
                                      </p:to>
                                    </p:set>
                                    <p:anim calcmode="lin" valueType="num">
                                      <p:cBhvr>
                                        <p:cTn id="889" dur="750" fill="hold"/>
                                        <p:tgtEl>
                                          <p:spTgt spid="105"/>
                                        </p:tgtEl>
                                        <p:attrNameLst>
                                          <p:attrName>ppt_w</p:attrName>
                                        </p:attrNameLst>
                                      </p:cBhvr>
                                      <p:tavLst>
                                        <p:tav tm="0">
                                          <p:val>
                                            <p:fltVal val="0"/>
                                          </p:val>
                                        </p:tav>
                                        <p:tav tm="100000">
                                          <p:val>
                                            <p:strVal val="#ppt_w"/>
                                          </p:val>
                                        </p:tav>
                                      </p:tavLst>
                                    </p:anim>
                                    <p:anim calcmode="lin" valueType="num">
                                      <p:cBhvr>
                                        <p:cTn id="890" dur="750" fill="hold"/>
                                        <p:tgtEl>
                                          <p:spTgt spid="105"/>
                                        </p:tgtEl>
                                        <p:attrNameLst>
                                          <p:attrName>ppt_h</p:attrName>
                                        </p:attrNameLst>
                                      </p:cBhvr>
                                      <p:tavLst>
                                        <p:tav tm="0">
                                          <p:val>
                                            <p:fltVal val="0"/>
                                          </p:val>
                                        </p:tav>
                                        <p:tav tm="100000">
                                          <p:val>
                                            <p:strVal val="#ppt_h"/>
                                          </p:val>
                                        </p:tav>
                                      </p:tavLst>
                                    </p:anim>
                                    <p:animEffect transition="in" filter="fade">
                                      <p:cBhvr>
                                        <p:cTn id="891" dur="750"/>
                                        <p:tgtEl>
                                          <p:spTgt spid="105"/>
                                        </p:tgtEl>
                                      </p:cBhvr>
                                    </p:animEffect>
                                  </p:childTnLst>
                                </p:cTn>
                              </p:par>
                              <p:par>
                                <p:cTn id="892" presetID="53" presetClass="entr" presetSubtype="16" fill="hold" nodeType="withEffect">
                                  <p:stCondLst>
                                    <p:cond delay="490"/>
                                  </p:stCondLst>
                                  <p:childTnLst>
                                    <p:set>
                                      <p:cBhvr>
                                        <p:cTn id="893" dur="1" fill="hold">
                                          <p:stCondLst>
                                            <p:cond delay="0"/>
                                          </p:stCondLst>
                                        </p:cTn>
                                        <p:tgtEl>
                                          <p:spTgt spid="106"/>
                                        </p:tgtEl>
                                        <p:attrNameLst>
                                          <p:attrName>style.visibility</p:attrName>
                                        </p:attrNameLst>
                                      </p:cBhvr>
                                      <p:to>
                                        <p:strVal val="visible"/>
                                      </p:to>
                                    </p:set>
                                    <p:anim calcmode="lin" valueType="num">
                                      <p:cBhvr>
                                        <p:cTn id="894" dur="750" fill="hold"/>
                                        <p:tgtEl>
                                          <p:spTgt spid="106"/>
                                        </p:tgtEl>
                                        <p:attrNameLst>
                                          <p:attrName>ppt_w</p:attrName>
                                        </p:attrNameLst>
                                      </p:cBhvr>
                                      <p:tavLst>
                                        <p:tav tm="0">
                                          <p:val>
                                            <p:fltVal val="0"/>
                                          </p:val>
                                        </p:tav>
                                        <p:tav tm="100000">
                                          <p:val>
                                            <p:strVal val="#ppt_w"/>
                                          </p:val>
                                        </p:tav>
                                      </p:tavLst>
                                    </p:anim>
                                    <p:anim calcmode="lin" valueType="num">
                                      <p:cBhvr>
                                        <p:cTn id="895" dur="750" fill="hold"/>
                                        <p:tgtEl>
                                          <p:spTgt spid="106"/>
                                        </p:tgtEl>
                                        <p:attrNameLst>
                                          <p:attrName>ppt_h</p:attrName>
                                        </p:attrNameLst>
                                      </p:cBhvr>
                                      <p:tavLst>
                                        <p:tav tm="0">
                                          <p:val>
                                            <p:fltVal val="0"/>
                                          </p:val>
                                        </p:tav>
                                        <p:tav tm="100000">
                                          <p:val>
                                            <p:strVal val="#ppt_h"/>
                                          </p:val>
                                        </p:tav>
                                      </p:tavLst>
                                    </p:anim>
                                    <p:animEffect transition="in" filter="fade">
                                      <p:cBhvr>
                                        <p:cTn id="896" dur="750"/>
                                        <p:tgtEl>
                                          <p:spTgt spid="106"/>
                                        </p:tgtEl>
                                      </p:cBhvr>
                                    </p:animEffect>
                                  </p:childTnLst>
                                </p:cTn>
                              </p:par>
                              <p:par>
                                <p:cTn id="897" presetID="53" presetClass="entr" presetSubtype="16" fill="hold" grpId="0" nodeType="withEffect">
                                  <p:stCondLst>
                                    <p:cond delay="490"/>
                                  </p:stCondLst>
                                  <p:childTnLst>
                                    <p:set>
                                      <p:cBhvr>
                                        <p:cTn id="898" dur="1" fill="hold">
                                          <p:stCondLst>
                                            <p:cond delay="0"/>
                                          </p:stCondLst>
                                        </p:cTn>
                                        <p:tgtEl>
                                          <p:spTgt spid="107"/>
                                        </p:tgtEl>
                                        <p:attrNameLst>
                                          <p:attrName>style.visibility</p:attrName>
                                        </p:attrNameLst>
                                      </p:cBhvr>
                                      <p:to>
                                        <p:strVal val="visible"/>
                                      </p:to>
                                    </p:set>
                                    <p:anim calcmode="lin" valueType="num">
                                      <p:cBhvr>
                                        <p:cTn id="899" dur="750" fill="hold"/>
                                        <p:tgtEl>
                                          <p:spTgt spid="107"/>
                                        </p:tgtEl>
                                        <p:attrNameLst>
                                          <p:attrName>ppt_w</p:attrName>
                                        </p:attrNameLst>
                                      </p:cBhvr>
                                      <p:tavLst>
                                        <p:tav tm="0">
                                          <p:val>
                                            <p:fltVal val="0"/>
                                          </p:val>
                                        </p:tav>
                                        <p:tav tm="100000">
                                          <p:val>
                                            <p:strVal val="#ppt_w"/>
                                          </p:val>
                                        </p:tav>
                                      </p:tavLst>
                                    </p:anim>
                                    <p:anim calcmode="lin" valueType="num">
                                      <p:cBhvr>
                                        <p:cTn id="900" dur="750" fill="hold"/>
                                        <p:tgtEl>
                                          <p:spTgt spid="107"/>
                                        </p:tgtEl>
                                        <p:attrNameLst>
                                          <p:attrName>ppt_h</p:attrName>
                                        </p:attrNameLst>
                                      </p:cBhvr>
                                      <p:tavLst>
                                        <p:tav tm="0">
                                          <p:val>
                                            <p:fltVal val="0"/>
                                          </p:val>
                                        </p:tav>
                                        <p:tav tm="100000">
                                          <p:val>
                                            <p:strVal val="#ppt_h"/>
                                          </p:val>
                                        </p:tav>
                                      </p:tavLst>
                                    </p:anim>
                                    <p:animEffect transition="in" filter="fade">
                                      <p:cBhvr>
                                        <p:cTn id="901" dur="750"/>
                                        <p:tgtEl>
                                          <p:spTgt spid="107"/>
                                        </p:tgtEl>
                                      </p:cBhvr>
                                    </p:animEffect>
                                  </p:childTnLst>
                                </p:cTn>
                              </p:par>
                              <p:par>
                                <p:cTn id="902" presetID="53" presetClass="entr" presetSubtype="16" fill="hold" grpId="0" nodeType="withEffect">
                                  <p:stCondLst>
                                    <p:cond delay="610"/>
                                  </p:stCondLst>
                                  <p:childTnLst>
                                    <p:set>
                                      <p:cBhvr>
                                        <p:cTn id="903" dur="1" fill="hold">
                                          <p:stCondLst>
                                            <p:cond delay="0"/>
                                          </p:stCondLst>
                                        </p:cTn>
                                        <p:tgtEl>
                                          <p:spTgt spid="108"/>
                                        </p:tgtEl>
                                        <p:attrNameLst>
                                          <p:attrName>style.visibility</p:attrName>
                                        </p:attrNameLst>
                                      </p:cBhvr>
                                      <p:to>
                                        <p:strVal val="visible"/>
                                      </p:to>
                                    </p:set>
                                    <p:anim calcmode="lin" valueType="num">
                                      <p:cBhvr>
                                        <p:cTn id="904" dur="750" fill="hold"/>
                                        <p:tgtEl>
                                          <p:spTgt spid="108"/>
                                        </p:tgtEl>
                                        <p:attrNameLst>
                                          <p:attrName>ppt_w</p:attrName>
                                        </p:attrNameLst>
                                      </p:cBhvr>
                                      <p:tavLst>
                                        <p:tav tm="0">
                                          <p:val>
                                            <p:fltVal val="0"/>
                                          </p:val>
                                        </p:tav>
                                        <p:tav tm="100000">
                                          <p:val>
                                            <p:strVal val="#ppt_w"/>
                                          </p:val>
                                        </p:tav>
                                      </p:tavLst>
                                    </p:anim>
                                    <p:anim calcmode="lin" valueType="num">
                                      <p:cBhvr>
                                        <p:cTn id="905" dur="750" fill="hold"/>
                                        <p:tgtEl>
                                          <p:spTgt spid="108"/>
                                        </p:tgtEl>
                                        <p:attrNameLst>
                                          <p:attrName>ppt_h</p:attrName>
                                        </p:attrNameLst>
                                      </p:cBhvr>
                                      <p:tavLst>
                                        <p:tav tm="0">
                                          <p:val>
                                            <p:fltVal val="0"/>
                                          </p:val>
                                        </p:tav>
                                        <p:tav tm="100000">
                                          <p:val>
                                            <p:strVal val="#ppt_h"/>
                                          </p:val>
                                        </p:tav>
                                      </p:tavLst>
                                    </p:anim>
                                    <p:animEffect transition="in" filter="fade">
                                      <p:cBhvr>
                                        <p:cTn id="906" dur="750"/>
                                        <p:tgtEl>
                                          <p:spTgt spid="108"/>
                                        </p:tgtEl>
                                      </p:cBhvr>
                                    </p:animEffect>
                                  </p:childTnLst>
                                </p:cTn>
                              </p:par>
                              <p:par>
                                <p:cTn id="907" presetID="53" presetClass="entr" presetSubtype="16" fill="hold" nodeType="withEffect">
                                  <p:stCondLst>
                                    <p:cond delay="610"/>
                                  </p:stCondLst>
                                  <p:childTnLst>
                                    <p:set>
                                      <p:cBhvr>
                                        <p:cTn id="908" dur="1" fill="hold">
                                          <p:stCondLst>
                                            <p:cond delay="0"/>
                                          </p:stCondLst>
                                        </p:cTn>
                                        <p:tgtEl>
                                          <p:spTgt spid="109"/>
                                        </p:tgtEl>
                                        <p:attrNameLst>
                                          <p:attrName>style.visibility</p:attrName>
                                        </p:attrNameLst>
                                      </p:cBhvr>
                                      <p:to>
                                        <p:strVal val="visible"/>
                                      </p:to>
                                    </p:set>
                                    <p:anim calcmode="lin" valueType="num">
                                      <p:cBhvr>
                                        <p:cTn id="909" dur="750" fill="hold"/>
                                        <p:tgtEl>
                                          <p:spTgt spid="109"/>
                                        </p:tgtEl>
                                        <p:attrNameLst>
                                          <p:attrName>ppt_w</p:attrName>
                                        </p:attrNameLst>
                                      </p:cBhvr>
                                      <p:tavLst>
                                        <p:tav tm="0">
                                          <p:val>
                                            <p:fltVal val="0"/>
                                          </p:val>
                                        </p:tav>
                                        <p:tav tm="100000">
                                          <p:val>
                                            <p:strVal val="#ppt_w"/>
                                          </p:val>
                                        </p:tav>
                                      </p:tavLst>
                                    </p:anim>
                                    <p:anim calcmode="lin" valueType="num">
                                      <p:cBhvr>
                                        <p:cTn id="910" dur="750" fill="hold"/>
                                        <p:tgtEl>
                                          <p:spTgt spid="109"/>
                                        </p:tgtEl>
                                        <p:attrNameLst>
                                          <p:attrName>ppt_h</p:attrName>
                                        </p:attrNameLst>
                                      </p:cBhvr>
                                      <p:tavLst>
                                        <p:tav tm="0">
                                          <p:val>
                                            <p:fltVal val="0"/>
                                          </p:val>
                                        </p:tav>
                                        <p:tav tm="100000">
                                          <p:val>
                                            <p:strVal val="#ppt_h"/>
                                          </p:val>
                                        </p:tav>
                                      </p:tavLst>
                                    </p:anim>
                                    <p:animEffect transition="in" filter="fade">
                                      <p:cBhvr>
                                        <p:cTn id="911" dur="750"/>
                                        <p:tgtEl>
                                          <p:spTgt spid="109"/>
                                        </p:tgtEl>
                                      </p:cBhvr>
                                    </p:animEffect>
                                  </p:childTnLst>
                                </p:cTn>
                              </p:par>
                              <p:par>
                                <p:cTn id="912" presetID="53" presetClass="entr" presetSubtype="16" fill="hold" grpId="0" nodeType="withEffect">
                                  <p:stCondLst>
                                    <p:cond delay="610"/>
                                  </p:stCondLst>
                                  <p:childTnLst>
                                    <p:set>
                                      <p:cBhvr>
                                        <p:cTn id="913" dur="1" fill="hold">
                                          <p:stCondLst>
                                            <p:cond delay="0"/>
                                          </p:stCondLst>
                                        </p:cTn>
                                        <p:tgtEl>
                                          <p:spTgt spid="110"/>
                                        </p:tgtEl>
                                        <p:attrNameLst>
                                          <p:attrName>style.visibility</p:attrName>
                                        </p:attrNameLst>
                                      </p:cBhvr>
                                      <p:to>
                                        <p:strVal val="visible"/>
                                      </p:to>
                                    </p:set>
                                    <p:anim calcmode="lin" valueType="num">
                                      <p:cBhvr>
                                        <p:cTn id="914" dur="750" fill="hold"/>
                                        <p:tgtEl>
                                          <p:spTgt spid="110"/>
                                        </p:tgtEl>
                                        <p:attrNameLst>
                                          <p:attrName>ppt_w</p:attrName>
                                        </p:attrNameLst>
                                      </p:cBhvr>
                                      <p:tavLst>
                                        <p:tav tm="0">
                                          <p:val>
                                            <p:fltVal val="0"/>
                                          </p:val>
                                        </p:tav>
                                        <p:tav tm="100000">
                                          <p:val>
                                            <p:strVal val="#ppt_w"/>
                                          </p:val>
                                        </p:tav>
                                      </p:tavLst>
                                    </p:anim>
                                    <p:anim calcmode="lin" valueType="num">
                                      <p:cBhvr>
                                        <p:cTn id="915" dur="750" fill="hold"/>
                                        <p:tgtEl>
                                          <p:spTgt spid="110"/>
                                        </p:tgtEl>
                                        <p:attrNameLst>
                                          <p:attrName>ppt_h</p:attrName>
                                        </p:attrNameLst>
                                      </p:cBhvr>
                                      <p:tavLst>
                                        <p:tav tm="0">
                                          <p:val>
                                            <p:fltVal val="0"/>
                                          </p:val>
                                        </p:tav>
                                        <p:tav tm="100000">
                                          <p:val>
                                            <p:strVal val="#ppt_h"/>
                                          </p:val>
                                        </p:tav>
                                      </p:tavLst>
                                    </p:anim>
                                    <p:animEffect transition="in" filter="fade">
                                      <p:cBhvr>
                                        <p:cTn id="916" dur="75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p:bldP spid="14" grpId="0"/>
      <p:bldP spid="15" grpId="0" animBg="1"/>
      <p:bldP spid="16" grpId="0" animBg="1"/>
      <p:bldP spid="17" grpId="0"/>
      <p:bldP spid="18" grpId="0"/>
      <p:bldP spid="19" grpId="0" animBg="1"/>
      <p:bldP spid="20" grpId="0"/>
      <p:bldP spid="21" grpId="0"/>
      <p:bldP spid="22" grpId="0"/>
      <p:bldP spid="23" grpId="0" animBg="1"/>
      <p:bldP spid="25" grpId="0"/>
      <p:bldP spid="26" grpId="0" animBg="1"/>
      <p:bldP spid="27" grpId="0"/>
      <p:bldP spid="28" grpId="0" animBg="1"/>
      <p:bldP spid="29" grpId="0"/>
      <p:bldP spid="30" grpId="0" animBg="1"/>
      <p:bldP spid="31" grpId="0"/>
      <p:bldP spid="32" grpId="0" animBg="1"/>
      <p:bldP spid="33" grpId="0"/>
      <p:bldP spid="34" grpId="0" animBg="1"/>
      <p:bldP spid="35" grpId="0"/>
      <p:bldP spid="36" grpId="0" animBg="1"/>
      <p:bldP spid="37" grpId="0"/>
      <p:bldP spid="38" grpId="0" animBg="1"/>
      <p:bldP spid="39" grpId="0"/>
      <p:bldP spid="40" grpId="0" animBg="1"/>
      <p:bldP spid="41" grpId="0"/>
      <p:bldP spid="42" grpId="0" animBg="1"/>
      <p:bldP spid="43" grpId="0"/>
      <p:bldP spid="44" grpId="0" animBg="1"/>
      <p:bldP spid="45" grpId="0"/>
      <p:bldP spid="46" grpId="0" animBg="1"/>
      <p:bldP spid="47" grpId="0"/>
      <p:bldP spid="48" grpId="0" animBg="1"/>
      <p:bldP spid="49" grpId="0"/>
      <p:bldP spid="50" grpId="0" animBg="1"/>
      <p:bldP spid="51" grpId="0"/>
      <p:bldP spid="52" grpId="0" animBg="1"/>
      <p:bldP spid="53" grpId="0"/>
      <p:bldP spid="54" grpId="0" animBg="1"/>
      <p:bldP spid="55" grpId="0"/>
      <p:bldP spid="56" grpId="0" animBg="1"/>
      <p:bldP spid="57" grpId="0"/>
      <p:bldP spid="58" grpId="0" animBg="1"/>
      <p:bldP spid="59" grpId="0"/>
      <p:bldP spid="60" grpId="0" animBg="1"/>
      <p:bldP spid="61" grpId="0"/>
      <p:bldP spid="62" grpId="0" animBg="1"/>
      <p:bldP spid="63" grpId="0"/>
      <p:bldP spid="64" grpId="0"/>
      <p:bldP spid="65" grpId="0" animBg="1"/>
      <p:bldP spid="66" grpId="0" animBg="1"/>
      <p:bldP spid="67" grpId="0"/>
      <p:bldP spid="68" grpId="0"/>
      <p:bldP spid="69" grpId="0" animBg="1"/>
      <p:bldP spid="70" grpId="0"/>
      <p:bldP spid="71" grpId="0"/>
      <p:bldP spid="72" grpId="0"/>
      <p:bldP spid="73" grpId="0" animBg="1"/>
      <p:bldP spid="75" grpId="0"/>
      <p:bldP spid="76" grpId="0" animBg="1"/>
      <p:bldP spid="77" grpId="0" animBg="1"/>
      <p:bldP spid="78" grpId="0"/>
      <p:bldP spid="79" grpId="0"/>
      <p:bldP spid="80" grpId="0"/>
      <p:bldP spid="81" grpId="0" animBg="1"/>
      <p:bldP spid="82" grpId="0" animBg="1"/>
      <p:bldP spid="83" grpId="0"/>
      <p:bldP spid="84" grpId="0"/>
      <p:bldP spid="85" grpId="0"/>
      <p:bldP spid="86" grpId="0" animBg="1"/>
      <p:bldP spid="87" grpId="0" animBg="1"/>
      <p:bldP spid="88" grpId="0"/>
      <p:bldP spid="89" grpId="0"/>
      <p:bldP spid="90" grpId="0"/>
      <p:bldP spid="91" grpId="0" animBg="1"/>
      <p:bldP spid="92" grpId="0" animBg="1"/>
      <p:bldP spid="93" grpId="0" animBg="1"/>
      <p:bldP spid="94" grpId="0" animBg="1"/>
      <p:bldP spid="95" grpId="0" animBg="1"/>
      <p:bldP spid="96" grpId="0" animBg="1"/>
      <p:bldP spid="98" grpId="0"/>
      <p:bldP spid="99" grpId="0"/>
      <p:bldP spid="100" grpId="0" animBg="1"/>
      <p:bldP spid="101" grpId="0"/>
      <p:bldP spid="102" grpId="0" animBg="1"/>
      <p:bldP spid="104" grpId="0"/>
      <p:bldP spid="105" grpId="0" animBg="1"/>
      <p:bldP spid="107" grpId="0"/>
      <p:bldP spid="108" grpId="0" animBg="1"/>
      <p:bldP spid="110" grpId="0"/>
      <p:bldP spid="111" grpId="0"/>
      <p:bldP spid="111" grpId="1"/>
      <p:bldP spid="112" grpId="0" animBg="1"/>
      <p:bldP spid="112" grpId="1" animBg="1"/>
      <p:bldP spid="113" grpId="0" animBg="1"/>
      <p:bldP spid="113" grpId="1" animBg="1"/>
      <p:bldP spid="114" grpId="0"/>
      <p:bldP spid="114" grpId="1"/>
      <p:bldP spid="115" grpId="0"/>
      <p:bldP spid="115" grpId="1"/>
      <p:bldP spid="116" grpId="0" animBg="1"/>
      <p:bldP spid="116" grpId="1" animBg="1"/>
      <p:bldP spid="117" grpId="0" animBg="1"/>
      <p:bldP spid="117" grpId="1" animBg="1"/>
      <p:bldP spid="118" grpId="0"/>
      <p:bldP spid="118" grpId="1"/>
      <p:bldP spid="119" grpId="0"/>
      <p:bldP spid="119" grpId="1"/>
      <p:bldP spid="120" grpId="0" animBg="1"/>
      <p:bldP spid="120" grpId="1" animBg="1"/>
      <p:bldP spid="121" grpId="0"/>
      <p:bldP spid="121" grpId="1"/>
      <p:bldP spid="122" grpId="0"/>
      <p:bldP spid="122" grpId="1"/>
      <p:bldP spid="123" grpId="0" animBg="1"/>
      <p:bldP spid="127" grpId="0" animBg="1"/>
      <p:bldP spid="127" grpId="1" animBg="1"/>
      <p:bldP spid="128" grpId="0" animBg="1"/>
      <p:bldP spid="128" grpId="1" animBg="1"/>
      <p:bldP spid="129" grpId="0" animBg="1"/>
      <p:bldP spid="129" grpId="1" animBg="1"/>
      <p:bldP spid="130" grpId="0" animBg="1"/>
      <p:bldP spid="130" grpId="1" animBg="1"/>
      <p:bldP spid="131" grpId="0" animBg="1"/>
      <p:bldP spid="131" grpId="1" animBg="1"/>
      <p:bldP spid="132" grpId="0"/>
      <p:bldP spid="132" grpId="1"/>
      <p:bldP spid="133" grpId="0"/>
      <p:bldP spid="133" grpId="1"/>
      <p:bldP spid="134" grpId="0"/>
      <p:bldP spid="134" grpId="1"/>
      <p:bldP spid="135" grpId="0" animBg="1"/>
      <p:bldP spid="135" grpId="1" animBg="1"/>
      <p:bldP spid="136" grpId="0" animBg="1"/>
      <p:bldP spid="136" grpId="1" animBg="1"/>
      <p:bldP spid="137" grpId="0" animBg="1"/>
      <p:bldP spid="137" grpId="1" animBg="1"/>
      <p:bldP spid="138" grpId="0" animBg="1"/>
      <p:bldP spid="138" grpId="1" animBg="1"/>
      <p:bldP spid="139" grpId="0" animBg="1"/>
      <p:bldP spid="139" grpId="1" animBg="1"/>
      <p:bldP spid="140" grpId="0" animBg="1"/>
      <p:bldP spid="140" grpId="1" animBg="1"/>
      <p:bldP spid="141" grpId="0"/>
      <p:bldP spid="141" grpId="1"/>
      <p:bldP spid="142" grpId="0"/>
      <p:bldP spid="142" grpId="1"/>
      <p:bldP spid="143" grpId="0"/>
      <p:bldP spid="143" grpId="1"/>
      <p:bldP spid="144" grpId="0" animBg="1"/>
      <p:bldP spid="144" grpId="1" animBg="1"/>
      <p:bldP spid="145" grpId="0" animBg="1"/>
      <p:bldP spid="145" grpId="1" animBg="1"/>
      <p:bldP spid="146" grpId="0" animBg="1"/>
      <p:bldP spid="146" grpId="1" animBg="1"/>
      <p:bldP spid="147" grpId="0" animBg="1"/>
      <p:bldP spid="147" grpId="1" animBg="1"/>
      <p:bldP spid="148" grpId="0" animBg="1"/>
      <p:bldP spid="148" grpId="1" animBg="1"/>
      <p:bldP spid="149" grpId="0" animBg="1"/>
      <p:bldP spid="149" grpId="1" animBg="1"/>
      <p:bldP spid="150" grpId="0"/>
      <p:bldP spid="150" grpId="1"/>
      <p:bldP spid="151" grpId="0"/>
      <p:bldP spid="151" grpId="1"/>
      <p:bldP spid="152" grpId="0"/>
      <p:bldP spid="152" grpId="1"/>
      <p:bldP spid="153" grpId="0" animBg="1"/>
      <p:bldP spid="153" grpId="1" animBg="1"/>
      <p:bldP spid="154" grpId="0" animBg="1"/>
      <p:bldP spid="154" grpId="1" animBg="1"/>
      <p:bldP spid="155" grpId="0" animBg="1"/>
      <p:bldP spid="155" grpId="1" animBg="1"/>
      <p:bldP spid="156" grpId="0" animBg="1"/>
      <p:bldP spid="156" grpId="1" animBg="1"/>
      <p:bldP spid="157" grpId="0" animBg="1"/>
      <p:bldP spid="157" grpId="1" animBg="1"/>
      <p:bldP spid="158" grpId="0" animBg="1"/>
      <p:bldP spid="158" grpId="1" animBg="1"/>
      <p:bldP spid="159" grpId="0"/>
      <p:bldP spid="159" grpId="1"/>
      <p:bldP spid="160" grpId="0"/>
      <p:bldP spid="160" grpId="1"/>
      <p:bldP spid="161" grpId="0"/>
      <p:bldP spid="161" grpId="1"/>
      <p:bldP spid="172" grpId="0" animBg="1"/>
      <p:bldP spid="173" grpId="0" animBg="1"/>
      <p:bldP spid="174" grpId="0" animBg="1"/>
      <p:bldP spid="175" grpId="0" animBg="1"/>
      <p:bldP spid="176" grpId="0" animBg="1"/>
      <p:bldP spid="177" grpId="0" animBg="1"/>
      <p:bldP spid="177" grpId="1"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
          <p:cNvSpPr txBox="1"/>
          <p:nvPr/>
        </p:nvSpPr>
        <p:spPr>
          <a:xfrm>
            <a:off x="673100" y="282141"/>
            <a:ext cx="2550224"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Conclusiones y recomendaciones</a:t>
            </a:r>
          </a:p>
        </p:txBody>
      </p:sp>
      <p:sp>
        <p:nvSpPr>
          <p:cNvPr id="4"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Recomendaciones: una hoja de ruta por capítulo</a:t>
            </a:r>
          </a:p>
        </p:txBody>
      </p:sp>
      <p:sp>
        <p:nvSpPr>
          <p:cNvPr id="5"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unto-0"/>
          <p:cNvSpPr/>
          <p:nvPr/>
        </p:nvSpPr>
        <p:spPr>
          <a:xfrm>
            <a:off x="107759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unto-1"/>
          <p:cNvSpPr/>
          <p:nvPr/>
        </p:nvSpPr>
        <p:spPr>
          <a:xfrm>
            <a:off x="109537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unto-2"/>
          <p:cNvSpPr/>
          <p:nvPr/>
        </p:nvSpPr>
        <p:spPr>
          <a:xfrm>
            <a:off x="111315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unto-3"/>
          <p:cNvSpPr/>
          <p:nvPr/>
        </p:nvSpPr>
        <p:spPr>
          <a:xfrm>
            <a:off x="11309350" y="323850"/>
            <a:ext cx="101600" cy="1016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unto-4"/>
          <p:cNvSpPr/>
          <p:nvPr/>
        </p:nvSpPr>
        <p:spPr>
          <a:xfrm>
            <a:off x="11487150" y="304800"/>
            <a:ext cx="139700" cy="1397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omendaciones:5bc0a92fe7"/>
          <p:cNvSpPr txBox="1"/>
          <p:nvPr/>
        </p:nvSpPr>
        <p:spPr>
          <a:xfrm>
            <a:off x="565150" y="1241901"/>
            <a:ext cx="11282934" cy="206375"/>
          </a:xfrm>
          <a:prstGeom prst="rect">
            <a:avLst/>
          </a:prstGeom>
          <a:noFill/>
        </p:spPr>
        <p:txBody>
          <a:bodyPr wrap="square" lIns="0" rIns="0" tIns="0" bIns="0" anchor="t"/>
          <a:lstStyle/>
          <a:p>
            <a:pPr algn="l">
              <a:lnSpc>
                <a:spcPts val="1625"/>
              </a:lnSpc>
              <a:spcBef>
                <a:spcPts val="0"/>
              </a:spcBef>
              <a:spcAft>
                <a:spcPts val="0"/>
              </a:spcAft>
            </a:pPr>
            <a:r>
              <a:rPr sz="1250" b="0" i="0">
                <a:solidFill>
                  <a:srgbClr val="3F4A5A"/>
                </a:solidFill>
                <a:latin typeface="Calibri"/>
              </a:rPr>
              <a:t>Cada una nace de una</a:t>
            </a:r>
            <a:r>
              <a:rPr sz="1250" b="1" i="0">
                <a:solidFill>
                  <a:srgbClr val="1F2937"/>
                </a:solidFill>
                <a:latin typeface="Calibri"/>
              </a:rPr>
              <a:t> debilidad señalada</a:t>
            </a:r>
            <a:r>
              <a:rPr sz="1250" b="0" i="0">
                <a:solidFill>
                  <a:srgbClr val="3F4A5A"/>
                </a:solidFill>
                <a:latin typeface="Calibri"/>
              </a:rPr>
              <a:t> o de una</a:t>
            </a:r>
            <a:r>
              <a:rPr sz="1250" b="1" i="0">
                <a:solidFill>
                  <a:srgbClr val="1F2937"/>
                </a:solidFill>
                <a:latin typeface="Calibri"/>
              </a:rPr>
              <a:t> frontera del alcance</a:t>
            </a:r>
            <a:r>
              <a:rPr sz="1250" b="0" i="0">
                <a:solidFill>
                  <a:srgbClr val="3F4A5A"/>
                </a:solidFill>
                <a:latin typeface="Calibri"/>
              </a:rPr>
              <a:t>:</a:t>
            </a:r>
          </a:p>
        </p:txBody>
      </p:sp>
      <p:sp>
        <p:nvSpPr>
          <p:cNvPr id="12" name="!!recomendaciones:e2239e4ff8"/>
          <p:cNvSpPr/>
          <p:nvPr/>
        </p:nvSpPr>
        <p:spPr>
          <a:xfrm>
            <a:off x="5323586" y="1250061"/>
            <a:ext cx="966470" cy="211455"/>
          </a:xfrm>
          <a:prstGeom prst="roundRect">
            <a:avLst>
              <a:gd name="adj" fmla="val 50000"/>
            </a:avLst>
          </a:prstGeom>
          <a:solidFill>
            <a:srgbClr val="B7791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omendaciones:1ffeb0486d"/>
          <p:cNvSpPr txBox="1"/>
          <p:nvPr/>
        </p:nvSpPr>
        <p:spPr>
          <a:xfrm>
            <a:off x="5520436" y="1281354"/>
            <a:ext cx="74422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así se indica</a:t>
            </a:r>
          </a:p>
        </p:txBody>
      </p:sp>
      <p:sp>
        <p:nvSpPr>
          <p:cNvPr id="14" name="!!recomendaciones:c2a78da0ca"/>
          <p:cNvSpPr/>
          <p:nvPr/>
        </p:nvSpPr>
        <p:spPr>
          <a:xfrm>
            <a:off x="5399786" y="1320800"/>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omendaciones:a981178b98"/>
          <p:cNvSpPr/>
          <p:nvPr/>
        </p:nvSpPr>
        <p:spPr>
          <a:xfrm>
            <a:off x="565150" y="1511300"/>
            <a:ext cx="2044700" cy="1562100"/>
          </a:xfrm>
          <a:prstGeom prst="roundRect">
            <a:avLst>
              <a:gd name="adj" fmla="val 6504"/>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omendaciones:a981178b98·2"/>
          <p:cNvSpPr/>
          <p:nvPr/>
        </p:nvSpPr>
        <p:spPr>
          <a:xfrm>
            <a:off x="565150" y="151130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omendaciones:a981178b98·3"/>
          <p:cNvSpPr/>
          <p:nvPr/>
        </p:nvSpPr>
        <p:spPr>
          <a:xfrm>
            <a:off x="2603500" y="1511300"/>
            <a:ext cx="63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omendaciones:a981178b98·4"/>
          <p:cNvSpPr/>
          <p:nvPr/>
        </p:nvSpPr>
        <p:spPr>
          <a:xfrm>
            <a:off x="565150" y="306705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omendaciones:a981178b98·5"/>
          <p:cNvSpPr/>
          <p:nvPr/>
        </p:nvSpPr>
        <p:spPr>
          <a:xfrm>
            <a:off x="565150" y="1511300"/>
            <a:ext cx="44450" cy="1562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omendaciones:ea7d3a1a6c"/>
          <p:cNvSpPr/>
          <p:nvPr/>
        </p:nvSpPr>
        <p:spPr>
          <a:xfrm>
            <a:off x="723900" y="1619250"/>
            <a:ext cx="330200" cy="3302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omendaciones:634540ca5a"/>
          <p:cNvSpPr txBox="1"/>
          <p:nvPr/>
        </p:nvSpPr>
        <p:spPr>
          <a:xfrm>
            <a:off x="698500" y="1713198"/>
            <a:ext cx="381000" cy="171450"/>
          </a:xfrm>
          <a:prstGeom prst="rect">
            <a:avLst/>
          </a:prstGeom>
          <a:noFill/>
        </p:spPr>
        <p:txBody>
          <a:bodyPr wrap="square" lIns="0" rIns="0" tIns="0" bIns="0" anchor="t"/>
          <a:lstStyle/>
          <a:p>
            <a:pPr algn="ctr">
              <a:lnSpc>
                <a:spcPts val="1350"/>
              </a:lnSpc>
              <a:spcBef>
                <a:spcPts val="0"/>
              </a:spcBef>
              <a:spcAft>
                <a:spcPts val="0"/>
              </a:spcAft>
            </a:pPr>
            <a:r>
              <a:rPr sz="1350" b="1" i="0">
                <a:solidFill>
                  <a:srgbClr val="FFFFFF"/>
                </a:solidFill>
                <a:latin typeface="Calibri"/>
              </a:rPr>
              <a:t>1</a:t>
            </a:r>
          </a:p>
        </p:txBody>
      </p:sp>
      <p:sp>
        <p:nvSpPr>
          <p:cNvPr id="22" name="!!recomendaciones:9daf54b898"/>
          <p:cNvSpPr txBox="1"/>
          <p:nvPr/>
        </p:nvSpPr>
        <p:spPr>
          <a:xfrm>
            <a:off x="723900" y="2021775"/>
            <a:ext cx="1816100" cy="618744"/>
          </a:xfrm>
          <a:prstGeom prst="rect">
            <a:avLst/>
          </a:prstGeom>
          <a:noFill/>
        </p:spPr>
        <p:txBody>
          <a:bodyPr wrap="square" lIns="0" rIns="0" tIns="0" bIns="0" anchor="t"/>
          <a:lstStyle/>
          <a:p>
            <a:pPr algn="l">
              <a:lnSpc>
                <a:spcPts val="1624"/>
              </a:lnSpc>
              <a:spcBef>
                <a:spcPts val="0"/>
              </a:spcBef>
              <a:spcAft>
                <a:spcPts val="0"/>
              </a:spcAft>
            </a:pPr>
            <a:r>
              <a:rPr sz="1450" b="1" i="0">
                <a:solidFill>
                  <a:srgbClr val="1F2937"/>
                </a:solidFill>
                <a:latin typeface="Calibri"/>
              </a:rPr>
              <a:t>Para la</a:t>
            </a:r>
            <a:br/>
            <a:r>
              <a:rPr sz="1450" b="1" i="0">
                <a:solidFill>
                  <a:srgbClr val="1F2937"/>
                </a:solidFill>
                <a:latin typeface="Calibri"/>
              </a:rPr>
              <a:t>fundamentación</a:t>
            </a:r>
            <a:br/>
            <a:r>
              <a:rPr sz="1450" b="1" i="0">
                <a:solidFill>
                  <a:srgbClr val="1F2937"/>
                </a:solidFill>
                <a:latin typeface="Calibri"/>
              </a:rPr>
              <a:t>teórica</a:t>
            </a:r>
          </a:p>
        </p:txBody>
      </p:sp>
      <p:sp>
        <p:nvSpPr>
          <p:cNvPr id="23" name="!!recomendaciones:03eebd0e59"/>
          <p:cNvSpPr/>
          <p:nvPr/>
        </p:nvSpPr>
        <p:spPr>
          <a:xfrm>
            <a:off x="727075" y="2698178"/>
            <a:ext cx="758952" cy="23495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omendaciones:244a0fc9eb"/>
          <p:cNvSpPr txBox="1"/>
          <p:nvPr/>
        </p:nvSpPr>
        <p:spPr>
          <a:xfrm>
            <a:off x="812800" y="2754503"/>
            <a:ext cx="638302" cy="139700"/>
          </a:xfrm>
          <a:prstGeom prst="rect">
            <a:avLst/>
          </a:prstGeom>
          <a:noFill/>
        </p:spPr>
        <p:txBody>
          <a:bodyPr wrap="square" lIns="0" rIns="0" tIns="0" bIns="0" anchor="t"/>
          <a:lstStyle/>
          <a:p>
            <a:pPr algn="l">
              <a:lnSpc>
                <a:spcPts val="1100"/>
              </a:lnSpc>
              <a:spcBef>
                <a:spcPts val="0"/>
              </a:spcBef>
              <a:spcAft>
                <a:spcPts val="0"/>
              </a:spcAft>
            </a:pPr>
            <a:r>
              <a:rPr sz="1100" b="1" i="0">
                <a:solidFill>
                  <a:srgbClr val="1F77B4"/>
                </a:solidFill>
                <a:latin typeface="Calibri"/>
              </a:rPr>
              <a:t>Capítulo 1</a:t>
            </a:r>
          </a:p>
        </p:txBody>
      </p:sp>
      <p:pic>
        <p:nvPicPr>
          <p:cNvPr id="25" name="!!recomendaciones:be488c44c5" descr="ce68e3d3e204fe16.png"/>
          <p:cNvPicPr>
            <a:picLocks noChangeAspect="1"/>
          </p:cNvPicPr>
          <p:nvPr/>
        </p:nvPicPr>
        <p:blipFill>
          <a:blip r:embed="rId2"/>
          <a:stretch>
            <a:fillRect/>
          </a:stretch>
        </p:blipFill>
        <p:spPr>
          <a:xfrm>
            <a:off x="2609850" y="1511300"/>
            <a:ext cx="9017000" cy="1562100"/>
          </a:xfrm>
          <a:prstGeom prst="rect">
            <a:avLst/>
          </a:prstGeom>
        </p:spPr>
      </p:pic>
      <p:sp>
        <p:nvSpPr>
          <p:cNvPr id="26" name="!!recomendaciones:772ca6268d"/>
          <p:cNvSpPr/>
          <p:nvPr/>
        </p:nvSpPr>
        <p:spPr>
          <a:xfrm>
            <a:off x="2765425" y="1514475"/>
            <a:ext cx="4362450" cy="1339850"/>
          </a:xfrm>
          <a:prstGeom prst="roundRect">
            <a:avLst>
              <a:gd name="adj" fmla="val 6398"/>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omendaciones:6307c40f5c"/>
          <p:cNvSpPr txBox="1"/>
          <p:nvPr/>
        </p:nvSpPr>
        <p:spPr>
          <a:xfrm>
            <a:off x="2978150" y="1587043"/>
            <a:ext cx="2550986"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el bloqueo del Q4 se muestra, no se corrige</a:t>
            </a:r>
          </a:p>
        </p:txBody>
      </p:sp>
      <p:sp>
        <p:nvSpPr>
          <p:cNvPr id="28" name="!!recomendaciones:3583c52fcf"/>
          <p:cNvSpPr/>
          <p:nvPr/>
        </p:nvSpPr>
        <p:spPr>
          <a:xfrm>
            <a:off x="2857500" y="162648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omendaciones:1fd3b78169"/>
          <p:cNvSpPr/>
          <p:nvPr/>
        </p:nvSpPr>
        <p:spPr>
          <a:xfrm>
            <a:off x="2857500" y="1779905"/>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comendaciones:6a3066f9ed" descr="39eb5366989886de.png"/>
          <p:cNvPicPr>
            <a:picLocks noChangeAspect="1"/>
          </p:cNvPicPr>
          <p:nvPr/>
        </p:nvPicPr>
        <p:blipFill>
          <a:blip r:embed="rId3"/>
          <a:stretch>
            <a:fillRect/>
          </a:stretch>
        </p:blipFill>
        <p:spPr>
          <a:xfrm>
            <a:off x="2889250" y="1809750"/>
            <a:ext cx="190500" cy="190500"/>
          </a:xfrm>
          <a:prstGeom prst="rect">
            <a:avLst/>
          </a:prstGeom>
        </p:spPr>
      </p:pic>
      <p:sp>
        <p:nvSpPr>
          <p:cNvPr id="31" name="!!recomendaciones:d2ec4a5788"/>
          <p:cNvSpPr txBox="1"/>
          <p:nvPr/>
        </p:nvSpPr>
        <p:spPr>
          <a:xfrm>
            <a:off x="3175000" y="1824266"/>
            <a:ext cx="3938016" cy="18161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Tratamiento del bloqueo</a:t>
            </a:r>
          </a:p>
        </p:txBody>
      </p:sp>
      <p:sp>
        <p:nvSpPr>
          <p:cNvPr id="32" name="!!recomendaciones:f34d1d7107"/>
          <p:cNvSpPr txBox="1"/>
          <p:nvPr/>
        </p:nvSpPr>
        <p:spPr>
          <a:xfrm>
            <a:off x="2857500" y="2079593"/>
            <a:ext cx="4261866" cy="365125"/>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Integración reducida selectiva o formulación B̄, con un módulo que</a:t>
            </a:r>
            <a:br/>
            <a:r>
              <a:rPr sz="1150" b="0" i="0">
                <a:solidFill>
                  <a:srgbClr val="3F4A5A"/>
                </a:solidFill>
                <a:latin typeface="Calibri"/>
              </a:rPr>
              <a:t>contraste la respuesta bloqueada y la corregida</a:t>
            </a:r>
          </a:p>
        </p:txBody>
      </p:sp>
      <p:sp>
        <p:nvSpPr>
          <p:cNvPr id="33" name="!!recomendaciones:7d6a7cb1fb"/>
          <p:cNvSpPr txBox="1"/>
          <p:nvPr/>
        </p:nvSpPr>
        <p:spPr>
          <a:xfrm>
            <a:off x="2857500" y="2469604"/>
            <a:ext cx="4261866"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[15, pp. 221, 232–234; 4, pp. 476–477]</a:t>
            </a:r>
          </a:p>
        </p:txBody>
      </p:sp>
      <p:sp>
        <p:nvSpPr>
          <p:cNvPr id="34" name="!!recomendaciones:bccad897b6"/>
          <p:cNvSpPr/>
          <p:nvPr/>
        </p:nvSpPr>
        <p:spPr>
          <a:xfrm>
            <a:off x="7261225" y="1514475"/>
            <a:ext cx="4362450" cy="1339850"/>
          </a:xfrm>
          <a:prstGeom prst="roundRect">
            <a:avLst>
              <a:gd name="adj" fmla="val 6398"/>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omendaciones:3d0904c86f"/>
          <p:cNvSpPr txBox="1"/>
          <p:nvPr/>
        </p:nvSpPr>
        <p:spPr>
          <a:xfrm>
            <a:off x="7473950" y="1587043"/>
            <a:ext cx="2143633"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solo dos tipos de elemento: Q4 y Q9</a:t>
            </a:r>
          </a:p>
        </p:txBody>
      </p:sp>
      <p:sp>
        <p:nvSpPr>
          <p:cNvPr id="36" name="!!recomendaciones:01e6b907f4"/>
          <p:cNvSpPr/>
          <p:nvPr/>
        </p:nvSpPr>
        <p:spPr>
          <a:xfrm>
            <a:off x="7353300" y="162648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omendaciones:27c250063c"/>
          <p:cNvSpPr/>
          <p:nvPr/>
        </p:nvSpPr>
        <p:spPr>
          <a:xfrm>
            <a:off x="7353300" y="1779905"/>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recomendaciones:93b9192894" descr="b46518612f2f0bb2.png"/>
          <p:cNvPicPr>
            <a:picLocks noChangeAspect="1"/>
          </p:cNvPicPr>
          <p:nvPr/>
        </p:nvPicPr>
        <p:blipFill>
          <a:blip r:embed="rId4"/>
          <a:stretch>
            <a:fillRect/>
          </a:stretch>
        </p:blipFill>
        <p:spPr>
          <a:xfrm>
            <a:off x="7385050" y="1809750"/>
            <a:ext cx="190500" cy="190500"/>
          </a:xfrm>
          <a:prstGeom prst="rect">
            <a:avLst/>
          </a:prstGeom>
        </p:spPr>
      </p:pic>
      <p:sp>
        <p:nvSpPr>
          <p:cNvPr id="39" name="!!recomendaciones:0a3d78e15e"/>
          <p:cNvSpPr txBox="1"/>
          <p:nvPr/>
        </p:nvSpPr>
        <p:spPr>
          <a:xfrm>
            <a:off x="7670800" y="1824266"/>
            <a:ext cx="3938016" cy="18161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Más tipos de elemento</a:t>
            </a:r>
          </a:p>
        </p:txBody>
      </p:sp>
      <p:sp>
        <p:nvSpPr>
          <p:cNvPr id="40" name="!!recomendaciones:270bdda049"/>
          <p:cNvSpPr txBox="1"/>
          <p:nvPr/>
        </p:nvSpPr>
        <p:spPr>
          <a:xfrm>
            <a:off x="7353300" y="2079593"/>
            <a:ext cx="4261866" cy="365125"/>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Triángulos lineales y cuadráticos, y cuadriláteros de ocho nodos y de</a:t>
            </a:r>
            <a:br/>
            <a:r>
              <a:rPr sz="1150" b="0" i="0">
                <a:solidFill>
                  <a:srgbClr val="3F4A5A"/>
                </a:solidFill>
                <a:latin typeface="Calibri"/>
              </a:rPr>
              <a:t>transición</a:t>
            </a:r>
          </a:p>
        </p:txBody>
      </p:sp>
      <p:sp>
        <p:nvSpPr>
          <p:cNvPr id="41" name="!!recomendaciones:b30b7029be"/>
          <p:cNvSpPr txBox="1"/>
          <p:nvPr/>
        </p:nvSpPr>
        <p:spPr>
          <a:xfrm>
            <a:off x="7353300" y="2469604"/>
            <a:ext cx="4261866" cy="167640"/>
          </a:xfrm>
          <a:prstGeom prst="rect">
            <a:avLst/>
          </a:prstGeom>
          <a:noFill/>
        </p:spPr>
        <p:txBody>
          <a:bodyPr wrap="square" lIns="0" rIns="0" tIns="0" bIns="0" anchor="t"/>
          <a:lstStyle/>
          <a:p>
            <a:pPr algn="l">
              <a:lnSpc>
                <a:spcPts val="1320"/>
              </a:lnSpc>
              <a:spcBef>
                <a:spcPts val="0"/>
              </a:spcBef>
              <a:spcAft>
                <a:spcPts val="0"/>
              </a:spcAft>
            </a:pPr>
            <a:r>
              <a:rPr sz="1100" b="1" i="0">
                <a:solidFill>
                  <a:srgbClr val="5B6575"/>
                </a:solidFill>
                <a:latin typeface="Calibri"/>
              </a:rPr>
              <a:t>[16, pp. 167–174, 194; 5]</a:t>
            </a:r>
          </a:p>
        </p:txBody>
      </p:sp>
      <p:sp>
        <p:nvSpPr>
          <p:cNvPr id="42" name="!!recomendaciones:4469e08209"/>
          <p:cNvSpPr/>
          <p:nvPr/>
        </p:nvSpPr>
        <p:spPr>
          <a:xfrm>
            <a:off x="565150" y="3130550"/>
            <a:ext cx="2044700" cy="1562100"/>
          </a:xfrm>
          <a:prstGeom prst="roundRect">
            <a:avLst>
              <a:gd name="adj" fmla="val 6504"/>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omendaciones:4469e08209·2"/>
          <p:cNvSpPr/>
          <p:nvPr/>
        </p:nvSpPr>
        <p:spPr>
          <a:xfrm>
            <a:off x="565150" y="313055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omendaciones:4469e08209·3"/>
          <p:cNvSpPr/>
          <p:nvPr/>
        </p:nvSpPr>
        <p:spPr>
          <a:xfrm>
            <a:off x="2603500" y="3130550"/>
            <a:ext cx="63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omendaciones:4469e08209·4"/>
          <p:cNvSpPr/>
          <p:nvPr/>
        </p:nvSpPr>
        <p:spPr>
          <a:xfrm>
            <a:off x="565150" y="468630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omendaciones:4469e08209·5"/>
          <p:cNvSpPr/>
          <p:nvPr/>
        </p:nvSpPr>
        <p:spPr>
          <a:xfrm>
            <a:off x="565150" y="3130550"/>
            <a:ext cx="44450" cy="1562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omendaciones:226fe398f9"/>
          <p:cNvSpPr/>
          <p:nvPr/>
        </p:nvSpPr>
        <p:spPr>
          <a:xfrm>
            <a:off x="723900" y="3238500"/>
            <a:ext cx="330200" cy="3302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omendaciones:366b453c1e"/>
          <p:cNvSpPr txBox="1"/>
          <p:nvPr/>
        </p:nvSpPr>
        <p:spPr>
          <a:xfrm>
            <a:off x="698500" y="3332448"/>
            <a:ext cx="381000" cy="171450"/>
          </a:xfrm>
          <a:prstGeom prst="rect">
            <a:avLst/>
          </a:prstGeom>
          <a:noFill/>
        </p:spPr>
        <p:txBody>
          <a:bodyPr wrap="square" lIns="0" rIns="0" tIns="0" bIns="0" anchor="t"/>
          <a:lstStyle/>
          <a:p>
            <a:pPr algn="ctr">
              <a:lnSpc>
                <a:spcPts val="1350"/>
              </a:lnSpc>
              <a:spcBef>
                <a:spcPts val="0"/>
              </a:spcBef>
              <a:spcAft>
                <a:spcPts val="0"/>
              </a:spcAft>
            </a:pPr>
            <a:r>
              <a:rPr sz="1350" b="1" i="0">
                <a:solidFill>
                  <a:srgbClr val="FFFFFF"/>
                </a:solidFill>
                <a:latin typeface="Calibri"/>
              </a:rPr>
              <a:t>2</a:t>
            </a:r>
          </a:p>
        </p:txBody>
      </p:sp>
      <p:sp>
        <p:nvSpPr>
          <p:cNvPr id="49" name="!!recomendaciones:d4a3913de3"/>
          <p:cNvSpPr txBox="1"/>
          <p:nvPr/>
        </p:nvSpPr>
        <p:spPr>
          <a:xfrm>
            <a:off x="723900" y="3641025"/>
            <a:ext cx="1816100" cy="412496"/>
          </a:xfrm>
          <a:prstGeom prst="rect">
            <a:avLst/>
          </a:prstGeom>
          <a:noFill/>
        </p:spPr>
        <p:txBody>
          <a:bodyPr wrap="square" lIns="0" rIns="0" tIns="0" bIns="0" anchor="t"/>
          <a:lstStyle/>
          <a:p>
            <a:pPr algn="l">
              <a:lnSpc>
                <a:spcPts val="1624"/>
              </a:lnSpc>
              <a:spcBef>
                <a:spcPts val="0"/>
              </a:spcBef>
              <a:spcAft>
                <a:spcPts val="0"/>
              </a:spcAft>
            </a:pPr>
            <a:r>
              <a:rPr sz="1450" b="1" i="0">
                <a:solidFill>
                  <a:srgbClr val="1F2937"/>
                </a:solidFill>
                <a:latin typeface="Calibri"/>
              </a:rPr>
              <a:t>Para el desarrollo del</a:t>
            </a:r>
            <a:br/>
            <a:r>
              <a:rPr sz="1450" b="1" i="0">
                <a:solidFill>
                  <a:srgbClr val="1F2937"/>
                </a:solidFill>
                <a:latin typeface="Calibri"/>
              </a:rPr>
              <a:t>software</a:t>
            </a:r>
          </a:p>
        </p:txBody>
      </p:sp>
      <p:sp>
        <p:nvSpPr>
          <p:cNvPr id="50" name="!!recomendaciones:d03396439a"/>
          <p:cNvSpPr/>
          <p:nvPr/>
        </p:nvSpPr>
        <p:spPr>
          <a:xfrm>
            <a:off x="727075" y="4111244"/>
            <a:ext cx="758952" cy="23495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omendaciones:e3d99d823a"/>
          <p:cNvSpPr txBox="1"/>
          <p:nvPr/>
        </p:nvSpPr>
        <p:spPr>
          <a:xfrm>
            <a:off x="812800" y="4167569"/>
            <a:ext cx="638302" cy="139700"/>
          </a:xfrm>
          <a:prstGeom prst="rect">
            <a:avLst/>
          </a:prstGeom>
          <a:noFill/>
        </p:spPr>
        <p:txBody>
          <a:bodyPr wrap="square" lIns="0" rIns="0" tIns="0" bIns="0" anchor="t"/>
          <a:lstStyle/>
          <a:p>
            <a:pPr algn="l">
              <a:lnSpc>
                <a:spcPts val="1100"/>
              </a:lnSpc>
              <a:spcBef>
                <a:spcPts val="0"/>
              </a:spcBef>
              <a:spcAft>
                <a:spcPts val="0"/>
              </a:spcAft>
            </a:pPr>
            <a:r>
              <a:rPr sz="1100" b="1" i="0">
                <a:solidFill>
                  <a:srgbClr val="1F77B4"/>
                </a:solidFill>
                <a:latin typeface="Calibri"/>
              </a:rPr>
              <a:t>Capítulo 2</a:t>
            </a:r>
          </a:p>
        </p:txBody>
      </p:sp>
      <p:pic>
        <p:nvPicPr>
          <p:cNvPr id="52" name="!!recomendaciones:c937d29743" descr="8f86f8206e53c9c2.png"/>
          <p:cNvPicPr>
            <a:picLocks noChangeAspect="1"/>
          </p:cNvPicPr>
          <p:nvPr/>
        </p:nvPicPr>
        <p:blipFill>
          <a:blip r:embed="rId5"/>
          <a:stretch>
            <a:fillRect/>
          </a:stretch>
        </p:blipFill>
        <p:spPr>
          <a:xfrm>
            <a:off x="2609850" y="3130550"/>
            <a:ext cx="9017000" cy="1562100"/>
          </a:xfrm>
          <a:prstGeom prst="rect">
            <a:avLst/>
          </a:prstGeom>
        </p:spPr>
      </p:pic>
      <p:sp>
        <p:nvSpPr>
          <p:cNvPr id="53" name="!!recomendaciones:4719a1f54d"/>
          <p:cNvSpPr/>
          <p:nvPr/>
        </p:nvSpPr>
        <p:spPr>
          <a:xfrm>
            <a:off x="2765425" y="3133725"/>
            <a:ext cx="2114550" cy="1339850"/>
          </a:xfrm>
          <a:prstGeom prst="roundRect">
            <a:avLst>
              <a:gd name="adj" fmla="val 6398"/>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omendaciones:b2b870bbdb"/>
          <p:cNvSpPr txBox="1"/>
          <p:nvPr/>
        </p:nvSpPr>
        <p:spPr>
          <a:xfrm>
            <a:off x="2978150" y="3206293"/>
            <a:ext cx="1480756"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malla construida a mano</a:t>
            </a:r>
          </a:p>
        </p:txBody>
      </p:sp>
      <p:sp>
        <p:nvSpPr>
          <p:cNvPr id="55" name="!!recomendaciones:cee0845d83"/>
          <p:cNvSpPr/>
          <p:nvPr/>
        </p:nvSpPr>
        <p:spPr>
          <a:xfrm>
            <a:off x="2857500" y="324573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omendaciones:4461d85a88"/>
          <p:cNvSpPr/>
          <p:nvPr/>
        </p:nvSpPr>
        <p:spPr>
          <a:xfrm>
            <a:off x="2857500" y="3399155"/>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recomendaciones:cd6be9e599" descr="c518d51e1a92ee96.png"/>
          <p:cNvPicPr>
            <a:picLocks noChangeAspect="1"/>
          </p:cNvPicPr>
          <p:nvPr/>
        </p:nvPicPr>
        <p:blipFill>
          <a:blip r:embed="rId6"/>
          <a:stretch>
            <a:fillRect/>
          </a:stretch>
        </p:blipFill>
        <p:spPr>
          <a:xfrm>
            <a:off x="2889250" y="3429000"/>
            <a:ext cx="190500" cy="190500"/>
          </a:xfrm>
          <a:prstGeom prst="rect">
            <a:avLst/>
          </a:prstGeom>
        </p:spPr>
      </p:pic>
      <p:sp>
        <p:nvSpPr>
          <p:cNvPr id="58" name="!!recomendaciones:aa5fa63a76"/>
          <p:cNvSpPr txBox="1"/>
          <p:nvPr/>
        </p:nvSpPr>
        <p:spPr>
          <a:xfrm>
            <a:off x="3175000" y="3443516"/>
            <a:ext cx="1663700" cy="18161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Mallado automático</a:t>
            </a:r>
          </a:p>
        </p:txBody>
      </p:sp>
      <p:sp>
        <p:nvSpPr>
          <p:cNvPr id="59" name="!!recomendaciones:433b2b52f0"/>
          <p:cNvSpPr txBox="1"/>
          <p:nvPr/>
        </p:nvSpPr>
        <p:spPr>
          <a:xfrm>
            <a:off x="2857500" y="3698843"/>
            <a:ext cx="1981200" cy="547688"/>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Sobre el contorno dibujado en</a:t>
            </a:r>
            <a:br/>
            <a:r>
              <a:rPr sz="1150" b="0" i="0">
                <a:solidFill>
                  <a:srgbClr val="3F4A5A"/>
                </a:solidFill>
                <a:latin typeface="Calibri"/>
              </a:rPr>
              <a:t>el lienzo, controlado por el</a:t>
            </a:r>
            <a:br/>
            <a:r>
              <a:rPr sz="1150" b="0" i="0">
                <a:solidFill>
                  <a:srgbClr val="3F4A5A"/>
                </a:solidFill>
                <a:latin typeface="Calibri"/>
              </a:rPr>
              <a:t>módulo M0</a:t>
            </a:r>
          </a:p>
        </p:txBody>
      </p:sp>
      <p:sp>
        <p:nvSpPr>
          <p:cNvPr id="60" name="!!recomendaciones:b772a343f1"/>
          <p:cNvSpPr/>
          <p:nvPr/>
        </p:nvSpPr>
        <p:spPr>
          <a:xfrm>
            <a:off x="5013325" y="3133725"/>
            <a:ext cx="2114550" cy="1339850"/>
          </a:xfrm>
          <a:prstGeom prst="roundRect">
            <a:avLst>
              <a:gd name="adj" fmla="val 6398"/>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omendaciones:3bdf786a68"/>
          <p:cNvSpPr txBox="1"/>
          <p:nvPr/>
        </p:nvSpPr>
        <p:spPr>
          <a:xfrm>
            <a:off x="5226050" y="3206293"/>
            <a:ext cx="1202563"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mallas muy grandes</a:t>
            </a:r>
          </a:p>
        </p:txBody>
      </p:sp>
      <p:sp>
        <p:nvSpPr>
          <p:cNvPr id="62" name="!!recomendaciones:5e375ba959"/>
          <p:cNvSpPr/>
          <p:nvPr/>
        </p:nvSpPr>
        <p:spPr>
          <a:xfrm>
            <a:off x="5105400" y="324573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omendaciones:3ae75ecba3"/>
          <p:cNvSpPr/>
          <p:nvPr/>
        </p:nvSpPr>
        <p:spPr>
          <a:xfrm>
            <a:off x="5105400" y="3453702"/>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recomendaciones:9a9444a391" descr="5dd32ba7799641e9.png"/>
          <p:cNvPicPr>
            <a:picLocks noChangeAspect="1"/>
          </p:cNvPicPr>
          <p:nvPr/>
        </p:nvPicPr>
        <p:blipFill>
          <a:blip r:embed="rId7"/>
          <a:stretch>
            <a:fillRect/>
          </a:stretch>
        </p:blipFill>
        <p:spPr>
          <a:xfrm>
            <a:off x="5137150" y="3486150"/>
            <a:ext cx="190500" cy="190500"/>
          </a:xfrm>
          <a:prstGeom prst="rect">
            <a:avLst/>
          </a:prstGeom>
        </p:spPr>
      </p:pic>
      <p:sp>
        <p:nvSpPr>
          <p:cNvPr id="65" name="!!recomendaciones:02e9c348df"/>
          <p:cNvSpPr txBox="1"/>
          <p:nvPr/>
        </p:nvSpPr>
        <p:spPr>
          <a:xfrm>
            <a:off x="5422900" y="3407321"/>
            <a:ext cx="1663700" cy="36322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Solucionador para</a:t>
            </a:r>
            <a:br/>
            <a:r>
              <a:rPr sz="1300" b="1" i="0">
                <a:solidFill>
                  <a:srgbClr val="1F2937"/>
                </a:solidFill>
                <a:latin typeface="Calibri"/>
              </a:rPr>
              <a:t>mallas muy grandes</a:t>
            </a:r>
          </a:p>
        </p:txBody>
      </p:sp>
      <p:sp>
        <p:nvSpPr>
          <p:cNvPr id="66" name="!!recomendaciones:8c878b86ff"/>
          <p:cNvSpPr txBox="1"/>
          <p:nvPr/>
        </p:nvSpPr>
        <p:spPr>
          <a:xfrm>
            <a:off x="5105400" y="3808000"/>
            <a:ext cx="1981200" cy="547688"/>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Cholesky y un solucionador</a:t>
            </a:r>
            <a:br/>
            <a:r>
              <a:rPr sz="1150" b="0" i="0">
                <a:solidFill>
                  <a:srgbClr val="3F4A5A"/>
                </a:solidFill>
                <a:latin typeface="Calibri"/>
              </a:rPr>
              <a:t>iterativo, sin perder la versión</a:t>
            </a:r>
            <a:br/>
            <a:r>
              <a:rPr sz="1150" b="0" i="0">
                <a:solidFill>
                  <a:srgbClr val="3F4A5A"/>
                </a:solidFill>
                <a:latin typeface="Calibri"/>
              </a:rPr>
              <a:t>legible</a:t>
            </a:r>
          </a:p>
        </p:txBody>
      </p:sp>
      <p:sp>
        <p:nvSpPr>
          <p:cNvPr id="67" name="!!recomendaciones:7ab8b1e967"/>
          <p:cNvSpPr/>
          <p:nvPr/>
        </p:nvSpPr>
        <p:spPr>
          <a:xfrm>
            <a:off x="7261225" y="3133725"/>
            <a:ext cx="2114550" cy="1339850"/>
          </a:xfrm>
          <a:prstGeom prst="roundRect">
            <a:avLst>
              <a:gd name="adj" fmla="val 6398"/>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omendaciones:39519b21f9"/>
          <p:cNvSpPr txBox="1"/>
          <p:nvPr/>
        </p:nvSpPr>
        <p:spPr>
          <a:xfrm>
            <a:off x="7473950" y="3206293"/>
            <a:ext cx="1343596"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recorrido no impuesto</a:t>
            </a:r>
          </a:p>
        </p:txBody>
      </p:sp>
      <p:sp>
        <p:nvSpPr>
          <p:cNvPr id="69" name="!!recomendaciones:00a0c3ad36"/>
          <p:cNvSpPr/>
          <p:nvPr/>
        </p:nvSpPr>
        <p:spPr>
          <a:xfrm>
            <a:off x="7353300" y="324573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omendaciones:7753540705"/>
          <p:cNvSpPr/>
          <p:nvPr/>
        </p:nvSpPr>
        <p:spPr>
          <a:xfrm>
            <a:off x="7353300" y="3399155"/>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recomendaciones:2860aaf5f3" descr="b92147431286a705.png"/>
          <p:cNvPicPr>
            <a:picLocks noChangeAspect="1"/>
          </p:cNvPicPr>
          <p:nvPr/>
        </p:nvPicPr>
        <p:blipFill>
          <a:blip r:embed="rId8"/>
          <a:stretch>
            <a:fillRect/>
          </a:stretch>
        </p:blipFill>
        <p:spPr>
          <a:xfrm>
            <a:off x="7385050" y="3429000"/>
            <a:ext cx="190500" cy="190500"/>
          </a:xfrm>
          <a:prstGeom prst="rect">
            <a:avLst/>
          </a:prstGeom>
        </p:spPr>
      </p:pic>
      <p:sp>
        <p:nvSpPr>
          <p:cNvPr id="72" name="!!recomendaciones:4a8d1e2329"/>
          <p:cNvSpPr txBox="1"/>
          <p:nvPr/>
        </p:nvSpPr>
        <p:spPr>
          <a:xfrm>
            <a:off x="7670800" y="3443516"/>
            <a:ext cx="1663700" cy="18161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Guía docente</a:t>
            </a:r>
          </a:p>
        </p:txBody>
      </p:sp>
      <p:sp>
        <p:nvSpPr>
          <p:cNvPr id="73" name="!!recomendaciones:a48e6cee7a"/>
          <p:cNvSpPr txBox="1"/>
          <p:nvPr/>
        </p:nvSpPr>
        <p:spPr>
          <a:xfrm>
            <a:off x="7353300" y="3698843"/>
            <a:ext cx="1981200" cy="547688"/>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Prácticas como rehacer a mano</a:t>
            </a:r>
            <a:br/>
            <a:r>
              <a:rPr sz="1150" b="0" i="0">
                <a:solidFill>
                  <a:srgbClr val="3F4A5A"/>
                </a:solidFill>
                <a:latin typeface="Calibri"/>
              </a:rPr>
              <a:t>una etapa de la memoria del</a:t>
            </a:r>
            <a:br/>
            <a:r>
              <a:rPr sz="1150" b="0" i="0">
                <a:solidFill>
                  <a:srgbClr val="3F4A5A"/>
                </a:solidFill>
                <a:latin typeface="Calibri"/>
              </a:rPr>
              <a:t>ejemplo guía</a:t>
            </a:r>
          </a:p>
        </p:txBody>
      </p:sp>
      <p:sp>
        <p:nvSpPr>
          <p:cNvPr id="74" name="!!recomendaciones:f74da08017"/>
          <p:cNvSpPr/>
          <p:nvPr/>
        </p:nvSpPr>
        <p:spPr>
          <a:xfrm>
            <a:off x="9509125" y="3133725"/>
            <a:ext cx="2114550" cy="1339850"/>
          </a:xfrm>
          <a:prstGeom prst="roundRect">
            <a:avLst>
              <a:gd name="adj" fmla="val 6398"/>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omendaciones:1197e1d545"/>
          <p:cNvSpPr txBox="1"/>
          <p:nvPr/>
        </p:nvSpPr>
        <p:spPr>
          <a:xfrm>
            <a:off x="9721850" y="3206293"/>
            <a:ext cx="787210"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solo el plano</a:t>
            </a:r>
          </a:p>
        </p:txBody>
      </p:sp>
      <p:sp>
        <p:nvSpPr>
          <p:cNvPr id="76" name="!!recomendaciones:e8926e17cb"/>
          <p:cNvSpPr/>
          <p:nvPr/>
        </p:nvSpPr>
        <p:spPr>
          <a:xfrm>
            <a:off x="9601200" y="324573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omendaciones:5ed4448bce"/>
          <p:cNvSpPr/>
          <p:nvPr/>
        </p:nvSpPr>
        <p:spPr>
          <a:xfrm>
            <a:off x="9601200" y="3453702"/>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recomendaciones:5f0ec5cd98" descr="770cf61814b3232f.png"/>
          <p:cNvPicPr>
            <a:picLocks noChangeAspect="1"/>
          </p:cNvPicPr>
          <p:nvPr/>
        </p:nvPicPr>
        <p:blipFill>
          <a:blip r:embed="rId9"/>
          <a:stretch>
            <a:fillRect/>
          </a:stretch>
        </p:blipFill>
        <p:spPr>
          <a:xfrm>
            <a:off x="9632950" y="3486150"/>
            <a:ext cx="190500" cy="190500"/>
          </a:xfrm>
          <a:prstGeom prst="rect">
            <a:avLst/>
          </a:prstGeom>
        </p:spPr>
      </p:pic>
      <p:sp>
        <p:nvSpPr>
          <p:cNvPr id="79" name="!!recomendaciones:dce2117e65"/>
          <p:cNvSpPr txBox="1"/>
          <p:nvPr/>
        </p:nvSpPr>
        <p:spPr>
          <a:xfrm>
            <a:off x="9918700" y="3407321"/>
            <a:ext cx="1663700" cy="36322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Extensión a tres</a:t>
            </a:r>
            <a:br/>
            <a:r>
              <a:rPr sz="1300" b="1" i="0">
                <a:solidFill>
                  <a:srgbClr val="1F2937"/>
                </a:solidFill>
                <a:latin typeface="Calibri"/>
              </a:rPr>
              <a:t>dimensiones</a:t>
            </a:r>
          </a:p>
        </p:txBody>
      </p:sp>
      <p:sp>
        <p:nvSpPr>
          <p:cNvPr id="80" name="!!recomendaciones:16cdd1bf11"/>
          <p:cNvSpPr txBox="1"/>
          <p:nvPr/>
        </p:nvSpPr>
        <p:spPr>
          <a:xfrm>
            <a:off x="9601200" y="3808000"/>
            <a:ext cx="1981200" cy="365125"/>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Hexaedros y tetraedros, con la</a:t>
            </a:r>
            <a:br/>
            <a:r>
              <a:rPr sz="1150" b="0" i="0">
                <a:solidFill>
                  <a:srgbClr val="3F4A5A"/>
                </a:solidFill>
                <a:latin typeface="Calibri"/>
              </a:rPr>
              <a:t>misma base isoparamétrica</a:t>
            </a:r>
          </a:p>
        </p:txBody>
      </p:sp>
      <p:sp>
        <p:nvSpPr>
          <p:cNvPr id="81" name="!!recomendaciones:81c9dbdf31"/>
          <p:cNvSpPr/>
          <p:nvPr/>
        </p:nvSpPr>
        <p:spPr>
          <a:xfrm>
            <a:off x="565150" y="4749800"/>
            <a:ext cx="2044700" cy="1562100"/>
          </a:xfrm>
          <a:prstGeom prst="roundRect">
            <a:avLst>
              <a:gd name="adj" fmla="val 6504"/>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omendaciones:81c9dbdf31·2"/>
          <p:cNvSpPr/>
          <p:nvPr/>
        </p:nvSpPr>
        <p:spPr>
          <a:xfrm>
            <a:off x="565150" y="474980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omendaciones:81c9dbdf31·3"/>
          <p:cNvSpPr/>
          <p:nvPr/>
        </p:nvSpPr>
        <p:spPr>
          <a:xfrm>
            <a:off x="2603500" y="4749800"/>
            <a:ext cx="63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omendaciones:81c9dbdf31·4"/>
          <p:cNvSpPr/>
          <p:nvPr/>
        </p:nvSpPr>
        <p:spPr>
          <a:xfrm>
            <a:off x="565150" y="630555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omendaciones:81c9dbdf31·5"/>
          <p:cNvSpPr/>
          <p:nvPr/>
        </p:nvSpPr>
        <p:spPr>
          <a:xfrm>
            <a:off x="565150" y="4749800"/>
            <a:ext cx="44450" cy="156210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omendaciones:c65bbdd99c"/>
          <p:cNvSpPr/>
          <p:nvPr/>
        </p:nvSpPr>
        <p:spPr>
          <a:xfrm>
            <a:off x="723900" y="4857750"/>
            <a:ext cx="330200" cy="330200"/>
          </a:xfrm>
          <a:prstGeom prst="ellipse">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omendaciones:430b4a316f"/>
          <p:cNvSpPr txBox="1"/>
          <p:nvPr/>
        </p:nvSpPr>
        <p:spPr>
          <a:xfrm>
            <a:off x="698500" y="4951698"/>
            <a:ext cx="381000" cy="171450"/>
          </a:xfrm>
          <a:prstGeom prst="rect">
            <a:avLst/>
          </a:prstGeom>
          <a:noFill/>
        </p:spPr>
        <p:txBody>
          <a:bodyPr wrap="square" lIns="0" rIns="0" tIns="0" bIns="0" anchor="t"/>
          <a:lstStyle/>
          <a:p>
            <a:pPr algn="ctr">
              <a:lnSpc>
                <a:spcPts val="1350"/>
              </a:lnSpc>
              <a:spcBef>
                <a:spcPts val="0"/>
              </a:spcBef>
              <a:spcAft>
                <a:spcPts val="0"/>
              </a:spcAft>
            </a:pPr>
            <a:r>
              <a:rPr sz="1350" b="1" i="0">
                <a:solidFill>
                  <a:srgbClr val="FFFFFF"/>
                </a:solidFill>
                <a:latin typeface="Calibri"/>
              </a:rPr>
              <a:t>3</a:t>
            </a:r>
          </a:p>
        </p:txBody>
      </p:sp>
      <p:sp>
        <p:nvSpPr>
          <p:cNvPr id="88" name="!!recomendaciones:8f12ff623c"/>
          <p:cNvSpPr txBox="1"/>
          <p:nvPr/>
        </p:nvSpPr>
        <p:spPr>
          <a:xfrm>
            <a:off x="723900" y="5260275"/>
            <a:ext cx="1816100" cy="412496"/>
          </a:xfrm>
          <a:prstGeom prst="rect">
            <a:avLst/>
          </a:prstGeom>
          <a:noFill/>
        </p:spPr>
        <p:txBody>
          <a:bodyPr wrap="square" lIns="0" rIns="0" tIns="0" bIns="0" anchor="t"/>
          <a:lstStyle/>
          <a:p>
            <a:pPr algn="l">
              <a:lnSpc>
                <a:spcPts val="1624"/>
              </a:lnSpc>
              <a:spcBef>
                <a:spcPts val="0"/>
              </a:spcBef>
              <a:spcAft>
                <a:spcPts val="0"/>
              </a:spcAft>
            </a:pPr>
            <a:r>
              <a:rPr sz="1450" b="1" i="0">
                <a:solidFill>
                  <a:srgbClr val="1F2937"/>
                </a:solidFill>
                <a:latin typeface="Calibri"/>
              </a:rPr>
              <a:t>Para la verificación y la</a:t>
            </a:r>
            <a:br/>
            <a:r>
              <a:rPr sz="1450" b="1" i="0">
                <a:solidFill>
                  <a:srgbClr val="1F2937"/>
                </a:solidFill>
                <a:latin typeface="Calibri"/>
              </a:rPr>
              <a:t>validación</a:t>
            </a:r>
          </a:p>
        </p:txBody>
      </p:sp>
      <p:sp>
        <p:nvSpPr>
          <p:cNvPr id="89" name="!!recomendaciones:1e916134e1"/>
          <p:cNvSpPr/>
          <p:nvPr/>
        </p:nvSpPr>
        <p:spPr>
          <a:xfrm>
            <a:off x="727075" y="5730494"/>
            <a:ext cx="758952" cy="234950"/>
          </a:xfrm>
          <a:prstGeom prst="roundRect">
            <a:avLst>
              <a:gd name="adj" fmla="val 50000"/>
            </a:avLst>
          </a:prstGeom>
          <a:solidFill>
            <a:srgbClr val="EAF0FA"/>
          </a:solidFill>
          <a:ln w="6350">
            <a:solidFill>
              <a:srgbClr val="C3CD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omendaciones:2149ec70be"/>
          <p:cNvSpPr txBox="1"/>
          <p:nvPr/>
        </p:nvSpPr>
        <p:spPr>
          <a:xfrm>
            <a:off x="812800" y="5786818"/>
            <a:ext cx="638302" cy="139700"/>
          </a:xfrm>
          <a:prstGeom prst="rect">
            <a:avLst/>
          </a:prstGeom>
          <a:noFill/>
        </p:spPr>
        <p:txBody>
          <a:bodyPr wrap="square" lIns="0" rIns="0" tIns="0" bIns="0" anchor="t"/>
          <a:lstStyle/>
          <a:p>
            <a:pPr algn="l">
              <a:lnSpc>
                <a:spcPts val="1100"/>
              </a:lnSpc>
              <a:spcBef>
                <a:spcPts val="0"/>
              </a:spcBef>
              <a:spcAft>
                <a:spcPts val="0"/>
              </a:spcAft>
            </a:pPr>
            <a:r>
              <a:rPr sz="1100" b="1" i="0">
                <a:solidFill>
                  <a:srgbClr val="1F77B4"/>
                </a:solidFill>
                <a:latin typeface="Calibri"/>
              </a:rPr>
              <a:t>Capítulo 3</a:t>
            </a:r>
          </a:p>
        </p:txBody>
      </p:sp>
      <p:pic>
        <p:nvPicPr>
          <p:cNvPr id="91" name="!!recomendaciones:4799b281e9" descr="e66eb718988db353.png"/>
          <p:cNvPicPr>
            <a:picLocks noChangeAspect="1"/>
          </p:cNvPicPr>
          <p:nvPr/>
        </p:nvPicPr>
        <p:blipFill>
          <a:blip r:embed="rId10"/>
          <a:stretch>
            <a:fillRect/>
          </a:stretch>
        </p:blipFill>
        <p:spPr>
          <a:xfrm>
            <a:off x="2609850" y="4749800"/>
            <a:ext cx="9017000" cy="1562100"/>
          </a:xfrm>
          <a:prstGeom prst="rect">
            <a:avLst/>
          </a:prstGeom>
        </p:spPr>
      </p:pic>
      <p:sp>
        <p:nvSpPr>
          <p:cNvPr id="92" name="!!recomendaciones:41753a7c58"/>
          <p:cNvSpPr/>
          <p:nvPr/>
        </p:nvSpPr>
        <p:spPr>
          <a:xfrm>
            <a:off x="2765425" y="4752975"/>
            <a:ext cx="3835273" cy="1360805"/>
          </a:xfrm>
          <a:prstGeom prst="roundRect">
            <a:avLst>
              <a:gd name="adj" fmla="val 6299"/>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omendaciones:4609d4078e"/>
          <p:cNvSpPr txBox="1"/>
          <p:nvPr/>
        </p:nvSpPr>
        <p:spPr>
          <a:xfrm>
            <a:off x="2978150" y="4825543"/>
            <a:ext cx="2391791"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deformación plana sin contraste externo</a:t>
            </a:r>
          </a:p>
        </p:txBody>
      </p:sp>
      <p:sp>
        <p:nvSpPr>
          <p:cNvPr id="94" name="!!recomendaciones:52beae608c"/>
          <p:cNvSpPr/>
          <p:nvPr/>
        </p:nvSpPr>
        <p:spPr>
          <a:xfrm>
            <a:off x="2857500" y="486498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omendaciones:5bce508866"/>
          <p:cNvSpPr/>
          <p:nvPr/>
        </p:nvSpPr>
        <p:spPr>
          <a:xfrm>
            <a:off x="2857500" y="5018405"/>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recomendaciones:49c7677e02" descr="347dc9b5acc70af7.png"/>
          <p:cNvPicPr>
            <a:picLocks noChangeAspect="1"/>
          </p:cNvPicPr>
          <p:nvPr/>
        </p:nvPicPr>
        <p:blipFill>
          <a:blip r:embed="rId11"/>
          <a:stretch>
            <a:fillRect/>
          </a:stretch>
        </p:blipFill>
        <p:spPr>
          <a:xfrm>
            <a:off x="2889250" y="5048250"/>
            <a:ext cx="190500" cy="190500"/>
          </a:xfrm>
          <a:prstGeom prst="rect">
            <a:avLst/>
          </a:prstGeom>
        </p:spPr>
      </p:pic>
      <p:sp>
        <p:nvSpPr>
          <p:cNvPr id="97" name="!!recomendaciones:9f77405603"/>
          <p:cNvSpPr txBox="1"/>
          <p:nvPr/>
        </p:nvSpPr>
        <p:spPr>
          <a:xfrm>
            <a:off x="3175000" y="5062766"/>
            <a:ext cx="3400298" cy="18161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Ampliación de la batería</a:t>
            </a:r>
          </a:p>
        </p:txBody>
      </p:sp>
      <p:sp>
        <p:nvSpPr>
          <p:cNvPr id="98" name="!!recomendaciones:fd41abc47f"/>
          <p:cNvSpPr txBox="1"/>
          <p:nvPr/>
        </p:nvSpPr>
        <p:spPr>
          <a:xfrm>
            <a:off x="2857500" y="5318093"/>
            <a:ext cx="3724148" cy="730250"/>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Un caso civil en deformación plana con solución publicada ·</a:t>
            </a:r>
            <a:br/>
            <a:r>
              <a:rPr sz="1150" b="0" i="0">
                <a:solidFill>
                  <a:srgbClr val="3F4A5A"/>
                </a:solidFill>
                <a:latin typeface="Calibri"/>
              </a:rPr>
              <a:t>carga superficial linealmente variable · el cortante de la</a:t>
            </a:r>
            <a:br/>
            <a:r>
              <a:rPr sz="1150" b="0" i="0">
                <a:solidFill>
                  <a:srgbClr val="3F4A5A"/>
                </a:solidFill>
                <a:latin typeface="Calibri"/>
              </a:rPr>
              <a:t>matriz de deformación plana · tensiones del Q4 sin la franja</a:t>
            </a:r>
            <a:br/>
            <a:r>
              <a:rPr sz="1150" b="0" i="0">
                <a:solidFill>
                  <a:srgbClr val="3F4A5A"/>
                </a:solidFill>
                <a:latin typeface="Calibri"/>
              </a:rPr>
              <a:t>de contorno</a:t>
            </a:r>
          </a:p>
        </p:txBody>
      </p:sp>
      <p:sp>
        <p:nvSpPr>
          <p:cNvPr id="99" name="!!recomendaciones:f0607e29bc"/>
          <p:cNvSpPr/>
          <p:nvPr/>
        </p:nvSpPr>
        <p:spPr>
          <a:xfrm>
            <a:off x="6734048" y="4752975"/>
            <a:ext cx="2775458" cy="1360805"/>
          </a:xfrm>
          <a:prstGeom prst="roundRect">
            <a:avLst>
              <a:gd name="adj" fmla="val 6299"/>
            </a:avLst>
          </a:prstGeom>
          <a:solidFill>
            <a:srgbClr val="FFFFFF"/>
          </a:solidFill>
          <a:ln w="6350">
            <a:solidFill>
              <a:srgbClr val="C3CDDC"/>
            </a:solidFill>
          </a:ln>
          <a:effectLst>
            <a:outerShdw blurRad="50800" dist="12700" dir="5400000" algn="ctr" rotWithShape="0">
              <a:srgbClr val="1B2A4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omendaciones:aae1232475"/>
          <p:cNvSpPr txBox="1"/>
          <p:nvPr/>
        </p:nvSpPr>
        <p:spPr>
          <a:xfrm>
            <a:off x="6946773" y="4825543"/>
            <a:ext cx="1525588" cy="160655"/>
          </a:xfrm>
          <a:prstGeom prst="rect">
            <a:avLst/>
          </a:prstGeom>
          <a:noFill/>
        </p:spPr>
        <p:txBody>
          <a:bodyPr wrap="square" lIns="0" rIns="0" tIns="0" bIns="0" anchor="t"/>
          <a:lstStyle/>
          <a:p>
            <a:pPr algn="l">
              <a:lnSpc>
                <a:spcPts val="1265"/>
              </a:lnSpc>
              <a:spcBef>
                <a:spcPts val="0"/>
              </a:spcBef>
              <a:spcAft>
                <a:spcPts val="0"/>
              </a:spcAft>
            </a:pPr>
            <a:r>
              <a:rPr sz="1100" b="1" i="0">
                <a:solidFill>
                  <a:srgbClr val="B7791F"/>
                </a:solidFill>
                <a:latin typeface="Calibri"/>
              </a:rPr>
              <a:t>la evaluación es del autor</a:t>
            </a:r>
          </a:p>
        </p:txBody>
      </p:sp>
      <p:sp>
        <p:nvSpPr>
          <p:cNvPr id="101" name="!!recomendaciones:7a2f9f94b4"/>
          <p:cNvSpPr/>
          <p:nvPr/>
        </p:nvSpPr>
        <p:spPr>
          <a:xfrm>
            <a:off x="6826123" y="4864989"/>
            <a:ext cx="69850" cy="6985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omendaciones:15ef698230"/>
          <p:cNvSpPr/>
          <p:nvPr/>
        </p:nvSpPr>
        <p:spPr>
          <a:xfrm>
            <a:off x="6826123" y="5018405"/>
            <a:ext cx="254000" cy="254000"/>
          </a:xfrm>
          <a:prstGeom prst="roundRect">
            <a:avLst>
              <a:gd name="adj" fmla="val 25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3" name="!!recomendaciones:64976f42c0" descr="eb80b37fef989eaa.png"/>
          <p:cNvPicPr>
            <a:picLocks noChangeAspect="1"/>
          </p:cNvPicPr>
          <p:nvPr/>
        </p:nvPicPr>
        <p:blipFill>
          <a:blip r:embed="rId12"/>
          <a:stretch>
            <a:fillRect/>
          </a:stretch>
        </p:blipFill>
        <p:spPr>
          <a:xfrm>
            <a:off x="6858000" y="5048250"/>
            <a:ext cx="190500" cy="190500"/>
          </a:xfrm>
          <a:prstGeom prst="rect">
            <a:avLst/>
          </a:prstGeom>
        </p:spPr>
      </p:pic>
      <p:sp>
        <p:nvSpPr>
          <p:cNvPr id="104" name="!!recomendaciones:c9053f9ddd"/>
          <p:cNvSpPr txBox="1"/>
          <p:nvPr/>
        </p:nvSpPr>
        <p:spPr>
          <a:xfrm>
            <a:off x="7143623" y="5062766"/>
            <a:ext cx="2324608" cy="181610"/>
          </a:xfrm>
          <a:prstGeom prst="rect">
            <a:avLst/>
          </a:prstGeom>
          <a:noFill/>
        </p:spPr>
        <p:txBody>
          <a:bodyPr wrap="square" lIns="0" rIns="0" tIns="0" bIns="0" anchor="t"/>
          <a:lstStyle/>
          <a:p>
            <a:pPr algn="l">
              <a:lnSpc>
                <a:spcPts val="1430"/>
              </a:lnSpc>
              <a:spcBef>
                <a:spcPts val="0"/>
              </a:spcBef>
              <a:spcAft>
                <a:spcPts val="0"/>
              </a:spcAft>
            </a:pPr>
            <a:r>
              <a:rPr sz="1300" b="1" i="0">
                <a:solidFill>
                  <a:srgbClr val="1F2937"/>
                </a:solidFill>
                <a:latin typeface="Calibri"/>
              </a:rPr>
              <a:t>Revisión independiente</a:t>
            </a:r>
          </a:p>
        </p:txBody>
      </p:sp>
      <p:sp>
        <p:nvSpPr>
          <p:cNvPr id="105" name="!!recomendaciones:04de861271"/>
          <p:cNvSpPr txBox="1"/>
          <p:nvPr/>
        </p:nvSpPr>
        <p:spPr>
          <a:xfrm>
            <a:off x="6826123" y="5318093"/>
            <a:ext cx="2643124" cy="547688"/>
          </a:xfrm>
          <a:prstGeom prst="rect">
            <a:avLst/>
          </a:prstGeom>
          <a:noFill/>
        </p:spPr>
        <p:txBody>
          <a:bodyPr wrap="square" lIns="0" rIns="0" tIns="0" bIns="0" anchor="t"/>
          <a:lstStyle/>
          <a:p>
            <a:pPr algn="l">
              <a:lnSpc>
                <a:spcPts val="1438"/>
              </a:lnSpc>
              <a:spcBef>
                <a:spcPts val="0"/>
              </a:spcBef>
              <a:spcAft>
                <a:spcPts val="0"/>
              </a:spcAft>
            </a:pPr>
            <a:r>
              <a:rPr sz="1150" b="0" i="0">
                <a:solidFill>
                  <a:srgbClr val="3F4A5A"/>
                </a:solidFill>
                <a:latin typeface="Calibri"/>
              </a:rPr>
              <a:t>La tabla de cobertura, por docentes o</a:t>
            </a:r>
            <a:br/>
            <a:r>
              <a:rPr sz="1150" b="0" i="0">
                <a:solidFill>
                  <a:srgbClr val="3F4A5A"/>
                </a:solidFill>
                <a:latin typeface="Calibri"/>
              </a:rPr>
              <a:t>especialistas en el MEF; el código del</a:t>
            </a:r>
            <a:br/>
            <a:r>
              <a:rPr sz="1150" b="0" i="0">
                <a:solidFill>
                  <a:srgbClr val="3F4A5A"/>
                </a:solidFill>
                <a:latin typeface="Calibri"/>
              </a:rPr>
              <a:t>motor, por terceros</a:t>
            </a:r>
          </a:p>
        </p:txBody>
      </p:sp>
      <p:sp>
        <p:nvSpPr>
          <p:cNvPr id="106" name="!!recomendaciones:75a1c40544"/>
          <p:cNvSpPr/>
          <p:nvPr/>
        </p:nvSpPr>
        <p:spPr>
          <a:xfrm>
            <a:off x="9649206" y="4759325"/>
            <a:ext cx="1968119" cy="1348105"/>
          </a:xfrm>
          <a:prstGeom prst="roundRect">
            <a:avLst>
              <a:gd name="adj" fmla="val 5887"/>
            </a:avLst>
          </a:prstGeom>
          <a:solidFill>
            <a:srgbClr val="F3EEFB"/>
          </a:solidFill>
          <a:ln w="19050">
            <a:solidFill>
              <a:srgbClr val="6F42C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omendaciones:f9143a3467"/>
          <p:cNvSpPr txBox="1"/>
          <p:nvPr/>
        </p:nvSpPr>
        <p:spPr>
          <a:xfrm>
            <a:off x="9747631" y="5132540"/>
            <a:ext cx="1822069" cy="189865"/>
          </a:xfrm>
          <a:prstGeom prst="rect">
            <a:avLst/>
          </a:prstGeom>
          <a:noFill/>
        </p:spPr>
        <p:txBody>
          <a:bodyPr wrap="square" lIns="0" rIns="0" tIns="0" bIns="0" anchor="t"/>
          <a:lstStyle/>
          <a:p>
            <a:pPr algn="l">
              <a:lnSpc>
                <a:spcPts val="1495"/>
              </a:lnSpc>
              <a:spcBef>
                <a:spcPts val="0"/>
              </a:spcBef>
              <a:spcAft>
                <a:spcPts val="0"/>
              </a:spcAft>
            </a:pPr>
            <a:r>
              <a:rPr sz="1300" b="1" i="0">
                <a:solidFill>
                  <a:srgbClr val="6F42C1"/>
                </a:solidFill>
                <a:latin typeface="Calibri"/>
              </a:rPr>
              <a:t>El uso en el aula</a:t>
            </a:r>
          </a:p>
        </p:txBody>
      </p:sp>
      <p:sp>
        <p:nvSpPr>
          <p:cNvPr id="108" name="!!recomendaciones:f3ffb84cd2"/>
          <p:cNvSpPr txBox="1"/>
          <p:nvPr/>
        </p:nvSpPr>
        <p:spPr>
          <a:xfrm>
            <a:off x="9747631" y="5372386"/>
            <a:ext cx="1822069" cy="365125"/>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queda para una investigación</a:t>
            </a:r>
            <a:br/>
            <a:r>
              <a:rPr sz="1150" b="0" i="0">
                <a:solidFill>
                  <a:srgbClr val="1F2937"/>
                </a:solidFill>
                <a:latin typeface="Calibri"/>
              </a:rPr>
              <a:t>educativa distinta</a:t>
            </a:r>
          </a:p>
        </p:txBody>
      </p:sp>
      <p:sp>
        <p:nvSpPr>
          <p:cNvPr id="109" name="!!recomendaciones:d6d9fc7498"/>
          <p:cNvSpPr/>
          <p:nvPr/>
        </p:nvSpPr>
        <p:spPr>
          <a:xfrm>
            <a:off x="565150" y="3130550"/>
            <a:ext cx="2044700" cy="1562100"/>
          </a:xfrm>
          <a:prstGeom prst="roundRect">
            <a:avLst>
              <a:gd name="adj" fmla="val 650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omendaciones:d6d9fc7498·2"/>
          <p:cNvSpPr/>
          <p:nvPr/>
        </p:nvSpPr>
        <p:spPr>
          <a:xfrm>
            <a:off x="565150" y="313055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omendaciones:d6d9fc7498·3"/>
          <p:cNvSpPr/>
          <p:nvPr/>
        </p:nvSpPr>
        <p:spPr>
          <a:xfrm>
            <a:off x="2603500" y="3130550"/>
            <a:ext cx="63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omendaciones:d6d9fc7498·4"/>
          <p:cNvSpPr/>
          <p:nvPr/>
        </p:nvSpPr>
        <p:spPr>
          <a:xfrm>
            <a:off x="565150" y="468630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omendaciones:d6d9fc7498·5"/>
          <p:cNvSpPr/>
          <p:nvPr/>
        </p:nvSpPr>
        <p:spPr>
          <a:xfrm>
            <a:off x="565150" y="3130550"/>
            <a:ext cx="444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omendaciones:1715b9af83"/>
          <p:cNvSpPr/>
          <p:nvPr/>
        </p:nvSpPr>
        <p:spPr>
          <a:xfrm>
            <a:off x="723900" y="3238500"/>
            <a:ext cx="330200" cy="330200"/>
          </a:xfrm>
          <a:prstGeom prst="ellipse">
            <a:avLst/>
          </a:prstGeom>
          <a:solidFill>
            <a:srgbClr val="E8741A">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omendaciones:05e15c3275"/>
          <p:cNvSpPr txBox="1"/>
          <p:nvPr/>
        </p:nvSpPr>
        <p:spPr>
          <a:xfrm>
            <a:off x="698500" y="3332448"/>
            <a:ext cx="381000" cy="171450"/>
          </a:xfrm>
          <a:prstGeom prst="rect">
            <a:avLst/>
          </a:prstGeom>
          <a:noFill/>
        </p:spPr>
        <p:txBody>
          <a:bodyPr wrap="square" lIns="0" rIns="0" tIns="0" bIns="0" anchor="t"/>
          <a:lstStyle/>
          <a:p>
            <a:pPr algn="ctr">
              <a:lnSpc>
                <a:spcPts val="1350"/>
              </a:lnSpc>
              <a:spcBef>
                <a:spcPts val="0"/>
              </a:spcBef>
              <a:spcAft>
                <a:spcPts val="0"/>
              </a:spcAft>
            </a:pPr>
            <a:r>
              <a:rPr sz="1350" b="1" i="0">
                <a:solidFill>
                  <a:srgbClr val="FFFFFF">
                    <a:alpha val="45000"/>
                  </a:srgbClr>
                </a:solidFill>
                <a:latin typeface="Calibri"/>
              </a:rPr>
              <a:t>2</a:t>
            </a:r>
          </a:p>
        </p:txBody>
      </p:sp>
      <p:sp>
        <p:nvSpPr>
          <p:cNvPr id="116" name="!!recomendaciones:6c61ee7aff"/>
          <p:cNvSpPr txBox="1"/>
          <p:nvPr/>
        </p:nvSpPr>
        <p:spPr>
          <a:xfrm>
            <a:off x="723900" y="3641025"/>
            <a:ext cx="1816100" cy="412496"/>
          </a:xfrm>
          <a:prstGeom prst="rect">
            <a:avLst/>
          </a:prstGeom>
          <a:noFill/>
        </p:spPr>
        <p:txBody>
          <a:bodyPr wrap="square" lIns="0" rIns="0" tIns="0" bIns="0" anchor="t"/>
          <a:lstStyle/>
          <a:p>
            <a:pPr algn="l">
              <a:lnSpc>
                <a:spcPts val="1624"/>
              </a:lnSpc>
              <a:spcBef>
                <a:spcPts val="0"/>
              </a:spcBef>
              <a:spcAft>
                <a:spcPts val="0"/>
              </a:spcAft>
            </a:pPr>
            <a:r>
              <a:rPr sz="1450" b="1" i="0">
                <a:solidFill>
                  <a:srgbClr val="1F2937">
                    <a:alpha val="45000"/>
                  </a:srgbClr>
                </a:solidFill>
                <a:latin typeface="Calibri"/>
              </a:rPr>
              <a:t>Para el desarrollo del</a:t>
            </a:r>
            <a:br/>
            <a:r>
              <a:rPr sz="1450" b="1" i="0">
                <a:solidFill>
                  <a:srgbClr val="1F2937">
                    <a:alpha val="45000"/>
                  </a:srgbClr>
                </a:solidFill>
                <a:latin typeface="Calibri"/>
              </a:rPr>
              <a:t>software</a:t>
            </a:r>
          </a:p>
        </p:txBody>
      </p:sp>
      <p:sp>
        <p:nvSpPr>
          <p:cNvPr id="117" name="!!recomendaciones:999391d1af"/>
          <p:cNvSpPr/>
          <p:nvPr/>
        </p:nvSpPr>
        <p:spPr>
          <a:xfrm>
            <a:off x="727075" y="4111244"/>
            <a:ext cx="758952" cy="234950"/>
          </a:xfrm>
          <a:prstGeom prst="roundRect">
            <a:avLst>
              <a:gd name="adj" fmla="val 50000"/>
            </a:avLst>
          </a:prstGeom>
          <a:solidFill>
            <a:srgbClr val="EAF0FA">
              <a:alpha val="45000"/>
            </a:srgbClr>
          </a:solidFill>
          <a:ln w="6350">
            <a:solidFill>
              <a:srgbClr val="C3CDD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omendaciones:1b9c3b6854"/>
          <p:cNvSpPr txBox="1"/>
          <p:nvPr/>
        </p:nvSpPr>
        <p:spPr>
          <a:xfrm>
            <a:off x="812800" y="4167569"/>
            <a:ext cx="638302" cy="139700"/>
          </a:xfrm>
          <a:prstGeom prst="rect">
            <a:avLst/>
          </a:prstGeom>
          <a:noFill/>
        </p:spPr>
        <p:txBody>
          <a:bodyPr wrap="square" lIns="0" rIns="0" tIns="0" bIns="0" anchor="t"/>
          <a:lstStyle/>
          <a:p>
            <a:pPr algn="l">
              <a:lnSpc>
                <a:spcPts val="1100"/>
              </a:lnSpc>
              <a:spcBef>
                <a:spcPts val="0"/>
              </a:spcBef>
              <a:spcAft>
                <a:spcPts val="0"/>
              </a:spcAft>
            </a:pPr>
            <a:r>
              <a:rPr sz="1100" b="1" i="0">
                <a:solidFill>
                  <a:srgbClr val="1F77B4">
                    <a:alpha val="45000"/>
                  </a:srgbClr>
                </a:solidFill>
                <a:latin typeface="Calibri"/>
              </a:rPr>
              <a:t>Capítulo 2</a:t>
            </a:r>
          </a:p>
        </p:txBody>
      </p:sp>
      <p:pic>
        <p:nvPicPr>
          <p:cNvPr id="119" name="!!recomendaciones:c68f3e1498" descr="79844450731d2cb3.png"/>
          <p:cNvPicPr>
            <a:picLocks noChangeAspect="1"/>
          </p:cNvPicPr>
          <p:nvPr/>
        </p:nvPicPr>
        <p:blipFill>
          <a:blip r:embed="rId13"/>
          <a:stretch>
            <a:fillRect/>
          </a:stretch>
        </p:blipFill>
        <p:spPr>
          <a:xfrm>
            <a:off x="2609850" y="3130550"/>
            <a:ext cx="9017000" cy="1562100"/>
          </a:xfrm>
          <a:prstGeom prst="rect">
            <a:avLst/>
          </a:prstGeom>
        </p:spPr>
      </p:pic>
      <p:sp>
        <p:nvSpPr>
          <p:cNvPr id="120" name="!!recomendaciones:b49c683272"/>
          <p:cNvSpPr/>
          <p:nvPr/>
        </p:nvSpPr>
        <p:spPr>
          <a:xfrm>
            <a:off x="565150" y="4749800"/>
            <a:ext cx="2044700" cy="1562100"/>
          </a:xfrm>
          <a:prstGeom prst="roundRect">
            <a:avLst>
              <a:gd name="adj" fmla="val 650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omendaciones:b49c683272·2"/>
          <p:cNvSpPr/>
          <p:nvPr/>
        </p:nvSpPr>
        <p:spPr>
          <a:xfrm>
            <a:off x="565150" y="474980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omendaciones:b49c683272·3"/>
          <p:cNvSpPr/>
          <p:nvPr/>
        </p:nvSpPr>
        <p:spPr>
          <a:xfrm>
            <a:off x="2603500" y="4749800"/>
            <a:ext cx="63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omendaciones:b49c683272·4"/>
          <p:cNvSpPr/>
          <p:nvPr/>
        </p:nvSpPr>
        <p:spPr>
          <a:xfrm>
            <a:off x="565150" y="6305550"/>
            <a:ext cx="2044700" cy="635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omendaciones:b49c683272·5"/>
          <p:cNvSpPr/>
          <p:nvPr/>
        </p:nvSpPr>
        <p:spPr>
          <a:xfrm>
            <a:off x="565150" y="4749800"/>
            <a:ext cx="44450" cy="1562100"/>
          </a:xfrm>
          <a:prstGeom prst="rect">
            <a:avLst/>
          </a:prstGeom>
          <a:solidFill>
            <a:srgbClr val="C3C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omendaciones:d82e52512b"/>
          <p:cNvSpPr/>
          <p:nvPr/>
        </p:nvSpPr>
        <p:spPr>
          <a:xfrm>
            <a:off x="723900" y="4857750"/>
            <a:ext cx="330200" cy="330200"/>
          </a:xfrm>
          <a:prstGeom prst="ellipse">
            <a:avLst/>
          </a:prstGeom>
          <a:solidFill>
            <a:srgbClr val="E8741A">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omendaciones:f59cc7783d"/>
          <p:cNvSpPr txBox="1"/>
          <p:nvPr/>
        </p:nvSpPr>
        <p:spPr>
          <a:xfrm>
            <a:off x="698500" y="4951698"/>
            <a:ext cx="381000" cy="171450"/>
          </a:xfrm>
          <a:prstGeom prst="rect">
            <a:avLst/>
          </a:prstGeom>
          <a:noFill/>
        </p:spPr>
        <p:txBody>
          <a:bodyPr wrap="square" lIns="0" rIns="0" tIns="0" bIns="0" anchor="t"/>
          <a:lstStyle/>
          <a:p>
            <a:pPr algn="ctr">
              <a:lnSpc>
                <a:spcPts val="1350"/>
              </a:lnSpc>
              <a:spcBef>
                <a:spcPts val="0"/>
              </a:spcBef>
              <a:spcAft>
                <a:spcPts val="0"/>
              </a:spcAft>
            </a:pPr>
            <a:r>
              <a:rPr sz="1350" b="1" i="0">
                <a:solidFill>
                  <a:srgbClr val="FFFFFF">
                    <a:alpha val="45000"/>
                  </a:srgbClr>
                </a:solidFill>
                <a:latin typeface="Calibri"/>
              </a:rPr>
              <a:t>3</a:t>
            </a:r>
          </a:p>
        </p:txBody>
      </p:sp>
      <p:sp>
        <p:nvSpPr>
          <p:cNvPr id="127" name="!!recomendaciones:20867eabe0"/>
          <p:cNvSpPr txBox="1"/>
          <p:nvPr/>
        </p:nvSpPr>
        <p:spPr>
          <a:xfrm>
            <a:off x="723900" y="5260275"/>
            <a:ext cx="1816100" cy="412496"/>
          </a:xfrm>
          <a:prstGeom prst="rect">
            <a:avLst/>
          </a:prstGeom>
          <a:noFill/>
        </p:spPr>
        <p:txBody>
          <a:bodyPr wrap="square" lIns="0" rIns="0" tIns="0" bIns="0" anchor="t"/>
          <a:lstStyle/>
          <a:p>
            <a:pPr algn="l">
              <a:lnSpc>
                <a:spcPts val="1624"/>
              </a:lnSpc>
              <a:spcBef>
                <a:spcPts val="0"/>
              </a:spcBef>
              <a:spcAft>
                <a:spcPts val="0"/>
              </a:spcAft>
            </a:pPr>
            <a:r>
              <a:rPr sz="1450" b="1" i="0">
                <a:solidFill>
                  <a:srgbClr val="1F2937">
                    <a:alpha val="45000"/>
                  </a:srgbClr>
                </a:solidFill>
                <a:latin typeface="Calibri"/>
              </a:rPr>
              <a:t>Para la verificación y la</a:t>
            </a:r>
            <a:br/>
            <a:r>
              <a:rPr sz="1450" b="1" i="0">
                <a:solidFill>
                  <a:srgbClr val="1F2937">
                    <a:alpha val="45000"/>
                  </a:srgbClr>
                </a:solidFill>
                <a:latin typeface="Calibri"/>
              </a:rPr>
              <a:t>validación</a:t>
            </a:r>
          </a:p>
        </p:txBody>
      </p:sp>
      <p:sp>
        <p:nvSpPr>
          <p:cNvPr id="128" name="!!recomendaciones:73ade47c01"/>
          <p:cNvSpPr/>
          <p:nvPr/>
        </p:nvSpPr>
        <p:spPr>
          <a:xfrm>
            <a:off x="727075" y="5730494"/>
            <a:ext cx="758952" cy="234950"/>
          </a:xfrm>
          <a:prstGeom prst="roundRect">
            <a:avLst>
              <a:gd name="adj" fmla="val 50000"/>
            </a:avLst>
          </a:prstGeom>
          <a:solidFill>
            <a:srgbClr val="EAF0FA">
              <a:alpha val="45000"/>
            </a:srgbClr>
          </a:solidFill>
          <a:ln w="6350">
            <a:solidFill>
              <a:srgbClr val="C3CDDC">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omendaciones:d70c756dbf"/>
          <p:cNvSpPr txBox="1"/>
          <p:nvPr/>
        </p:nvSpPr>
        <p:spPr>
          <a:xfrm>
            <a:off x="812800" y="5786818"/>
            <a:ext cx="638302" cy="139700"/>
          </a:xfrm>
          <a:prstGeom prst="rect">
            <a:avLst/>
          </a:prstGeom>
          <a:noFill/>
        </p:spPr>
        <p:txBody>
          <a:bodyPr wrap="square" lIns="0" rIns="0" tIns="0" bIns="0" anchor="t"/>
          <a:lstStyle/>
          <a:p>
            <a:pPr algn="l">
              <a:lnSpc>
                <a:spcPts val="1100"/>
              </a:lnSpc>
              <a:spcBef>
                <a:spcPts val="0"/>
              </a:spcBef>
              <a:spcAft>
                <a:spcPts val="0"/>
              </a:spcAft>
            </a:pPr>
            <a:r>
              <a:rPr sz="1100" b="1" i="0">
                <a:solidFill>
                  <a:srgbClr val="1F77B4">
                    <a:alpha val="45000"/>
                  </a:srgbClr>
                </a:solidFill>
                <a:latin typeface="Calibri"/>
              </a:rPr>
              <a:t>Capítulo 3</a:t>
            </a:r>
          </a:p>
        </p:txBody>
      </p:sp>
      <p:pic>
        <p:nvPicPr>
          <p:cNvPr id="130" name="!!recomendaciones:cced3ff6ac" descr="79844450731d2cb3.png"/>
          <p:cNvPicPr>
            <a:picLocks noChangeAspect="1"/>
          </p:cNvPicPr>
          <p:nvPr/>
        </p:nvPicPr>
        <p:blipFill>
          <a:blip r:embed="rId13"/>
          <a:stretch>
            <a:fillRect/>
          </a:stretch>
        </p:blipFill>
        <p:spPr>
          <a:xfrm>
            <a:off x="2609850" y="4749800"/>
            <a:ext cx="9017000" cy="1562100"/>
          </a:xfrm>
          <a:prstGeom prst="rect">
            <a:avLst/>
          </a:prstGeom>
        </p:spPr>
      </p:pic>
      <p:sp>
        <p:nvSpPr>
          <p:cNvPr id="131"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ie-izq"/>
          <p:cNvSpPr txBox="1"/>
          <p:nvPr/>
        </p:nvSpPr>
        <p:spPr>
          <a:xfrm>
            <a:off x="565150" y="6535420"/>
            <a:ext cx="469068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34" name="!!pie-cen"/>
          <p:cNvSpPr txBox="1"/>
          <p:nvPr/>
        </p:nvSpPr>
        <p:spPr>
          <a:xfrm>
            <a:off x="5138420" y="6535420"/>
            <a:ext cx="191509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Recomendaciones · Tabla CR.1</a:t>
            </a:r>
          </a:p>
        </p:txBody>
      </p:sp>
      <p:sp>
        <p:nvSpPr>
          <p:cNvPr id="135" name="!!pie-der"/>
          <p:cNvSpPr txBox="1"/>
          <p:nvPr/>
        </p:nvSpPr>
        <p:spPr>
          <a:xfrm>
            <a:off x="6936168" y="6535420"/>
            <a:ext cx="469068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30</a:t>
            </a:r>
          </a:p>
        </p:txBody>
      </p:sp>
      <p:sp>
        <p:nvSpPr>
          <p:cNvPr id="136" name="!!recomendaciones:31b8312914">
            <a:hlinkClick action="ppaction://hlinksldjump" r:id="rId14"/>
          </p:cNvPr>
          <p:cNvSpPr/>
          <p:nvPr/>
        </p:nvSpPr>
        <p:spPr>
          <a:xfrm>
            <a:off x="107759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omendaciones:01b7d89d9e">
            <a:hlinkClick action="ppaction://hlinksldjump" r:id="rId15"/>
          </p:cNvPr>
          <p:cNvSpPr/>
          <p:nvPr/>
        </p:nvSpPr>
        <p:spPr>
          <a:xfrm>
            <a:off x="109537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omendaciones:c7d17a55c0">
            <a:hlinkClick action="ppaction://hlinksldjump" r:id="rId16"/>
          </p:cNvPr>
          <p:cNvSpPr/>
          <p:nvPr/>
        </p:nvSpPr>
        <p:spPr>
          <a:xfrm>
            <a:off x="111315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omendaciones:005dbf4b11">
            <a:hlinkClick action="ppaction://hlinksldjump" r:id="rId17"/>
          </p:cNvPr>
          <p:cNvSpPr/>
          <p:nvPr/>
        </p:nvSpPr>
        <p:spPr>
          <a:xfrm>
            <a:off x="11309350" y="323850"/>
            <a:ext cx="101600" cy="101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omendaciones:ff2c4358c1">
            <a:hlinkClick action="ppaction://hlinksldjump" r:id="rId18"/>
          </p:cNvPr>
          <p:cNvSpPr/>
          <p:nvPr/>
        </p:nvSpPr>
        <p:spPr>
          <a:xfrm>
            <a:off x="11487150" y="304800"/>
            <a:ext cx="139700" cy="13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50"/>
                                        <p:tgtEl>
                                          <p:spTgt spid="11"/>
                                        </p:tgtEl>
                                      </p:cBhvr>
                                    </p:animEffect>
                                    <p:anim calcmode="lin" valueType="num">
                                      <p:cBhvr>
                                        <p:cTn id="8" dur="650" fill="hold"/>
                                        <p:tgtEl>
                                          <p:spTgt spid="11"/>
                                        </p:tgtEl>
                                        <p:attrNameLst>
                                          <p:attrName>ppt_x</p:attrName>
                                        </p:attrNameLst>
                                      </p:cBhvr>
                                      <p:tavLst>
                                        <p:tav tm="0">
                                          <p:val>
                                            <p:strVal val="#ppt_x"/>
                                          </p:val>
                                        </p:tav>
                                        <p:tav tm="100000">
                                          <p:val>
                                            <p:strVal val="#ppt_x"/>
                                          </p:val>
                                        </p:tav>
                                      </p:tavLst>
                                    </p:anim>
                                    <p:anim calcmode="lin" valueType="num">
                                      <p:cBhvr>
                                        <p:cTn id="9" dur="65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650"/>
                                        <p:tgtEl>
                                          <p:spTgt spid="12"/>
                                        </p:tgtEl>
                                      </p:cBhvr>
                                    </p:animEffect>
                                    <p:anim calcmode="lin" valueType="num">
                                      <p:cBhvr>
                                        <p:cTn id="13" dur="650" fill="hold"/>
                                        <p:tgtEl>
                                          <p:spTgt spid="12"/>
                                        </p:tgtEl>
                                        <p:attrNameLst>
                                          <p:attrName>ppt_x</p:attrName>
                                        </p:attrNameLst>
                                      </p:cBhvr>
                                      <p:tavLst>
                                        <p:tav tm="0">
                                          <p:val>
                                            <p:strVal val="#ppt_x"/>
                                          </p:val>
                                        </p:tav>
                                        <p:tav tm="100000">
                                          <p:val>
                                            <p:strVal val="#ppt_x"/>
                                          </p:val>
                                        </p:tav>
                                      </p:tavLst>
                                    </p:anim>
                                    <p:anim calcmode="lin" valueType="num">
                                      <p:cBhvr>
                                        <p:cTn id="14" dur="65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650"/>
                                        <p:tgtEl>
                                          <p:spTgt spid="13"/>
                                        </p:tgtEl>
                                      </p:cBhvr>
                                    </p:animEffect>
                                    <p:anim calcmode="lin" valueType="num">
                                      <p:cBhvr>
                                        <p:cTn id="18" dur="650" fill="hold"/>
                                        <p:tgtEl>
                                          <p:spTgt spid="13"/>
                                        </p:tgtEl>
                                        <p:attrNameLst>
                                          <p:attrName>ppt_x</p:attrName>
                                        </p:attrNameLst>
                                      </p:cBhvr>
                                      <p:tavLst>
                                        <p:tav tm="0">
                                          <p:val>
                                            <p:strVal val="#ppt_x"/>
                                          </p:val>
                                        </p:tav>
                                        <p:tav tm="100000">
                                          <p:val>
                                            <p:strVal val="#ppt_x"/>
                                          </p:val>
                                        </p:tav>
                                      </p:tavLst>
                                    </p:anim>
                                    <p:anim calcmode="lin" valueType="num">
                                      <p:cBhvr>
                                        <p:cTn id="19" dur="650" fill="hold"/>
                                        <p:tgtEl>
                                          <p:spTgt spid="1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1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650"/>
                                        <p:tgtEl>
                                          <p:spTgt spid="14"/>
                                        </p:tgtEl>
                                      </p:cBhvr>
                                    </p:animEffect>
                                    <p:anim calcmode="lin" valueType="num">
                                      <p:cBhvr>
                                        <p:cTn id="23" dur="650" fill="hold"/>
                                        <p:tgtEl>
                                          <p:spTgt spid="14"/>
                                        </p:tgtEl>
                                        <p:attrNameLst>
                                          <p:attrName>ppt_x</p:attrName>
                                        </p:attrNameLst>
                                      </p:cBhvr>
                                      <p:tavLst>
                                        <p:tav tm="0">
                                          <p:val>
                                            <p:strVal val="#ppt_x"/>
                                          </p:val>
                                        </p:tav>
                                        <p:tav tm="100000">
                                          <p:val>
                                            <p:strVal val="#ppt_x"/>
                                          </p:val>
                                        </p:tav>
                                      </p:tavLst>
                                    </p:anim>
                                    <p:anim calcmode="lin" valueType="num">
                                      <p:cBhvr>
                                        <p:cTn id="24" dur="65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37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650"/>
                                        <p:tgtEl>
                                          <p:spTgt spid="15"/>
                                        </p:tgtEl>
                                      </p:cBhvr>
                                    </p:animEffect>
                                    <p:anim calcmode="lin" valueType="num">
                                      <p:cBhvr>
                                        <p:cTn id="28" dur="650" fill="hold"/>
                                        <p:tgtEl>
                                          <p:spTgt spid="15"/>
                                        </p:tgtEl>
                                        <p:attrNameLst>
                                          <p:attrName>ppt_x</p:attrName>
                                        </p:attrNameLst>
                                      </p:cBhvr>
                                      <p:tavLst>
                                        <p:tav tm="0">
                                          <p:val>
                                            <p:strVal val="#ppt_x"/>
                                          </p:val>
                                        </p:tav>
                                        <p:tav tm="100000">
                                          <p:val>
                                            <p:strVal val="#ppt_x"/>
                                          </p:val>
                                        </p:tav>
                                      </p:tavLst>
                                    </p:anim>
                                    <p:anim calcmode="lin" valueType="num">
                                      <p:cBhvr>
                                        <p:cTn id="29" dur="65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37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650"/>
                                        <p:tgtEl>
                                          <p:spTgt spid="16"/>
                                        </p:tgtEl>
                                      </p:cBhvr>
                                    </p:animEffect>
                                    <p:anim calcmode="lin" valueType="num">
                                      <p:cBhvr>
                                        <p:cTn id="33" dur="650" fill="hold"/>
                                        <p:tgtEl>
                                          <p:spTgt spid="16"/>
                                        </p:tgtEl>
                                        <p:attrNameLst>
                                          <p:attrName>ppt_x</p:attrName>
                                        </p:attrNameLst>
                                      </p:cBhvr>
                                      <p:tavLst>
                                        <p:tav tm="0">
                                          <p:val>
                                            <p:strVal val="#ppt_x"/>
                                          </p:val>
                                        </p:tav>
                                        <p:tav tm="100000">
                                          <p:val>
                                            <p:strVal val="#ppt_x"/>
                                          </p:val>
                                        </p:tav>
                                      </p:tavLst>
                                    </p:anim>
                                    <p:anim calcmode="lin" valueType="num">
                                      <p:cBhvr>
                                        <p:cTn id="34" dur="65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37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650"/>
                                        <p:tgtEl>
                                          <p:spTgt spid="17"/>
                                        </p:tgtEl>
                                      </p:cBhvr>
                                    </p:animEffect>
                                    <p:anim calcmode="lin" valueType="num">
                                      <p:cBhvr>
                                        <p:cTn id="38" dur="650" fill="hold"/>
                                        <p:tgtEl>
                                          <p:spTgt spid="17"/>
                                        </p:tgtEl>
                                        <p:attrNameLst>
                                          <p:attrName>ppt_x</p:attrName>
                                        </p:attrNameLst>
                                      </p:cBhvr>
                                      <p:tavLst>
                                        <p:tav tm="0">
                                          <p:val>
                                            <p:strVal val="#ppt_x"/>
                                          </p:val>
                                        </p:tav>
                                        <p:tav tm="100000">
                                          <p:val>
                                            <p:strVal val="#ppt_x"/>
                                          </p:val>
                                        </p:tav>
                                      </p:tavLst>
                                    </p:anim>
                                    <p:anim calcmode="lin" valueType="num">
                                      <p:cBhvr>
                                        <p:cTn id="39" dur="650" fill="hold"/>
                                        <p:tgtEl>
                                          <p:spTgt spid="1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37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650"/>
                                        <p:tgtEl>
                                          <p:spTgt spid="18"/>
                                        </p:tgtEl>
                                      </p:cBhvr>
                                    </p:animEffect>
                                    <p:anim calcmode="lin" valueType="num">
                                      <p:cBhvr>
                                        <p:cTn id="43" dur="650" fill="hold"/>
                                        <p:tgtEl>
                                          <p:spTgt spid="18"/>
                                        </p:tgtEl>
                                        <p:attrNameLst>
                                          <p:attrName>ppt_x</p:attrName>
                                        </p:attrNameLst>
                                      </p:cBhvr>
                                      <p:tavLst>
                                        <p:tav tm="0">
                                          <p:val>
                                            <p:strVal val="#ppt_x"/>
                                          </p:val>
                                        </p:tav>
                                        <p:tav tm="100000">
                                          <p:val>
                                            <p:strVal val="#ppt_x"/>
                                          </p:val>
                                        </p:tav>
                                      </p:tavLst>
                                    </p:anim>
                                    <p:anim calcmode="lin" valueType="num">
                                      <p:cBhvr>
                                        <p:cTn id="44" dur="650" fill="hold"/>
                                        <p:tgtEl>
                                          <p:spTgt spid="18"/>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37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650"/>
                                        <p:tgtEl>
                                          <p:spTgt spid="19"/>
                                        </p:tgtEl>
                                      </p:cBhvr>
                                    </p:animEffect>
                                    <p:anim calcmode="lin" valueType="num">
                                      <p:cBhvr>
                                        <p:cTn id="48" dur="650" fill="hold"/>
                                        <p:tgtEl>
                                          <p:spTgt spid="19"/>
                                        </p:tgtEl>
                                        <p:attrNameLst>
                                          <p:attrName>ppt_x</p:attrName>
                                        </p:attrNameLst>
                                      </p:cBhvr>
                                      <p:tavLst>
                                        <p:tav tm="0">
                                          <p:val>
                                            <p:strVal val="#ppt_x"/>
                                          </p:val>
                                        </p:tav>
                                        <p:tav tm="100000">
                                          <p:val>
                                            <p:strVal val="#ppt_x"/>
                                          </p:val>
                                        </p:tav>
                                      </p:tavLst>
                                    </p:anim>
                                    <p:anim calcmode="lin" valueType="num">
                                      <p:cBhvr>
                                        <p:cTn id="49" dur="650" fill="hold"/>
                                        <p:tgtEl>
                                          <p:spTgt spid="1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37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650"/>
                                        <p:tgtEl>
                                          <p:spTgt spid="20"/>
                                        </p:tgtEl>
                                      </p:cBhvr>
                                    </p:animEffect>
                                    <p:anim calcmode="lin" valueType="num">
                                      <p:cBhvr>
                                        <p:cTn id="53" dur="650" fill="hold"/>
                                        <p:tgtEl>
                                          <p:spTgt spid="20"/>
                                        </p:tgtEl>
                                        <p:attrNameLst>
                                          <p:attrName>ppt_x</p:attrName>
                                        </p:attrNameLst>
                                      </p:cBhvr>
                                      <p:tavLst>
                                        <p:tav tm="0">
                                          <p:val>
                                            <p:strVal val="#ppt_x"/>
                                          </p:val>
                                        </p:tav>
                                        <p:tav tm="100000">
                                          <p:val>
                                            <p:strVal val="#ppt_x"/>
                                          </p:val>
                                        </p:tav>
                                      </p:tavLst>
                                    </p:anim>
                                    <p:anim calcmode="lin" valueType="num">
                                      <p:cBhvr>
                                        <p:cTn id="54" dur="650" fill="hold"/>
                                        <p:tgtEl>
                                          <p:spTgt spid="20"/>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37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650"/>
                                        <p:tgtEl>
                                          <p:spTgt spid="21"/>
                                        </p:tgtEl>
                                      </p:cBhvr>
                                    </p:animEffect>
                                    <p:anim calcmode="lin" valueType="num">
                                      <p:cBhvr>
                                        <p:cTn id="58" dur="650" fill="hold"/>
                                        <p:tgtEl>
                                          <p:spTgt spid="21"/>
                                        </p:tgtEl>
                                        <p:attrNameLst>
                                          <p:attrName>ppt_x</p:attrName>
                                        </p:attrNameLst>
                                      </p:cBhvr>
                                      <p:tavLst>
                                        <p:tav tm="0">
                                          <p:val>
                                            <p:strVal val="#ppt_x"/>
                                          </p:val>
                                        </p:tav>
                                        <p:tav tm="100000">
                                          <p:val>
                                            <p:strVal val="#ppt_x"/>
                                          </p:val>
                                        </p:tav>
                                      </p:tavLst>
                                    </p:anim>
                                    <p:anim calcmode="lin" valueType="num">
                                      <p:cBhvr>
                                        <p:cTn id="59" dur="650" fill="hold"/>
                                        <p:tgtEl>
                                          <p:spTgt spid="21"/>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37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650"/>
                                        <p:tgtEl>
                                          <p:spTgt spid="22"/>
                                        </p:tgtEl>
                                      </p:cBhvr>
                                    </p:animEffect>
                                    <p:anim calcmode="lin" valueType="num">
                                      <p:cBhvr>
                                        <p:cTn id="63" dur="650" fill="hold"/>
                                        <p:tgtEl>
                                          <p:spTgt spid="22"/>
                                        </p:tgtEl>
                                        <p:attrNameLst>
                                          <p:attrName>ppt_x</p:attrName>
                                        </p:attrNameLst>
                                      </p:cBhvr>
                                      <p:tavLst>
                                        <p:tav tm="0">
                                          <p:val>
                                            <p:strVal val="#ppt_x"/>
                                          </p:val>
                                        </p:tav>
                                        <p:tav tm="100000">
                                          <p:val>
                                            <p:strVal val="#ppt_x"/>
                                          </p:val>
                                        </p:tav>
                                      </p:tavLst>
                                    </p:anim>
                                    <p:anim calcmode="lin" valueType="num">
                                      <p:cBhvr>
                                        <p:cTn id="64" dur="650" fill="hold"/>
                                        <p:tgtEl>
                                          <p:spTgt spid="22"/>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37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650"/>
                                        <p:tgtEl>
                                          <p:spTgt spid="23"/>
                                        </p:tgtEl>
                                      </p:cBhvr>
                                    </p:animEffect>
                                    <p:anim calcmode="lin" valueType="num">
                                      <p:cBhvr>
                                        <p:cTn id="68" dur="650" fill="hold"/>
                                        <p:tgtEl>
                                          <p:spTgt spid="23"/>
                                        </p:tgtEl>
                                        <p:attrNameLst>
                                          <p:attrName>ppt_x</p:attrName>
                                        </p:attrNameLst>
                                      </p:cBhvr>
                                      <p:tavLst>
                                        <p:tav tm="0">
                                          <p:val>
                                            <p:strVal val="#ppt_x"/>
                                          </p:val>
                                        </p:tav>
                                        <p:tav tm="100000">
                                          <p:val>
                                            <p:strVal val="#ppt_x"/>
                                          </p:val>
                                        </p:tav>
                                      </p:tavLst>
                                    </p:anim>
                                    <p:anim calcmode="lin" valueType="num">
                                      <p:cBhvr>
                                        <p:cTn id="69" dur="650" fill="hold"/>
                                        <p:tgtEl>
                                          <p:spTgt spid="23"/>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37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650"/>
                                        <p:tgtEl>
                                          <p:spTgt spid="24"/>
                                        </p:tgtEl>
                                      </p:cBhvr>
                                    </p:animEffect>
                                    <p:anim calcmode="lin" valueType="num">
                                      <p:cBhvr>
                                        <p:cTn id="73" dur="650" fill="hold"/>
                                        <p:tgtEl>
                                          <p:spTgt spid="24"/>
                                        </p:tgtEl>
                                        <p:attrNameLst>
                                          <p:attrName>ppt_x</p:attrName>
                                        </p:attrNameLst>
                                      </p:cBhvr>
                                      <p:tavLst>
                                        <p:tav tm="0">
                                          <p:val>
                                            <p:strVal val="#ppt_x"/>
                                          </p:val>
                                        </p:tav>
                                        <p:tav tm="100000">
                                          <p:val>
                                            <p:strVal val="#ppt_x"/>
                                          </p:val>
                                        </p:tav>
                                      </p:tavLst>
                                    </p:anim>
                                    <p:anim calcmode="lin" valueType="num">
                                      <p:cBhvr>
                                        <p:cTn id="74" dur="650" fill="hold"/>
                                        <p:tgtEl>
                                          <p:spTgt spid="24"/>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440"/>
                                  </p:stCondLst>
                                  <p:childTnLst>
                                    <p:set>
                                      <p:cBhvr>
                                        <p:cTn id="76" dur="1" fill="hold">
                                          <p:stCondLst>
                                            <p:cond delay="0"/>
                                          </p:stCondLst>
                                        </p:cTn>
                                        <p:tgtEl>
                                          <p:spTgt spid="109"/>
                                        </p:tgtEl>
                                        <p:attrNameLst>
                                          <p:attrName>style.visibility</p:attrName>
                                        </p:attrNameLst>
                                      </p:cBhvr>
                                      <p:to>
                                        <p:strVal val="visible"/>
                                      </p:to>
                                    </p:set>
                                    <p:animEffect transition="in" filter="fade">
                                      <p:cBhvr>
                                        <p:cTn id="77" dur="650"/>
                                        <p:tgtEl>
                                          <p:spTgt spid="109"/>
                                        </p:tgtEl>
                                      </p:cBhvr>
                                    </p:animEffect>
                                    <p:anim calcmode="lin" valueType="num">
                                      <p:cBhvr>
                                        <p:cTn id="78" dur="650" fill="hold"/>
                                        <p:tgtEl>
                                          <p:spTgt spid="109"/>
                                        </p:tgtEl>
                                        <p:attrNameLst>
                                          <p:attrName>ppt_x</p:attrName>
                                        </p:attrNameLst>
                                      </p:cBhvr>
                                      <p:tavLst>
                                        <p:tav tm="0">
                                          <p:val>
                                            <p:strVal val="#ppt_x"/>
                                          </p:val>
                                        </p:tav>
                                        <p:tav tm="100000">
                                          <p:val>
                                            <p:strVal val="#ppt_x"/>
                                          </p:val>
                                        </p:tav>
                                      </p:tavLst>
                                    </p:anim>
                                    <p:anim calcmode="lin" valueType="num">
                                      <p:cBhvr>
                                        <p:cTn id="79" dur="650" fill="hold"/>
                                        <p:tgtEl>
                                          <p:spTgt spid="10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440"/>
                                  </p:stCondLst>
                                  <p:childTnLst>
                                    <p:set>
                                      <p:cBhvr>
                                        <p:cTn id="81" dur="1" fill="hold">
                                          <p:stCondLst>
                                            <p:cond delay="0"/>
                                          </p:stCondLst>
                                        </p:cTn>
                                        <p:tgtEl>
                                          <p:spTgt spid="110"/>
                                        </p:tgtEl>
                                        <p:attrNameLst>
                                          <p:attrName>style.visibility</p:attrName>
                                        </p:attrNameLst>
                                      </p:cBhvr>
                                      <p:to>
                                        <p:strVal val="visible"/>
                                      </p:to>
                                    </p:set>
                                    <p:animEffect transition="in" filter="fade">
                                      <p:cBhvr>
                                        <p:cTn id="82" dur="650"/>
                                        <p:tgtEl>
                                          <p:spTgt spid="110"/>
                                        </p:tgtEl>
                                      </p:cBhvr>
                                    </p:animEffect>
                                    <p:anim calcmode="lin" valueType="num">
                                      <p:cBhvr>
                                        <p:cTn id="83" dur="650" fill="hold"/>
                                        <p:tgtEl>
                                          <p:spTgt spid="110"/>
                                        </p:tgtEl>
                                        <p:attrNameLst>
                                          <p:attrName>ppt_x</p:attrName>
                                        </p:attrNameLst>
                                      </p:cBhvr>
                                      <p:tavLst>
                                        <p:tav tm="0">
                                          <p:val>
                                            <p:strVal val="#ppt_x"/>
                                          </p:val>
                                        </p:tav>
                                        <p:tav tm="100000">
                                          <p:val>
                                            <p:strVal val="#ppt_x"/>
                                          </p:val>
                                        </p:tav>
                                      </p:tavLst>
                                    </p:anim>
                                    <p:anim calcmode="lin" valueType="num">
                                      <p:cBhvr>
                                        <p:cTn id="84" dur="650" fill="hold"/>
                                        <p:tgtEl>
                                          <p:spTgt spid="110"/>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440"/>
                                  </p:stCondLst>
                                  <p:childTnLst>
                                    <p:set>
                                      <p:cBhvr>
                                        <p:cTn id="86" dur="1" fill="hold">
                                          <p:stCondLst>
                                            <p:cond delay="0"/>
                                          </p:stCondLst>
                                        </p:cTn>
                                        <p:tgtEl>
                                          <p:spTgt spid="111"/>
                                        </p:tgtEl>
                                        <p:attrNameLst>
                                          <p:attrName>style.visibility</p:attrName>
                                        </p:attrNameLst>
                                      </p:cBhvr>
                                      <p:to>
                                        <p:strVal val="visible"/>
                                      </p:to>
                                    </p:set>
                                    <p:animEffect transition="in" filter="fade">
                                      <p:cBhvr>
                                        <p:cTn id="87" dur="650"/>
                                        <p:tgtEl>
                                          <p:spTgt spid="111"/>
                                        </p:tgtEl>
                                      </p:cBhvr>
                                    </p:animEffect>
                                    <p:anim calcmode="lin" valueType="num">
                                      <p:cBhvr>
                                        <p:cTn id="88" dur="650" fill="hold"/>
                                        <p:tgtEl>
                                          <p:spTgt spid="111"/>
                                        </p:tgtEl>
                                        <p:attrNameLst>
                                          <p:attrName>ppt_x</p:attrName>
                                        </p:attrNameLst>
                                      </p:cBhvr>
                                      <p:tavLst>
                                        <p:tav tm="0">
                                          <p:val>
                                            <p:strVal val="#ppt_x"/>
                                          </p:val>
                                        </p:tav>
                                        <p:tav tm="100000">
                                          <p:val>
                                            <p:strVal val="#ppt_x"/>
                                          </p:val>
                                        </p:tav>
                                      </p:tavLst>
                                    </p:anim>
                                    <p:anim calcmode="lin" valueType="num">
                                      <p:cBhvr>
                                        <p:cTn id="89" dur="650" fill="hold"/>
                                        <p:tgtEl>
                                          <p:spTgt spid="111"/>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440"/>
                                  </p:stCondLst>
                                  <p:childTnLst>
                                    <p:set>
                                      <p:cBhvr>
                                        <p:cTn id="91" dur="1" fill="hold">
                                          <p:stCondLst>
                                            <p:cond delay="0"/>
                                          </p:stCondLst>
                                        </p:cTn>
                                        <p:tgtEl>
                                          <p:spTgt spid="112"/>
                                        </p:tgtEl>
                                        <p:attrNameLst>
                                          <p:attrName>style.visibility</p:attrName>
                                        </p:attrNameLst>
                                      </p:cBhvr>
                                      <p:to>
                                        <p:strVal val="visible"/>
                                      </p:to>
                                    </p:set>
                                    <p:animEffect transition="in" filter="fade">
                                      <p:cBhvr>
                                        <p:cTn id="92" dur="650"/>
                                        <p:tgtEl>
                                          <p:spTgt spid="112"/>
                                        </p:tgtEl>
                                      </p:cBhvr>
                                    </p:animEffect>
                                    <p:anim calcmode="lin" valueType="num">
                                      <p:cBhvr>
                                        <p:cTn id="93" dur="650" fill="hold"/>
                                        <p:tgtEl>
                                          <p:spTgt spid="112"/>
                                        </p:tgtEl>
                                        <p:attrNameLst>
                                          <p:attrName>ppt_x</p:attrName>
                                        </p:attrNameLst>
                                      </p:cBhvr>
                                      <p:tavLst>
                                        <p:tav tm="0">
                                          <p:val>
                                            <p:strVal val="#ppt_x"/>
                                          </p:val>
                                        </p:tav>
                                        <p:tav tm="100000">
                                          <p:val>
                                            <p:strVal val="#ppt_x"/>
                                          </p:val>
                                        </p:tav>
                                      </p:tavLst>
                                    </p:anim>
                                    <p:anim calcmode="lin" valueType="num">
                                      <p:cBhvr>
                                        <p:cTn id="94" dur="650" fill="hold"/>
                                        <p:tgtEl>
                                          <p:spTgt spid="112"/>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440"/>
                                  </p:stCondLst>
                                  <p:childTnLst>
                                    <p:set>
                                      <p:cBhvr>
                                        <p:cTn id="96" dur="1" fill="hold">
                                          <p:stCondLst>
                                            <p:cond delay="0"/>
                                          </p:stCondLst>
                                        </p:cTn>
                                        <p:tgtEl>
                                          <p:spTgt spid="113"/>
                                        </p:tgtEl>
                                        <p:attrNameLst>
                                          <p:attrName>style.visibility</p:attrName>
                                        </p:attrNameLst>
                                      </p:cBhvr>
                                      <p:to>
                                        <p:strVal val="visible"/>
                                      </p:to>
                                    </p:set>
                                    <p:animEffect transition="in" filter="fade">
                                      <p:cBhvr>
                                        <p:cTn id="97" dur="650"/>
                                        <p:tgtEl>
                                          <p:spTgt spid="113"/>
                                        </p:tgtEl>
                                      </p:cBhvr>
                                    </p:animEffect>
                                    <p:anim calcmode="lin" valueType="num">
                                      <p:cBhvr>
                                        <p:cTn id="98" dur="650" fill="hold"/>
                                        <p:tgtEl>
                                          <p:spTgt spid="113"/>
                                        </p:tgtEl>
                                        <p:attrNameLst>
                                          <p:attrName>ppt_x</p:attrName>
                                        </p:attrNameLst>
                                      </p:cBhvr>
                                      <p:tavLst>
                                        <p:tav tm="0">
                                          <p:val>
                                            <p:strVal val="#ppt_x"/>
                                          </p:val>
                                        </p:tav>
                                        <p:tav tm="100000">
                                          <p:val>
                                            <p:strVal val="#ppt_x"/>
                                          </p:val>
                                        </p:tav>
                                      </p:tavLst>
                                    </p:anim>
                                    <p:anim calcmode="lin" valueType="num">
                                      <p:cBhvr>
                                        <p:cTn id="99" dur="650" fill="hold"/>
                                        <p:tgtEl>
                                          <p:spTgt spid="113"/>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440"/>
                                  </p:stCondLst>
                                  <p:childTnLst>
                                    <p:set>
                                      <p:cBhvr>
                                        <p:cTn id="101" dur="1" fill="hold">
                                          <p:stCondLst>
                                            <p:cond delay="0"/>
                                          </p:stCondLst>
                                        </p:cTn>
                                        <p:tgtEl>
                                          <p:spTgt spid="114"/>
                                        </p:tgtEl>
                                        <p:attrNameLst>
                                          <p:attrName>style.visibility</p:attrName>
                                        </p:attrNameLst>
                                      </p:cBhvr>
                                      <p:to>
                                        <p:strVal val="visible"/>
                                      </p:to>
                                    </p:set>
                                    <p:animEffect transition="in" filter="fade">
                                      <p:cBhvr>
                                        <p:cTn id="102" dur="650"/>
                                        <p:tgtEl>
                                          <p:spTgt spid="114"/>
                                        </p:tgtEl>
                                      </p:cBhvr>
                                    </p:animEffect>
                                    <p:anim calcmode="lin" valueType="num">
                                      <p:cBhvr>
                                        <p:cTn id="103" dur="650" fill="hold"/>
                                        <p:tgtEl>
                                          <p:spTgt spid="114"/>
                                        </p:tgtEl>
                                        <p:attrNameLst>
                                          <p:attrName>ppt_x</p:attrName>
                                        </p:attrNameLst>
                                      </p:cBhvr>
                                      <p:tavLst>
                                        <p:tav tm="0">
                                          <p:val>
                                            <p:strVal val="#ppt_x"/>
                                          </p:val>
                                        </p:tav>
                                        <p:tav tm="100000">
                                          <p:val>
                                            <p:strVal val="#ppt_x"/>
                                          </p:val>
                                        </p:tav>
                                      </p:tavLst>
                                    </p:anim>
                                    <p:anim calcmode="lin" valueType="num">
                                      <p:cBhvr>
                                        <p:cTn id="104" dur="650" fill="hold"/>
                                        <p:tgtEl>
                                          <p:spTgt spid="114"/>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440"/>
                                  </p:stCondLst>
                                  <p:childTnLst>
                                    <p:set>
                                      <p:cBhvr>
                                        <p:cTn id="106" dur="1" fill="hold">
                                          <p:stCondLst>
                                            <p:cond delay="0"/>
                                          </p:stCondLst>
                                        </p:cTn>
                                        <p:tgtEl>
                                          <p:spTgt spid="115"/>
                                        </p:tgtEl>
                                        <p:attrNameLst>
                                          <p:attrName>style.visibility</p:attrName>
                                        </p:attrNameLst>
                                      </p:cBhvr>
                                      <p:to>
                                        <p:strVal val="visible"/>
                                      </p:to>
                                    </p:set>
                                    <p:animEffect transition="in" filter="fade">
                                      <p:cBhvr>
                                        <p:cTn id="107" dur="650"/>
                                        <p:tgtEl>
                                          <p:spTgt spid="115"/>
                                        </p:tgtEl>
                                      </p:cBhvr>
                                    </p:animEffect>
                                    <p:anim calcmode="lin" valueType="num">
                                      <p:cBhvr>
                                        <p:cTn id="108" dur="650" fill="hold"/>
                                        <p:tgtEl>
                                          <p:spTgt spid="115"/>
                                        </p:tgtEl>
                                        <p:attrNameLst>
                                          <p:attrName>ppt_x</p:attrName>
                                        </p:attrNameLst>
                                      </p:cBhvr>
                                      <p:tavLst>
                                        <p:tav tm="0">
                                          <p:val>
                                            <p:strVal val="#ppt_x"/>
                                          </p:val>
                                        </p:tav>
                                        <p:tav tm="100000">
                                          <p:val>
                                            <p:strVal val="#ppt_x"/>
                                          </p:val>
                                        </p:tav>
                                      </p:tavLst>
                                    </p:anim>
                                    <p:anim calcmode="lin" valueType="num">
                                      <p:cBhvr>
                                        <p:cTn id="109" dur="650" fill="hold"/>
                                        <p:tgtEl>
                                          <p:spTgt spid="115"/>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440"/>
                                  </p:stCondLst>
                                  <p:childTnLst>
                                    <p:set>
                                      <p:cBhvr>
                                        <p:cTn id="111" dur="1" fill="hold">
                                          <p:stCondLst>
                                            <p:cond delay="0"/>
                                          </p:stCondLst>
                                        </p:cTn>
                                        <p:tgtEl>
                                          <p:spTgt spid="116"/>
                                        </p:tgtEl>
                                        <p:attrNameLst>
                                          <p:attrName>style.visibility</p:attrName>
                                        </p:attrNameLst>
                                      </p:cBhvr>
                                      <p:to>
                                        <p:strVal val="visible"/>
                                      </p:to>
                                    </p:set>
                                    <p:animEffect transition="in" filter="fade">
                                      <p:cBhvr>
                                        <p:cTn id="112" dur="650"/>
                                        <p:tgtEl>
                                          <p:spTgt spid="116"/>
                                        </p:tgtEl>
                                      </p:cBhvr>
                                    </p:animEffect>
                                    <p:anim calcmode="lin" valueType="num">
                                      <p:cBhvr>
                                        <p:cTn id="113" dur="650" fill="hold"/>
                                        <p:tgtEl>
                                          <p:spTgt spid="116"/>
                                        </p:tgtEl>
                                        <p:attrNameLst>
                                          <p:attrName>ppt_x</p:attrName>
                                        </p:attrNameLst>
                                      </p:cBhvr>
                                      <p:tavLst>
                                        <p:tav tm="0">
                                          <p:val>
                                            <p:strVal val="#ppt_x"/>
                                          </p:val>
                                        </p:tav>
                                        <p:tav tm="100000">
                                          <p:val>
                                            <p:strVal val="#ppt_x"/>
                                          </p:val>
                                        </p:tav>
                                      </p:tavLst>
                                    </p:anim>
                                    <p:anim calcmode="lin" valueType="num">
                                      <p:cBhvr>
                                        <p:cTn id="114" dur="650" fill="hold"/>
                                        <p:tgtEl>
                                          <p:spTgt spid="116"/>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440"/>
                                  </p:stCondLst>
                                  <p:childTnLst>
                                    <p:set>
                                      <p:cBhvr>
                                        <p:cTn id="116" dur="1" fill="hold">
                                          <p:stCondLst>
                                            <p:cond delay="0"/>
                                          </p:stCondLst>
                                        </p:cTn>
                                        <p:tgtEl>
                                          <p:spTgt spid="117"/>
                                        </p:tgtEl>
                                        <p:attrNameLst>
                                          <p:attrName>style.visibility</p:attrName>
                                        </p:attrNameLst>
                                      </p:cBhvr>
                                      <p:to>
                                        <p:strVal val="visible"/>
                                      </p:to>
                                    </p:set>
                                    <p:animEffect transition="in" filter="fade">
                                      <p:cBhvr>
                                        <p:cTn id="117" dur="650"/>
                                        <p:tgtEl>
                                          <p:spTgt spid="117"/>
                                        </p:tgtEl>
                                      </p:cBhvr>
                                    </p:animEffect>
                                    <p:anim calcmode="lin" valueType="num">
                                      <p:cBhvr>
                                        <p:cTn id="118" dur="650" fill="hold"/>
                                        <p:tgtEl>
                                          <p:spTgt spid="117"/>
                                        </p:tgtEl>
                                        <p:attrNameLst>
                                          <p:attrName>ppt_x</p:attrName>
                                        </p:attrNameLst>
                                      </p:cBhvr>
                                      <p:tavLst>
                                        <p:tav tm="0">
                                          <p:val>
                                            <p:strVal val="#ppt_x"/>
                                          </p:val>
                                        </p:tav>
                                        <p:tav tm="100000">
                                          <p:val>
                                            <p:strVal val="#ppt_x"/>
                                          </p:val>
                                        </p:tav>
                                      </p:tavLst>
                                    </p:anim>
                                    <p:anim calcmode="lin" valueType="num">
                                      <p:cBhvr>
                                        <p:cTn id="119" dur="650" fill="hold"/>
                                        <p:tgtEl>
                                          <p:spTgt spid="117"/>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440"/>
                                  </p:stCondLst>
                                  <p:childTnLst>
                                    <p:set>
                                      <p:cBhvr>
                                        <p:cTn id="121" dur="1" fill="hold">
                                          <p:stCondLst>
                                            <p:cond delay="0"/>
                                          </p:stCondLst>
                                        </p:cTn>
                                        <p:tgtEl>
                                          <p:spTgt spid="118"/>
                                        </p:tgtEl>
                                        <p:attrNameLst>
                                          <p:attrName>style.visibility</p:attrName>
                                        </p:attrNameLst>
                                      </p:cBhvr>
                                      <p:to>
                                        <p:strVal val="visible"/>
                                      </p:to>
                                    </p:set>
                                    <p:animEffect transition="in" filter="fade">
                                      <p:cBhvr>
                                        <p:cTn id="122" dur="650"/>
                                        <p:tgtEl>
                                          <p:spTgt spid="118"/>
                                        </p:tgtEl>
                                      </p:cBhvr>
                                    </p:animEffect>
                                    <p:anim calcmode="lin" valueType="num">
                                      <p:cBhvr>
                                        <p:cTn id="123" dur="650" fill="hold"/>
                                        <p:tgtEl>
                                          <p:spTgt spid="118"/>
                                        </p:tgtEl>
                                        <p:attrNameLst>
                                          <p:attrName>ppt_x</p:attrName>
                                        </p:attrNameLst>
                                      </p:cBhvr>
                                      <p:tavLst>
                                        <p:tav tm="0">
                                          <p:val>
                                            <p:strVal val="#ppt_x"/>
                                          </p:val>
                                        </p:tav>
                                        <p:tav tm="100000">
                                          <p:val>
                                            <p:strVal val="#ppt_x"/>
                                          </p:val>
                                        </p:tav>
                                      </p:tavLst>
                                    </p:anim>
                                    <p:anim calcmode="lin" valueType="num">
                                      <p:cBhvr>
                                        <p:cTn id="124" dur="650" fill="hold"/>
                                        <p:tgtEl>
                                          <p:spTgt spid="118"/>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510"/>
                                  </p:stCondLst>
                                  <p:childTnLst>
                                    <p:set>
                                      <p:cBhvr>
                                        <p:cTn id="126" dur="1" fill="hold">
                                          <p:stCondLst>
                                            <p:cond delay="0"/>
                                          </p:stCondLst>
                                        </p:cTn>
                                        <p:tgtEl>
                                          <p:spTgt spid="120"/>
                                        </p:tgtEl>
                                        <p:attrNameLst>
                                          <p:attrName>style.visibility</p:attrName>
                                        </p:attrNameLst>
                                      </p:cBhvr>
                                      <p:to>
                                        <p:strVal val="visible"/>
                                      </p:to>
                                    </p:set>
                                    <p:animEffect transition="in" filter="fade">
                                      <p:cBhvr>
                                        <p:cTn id="127" dur="650"/>
                                        <p:tgtEl>
                                          <p:spTgt spid="120"/>
                                        </p:tgtEl>
                                      </p:cBhvr>
                                    </p:animEffect>
                                    <p:anim calcmode="lin" valueType="num">
                                      <p:cBhvr>
                                        <p:cTn id="128" dur="650" fill="hold"/>
                                        <p:tgtEl>
                                          <p:spTgt spid="120"/>
                                        </p:tgtEl>
                                        <p:attrNameLst>
                                          <p:attrName>ppt_x</p:attrName>
                                        </p:attrNameLst>
                                      </p:cBhvr>
                                      <p:tavLst>
                                        <p:tav tm="0">
                                          <p:val>
                                            <p:strVal val="#ppt_x"/>
                                          </p:val>
                                        </p:tav>
                                        <p:tav tm="100000">
                                          <p:val>
                                            <p:strVal val="#ppt_x"/>
                                          </p:val>
                                        </p:tav>
                                      </p:tavLst>
                                    </p:anim>
                                    <p:anim calcmode="lin" valueType="num">
                                      <p:cBhvr>
                                        <p:cTn id="129" dur="650" fill="hold"/>
                                        <p:tgtEl>
                                          <p:spTgt spid="120"/>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510"/>
                                  </p:stCondLst>
                                  <p:childTnLst>
                                    <p:set>
                                      <p:cBhvr>
                                        <p:cTn id="131" dur="1" fill="hold">
                                          <p:stCondLst>
                                            <p:cond delay="0"/>
                                          </p:stCondLst>
                                        </p:cTn>
                                        <p:tgtEl>
                                          <p:spTgt spid="121"/>
                                        </p:tgtEl>
                                        <p:attrNameLst>
                                          <p:attrName>style.visibility</p:attrName>
                                        </p:attrNameLst>
                                      </p:cBhvr>
                                      <p:to>
                                        <p:strVal val="visible"/>
                                      </p:to>
                                    </p:set>
                                    <p:animEffect transition="in" filter="fade">
                                      <p:cBhvr>
                                        <p:cTn id="132" dur="650"/>
                                        <p:tgtEl>
                                          <p:spTgt spid="121"/>
                                        </p:tgtEl>
                                      </p:cBhvr>
                                    </p:animEffect>
                                    <p:anim calcmode="lin" valueType="num">
                                      <p:cBhvr>
                                        <p:cTn id="133" dur="650" fill="hold"/>
                                        <p:tgtEl>
                                          <p:spTgt spid="121"/>
                                        </p:tgtEl>
                                        <p:attrNameLst>
                                          <p:attrName>ppt_x</p:attrName>
                                        </p:attrNameLst>
                                      </p:cBhvr>
                                      <p:tavLst>
                                        <p:tav tm="0">
                                          <p:val>
                                            <p:strVal val="#ppt_x"/>
                                          </p:val>
                                        </p:tav>
                                        <p:tav tm="100000">
                                          <p:val>
                                            <p:strVal val="#ppt_x"/>
                                          </p:val>
                                        </p:tav>
                                      </p:tavLst>
                                    </p:anim>
                                    <p:anim calcmode="lin" valueType="num">
                                      <p:cBhvr>
                                        <p:cTn id="134" dur="650" fill="hold"/>
                                        <p:tgtEl>
                                          <p:spTgt spid="121"/>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510"/>
                                  </p:stCondLst>
                                  <p:childTnLst>
                                    <p:set>
                                      <p:cBhvr>
                                        <p:cTn id="136" dur="1" fill="hold">
                                          <p:stCondLst>
                                            <p:cond delay="0"/>
                                          </p:stCondLst>
                                        </p:cTn>
                                        <p:tgtEl>
                                          <p:spTgt spid="122"/>
                                        </p:tgtEl>
                                        <p:attrNameLst>
                                          <p:attrName>style.visibility</p:attrName>
                                        </p:attrNameLst>
                                      </p:cBhvr>
                                      <p:to>
                                        <p:strVal val="visible"/>
                                      </p:to>
                                    </p:set>
                                    <p:animEffect transition="in" filter="fade">
                                      <p:cBhvr>
                                        <p:cTn id="137" dur="650"/>
                                        <p:tgtEl>
                                          <p:spTgt spid="122"/>
                                        </p:tgtEl>
                                      </p:cBhvr>
                                    </p:animEffect>
                                    <p:anim calcmode="lin" valueType="num">
                                      <p:cBhvr>
                                        <p:cTn id="138" dur="650" fill="hold"/>
                                        <p:tgtEl>
                                          <p:spTgt spid="122"/>
                                        </p:tgtEl>
                                        <p:attrNameLst>
                                          <p:attrName>ppt_x</p:attrName>
                                        </p:attrNameLst>
                                      </p:cBhvr>
                                      <p:tavLst>
                                        <p:tav tm="0">
                                          <p:val>
                                            <p:strVal val="#ppt_x"/>
                                          </p:val>
                                        </p:tav>
                                        <p:tav tm="100000">
                                          <p:val>
                                            <p:strVal val="#ppt_x"/>
                                          </p:val>
                                        </p:tav>
                                      </p:tavLst>
                                    </p:anim>
                                    <p:anim calcmode="lin" valueType="num">
                                      <p:cBhvr>
                                        <p:cTn id="139" dur="650" fill="hold"/>
                                        <p:tgtEl>
                                          <p:spTgt spid="122"/>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510"/>
                                  </p:stCondLst>
                                  <p:childTnLst>
                                    <p:set>
                                      <p:cBhvr>
                                        <p:cTn id="141" dur="1" fill="hold">
                                          <p:stCondLst>
                                            <p:cond delay="0"/>
                                          </p:stCondLst>
                                        </p:cTn>
                                        <p:tgtEl>
                                          <p:spTgt spid="123"/>
                                        </p:tgtEl>
                                        <p:attrNameLst>
                                          <p:attrName>style.visibility</p:attrName>
                                        </p:attrNameLst>
                                      </p:cBhvr>
                                      <p:to>
                                        <p:strVal val="visible"/>
                                      </p:to>
                                    </p:set>
                                    <p:animEffect transition="in" filter="fade">
                                      <p:cBhvr>
                                        <p:cTn id="142" dur="650"/>
                                        <p:tgtEl>
                                          <p:spTgt spid="123"/>
                                        </p:tgtEl>
                                      </p:cBhvr>
                                    </p:animEffect>
                                    <p:anim calcmode="lin" valueType="num">
                                      <p:cBhvr>
                                        <p:cTn id="143" dur="650" fill="hold"/>
                                        <p:tgtEl>
                                          <p:spTgt spid="123"/>
                                        </p:tgtEl>
                                        <p:attrNameLst>
                                          <p:attrName>ppt_x</p:attrName>
                                        </p:attrNameLst>
                                      </p:cBhvr>
                                      <p:tavLst>
                                        <p:tav tm="0">
                                          <p:val>
                                            <p:strVal val="#ppt_x"/>
                                          </p:val>
                                        </p:tav>
                                        <p:tav tm="100000">
                                          <p:val>
                                            <p:strVal val="#ppt_x"/>
                                          </p:val>
                                        </p:tav>
                                      </p:tavLst>
                                    </p:anim>
                                    <p:anim calcmode="lin" valueType="num">
                                      <p:cBhvr>
                                        <p:cTn id="144" dur="650" fill="hold"/>
                                        <p:tgtEl>
                                          <p:spTgt spid="123"/>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510"/>
                                  </p:stCondLst>
                                  <p:childTnLst>
                                    <p:set>
                                      <p:cBhvr>
                                        <p:cTn id="146" dur="1" fill="hold">
                                          <p:stCondLst>
                                            <p:cond delay="0"/>
                                          </p:stCondLst>
                                        </p:cTn>
                                        <p:tgtEl>
                                          <p:spTgt spid="124"/>
                                        </p:tgtEl>
                                        <p:attrNameLst>
                                          <p:attrName>style.visibility</p:attrName>
                                        </p:attrNameLst>
                                      </p:cBhvr>
                                      <p:to>
                                        <p:strVal val="visible"/>
                                      </p:to>
                                    </p:set>
                                    <p:animEffect transition="in" filter="fade">
                                      <p:cBhvr>
                                        <p:cTn id="147" dur="650"/>
                                        <p:tgtEl>
                                          <p:spTgt spid="124"/>
                                        </p:tgtEl>
                                      </p:cBhvr>
                                    </p:animEffect>
                                    <p:anim calcmode="lin" valueType="num">
                                      <p:cBhvr>
                                        <p:cTn id="148" dur="650" fill="hold"/>
                                        <p:tgtEl>
                                          <p:spTgt spid="124"/>
                                        </p:tgtEl>
                                        <p:attrNameLst>
                                          <p:attrName>ppt_x</p:attrName>
                                        </p:attrNameLst>
                                      </p:cBhvr>
                                      <p:tavLst>
                                        <p:tav tm="0">
                                          <p:val>
                                            <p:strVal val="#ppt_x"/>
                                          </p:val>
                                        </p:tav>
                                        <p:tav tm="100000">
                                          <p:val>
                                            <p:strVal val="#ppt_x"/>
                                          </p:val>
                                        </p:tav>
                                      </p:tavLst>
                                    </p:anim>
                                    <p:anim calcmode="lin" valueType="num">
                                      <p:cBhvr>
                                        <p:cTn id="149" dur="650" fill="hold"/>
                                        <p:tgtEl>
                                          <p:spTgt spid="124"/>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510"/>
                                  </p:stCondLst>
                                  <p:childTnLst>
                                    <p:set>
                                      <p:cBhvr>
                                        <p:cTn id="151" dur="1" fill="hold">
                                          <p:stCondLst>
                                            <p:cond delay="0"/>
                                          </p:stCondLst>
                                        </p:cTn>
                                        <p:tgtEl>
                                          <p:spTgt spid="125"/>
                                        </p:tgtEl>
                                        <p:attrNameLst>
                                          <p:attrName>style.visibility</p:attrName>
                                        </p:attrNameLst>
                                      </p:cBhvr>
                                      <p:to>
                                        <p:strVal val="visible"/>
                                      </p:to>
                                    </p:set>
                                    <p:animEffect transition="in" filter="fade">
                                      <p:cBhvr>
                                        <p:cTn id="152" dur="650"/>
                                        <p:tgtEl>
                                          <p:spTgt spid="125"/>
                                        </p:tgtEl>
                                      </p:cBhvr>
                                    </p:animEffect>
                                    <p:anim calcmode="lin" valueType="num">
                                      <p:cBhvr>
                                        <p:cTn id="153" dur="650" fill="hold"/>
                                        <p:tgtEl>
                                          <p:spTgt spid="125"/>
                                        </p:tgtEl>
                                        <p:attrNameLst>
                                          <p:attrName>ppt_x</p:attrName>
                                        </p:attrNameLst>
                                      </p:cBhvr>
                                      <p:tavLst>
                                        <p:tav tm="0">
                                          <p:val>
                                            <p:strVal val="#ppt_x"/>
                                          </p:val>
                                        </p:tav>
                                        <p:tav tm="100000">
                                          <p:val>
                                            <p:strVal val="#ppt_x"/>
                                          </p:val>
                                        </p:tav>
                                      </p:tavLst>
                                    </p:anim>
                                    <p:anim calcmode="lin" valueType="num">
                                      <p:cBhvr>
                                        <p:cTn id="154" dur="650" fill="hold"/>
                                        <p:tgtEl>
                                          <p:spTgt spid="125"/>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510"/>
                                  </p:stCondLst>
                                  <p:childTnLst>
                                    <p:set>
                                      <p:cBhvr>
                                        <p:cTn id="156" dur="1" fill="hold">
                                          <p:stCondLst>
                                            <p:cond delay="0"/>
                                          </p:stCondLst>
                                        </p:cTn>
                                        <p:tgtEl>
                                          <p:spTgt spid="126"/>
                                        </p:tgtEl>
                                        <p:attrNameLst>
                                          <p:attrName>style.visibility</p:attrName>
                                        </p:attrNameLst>
                                      </p:cBhvr>
                                      <p:to>
                                        <p:strVal val="visible"/>
                                      </p:to>
                                    </p:set>
                                    <p:animEffect transition="in" filter="fade">
                                      <p:cBhvr>
                                        <p:cTn id="157" dur="650"/>
                                        <p:tgtEl>
                                          <p:spTgt spid="126"/>
                                        </p:tgtEl>
                                      </p:cBhvr>
                                    </p:animEffect>
                                    <p:anim calcmode="lin" valueType="num">
                                      <p:cBhvr>
                                        <p:cTn id="158" dur="650" fill="hold"/>
                                        <p:tgtEl>
                                          <p:spTgt spid="126"/>
                                        </p:tgtEl>
                                        <p:attrNameLst>
                                          <p:attrName>ppt_x</p:attrName>
                                        </p:attrNameLst>
                                      </p:cBhvr>
                                      <p:tavLst>
                                        <p:tav tm="0">
                                          <p:val>
                                            <p:strVal val="#ppt_x"/>
                                          </p:val>
                                        </p:tav>
                                        <p:tav tm="100000">
                                          <p:val>
                                            <p:strVal val="#ppt_x"/>
                                          </p:val>
                                        </p:tav>
                                      </p:tavLst>
                                    </p:anim>
                                    <p:anim calcmode="lin" valueType="num">
                                      <p:cBhvr>
                                        <p:cTn id="159" dur="650" fill="hold"/>
                                        <p:tgtEl>
                                          <p:spTgt spid="126"/>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510"/>
                                  </p:stCondLst>
                                  <p:childTnLst>
                                    <p:set>
                                      <p:cBhvr>
                                        <p:cTn id="161" dur="1" fill="hold">
                                          <p:stCondLst>
                                            <p:cond delay="0"/>
                                          </p:stCondLst>
                                        </p:cTn>
                                        <p:tgtEl>
                                          <p:spTgt spid="127"/>
                                        </p:tgtEl>
                                        <p:attrNameLst>
                                          <p:attrName>style.visibility</p:attrName>
                                        </p:attrNameLst>
                                      </p:cBhvr>
                                      <p:to>
                                        <p:strVal val="visible"/>
                                      </p:to>
                                    </p:set>
                                    <p:animEffect transition="in" filter="fade">
                                      <p:cBhvr>
                                        <p:cTn id="162" dur="650"/>
                                        <p:tgtEl>
                                          <p:spTgt spid="127"/>
                                        </p:tgtEl>
                                      </p:cBhvr>
                                    </p:animEffect>
                                    <p:anim calcmode="lin" valueType="num">
                                      <p:cBhvr>
                                        <p:cTn id="163" dur="650" fill="hold"/>
                                        <p:tgtEl>
                                          <p:spTgt spid="127"/>
                                        </p:tgtEl>
                                        <p:attrNameLst>
                                          <p:attrName>ppt_x</p:attrName>
                                        </p:attrNameLst>
                                      </p:cBhvr>
                                      <p:tavLst>
                                        <p:tav tm="0">
                                          <p:val>
                                            <p:strVal val="#ppt_x"/>
                                          </p:val>
                                        </p:tav>
                                        <p:tav tm="100000">
                                          <p:val>
                                            <p:strVal val="#ppt_x"/>
                                          </p:val>
                                        </p:tav>
                                      </p:tavLst>
                                    </p:anim>
                                    <p:anim calcmode="lin" valueType="num">
                                      <p:cBhvr>
                                        <p:cTn id="164" dur="650" fill="hold"/>
                                        <p:tgtEl>
                                          <p:spTgt spid="127"/>
                                        </p:tgtEl>
                                        <p:attrNameLst>
                                          <p:attrName>ppt_y</p:attrName>
                                        </p:attrNameLst>
                                      </p:cBhvr>
                                      <p:tavLst>
                                        <p:tav tm="0">
                                          <p:val>
                                            <p:strVal val="#ppt_y+.1"/>
                                          </p:val>
                                        </p:tav>
                                        <p:tav tm="100000">
                                          <p:val>
                                            <p:strVal val="#ppt_y"/>
                                          </p:val>
                                        </p:tav>
                                      </p:tavLst>
                                    </p:anim>
                                  </p:childTnLst>
                                </p:cTn>
                              </p:par>
                              <p:par>
                                <p:cTn id="165" presetID="42" presetClass="entr" presetSubtype="0" fill="hold" grpId="0" nodeType="withEffect">
                                  <p:stCondLst>
                                    <p:cond delay="510"/>
                                  </p:stCondLst>
                                  <p:childTnLst>
                                    <p:set>
                                      <p:cBhvr>
                                        <p:cTn id="166" dur="1" fill="hold">
                                          <p:stCondLst>
                                            <p:cond delay="0"/>
                                          </p:stCondLst>
                                        </p:cTn>
                                        <p:tgtEl>
                                          <p:spTgt spid="128"/>
                                        </p:tgtEl>
                                        <p:attrNameLst>
                                          <p:attrName>style.visibility</p:attrName>
                                        </p:attrNameLst>
                                      </p:cBhvr>
                                      <p:to>
                                        <p:strVal val="visible"/>
                                      </p:to>
                                    </p:set>
                                    <p:animEffect transition="in" filter="fade">
                                      <p:cBhvr>
                                        <p:cTn id="167" dur="650"/>
                                        <p:tgtEl>
                                          <p:spTgt spid="128"/>
                                        </p:tgtEl>
                                      </p:cBhvr>
                                    </p:animEffect>
                                    <p:anim calcmode="lin" valueType="num">
                                      <p:cBhvr>
                                        <p:cTn id="168" dur="650" fill="hold"/>
                                        <p:tgtEl>
                                          <p:spTgt spid="128"/>
                                        </p:tgtEl>
                                        <p:attrNameLst>
                                          <p:attrName>ppt_x</p:attrName>
                                        </p:attrNameLst>
                                      </p:cBhvr>
                                      <p:tavLst>
                                        <p:tav tm="0">
                                          <p:val>
                                            <p:strVal val="#ppt_x"/>
                                          </p:val>
                                        </p:tav>
                                        <p:tav tm="100000">
                                          <p:val>
                                            <p:strVal val="#ppt_x"/>
                                          </p:val>
                                        </p:tav>
                                      </p:tavLst>
                                    </p:anim>
                                    <p:anim calcmode="lin" valueType="num">
                                      <p:cBhvr>
                                        <p:cTn id="169" dur="650" fill="hold"/>
                                        <p:tgtEl>
                                          <p:spTgt spid="128"/>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510"/>
                                  </p:stCondLst>
                                  <p:childTnLst>
                                    <p:set>
                                      <p:cBhvr>
                                        <p:cTn id="171" dur="1" fill="hold">
                                          <p:stCondLst>
                                            <p:cond delay="0"/>
                                          </p:stCondLst>
                                        </p:cTn>
                                        <p:tgtEl>
                                          <p:spTgt spid="129"/>
                                        </p:tgtEl>
                                        <p:attrNameLst>
                                          <p:attrName>style.visibility</p:attrName>
                                        </p:attrNameLst>
                                      </p:cBhvr>
                                      <p:to>
                                        <p:strVal val="visible"/>
                                      </p:to>
                                    </p:set>
                                    <p:animEffect transition="in" filter="fade">
                                      <p:cBhvr>
                                        <p:cTn id="172" dur="650"/>
                                        <p:tgtEl>
                                          <p:spTgt spid="129"/>
                                        </p:tgtEl>
                                      </p:cBhvr>
                                    </p:animEffect>
                                    <p:anim calcmode="lin" valueType="num">
                                      <p:cBhvr>
                                        <p:cTn id="173" dur="650" fill="hold"/>
                                        <p:tgtEl>
                                          <p:spTgt spid="129"/>
                                        </p:tgtEl>
                                        <p:attrNameLst>
                                          <p:attrName>ppt_x</p:attrName>
                                        </p:attrNameLst>
                                      </p:cBhvr>
                                      <p:tavLst>
                                        <p:tav tm="0">
                                          <p:val>
                                            <p:strVal val="#ppt_x"/>
                                          </p:val>
                                        </p:tav>
                                        <p:tav tm="100000">
                                          <p:val>
                                            <p:strVal val="#ppt_x"/>
                                          </p:val>
                                        </p:tav>
                                      </p:tavLst>
                                    </p:anim>
                                    <p:anim calcmode="lin" valueType="num">
                                      <p:cBhvr>
                                        <p:cTn id="174" dur="650" fill="hold"/>
                                        <p:tgtEl>
                                          <p:spTgt spid="129"/>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590"/>
                                  </p:stCondLst>
                                  <p:childTnLst>
                                    <p:set>
                                      <p:cBhvr>
                                        <p:cTn id="176" dur="1" fill="hold">
                                          <p:stCondLst>
                                            <p:cond delay="0"/>
                                          </p:stCondLst>
                                        </p:cTn>
                                        <p:tgtEl>
                                          <p:spTgt spid="26"/>
                                        </p:tgtEl>
                                        <p:attrNameLst>
                                          <p:attrName>style.visibility</p:attrName>
                                        </p:attrNameLst>
                                      </p:cBhvr>
                                      <p:to>
                                        <p:strVal val="visible"/>
                                      </p:to>
                                    </p:set>
                                    <p:animEffect transition="in" filter="fade">
                                      <p:cBhvr>
                                        <p:cTn id="177" dur="650"/>
                                        <p:tgtEl>
                                          <p:spTgt spid="26"/>
                                        </p:tgtEl>
                                      </p:cBhvr>
                                    </p:animEffect>
                                    <p:anim calcmode="lin" valueType="num">
                                      <p:cBhvr>
                                        <p:cTn id="178" dur="650" fill="hold"/>
                                        <p:tgtEl>
                                          <p:spTgt spid="26"/>
                                        </p:tgtEl>
                                        <p:attrNameLst>
                                          <p:attrName>ppt_x</p:attrName>
                                        </p:attrNameLst>
                                      </p:cBhvr>
                                      <p:tavLst>
                                        <p:tav tm="0">
                                          <p:val>
                                            <p:strVal val="#ppt_x"/>
                                          </p:val>
                                        </p:tav>
                                        <p:tav tm="100000">
                                          <p:val>
                                            <p:strVal val="#ppt_x"/>
                                          </p:val>
                                        </p:tav>
                                      </p:tavLst>
                                    </p:anim>
                                    <p:anim calcmode="lin" valueType="num">
                                      <p:cBhvr>
                                        <p:cTn id="179" dur="650" fill="hold"/>
                                        <p:tgtEl>
                                          <p:spTgt spid="26"/>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590"/>
                                  </p:stCondLst>
                                  <p:childTnLst>
                                    <p:set>
                                      <p:cBhvr>
                                        <p:cTn id="181" dur="1" fill="hold">
                                          <p:stCondLst>
                                            <p:cond delay="0"/>
                                          </p:stCondLst>
                                        </p:cTn>
                                        <p:tgtEl>
                                          <p:spTgt spid="27"/>
                                        </p:tgtEl>
                                        <p:attrNameLst>
                                          <p:attrName>style.visibility</p:attrName>
                                        </p:attrNameLst>
                                      </p:cBhvr>
                                      <p:to>
                                        <p:strVal val="visible"/>
                                      </p:to>
                                    </p:set>
                                    <p:animEffect transition="in" filter="fade">
                                      <p:cBhvr>
                                        <p:cTn id="182" dur="650"/>
                                        <p:tgtEl>
                                          <p:spTgt spid="27"/>
                                        </p:tgtEl>
                                      </p:cBhvr>
                                    </p:animEffect>
                                    <p:anim calcmode="lin" valueType="num">
                                      <p:cBhvr>
                                        <p:cTn id="183" dur="650" fill="hold"/>
                                        <p:tgtEl>
                                          <p:spTgt spid="27"/>
                                        </p:tgtEl>
                                        <p:attrNameLst>
                                          <p:attrName>ppt_x</p:attrName>
                                        </p:attrNameLst>
                                      </p:cBhvr>
                                      <p:tavLst>
                                        <p:tav tm="0">
                                          <p:val>
                                            <p:strVal val="#ppt_x"/>
                                          </p:val>
                                        </p:tav>
                                        <p:tav tm="100000">
                                          <p:val>
                                            <p:strVal val="#ppt_x"/>
                                          </p:val>
                                        </p:tav>
                                      </p:tavLst>
                                    </p:anim>
                                    <p:anim calcmode="lin" valueType="num">
                                      <p:cBhvr>
                                        <p:cTn id="184" dur="650" fill="hold"/>
                                        <p:tgtEl>
                                          <p:spTgt spid="27"/>
                                        </p:tgtEl>
                                        <p:attrNameLst>
                                          <p:attrName>ppt_y</p:attrName>
                                        </p:attrNameLst>
                                      </p:cBhvr>
                                      <p:tavLst>
                                        <p:tav tm="0">
                                          <p:val>
                                            <p:strVal val="#ppt_y+.1"/>
                                          </p:val>
                                        </p:tav>
                                        <p:tav tm="100000">
                                          <p:val>
                                            <p:strVal val="#ppt_y"/>
                                          </p:val>
                                        </p:tav>
                                      </p:tavLst>
                                    </p:anim>
                                  </p:childTnLst>
                                </p:cTn>
                              </p:par>
                              <p:par>
                                <p:cTn id="185" presetID="42" presetClass="entr" presetSubtype="0" fill="hold" grpId="0" nodeType="withEffect">
                                  <p:stCondLst>
                                    <p:cond delay="590"/>
                                  </p:stCondLst>
                                  <p:childTnLst>
                                    <p:set>
                                      <p:cBhvr>
                                        <p:cTn id="186" dur="1" fill="hold">
                                          <p:stCondLst>
                                            <p:cond delay="0"/>
                                          </p:stCondLst>
                                        </p:cTn>
                                        <p:tgtEl>
                                          <p:spTgt spid="28"/>
                                        </p:tgtEl>
                                        <p:attrNameLst>
                                          <p:attrName>style.visibility</p:attrName>
                                        </p:attrNameLst>
                                      </p:cBhvr>
                                      <p:to>
                                        <p:strVal val="visible"/>
                                      </p:to>
                                    </p:set>
                                    <p:animEffect transition="in" filter="fade">
                                      <p:cBhvr>
                                        <p:cTn id="187" dur="650"/>
                                        <p:tgtEl>
                                          <p:spTgt spid="28"/>
                                        </p:tgtEl>
                                      </p:cBhvr>
                                    </p:animEffect>
                                    <p:anim calcmode="lin" valueType="num">
                                      <p:cBhvr>
                                        <p:cTn id="188" dur="650" fill="hold"/>
                                        <p:tgtEl>
                                          <p:spTgt spid="28"/>
                                        </p:tgtEl>
                                        <p:attrNameLst>
                                          <p:attrName>ppt_x</p:attrName>
                                        </p:attrNameLst>
                                      </p:cBhvr>
                                      <p:tavLst>
                                        <p:tav tm="0">
                                          <p:val>
                                            <p:strVal val="#ppt_x"/>
                                          </p:val>
                                        </p:tav>
                                        <p:tav tm="100000">
                                          <p:val>
                                            <p:strVal val="#ppt_x"/>
                                          </p:val>
                                        </p:tav>
                                      </p:tavLst>
                                    </p:anim>
                                    <p:anim calcmode="lin" valueType="num">
                                      <p:cBhvr>
                                        <p:cTn id="189" dur="650" fill="hold"/>
                                        <p:tgtEl>
                                          <p:spTgt spid="28"/>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590"/>
                                  </p:stCondLst>
                                  <p:childTnLst>
                                    <p:set>
                                      <p:cBhvr>
                                        <p:cTn id="191" dur="1" fill="hold">
                                          <p:stCondLst>
                                            <p:cond delay="0"/>
                                          </p:stCondLst>
                                        </p:cTn>
                                        <p:tgtEl>
                                          <p:spTgt spid="29"/>
                                        </p:tgtEl>
                                        <p:attrNameLst>
                                          <p:attrName>style.visibility</p:attrName>
                                        </p:attrNameLst>
                                      </p:cBhvr>
                                      <p:to>
                                        <p:strVal val="visible"/>
                                      </p:to>
                                    </p:set>
                                    <p:animEffect transition="in" filter="fade">
                                      <p:cBhvr>
                                        <p:cTn id="192" dur="650"/>
                                        <p:tgtEl>
                                          <p:spTgt spid="29"/>
                                        </p:tgtEl>
                                      </p:cBhvr>
                                    </p:animEffect>
                                    <p:anim calcmode="lin" valueType="num">
                                      <p:cBhvr>
                                        <p:cTn id="193" dur="650" fill="hold"/>
                                        <p:tgtEl>
                                          <p:spTgt spid="29"/>
                                        </p:tgtEl>
                                        <p:attrNameLst>
                                          <p:attrName>ppt_x</p:attrName>
                                        </p:attrNameLst>
                                      </p:cBhvr>
                                      <p:tavLst>
                                        <p:tav tm="0">
                                          <p:val>
                                            <p:strVal val="#ppt_x"/>
                                          </p:val>
                                        </p:tav>
                                        <p:tav tm="100000">
                                          <p:val>
                                            <p:strVal val="#ppt_x"/>
                                          </p:val>
                                        </p:tav>
                                      </p:tavLst>
                                    </p:anim>
                                    <p:anim calcmode="lin" valueType="num">
                                      <p:cBhvr>
                                        <p:cTn id="194" dur="650" fill="hold"/>
                                        <p:tgtEl>
                                          <p:spTgt spid="29"/>
                                        </p:tgtEl>
                                        <p:attrNameLst>
                                          <p:attrName>ppt_y</p:attrName>
                                        </p:attrNameLst>
                                      </p:cBhvr>
                                      <p:tavLst>
                                        <p:tav tm="0">
                                          <p:val>
                                            <p:strVal val="#ppt_y+.1"/>
                                          </p:val>
                                        </p:tav>
                                        <p:tav tm="100000">
                                          <p:val>
                                            <p:strVal val="#ppt_y"/>
                                          </p:val>
                                        </p:tav>
                                      </p:tavLst>
                                    </p:anim>
                                  </p:childTnLst>
                                </p:cTn>
                              </p:par>
                              <p:par>
                                <p:cTn id="195" presetID="42" presetClass="entr" presetSubtype="0" fill="hold" nodeType="withEffect">
                                  <p:stCondLst>
                                    <p:cond delay="590"/>
                                  </p:stCondLst>
                                  <p:childTnLst>
                                    <p:set>
                                      <p:cBhvr>
                                        <p:cTn id="196" dur="1" fill="hold">
                                          <p:stCondLst>
                                            <p:cond delay="0"/>
                                          </p:stCondLst>
                                        </p:cTn>
                                        <p:tgtEl>
                                          <p:spTgt spid="30"/>
                                        </p:tgtEl>
                                        <p:attrNameLst>
                                          <p:attrName>style.visibility</p:attrName>
                                        </p:attrNameLst>
                                      </p:cBhvr>
                                      <p:to>
                                        <p:strVal val="visible"/>
                                      </p:to>
                                    </p:set>
                                    <p:animEffect transition="in" filter="fade">
                                      <p:cBhvr>
                                        <p:cTn id="197" dur="650"/>
                                        <p:tgtEl>
                                          <p:spTgt spid="30"/>
                                        </p:tgtEl>
                                      </p:cBhvr>
                                    </p:animEffect>
                                    <p:anim calcmode="lin" valueType="num">
                                      <p:cBhvr>
                                        <p:cTn id="198" dur="650" fill="hold"/>
                                        <p:tgtEl>
                                          <p:spTgt spid="30"/>
                                        </p:tgtEl>
                                        <p:attrNameLst>
                                          <p:attrName>ppt_x</p:attrName>
                                        </p:attrNameLst>
                                      </p:cBhvr>
                                      <p:tavLst>
                                        <p:tav tm="0">
                                          <p:val>
                                            <p:strVal val="#ppt_x"/>
                                          </p:val>
                                        </p:tav>
                                        <p:tav tm="100000">
                                          <p:val>
                                            <p:strVal val="#ppt_x"/>
                                          </p:val>
                                        </p:tav>
                                      </p:tavLst>
                                    </p:anim>
                                    <p:anim calcmode="lin" valueType="num">
                                      <p:cBhvr>
                                        <p:cTn id="199" dur="650" fill="hold"/>
                                        <p:tgtEl>
                                          <p:spTgt spid="30"/>
                                        </p:tgtEl>
                                        <p:attrNameLst>
                                          <p:attrName>ppt_y</p:attrName>
                                        </p:attrNameLst>
                                      </p:cBhvr>
                                      <p:tavLst>
                                        <p:tav tm="0">
                                          <p:val>
                                            <p:strVal val="#ppt_y+.1"/>
                                          </p:val>
                                        </p:tav>
                                        <p:tav tm="100000">
                                          <p:val>
                                            <p:strVal val="#ppt_y"/>
                                          </p:val>
                                        </p:tav>
                                      </p:tavLst>
                                    </p:anim>
                                  </p:childTnLst>
                                </p:cTn>
                              </p:par>
                              <p:par>
                                <p:cTn id="200" presetID="42" presetClass="entr" presetSubtype="0" fill="hold" grpId="0" nodeType="withEffect">
                                  <p:stCondLst>
                                    <p:cond delay="590"/>
                                  </p:stCondLst>
                                  <p:childTnLst>
                                    <p:set>
                                      <p:cBhvr>
                                        <p:cTn id="201" dur="1" fill="hold">
                                          <p:stCondLst>
                                            <p:cond delay="0"/>
                                          </p:stCondLst>
                                        </p:cTn>
                                        <p:tgtEl>
                                          <p:spTgt spid="31"/>
                                        </p:tgtEl>
                                        <p:attrNameLst>
                                          <p:attrName>style.visibility</p:attrName>
                                        </p:attrNameLst>
                                      </p:cBhvr>
                                      <p:to>
                                        <p:strVal val="visible"/>
                                      </p:to>
                                    </p:set>
                                    <p:animEffect transition="in" filter="fade">
                                      <p:cBhvr>
                                        <p:cTn id="202" dur="650"/>
                                        <p:tgtEl>
                                          <p:spTgt spid="31"/>
                                        </p:tgtEl>
                                      </p:cBhvr>
                                    </p:animEffect>
                                    <p:anim calcmode="lin" valueType="num">
                                      <p:cBhvr>
                                        <p:cTn id="203" dur="650" fill="hold"/>
                                        <p:tgtEl>
                                          <p:spTgt spid="31"/>
                                        </p:tgtEl>
                                        <p:attrNameLst>
                                          <p:attrName>ppt_x</p:attrName>
                                        </p:attrNameLst>
                                      </p:cBhvr>
                                      <p:tavLst>
                                        <p:tav tm="0">
                                          <p:val>
                                            <p:strVal val="#ppt_x"/>
                                          </p:val>
                                        </p:tav>
                                        <p:tav tm="100000">
                                          <p:val>
                                            <p:strVal val="#ppt_x"/>
                                          </p:val>
                                        </p:tav>
                                      </p:tavLst>
                                    </p:anim>
                                    <p:anim calcmode="lin" valueType="num">
                                      <p:cBhvr>
                                        <p:cTn id="204" dur="650" fill="hold"/>
                                        <p:tgtEl>
                                          <p:spTgt spid="31"/>
                                        </p:tgtEl>
                                        <p:attrNameLst>
                                          <p:attrName>ppt_y</p:attrName>
                                        </p:attrNameLst>
                                      </p:cBhvr>
                                      <p:tavLst>
                                        <p:tav tm="0">
                                          <p:val>
                                            <p:strVal val="#ppt_y+.1"/>
                                          </p:val>
                                        </p:tav>
                                        <p:tav tm="100000">
                                          <p:val>
                                            <p:strVal val="#ppt_y"/>
                                          </p:val>
                                        </p:tav>
                                      </p:tavLst>
                                    </p:anim>
                                  </p:childTnLst>
                                </p:cTn>
                              </p:par>
                              <p:par>
                                <p:cTn id="205" presetID="42" presetClass="entr" presetSubtype="0" fill="hold" grpId="0" nodeType="withEffect">
                                  <p:stCondLst>
                                    <p:cond delay="590"/>
                                  </p:stCondLst>
                                  <p:childTnLst>
                                    <p:set>
                                      <p:cBhvr>
                                        <p:cTn id="206" dur="1" fill="hold">
                                          <p:stCondLst>
                                            <p:cond delay="0"/>
                                          </p:stCondLst>
                                        </p:cTn>
                                        <p:tgtEl>
                                          <p:spTgt spid="32"/>
                                        </p:tgtEl>
                                        <p:attrNameLst>
                                          <p:attrName>style.visibility</p:attrName>
                                        </p:attrNameLst>
                                      </p:cBhvr>
                                      <p:to>
                                        <p:strVal val="visible"/>
                                      </p:to>
                                    </p:set>
                                    <p:animEffect transition="in" filter="fade">
                                      <p:cBhvr>
                                        <p:cTn id="207" dur="650"/>
                                        <p:tgtEl>
                                          <p:spTgt spid="32"/>
                                        </p:tgtEl>
                                      </p:cBhvr>
                                    </p:animEffect>
                                    <p:anim calcmode="lin" valueType="num">
                                      <p:cBhvr>
                                        <p:cTn id="208" dur="650" fill="hold"/>
                                        <p:tgtEl>
                                          <p:spTgt spid="32"/>
                                        </p:tgtEl>
                                        <p:attrNameLst>
                                          <p:attrName>ppt_x</p:attrName>
                                        </p:attrNameLst>
                                      </p:cBhvr>
                                      <p:tavLst>
                                        <p:tav tm="0">
                                          <p:val>
                                            <p:strVal val="#ppt_x"/>
                                          </p:val>
                                        </p:tav>
                                        <p:tav tm="100000">
                                          <p:val>
                                            <p:strVal val="#ppt_x"/>
                                          </p:val>
                                        </p:tav>
                                      </p:tavLst>
                                    </p:anim>
                                    <p:anim calcmode="lin" valueType="num">
                                      <p:cBhvr>
                                        <p:cTn id="209" dur="650" fill="hold"/>
                                        <p:tgtEl>
                                          <p:spTgt spid="32"/>
                                        </p:tgtEl>
                                        <p:attrNameLst>
                                          <p:attrName>ppt_y</p:attrName>
                                        </p:attrNameLst>
                                      </p:cBhvr>
                                      <p:tavLst>
                                        <p:tav tm="0">
                                          <p:val>
                                            <p:strVal val="#ppt_y+.1"/>
                                          </p:val>
                                        </p:tav>
                                        <p:tav tm="100000">
                                          <p:val>
                                            <p:strVal val="#ppt_y"/>
                                          </p:val>
                                        </p:tav>
                                      </p:tavLst>
                                    </p:anim>
                                  </p:childTnLst>
                                </p:cTn>
                              </p:par>
                              <p:par>
                                <p:cTn id="210" presetID="42" presetClass="entr" presetSubtype="0" fill="hold" grpId="0" nodeType="withEffect">
                                  <p:stCondLst>
                                    <p:cond delay="590"/>
                                  </p:stCondLst>
                                  <p:childTnLst>
                                    <p:set>
                                      <p:cBhvr>
                                        <p:cTn id="211" dur="1" fill="hold">
                                          <p:stCondLst>
                                            <p:cond delay="0"/>
                                          </p:stCondLst>
                                        </p:cTn>
                                        <p:tgtEl>
                                          <p:spTgt spid="33"/>
                                        </p:tgtEl>
                                        <p:attrNameLst>
                                          <p:attrName>style.visibility</p:attrName>
                                        </p:attrNameLst>
                                      </p:cBhvr>
                                      <p:to>
                                        <p:strVal val="visible"/>
                                      </p:to>
                                    </p:set>
                                    <p:animEffect transition="in" filter="fade">
                                      <p:cBhvr>
                                        <p:cTn id="212" dur="650"/>
                                        <p:tgtEl>
                                          <p:spTgt spid="33"/>
                                        </p:tgtEl>
                                      </p:cBhvr>
                                    </p:animEffect>
                                    <p:anim calcmode="lin" valueType="num">
                                      <p:cBhvr>
                                        <p:cTn id="213" dur="650" fill="hold"/>
                                        <p:tgtEl>
                                          <p:spTgt spid="33"/>
                                        </p:tgtEl>
                                        <p:attrNameLst>
                                          <p:attrName>ppt_x</p:attrName>
                                        </p:attrNameLst>
                                      </p:cBhvr>
                                      <p:tavLst>
                                        <p:tav tm="0">
                                          <p:val>
                                            <p:strVal val="#ppt_x"/>
                                          </p:val>
                                        </p:tav>
                                        <p:tav tm="100000">
                                          <p:val>
                                            <p:strVal val="#ppt_x"/>
                                          </p:val>
                                        </p:tav>
                                      </p:tavLst>
                                    </p:anim>
                                    <p:anim calcmode="lin" valueType="num">
                                      <p:cBhvr>
                                        <p:cTn id="214" dur="650" fill="hold"/>
                                        <p:tgtEl>
                                          <p:spTgt spid="33"/>
                                        </p:tgtEl>
                                        <p:attrNameLst>
                                          <p:attrName>ppt_y</p:attrName>
                                        </p:attrNameLst>
                                      </p:cBhvr>
                                      <p:tavLst>
                                        <p:tav tm="0">
                                          <p:val>
                                            <p:strVal val="#ppt_y+.1"/>
                                          </p:val>
                                        </p:tav>
                                        <p:tav tm="100000">
                                          <p:val>
                                            <p:strVal val="#ppt_y"/>
                                          </p:val>
                                        </p:tav>
                                      </p:tavLst>
                                    </p:anim>
                                  </p:childTnLst>
                                </p:cTn>
                              </p:par>
                              <p:par>
                                <p:cTn id="215" presetID="42" presetClass="entr" presetSubtype="0" fill="hold" grpId="0" nodeType="withEffect">
                                  <p:stCondLst>
                                    <p:cond delay="810"/>
                                  </p:stCondLst>
                                  <p:childTnLst>
                                    <p:set>
                                      <p:cBhvr>
                                        <p:cTn id="216" dur="1" fill="hold">
                                          <p:stCondLst>
                                            <p:cond delay="0"/>
                                          </p:stCondLst>
                                        </p:cTn>
                                        <p:tgtEl>
                                          <p:spTgt spid="34"/>
                                        </p:tgtEl>
                                        <p:attrNameLst>
                                          <p:attrName>style.visibility</p:attrName>
                                        </p:attrNameLst>
                                      </p:cBhvr>
                                      <p:to>
                                        <p:strVal val="visible"/>
                                      </p:to>
                                    </p:set>
                                    <p:animEffect transition="in" filter="fade">
                                      <p:cBhvr>
                                        <p:cTn id="217" dur="650"/>
                                        <p:tgtEl>
                                          <p:spTgt spid="34"/>
                                        </p:tgtEl>
                                      </p:cBhvr>
                                    </p:animEffect>
                                    <p:anim calcmode="lin" valueType="num">
                                      <p:cBhvr>
                                        <p:cTn id="218" dur="650" fill="hold"/>
                                        <p:tgtEl>
                                          <p:spTgt spid="34"/>
                                        </p:tgtEl>
                                        <p:attrNameLst>
                                          <p:attrName>ppt_x</p:attrName>
                                        </p:attrNameLst>
                                      </p:cBhvr>
                                      <p:tavLst>
                                        <p:tav tm="0">
                                          <p:val>
                                            <p:strVal val="#ppt_x"/>
                                          </p:val>
                                        </p:tav>
                                        <p:tav tm="100000">
                                          <p:val>
                                            <p:strVal val="#ppt_x"/>
                                          </p:val>
                                        </p:tav>
                                      </p:tavLst>
                                    </p:anim>
                                    <p:anim calcmode="lin" valueType="num">
                                      <p:cBhvr>
                                        <p:cTn id="219" dur="650" fill="hold"/>
                                        <p:tgtEl>
                                          <p:spTgt spid="34"/>
                                        </p:tgtEl>
                                        <p:attrNameLst>
                                          <p:attrName>ppt_y</p:attrName>
                                        </p:attrNameLst>
                                      </p:cBhvr>
                                      <p:tavLst>
                                        <p:tav tm="0">
                                          <p:val>
                                            <p:strVal val="#ppt_y+.1"/>
                                          </p:val>
                                        </p:tav>
                                        <p:tav tm="100000">
                                          <p:val>
                                            <p:strVal val="#ppt_y"/>
                                          </p:val>
                                        </p:tav>
                                      </p:tavLst>
                                    </p:anim>
                                  </p:childTnLst>
                                </p:cTn>
                              </p:par>
                              <p:par>
                                <p:cTn id="220" presetID="42" presetClass="entr" presetSubtype="0" fill="hold" grpId="0" nodeType="withEffect">
                                  <p:stCondLst>
                                    <p:cond delay="810"/>
                                  </p:stCondLst>
                                  <p:childTnLst>
                                    <p:set>
                                      <p:cBhvr>
                                        <p:cTn id="221" dur="1" fill="hold">
                                          <p:stCondLst>
                                            <p:cond delay="0"/>
                                          </p:stCondLst>
                                        </p:cTn>
                                        <p:tgtEl>
                                          <p:spTgt spid="35"/>
                                        </p:tgtEl>
                                        <p:attrNameLst>
                                          <p:attrName>style.visibility</p:attrName>
                                        </p:attrNameLst>
                                      </p:cBhvr>
                                      <p:to>
                                        <p:strVal val="visible"/>
                                      </p:to>
                                    </p:set>
                                    <p:animEffect transition="in" filter="fade">
                                      <p:cBhvr>
                                        <p:cTn id="222" dur="650"/>
                                        <p:tgtEl>
                                          <p:spTgt spid="35"/>
                                        </p:tgtEl>
                                      </p:cBhvr>
                                    </p:animEffect>
                                    <p:anim calcmode="lin" valueType="num">
                                      <p:cBhvr>
                                        <p:cTn id="223" dur="650" fill="hold"/>
                                        <p:tgtEl>
                                          <p:spTgt spid="35"/>
                                        </p:tgtEl>
                                        <p:attrNameLst>
                                          <p:attrName>ppt_x</p:attrName>
                                        </p:attrNameLst>
                                      </p:cBhvr>
                                      <p:tavLst>
                                        <p:tav tm="0">
                                          <p:val>
                                            <p:strVal val="#ppt_x"/>
                                          </p:val>
                                        </p:tav>
                                        <p:tav tm="100000">
                                          <p:val>
                                            <p:strVal val="#ppt_x"/>
                                          </p:val>
                                        </p:tav>
                                      </p:tavLst>
                                    </p:anim>
                                    <p:anim calcmode="lin" valueType="num">
                                      <p:cBhvr>
                                        <p:cTn id="224" dur="650" fill="hold"/>
                                        <p:tgtEl>
                                          <p:spTgt spid="35"/>
                                        </p:tgtEl>
                                        <p:attrNameLst>
                                          <p:attrName>ppt_y</p:attrName>
                                        </p:attrNameLst>
                                      </p:cBhvr>
                                      <p:tavLst>
                                        <p:tav tm="0">
                                          <p:val>
                                            <p:strVal val="#ppt_y+.1"/>
                                          </p:val>
                                        </p:tav>
                                        <p:tav tm="100000">
                                          <p:val>
                                            <p:strVal val="#ppt_y"/>
                                          </p:val>
                                        </p:tav>
                                      </p:tavLst>
                                    </p:anim>
                                  </p:childTnLst>
                                </p:cTn>
                              </p:par>
                              <p:par>
                                <p:cTn id="225" presetID="42" presetClass="entr" presetSubtype="0" fill="hold" grpId="0" nodeType="withEffect">
                                  <p:stCondLst>
                                    <p:cond delay="810"/>
                                  </p:stCondLst>
                                  <p:childTnLst>
                                    <p:set>
                                      <p:cBhvr>
                                        <p:cTn id="226" dur="1" fill="hold">
                                          <p:stCondLst>
                                            <p:cond delay="0"/>
                                          </p:stCondLst>
                                        </p:cTn>
                                        <p:tgtEl>
                                          <p:spTgt spid="36"/>
                                        </p:tgtEl>
                                        <p:attrNameLst>
                                          <p:attrName>style.visibility</p:attrName>
                                        </p:attrNameLst>
                                      </p:cBhvr>
                                      <p:to>
                                        <p:strVal val="visible"/>
                                      </p:to>
                                    </p:set>
                                    <p:animEffect transition="in" filter="fade">
                                      <p:cBhvr>
                                        <p:cTn id="227" dur="650"/>
                                        <p:tgtEl>
                                          <p:spTgt spid="36"/>
                                        </p:tgtEl>
                                      </p:cBhvr>
                                    </p:animEffect>
                                    <p:anim calcmode="lin" valueType="num">
                                      <p:cBhvr>
                                        <p:cTn id="228" dur="650" fill="hold"/>
                                        <p:tgtEl>
                                          <p:spTgt spid="36"/>
                                        </p:tgtEl>
                                        <p:attrNameLst>
                                          <p:attrName>ppt_x</p:attrName>
                                        </p:attrNameLst>
                                      </p:cBhvr>
                                      <p:tavLst>
                                        <p:tav tm="0">
                                          <p:val>
                                            <p:strVal val="#ppt_x"/>
                                          </p:val>
                                        </p:tav>
                                        <p:tav tm="100000">
                                          <p:val>
                                            <p:strVal val="#ppt_x"/>
                                          </p:val>
                                        </p:tav>
                                      </p:tavLst>
                                    </p:anim>
                                    <p:anim calcmode="lin" valueType="num">
                                      <p:cBhvr>
                                        <p:cTn id="229" dur="650" fill="hold"/>
                                        <p:tgtEl>
                                          <p:spTgt spid="36"/>
                                        </p:tgtEl>
                                        <p:attrNameLst>
                                          <p:attrName>ppt_y</p:attrName>
                                        </p:attrNameLst>
                                      </p:cBhvr>
                                      <p:tavLst>
                                        <p:tav tm="0">
                                          <p:val>
                                            <p:strVal val="#ppt_y+.1"/>
                                          </p:val>
                                        </p:tav>
                                        <p:tav tm="100000">
                                          <p:val>
                                            <p:strVal val="#ppt_y"/>
                                          </p:val>
                                        </p:tav>
                                      </p:tavLst>
                                    </p:anim>
                                  </p:childTnLst>
                                </p:cTn>
                              </p:par>
                              <p:par>
                                <p:cTn id="230" presetID="42" presetClass="entr" presetSubtype="0" fill="hold" grpId="0" nodeType="withEffect">
                                  <p:stCondLst>
                                    <p:cond delay="810"/>
                                  </p:stCondLst>
                                  <p:childTnLst>
                                    <p:set>
                                      <p:cBhvr>
                                        <p:cTn id="231" dur="1" fill="hold">
                                          <p:stCondLst>
                                            <p:cond delay="0"/>
                                          </p:stCondLst>
                                        </p:cTn>
                                        <p:tgtEl>
                                          <p:spTgt spid="37"/>
                                        </p:tgtEl>
                                        <p:attrNameLst>
                                          <p:attrName>style.visibility</p:attrName>
                                        </p:attrNameLst>
                                      </p:cBhvr>
                                      <p:to>
                                        <p:strVal val="visible"/>
                                      </p:to>
                                    </p:set>
                                    <p:animEffect transition="in" filter="fade">
                                      <p:cBhvr>
                                        <p:cTn id="232" dur="650"/>
                                        <p:tgtEl>
                                          <p:spTgt spid="37"/>
                                        </p:tgtEl>
                                      </p:cBhvr>
                                    </p:animEffect>
                                    <p:anim calcmode="lin" valueType="num">
                                      <p:cBhvr>
                                        <p:cTn id="233" dur="650" fill="hold"/>
                                        <p:tgtEl>
                                          <p:spTgt spid="37"/>
                                        </p:tgtEl>
                                        <p:attrNameLst>
                                          <p:attrName>ppt_x</p:attrName>
                                        </p:attrNameLst>
                                      </p:cBhvr>
                                      <p:tavLst>
                                        <p:tav tm="0">
                                          <p:val>
                                            <p:strVal val="#ppt_x"/>
                                          </p:val>
                                        </p:tav>
                                        <p:tav tm="100000">
                                          <p:val>
                                            <p:strVal val="#ppt_x"/>
                                          </p:val>
                                        </p:tav>
                                      </p:tavLst>
                                    </p:anim>
                                    <p:anim calcmode="lin" valueType="num">
                                      <p:cBhvr>
                                        <p:cTn id="234" dur="650" fill="hold"/>
                                        <p:tgtEl>
                                          <p:spTgt spid="37"/>
                                        </p:tgtEl>
                                        <p:attrNameLst>
                                          <p:attrName>ppt_y</p:attrName>
                                        </p:attrNameLst>
                                      </p:cBhvr>
                                      <p:tavLst>
                                        <p:tav tm="0">
                                          <p:val>
                                            <p:strVal val="#ppt_y+.1"/>
                                          </p:val>
                                        </p:tav>
                                        <p:tav tm="100000">
                                          <p:val>
                                            <p:strVal val="#ppt_y"/>
                                          </p:val>
                                        </p:tav>
                                      </p:tavLst>
                                    </p:anim>
                                  </p:childTnLst>
                                </p:cTn>
                              </p:par>
                              <p:par>
                                <p:cTn id="235" presetID="42" presetClass="entr" presetSubtype="0" fill="hold" nodeType="withEffect">
                                  <p:stCondLst>
                                    <p:cond delay="810"/>
                                  </p:stCondLst>
                                  <p:childTnLst>
                                    <p:set>
                                      <p:cBhvr>
                                        <p:cTn id="236" dur="1" fill="hold">
                                          <p:stCondLst>
                                            <p:cond delay="0"/>
                                          </p:stCondLst>
                                        </p:cTn>
                                        <p:tgtEl>
                                          <p:spTgt spid="38"/>
                                        </p:tgtEl>
                                        <p:attrNameLst>
                                          <p:attrName>style.visibility</p:attrName>
                                        </p:attrNameLst>
                                      </p:cBhvr>
                                      <p:to>
                                        <p:strVal val="visible"/>
                                      </p:to>
                                    </p:set>
                                    <p:animEffect transition="in" filter="fade">
                                      <p:cBhvr>
                                        <p:cTn id="237" dur="650"/>
                                        <p:tgtEl>
                                          <p:spTgt spid="38"/>
                                        </p:tgtEl>
                                      </p:cBhvr>
                                    </p:animEffect>
                                    <p:anim calcmode="lin" valueType="num">
                                      <p:cBhvr>
                                        <p:cTn id="238" dur="650" fill="hold"/>
                                        <p:tgtEl>
                                          <p:spTgt spid="38"/>
                                        </p:tgtEl>
                                        <p:attrNameLst>
                                          <p:attrName>ppt_x</p:attrName>
                                        </p:attrNameLst>
                                      </p:cBhvr>
                                      <p:tavLst>
                                        <p:tav tm="0">
                                          <p:val>
                                            <p:strVal val="#ppt_x"/>
                                          </p:val>
                                        </p:tav>
                                        <p:tav tm="100000">
                                          <p:val>
                                            <p:strVal val="#ppt_x"/>
                                          </p:val>
                                        </p:tav>
                                      </p:tavLst>
                                    </p:anim>
                                    <p:anim calcmode="lin" valueType="num">
                                      <p:cBhvr>
                                        <p:cTn id="239" dur="650" fill="hold"/>
                                        <p:tgtEl>
                                          <p:spTgt spid="38"/>
                                        </p:tgtEl>
                                        <p:attrNameLst>
                                          <p:attrName>ppt_y</p:attrName>
                                        </p:attrNameLst>
                                      </p:cBhvr>
                                      <p:tavLst>
                                        <p:tav tm="0">
                                          <p:val>
                                            <p:strVal val="#ppt_y+.1"/>
                                          </p:val>
                                        </p:tav>
                                        <p:tav tm="100000">
                                          <p:val>
                                            <p:strVal val="#ppt_y"/>
                                          </p:val>
                                        </p:tav>
                                      </p:tavLst>
                                    </p:anim>
                                  </p:childTnLst>
                                </p:cTn>
                              </p:par>
                              <p:par>
                                <p:cTn id="240" presetID="42" presetClass="entr" presetSubtype="0" fill="hold" grpId="0" nodeType="withEffect">
                                  <p:stCondLst>
                                    <p:cond delay="810"/>
                                  </p:stCondLst>
                                  <p:childTnLst>
                                    <p:set>
                                      <p:cBhvr>
                                        <p:cTn id="241" dur="1" fill="hold">
                                          <p:stCondLst>
                                            <p:cond delay="0"/>
                                          </p:stCondLst>
                                        </p:cTn>
                                        <p:tgtEl>
                                          <p:spTgt spid="39"/>
                                        </p:tgtEl>
                                        <p:attrNameLst>
                                          <p:attrName>style.visibility</p:attrName>
                                        </p:attrNameLst>
                                      </p:cBhvr>
                                      <p:to>
                                        <p:strVal val="visible"/>
                                      </p:to>
                                    </p:set>
                                    <p:animEffect transition="in" filter="fade">
                                      <p:cBhvr>
                                        <p:cTn id="242" dur="650"/>
                                        <p:tgtEl>
                                          <p:spTgt spid="39"/>
                                        </p:tgtEl>
                                      </p:cBhvr>
                                    </p:animEffect>
                                    <p:anim calcmode="lin" valueType="num">
                                      <p:cBhvr>
                                        <p:cTn id="243" dur="650" fill="hold"/>
                                        <p:tgtEl>
                                          <p:spTgt spid="39"/>
                                        </p:tgtEl>
                                        <p:attrNameLst>
                                          <p:attrName>ppt_x</p:attrName>
                                        </p:attrNameLst>
                                      </p:cBhvr>
                                      <p:tavLst>
                                        <p:tav tm="0">
                                          <p:val>
                                            <p:strVal val="#ppt_x"/>
                                          </p:val>
                                        </p:tav>
                                        <p:tav tm="100000">
                                          <p:val>
                                            <p:strVal val="#ppt_x"/>
                                          </p:val>
                                        </p:tav>
                                      </p:tavLst>
                                    </p:anim>
                                    <p:anim calcmode="lin" valueType="num">
                                      <p:cBhvr>
                                        <p:cTn id="244" dur="650" fill="hold"/>
                                        <p:tgtEl>
                                          <p:spTgt spid="39"/>
                                        </p:tgtEl>
                                        <p:attrNameLst>
                                          <p:attrName>ppt_y</p:attrName>
                                        </p:attrNameLst>
                                      </p:cBhvr>
                                      <p:tavLst>
                                        <p:tav tm="0">
                                          <p:val>
                                            <p:strVal val="#ppt_y+.1"/>
                                          </p:val>
                                        </p:tav>
                                        <p:tav tm="100000">
                                          <p:val>
                                            <p:strVal val="#ppt_y"/>
                                          </p:val>
                                        </p:tav>
                                      </p:tavLst>
                                    </p:anim>
                                  </p:childTnLst>
                                </p:cTn>
                              </p:par>
                              <p:par>
                                <p:cTn id="245" presetID="42" presetClass="entr" presetSubtype="0" fill="hold" grpId="0" nodeType="withEffect">
                                  <p:stCondLst>
                                    <p:cond delay="810"/>
                                  </p:stCondLst>
                                  <p:childTnLst>
                                    <p:set>
                                      <p:cBhvr>
                                        <p:cTn id="246" dur="1" fill="hold">
                                          <p:stCondLst>
                                            <p:cond delay="0"/>
                                          </p:stCondLst>
                                        </p:cTn>
                                        <p:tgtEl>
                                          <p:spTgt spid="40"/>
                                        </p:tgtEl>
                                        <p:attrNameLst>
                                          <p:attrName>style.visibility</p:attrName>
                                        </p:attrNameLst>
                                      </p:cBhvr>
                                      <p:to>
                                        <p:strVal val="visible"/>
                                      </p:to>
                                    </p:set>
                                    <p:animEffect transition="in" filter="fade">
                                      <p:cBhvr>
                                        <p:cTn id="247" dur="650"/>
                                        <p:tgtEl>
                                          <p:spTgt spid="40"/>
                                        </p:tgtEl>
                                      </p:cBhvr>
                                    </p:animEffect>
                                    <p:anim calcmode="lin" valueType="num">
                                      <p:cBhvr>
                                        <p:cTn id="248" dur="650" fill="hold"/>
                                        <p:tgtEl>
                                          <p:spTgt spid="40"/>
                                        </p:tgtEl>
                                        <p:attrNameLst>
                                          <p:attrName>ppt_x</p:attrName>
                                        </p:attrNameLst>
                                      </p:cBhvr>
                                      <p:tavLst>
                                        <p:tav tm="0">
                                          <p:val>
                                            <p:strVal val="#ppt_x"/>
                                          </p:val>
                                        </p:tav>
                                        <p:tav tm="100000">
                                          <p:val>
                                            <p:strVal val="#ppt_x"/>
                                          </p:val>
                                        </p:tav>
                                      </p:tavLst>
                                    </p:anim>
                                    <p:anim calcmode="lin" valueType="num">
                                      <p:cBhvr>
                                        <p:cTn id="249" dur="650" fill="hold"/>
                                        <p:tgtEl>
                                          <p:spTgt spid="40"/>
                                        </p:tgtEl>
                                        <p:attrNameLst>
                                          <p:attrName>ppt_y</p:attrName>
                                        </p:attrNameLst>
                                      </p:cBhvr>
                                      <p:tavLst>
                                        <p:tav tm="0">
                                          <p:val>
                                            <p:strVal val="#ppt_y+.1"/>
                                          </p:val>
                                        </p:tav>
                                        <p:tav tm="100000">
                                          <p:val>
                                            <p:strVal val="#ppt_y"/>
                                          </p:val>
                                        </p:tav>
                                      </p:tavLst>
                                    </p:anim>
                                  </p:childTnLst>
                                </p:cTn>
                              </p:par>
                              <p:par>
                                <p:cTn id="250" presetID="42" presetClass="entr" presetSubtype="0" fill="hold" grpId="0" nodeType="withEffect">
                                  <p:stCondLst>
                                    <p:cond delay="810"/>
                                  </p:stCondLst>
                                  <p:childTnLst>
                                    <p:set>
                                      <p:cBhvr>
                                        <p:cTn id="251" dur="1" fill="hold">
                                          <p:stCondLst>
                                            <p:cond delay="0"/>
                                          </p:stCondLst>
                                        </p:cTn>
                                        <p:tgtEl>
                                          <p:spTgt spid="41"/>
                                        </p:tgtEl>
                                        <p:attrNameLst>
                                          <p:attrName>style.visibility</p:attrName>
                                        </p:attrNameLst>
                                      </p:cBhvr>
                                      <p:to>
                                        <p:strVal val="visible"/>
                                      </p:to>
                                    </p:set>
                                    <p:animEffect transition="in" filter="fade">
                                      <p:cBhvr>
                                        <p:cTn id="252" dur="650"/>
                                        <p:tgtEl>
                                          <p:spTgt spid="41"/>
                                        </p:tgtEl>
                                      </p:cBhvr>
                                    </p:animEffect>
                                    <p:anim calcmode="lin" valueType="num">
                                      <p:cBhvr>
                                        <p:cTn id="253" dur="650" fill="hold"/>
                                        <p:tgtEl>
                                          <p:spTgt spid="41"/>
                                        </p:tgtEl>
                                        <p:attrNameLst>
                                          <p:attrName>ppt_x</p:attrName>
                                        </p:attrNameLst>
                                      </p:cBhvr>
                                      <p:tavLst>
                                        <p:tav tm="0">
                                          <p:val>
                                            <p:strVal val="#ppt_x"/>
                                          </p:val>
                                        </p:tav>
                                        <p:tav tm="100000">
                                          <p:val>
                                            <p:strVal val="#ppt_x"/>
                                          </p:val>
                                        </p:tav>
                                      </p:tavLst>
                                    </p:anim>
                                    <p:anim calcmode="lin" valueType="num">
                                      <p:cBhvr>
                                        <p:cTn id="254" dur="65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42"/>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43"/>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44"/>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45"/>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46"/>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47"/>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48"/>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49"/>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50"/>
                                        </p:tgtEl>
                                        <p:attrNameLst>
                                          <p:attrName>style.visibility</p:attrName>
                                        </p:attrNameLst>
                                      </p:cBhvr>
                                      <p:to>
                                        <p:strVal val="visible"/>
                                      </p:to>
                                    </p:set>
                                  </p:childTnLst>
                                </p:cTn>
                              </p:par>
                              <p:par>
                                <p:cTn id="275" presetID="1" presetClass="entr" presetSubtype="0" fill="hold" grpId="0" nodeType="withEffect">
                                  <p:stCondLst>
                                    <p:cond delay="0"/>
                                  </p:stCondLst>
                                  <p:childTnLst>
                                    <p:set>
                                      <p:cBhvr>
                                        <p:cTn id="276" dur="1" fill="hold">
                                          <p:stCondLst>
                                            <p:cond delay="0"/>
                                          </p:stCondLst>
                                        </p:cTn>
                                        <p:tgtEl>
                                          <p:spTgt spid="51"/>
                                        </p:tgtEl>
                                        <p:attrNameLst>
                                          <p:attrName>style.visibility</p:attrName>
                                        </p:attrNameLst>
                                      </p:cBhvr>
                                      <p:to>
                                        <p:strVal val="visible"/>
                                      </p:to>
                                    </p:set>
                                  </p:childTnLst>
                                </p:cTn>
                              </p:par>
                              <p:par>
                                <p:cTn id="277" presetID="1" presetClass="entr" presetSubtype="0" fill="hold" nodeType="withEffect">
                                  <p:stCondLst>
                                    <p:cond delay="0"/>
                                  </p:stCondLst>
                                  <p:childTnLst>
                                    <p:set>
                                      <p:cBhvr>
                                        <p:cTn id="278" dur="1" fill="hold">
                                          <p:stCondLst>
                                            <p:cond delay="0"/>
                                          </p:stCondLst>
                                        </p:cTn>
                                        <p:tgtEl>
                                          <p:spTgt spid="52"/>
                                        </p:tgtEl>
                                        <p:attrNameLst>
                                          <p:attrName>style.visibility</p:attrName>
                                        </p:attrNameLst>
                                      </p:cBhvr>
                                      <p:to>
                                        <p:strVal val="visible"/>
                                      </p:to>
                                    </p:set>
                                  </p:childTnLst>
                                </p:cTn>
                              </p:par>
                              <p:par>
                                <p:cTn id="279" presetID="10" presetClass="exit" presetSubtype="0" fill="hold" grpId="1" nodeType="withEffect">
                                  <p:stCondLst>
                                    <p:cond delay="0"/>
                                  </p:stCondLst>
                                  <p:childTnLst>
                                    <p:animEffect transition="out" filter="fade">
                                      <p:cBhvr>
                                        <p:cTn id="280" dur="420"/>
                                        <p:tgtEl>
                                          <p:spTgt spid="109"/>
                                        </p:tgtEl>
                                      </p:cBhvr>
                                    </p:animEffect>
                                    <p:set>
                                      <p:cBhvr>
                                        <p:cTn id="281" dur="1" fill="hold">
                                          <p:stCondLst>
                                            <p:cond delay="419"/>
                                          </p:stCondLst>
                                        </p:cTn>
                                        <p:tgtEl>
                                          <p:spTgt spid="109"/>
                                        </p:tgtEl>
                                        <p:attrNameLst>
                                          <p:attrName>style.visibility</p:attrName>
                                        </p:attrNameLst>
                                      </p:cBhvr>
                                      <p:to>
                                        <p:strVal val="hidden"/>
                                      </p:to>
                                    </p:set>
                                  </p:childTnLst>
                                </p:cTn>
                              </p:par>
                              <p:par>
                                <p:cTn id="282" presetID="10" presetClass="exit" presetSubtype="0" fill="hold" grpId="1" nodeType="withEffect">
                                  <p:stCondLst>
                                    <p:cond delay="0"/>
                                  </p:stCondLst>
                                  <p:childTnLst>
                                    <p:animEffect transition="out" filter="fade">
                                      <p:cBhvr>
                                        <p:cTn id="283" dur="420"/>
                                        <p:tgtEl>
                                          <p:spTgt spid="110"/>
                                        </p:tgtEl>
                                      </p:cBhvr>
                                    </p:animEffect>
                                    <p:set>
                                      <p:cBhvr>
                                        <p:cTn id="284" dur="1" fill="hold">
                                          <p:stCondLst>
                                            <p:cond delay="419"/>
                                          </p:stCondLst>
                                        </p:cTn>
                                        <p:tgtEl>
                                          <p:spTgt spid="110"/>
                                        </p:tgtEl>
                                        <p:attrNameLst>
                                          <p:attrName>style.visibility</p:attrName>
                                        </p:attrNameLst>
                                      </p:cBhvr>
                                      <p:to>
                                        <p:strVal val="hidden"/>
                                      </p:to>
                                    </p:set>
                                  </p:childTnLst>
                                </p:cTn>
                              </p:par>
                              <p:par>
                                <p:cTn id="285" presetID="10" presetClass="exit" presetSubtype="0" fill="hold" grpId="1" nodeType="withEffect">
                                  <p:stCondLst>
                                    <p:cond delay="0"/>
                                  </p:stCondLst>
                                  <p:childTnLst>
                                    <p:animEffect transition="out" filter="fade">
                                      <p:cBhvr>
                                        <p:cTn id="286" dur="420"/>
                                        <p:tgtEl>
                                          <p:spTgt spid="111"/>
                                        </p:tgtEl>
                                      </p:cBhvr>
                                    </p:animEffect>
                                    <p:set>
                                      <p:cBhvr>
                                        <p:cTn id="287" dur="1" fill="hold">
                                          <p:stCondLst>
                                            <p:cond delay="419"/>
                                          </p:stCondLst>
                                        </p:cTn>
                                        <p:tgtEl>
                                          <p:spTgt spid="111"/>
                                        </p:tgtEl>
                                        <p:attrNameLst>
                                          <p:attrName>style.visibility</p:attrName>
                                        </p:attrNameLst>
                                      </p:cBhvr>
                                      <p:to>
                                        <p:strVal val="hidden"/>
                                      </p:to>
                                    </p:set>
                                  </p:childTnLst>
                                </p:cTn>
                              </p:par>
                              <p:par>
                                <p:cTn id="288" presetID="10" presetClass="exit" presetSubtype="0" fill="hold" grpId="1" nodeType="withEffect">
                                  <p:stCondLst>
                                    <p:cond delay="0"/>
                                  </p:stCondLst>
                                  <p:childTnLst>
                                    <p:animEffect transition="out" filter="fade">
                                      <p:cBhvr>
                                        <p:cTn id="289" dur="420"/>
                                        <p:tgtEl>
                                          <p:spTgt spid="112"/>
                                        </p:tgtEl>
                                      </p:cBhvr>
                                    </p:animEffect>
                                    <p:set>
                                      <p:cBhvr>
                                        <p:cTn id="290" dur="1" fill="hold">
                                          <p:stCondLst>
                                            <p:cond delay="419"/>
                                          </p:stCondLst>
                                        </p:cTn>
                                        <p:tgtEl>
                                          <p:spTgt spid="112"/>
                                        </p:tgtEl>
                                        <p:attrNameLst>
                                          <p:attrName>style.visibility</p:attrName>
                                        </p:attrNameLst>
                                      </p:cBhvr>
                                      <p:to>
                                        <p:strVal val="hidden"/>
                                      </p:to>
                                    </p:set>
                                  </p:childTnLst>
                                </p:cTn>
                              </p:par>
                              <p:par>
                                <p:cTn id="291" presetID="10" presetClass="exit" presetSubtype="0" fill="hold" grpId="1" nodeType="withEffect">
                                  <p:stCondLst>
                                    <p:cond delay="0"/>
                                  </p:stCondLst>
                                  <p:childTnLst>
                                    <p:animEffect transition="out" filter="fade">
                                      <p:cBhvr>
                                        <p:cTn id="292" dur="420"/>
                                        <p:tgtEl>
                                          <p:spTgt spid="113"/>
                                        </p:tgtEl>
                                      </p:cBhvr>
                                    </p:animEffect>
                                    <p:set>
                                      <p:cBhvr>
                                        <p:cTn id="293" dur="1" fill="hold">
                                          <p:stCondLst>
                                            <p:cond delay="419"/>
                                          </p:stCondLst>
                                        </p:cTn>
                                        <p:tgtEl>
                                          <p:spTgt spid="113"/>
                                        </p:tgtEl>
                                        <p:attrNameLst>
                                          <p:attrName>style.visibility</p:attrName>
                                        </p:attrNameLst>
                                      </p:cBhvr>
                                      <p:to>
                                        <p:strVal val="hidden"/>
                                      </p:to>
                                    </p:set>
                                  </p:childTnLst>
                                </p:cTn>
                              </p:par>
                              <p:par>
                                <p:cTn id="294" presetID="10" presetClass="exit" presetSubtype="0" fill="hold" grpId="1" nodeType="withEffect">
                                  <p:stCondLst>
                                    <p:cond delay="0"/>
                                  </p:stCondLst>
                                  <p:childTnLst>
                                    <p:animEffect transition="out" filter="fade">
                                      <p:cBhvr>
                                        <p:cTn id="295" dur="420"/>
                                        <p:tgtEl>
                                          <p:spTgt spid="114"/>
                                        </p:tgtEl>
                                      </p:cBhvr>
                                    </p:animEffect>
                                    <p:set>
                                      <p:cBhvr>
                                        <p:cTn id="296" dur="1" fill="hold">
                                          <p:stCondLst>
                                            <p:cond delay="419"/>
                                          </p:stCondLst>
                                        </p:cTn>
                                        <p:tgtEl>
                                          <p:spTgt spid="114"/>
                                        </p:tgtEl>
                                        <p:attrNameLst>
                                          <p:attrName>style.visibility</p:attrName>
                                        </p:attrNameLst>
                                      </p:cBhvr>
                                      <p:to>
                                        <p:strVal val="hidden"/>
                                      </p:to>
                                    </p:set>
                                  </p:childTnLst>
                                </p:cTn>
                              </p:par>
                              <p:par>
                                <p:cTn id="297" presetID="10" presetClass="exit" presetSubtype="0" fill="hold" grpId="1" nodeType="withEffect">
                                  <p:stCondLst>
                                    <p:cond delay="0"/>
                                  </p:stCondLst>
                                  <p:childTnLst>
                                    <p:animEffect transition="out" filter="fade">
                                      <p:cBhvr>
                                        <p:cTn id="298" dur="420"/>
                                        <p:tgtEl>
                                          <p:spTgt spid="115"/>
                                        </p:tgtEl>
                                      </p:cBhvr>
                                    </p:animEffect>
                                    <p:set>
                                      <p:cBhvr>
                                        <p:cTn id="299" dur="1" fill="hold">
                                          <p:stCondLst>
                                            <p:cond delay="419"/>
                                          </p:stCondLst>
                                        </p:cTn>
                                        <p:tgtEl>
                                          <p:spTgt spid="115"/>
                                        </p:tgtEl>
                                        <p:attrNameLst>
                                          <p:attrName>style.visibility</p:attrName>
                                        </p:attrNameLst>
                                      </p:cBhvr>
                                      <p:to>
                                        <p:strVal val="hidden"/>
                                      </p:to>
                                    </p:set>
                                  </p:childTnLst>
                                </p:cTn>
                              </p:par>
                              <p:par>
                                <p:cTn id="300" presetID="10" presetClass="exit" presetSubtype="0" fill="hold" grpId="1" nodeType="withEffect">
                                  <p:stCondLst>
                                    <p:cond delay="0"/>
                                  </p:stCondLst>
                                  <p:childTnLst>
                                    <p:animEffect transition="out" filter="fade">
                                      <p:cBhvr>
                                        <p:cTn id="301" dur="420"/>
                                        <p:tgtEl>
                                          <p:spTgt spid="116"/>
                                        </p:tgtEl>
                                      </p:cBhvr>
                                    </p:animEffect>
                                    <p:set>
                                      <p:cBhvr>
                                        <p:cTn id="302" dur="1" fill="hold">
                                          <p:stCondLst>
                                            <p:cond delay="419"/>
                                          </p:stCondLst>
                                        </p:cTn>
                                        <p:tgtEl>
                                          <p:spTgt spid="116"/>
                                        </p:tgtEl>
                                        <p:attrNameLst>
                                          <p:attrName>style.visibility</p:attrName>
                                        </p:attrNameLst>
                                      </p:cBhvr>
                                      <p:to>
                                        <p:strVal val="hidden"/>
                                      </p:to>
                                    </p:set>
                                  </p:childTnLst>
                                </p:cTn>
                              </p:par>
                              <p:par>
                                <p:cTn id="303" presetID="10" presetClass="exit" presetSubtype="0" fill="hold" grpId="1" nodeType="withEffect">
                                  <p:stCondLst>
                                    <p:cond delay="0"/>
                                  </p:stCondLst>
                                  <p:childTnLst>
                                    <p:animEffect transition="out" filter="fade">
                                      <p:cBhvr>
                                        <p:cTn id="304" dur="420"/>
                                        <p:tgtEl>
                                          <p:spTgt spid="117"/>
                                        </p:tgtEl>
                                      </p:cBhvr>
                                    </p:animEffect>
                                    <p:set>
                                      <p:cBhvr>
                                        <p:cTn id="305" dur="1" fill="hold">
                                          <p:stCondLst>
                                            <p:cond delay="419"/>
                                          </p:stCondLst>
                                        </p:cTn>
                                        <p:tgtEl>
                                          <p:spTgt spid="117"/>
                                        </p:tgtEl>
                                        <p:attrNameLst>
                                          <p:attrName>style.visibility</p:attrName>
                                        </p:attrNameLst>
                                      </p:cBhvr>
                                      <p:to>
                                        <p:strVal val="hidden"/>
                                      </p:to>
                                    </p:set>
                                  </p:childTnLst>
                                </p:cTn>
                              </p:par>
                              <p:par>
                                <p:cTn id="306" presetID="10" presetClass="exit" presetSubtype="0" fill="hold" grpId="1" nodeType="withEffect">
                                  <p:stCondLst>
                                    <p:cond delay="0"/>
                                  </p:stCondLst>
                                  <p:childTnLst>
                                    <p:animEffect transition="out" filter="fade">
                                      <p:cBhvr>
                                        <p:cTn id="307" dur="420"/>
                                        <p:tgtEl>
                                          <p:spTgt spid="118"/>
                                        </p:tgtEl>
                                      </p:cBhvr>
                                    </p:animEffect>
                                    <p:set>
                                      <p:cBhvr>
                                        <p:cTn id="308" dur="1" fill="hold">
                                          <p:stCondLst>
                                            <p:cond delay="419"/>
                                          </p:stCondLst>
                                        </p:cTn>
                                        <p:tgtEl>
                                          <p:spTgt spid="118"/>
                                        </p:tgtEl>
                                        <p:attrNameLst>
                                          <p:attrName>style.visibility</p:attrName>
                                        </p:attrNameLst>
                                      </p:cBhvr>
                                      <p:to>
                                        <p:strVal val="hidden"/>
                                      </p:to>
                                    </p:set>
                                  </p:childTnLst>
                                </p:cTn>
                              </p:par>
                              <p:par>
                                <p:cTn id="309" presetID="10" presetClass="exit" presetSubtype="0" fill="hold" nodeType="withEffect">
                                  <p:stCondLst>
                                    <p:cond delay="0"/>
                                  </p:stCondLst>
                                  <p:childTnLst>
                                    <p:animEffect transition="out" filter="fade">
                                      <p:cBhvr>
                                        <p:cTn id="310" dur="420"/>
                                        <p:tgtEl>
                                          <p:spTgt spid="119"/>
                                        </p:tgtEl>
                                      </p:cBhvr>
                                    </p:animEffect>
                                    <p:set>
                                      <p:cBhvr>
                                        <p:cTn id="311" dur="1" fill="hold">
                                          <p:stCondLst>
                                            <p:cond delay="419"/>
                                          </p:stCondLst>
                                        </p:cTn>
                                        <p:tgtEl>
                                          <p:spTgt spid="119"/>
                                        </p:tgtEl>
                                        <p:attrNameLst>
                                          <p:attrName>style.visibility</p:attrName>
                                        </p:attrNameLst>
                                      </p:cBhvr>
                                      <p:to>
                                        <p:strVal val="hidden"/>
                                      </p:to>
                                    </p:set>
                                  </p:childTnLst>
                                </p:cTn>
                              </p:par>
                              <p:par>
                                <p:cTn id="312" presetID="42" presetClass="entr" presetSubtype="0" fill="hold" grpId="0" nodeType="withEffect">
                                  <p:stCondLst>
                                    <p:cond delay="0"/>
                                  </p:stCondLst>
                                  <p:childTnLst>
                                    <p:set>
                                      <p:cBhvr>
                                        <p:cTn id="313" dur="1" fill="hold">
                                          <p:stCondLst>
                                            <p:cond delay="0"/>
                                          </p:stCondLst>
                                        </p:cTn>
                                        <p:tgtEl>
                                          <p:spTgt spid="53"/>
                                        </p:tgtEl>
                                        <p:attrNameLst>
                                          <p:attrName>style.visibility</p:attrName>
                                        </p:attrNameLst>
                                      </p:cBhvr>
                                      <p:to>
                                        <p:strVal val="visible"/>
                                      </p:to>
                                    </p:set>
                                    <p:animEffect transition="in" filter="fade">
                                      <p:cBhvr>
                                        <p:cTn id="314" dur="650"/>
                                        <p:tgtEl>
                                          <p:spTgt spid="53"/>
                                        </p:tgtEl>
                                      </p:cBhvr>
                                    </p:animEffect>
                                    <p:anim calcmode="lin" valueType="num">
                                      <p:cBhvr>
                                        <p:cTn id="315" dur="650" fill="hold"/>
                                        <p:tgtEl>
                                          <p:spTgt spid="53"/>
                                        </p:tgtEl>
                                        <p:attrNameLst>
                                          <p:attrName>ppt_x</p:attrName>
                                        </p:attrNameLst>
                                      </p:cBhvr>
                                      <p:tavLst>
                                        <p:tav tm="0">
                                          <p:val>
                                            <p:strVal val="#ppt_x"/>
                                          </p:val>
                                        </p:tav>
                                        <p:tav tm="100000">
                                          <p:val>
                                            <p:strVal val="#ppt_x"/>
                                          </p:val>
                                        </p:tav>
                                      </p:tavLst>
                                    </p:anim>
                                    <p:anim calcmode="lin" valueType="num">
                                      <p:cBhvr>
                                        <p:cTn id="316" dur="650" fill="hold"/>
                                        <p:tgtEl>
                                          <p:spTgt spid="53"/>
                                        </p:tgtEl>
                                        <p:attrNameLst>
                                          <p:attrName>ppt_y</p:attrName>
                                        </p:attrNameLst>
                                      </p:cBhvr>
                                      <p:tavLst>
                                        <p:tav tm="0">
                                          <p:val>
                                            <p:strVal val="#ppt_y+.1"/>
                                          </p:val>
                                        </p:tav>
                                        <p:tav tm="100000">
                                          <p:val>
                                            <p:strVal val="#ppt_y"/>
                                          </p:val>
                                        </p:tav>
                                      </p:tavLst>
                                    </p:anim>
                                  </p:childTnLst>
                                </p:cTn>
                              </p:par>
                              <p:par>
                                <p:cTn id="317" presetID="42" presetClass="entr" presetSubtype="0" fill="hold" grpId="0" nodeType="withEffect">
                                  <p:stCondLst>
                                    <p:cond delay="0"/>
                                  </p:stCondLst>
                                  <p:childTnLst>
                                    <p:set>
                                      <p:cBhvr>
                                        <p:cTn id="318" dur="1" fill="hold">
                                          <p:stCondLst>
                                            <p:cond delay="0"/>
                                          </p:stCondLst>
                                        </p:cTn>
                                        <p:tgtEl>
                                          <p:spTgt spid="54"/>
                                        </p:tgtEl>
                                        <p:attrNameLst>
                                          <p:attrName>style.visibility</p:attrName>
                                        </p:attrNameLst>
                                      </p:cBhvr>
                                      <p:to>
                                        <p:strVal val="visible"/>
                                      </p:to>
                                    </p:set>
                                    <p:animEffect transition="in" filter="fade">
                                      <p:cBhvr>
                                        <p:cTn id="319" dur="650"/>
                                        <p:tgtEl>
                                          <p:spTgt spid="54"/>
                                        </p:tgtEl>
                                      </p:cBhvr>
                                    </p:animEffect>
                                    <p:anim calcmode="lin" valueType="num">
                                      <p:cBhvr>
                                        <p:cTn id="320" dur="650" fill="hold"/>
                                        <p:tgtEl>
                                          <p:spTgt spid="54"/>
                                        </p:tgtEl>
                                        <p:attrNameLst>
                                          <p:attrName>ppt_x</p:attrName>
                                        </p:attrNameLst>
                                      </p:cBhvr>
                                      <p:tavLst>
                                        <p:tav tm="0">
                                          <p:val>
                                            <p:strVal val="#ppt_x"/>
                                          </p:val>
                                        </p:tav>
                                        <p:tav tm="100000">
                                          <p:val>
                                            <p:strVal val="#ppt_x"/>
                                          </p:val>
                                        </p:tav>
                                      </p:tavLst>
                                    </p:anim>
                                    <p:anim calcmode="lin" valueType="num">
                                      <p:cBhvr>
                                        <p:cTn id="321" dur="650" fill="hold"/>
                                        <p:tgtEl>
                                          <p:spTgt spid="54"/>
                                        </p:tgtEl>
                                        <p:attrNameLst>
                                          <p:attrName>ppt_y</p:attrName>
                                        </p:attrNameLst>
                                      </p:cBhvr>
                                      <p:tavLst>
                                        <p:tav tm="0">
                                          <p:val>
                                            <p:strVal val="#ppt_y+.1"/>
                                          </p:val>
                                        </p:tav>
                                        <p:tav tm="100000">
                                          <p:val>
                                            <p:strVal val="#ppt_y"/>
                                          </p:val>
                                        </p:tav>
                                      </p:tavLst>
                                    </p:anim>
                                  </p:childTnLst>
                                </p:cTn>
                              </p:par>
                              <p:par>
                                <p:cTn id="322" presetID="42" presetClass="entr" presetSubtype="0" fill="hold" grpId="0" nodeType="withEffect">
                                  <p:stCondLst>
                                    <p:cond delay="0"/>
                                  </p:stCondLst>
                                  <p:childTnLst>
                                    <p:set>
                                      <p:cBhvr>
                                        <p:cTn id="323" dur="1" fill="hold">
                                          <p:stCondLst>
                                            <p:cond delay="0"/>
                                          </p:stCondLst>
                                        </p:cTn>
                                        <p:tgtEl>
                                          <p:spTgt spid="55"/>
                                        </p:tgtEl>
                                        <p:attrNameLst>
                                          <p:attrName>style.visibility</p:attrName>
                                        </p:attrNameLst>
                                      </p:cBhvr>
                                      <p:to>
                                        <p:strVal val="visible"/>
                                      </p:to>
                                    </p:set>
                                    <p:animEffect transition="in" filter="fade">
                                      <p:cBhvr>
                                        <p:cTn id="324" dur="650"/>
                                        <p:tgtEl>
                                          <p:spTgt spid="55"/>
                                        </p:tgtEl>
                                      </p:cBhvr>
                                    </p:animEffect>
                                    <p:anim calcmode="lin" valueType="num">
                                      <p:cBhvr>
                                        <p:cTn id="325" dur="650" fill="hold"/>
                                        <p:tgtEl>
                                          <p:spTgt spid="55"/>
                                        </p:tgtEl>
                                        <p:attrNameLst>
                                          <p:attrName>ppt_x</p:attrName>
                                        </p:attrNameLst>
                                      </p:cBhvr>
                                      <p:tavLst>
                                        <p:tav tm="0">
                                          <p:val>
                                            <p:strVal val="#ppt_x"/>
                                          </p:val>
                                        </p:tav>
                                        <p:tav tm="100000">
                                          <p:val>
                                            <p:strVal val="#ppt_x"/>
                                          </p:val>
                                        </p:tav>
                                      </p:tavLst>
                                    </p:anim>
                                    <p:anim calcmode="lin" valueType="num">
                                      <p:cBhvr>
                                        <p:cTn id="326" dur="650" fill="hold"/>
                                        <p:tgtEl>
                                          <p:spTgt spid="55"/>
                                        </p:tgtEl>
                                        <p:attrNameLst>
                                          <p:attrName>ppt_y</p:attrName>
                                        </p:attrNameLst>
                                      </p:cBhvr>
                                      <p:tavLst>
                                        <p:tav tm="0">
                                          <p:val>
                                            <p:strVal val="#ppt_y+.1"/>
                                          </p:val>
                                        </p:tav>
                                        <p:tav tm="100000">
                                          <p:val>
                                            <p:strVal val="#ppt_y"/>
                                          </p:val>
                                        </p:tav>
                                      </p:tavLst>
                                    </p:anim>
                                  </p:childTnLst>
                                </p:cTn>
                              </p:par>
                              <p:par>
                                <p:cTn id="327" presetID="42" presetClass="entr" presetSubtype="0" fill="hold" grpId="0" nodeType="withEffect">
                                  <p:stCondLst>
                                    <p:cond delay="0"/>
                                  </p:stCondLst>
                                  <p:childTnLst>
                                    <p:set>
                                      <p:cBhvr>
                                        <p:cTn id="328" dur="1" fill="hold">
                                          <p:stCondLst>
                                            <p:cond delay="0"/>
                                          </p:stCondLst>
                                        </p:cTn>
                                        <p:tgtEl>
                                          <p:spTgt spid="56"/>
                                        </p:tgtEl>
                                        <p:attrNameLst>
                                          <p:attrName>style.visibility</p:attrName>
                                        </p:attrNameLst>
                                      </p:cBhvr>
                                      <p:to>
                                        <p:strVal val="visible"/>
                                      </p:to>
                                    </p:set>
                                    <p:animEffect transition="in" filter="fade">
                                      <p:cBhvr>
                                        <p:cTn id="329" dur="650"/>
                                        <p:tgtEl>
                                          <p:spTgt spid="56"/>
                                        </p:tgtEl>
                                      </p:cBhvr>
                                    </p:animEffect>
                                    <p:anim calcmode="lin" valueType="num">
                                      <p:cBhvr>
                                        <p:cTn id="330" dur="650" fill="hold"/>
                                        <p:tgtEl>
                                          <p:spTgt spid="56"/>
                                        </p:tgtEl>
                                        <p:attrNameLst>
                                          <p:attrName>ppt_x</p:attrName>
                                        </p:attrNameLst>
                                      </p:cBhvr>
                                      <p:tavLst>
                                        <p:tav tm="0">
                                          <p:val>
                                            <p:strVal val="#ppt_x"/>
                                          </p:val>
                                        </p:tav>
                                        <p:tav tm="100000">
                                          <p:val>
                                            <p:strVal val="#ppt_x"/>
                                          </p:val>
                                        </p:tav>
                                      </p:tavLst>
                                    </p:anim>
                                    <p:anim calcmode="lin" valueType="num">
                                      <p:cBhvr>
                                        <p:cTn id="331" dur="650" fill="hold"/>
                                        <p:tgtEl>
                                          <p:spTgt spid="56"/>
                                        </p:tgtEl>
                                        <p:attrNameLst>
                                          <p:attrName>ppt_y</p:attrName>
                                        </p:attrNameLst>
                                      </p:cBhvr>
                                      <p:tavLst>
                                        <p:tav tm="0">
                                          <p:val>
                                            <p:strVal val="#ppt_y+.1"/>
                                          </p:val>
                                        </p:tav>
                                        <p:tav tm="100000">
                                          <p:val>
                                            <p:strVal val="#ppt_y"/>
                                          </p:val>
                                        </p:tav>
                                      </p:tavLst>
                                    </p:anim>
                                  </p:childTnLst>
                                </p:cTn>
                              </p:par>
                              <p:par>
                                <p:cTn id="332" presetID="42" presetClass="entr" presetSubtype="0" fill="hold" nodeType="withEffect">
                                  <p:stCondLst>
                                    <p:cond delay="0"/>
                                  </p:stCondLst>
                                  <p:childTnLst>
                                    <p:set>
                                      <p:cBhvr>
                                        <p:cTn id="333" dur="1" fill="hold">
                                          <p:stCondLst>
                                            <p:cond delay="0"/>
                                          </p:stCondLst>
                                        </p:cTn>
                                        <p:tgtEl>
                                          <p:spTgt spid="57"/>
                                        </p:tgtEl>
                                        <p:attrNameLst>
                                          <p:attrName>style.visibility</p:attrName>
                                        </p:attrNameLst>
                                      </p:cBhvr>
                                      <p:to>
                                        <p:strVal val="visible"/>
                                      </p:to>
                                    </p:set>
                                    <p:animEffect transition="in" filter="fade">
                                      <p:cBhvr>
                                        <p:cTn id="334" dur="650"/>
                                        <p:tgtEl>
                                          <p:spTgt spid="57"/>
                                        </p:tgtEl>
                                      </p:cBhvr>
                                    </p:animEffect>
                                    <p:anim calcmode="lin" valueType="num">
                                      <p:cBhvr>
                                        <p:cTn id="335" dur="650" fill="hold"/>
                                        <p:tgtEl>
                                          <p:spTgt spid="57"/>
                                        </p:tgtEl>
                                        <p:attrNameLst>
                                          <p:attrName>ppt_x</p:attrName>
                                        </p:attrNameLst>
                                      </p:cBhvr>
                                      <p:tavLst>
                                        <p:tav tm="0">
                                          <p:val>
                                            <p:strVal val="#ppt_x"/>
                                          </p:val>
                                        </p:tav>
                                        <p:tav tm="100000">
                                          <p:val>
                                            <p:strVal val="#ppt_x"/>
                                          </p:val>
                                        </p:tav>
                                      </p:tavLst>
                                    </p:anim>
                                    <p:anim calcmode="lin" valueType="num">
                                      <p:cBhvr>
                                        <p:cTn id="336" dur="650" fill="hold"/>
                                        <p:tgtEl>
                                          <p:spTgt spid="57"/>
                                        </p:tgtEl>
                                        <p:attrNameLst>
                                          <p:attrName>ppt_y</p:attrName>
                                        </p:attrNameLst>
                                      </p:cBhvr>
                                      <p:tavLst>
                                        <p:tav tm="0">
                                          <p:val>
                                            <p:strVal val="#ppt_y+.1"/>
                                          </p:val>
                                        </p:tav>
                                        <p:tav tm="100000">
                                          <p:val>
                                            <p:strVal val="#ppt_y"/>
                                          </p:val>
                                        </p:tav>
                                      </p:tavLst>
                                    </p:anim>
                                  </p:childTnLst>
                                </p:cTn>
                              </p:par>
                              <p:par>
                                <p:cTn id="337" presetID="42" presetClass="entr" presetSubtype="0" fill="hold" grpId="0" nodeType="withEffect">
                                  <p:stCondLst>
                                    <p:cond delay="0"/>
                                  </p:stCondLst>
                                  <p:childTnLst>
                                    <p:set>
                                      <p:cBhvr>
                                        <p:cTn id="338" dur="1" fill="hold">
                                          <p:stCondLst>
                                            <p:cond delay="0"/>
                                          </p:stCondLst>
                                        </p:cTn>
                                        <p:tgtEl>
                                          <p:spTgt spid="58"/>
                                        </p:tgtEl>
                                        <p:attrNameLst>
                                          <p:attrName>style.visibility</p:attrName>
                                        </p:attrNameLst>
                                      </p:cBhvr>
                                      <p:to>
                                        <p:strVal val="visible"/>
                                      </p:to>
                                    </p:set>
                                    <p:animEffect transition="in" filter="fade">
                                      <p:cBhvr>
                                        <p:cTn id="339" dur="650"/>
                                        <p:tgtEl>
                                          <p:spTgt spid="58"/>
                                        </p:tgtEl>
                                      </p:cBhvr>
                                    </p:animEffect>
                                    <p:anim calcmode="lin" valueType="num">
                                      <p:cBhvr>
                                        <p:cTn id="340" dur="650" fill="hold"/>
                                        <p:tgtEl>
                                          <p:spTgt spid="58"/>
                                        </p:tgtEl>
                                        <p:attrNameLst>
                                          <p:attrName>ppt_x</p:attrName>
                                        </p:attrNameLst>
                                      </p:cBhvr>
                                      <p:tavLst>
                                        <p:tav tm="0">
                                          <p:val>
                                            <p:strVal val="#ppt_x"/>
                                          </p:val>
                                        </p:tav>
                                        <p:tav tm="100000">
                                          <p:val>
                                            <p:strVal val="#ppt_x"/>
                                          </p:val>
                                        </p:tav>
                                      </p:tavLst>
                                    </p:anim>
                                    <p:anim calcmode="lin" valueType="num">
                                      <p:cBhvr>
                                        <p:cTn id="341" dur="650" fill="hold"/>
                                        <p:tgtEl>
                                          <p:spTgt spid="58"/>
                                        </p:tgtEl>
                                        <p:attrNameLst>
                                          <p:attrName>ppt_y</p:attrName>
                                        </p:attrNameLst>
                                      </p:cBhvr>
                                      <p:tavLst>
                                        <p:tav tm="0">
                                          <p:val>
                                            <p:strVal val="#ppt_y+.1"/>
                                          </p:val>
                                        </p:tav>
                                        <p:tav tm="100000">
                                          <p:val>
                                            <p:strVal val="#ppt_y"/>
                                          </p:val>
                                        </p:tav>
                                      </p:tavLst>
                                    </p:anim>
                                  </p:childTnLst>
                                </p:cTn>
                              </p:par>
                              <p:par>
                                <p:cTn id="342" presetID="42" presetClass="entr" presetSubtype="0" fill="hold" grpId="0" nodeType="withEffect">
                                  <p:stCondLst>
                                    <p:cond delay="0"/>
                                  </p:stCondLst>
                                  <p:childTnLst>
                                    <p:set>
                                      <p:cBhvr>
                                        <p:cTn id="343" dur="1" fill="hold">
                                          <p:stCondLst>
                                            <p:cond delay="0"/>
                                          </p:stCondLst>
                                        </p:cTn>
                                        <p:tgtEl>
                                          <p:spTgt spid="59"/>
                                        </p:tgtEl>
                                        <p:attrNameLst>
                                          <p:attrName>style.visibility</p:attrName>
                                        </p:attrNameLst>
                                      </p:cBhvr>
                                      <p:to>
                                        <p:strVal val="visible"/>
                                      </p:to>
                                    </p:set>
                                    <p:animEffect transition="in" filter="fade">
                                      <p:cBhvr>
                                        <p:cTn id="344" dur="650"/>
                                        <p:tgtEl>
                                          <p:spTgt spid="59"/>
                                        </p:tgtEl>
                                      </p:cBhvr>
                                    </p:animEffect>
                                    <p:anim calcmode="lin" valueType="num">
                                      <p:cBhvr>
                                        <p:cTn id="345" dur="650" fill="hold"/>
                                        <p:tgtEl>
                                          <p:spTgt spid="59"/>
                                        </p:tgtEl>
                                        <p:attrNameLst>
                                          <p:attrName>ppt_x</p:attrName>
                                        </p:attrNameLst>
                                      </p:cBhvr>
                                      <p:tavLst>
                                        <p:tav tm="0">
                                          <p:val>
                                            <p:strVal val="#ppt_x"/>
                                          </p:val>
                                        </p:tav>
                                        <p:tav tm="100000">
                                          <p:val>
                                            <p:strVal val="#ppt_x"/>
                                          </p:val>
                                        </p:tav>
                                      </p:tavLst>
                                    </p:anim>
                                    <p:anim calcmode="lin" valueType="num">
                                      <p:cBhvr>
                                        <p:cTn id="346" dur="650" fill="hold"/>
                                        <p:tgtEl>
                                          <p:spTgt spid="59"/>
                                        </p:tgtEl>
                                        <p:attrNameLst>
                                          <p:attrName>ppt_y</p:attrName>
                                        </p:attrNameLst>
                                      </p:cBhvr>
                                      <p:tavLst>
                                        <p:tav tm="0">
                                          <p:val>
                                            <p:strVal val="#ppt_y+.1"/>
                                          </p:val>
                                        </p:tav>
                                        <p:tav tm="100000">
                                          <p:val>
                                            <p:strVal val="#ppt_y"/>
                                          </p:val>
                                        </p:tav>
                                      </p:tavLst>
                                    </p:anim>
                                  </p:childTnLst>
                                </p:cTn>
                              </p:par>
                              <p:par>
                                <p:cTn id="347" presetID="42" presetClass="entr" presetSubtype="0" fill="hold" grpId="0" nodeType="withEffect">
                                  <p:stCondLst>
                                    <p:cond delay="120"/>
                                  </p:stCondLst>
                                  <p:childTnLst>
                                    <p:set>
                                      <p:cBhvr>
                                        <p:cTn id="348" dur="1" fill="hold">
                                          <p:stCondLst>
                                            <p:cond delay="0"/>
                                          </p:stCondLst>
                                        </p:cTn>
                                        <p:tgtEl>
                                          <p:spTgt spid="60"/>
                                        </p:tgtEl>
                                        <p:attrNameLst>
                                          <p:attrName>style.visibility</p:attrName>
                                        </p:attrNameLst>
                                      </p:cBhvr>
                                      <p:to>
                                        <p:strVal val="visible"/>
                                      </p:to>
                                    </p:set>
                                    <p:animEffect transition="in" filter="fade">
                                      <p:cBhvr>
                                        <p:cTn id="349" dur="650"/>
                                        <p:tgtEl>
                                          <p:spTgt spid="60"/>
                                        </p:tgtEl>
                                      </p:cBhvr>
                                    </p:animEffect>
                                    <p:anim calcmode="lin" valueType="num">
                                      <p:cBhvr>
                                        <p:cTn id="350" dur="650" fill="hold"/>
                                        <p:tgtEl>
                                          <p:spTgt spid="60"/>
                                        </p:tgtEl>
                                        <p:attrNameLst>
                                          <p:attrName>ppt_x</p:attrName>
                                        </p:attrNameLst>
                                      </p:cBhvr>
                                      <p:tavLst>
                                        <p:tav tm="0">
                                          <p:val>
                                            <p:strVal val="#ppt_x"/>
                                          </p:val>
                                        </p:tav>
                                        <p:tav tm="100000">
                                          <p:val>
                                            <p:strVal val="#ppt_x"/>
                                          </p:val>
                                        </p:tav>
                                      </p:tavLst>
                                    </p:anim>
                                    <p:anim calcmode="lin" valueType="num">
                                      <p:cBhvr>
                                        <p:cTn id="351" dur="650" fill="hold"/>
                                        <p:tgtEl>
                                          <p:spTgt spid="60"/>
                                        </p:tgtEl>
                                        <p:attrNameLst>
                                          <p:attrName>ppt_y</p:attrName>
                                        </p:attrNameLst>
                                      </p:cBhvr>
                                      <p:tavLst>
                                        <p:tav tm="0">
                                          <p:val>
                                            <p:strVal val="#ppt_y+.1"/>
                                          </p:val>
                                        </p:tav>
                                        <p:tav tm="100000">
                                          <p:val>
                                            <p:strVal val="#ppt_y"/>
                                          </p:val>
                                        </p:tav>
                                      </p:tavLst>
                                    </p:anim>
                                  </p:childTnLst>
                                </p:cTn>
                              </p:par>
                              <p:par>
                                <p:cTn id="352" presetID="42" presetClass="entr" presetSubtype="0" fill="hold" grpId="0" nodeType="withEffect">
                                  <p:stCondLst>
                                    <p:cond delay="120"/>
                                  </p:stCondLst>
                                  <p:childTnLst>
                                    <p:set>
                                      <p:cBhvr>
                                        <p:cTn id="353" dur="1" fill="hold">
                                          <p:stCondLst>
                                            <p:cond delay="0"/>
                                          </p:stCondLst>
                                        </p:cTn>
                                        <p:tgtEl>
                                          <p:spTgt spid="61"/>
                                        </p:tgtEl>
                                        <p:attrNameLst>
                                          <p:attrName>style.visibility</p:attrName>
                                        </p:attrNameLst>
                                      </p:cBhvr>
                                      <p:to>
                                        <p:strVal val="visible"/>
                                      </p:to>
                                    </p:set>
                                    <p:animEffect transition="in" filter="fade">
                                      <p:cBhvr>
                                        <p:cTn id="354" dur="650"/>
                                        <p:tgtEl>
                                          <p:spTgt spid="61"/>
                                        </p:tgtEl>
                                      </p:cBhvr>
                                    </p:animEffect>
                                    <p:anim calcmode="lin" valueType="num">
                                      <p:cBhvr>
                                        <p:cTn id="355" dur="650" fill="hold"/>
                                        <p:tgtEl>
                                          <p:spTgt spid="61"/>
                                        </p:tgtEl>
                                        <p:attrNameLst>
                                          <p:attrName>ppt_x</p:attrName>
                                        </p:attrNameLst>
                                      </p:cBhvr>
                                      <p:tavLst>
                                        <p:tav tm="0">
                                          <p:val>
                                            <p:strVal val="#ppt_x"/>
                                          </p:val>
                                        </p:tav>
                                        <p:tav tm="100000">
                                          <p:val>
                                            <p:strVal val="#ppt_x"/>
                                          </p:val>
                                        </p:tav>
                                      </p:tavLst>
                                    </p:anim>
                                    <p:anim calcmode="lin" valueType="num">
                                      <p:cBhvr>
                                        <p:cTn id="356" dur="650" fill="hold"/>
                                        <p:tgtEl>
                                          <p:spTgt spid="61"/>
                                        </p:tgtEl>
                                        <p:attrNameLst>
                                          <p:attrName>ppt_y</p:attrName>
                                        </p:attrNameLst>
                                      </p:cBhvr>
                                      <p:tavLst>
                                        <p:tav tm="0">
                                          <p:val>
                                            <p:strVal val="#ppt_y+.1"/>
                                          </p:val>
                                        </p:tav>
                                        <p:tav tm="100000">
                                          <p:val>
                                            <p:strVal val="#ppt_y"/>
                                          </p:val>
                                        </p:tav>
                                      </p:tavLst>
                                    </p:anim>
                                  </p:childTnLst>
                                </p:cTn>
                              </p:par>
                              <p:par>
                                <p:cTn id="357" presetID="42" presetClass="entr" presetSubtype="0" fill="hold" grpId="0" nodeType="withEffect">
                                  <p:stCondLst>
                                    <p:cond delay="120"/>
                                  </p:stCondLst>
                                  <p:childTnLst>
                                    <p:set>
                                      <p:cBhvr>
                                        <p:cTn id="358" dur="1" fill="hold">
                                          <p:stCondLst>
                                            <p:cond delay="0"/>
                                          </p:stCondLst>
                                        </p:cTn>
                                        <p:tgtEl>
                                          <p:spTgt spid="62"/>
                                        </p:tgtEl>
                                        <p:attrNameLst>
                                          <p:attrName>style.visibility</p:attrName>
                                        </p:attrNameLst>
                                      </p:cBhvr>
                                      <p:to>
                                        <p:strVal val="visible"/>
                                      </p:to>
                                    </p:set>
                                    <p:animEffect transition="in" filter="fade">
                                      <p:cBhvr>
                                        <p:cTn id="359" dur="650"/>
                                        <p:tgtEl>
                                          <p:spTgt spid="62"/>
                                        </p:tgtEl>
                                      </p:cBhvr>
                                    </p:animEffect>
                                    <p:anim calcmode="lin" valueType="num">
                                      <p:cBhvr>
                                        <p:cTn id="360" dur="650" fill="hold"/>
                                        <p:tgtEl>
                                          <p:spTgt spid="62"/>
                                        </p:tgtEl>
                                        <p:attrNameLst>
                                          <p:attrName>ppt_x</p:attrName>
                                        </p:attrNameLst>
                                      </p:cBhvr>
                                      <p:tavLst>
                                        <p:tav tm="0">
                                          <p:val>
                                            <p:strVal val="#ppt_x"/>
                                          </p:val>
                                        </p:tav>
                                        <p:tav tm="100000">
                                          <p:val>
                                            <p:strVal val="#ppt_x"/>
                                          </p:val>
                                        </p:tav>
                                      </p:tavLst>
                                    </p:anim>
                                    <p:anim calcmode="lin" valueType="num">
                                      <p:cBhvr>
                                        <p:cTn id="361" dur="650" fill="hold"/>
                                        <p:tgtEl>
                                          <p:spTgt spid="62"/>
                                        </p:tgtEl>
                                        <p:attrNameLst>
                                          <p:attrName>ppt_y</p:attrName>
                                        </p:attrNameLst>
                                      </p:cBhvr>
                                      <p:tavLst>
                                        <p:tav tm="0">
                                          <p:val>
                                            <p:strVal val="#ppt_y+.1"/>
                                          </p:val>
                                        </p:tav>
                                        <p:tav tm="100000">
                                          <p:val>
                                            <p:strVal val="#ppt_y"/>
                                          </p:val>
                                        </p:tav>
                                      </p:tavLst>
                                    </p:anim>
                                  </p:childTnLst>
                                </p:cTn>
                              </p:par>
                              <p:par>
                                <p:cTn id="362" presetID="42" presetClass="entr" presetSubtype="0" fill="hold" grpId="0" nodeType="withEffect">
                                  <p:stCondLst>
                                    <p:cond delay="120"/>
                                  </p:stCondLst>
                                  <p:childTnLst>
                                    <p:set>
                                      <p:cBhvr>
                                        <p:cTn id="363" dur="1" fill="hold">
                                          <p:stCondLst>
                                            <p:cond delay="0"/>
                                          </p:stCondLst>
                                        </p:cTn>
                                        <p:tgtEl>
                                          <p:spTgt spid="63"/>
                                        </p:tgtEl>
                                        <p:attrNameLst>
                                          <p:attrName>style.visibility</p:attrName>
                                        </p:attrNameLst>
                                      </p:cBhvr>
                                      <p:to>
                                        <p:strVal val="visible"/>
                                      </p:to>
                                    </p:set>
                                    <p:animEffect transition="in" filter="fade">
                                      <p:cBhvr>
                                        <p:cTn id="364" dur="650"/>
                                        <p:tgtEl>
                                          <p:spTgt spid="63"/>
                                        </p:tgtEl>
                                      </p:cBhvr>
                                    </p:animEffect>
                                    <p:anim calcmode="lin" valueType="num">
                                      <p:cBhvr>
                                        <p:cTn id="365" dur="650" fill="hold"/>
                                        <p:tgtEl>
                                          <p:spTgt spid="63"/>
                                        </p:tgtEl>
                                        <p:attrNameLst>
                                          <p:attrName>ppt_x</p:attrName>
                                        </p:attrNameLst>
                                      </p:cBhvr>
                                      <p:tavLst>
                                        <p:tav tm="0">
                                          <p:val>
                                            <p:strVal val="#ppt_x"/>
                                          </p:val>
                                        </p:tav>
                                        <p:tav tm="100000">
                                          <p:val>
                                            <p:strVal val="#ppt_x"/>
                                          </p:val>
                                        </p:tav>
                                      </p:tavLst>
                                    </p:anim>
                                    <p:anim calcmode="lin" valueType="num">
                                      <p:cBhvr>
                                        <p:cTn id="366" dur="650" fill="hold"/>
                                        <p:tgtEl>
                                          <p:spTgt spid="63"/>
                                        </p:tgtEl>
                                        <p:attrNameLst>
                                          <p:attrName>ppt_y</p:attrName>
                                        </p:attrNameLst>
                                      </p:cBhvr>
                                      <p:tavLst>
                                        <p:tav tm="0">
                                          <p:val>
                                            <p:strVal val="#ppt_y+.1"/>
                                          </p:val>
                                        </p:tav>
                                        <p:tav tm="100000">
                                          <p:val>
                                            <p:strVal val="#ppt_y"/>
                                          </p:val>
                                        </p:tav>
                                      </p:tavLst>
                                    </p:anim>
                                  </p:childTnLst>
                                </p:cTn>
                              </p:par>
                              <p:par>
                                <p:cTn id="367" presetID="42" presetClass="entr" presetSubtype="0" fill="hold" nodeType="withEffect">
                                  <p:stCondLst>
                                    <p:cond delay="120"/>
                                  </p:stCondLst>
                                  <p:childTnLst>
                                    <p:set>
                                      <p:cBhvr>
                                        <p:cTn id="368" dur="1" fill="hold">
                                          <p:stCondLst>
                                            <p:cond delay="0"/>
                                          </p:stCondLst>
                                        </p:cTn>
                                        <p:tgtEl>
                                          <p:spTgt spid="64"/>
                                        </p:tgtEl>
                                        <p:attrNameLst>
                                          <p:attrName>style.visibility</p:attrName>
                                        </p:attrNameLst>
                                      </p:cBhvr>
                                      <p:to>
                                        <p:strVal val="visible"/>
                                      </p:to>
                                    </p:set>
                                    <p:animEffect transition="in" filter="fade">
                                      <p:cBhvr>
                                        <p:cTn id="369" dur="650"/>
                                        <p:tgtEl>
                                          <p:spTgt spid="64"/>
                                        </p:tgtEl>
                                      </p:cBhvr>
                                    </p:animEffect>
                                    <p:anim calcmode="lin" valueType="num">
                                      <p:cBhvr>
                                        <p:cTn id="370" dur="650" fill="hold"/>
                                        <p:tgtEl>
                                          <p:spTgt spid="64"/>
                                        </p:tgtEl>
                                        <p:attrNameLst>
                                          <p:attrName>ppt_x</p:attrName>
                                        </p:attrNameLst>
                                      </p:cBhvr>
                                      <p:tavLst>
                                        <p:tav tm="0">
                                          <p:val>
                                            <p:strVal val="#ppt_x"/>
                                          </p:val>
                                        </p:tav>
                                        <p:tav tm="100000">
                                          <p:val>
                                            <p:strVal val="#ppt_x"/>
                                          </p:val>
                                        </p:tav>
                                      </p:tavLst>
                                    </p:anim>
                                    <p:anim calcmode="lin" valueType="num">
                                      <p:cBhvr>
                                        <p:cTn id="371" dur="650" fill="hold"/>
                                        <p:tgtEl>
                                          <p:spTgt spid="64"/>
                                        </p:tgtEl>
                                        <p:attrNameLst>
                                          <p:attrName>ppt_y</p:attrName>
                                        </p:attrNameLst>
                                      </p:cBhvr>
                                      <p:tavLst>
                                        <p:tav tm="0">
                                          <p:val>
                                            <p:strVal val="#ppt_y+.1"/>
                                          </p:val>
                                        </p:tav>
                                        <p:tav tm="100000">
                                          <p:val>
                                            <p:strVal val="#ppt_y"/>
                                          </p:val>
                                        </p:tav>
                                      </p:tavLst>
                                    </p:anim>
                                  </p:childTnLst>
                                </p:cTn>
                              </p:par>
                              <p:par>
                                <p:cTn id="372" presetID="42" presetClass="entr" presetSubtype="0" fill="hold" grpId="0" nodeType="withEffect">
                                  <p:stCondLst>
                                    <p:cond delay="120"/>
                                  </p:stCondLst>
                                  <p:childTnLst>
                                    <p:set>
                                      <p:cBhvr>
                                        <p:cTn id="373" dur="1" fill="hold">
                                          <p:stCondLst>
                                            <p:cond delay="0"/>
                                          </p:stCondLst>
                                        </p:cTn>
                                        <p:tgtEl>
                                          <p:spTgt spid="65"/>
                                        </p:tgtEl>
                                        <p:attrNameLst>
                                          <p:attrName>style.visibility</p:attrName>
                                        </p:attrNameLst>
                                      </p:cBhvr>
                                      <p:to>
                                        <p:strVal val="visible"/>
                                      </p:to>
                                    </p:set>
                                    <p:animEffect transition="in" filter="fade">
                                      <p:cBhvr>
                                        <p:cTn id="374" dur="650"/>
                                        <p:tgtEl>
                                          <p:spTgt spid="65"/>
                                        </p:tgtEl>
                                      </p:cBhvr>
                                    </p:animEffect>
                                    <p:anim calcmode="lin" valueType="num">
                                      <p:cBhvr>
                                        <p:cTn id="375" dur="650" fill="hold"/>
                                        <p:tgtEl>
                                          <p:spTgt spid="65"/>
                                        </p:tgtEl>
                                        <p:attrNameLst>
                                          <p:attrName>ppt_x</p:attrName>
                                        </p:attrNameLst>
                                      </p:cBhvr>
                                      <p:tavLst>
                                        <p:tav tm="0">
                                          <p:val>
                                            <p:strVal val="#ppt_x"/>
                                          </p:val>
                                        </p:tav>
                                        <p:tav tm="100000">
                                          <p:val>
                                            <p:strVal val="#ppt_x"/>
                                          </p:val>
                                        </p:tav>
                                      </p:tavLst>
                                    </p:anim>
                                    <p:anim calcmode="lin" valueType="num">
                                      <p:cBhvr>
                                        <p:cTn id="376" dur="650" fill="hold"/>
                                        <p:tgtEl>
                                          <p:spTgt spid="65"/>
                                        </p:tgtEl>
                                        <p:attrNameLst>
                                          <p:attrName>ppt_y</p:attrName>
                                        </p:attrNameLst>
                                      </p:cBhvr>
                                      <p:tavLst>
                                        <p:tav tm="0">
                                          <p:val>
                                            <p:strVal val="#ppt_y+.1"/>
                                          </p:val>
                                        </p:tav>
                                        <p:tav tm="100000">
                                          <p:val>
                                            <p:strVal val="#ppt_y"/>
                                          </p:val>
                                        </p:tav>
                                      </p:tavLst>
                                    </p:anim>
                                  </p:childTnLst>
                                </p:cTn>
                              </p:par>
                              <p:par>
                                <p:cTn id="377" presetID="42" presetClass="entr" presetSubtype="0" fill="hold" grpId="0" nodeType="withEffect">
                                  <p:stCondLst>
                                    <p:cond delay="120"/>
                                  </p:stCondLst>
                                  <p:childTnLst>
                                    <p:set>
                                      <p:cBhvr>
                                        <p:cTn id="378" dur="1" fill="hold">
                                          <p:stCondLst>
                                            <p:cond delay="0"/>
                                          </p:stCondLst>
                                        </p:cTn>
                                        <p:tgtEl>
                                          <p:spTgt spid="66"/>
                                        </p:tgtEl>
                                        <p:attrNameLst>
                                          <p:attrName>style.visibility</p:attrName>
                                        </p:attrNameLst>
                                      </p:cBhvr>
                                      <p:to>
                                        <p:strVal val="visible"/>
                                      </p:to>
                                    </p:set>
                                    <p:animEffect transition="in" filter="fade">
                                      <p:cBhvr>
                                        <p:cTn id="379" dur="650"/>
                                        <p:tgtEl>
                                          <p:spTgt spid="66"/>
                                        </p:tgtEl>
                                      </p:cBhvr>
                                    </p:animEffect>
                                    <p:anim calcmode="lin" valueType="num">
                                      <p:cBhvr>
                                        <p:cTn id="380" dur="650" fill="hold"/>
                                        <p:tgtEl>
                                          <p:spTgt spid="66"/>
                                        </p:tgtEl>
                                        <p:attrNameLst>
                                          <p:attrName>ppt_x</p:attrName>
                                        </p:attrNameLst>
                                      </p:cBhvr>
                                      <p:tavLst>
                                        <p:tav tm="0">
                                          <p:val>
                                            <p:strVal val="#ppt_x"/>
                                          </p:val>
                                        </p:tav>
                                        <p:tav tm="100000">
                                          <p:val>
                                            <p:strVal val="#ppt_x"/>
                                          </p:val>
                                        </p:tav>
                                      </p:tavLst>
                                    </p:anim>
                                    <p:anim calcmode="lin" valueType="num">
                                      <p:cBhvr>
                                        <p:cTn id="381" dur="650" fill="hold"/>
                                        <p:tgtEl>
                                          <p:spTgt spid="66"/>
                                        </p:tgtEl>
                                        <p:attrNameLst>
                                          <p:attrName>ppt_y</p:attrName>
                                        </p:attrNameLst>
                                      </p:cBhvr>
                                      <p:tavLst>
                                        <p:tav tm="0">
                                          <p:val>
                                            <p:strVal val="#ppt_y+.1"/>
                                          </p:val>
                                        </p:tav>
                                        <p:tav tm="100000">
                                          <p:val>
                                            <p:strVal val="#ppt_y"/>
                                          </p:val>
                                        </p:tav>
                                      </p:tavLst>
                                    </p:anim>
                                  </p:childTnLst>
                                </p:cTn>
                              </p:par>
                              <p:par>
                                <p:cTn id="382" presetID="42" presetClass="entr" presetSubtype="0" fill="hold" grpId="0" nodeType="withEffect">
                                  <p:stCondLst>
                                    <p:cond delay="240"/>
                                  </p:stCondLst>
                                  <p:childTnLst>
                                    <p:set>
                                      <p:cBhvr>
                                        <p:cTn id="383" dur="1" fill="hold">
                                          <p:stCondLst>
                                            <p:cond delay="0"/>
                                          </p:stCondLst>
                                        </p:cTn>
                                        <p:tgtEl>
                                          <p:spTgt spid="67"/>
                                        </p:tgtEl>
                                        <p:attrNameLst>
                                          <p:attrName>style.visibility</p:attrName>
                                        </p:attrNameLst>
                                      </p:cBhvr>
                                      <p:to>
                                        <p:strVal val="visible"/>
                                      </p:to>
                                    </p:set>
                                    <p:animEffect transition="in" filter="fade">
                                      <p:cBhvr>
                                        <p:cTn id="384" dur="650"/>
                                        <p:tgtEl>
                                          <p:spTgt spid="67"/>
                                        </p:tgtEl>
                                      </p:cBhvr>
                                    </p:animEffect>
                                    <p:anim calcmode="lin" valueType="num">
                                      <p:cBhvr>
                                        <p:cTn id="385" dur="650" fill="hold"/>
                                        <p:tgtEl>
                                          <p:spTgt spid="67"/>
                                        </p:tgtEl>
                                        <p:attrNameLst>
                                          <p:attrName>ppt_x</p:attrName>
                                        </p:attrNameLst>
                                      </p:cBhvr>
                                      <p:tavLst>
                                        <p:tav tm="0">
                                          <p:val>
                                            <p:strVal val="#ppt_x"/>
                                          </p:val>
                                        </p:tav>
                                        <p:tav tm="100000">
                                          <p:val>
                                            <p:strVal val="#ppt_x"/>
                                          </p:val>
                                        </p:tav>
                                      </p:tavLst>
                                    </p:anim>
                                    <p:anim calcmode="lin" valueType="num">
                                      <p:cBhvr>
                                        <p:cTn id="386" dur="650" fill="hold"/>
                                        <p:tgtEl>
                                          <p:spTgt spid="67"/>
                                        </p:tgtEl>
                                        <p:attrNameLst>
                                          <p:attrName>ppt_y</p:attrName>
                                        </p:attrNameLst>
                                      </p:cBhvr>
                                      <p:tavLst>
                                        <p:tav tm="0">
                                          <p:val>
                                            <p:strVal val="#ppt_y+.1"/>
                                          </p:val>
                                        </p:tav>
                                        <p:tav tm="100000">
                                          <p:val>
                                            <p:strVal val="#ppt_y"/>
                                          </p:val>
                                        </p:tav>
                                      </p:tavLst>
                                    </p:anim>
                                  </p:childTnLst>
                                </p:cTn>
                              </p:par>
                              <p:par>
                                <p:cTn id="387" presetID="42" presetClass="entr" presetSubtype="0" fill="hold" grpId="0" nodeType="withEffect">
                                  <p:stCondLst>
                                    <p:cond delay="240"/>
                                  </p:stCondLst>
                                  <p:childTnLst>
                                    <p:set>
                                      <p:cBhvr>
                                        <p:cTn id="388" dur="1" fill="hold">
                                          <p:stCondLst>
                                            <p:cond delay="0"/>
                                          </p:stCondLst>
                                        </p:cTn>
                                        <p:tgtEl>
                                          <p:spTgt spid="68"/>
                                        </p:tgtEl>
                                        <p:attrNameLst>
                                          <p:attrName>style.visibility</p:attrName>
                                        </p:attrNameLst>
                                      </p:cBhvr>
                                      <p:to>
                                        <p:strVal val="visible"/>
                                      </p:to>
                                    </p:set>
                                    <p:animEffect transition="in" filter="fade">
                                      <p:cBhvr>
                                        <p:cTn id="389" dur="650"/>
                                        <p:tgtEl>
                                          <p:spTgt spid="68"/>
                                        </p:tgtEl>
                                      </p:cBhvr>
                                    </p:animEffect>
                                    <p:anim calcmode="lin" valueType="num">
                                      <p:cBhvr>
                                        <p:cTn id="390" dur="650" fill="hold"/>
                                        <p:tgtEl>
                                          <p:spTgt spid="68"/>
                                        </p:tgtEl>
                                        <p:attrNameLst>
                                          <p:attrName>ppt_x</p:attrName>
                                        </p:attrNameLst>
                                      </p:cBhvr>
                                      <p:tavLst>
                                        <p:tav tm="0">
                                          <p:val>
                                            <p:strVal val="#ppt_x"/>
                                          </p:val>
                                        </p:tav>
                                        <p:tav tm="100000">
                                          <p:val>
                                            <p:strVal val="#ppt_x"/>
                                          </p:val>
                                        </p:tav>
                                      </p:tavLst>
                                    </p:anim>
                                    <p:anim calcmode="lin" valueType="num">
                                      <p:cBhvr>
                                        <p:cTn id="391" dur="650" fill="hold"/>
                                        <p:tgtEl>
                                          <p:spTgt spid="68"/>
                                        </p:tgtEl>
                                        <p:attrNameLst>
                                          <p:attrName>ppt_y</p:attrName>
                                        </p:attrNameLst>
                                      </p:cBhvr>
                                      <p:tavLst>
                                        <p:tav tm="0">
                                          <p:val>
                                            <p:strVal val="#ppt_y+.1"/>
                                          </p:val>
                                        </p:tav>
                                        <p:tav tm="100000">
                                          <p:val>
                                            <p:strVal val="#ppt_y"/>
                                          </p:val>
                                        </p:tav>
                                      </p:tavLst>
                                    </p:anim>
                                  </p:childTnLst>
                                </p:cTn>
                              </p:par>
                              <p:par>
                                <p:cTn id="392" presetID="42" presetClass="entr" presetSubtype="0" fill="hold" grpId="0" nodeType="withEffect">
                                  <p:stCondLst>
                                    <p:cond delay="240"/>
                                  </p:stCondLst>
                                  <p:childTnLst>
                                    <p:set>
                                      <p:cBhvr>
                                        <p:cTn id="393" dur="1" fill="hold">
                                          <p:stCondLst>
                                            <p:cond delay="0"/>
                                          </p:stCondLst>
                                        </p:cTn>
                                        <p:tgtEl>
                                          <p:spTgt spid="69"/>
                                        </p:tgtEl>
                                        <p:attrNameLst>
                                          <p:attrName>style.visibility</p:attrName>
                                        </p:attrNameLst>
                                      </p:cBhvr>
                                      <p:to>
                                        <p:strVal val="visible"/>
                                      </p:to>
                                    </p:set>
                                    <p:animEffect transition="in" filter="fade">
                                      <p:cBhvr>
                                        <p:cTn id="394" dur="650"/>
                                        <p:tgtEl>
                                          <p:spTgt spid="69"/>
                                        </p:tgtEl>
                                      </p:cBhvr>
                                    </p:animEffect>
                                    <p:anim calcmode="lin" valueType="num">
                                      <p:cBhvr>
                                        <p:cTn id="395" dur="650" fill="hold"/>
                                        <p:tgtEl>
                                          <p:spTgt spid="69"/>
                                        </p:tgtEl>
                                        <p:attrNameLst>
                                          <p:attrName>ppt_x</p:attrName>
                                        </p:attrNameLst>
                                      </p:cBhvr>
                                      <p:tavLst>
                                        <p:tav tm="0">
                                          <p:val>
                                            <p:strVal val="#ppt_x"/>
                                          </p:val>
                                        </p:tav>
                                        <p:tav tm="100000">
                                          <p:val>
                                            <p:strVal val="#ppt_x"/>
                                          </p:val>
                                        </p:tav>
                                      </p:tavLst>
                                    </p:anim>
                                    <p:anim calcmode="lin" valueType="num">
                                      <p:cBhvr>
                                        <p:cTn id="396" dur="650" fill="hold"/>
                                        <p:tgtEl>
                                          <p:spTgt spid="69"/>
                                        </p:tgtEl>
                                        <p:attrNameLst>
                                          <p:attrName>ppt_y</p:attrName>
                                        </p:attrNameLst>
                                      </p:cBhvr>
                                      <p:tavLst>
                                        <p:tav tm="0">
                                          <p:val>
                                            <p:strVal val="#ppt_y+.1"/>
                                          </p:val>
                                        </p:tav>
                                        <p:tav tm="100000">
                                          <p:val>
                                            <p:strVal val="#ppt_y"/>
                                          </p:val>
                                        </p:tav>
                                      </p:tavLst>
                                    </p:anim>
                                  </p:childTnLst>
                                </p:cTn>
                              </p:par>
                              <p:par>
                                <p:cTn id="397" presetID="42" presetClass="entr" presetSubtype="0" fill="hold" grpId="0" nodeType="withEffect">
                                  <p:stCondLst>
                                    <p:cond delay="240"/>
                                  </p:stCondLst>
                                  <p:childTnLst>
                                    <p:set>
                                      <p:cBhvr>
                                        <p:cTn id="398" dur="1" fill="hold">
                                          <p:stCondLst>
                                            <p:cond delay="0"/>
                                          </p:stCondLst>
                                        </p:cTn>
                                        <p:tgtEl>
                                          <p:spTgt spid="70"/>
                                        </p:tgtEl>
                                        <p:attrNameLst>
                                          <p:attrName>style.visibility</p:attrName>
                                        </p:attrNameLst>
                                      </p:cBhvr>
                                      <p:to>
                                        <p:strVal val="visible"/>
                                      </p:to>
                                    </p:set>
                                    <p:animEffect transition="in" filter="fade">
                                      <p:cBhvr>
                                        <p:cTn id="399" dur="650"/>
                                        <p:tgtEl>
                                          <p:spTgt spid="70"/>
                                        </p:tgtEl>
                                      </p:cBhvr>
                                    </p:animEffect>
                                    <p:anim calcmode="lin" valueType="num">
                                      <p:cBhvr>
                                        <p:cTn id="400" dur="650" fill="hold"/>
                                        <p:tgtEl>
                                          <p:spTgt spid="70"/>
                                        </p:tgtEl>
                                        <p:attrNameLst>
                                          <p:attrName>ppt_x</p:attrName>
                                        </p:attrNameLst>
                                      </p:cBhvr>
                                      <p:tavLst>
                                        <p:tav tm="0">
                                          <p:val>
                                            <p:strVal val="#ppt_x"/>
                                          </p:val>
                                        </p:tav>
                                        <p:tav tm="100000">
                                          <p:val>
                                            <p:strVal val="#ppt_x"/>
                                          </p:val>
                                        </p:tav>
                                      </p:tavLst>
                                    </p:anim>
                                    <p:anim calcmode="lin" valueType="num">
                                      <p:cBhvr>
                                        <p:cTn id="401" dur="650" fill="hold"/>
                                        <p:tgtEl>
                                          <p:spTgt spid="70"/>
                                        </p:tgtEl>
                                        <p:attrNameLst>
                                          <p:attrName>ppt_y</p:attrName>
                                        </p:attrNameLst>
                                      </p:cBhvr>
                                      <p:tavLst>
                                        <p:tav tm="0">
                                          <p:val>
                                            <p:strVal val="#ppt_y+.1"/>
                                          </p:val>
                                        </p:tav>
                                        <p:tav tm="100000">
                                          <p:val>
                                            <p:strVal val="#ppt_y"/>
                                          </p:val>
                                        </p:tav>
                                      </p:tavLst>
                                    </p:anim>
                                  </p:childTnLst>
                                </p:cTn>
                              </p:par>
                              <p:par>
                                <p:cTn id="402" presetID="42" presetClass="entr" presetSubtype="0" fill="hold" nodeType="withEffect">
                                  <p:stCondLst>
                                    <p:cond delay="240"/>
                                  </p:stCondLst>
                                  <p:childTnLst>
                                    <p:set>
                                      <p:cBhvr>
                                        <p:cTn id="403" dur="1" fill="hold">
                                          <p:stCondLst>
                                            <p:cond delay="0"/>
                                          </p:stCondLst>
                                        </p:cTn>
                                        <p:tgtEl>
                                          <p:spTgt spid="71"/>
                                        </p:tgtEl>
                                        <p:attrNameLst>
                                          <p:attrName>style.visibility</p:attrName>
                                        </p:attrNameLst>
                                      </p:cBhvr>
                                      <p:to>
                                        <p:strVal val="visible"/>
                                      </p:to>
                                    </p:set>
                                    <p:animEffect transition="in" filter="fade">
                                      <p:cBhvr>
                                        <p:cTn id="404" dur="650"/>
                                        <p:tgtEl>
                                          <p:spTgt spid="71"/>
                                        </p:tgtEl>
                                      </p:cBhvr>
                                    </p:animEffect>
                                    <p:anim calcmode="lin" valueType="num">
                                      <p:cBhvr>
                                        <p:cTn id="405" dur="650" fill="hold"/>
                                        <p:tgtEl>
                                          <p:spTgt spid="71"/>
                                        </p:tgtEl>
                                        <p:attrNameLst>
                                          <p:attrName>ppt_x</p:attrName>
                                        </p:attrNameLst>
                                      </p:cBhvr>
                                      <p:tavLst>
                                        <p:tav tm="0">
                                          <p:val>
                                            <p:strVal val="#ppt_x"/>
                                          </p:val>
                                        </p:tav>
                                        <p:tav tm="100000">
                                          <p:val>
                                            <p:strVal val="#ppt_x"/>
                                          </p:val>
                                        </p:tav>
                                      </p:tavLst>
                                    </p:anim>
                                    <p:anim calcmode="lin" valueType="num">
                                      <p:cBhvr>
                                        <p:cTn id="406" dur="650" fill="hold"/>
                                        <p:tgtEl>
                                          <p:spTgt spid="71"/>
                                        </p:tgtEl>
                                        <p:attrNameLst>
                                          <p:attrName>ppt_y</p:attrName>
                                        </p:attrNameLst>
                                      </p:cBhvr>
                                      <p:tavLst>
                                        <p:tav tm="0">
                                          <p:val>
                                            <p:strVal val="#ppt_y+.1"/>
                                          </p:val>
                                        </p:tav>
                                        <p:tav tm="100000">
                                          <p:val>
                                            <p:strVal val="#ppt_y"/>
                                          </p:val>
                                        </p:tav>
                                      </p:tavLst>
                                    </p:anim>
                                  </p:childTnLst>
                                </p:cTn>
                              </p:par>
                              <p:par>
                                <p:cTn id="407" presetID="42" presetClass="entr" presetSubtype="0" fill="hold" grpId="0" nodeType="withEffect">
                                  <p:stCondLst>
                                    <p:cond delay="240"/>
                                  </p:stCondLst>
                                  <p:childTnLst>
                                    <p:set>
                                      <p:cBhvr>
                                        <p:cTn id="408" dur="1" fill="hold">
                                          <p:stCondLst>
                                            <p:cond delay="0"/>
                                          </p:stCondLst>
                                        </p:cTn>
                                        <p:tgtEl>
                                          <p:spTgt spid="72"/>
                                        </p:tgtEl>
                                        <p:attrNameLst>
                                          <p:attrName>style.visibility</p:attrName>
                                        </p:attrNameLst>
                                      </p:cBhvr>
                                      <p:to>
                                        <p:strVal val="visible"/>
                                      </p:to>
                                    </p:set>
                                    <p:animEffect transition="in" filter="fade">
                                      <p:cBhvr>
                                        <p:cTn id="409" dur="650"/>
                                        <p:tgtEl>
                                          <p:spTgt spid="72"/>
                                        </p:tgtEl>
                                      </p:cBhvr>
                                    </p:animEffect>
                                    <p:anim calcmode="lin" valueType="num">
                                      <p:cBhvr>
                                        <p:cTn id="410" dur="650" fill="hold"/>
                                        <p:tgtEl>
                                          <p:spTgt spid="72"/>
                                        </p:tgtEl>
                                        <p:attrNameLst>
                                          <p:attrName>ppt_x</p:attrName>
                                        </p:attrNameLst>
                                      </p:cBhvr>
                                      <p:tavLst>
                                        <p:tav tm="0">
                                          <p:val>
                                            <p:strVal val="#ppt_x"/>
                                          </p:val>
                                        </p:tav>
                                        <p:tav tm="100000">
                                          <p:val>
                                            <p:strVal val="#ppt_x"/>
                                          </p:val>
                                        </p:tav>
                                      </p:tavLst>
                                    </p:anim>
                                    <p:anim calcmode="lin" valueType="num">
                                      <p:cBhvr>
                                        <p:cTn id="411" dur="650" fill="hold"/>
                                        <p:tgtEl>
                                          <p:spTgt spid="72"/>
                                        </p:tgtEl>
                                        <p:attrNameLst>
                                          <p:attrName>ppt_y</p:attrName>
                                        </p:attrNameLst>
                                      </p:cBhvr>
                                      <p:tavLst>
                                        <p:tav tm="0">
                                          <p:val>
                                            <p:strVal val="#ppt_y+.1"/>
                                          </p:val>
                                        </p:tav>
                                        <p:tav tm="100000">
                                          <p:val>
                                            <p:strVal val="#ppt_y"/>
                                          </p:val>
                                        </p:tav>
                                      </p:tavLst>
                                    </p:anim>
                                  </p:childTnLst>
                                </p:cTn>
                              </p:par>
                              <p:par>
                                <p:cTn id="412" presetID="42" presetClass="entr" presetSubtype="0" fill="hold" grpId="0" nodeType="withEffect">
                                  <p:stCondLst>
                                    <p:cond delay="240"/>
                                  </p:stCondLst>
                                  <p:childTnLst>
                                    <p:set>
                                      <p:cBhvr>
                                        <p:cTn id="413" dur="1" fill="hold">
                                          <p:stCondLst>
                                            <p:cond delay="0"/>
                                          </p:stCondLst>
                                        </p:cTn>
                                        <p:tgtEl>
                                          <p:spTgt spid="73"/>
                                        </p:tgtEl>
                                        <p:attrNameLst>
                                          <p:attrName>style.visibility</p:attrName>
                                        </p:attrNameLst>
                                      </p:cBhvr>
                                      <p:to>
                                        <p:strVal val="visible"/>
                                      </p:to>
                                    </p:set>
                                    <p:animEffect transition="in" filter="fade">
                                      <p:cBhvr>
                                        <p:cTn id="414" dur="650"/>
                                        <p:tgtEl>
                                          <p:spTgt spid="73"/>
                                        </p:tgtEl>
                                      </p:cBhvr>
                                    </p:animEffect>
                                    <p:anim calcmode="lin" valueType="num">
                                      <p:cBhvr>
                                        <p:cTn id="415" dur="650" fill="hold"/>
                                        <p:tgtEl>
                                          <p:spTgt spid="73"/>
                                        </p:tgtEl>
                                        <p:attrNameLst>
                                          <p:attrName>ppt_x</p:attrName>
                                        </p:attrNameLst>
                                      </p:cBhvr>
                                      <p:tavLst>
                                        <p:tav tm="0">
                                          <p:val>
                                            <p:strVal val="#ppt_x"/>
                                          </p:val>
                                        </p:tav>
                                        <p:tav tm="100000">
                                          <p:val>
                                            <p:strVal val="#ppt_x"/>
                                          </p:val>
                                        </p:tav>
                                      </p:tavLst>
                                    </p:anim>
                                    <p:anim calcmode="lin" valueType="num">
                                      <p:cBhvr>
                                        <p:cTn id="416" dur="650" fill="hold"/>
                                        <p:tgtEl>
                                          <p:spTgt spid="73"/>
                                        </p:tgtEl>
                                        <p:attrNameLst>
                                          <p:attrName>ppt_y</p:attrName>
                                        </p:attrNameLst>
                                      </p:cBhvr>
                                      <p:tavLst>
                                        <p:tav tm="0">
                                          <p:val>
                                            <p:strVal val="#ppt_y+.1"/>
                                          </p:val>
                                        </p:tav>
                                        <p:tav tm="100000">
                                          <p:val>
                                            <p:strVal val="#ppt_y"/>
                                          </p:val>
                                        </p:tav>
                                      </p:tavLst>
                                    </p:anim>
                                  </p:childTnLst>
                                </p:cTn>
                              </p:par>
                              <p:par>
                                <p:cTn id="417" presetID="42" presetClass="entr" presetSubtype="0" fill="hold" grpId="0" nodeType="withEffect">
                                  <p:stCondLst>
                                    <p:cond delay="360"/>
                                  </p:stCondLst>
                                  <p:childTnLst>
                                    <p:set>
                                      <p:cBhvr>
                                        <p:cTn id="418" dur="1" fill="hold">
                                          <p:stCondLst>
                                            <p:cond delay="0"/>
                                          </p:stCondLst>
                                        </p:cTn>
                                        <p:tgtEl>
                                          <p:spTgt spid="74"/>
                                        </p:tgtEl>
                                        <p:attrNameLst>
                                          <p:attrName>style.visibility</p:attrName>
                                        </p:attrNameLst>
                                      </p:cBhvr>
                                      <p:to>
                                        <p:strVal val="visible"/>
                                      </p:to>
                                    </p:set>
                                    <p:animEffect transition="in" filter="fade">
                                      <p:cBhvr>
                                        <p:cTn id="419" dur="650"/>
                                        <p:tgtEl>
                                          <p:spTgt spid="74"/>
                                        </p:tgtEl>
                                      </p:cBhvr>
                                    </p:animEffect>
                                    <p:anim calcmode="lin" valueType="num">
                                      <p:cBhvr>
                                        <p:cTn id="420" dur="650" fill="hold"/>
                                        <p:tgtEl>
                                          <p:spTgt spid="74"/>
                                        </p:tgtEl>
                                        <p:attrNameLst>
                                          <p:attrName>ppt_x</p:attrName>
                                        </p:attrNameLst>
                                      </p:cBhvr>
                                      <p:tavLst>
                                        <p:tav tm="0">
                                          <p:val>
                                            <p:strVal val="#ppt_x"/>
                                          </p:val>
                                        </p:tav>
                                        <p:tav tm="100000">
                                          <p:val>
                                            <p:strVal val="#ppt_x"/>
                                          </p:val>
                                        </p:tav>
                                      </p:tavLst>
                                    </p:anim>
                                    <p:anim calcmode="lin" valueType="num">
                                      <p:cBhvr>
                                        <p:cTn id="421" dur="650" fill="hold"/>
                                        <p:tgtEl>
                                          <p:spTgt spid="74"/>
                                        </p:tgtEl>
                                        <p:attrNameLst>
                                          <p:attrName>ppt_y</p:attrName>
                                        </p:attrNameLst>
                                      </p:cBhvr>
                                      <p:tavLst>
                                        <p:tav tm="0">
                                          <p:val>
                                            <p:strVal val="#ppt_y+.1"/>
                                          </p:val>
                                        </p:tav>
                                        <p:tav tm="100000">
                                          <p:val>
                                            <p:strVal val="#ppt_y"/>
                                          </p:val>
                                        </p:tav>
                                      </p:tavLst>
                                    </p:anim>
                                  </p:childTnLst>
                                </p:cTn>
                              </p:par>
                              <p:par>
                                <p:cTn id="422" presetID="42" presetClass="entr" presetSubtype="0" fill="hold" grpId="0" nodeType="withEffect">
                                  <p:stCondLst>
                                    <p:cond delay="360"/>
                                  </p:stCondLst>
                                  <p:childTnLst>
                                    <p:set>
                                      <p:cBhvr>
                                        <p:cTn id="423" dur="1" fill="hold">
                                          <p:stCondLst>
                                            <p:cond delay="0"/>
                                          </p:stCondLst>
                                        </p:cTn>
                                        <p:tgtEl>
                                          <p:spTgt spid="75"/>
                                        </p:tgtEl>
                                        <p:attrNameLst>
                                          <p:attrName>style.visibility</p:attrName>
                                        </p:attrNameLst>
                                      </p:cBhvr>
                                      <p:to>
                                        <p:strVal val="visible"/>
                                      </p:to>
                                    </p:set>
                                    <p:animEffect transition="in" filter="fade">
                                      <p:cBhvr>
                                        <p:cTn id="424" dur="650"/>
                                        <p:tgtEl>
                                          <p:spTgt spid="75"/>
                                        </p:tgtEl>
                                      </p:cBhvr>
                                    </p:animEffect>
                                    <p:anim calcmode="lin" valueType="num">
                                      <p:cBhvr>
                                        <p:cTn id="425" dur="650" fill="hold"/>
                                        <p:tgtEl>
                                          <p:spTgt spid="75"/>
                                        </p:tgtEl>
                                        <p:attrNameLst>
                                          <p:attrName>ppt_x</p:attrName>
                                        </p:attrNameLst>
                                      </p:cBhvr>
                                      <p:tavLst>
                                        <p:tav tm="0">
                                          <p:val>
                                            <p:strVal val="#ppt_x"/>
                                          </p:val>
                                        </p:tav>
                                        <p:tav tm="100000">
                                          <p:val>
                                            <p:strVal val="#ppt_x"/>
                                          </p:val>
                                        </p:tav>
                                      </p:tavLst>
                                    </p:anim>
                                    <p:anim calcmode="lin" valueType="num">
                                      <p:cBhvr>
                                        <p:cTn id="426" dur="650" fill="hold"/>
                                        <p:tgtEl>
                                          <p:spTgt spid="75"/>
                                        </p:tgtEl>
                                        <p:attrNameLst>
                                          <p:attrName>ppt_y</p:attrName>
                                        </p:attrNameLst>
                                      </p:cBhvr>
                                      <p:tavLst>
                                        <p:tav tm="0">
                                          <p:val>
                                            <p:strVal val="#ppt_y+.1"/>
                                          </p:val>
                                        </p:tav>
                                        <p:tav tm="100000">
                                          <p:val>
                                            <p:strVal val="#ppt_y"/>
                                          </p:val>
                                        </p:tav>
                                      </p:tavLst>
                                    </p:anim>
                                  </p:childTnLst>
                                </p:cTn>
                              </p:par>
                              <p:par>
                                <p:cTn id="427" presetID="42" presetClass="entr" presetSubtype="0" fill="hold" grpId="0" nodeType="withEffect">
                                  <p:stCondLst>
                                    <p:cond delay="360"/>
                                  </p:stCondLst>
                                  <p:childTnLst>
                                    <p:set>
                                      <p:cBhvr>
                                        <p:cTn id="428" dur="1" fill="hold">
                                          <p:stCondLst>
                                            <p:cond delay="0"/>
                                          </p:stCondLst>
                                        </p:cTn>
                                        <p:tgtEl>
                                          <p:spTgt spid="76"/>
                                        </p:tgtEl>
                                        <p:attrNameLst>
                                          <p:attrName>style.visibility</p:attrName>
                                        </p:attrNameLst>
                                      </p:cBhvr>
                                      <p:to>
                                        <p:strVal val="visible"/>
                                      </p:to>
                                    </p:set>
                                    <p:animEffect transition="in" filter="fade">
                                      <p:cBhvr>
                                        <p:cTn id="429" dur="650"/>
                                        <p:tgtEl>
                                          <p:spTgt spid="76"/>
                                        </p:tgtEl>
                                      </p:cBhvr>
                                    </p:animEffect>
                                    <p:anim calcmode="lin" valueType="num">
                                      <p:cBhvr>
                                        <p:cTn id="430" dur="650" fill="hold"/>
                                        <p:tgtEl>
                                          <p:spTgt spid="76"/>
                                        </p:tgtEl>
                                        <p:attrNameLst>
                                          <p:attrName>ppt_x</p:attrName>
                                        </p:attrNameLst>
                                      </p:cBhvr>
                                      <p:tavLst>
                                        <p:tav tm="0">
                                          <p:val>
                                            <p:strVal val="#ppt_x"/>
                                          </p:val>
                                        </p:tav>
                                        <p:tav tm="100000">
                                          <p:val>
                                            <p:strVal val="#ppt_x"/>
                                          </p:val>
                                        </p:tav>
                                      </p:tavLst>
                                    </p:anim>
                                    <p:anim calcmode="lin" valueType="num">
                                      <p:cBhvr>
                                        <p:cTn id="431" dur="650" fill="hold"/>
                                        <p:tgtEl>
                                          <p:spTgt spid="76"/>
                                        </p:tgtEl>
                                        <p:attrNameLst>
                                          <p:attrName>ppt_y</p:attrName>
                                        </p:attrNameLst>
                                      </p:cBhvr>
                                      <p:tavLst>
                                        <p:tav tm="0">
                                          <p:val>
                                            <p:strVal val="#ppt_y+.1"/>
                                          </p:val>
                                        </p:tav>
                                        <p:tav tm="100000">
                                          <p:val>
                                            <p:strVal val="#ppt_y"/>
                                          </p:val>
                                        </p:tav>
                                      </p:tavLst>
                                    </p:anim>
                                  </p:childTnLst>
                                </p:cTn>
                              </p:par>
                              <p:par>
                                <p:cTn id="432" presetID="42" presetClass="entr" presetSubtype="0" fill="hold" grpId="0" nodeType="withEffect">
                                  <p:stCondLst>
                                    <p:cond delay="360"/>
                                  </p:stCondLst>
                                  <p:childTnLst>
                                    <p:set>
                                      <p:cBhvr>
                                        <p:cTn id="433" dur="1" fill="hold">
                                          <p:stCondLst>
                                            <p:cond delay="0"/>
                                          </p:stCondLst>
                                        </p:cTn>
                                        <p:tgtEl>
                                          <p:spTgt spid="77"/>
                                        </p:tgtEl>
                                        <p:attrNameLst>
                                          <p:attrName>style.visibility</p:attrName>
                                        </p:attrNameLst>
                                      </p:cBhvr>
                                      <p:to>
                                        <p:strVal val="visible"/>
                                      </p:to>
                                    </p:set>
                                    <p:animEffect transition="in" filter="fade">
                                      <p:cBhvr>
                                        <p:cTn id="434" dur="650"/>
                                        <p:tgtEl>
                                          <p:spTgt spid="77"/>
                                        </p:tgtEl>
                                      </p:cBhvr>
                                    </p:animEffect>
                                    <p:anim calcmode="lin" valueType="num">
                                      <p:cBhvr>
                                        <p:cTn id="435" dur="650" fill="hold"/>
                                        <p:tgtEl>
                                          <p:spTgt spid="77"/>
                                        </p:tgtEl>
                                        <p:attrNameLst>
                                          <p:attrName>ppt_x</p:attrName>
                                        </p:attrNameLst>
                                      </p:cBhvr>
                                      <p:tavLst>
                                        <p:tav tm="0">
                                          <p:val>
                                            <p:strVal val="#ppt_x"/>
                                          </p:val>
                                        </p:tav>
                                        <p:tav tm="100000">
                                          <p:val>
                                            <p:strVal val="#ppt_x"/>
                                          </p:val>
                                        </p:tav>
                                      </p:tavLst>
                                    </p:anim>
                                    <p:anim calcmode="lin" valueType="num">
                                      <p:cBhvr>
                                        <p:cTn id="436" dur="650" fill="hold"/>
                                        <p:tgtEl>
                                          <p:spTgt spid="77"/>
                                        </p:tgtEl>
                                        <p:attrNameLst>
                                          <p:attrName>ppt_y</p:attrName>
                                        </p:attrNameLst>
                                      </p:cBhvr>
                                      <p:tavLst>
                                        <p:tav tm="0">
                                          <p:val>
                                            <p:strVal val="#ppt_y+.1"/>
                                          </p:val>
                                        </p:tav>
                                        <p:tav tm="100000">
                                          <p:val>
                                            <p:strVal val="#ppt_y"/>
                                          </p:val>
                                        </p:tav>
                                      </p:tavLst>
                                    </p:anim>
                                  </p:childTnLst>
                                </p:cTn>
                              </p:par>
                              <p:par>
                                <p:cTn id="437" presetID="42" presetClass="entr" presetSubtype="0" fill="hold" nodeType="withEffect">
                                  <p:stCondLst>
                                    <p:cond delay="360"/>
                                  </p:stCondLst>
                                  <p:childTnLst>
                                    <p:set>
                                      <p:cBhvr>
                                        <p:cTn id="438" dur="1" fill="hold">
                                          <p:stCondLst>
                                            <p:cond delay="0"/>
                                          </p:stCondLst>
                                        </p:cTn>
                                        <p:tgtEl>
                                          <p:spTgt spid="78"/>
                                        </p:tgtEl>
                                        <p:attrNameLst>
                                          <p:attrName>style.visibility</p:attrName>
                                        </p:attrNameLst>
                                      </p:cBhvr>
                                      <p:to>
                                        <p:strVal val="visible"/>
                                      </p:to>
                                    </p:set>
                                    <p:animEffect transition="in" filter="fade">
                                      <p:cBhvr>
                                        <p:cTn id="439" dur="650"/>
                                        <p:tgtEl>
                                          <p:spTgt spid="78"/>
                                        </p:tgtEl>
                                      </p:cBhvr>
                                    </p:animEffect>
                                    <p:anim calcmode="lin" valueType="num">
                                      <p:cBhvr>
                                        <p:cTn id="440" dur="650" fill="hold"/>
                                        <p:tgtEl>
                                          <p:spTgt spid="78"/>
                                        </p:tgtEl>
                                        <p:attrNameLst>
                                          <p:attrName>ppt_x</p:attrName>
                                        </p:attrNameLst>
                                      </p:cBhvr>
                                      <p:tavLst>
                                        <p:tav tm="0">
                                          <p:val>
                                            <p:strVal val="#ppt_x"/>
                                          </p:val>
                                        </p:tav>
                                        <p:tav tm="100000">
                                          <p:val>
                                            <p:strVal val="#ppt_x"/>
                                          </p:val>
                                        </p:tav>
                                      </p:tavLst>
                                    </p:anim>
                                    <p:anim calcmode="lin" valueType="num">
                                      <p:cBhvr>
                                        <p:cTn id="441" dur="650" fill="hold"/>
                                        <p:tgtEl>
                                          <p:spTgt spid="78"/>
                                        </p:tgtEl>
                                        <p:attrNameLst>
                                          <p:attrName>ppt_y</p:attrName>
                                        </p:attrNameLst>
                                      </p:cBhvr>
                                      <p:tavLst>
                                        <p:tav tm="0">
                                          <p:val>
                                            <p:strVal val="#ppt_y+.1"/>
                                          </p:val>
                                        </p:tav>
                                        <p:tav tm="100000">
                                          <p:val>
                                            <p:strVal val="#ppt_y"/>
                                          </p:val>
                                        </p:tav>
                                      </p:tavLst>
                                    </p:anim>
                                  </p:childTnLst>
                                </p:cTn>
                              </p:par>
                              <p:par>
                                <p:cTn id="442" presetID="42" presetClass="entr" presetSubtype="0" fill="hold" grpId="0" nodeType="withEffect">
                                  <p:stCondLst>
                                    <p:cond delay="360"/>
                                  </p:stCondLst>
                                  <p:childTnLst>
                                    <p:set>
                                      <p:cBhvr>
                                        <p:cTn id="443" dur="1" fill="hold">
                                          <p:stCondLst>
                                            <p:cond delay="0"/>
                                          </p:stCondLst>
                                        </p:cTn>
                                        <p:tgtEl>
                                          <p:spTgt spid="79"/>
                                        </p:tgtEl>
                                        <p:attrNameLst>
                                          <p:attrName>style.visibility</p:attrName>
                                        </p:attrNameLst>
                                      </p:cBhvr>
                                      <p:to>
                                        <p:strVal val="visible"/>
                                      </p:to>
                                    </p:set>
                                    <p:animEffect transition="in" filter="fade">
                                      <p:cBhvr>
                                        <p:cTn id="444" dur="650"/>
                                        <p:tgtEl>
                                          <p:spTgt spid="79"/>
                                        </p:tgtEl>
                                      </p:cBhvr>
                                    </p:animEffect>
                                    <p:anim calcmode="lin" valueType="num">
                                      <p:cBhvr>
                                        <p:cTn id="445" dur="650" fill="hold"/>
                                        <p:tgtEl>
                                          <p:spTgt spid="79"/>
                                        </p:tgtEl>
                                        <p:attrNameLst>
                                          <p:attrName>ppt_x</p:attrName>
                                        </p:attrNameLst>
                                      </p:cBhvr>
                                      <p:tavLst>
                                        <p:tav tm="0">
                                          <p:val>
                                            <p:strVal val="#ppt_x"/>
                                          </p:val>
                                        </p:tav>
                                        <p:tav tm="100000">
                                          <p:val>
                                            <p:strVal val="#ppt_x"/>
                                          </p:val>
                                        </p:tav>
                                      </p:tavLst>
                                    </p:anim>
                                    <p:anim calcmode="lin" valueType="num">
                                      <p:cBhvr>
                                        <p:cTn id="446" dur="650" fill="hold"/>
                                        <p:tgtEl>
                                          <p:spTgt spid="79"/>
                                        </p:tgtEl>
                                        <p:attrNameLst>
                                          <p:attrName>ppt_y</p:attrName>
                                        </p:attrNameLst>
                                      </p:cBhvr>
                                      <p:tavLst>
                                        <p:tav tm="0">
                                          <p:val>
                                            <p:strVal val="#ppt_y+.1"/>
                                          </p:val>
                                        </p:tav>
                                        <p:tav tm="100000">
                                          <p:val>
                                            <p:strVal val="#ppt_y"/>
                                          </p:val>
                                        </p:tav>
                                      </p:tavLst>
                                    </p:anim>
                                  </p:childTnLst>
                                </p:cTn>
                              </p:par>
                              <p:par>
                                <p:cTn id="447" presetID="42" presetClass="entr" presetSubtype="0" fill="hold" grpId="0" nodeType="withEffect">
                                  <p:stCondLst>
                                    <p:cond delay="360"/>
                                  </p:stCondLst>
                                  <p:childTnLst>
                                    <p:set>
                                      <p:cBhvr>
                                        <p:cTn id="448" dur="1" fill="hold">
                                          <p:stCondLst>
                                            <p:cond delay="0"/>
                                          </p:stCondLst>
                                        </p:cTn>
                                        <p:tgtEl>
                                          <p:spTgt spid="80"/>
                                        </p:tgtEl>
                                        <p:attrNameLst>
                                          <p:attrName>style.visibility</p:attrName>
                                        </p:attrNameLst>
                                      </p:cBhvr>
                                      <p:to>
                                        <p:strVal val="visible"/>
                                      </p:to>
                                    </p:set>
                                    <p:animEffect transition="in" filter="fade">
                                      <p:cBhvr>
                                        <p:cTn id="449" dur="650"/>
                                        <p:tgtEl>
                                          <p:spTgt spid="80"/>
                                        </p:tgtEl>
                                      </p:cBhvr>
                                    </p:animEffect>
                                    <p:anim calcmode="lin" valueType="num">
                                      <p:cBhvr>
                                        <p:cTn id="450" dur="650" fill="hold"/>
                                        <p:tgtEl>
                                          <p:spTgt spid="80"/>
                                        </p:tgtEl>
                                        <p:attrNameLst>
                                          <p:attrName>ppt_x</p:attrName>
                                        </p:attrNameLst>
                                      </p:cBhvr>
                                      <p:tavLst>
                                        <p:tav tm="0">
                                          <p:val>
                                            <p:strVal val="#ppt_x"/>
                                          </p:val>
                                        </p:tav>
                                        <p:tav tm="100000">
                                          <p:val>
                                            <p:strVal val="#ppt_x"/>
                                          </p:val>
                                        </p:tav>
                                      </p:tavLst>
                                    </p:anim>
                                    <p:anim calcmode="lin" valueType="num">
                                      <p:cBhvr>
                                        <p:cTn id="451" dur="650" fill="hold"/>
                                        <p:tgtEl>
                                          <p:spTgt spid="80"/>
                                        </p:tgtEl>
                                        <p:attrNameLst>
                                          <p:attrName>ppt_y</p:attrName>
                                        </p:attrNameLst>
                                      </p:cBhvr>
                                      <p:tavLst>
                                        <p:tav tm="0">
                                          <p:val>
                                            <p:strVal val="#ppt_y+.1"/>
                                          </p:val>
                                        </p:tav>
                                        <p:tav tm="100000">
                                          <p:val>
                                            <p:strVal val="#ppt_y"/>
                                          </p:val>
                                        </p:tav>
                                      </p:tavLst>
                                    </p:anim>
                                  </p:childTnLst>
                                </p:cTn>
                              </p:par>
                            </p:childTnLst>
                          </p:cTn>
                        </p:par>
                      </p:childTnLst>
                    </p:cTn>
                  </p:par>
                  <p:par>
                    <p:cTn id="452" fill="hold">
                      <p:stCondLst>
                        <p:cond delay="indefinite"/>
                      </p:stCondLst>
                      <p:childTnLst>
                        <p:par>
                          <p:cTn id="453" fill="hold">
                            <p:stCondLst>
                              <p:cond delay="0"/>
                            </p:stCondLst>
                            <p:childTnLst>
                              <p:par>
                                <p:cTn id="454" presetID="1" presetClass="entr" presetSubtype="0" fill="hold" grpId="0" nodeType="clickEffect">
                                  <p:stCondLst>
                                    <p:cond delay="0"/>
                                  </p:stCondLst>
                                  <p:childTnLst>
                                    <p:set>
                                      <p:cBhvr>
                                        <p:cTn id="455" dur="1" fill="hold">
                                          <p:stCondLst>
                                            <p:cond delay="0"/>
                                          </p:stCondLst>
                                        </p:cTn>
                                        <p:tgtEl>
                                          <p:spTgt spid="81"/>
                                        </p:tgtEl>
                                        <p:attrNameLst>
                                          <p:attrName>style.visibility</p:attrName>
                                        </p:attrNameLst>
                                      </p:cBhvr>
                                      <p:to>
                                        <p:strVal val="visible"/>
                                      </p:to>
                                    </p:set>
                                  </p:childTnLst>
                                </p:cTn>
                              </p:par>
                              <p:par>
                                <p:cTn id="456" presetID="1" presetClass="entr" presetSubtype="0" fill="hold" grpId="0" nodeType="withEffect">
                                  <p:stCondLst>
                                    <p:cond delay="0"/>
                                  </p:stCondLst>
                                  <p:childTnLst>
                                    <p:set>
                                      <p:cBhvr>
                                        <p:cTn id="457" dur="1" fill="hold">
                                          <p:stCondLst>
                                            <p:cond delay="0"/>
                                          </p:stCondLst>
                                        </p:cTn>
                                        <p:tgtEl>
                                          <p:spTgt spid="82"/>
                                        </p:tgtEl>
                                        <p:attrNameLst>
                                          <p:attrName>style.visibility</p:attrName>
                                        </p:attrNameLst>
                                      </p:cBhvr>
                                      <p:to>
                                        <p:strVal val="visible"/>
                                      </p:to>
                                    </p:set>
                                  </p:childTnLst>
                                </p:cTn>
                              </p:par>
                              <p:par>
                                <p:cTn id="458" presetID="1" presetClass="entr" presetSubtype="0" fill="hold" grpId="0" nodeType="withEffect">
                                  <p:stCondLst>
                                    <p:cond delay="0"/>
                                  </p:stCondLst>
                                  <p:childTnLst>
                                    <p:set>
                                      <p:cBhvr>
                                        <p:cTn id="459" dur="1" fill="hold">
                                          <p:stCondLst>
                                            <p:cond delay="0"/>
                                          </p:stCondLst>
                                        </p:cTn>
                                        <p:tgtEl>
                                          <p:spTgt spid="83"/>
                                        </p:tgtEl>
                                        <p:attrNameLst>
                                          <p:attrName>style.visibility</p:attrName>
                                        </p:attrNameLst>
                                      </p:cBhvr>
                                      <p:to>
                                        <p:strVal val="visible"/>
                                      </p:to>
                                    </p:set>
                                  </p:childTnLst>
                                </p:cTn>
                              </p:par>
                              <p:par>
                                <p:cTn id="460" presetID="1" presetClass="entr" presetSubtype="0" fill="hold" grpId="0" nodeType="withEffect">
                                  <p:stCondLst>
                                    <p:cond delay="0"/>
                                  </p:stCondLst>
                                  <p:childTnLst>
                                    <p:set>
                                      <p:cBhvr>
                                        <p:cTn id="461" dur="1" fill="hold">
                                          <p:stCondLst>
                                            <p:cond delay="0"/>
                                          </p:stCondLst>
                                        </p:cTn>
                                        <p:tgtEl>
                                          <p:spTgt spid="84"/>
                                        </p:tgtEl>
                                        <p:attrNameLst>
                                          <p:attrName>style.visibility</p:attrName>
                                        </p:attrNameLst>
                                      </p:cBhvr>
                                      <p:to>
                                        <p:strVal val="visible"/>
                                      </p:to>
                                    </p:set>
                                  </p:childTnLst>
                                </p:cTn>
                              </p:par>
                              <p:par>
                                <p:cTn id="462" presetID="1" presetClass="entr" presetSubtype="0" fill="hold" grpId="0" nodeType="withEffect">
                                  <p:stCondLst>
                                    <p:cond delay="0"/>
                                  </p:stCondLst>
                                  <p:childTnLst>
                                    <p:set>
                                      <p:cBhvr>
                                        <p:cTn id="463" dur="1" fill="hold">
                                          <p:stCondLst>
                                            <p:cond delay="0"/>
                                          </p:stCondLst>
                                        </p:cTn>
                                        <p:tgtEl>
                                          <p:spTgt spid="85"/>
                                        </p:tgtEl>
                                        <p:attrNameLst>
                                          <p:attrName>style.visibility</p:attrName>
                                        </p:attrNameLst>
                                      </p:cBhvr>
                                      <p:to>
                                        <p:strVal val="visible"/>
                                      </p:to>
                                    </p:set>
                                  </p:childTnLst>
                                </p:cTn>
                              </p:par>
                              <p:par>
                                <p:cTn id="464" presetID="1" presetClass="entr" presetSubtype="0" fill="hold" grpId="0" nodeType="withEffect">
                                  <p:stCondLst>
                                    <p:cond delay="0"/>
                                  </p:stCondLst>
                                  <p:childTnLst>
                                    <p:set>
                                      <p:cBhvr>
                                        <p:cTn id="465" dur="1" fill="hold">
                                          <p:stCondLst>
                                            <p:cond delay="0"/>
                                          </p:stCondLst>
                                        </p:cTn>
                                        <p:tgtEl>
                                          <p:spTgt spid="86"/>
                                        </p:tgtEl>
                                        <p:attrNameLst>
                                          <p:attrName>style.visibility</p:attrName>
                                        </p:attrNameLst>
                                      </p:cBhvr>
                                      <p:to>
                                        <p:strVal val="visible"/>
                                      </p:to>
                                    </p:set>
                                  </p:childTnLst>
                                </p:cTn>
                              </p:par>
                              <p:par>
                                <p:cTn id="466" presetID="1" presetClass="entr" presetSubtype="0" fill="hold" grpId="0" nodeType="withEffect">
                                  <p:stCondLst>
                                    <p:cond delay="0"/>
                                  </p:stCondLst>
                                  <p:childTnLst>
                                    <p:set>
                                      <p:cBhvr>
                                        <p:cTn id="467" dur="1" fill="hold">
                                          <p:stCondLst>
                                            <p:cond delay="0"/>
                                          </p:stCondLst>
                                        </p:cTn>
                                        <p:tgtEl>
                                          <p:spTgt spid="87"/>
                                        </p:tgtEl>
                                        <p:attrNameLst>
                                          <p:attrName>style.visibility</p:attrName>
                                        </p:attrNameLst>
                                      </p:cBhvr>
                                      <p:to>
                                        <p:strVal val="visible"/>
                                      </p:to>
                                    </p:set>
                                  </p:childTnLst>
                                </p:cTn>
                              </p:par>
                              <p:par>
                                <p:cTn id="468" presetID="1" presetClass="entr" presetSubtype="0" fill="hold" grpId="0" nodeType="withEffect">
                                  <p:stCondLst>
                                    <p:cond delay="0"/>
                                  </p:stCondLst>
                                  <p:childTnLst>
                                    <p:set>
                                      <p:cBhvr>
                                        <p:cTn id="469" dur="1" fill="hold">
                                          <p:stCondLst>
                                            <p:cond delay="0"/>
                                          </p:stCondLst>
                                        </p:cTn>
                                        <p:tgtEl>
                                          <p:spTgt spid="88"/>
                                        </p:tgtEl>
                                        <p:attrNameLst>
                                          <p:attrName>style.visibility</p:attrName>
                                        </p:attrNameLst>
                                      </p:cBhvr>
                                      <p:to>
                                        <p:strVal val="visible"/>
                                      </p:to>
                                    </p:set>
                                  </p:childTnLst>
                                </p:cTn>
                              </p:par>
                              <p:par>
                                <p:cTn id="470" presetID="1" presetClass="entr" presetSubtype="0" fill="hold" grpId="0" nodeType="withEffect">
                                  <p:stCondLst>
                                    <p:cond delay="0"/>
                                  </p:stCondLst>
                                  <p:childTnLst>
                                    <p:set>
                                      <p:cBhvr>
                                        <p:cTn id="471" dur="1" fill="hold">
                                          <p:stCondLst>
                                            <p:cond delay="0"/>
                                          </p:stCondLst>
                                        </p:cTn>
                                        <p:tgtEl>
                                          <p:spTgt spid="89"/>
                                        </p:tgtEl>
                                        <p:attrNameLst>
                                          <p:attrName>style.visibility</p:attrName>
                                        </p:attrNameLst>
                                      </p:cBhvr>
                                      <p:to>
                                        <p:strVal val="visible"/>
                                      </p:to>
                                    </p:set>
                                  </p:childTnLst>
                                </p:cTn>
                              </p:par>
                              <p:par>
                                <p:cTn id="472" presetID="1" presetClass="entr" presetSubtype="0" fill="hold" grpId="0" nodeType="withEffect">
                                  <p:stCondLst>
                                    <p:cond delay="0"/>
                                  </p:stCondLst>
                                  <p:childTnLst>
                                    <p:set>
                                      <p:cBhvr>
                                        <p:cTn id="473" dur="1" fill="hold">
                                          <p:stCondLst>
                                            <p:cond delay="0"/>
                                          </p:stCondLst>
                                        </p:cTn>
                                        <p:tgtEl>
                                          <p:spTgt spid="90"/>
                                        </p:tgtEl>
                                        <p:attrNameLst>
                                          <p:attrName>style.visibility</p:attrName>
                                        </p:attrNameLst>
                                      </p:cBhvr>
                                      <p:to>
                                        <p:strVal val="visible"/>
                                      </p:to>
                                    </p:set>
                                  </p:childTnLst>
                                </p:cTn>
                              </p:par>
                              <p:par>
                                <p:cTn id="474" presetID="1" presetClass="entr" presetSubtype="0" fill="hold" nodeType="withEffect">
                                  <p:stCondLst>
                                    <p:cond delay="0"/>
                                  </p:stCondLst>
                                  <p:childTnLst>
                                    <p:set>
                                      <p:cBhvr>
                                        <p:cTn id="475" dur="1" fill="hold">
                                          <p:stCondLst>
                                            <p:cond delay="0"/>
                                          </p:stCondLst>
                                        </p:cTn>
                                        <p:tgtEl>
                                          <p:spTgt spid="91"/>
                                        </p:tgtEl>
                                        <p:attrNameLst>
                                          <p:attrName>style.visibility</p:attrName>
                                        </p:attrNameLst>
                                      </p:cBhvr>
                                      <p:to>
                                        <p:strVal val="visible"/>
                                      </p:to>
                                    </p:set>
                                  </p:childTnLst>
                                </p:cTn>
                              </p:par>
                              <p:par>
                                <p:cTn id="476" presetID="10" presetClass="exit" presetSubtype="0" fill="hold" grpId="1" nodeType="withEffect">
                                  <p:stCondLst>
                                    <p:cond delay="0"/>
                                  </p:stCondLst>
                                  <p:childTnLst>
                                    <p:animEffect transition="out" filter="fade">
                                      <p:cBhvr>
                                        <p:cTn id="477" dur="420"/>
                                        <p:tgtEl>
                                          <p:spTgt spid="120"/>
                                        </p:tgtEl>
                                      </p:cBhvr>
                                    </p:animEffect>
                                    <p:set>
                                      <p:cBhvr>
                                        <p:cTn id="478" dur="1" fill="hold">
                                          <p:stCondLst>
                                            <p:cond delay="419"/>
                                          </p:stCondLst>
                                        </p:cTn>
                                        <p:tgtEl>
                                          <p:spTgt spid="120"/>
                                        </p:tgtEl>
                                        <p:attrNameLst>
                                          <p:attrName>style.visibility</p:attrName>
                                        </p:attrNameLst>
                                      </p:cBhvr>
                                      <p:to>
                                        <p:strVal val="hidden"/>
                                      </p:to>
                                    </p:set>
                                  </p:childTnLst>
                                </p:cTn>
                              </p:par>
                              <p:par>
                                <p:cTn id="479" presetID="10" presetClass="exit" presetSubtype="0" fill="hold" grpId="1" nodeType="withEffect">
                                  <p:stCondLst>
                                    <p:cond delay="0"/>
                                  </p:stCondLst>
                                  <p:childTnLst>
                                    <p:animEffect transition="out" filter="fade">
                                      <p:cBhvr>
                                        <p:cTn id="480" dur="420"/>
                                        <p:tgtEl>
                                          <p:spTgt spid="121"/>
                                        </p:tgtEl>
                                      </p:cBhvr>
                                    </p:animEffect>
                                    <p:set>
                                      <p:cBhvr>
                                        <p:cTn id="481" dur="1" fill="hold">
                                          <p:stCondLst>
                                            <p:cond delay="419"/>
                                          </p:stCondLst>
                                        </p:cTn>
                                        <p:tgtEl>
                                          <p:spTgt spid="121"/>
                                        </p:tgtEl>
                                        <p:attrNameLst>
                                          <p:attrName>style.visibility</p:attrName>
                                        </p:attrNameLst>
                                      </p:cBhvr>
                                      <p:to>
                                        <p:strVal val="hidden"/>
                                      </p:to>
                                    </p:set>
                                  </p:childTnLst>
                                </p:cTn>
                              </p:par>
                              <p:par>
                                <p:cTn id="482" presetID="10" presetClass="exit" presetSubtype="0" fill="hold" grpId="1" nodeType="withEffect">
                                  <p:stCondLst>
                                    <p:cond delay="0"/>
                                  </p:stCondLst>
                                  <p:childTnLst>
                                    <p:animEffect transition="out" filter="fade">
                                      <p:cBhvr>
                                        <p:cTn id="483" dur="420"/>
                                        <p:tgtEl>
                                          <p:spTgt spid="122"/>
                                        </p:tgtEl>
                                      </p:cBhvr>
                                    </p:animEffect>
                                    <p:set>
                                      <p:cBhvr>
                                        <p:cTn id="484" dur="1" fill="hold">
                                          <p:stCondLst>
                                            <p:cond delay="419"/>
                                          </p:stCondLst>
                                        </p:cTn>
                                        <p:tgtEl>
                                          <p:spTgt spid="122"/>
                                        </p:tgtEl>
                                        <p:attrNameLst>
                                          <p:attrName>style.visibility</p:attrName>
                                        </p:attrNameLst>
                                      </p:cBhvr>
                                      <p:to>
                                        <p:strVal val="hidden"/>
                                      </p:to>
                                    </p:set>
                                  </p:childTnLst>
                                </p:cTn>
                              </p:par>
                              <p:par>
                                <p:cTn id="485" presetID="10" presetClass="exit" presetSubtype="0" fill="hold" grpId="1" nodeType="withEffect">
                                  <p:stCondLst>
                                    <p:cond delay="0"/>
                                  </p:stCondLst>
                                  <p:childTnLst>
                                    <p:animEffect transition="out" filter="fade">
                                      <p:cBhvr>
                                        <p:cTn id="486" dur="420"/>
                                        <p:tgtEl>
                                          <p:spTgt spid="123"/>
                                        </p:tgtEl>
                                      </p:cBhvr>
                                    </p:animEffect>
                                    <p:set>
                                      <p:cBhvr>
                                        <p:cTn id="487" dur="1" fill="hold">
                                          <p:stCondLst>
                                            <p:cond delay="419"/>
                                          </p:stCondLst>
                                        </p:cTn>
                                        <p:tgtEl>
                                          <p:spTgt spid="123"/>
                                        </p:tgtEl>
                                        <p:attrNameLst>
                                          <p:attrName>style.visibility</p:attrName>
                                        </p:attrNameLst>
                                      </p:cBhvr>
                                      <p:to>
                                        <p:strVal val="hidden"/>
                                      </p:to>
                                    </p:set>
                                  </p:childTnLst>
                                </p:cTn>
                              </p:par>
                              <p:par>
                                <p:cTn id="488" presetID="10" presetClass="exit" presetSubtype="0" fill="hold" grpId="1" nodeType="withEffect">
                                  <p:stCondLst>
                                    <p:cond delay="0"/>
                                  </p:stCondLst>
                                  <p:childTnLst>
                                    <p:animEffect transition="out" filter="fade">
                                      <p:cBhvr>
                                        <p:cTn id="489" dur="420"/>
                                        <p:tgtEl>
                                          <p:spTgt spid="124"/>
                                        </p:tgtEl>
                                      </p:cBhvr>
                                    </p:animEffect>
                                    <p:set>
                                      <p:cBhvr>
                                        <p:cTn id="490" dur="1" fill="hold">
                                          <p:stCondLst>
                                            <p:cond delay="419"/>
                                          </p:stCondLst>
                                        </p:cTn>
                                        <p:tgtEl>
                                          <p:spTgt spid="124"/>
                                        </p:tgtEl>
                                        <p:attrNameLst>
                                          <p:attrName>style.visibility</p:attrName>
                                        </p:attrNameLst>
                                      </p:cBhvr>
                                      <p:to>
                                        <p:strVal val="hidden"/>
                                      </p:to>
                                    </p:set>
                                  </p:childTnLst>
                                </p:cTn>
                              </p:par>
                              <p:par>
                                <p:cTn id="491" presetID="10" presetClass="exit" presetSubtype="0" fill="hold" grpId="1" nodeType="withEffect">
                                  <p:stCondLst>
                                    <p:cond delay="0"/>
                                  </p:stCondLst>
                                  <p:childTnLst>
                                    <p:animEffect transition="out" filter="fade">
                                      <p:cBhvr>
                                        <p:cTn id="492" dur="420"/>
                                        <p:tgtEl>
                                          <p:spTgt spid="125"/>
                                        </p:tgtEl>
                                      </p:cBhvr>
                                    </p:animEffect>
                                    <p:set>
                                      <p:cBhvr>
                                        <p:cTn id="493" dur="1" fill="hold">
                                          <p:stCondLst>
                                            <p:cond delay="419"/>
                                          </p:stCondLst>
                                        </p:cTn>
                                        <p:tgtEl>
                                          <p:spTgt spid="125"/>
                                        </p:tgtEl>
                                        <p:attrNameLst>
                                          <p:attrName>style.visibility</p:attrName>
                                        </p:attrNameLst>
                                      </p:cBhvr>
                                      <p:to>
                                        <p:strVal val="hidden"/>
                                      </p:to>
                                    </p:set>
                                  </p:childTnLst>
                                </p:cTn>
                              </p:par>
                              <p:par>
                                <p:cTn id="494" presetID="10" presetClass="exit" presetSubtype="0" fill="hold" grpId="1" nodeType="withEffect">
                                  <p:stCondLst>
                                    <p:cond delay="0"/>
                                  </p:stCondLst>
                                  <p:childTnLst>
                                    <p:animEffect transition="out" filter="fade">
                                      <p:cBhvr>
                                        <p:cTn id="495" dur="420"/>
                                        <p:tgtEl>
                                          <p:spTgt spid="126"/>
                                        </p:tgtEl>
                                      </p:cBhvr>
                                    </p:animEffect>
                                    <p:set>
                                      <p:cBhvr>
                                        <p:cTn id="496" dur="1" fill="hold">
                                          <p:stCondLst>
                                            <p:cond delay="419"/>
                                          </p:stCondLst>
                                        </p:cTn>
                                        <p:tgtEl>
                                          <p:spTgt spid="126"/>
                                        </p:tgtEl>
                                        <p:attrNameLst>
                                          <p:attrName>style.visibility</p:attrName>
                                        </p:attrNameLst>
                                      </p:cBhvr>
                                      <p:to>
                                        <p:strVal val="hidden"/>
                                      </p:to>
                                    </p:set>
                                  </p:childTnLst>
                                </p:cTn>
                              </p:par>
                              <p:par>
                                <p:cTn id="497" presetID="10" presetClass="exit" presetSubtype="0" fill="hold" grpId="1" nodeType="withEffect">
                                  <p:stCondLst>
                                    <p:cond delay="0"/>
                                  </p:stCondLst>
                                  <p:childTnLst>
                                    <p:animEffect transition="out" filter="fade">
                                      <p:cBhvr>
                                        <p:cTn id="498" dur="420"/>
                                        <p:tgtEl>
                                          <p:spTgt spid="127"/>
                                        </p:tgtEl>
                                      </p:cBhvr>
                                    </p:animEffect>
                                    <p:set>
                                      <p:cBhvr>
                                        <p:cTn id="499" dur="1" fill="hold">
                                          <p:stCondLst>
                                            <p:cond delay="419"/>
                                          </p:stCondLst>
                                        </p:cTn>
                                        <p:tgtEl>
                                          <p:spTgt spid="127"/>
                                        </p:tgtEl>
                                        <p:attrNameLst>
                                          <p:attrName>style.visibility</p:attrName>
                                        </p:attrNameLst>
                                      </p:cBhvr>
                                      <p:to>
                                        <p:strVal val="hidden"/>
                                      </p:to>
                                    </p:set>
                                  </p:childTnLst>
                                </p:cTn>
                              </p:par>
                              <p:par>
                                <p:cTn id="500" presetID="10" presetClass="exit" presetSubtype="0" fill="hold" grpId="1" nodeType="withEffect">
                                  <p:stCondLst>
                                    <p:cond delay="0"/>
                                  </p:stCondLst>
                                  <p:childTnLst>
                                    <p:animEffect transition="out" filter="fade">
                                      <p:cBhvr>
                                        <p:cTn id="501" dur="420"/>
                                        <p:tgtEl>
                                          <p:spTgt spid="128"/>
                                        </p:tgtEl>
                                      </p:cBhvr>
                                    </p:animEffect>
                                    <p:set>
                                      <p:cBhvr>
                                        <p:cTn id="502" dur="1" fill="hold">
                                          <p:stCondLst>
                                            <p:cond delay="419"/>
                                          </p:stCondLst>
                                        </p:cTn>
                                        <p:tgtEl>
                                          <p:spTgt spid="128"/>
                                        </p:tgtEl>
                                        <p:attrNameLst>
                                          <p:attrName>style.visibility</p:attrName>
                                        </p:attrNameLst>
                                      </p:cBhvr>
                                      <p:to>
                                        <p:strVal val="hidden"/>
                                      </p:to>
                                    </p:set>
                                  </p:childTnLst>
                                </p:cTn>
                              </p:par>
                              <p:par>
                                <p:cTn id="503" presetID="10" presetClass="exit" presetSubtype="0" fill="hold" grpId="1" nodeType="withEffect">
                                  <p:stCondLst>
                                    <p:cond delay="0"/>
                                  </p:stCondLst>
                                  <p:childTnLst>
                                    <p:animEffect transition="out" filter="fade">
                                      <p:cBhvr>
                                        <p:cTn id="504" dur="420"/>
                                        <p:tgtEl>
                                          <p:spTgt spid="129"/>
                                        </p:tgtEl>
                                      </p:cBhvr>
                                    </p:animEffect>
                                    <p:set>
                                      <p:cBhvr>
                                        <p:cTn id="505" dur="1" fill="hold">
                                          <p:stCondLst>
                                            <p:cond delay="419"/>
                                          </p:stCondLst>
                                        </p:cTn>
                                        <p:tgtEl>
                                          <p:spTgt spid="129"/>
                                        </p:tgtEl>
                                        <p:attrNameLst>
                                          <p:attrName>style.visibility</p:attrName>
                                        </p:attrNameLst>
                                      </p:cBhvr>
                                      <p:to>
                                        <p:strVal val="hidden"/>
                                      </p:to>
                                    </p:set>
                                  </p:childTnLst>
                                </p:cTn>
                              </p:par>
                              <p:par>
                                <p:cTn id="506" presetID="10" presetClass="exit" presetSubtype="0" fill="hold" nodeType="withEffect">
                                  <p:stCondLst>
                                    <p:cond delay="0"/>
                                  </p:stCondLst>
                                  <p:childTnLst>
                                    <p:animEffect transition="out" filter="fade">
                                      <p:cBhvr>
                                        <p:cTn id="507" dur="420"/>
                                        <p:tgtEl>
                                          <p:spTgt spid="130"/>
                                        </p:tgtEl>
                                      </p:cBhvr>
                                    </p:animEffect>
                                    <p:set>
                                      <p:cBhvr>
                                        <p:cTn id="508" dur="1" fill="hold">
                                          <p:stCondLst>
                                            <p:cond delay="419"/>
                                          </p:stCondLst>
                                        </p:cTn>
                                        <p:tgtEl>
                                          <p:spTgt spid="130"/>
                                        </p:tgtEl>
                                        <p:attrNameLst>
                                          <p:attrName>style.visibility</p:attrName>
                                        </p:attrNameLst>
                                      </p:cBhvr>
                                      <p:to>
                                        <p:strVal val="hidden"/>
                                      </p:to>
                                    </p:set>
                                  </p:childTnLst>
                                </p:cTn>
                              </p:par>
                              <p:par>
                                <p:cTn id="509" presetID="42" presetClass="entr" presetSubtype="0" fill="hold" grpId="0" nodeType="withEffect">
                                  <p:stCondLst>
                                    <p:cond delay="0"/>
                                  </p:stCondLst>
                                  <p:childTnLst>
                                    <p:set>
                                      <p:cBhvr>
                                        <p:cTn id="510" dur="1" fill="hold">
                                          <p:stCondLst>
                                            <p:cond delay="0"/>
                                          </p:stCondLst>
                                        </p:cTn>
                                        <p:tgtEl>
                                          <p:spTgt spid="92"/>
                                        </p:tgtEl>
                                        <p:attrNameLst>
                                          <p:attrName>style.visibility</p:attrName>
                                        </p:attrNameLst>
                                      </p:cBhvr>
                                      <p:to>
                                        <p:strVal val="visible"/>
                                      </p:to>
                                    </p:set>
                                    <p:animEffect transition="in" filter="fade">
                                      <p:cBhvr>
                                        <p:cTn id="511" dur="650"/>
                                        <p:tgtEl>
                                          <p:spTgt spid="92"/>
                                        </p:tgtEl>
                                      </p:cBhvr>
                                    </p:animEffect>
                                    <p:anim calcmode="lin" valueType="num">
                                      <p:cBhvr>
                                        <p:cTn id="512" dur="650" fill="hold"/>
                                        <p:tgtEl>
                                          <p:spTgt spid="92"/>
                                        </p:tgtEl>
                                        <p:attrNameLst>
                                          <p:attrName>ppt_x</p:attrName>
                                        </p:attrNameLst>
                                      </p:cBhvr>
                                      <p:tavLst>
                                        <p:tav tm="0">
                                          <p:val>
                                            <p:strVal val="#ppt_x"/>
                                          </p:val>
                                        </p:tav>
                                        <p:tav tm="100000">
                                          <p:val>
                                            <p:strVal val="#ppt_x"/>
                                          </p:val>
                                        </p:tav>
                                      </p:tavLst>
                                    </p:anim>
                                    <p:anim calcmode="lin" valueType="num">
                                      <p:cBhvr>
                                        <p:cTn id="513" dur="650" fill="hold"/>
                                        <p:tgtEl>
                                          <p:spTgt spid="92"/>
                                        </p:tgtEl>
                                        <p:attrNameLst>
                                          <p:attrName>ppt_y</p:attrName>
                                        </p:attrNameLst>
                                      </p:cBhvr>
                                      <p:tavLst>
                                        <p:tav tm="0">
                                          <p:val>
                                            <p:strVal val="#ppt_y+.1"/>
                                          </p:val>
                                        </p:tav>
                                        <p:tav tm="100000">
                                          <p:val>
                                            <p:strVal val="#ppt_y"/>
                                          </p:val>
                                        </p:tav>
                                      </p:tavLst>
                                    </p:anim>
                                  </p:childTnLst>
                                </p:cTn>
                              </p:par>
                              <p:par>
                                <p:cTn id="514" presetID="42" presetClass="entr" presetSubtype="0" fill="hold" grpId="0" nodeType="withEffect">
                                  <p:stCondLst>
                                    <p:cond delay="0"/>
                                  </p:stCondLst>
                                  <p:childTnLst>
                                    <p:set>
                                      <p:cBhvr>
                                        <p:cTn id="515" dur="1" fill="hold">
                                          <p:stCondLst>
                                            <p:cond delay="0"/>
                                          </p:stCondLst>
                                        </p:cTn>
                                        <p:tgtEl>
                                          <p:spTgt spid="93"/>
                                        </p:tgtEl>
                                        <p:attrNameLst>
                                          <p:attrName>style.visibility</p:attrName>
                                        </p:attrNameLst>
                                      </p:cBhvr>
                                      <p:to>
                                        <p:strVal val="visible"/>
                                      </p:to>
                                    </p:set>
                                    <p:animEffect transition="in" filter="fade">
                                      <p:cBhvr>
                                        <p:cTn id="516" dur="650"/>
                                        <p:tgtEl>
                                          <p:spTgt spid="93"/>
                                        </p:tgtEl>
                                      </p:cBhvr>
                                    </p:animEffect>
                                    <p:anim calcmode="lin" valueType="num">
                                      <p:cBhvr>
                                        <p:cTn id="517" dur="650" fill="hold"/>
                                        <p:tgtEl>
                                          <p:spTgt spid="93"/>
                                        </p:tgtEl>
                                        <p:attrNameLst>
                                          <p:attrName>ppt_x</p:attrName>
                                        </p:attrNameLst>
                                      </p:cBhvr>
                                      <p:tavLst>
                                        <p:tav tm="0">
                                          <p:val>
                                            <p:strVal val="#ppt_x"/>
                                          </p:val>
                                        </p:tav>
                                        <p:tav tm="100000">
                                          <p:val>
                                            <p:strVal val="#ppt_x"/>
                                          </p:val>
                                        </p:tav>
                                      </p:tavLst>
                                    </p:anim>
                                    <p:anim calcmode="lin" valueType="num">
                                      <p:cBhvr>
                                        <p:cTn id="518" dur="650" fill="hold"/>
                                        <p:tgtEl>
                                          <p:spTgt spid="93"/>
                                        </p:tgtEl>
                                        <p:attrNameLst>
                                          <p:attrName>ppt_y</p:attrName>
                                        </p:attrNameLst>
                                      </p:cBhvr>
                                      <p:tavLst>
                                        <p:tav tm="0">
                                          <p:val>
                                            <p:strVal val="#ppt_y+.1"/>
                                          </p:val>
                                        </p:tav>
                                        <p:tav tm="100000">
                                          <p:val>
                                            <p:strVal val="#ppt_y"/>
                                          </p:val>
                                        </p:tav>
                                      </p:tavLst>
                                    </p:anim>
                                  </p:childTnLst>
                                </p:cTn>
                              </p:par>
                              <p:par>
                                <p:cTn id="519" presetID="42" presetClass="entr" presetSubtype="0" fill="hold" grpId="0" nodeType="withEffect">
                                  <p:stCondLst>
                                    <p:cond delay="0"/>
                                  </p:stCondLst>
                                  <p:childTnLst>
                                    <p:set>
                                      <p:cBhvr>
                                        <p:cTn id="520" dur="1" fill="hold">
                                          <p:stCondLst>
                                            <p:cond delay="0"/>
                                          </p:stCondLst>
                                        </p:cTn>
                                        <p:tgtEl>
                                          <p:spTgt spid="94"/>
                                        </p:tgtEl>
                                        <p:attrNameLst>
                                          <p:attrName>style.visibility</p:attrName>
                                        </p:attrNameLst>
                                      </p:cBhvr>
                                      <p:to>
                                        <p:strVal val="visible"/>
                                      </p:to>
                                    </p:set>
                                    <p:animEffect transition="in" filter="fade">
                                      <p:cBhvr>
                                        <p:cTn id="521" dur="650"/>
                                        <p:tgtEl>
                                          <p:spTgt spid="94"/>
                                        </p:tgtEl>
                                      </p:cBhvr>
                                    </p:animEffect>
                                    <p:anim calcmode="lin" valueType="num">
                                      <p:cBhvr>
                                        <p:cTn id="522" dur="650" fill="hold"/>
                                        <p:tgtEl>
                                          <p:spTgt spid="94"/>
                                        </p:tgtEl>
                                        <p:attrNameLst>
                                          <p:attrName>ppt_x</p:attrName>
                                        </p:attrNameLst>
                                      </p:cBhvr>
                                      <p:tavLst>
                                        <p:tav tm="0">
                                          <p:val>
                                            <p:strVal val="#ppt_x"/>
                                          </p:val>
                                        </p:tav>
                                        <p:tav tm="100000">
                                          <p:val>
                                            <p:strVal val="#ppt_x"/>
                                          </p:val>
                                        </p:tav>
                                      </p:tavLst>
                                    </p:anim>
                                    <p:anim calcmode="lin" valueType="num">
                                      <p:cBhvr>
                                        <p:cTn id="523" dur="650" fill="hold"/>
                                        <p:tgtEl>
                                          <p:spTgt spid="94"/>
                                        </p:tgtEl>
                                        <p:attrNameLst>
                                          <p:attrName>ppt_y</p:attrName>
                                        </p:attrNameLst>
                                      </p:cBhvr>
                                      <p:tavLst>
                                        <p:tav tm="0">
                                          <p:val>
                                            <p:strVal val="#ppt_y+.1"/>
                                          </p:val>
                                        </p:tav>
                                        <p:tav tm="100000">
                                          <p:val>
                                            <p:strVal val="#ppt_y"/>
                                          </p:val>
                                        </p:tav>
                                      </p:tavLst>
                                    </p:anim>
                                  </p:childTnLst>
                                </p:cTn>
                              </p:par>
                              <p:par>
                                <p:cTn id="524" presetID="42" presetClass="entr" presetSubtype="0" fill="hold" grpId="0" nodeType="withEffect">
                                  <p:stCondLst>
                                    <p:cond delay="0"/>
                                  </p:stCondLst>
                                  <p:childTnLst>
                                    <p:set>
                                      <p:cBhvr>
                                        <p:cTn id="525" dur="1" fill="hold">
                                          <p:stCondLst>
                                            <p:cond delay="0"/>
                                          </p:stCondLst>
                                        </p:cTn>
                                        <p:tgtEl>
                                          <p:spTgt spid="95"/>
                                        </p:tgtEl>
                                        <p:attrNameLst>
                                          <p:attrName>style.visibility</p:attrName>
                                        </p:attrNameLst>
                                      </p:cBhvr>
                                      <p:to>
                                        <p:strVal val="visible"/>
                                      </p:to>
                                    </p:set>
                                    <p:animEffect transition="in" filter="fade">
                                      <p:cBhvr>
                                        <p:cTn id="526" dur="650"/>
                                        <p:tgtEl>
                                          <p:spTgt spid="95"/>
                                        </p:tgtEl>
                                      </p:cBhvr>
                                    </p:animEffect>
                                    <p:anim calcmode="lin" valueType="num">
                                      <p:cBhvr>
                                        <p:cTn id="527" dur="650" fill="hold"/>
                                        <p:tgtEl>
                                          <p:spTgt spid="95"/>
                                        </p:tgtEl>
                                        <p:attrNameLst>
                                          <p:attrName>ppt_x</p:attrName>
                                        </p:attrNameLst>
                                      </p:cBhvr>
                                      <p:tavLst>
                                        <p:tav tm="0">
                                          <p:val>
                                            <p:strVal val="#ppt_x"/>
                                          </p:val>
                                        </p:tav>
                                        <p:tav tm="100000">
                                          <p:val>
                                            <p:strVal val="#ppt_x"/>
                                          </p:val>
                                        </p:tav>
                                      </p:tavLst>
                                    </p:anim>
                                    <p:anim calcmode="lin" valueType="num">
                                      <p:cBhvr>
                                        <p:cTn id="528" dur="650" fill="hold"/>
                                        <p:tgtEl>
                                          <p:spTgt spid="95"/>
                                        </p:tgtEl>
                                        <p:attrNameLst>
                                          <p:attrName>ppt_y</p:attrName>
                                        </p:attrNameLst>
                                      </p:cBhvr>
                                      <p:tavLst>
                                        <p:tav tm="0">
                                          <p:val>
                                            <p:strVal val="#ppt_y+.1"/>
                                          </p:val>
                                        </p:tav>
                                        <p:tav tm="100000">
                                          <p:val>
                                            <p:strVal val="#ppt_y"/>
                                          </p:val>
                                        </p:tav>
                                      </p:tavLst>
                                    </p:anim>
                                  </p:childTnLst>
                                </p:cTn>
                              </p:par>
                              <p:par>
                                <p:cTn id="529" presetID="42" presetClass="entr" presetSubtype="0" fill="hold" nodeType="withEffect">
                                  <p:stCondLst>
                                    <p:cond delay="0"/>
                                  </p:stCondLst>
                                  <p:childTnLst>
                                    <p:set>
                                      <p:cBhvr>
                                        <p:cTn id="530" dur="1" fill="hold">
                                          <p:stCondLst>
                                            <p:cond delay="0"/>
                                          </p:stCondLst>
                                        </p:cTn>
                                        <p:tgtEl>
                                          <p:spTgt spid="96"/>
                                        </p:tgtEl>
                                        <p:attrNameLst>
                                          <p:attrName>style.visibility</p:attrName>
                                        </p:attrNameLst>
                                      </p:cBhvr>
                                      <p:to>
                                        <p:strVal val="visible"/>
                                      </p:to>
                                    </p:set>
                                    <p:animEffect transition="in" filter="fade">
                                      <p:cBhvr>
                                        <p:cTn id="531" dur="650"/>
                                        <p:tgtEl>
                                          <p:spTgt spid="96"/>
                                        </p:tgtEl>
                                      </p:cBhvr>
                                    </p:animEffect>
                                    <p:anim calcmode="lin" valueType="num">
                                      <p:cBhvr>
                                        <p:cTn id="532" dur="650" fill="hold"/>
                                        <p:tgtEl>
                                          <p:spTgt spid="96"/>
                                        </p:tgtEl>
                                        <p:attrNameLst>
                                          <p:attrName>ppt_x</p:attrName>
                                        </p:attrNameLst>
                                      </p:cBhvr>
                                      <p:tavLst>
                                        <p:tav tm="0">
                                          <p:val>
                                            <p:strVal val="#ppt_x"/>
                                          </p:val>
                                        </p:tav>
                                        <p:tav tm="100000">
                                          <p:val>
                                            <p:strVal val="#ppt_x"/>
                                          </p:val>
                                        </p:tav>
                                      </p:tavLst>
                                    </p:anim>
                                    <p:anim calcmode="lin" valueType="num">
                                      <p:cBhvr>
                                        <p:cTn id="533" dur="650" fill="hold"/>
                                        <p:tgtEl>
                                          <p:spTgt spid="96"/>
                                        </p:tgtEl>
                                        <p:attrNameLst>
                                          <p:attrName>ppt_y</p:attrName>
                                        </p:attrNameLst>
                                      </p:cBhvr>
                                      <p:tavLst>
                                        <p:tav tm="0">
                                          <p:val>
                                            <p:strVal val="#ppt_y+.1"/>
                                          </p:val>
                                        </p:tav>
                                        <p:tav tm="100000">
                                          <p:val>
                                            <p:strVal val="#ppt_y"/>
                                          </p:val>
                                        </p:tav>
                                      </p:tavLst>
                                    </p:anim>
                                  </p:childTnLst>
                                </p:cTn>
                              </p:par>
                              <p:par>
                                <p:cTn id="534" presetID="42" presetClass="entr" presetSubtype="0" fill="hold" grpId="0" nodeType="withEffect">
                                  <p:stCondLst>
                                    <p:cond delay="0"/>
                                  </p:stCondLst>
                                  <p:childTnLst>
                                    <p:set>
                                      <p:cBhvr>
                                        <p:cTn id="535" dur="1" fill="hold">
                                          <p:stCondLst>
                                            <p:cond delay="0"/>
                                          </p:stCondLst>
                                        </p:cTn>
                                        <p:tgtEl>
                                          <p:spTgt spid="97"/>
                                        </p:tgtEl>
                                        <p:attrNameLst>
                                          <p:attrName>style.visibility</p:attrName>
                                        </p:attrNameLst>
                                      </p:cBhvr>
                                      <p:to>
                                        <p:strVal val="visible"/>
                                      </p:to>
                                    </p:set>
                                    <p:animEffect transition="in" filter="fade">
                                      <p:cBhvr>
                                        <p:cTn id="536" dur="650"/>
                                        <p:tgtEl>
                                          <p:spTgt spid="97"/>
                                        </p:tgtEl>
                                      </p:cBhvr>
                                    </p:animEffect>
                                    <p:anim calcmode="lin" valueType="num">
                                      <p:cBhvr>
                                        <p:cTn id="537" dur="650" fill="hold"/>
                                        <p:tgtEl>
                                          <p:spTgt spid="97"/>
                                        </p:tgtEl>
                                        <p:attrNameLst>
                                          <p:attrName>ppt_x</p:attrName>
                                        </p:attrNameLst>
                                      </p:cBhvr>
                                      <p:tavLst>
                                        <p:tav tm="0">
                                          <p:val>
                                            <p:strVal val="#ppt_x"/>
                                          </p:val>
                                        </p:tav>
                                        <p:tav tm="100000">
                                          <p:val>
                                            <p:strVal val="#ppt_x"/>
                                          </p:val>
                                        </p:tav>
                                      </p:tavLst>
                                    </p:anim>
                                    <p:anim calcmode="lin" valueType="num">
                                      <p:cBhvr>
                                        <p:cTn id="538" dur="650" fill="hold"/>
                                        <p:tgtEl>
                                          <p:spTgt spid="97"/>
                                        </p:tgtEl>
                                        <p:attrNameLst>
                                          <p:attrName>ppt_y</p:attrName>
                                        </p:attrNameLst>
                                      </p:cBhvr>
                                      <p:tavLst>
                                        <p:tav tm="0">
                                          <p:val>
                                            <p:strVal val="#ppt_y+.1"/>
                                          </p:val>
                                        </p:tav>
                                        <p:tav tm="100000">
                                          <p:val>
                                            <p:strVal val="#ppt_y"/>
                                          </p:val>
                                        </p:tav>
                                      </p:tavLst>
                                    </p:anim>
                                  </p:childTnLst>
                                </p:cTn>
                              </p:par>
                              <p:par>
                                <p:cTn id="539" presetID="42" presetClass="entr" presetSubtype="0" fill="hold" grpId="0" nodeType="withEffect">
                                  <p:stCondLst>
                                    <p:cond delay="0"/>
                                  </p:stCondLst>
                                  <p:childTnLst>
                                    <p:set>
                                      <p:cBhvr>
                                        <p:cTn id="540" dur="1" fill="hold">
                                          <p:stCondLst>
                                            <p:cond delay="0"/>
                                          </p:stCondLst>
                                        </p:cTn>
                                        <p:tgtEl>
                                          <p:spTgt spid="98"/>
                                        </p:tgtEl>
                                        <p:attrNameLst>
                                          <p:attrName>style.visibility</p:attrName>
                                        </p:attrNameLst>
                                      </p:cBhvr>
                                      <p:to>
                                        <p:strVal val="visible"/>
                                      </p:to>
                                    </p:set>
                                    <p:animEffect transition="in" filter="fade">
                                      <p:cBhvr>
                                        <p:cTn id="541" dur="650"/>
                                        <p:tgtEl>
                                          <p:spTgt spid="98"/>
                                        </p:tgtEl>
                                      </p:cBhvr>
                                    </p:animEffect>
                                    <p:anim calcmode="lin" valueType="num">
                                      <p:cBhvr>
                                        <p:cTn id="542" dur="650" fill="hold"/>
                                        <p:tgtEl>
                                          <p:spTgt spid="98"/>
                                        </p:tgtEl>
                                        <p:attrNameLst>
                                          <p:attrName>ppt_x</p:attrName>
                                        </p:attrNameLst>
                                      </p:cBhvr>
                                      <p:tavLst>
                                        <p:tav tm="0">
                                          <p:val>
                                            <p:strVal val="#ppt_x"/>
                                          </p:val>
                                        </p:tav>
                                        <p:tav tm="100000">
                                          <p:val>
                                            <p:strVal val="#ppt_x"/>
                                          </p:val>
                                        </p:tav>
                                      </p:tavLst>
                                    </p:anim>
                                    <p:anim calcmode="lin" valueType="num">
                                      <p:cBhvr>
                                        <p:cTn id="543" dur="650" fill="hold"/>
                                        <p:tgtEl>
                                          <p:spTgt spid="98"/>
                                        </p:tgtEl>
                                        <p:attrNameLst>
                                          <p:attrName>ppt_y</p:attrName>
                                        </p:attrNameLst>
                                      </p:cBhvr>
                                      <p:tavLst>
                                        <p:tav tm="0">
                                          <p:val>
                                            <p:strVal val="#ppt_y+.1"/>
                                          </p:val>
                                        </p:tav>
                                        <p:tav tm="100000">
                                          <p:val>
                                            <p:strVal val="#ppt_y"/>
                                          </p:val>
                                        </p:tav>
                                      </p:tavLst>
                                    </p:anim>
                                  </p:childTnLst>
                                </p:cTn>
                              </p:par>
                              <p:par>
                                <p:cTn id="544" presetID="42" presetClass="entr" presetSubtype="0" fill="hold" grpId="0" nodeType="withEffect">
                                  <p:stCondLst>
                                    <p:cond delay="120"/>
                                  </p:stCondLst>
                                  <p:childTnLst>
                                    <p:set>
                                      <p:cBhvr>
                                        <p:cTn id="545" dur="1" fill="hold">
                                          <p:stCondLst>
                                            <p:cond delay="0"/>
                                          </p:stCondLst>
                                        </p:cTn>
                                        <p:tgtEl>
                                          <p:spTgt spid="99"/>
                                        </p:tgtEl>
                                        <p:attrNameLst>
                                          <p:attrName>style.visibility</p:attrName>
                                        </p:attrNameLst>
                                      </p:cBhvr>
                                      <p:to>
                                        <p:strVal val="visible"/>
                                      </p:to>
                                    </p:set>
                                    <p:animEffect transition="in" filter="fade">
                                      <p:cBhvr>
                                        <p:cTn id="546" dur="650"/>
                                        <p:tgtEl>
                                          <p:spTgt spid="99"/>
                                        </p:tgtEl>
                                      </p:cBhvr>
                                    </p:animEffect>
                                    <p:anim calcmode="lin" valueType="num">
                                      <p:cBhvr>
                                        <p:cTn id="547" dur="650" fill="hold"/>
                                        <p:tgtEl>
                                          <p:spTgt spid="99"/>
                                        </p:tgtEl>
                                        <p:attrNameLst>
                                          <p:attrName>ppt_x</p:attrName>
                                        </p:attrNameLst>
                                      </p:cBhvr>
                                      <p:tavLst>
                                        <p:tav tm="0">
                                          <p:val>
                                            <p:strVal val="#ppt_x"/>
                                          </p:val>
                                        </p:tav>
                                        <p:tav tm="100000">
                                          <p:val>
                                            <p:strVal val="#ppt_x"/>
                                          </p:val>
                                        </p:tav>
                                      </p:tavLst>
                                    </p:anim>
                                    <p:anim calcmode="lin" valueType="num">
                                      <p:cBhvr>
                                        <p:cTn id="548" dur="650" fill="hold"/>
                                        <p:tgtEl>
                                          <p:spTgt spid="99"/>
                                        </p:tgtEl>
                                        <p:attrNameLst>
                                          <p:attrName>ppt_y</p:attrName>
                                        </p:attrNameLst>
                                      </p:cBhvr>
                                      <p:tavLst>
                                        <p:tav tm="0">
                                          <p:val>
                                            <p:strVal val="#ppt_y+.1"/>
                                          </p:val>
                                        </p:tav>
                                        <p:tav tm="100000">
                                          <p:val>
                                            <p:strVal val="#ppt_y"/>
                                          </p:val>
                                        </p:tav>
                                      </p:tavLst>
                                    </p:anim>
                                  </p:childTnLst>
                                </p:cTn>
                              </p:par>
                              <p:par>
                                <p:cTn id="549" presetID="42" presetClass="entr" presetSubtype="0" fill="hold" grpId="0" nodeType="withEffect">
                                  <p:stCondLst>
                                    <p:cond delay="120"/>
                                  </p:stCondLst>
                                  <p:childTnLst>
                                    <p:set>
                                      <p:cBhvr>
                                        <p:cTn id="550" dur="1" fill="hold">
                                          <p:stCondLst>
                                            <p:cond delay="0"/>
                                          </p:stCondLst>
                                        </p:cTn>
                                        <p:tgtEl>
                                          <p:spTgt spid="100"/>
                                        </p:tgtEl>
                                        <p:attrNameLst>
                                          <p:attrName>style.visibility</p:attrName>
                                        </p:attrNameLst>
                                      </p:cBhvr>
                                      <p:to>
                                        <p:strVal val="visible"/>
                                      </p:to>
                                    </p:set>
                                    <p:animEffect transition="in" filter="fade">
                                      <p:cBhvr>
                                        <p:cTn id="551" dur="650"/>
                                        <p:tgtEl>
                                          <p:spTgt spid="100"/>
                                        </p:tgtEl>
                                      </p:cBhvr>
                                    </p:animEffect>
                                    <p:anim calcmode="lin" valueType="num">
                                      <p:cBhvr>
                                        <p:cTn id="552" dur="650" fill="hold"/>
                                        <p:tgtEl>
                                          <p:spTgt spid="100"/>
                                        </p:tgtEl>
                                        <p:attrNameLst>
                                          <p:attrName>ppt_x</p:attrName>
                                        </p:attrNameLst>
                                      </p:cBhvr>
                                      <p:tavLst>
                                        <p:tav tm="0">
                                          <p:val>
                                            <p:strVal val="#ppt_x"/>
                                          </p:val>
                                        </p:tav>
                                        <p:tav tm="100000">
                                          <p:val>
                                            <p:strVal val="#ppt_x"/>
                                          </p:val>
                                        </p:tav>
                                      </p:tavLst>
                                    </p:anim>
                                    <p:anim calcmode="lin" valueType="num">
                                      <p:cBhvr>
                                        <p:cTn id="553" dur="650" fill="hold"/>
                                        <p:tgtEl>
                                          <p:spTgt spid="100"/>
                                        </p:tgtEl>
                                        <p:attrNameLst>
                                          <p:attrName>ppt_y</p:attrName>
                                        </p:attrNameLst>
                                      </p:cBhvr>
                                      <p:tavLst>
                                        <p:tav tm="0">
                                          <p:val>
                                            <p:strVal val="#ppt_y+.1"/>
                                          </p:val>
                                        </p:tav>
                                        <p:tav tm="100000">
                                          <p:val>
                                            <p:strVal val="#ppt_y"/>
                                          </p:val>
                                        </p:tav>
                                      </p:tavLst>
                                    </p:anim>
                                  </p:childTnLst>
                                </p:cTn>
                              </p:par>
                              <p:par>
                                <p:cTn id="554" presetID="42" presetClass="entr" presetSubtype="0" fill="hold" grpId="0" nodeType="withEffect">
                                  <p:stCondLst>
                                    <p:cond delay="120"/>
                                  </p:stCondLst>
                                  <p:childTnLst>
                                    <p:set>
                                      <p:cBhvr>
                                        <p:cTn id="555" dur="1" fill="hold">
                                          <p:stCondLst>
                                            <p:cond delay="0"/>
                                          </p:stCondLst>
                                        </p:cTn>
                                        <p:tgtEl>
                                          <p:spTgt spid="101"/>
                                        </p:tgtEl>
                                        <p:attrNameLst>
                                          <p:attrName>style.visibility</p:attrName>
                                        </p:attrNameLst>
                                      </p:cBhvr>
                                      <p:to>
                                        <p:strVal val="visible"/>
                                      </p:to>
                                    </p:set>
                                    <p:animEffect transition="in" filter="fade">
                                      <p:cBhvr>
                                        <p:cTn id="556" dur="650"/>
                                        <p:tgtEl>
                                          <p:spTgt spid="101"/>
                                        </p:tgtEl>
                                      </p:cBhvr>
                                    </p:animEffect>
                                    <p:anim calcmode="lin" valueType="num">
                                      <p:cBhvr>
                                        <p:cTn id="557" dur="650" fill="hold"/>
                                        <p:tgtEl>
                                          <p:spTgt spid="101"/>
                                        </p:tgtEl>
                                        <p:attrNameLst>
                                          <p:attrName>ppt_x</p:attrName>
                                        </p:attrNameLst>
                                      </p:cBhvr>
                                      <p:tavLst>
                                        <p:tav tm="0">
                                          <p:val>
                                            <p:strVal val="#ppt_x"/>
                                          </p:val>
                                        </p:tav>
                                        <p:tav tm="100000">
                                          <p:val>
                                            <p:strVal val="#ppt_x"/>
                                          </p:val>
                                        </p:tav>
                                      </p:tavLst>
                                    </p:anim>
                                    <p:anim calcmode="lin" valueType="num">
                                      <p:cBhvr>
                                        <p:cTn id="558" dur="650" fill="hold"/>
                                        <p:tgtEl>
                                          <p:spTgt spid="101"/>
                                        </p:tgtEl>
                                        <p:attrNameLst>
                                          <p:attrName>ppt_y</p:attrName>
                                        </p:attrNameLst>
                                      </p:cBhvr>
                                      <p:tavLst>
                                        <p:tav tm="0">
                                          <p:val>
                                            <p:strVal val="#ppt_y+.1"/>
                                          </p:val>
                                        </p:tav>
                                        <p:tav tm="100000">
                                          <p:val>
                                            <p:strVal val="#ppt_y"/>
                                          </p:val>
                                        </p:tav>
                                      </p:tavLst>
                                    </p:anim>
                                  </p:childTnLst>
                                </p:cTn>
                              </p:par>
                              <p:par>
                                <p:cTn id="559" presetID="42" presetClass="entr" presetSubtype="0" fill="hold" grpId="0" nodeType="withEffect">
                                  <p:stCondLst>
                                    <p:cond delay="120"/>
                                  </p:stCondLst>
                                  <p:childTnLst>
                                    <p:set>
                                      <p:cBhvr>
                                        <p:cTn id="560" dur="1" fill="hold">
                                          <p:stCondLst>
                                            <p:cond delay="0"/>
                                          </p:stCondLst>
                                        </p:cTn>
                                        <p:tgtEl>
                                          <p:spTgt spid="102"/>
                                        </p:tgtEl>
                                        <p:attrNameLst>
                                          <p:attrName>style.visibility</p:attrName>
                                        </p:attrNameLst>
                                      </p:cBhvr>
                                      <p:to>
                                        <p:strVal val="visible"/>
                                      </p:to>
                                    </p:set>
                                    <p:animEffect transition="in" filter="fade">
                                      <p:cBhvr>
                                        <p:cTn id="561" dur="650"/>
                                        <p:tgtEl>
                                          <p:spTgt spid="102"/>
                                        </p:tgtEl>
                                      </p:cBhvr>
                                    </p:animEffect>
                                    <p:anim calcmode="lin" valueType="num">
                                      <p:cBhvr>
                                        <p:cTn id="562" dur="650" fill="hold"/>
                                        <p:tgtEl>
                                          <p:spTgt spid="102"/>
                                        </p:tgtEl>
                                        <p:attrNameLst>
                                          <p:attrName>ppt_x</p:attrName>
                                        </p:attrNameLst>
                                      </p:cBhvr>
                                      <p:tavLst>
                                        <p:tav tm="0">
                                          <p:val>
                                            <p:strVal val="#ppt_x"/>
                                          </p:val>
                                        </p:tav>
                                        <p:tav tm="100000">
                                          <p:val>
                                            <p:strVal val="#ppt_x"/>
                                          </p:val>
                                        </p:tav>
                                      </p:tavLst>
                                    </p:anim>
                                    <p:anim calcmode="lin" valueType="num">
                                      <p:cBhvr>
                                        <p:cTn id="563" dur="650" fill="hold"/>
                                        <p:tgtEl>
                                          <p:spTgt spid="102"/>
                                        </p:tgtEl>
                                        <p:attrNameLst>
                                          <p:attrName>ppt_y</p:attrName>
                                        </p:attrNameLst>
                                      </p:cBhvr>
                                      <p:tavLst>
                                        <p:tav tm="0">
                                          <p:val>
                                            <p:strVal val="#ppt_y+.1"/>
                                          </p:val>
                                        </p:tav>
                                        <p:tav tm="100000">
                                          <p:val>
                                            <p:strVal val="#ppt_y"/>
                                          </p:val>
                                        </p:tav>
                                      </p:tavLst>
                                    </p:anim>
                                  </p:childTnLst>
                                </p:cTn>
                              </p:par>
                              <p:par>
                                <p:cTn id="564" presetID="42" presetClass="entr" presetSubtype="0" fill="hold" nodeType="withEffect">
                                  <p:stCondLst>
                                    <p:cond delay="120"/>
                                  </p:stCondLst>
                                  <p:childTnLst>
                                    <p:set>
                                      <p:cBhvr>
                                        <p:cTn id="565" dur="1" fill="hold">
                                          <p:stCondLst>
                                            <p:cond delay="0"/>
                                          </p:stCondLst>
                                        </p:cTn>
                                        <p:tgtEl>
                                          <p:spTgt spid="103"/>
                                        </p:tgtEl>
                                        <p:attrNameLst>
                                          <p:attrName>style.visibility</p:attrName>
                                        </p:attrNameLst>
                                      </p:cBhvr>
                                      <p:to>
                                        <p:strVal val="visible"/>
                                      </p:to>
                                    </p:set>
                                    <p:animEffect transition="in" filter="fade">
                                      <p:cBhvr>
                                        <p:cTn id="566" dur="650"/>
                                        <p:tgtEl>
                                          <p:spTgt spid="103"/>
                                        </p:tgtEl>
                                      </p:cBhvr>
                                    </p:animEffect>
                                    <p:anim calcmode="lin" valueType="num">
                                      <p:cBhvr>
                                        <p:cTn id="567" dur="650" fill="hold"/>
                                        <p:tgtEl>
                                          <p:spTgt spid="103"/>
                                        </p:tgtEl>
                                        <p:attrNameLst>
                                          <p:attrName>ppt_x</p:attrName>
                                        </p:attrNameLst>
                                      </p:cBhvr>
                                      <p:tavLst>
                                        <p:tav tm="0">
                                          <p:val>
                                            <p:strVal val="#ppt_x"/>
                                          </p:val>
                                        </p:tav>
                                        <p:tav tm="100000">
                                          <p:val>
                                            <p:strVal val="#ppt_x"/>
                                          </p:val>
                                        </p:tav>
                                      </p:tavLst>
                                    </p:anim>
                                    <p:anim calcmode="lin" valueType="num">
                                      <p:cBhvr>
                                        <p:cTn id="568" dur="650" fill="hold"/>
                                        <p:tgtEl>
                                          <p:spTgt spid="103"/>
                                        </p:tgtEl>
                                        <p:attrNameLst>
                                          <p:attrName>ppt_y</p:attrName>
                                        </p:attrNameLst>
                                      </p:cBhvr>
                                      <p:tavLst>
                                        <p:tav tm="0">
                                          <p:val>
                                            <p:strVal val="#ppt_y+.1"/>
                                          </p:val>
                                        </p:tav>
                                        <p:tav tm="100000">
                                          <p:val>
                                            <p:strVal val="#ppt_y"/>
                                          </p:val>
                                        </p:tav>
                                      </p:tavLst>
                                    </p:anim>
                                  </p:childTnLst>
                                </p:cTn>
                              </p:par>
                              <p:par>
                                <p:cTn id="569" presetID="42" presetClass="entr" presetSubtype="0" fill="hold" grpId="0" nodeType="withEffect">
                                  <p:stCondLst>
                                    <p:cond delay="120"/>
                                  </p:stCondLst>
                                  <p:childTnLst>
                                    <p:set>
                                      <p:cBhvr>
                                        <p:cTn id="570" dur="1" fill="hold">
                                          <p:stCondLst>
                                            <p:cond delay="0"/>
                                          </p:stCondLst>
                                        </p:cTn>
                                        <p:tgtEl>
                                          <p:spTgt spid="104"/>
                                        </p:tgtEl>
                                        <p:attrNameLst>
                                          <p:attrName>style.visibility</p:attrName>
                                        </p:attrNameLst>
                                      </p:cBhvr>
                                      <p:to>
                                        <p:strVal val="visible"/>
                                      </p:to>
                                    </p:set>
                                    <p:animEffect transition="in" filter="fade">
                                      <p:cBhvr>
                                        <p:cTn id="571" dur="650"/>
                                        <p:tgtEl>
                                          <p:spTgt spid="104"/>
                                        </p:tgtEl>
                                      </p:cBhvr>
                                    </p:animEffect>
                                    <p:anim calcmode="lin" valueType="num">
                                      <p:cBhvr>
                                        <p:cTn id="572" dur="650" fill="hold"/>
                                        <p:tgtEl>
                                          <p:spTgt spid="104"/>
                                        </p:tgtEl>
                                        <p:attrNameLst>
                                          <p:attrName>ppt_x</p:attrName>
                                        </p:attrNameLst>
                                      </p:cBhvr>
                                      <p:tavLst>
                                        <p:tav tm="0">
                                          <p:val>
                                            <p:strVal val="#ppt_x"/>
                                          </p:val>
                                        </p:tav>
                                        <p:tav tm="100000">
                                          <p:val>
                                            <p:strVal val="#ppt_x"/>
                                          </p:val>
                                        </p:tav>
                                      </p:tavLst>
                                    </p:anim>
                                    <p:anim calcmode="lin" valueType="num">
                                      <p:cBhvr>
                                        <p:cTn id="573" dur="650" fill="hold"/>
                                        <p:tgtEl>
                                          <p:spTgt spid="104"/>
                                        </p:tgtEl>
                                        <p:attrNameLst>
                                          <p:attrName>ppt_y</p:attrName>
                                        </p:attrNameLst>
                                      </p:cBhvr>
                                      <p:tavLst>
                                        <p:tav tm="0">
                                          <p:val>
                                            <p:strVal val="#ppt_y+.1"/>
                                          </p:val>
                                        </p:tav>
                                        <p:tav tm="100000">
                                          <p:val>
                                            <p:strVal val="#ppt_y"/>
                                          </p:val>
                                        </p:tav>
                                      </p:tavLst>
                                    </p:anim>
                                  </p:childTnLst>
                                </p:cTn>
                              </p:par>
                              <p:par>
                                <p:cTn id="574" presetID="42" presetClass="entr" presetSubtype="0" fill="hold" grpId="0" nodeType="withEffect">
                                  <p:stCondLst>
                                    <p:cond delay="120"/>
                                  </p:stCondLst>
                                  <p:childTnLst>
                                    <p:set>
                                      <p:cBhvr>
                                        <p:cTn id="575" dur="1" fill="hold">
                                          <p:stCondLst>
                                            <p:cond delay="0"/>
                                          </p:stCondLst>
                                        </p:cTn>
                                        <p:tgtEl>
                                          <p:spTgt spid="105"/>
                                        </p:tgtEl>
                                        <p:attrNameLst>
                                          <p:attrName>style.visibility</p:attrName>
                                        </p:attrNameLst>
                                      </p:cBhvr>
                                      <p:to>
                                        <p:strVal val="visible"/>
                                      </p:to>
                                    </p:set>
                                    <p:animEffect transition="in" filter="fade">
                                      <p:cBhvr>
                                        <p:cTn id="576" dur="650"/>
                                        <p:tgtEl>
                                          <p:spTgt spid="105"/>
                                        </p:tgtEl>
                                      </p:cBhvr>
                                    </p:animEffect>
                                    <p:anim calcmode="lin" valueType="num">
                                      <p:cBhvr>
                                        <p:cTn id="577" dur="650" fill="hold"/>
                                        <p:tgtEl>
                                          <p:spTgt spid="105"/>
                                        </p:tgtEl>
                                        <p:attrNameLst>
                                          <p:attrName>ppt_x</p:attrName>
                                        </p:attrNameLst>
                                      </p:cBhvr>
                                      <p:tavLst>
                                        <p:tav tm="0">
                                          <p:val>
                                            <p:strVal val="#ppt_x"/>
                                          </p:val>
                                        </p:tav>
                                        <p:tav tm="100000">
                                          <p:val>
                                            <p:strVal val="#ppt_x"/>
                                          </p:val>
                                        </p:tav>
                                      </p:tavLst>
                                    </p:anim>
                                    <p:anim calcmode="lin" valueType="num">
                                      <p:cBhvr>
                                        <p:cTn id="578" dur="650" fill="hold"/>
                                        <p:tgtEl>
                                          <p:spTgt spid="105"/>
                                        </p:tgtEl>
                                        <p:attrNameLst>
                                          <p:attrName>ppt_y</p:attrName>
                                        </p:attrNameLst>
                                      </p:cBhvr>
                                      <p:tavLst>
                                        <p:tav tm="0">
                                          <p:val>
                                            <p:strVal val="#ppt_y+.1"/>
                                          </p:val>
                                        </p:tav>
                                        <p:tav tm="100000">
                                          <p:val>
                                            <p:strVal val="#ppt_y"/>
                                          </p:val>
                                        </p:tav>
                                      </p:tavLst>
                                    </p:anim>
                                  </p:childTnLst>
                                </p:cTn>
                              </p:par>
                              <p:par>
                                <p:cTn id="579" presetID="42" presetClass="entr" presetSubtype="0" fill="hold" grpId="0" nodeType="withEffect">
                                  <p:stCondLst>
                                    <p:cond delay="240"/>
                                  </p:stCondLst>
                                  <p:childTnLst>
                                    <p:set>
                                      <p:cBhvr>
                                        <p:cTn id="580" dur="1" fill="hold">
                                          <p:stCondLst>
                                            <p:cond delay="0"/>
                                          </p:stCondLst>
                                        </p:cTn>
                                        <p:tgtEl>
                                          <p:spTgt spid="106"/>
                                        </p:tgtEl>
                                        <p:attrNameLst>
                                          <p:attrName>style.visibility</p:attrName>
                                        </p:attrNameLst>
                                      </p:cBhvr>
                                      <p:to>
                                        <p:strVal val="visible"/>
                                      </p:to>
                                    </p:set>
                                    <p:animEffect transition="in" filter="fade">
                                      <p:cBhvr>
                                        <p:cTn id="581" dur="650"/>
                                        <p:tgtEl>
                                          <p:spTgt spid="106"/>
                                        </p:tgtEl>
                                      </p:cBhvr>
                                    </p:animEffect>
                                    <p:anim calcmode="lin" valueType="num">
                                      <p:cBhvr>
                                        <p:cTn id="582" dur="650" fill="hold"/>
                                        <p:tgtEl>
                                          <p:spTgt spid="106"/>
                                        </p:tgtEl>
                                        <p:attrNameLst>
                                          <p:attrName>ppt_x</p:attrName>
                                        </p:attrNameLst>
                                      </p:cBhvr>
                                      <p:tavLst>
                                        <p:tav tm="0">
                                          <p:val>
                                            <p:strVal val="#ppt_x"/>
                                          </p:val>
                                        </p:tav>
                                        <p:tav tm="100000">
                                          <p:val>
                                            <p:strVal val="#ppt_x"/>
                                          </p:val>
                                        </p:tav>
                                      </p:tavLst>
                                    </p:anim>
                                    <p:anim calcmode="lin" valueType="num">
                                      <p:cBhvr>
                                        <p:cTn id="583" dur="650" fill="hold"/>
                                        <p:tgtEl>
                                          <p:spTgt spid="106"/>
                                        </p:tgtEl>
                                        <p:attrNameLst>
                                          <p:attrName>ppt_y</p:attrName>
                                        </p:attrNameLst>
                                      </p:cBhvr>
                                      <p:tavLst>
                                        <p:tav tm="0">
                                          <p:val>
                                            <p:strVal val="#ppt_y+.1"/>
                                          </p:val>
                                        </p:tav>
                                        <p:tav tm="100000">
                                          <p:val>
                                            <p:strVal val="#ppt_y"/>
                                          </p:val>
                                        </p:tav>
                                      </p:tavLst>
                                    </p:anim>
                                  </p:childTnLst>
                                </p:cTn>
                              </p:par>
                              <p:par>
                                <p:cTn id="584" presetID="42" presetClass="entr" presetSubtype="0" fill="hold" grpId="0" nodeType="withEffect">
                                  <p:stCondLst>
                                    <p:cond delay="240"/>
                                  </p:stCondLst>
                                  <p:childTnLst>
                                    <p:set>
                                      <p:cBhvr>
                                        <p:cTn id="585" dur="1" fill="hold">
                                          <p:stCondLst>
                                            <p:cond delay="0"/>
                                          </p:stCondLst>
                                        </p:cTn>
                                        <p:tgtEl>
                                          <p:spTgt spid="107"/>
                                        </p:tgtEl>
                                        <p:attrNameLst>
                                          <p:attrName>style.visibility</p:attrName>
                                        </p:attrNameLst>
                                      </p:cBhvr>
                                      <p:to>
                                        <p:strVal val="visible"/>
                                      </p:to>
                                    </p:set>
                                    <p:animEffect transition="in" filter="fade">
                                      <p:cBhvr>
                                        <p:cTn id="586" dur="650"/>
                                        <p:tgtEl>
                                          <p:spTgt spid="107"/>
                                        </p:tgtEl>
                                      </p:cBhvr>
                                    </p:animEffect>
                                    <p:anim calcmode="lin" valueType="num">
                                      <p:cBhvr>
                                        <p:cTn id="587" dur="650" fill="hold"/>
                                        <p:tgtEl>
                                          <p:spTgt spid="107"/>
                                        </p:tgtEl>
                                        <p:attrNameLst>
                                          <p:attrName>ppt_x</p:attrName>
                                        </p:attrNameLst>
                                      </p:cBhvr>
                                      <p:tavLst>
                                        <p:tav tm="0">
                                          <p:val>
                                            <p:strVal val="#ppt_x"/>
                                          </p:val>
                                        </p:tav>
                                        <p:tav tm="100000">
                                          <p:val>
                                            <p:strVal val="#ppt_x"/>
                                          </p:val>
                                        </p:tav>
                                      </p:tavLst>
                                    </p:anim>
                                    <p:anim calcmode="lin" valueType="num">
                                      <p:cBhvr>
                                        <p:cTn id="588" dur="650" fill="hold"/>
                                        <p:tgtEl>
                                          <p:spTgt spid="107"/>
                                        </p:tgtEl>
                                        <p:attrNameLst>
                                          <p:attrName>ppt_y</p:attrName>
                                        </p:attrNameLst>
                                      </p:cBhvr>
                                      <p:tavLst>
                                        <p:tav tm="0">
                                          <p:val>
                                            <p:strVal val="#ppt_y+.1"/>
                                          </p:val>
                                        </p:tav>
                                        <p:tav tm="100000">
                                          <p:val>
                                            <p:strVal val="#ppt_y"/>
                                          </p:val>
                                        </p:tav>
                                      </p:tavLst>
                                    </p:anim>
                                  </p:childTnLst>
                                </p:cTn>
                              </p:par>
                              <p:par>
                                <p:cTn id="589" presetID="42" presetClass="entr" presetSubtype="0" fill="hold" grpId="0" nodeType="withEffect">
                                  <p:stCondLst>
                                    <p:cond delay="240"/>
                                  </p:stCondLst>
                                  <p:childTnLst>
                                    <p:set>
                                      <p:cBhvr>
                                        <p:cTn id="590" dur="1" fill="hold">
                                          <p:stCondLst>
                                            <p:cond delay="0"/>
                                          </p:stCondLst>
                                        </p:cTn>
                                        <p:tgtEl>
                                          <p:spTgt spid="108"/>
                                        </p:tgtEl>
                                        <p:attrNameLst>
                                          <p:attrName>style.visibility</p:attrName>
                                        </p:attrNameLst>
                                      </p:cBhvr>
                                      <p:to>
                                        <p:strVal val="visible"/>
                                      </p:to>
                                    </p:set>
                                    <p:animEffect transition="in" filter="fade">
                                      <p:cBhvr>
                                        <p:cTn id="591" dur="650"/>
                                        <p:tgtEl>
                                          <p:spTgt spid="108"/>
                                        </p:tgtEl>
                                      </p:cBhvr>
                                    </p:animEffect>
                                    <p:anim calcmode="lin" valueType="num">
                                      <p:cBhvr>
                                        <p:cTn id="592" dur="650" fill="hold"/>
                                        <p:tgtEl>
                                          <p:spTgt spid="108"/>
                                        </p:tgtEl>
                                        <p:attrNameLst>
                                          <p:attrName>ppt_x</p:attrName>
                                        </p:attrNameLst>
                                      </p:cBhvr>
                                      <p:tavLst>
                                        <p:tav tm="0">
                                          <p:val>
                                            <p:strVal val="#ppt_x"/>
                                          </p:val>
                                        </p:tav>
                                        <p:tav tm="100000">
                                          <p:val>
                                            <p:strVal val="#ppt_x"/>
                                          </p:val>
                                        </p:tav>
                                      </p:tavLst>
                                    </p:anim>
                                    <p:anim calcmode="lin" valueType="num">
                                      <p:cBhvr>
                                        <p:cTn id="593" dur="650" fill="hold"/>
                                        <p:tgtEl>
                                          <p:spTgt spid="10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p:bldP spid="14" grpId="0" animBg="1"/>
      <p:bldP spid="15" grpId="0" animBg="1"/>
      <p:bldP spid="16" grpId="0" animBg="1"/>
      <p:bldP spid="17" grpId="0" animBg="1"/>
      <p:bldP spid="18" grpId="0" animBg="1"/>
      <p:bldP spid="19" grpId="0" animBg="1"/>
      <p:bldP spid="20" grpId="0" animBg="1"/>
      <p:bldP spid="21" grpId="0"/>
      <p:bldP spid="22" grpId="0"/>
      <p:bldP spid="23" grpId="0" animBg="1"/>
      <p:bldP spid="24" grpId="0"/>
      <p:bldP spid="26" grpId="0" animBg="1"/>
      <p:bldP spid="27" grpId="0"/>
      <p:bldP spid="28" grpId="0" animBg="1"/>
      <p:bldP spid="29" grpId="0" animBg="1"/>
      <p:bldP spid="31" grpId="0"/>
      <p:bldP spid="32" grpId="0"/>
      <p:bldP spid="33" grpId="0"/>
      <p:bldP spid="34" grpId="0" animBg="1"/>
      <p:bldP spid="35" grpId="0"/>
      <p:bldP spid="36" grpId="0" animBg="1"/>
      <p:bldP spid="37" grpId="0" animBg="1"/>
      <p:bldP spid="39" grpId="0"/>
      <p:bldP spid="40" grpId="0"/>
      <p:bldP spid="41" grpId="0"/>
      <p:bldP spid="42" grpId="0" animBg="1"/>
      <p:bldP spid="43" grpId="0" animBg="1"/>
      <p:bldP spid="44" grpId="0" animBg="1"/>
      <p:bldP spid="45" grpId="0" animBg="1"/>
      <p:bldP spid="46" grpId="0" animBg="1"/>
      <p:bldP spid="47" grpId="0" animBg="1"/>
      <p:bldP spid="48" grpId="0"/>
      <p:bldP spid="49" grpId="0"/>
      <p:bldP spid="50" grpId="0" animBg="1"/>
      <p:bldP spid="51" grpId="0"/>
      <p:bldP spid="53" grpId="0" animBg="1"/>
      <p:bldP spid="54" grpId="0"/>
      <p:bldP spid="55" grpId="0" animBg="1"/>
      <p:bldP spid="56" grpId="0" animBg="1"/>
      <p:bldP spid="58" grpId="0"/>
      <p:bldP spid="59" grpId="0"/>
      <p:bldP spid="60" grpId="0" animBg="1"/>
      <p:bldP spid="61" grpId="0"/>
      <p:bldP spid="62" grpId="0" animBg="1"/>
      <p:bldP spid="63" grpId="0" animBg="1"/>
      <p:bldP spid="65" grpId="0"/>
      <p:bldP spid="66" grpId="0"/>
      <p:bldP spid="67" grpId="0" animBg="1"/>
      <p:bldP spid="68" grpId="0"/>
      <p:bldP spid="69" grpId="0" animBg="1"/>
      <p:bldP spid="70" grpId="0" animBg="1"/>
      <p:bldP spid="72" grpId="0"/>
      <p:bldP spid="73" grpId="0"/>
      <p:bldP spid="74" grpId="0" animBg="1"/>
      <p:bldP spid="75" grpId="0"/>
      <p:bldP spid="76" grpId="0" animBg="1"/>
      <p:bldP spid="77" grpId="0" animBg="1"/>
      <p:bldP spid="79" grpId="0"/>
      <p:bldP spid="80" grpId="0"/>
      <p:bldP spid="81" grpId="0" animBg="1"/>
      <p:bldP spid="82" grpId="0" animBg="1"/>
      <p:bldP spid="83" grpId="0" animBg="1"/>
      <p:bldP spid="84" grpId="0" animBg="1"/>
      <p:bldP spid="85" grpId="0" animBg="1"/>
      <p:bldP spid="86" grpId="0" animBg="1"/>
      <p:bldP spid="87" grpId="0"/>
      <p:bldP spid="88" grpId="0"/>
      <p:bldP spid="89" grpId="0" animBg="1"/>
      <p:bldP spid="90" grpId="0"/>
      <p:bldP spid="92" grpId="0" animBg="1"/>
      <p:bldP spid="93" grpId="0"/>
      <p:bldP spid="94" grpId="0" animBg="1"/>
      <p:bldP spid="95" grpId="0" animBg="1"/>
      <p:bldP spid="97" grpId="0"/>
      <p:bldP spid="98" grpId="0"/>
      <p:bldP spid="99" grpId="0" animBg="1"/>
      <p:bldP spid="100" grpId="0"/>
      <p:bldP spid="101" grpId="0" animBg="1"/>
      <p:bldP spid="102" grpId="0" animBg="1"/>
      <p:bldP spid="104" grpId="0"/>
      <p:bldP spid="105" grpId="0"/>
      <p:bldP spid="106" grpId="0" animBg="1"/>
      <p:bldP spid="107" grpId="0"/>
      <p:bldP spid="108" grpId="0"/>
      <p:bldP spid="109" grpId="0" animBg="1"/>
      <p:bldP spid="109" grpId="1" animBg="1"/>
      <p:bldP spid="110" grpId="0" animBg="1"/>
      <p:bldP spid="110" grpId="1" animBg="1"/>
      <p:bldP spid="111" grpId="0" animBg="1"/>
      <p:bldP spid="111" grpId="1" animBg="1"/>
      <p:bldP spid="112" grpId="0" animBg="1"/>
      <p:bldP spid="112" grpId="1" animBg="1"/>
      <p:bldP spid="113" grpId="0" animBg="1"/>
      <p:bldP spid="113" grpId="1" animBg="1"/>
      <p:bldP spid="114" grpId="0" animBg="1"/>
      <p:bldP spid="114" grpId="1" animBg="1"/>
      <p:bldP spid="115" grpId="0"/>
      <p:bldP spid="115" grpId="1"/>
      <p:bldP spid="116" grpId="0"/>
      <p:bldP spid="116" grpId="1"/>
      <p:bldP spid="117" grpId="0" animBg="1"/>
      <p:bldP spid="117" grpId="1" animBg="1"/>
      <p:bldP spid="118" grpId="0"/>
      <p:bldP spid="118" grpId="1"/>
      <p:bldP spid="120" grpId="0" animBg="1"/>
      <p:bldP spid="120" grpId="1" animBg="1"/>
      <p:bldP spid="121" grpId="0" animBg="1"/>
      <p:bldP spid="121" grpId="1" animBg="1"/>
      <p:bldP spid="122" grpId="0" animBg="1"/>
      <p:bldP spid="122" grpId="1" animBg="1"/>
      <p:bldP spid="123" grpId="0" animBg="1"/>
      <p:bldP spid="123" grpId="1" animBg="1"/>
      <p:bldP spid="124" grpId="0" animBg="1"/>
      <p:bldP spid="124" grpId="1" animBg="1"/>
      <p:bldP spid="125" grpId="0" animBg="1"/>
      <p:bldP spid="125" grpId="1" animBg="1"/>
      <p:bldP spid="126" grpId="0"/>
      <p:bldP spid="126" grpId="1"/>
      <p:bldP spid="127" grpId="0"/>
      <p:bldP spid="127" grpId="1"/>
      <p:bldP spid="128" grpId="0" animBg="1"/>
      <p:bldP spid="128" grpId="1" animBg="1"/>
      <p:bldP spid="129" grpId="0"/>
      <p:bldP spid="129" grpId="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pic>
        <p:nvPicPr>
          <p:cNvPr id="2" name="!!cierre:fc70962b9e" descr="168e79c2b768a4f2.png"/>
          <p:cNvPicPr>
            <a:picLocks noChangeAspect="1"/>
          </p:cNvPicPr>
          <p:nvPr/>
        </p:nvPicPr>
        <p:blipFill>
          <a:blip r:embed="rId2"/>
          <a:stretch>
            <a:fillRect/>
          </a:stretch>
        </p:blipFill>
        <p:spPr>
          <a:xfrm>
            <a:off x="565150" y="279400"/>
            <a:ext cx="11626850" cy="6578600"/>
          </a:xfrm>
          <a:prstGeom prst="rect">
            <a:avLst/>
          </a:prstGeom>
        </p:spPr>
      </p:pic>
      <p:sp>
        <p:nvSpPr>
          <p:cNvPr id="3" name="!!cierre:4ec57a06a5"/>
          <p:cNvSpPr txBox="1"/>
          <p:nvPr/>
        </p:nvSpPr>
        <p:spPr>
          <a:xfrm>
            <a:off x="825500" y="1691323"/>
            <a:ext cx="2956433" cy="857250"/>
          </a:xfrm>
          <a:prstGeom prst="rect">
            <a:avLst/>
          </a:prstGeom>
          <a:noFill/>
        </p:spPr>
        <p:txBody>
          <a:bodyPr wrap="square" lIns="0" rIns="0" tIns="0" bIns="0" anchor="t"/>
          <a:lstStyle/>
          <a:p>
            <a:pPr algn="l">
              <a:lnSpc>
                <a:spcPts val="6750"/>
              </a:lnSpc>
              <a:spcBef>
                <a:spcPts val="0"/>
              </a:spcBef>
              <a:spcAft>
                <a:spcPts val="0"/>
              </a:spcAft>
            </a:pPr>
            <a:r>
              <a:rPr sz="7500" b="1" i="0">
                <a:solidFill>
                  <a:srgbClr val="FFFFFF"/>
                </a:solidFill>
                <a:latin typeface="Calibri"/>
              </a:rPr>
              <a:t>Gracias</a:t>
            </a:r>
          </a:p>
        </p:txBody>
      </p:sp>
      <p:sp>
        <p:nvSpPr>
          <p:cNvPr id="4" name="!!cierre:b469ec623d"/>
          <p:cNvSpPr txBox="1"/>
          <p:nvPr/>
        </p:nvSpPr>
        <p:spPr>
          <a:xfrm>
            <a:off x="863600" y="2794127"/>
            <a:ext cx="7124700" cy="660400"/>
          </a:xfrm>
          <a:prstGeom prst="rect">
            <a:avLst/>
          </a:prstGeom>
          <a:noFill/>
        </p:spPr>
        <p:txBody>
          <a:bodyPr wrap="square" lIns="0" rIns="0" tIns="0" bIns="0" anchor="t"/>
          <a:lstStyle/>
          <a:p>
            <a:pPr algn="l">
              <a:lnSpc>
                <a:spcPts val="2600"/>
              </a:lnSpc>
              <a:spcBef>
                <a:spcPts val="0"/>
              </a:spcBef>
              <a:spcAft>
                <a:spcPts val="0"/>
              </a:spcAft>
            </a:pPr>
            <a:r>
              <a:rPr sz="2000" b="0" i="0">
                <a:solidFill>
                  <a:srgbClr val="C7D2E8"/>
                </a:solidFill>
                <a:latin typeface="Calibri"/>
              </a:rPr>
              <a:t>Del resultado a sus datos, etapa por etapa: un procedimiento de</a:t>
            </a:r>
            <a:br/>
            <a:r>
              <a:rPr sz="2000" b="0" i="0">
                <a:solidFill>
                  <a:srgbClr val="C7D2E8"/>
                </a:solidFill>
                <a:latin typeface="Calibri"/>
              </a:rPr>
              <a:t>cálculo por el MEF que puede seguirse y comprobarse.</a:t>
            </a:r>
          </a:p>
        </p:txBody>
      </p:sp>
      <p:sp>
        <p:nvSpPr>
          <p:cNvPr id="5" name="!!cierre:994455a0a3"/>
          <p:cNvSpPr/>
          <p:nvPr/>
        </p:nvSpPr>
        <p:spPr>
          <a:xfrm>
            <a:off x="866775" y="4067175"/>
            <a:ext cx="2724150" cy="400050"/>
          </a:xfrm>
          <a:prstGeom prst="roundRect">
            <a:avLst>
              <a:gd name="adj" fmla="val 50000"/>
            </a:avLst>
          </a:prstGeom>
          <a:solidFill>
            <a:srgbClr val="3B2A6B"/>
          </a:solidFill>
          <a:ln w="6350">
            <a:solidFill>
              <a:srgbClr val="C7D2E8">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ierre:18aaddafea"/>
          <p:cNvSpPr txBox="1"/>
          <p:nvPr/>
        </p:nvSpPr>
        <p:spPr>
          <a:xfrm>
            <a:off x="1022350" y="4173898"/>
            <a:ext cx="2463800"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FFFFFF"/>
                </a:solidFill>
                <a:latin typeface="Calibri"/>
              </a:rPr>
              <a:t>✓ Trazable · 6 de 6 criterios</a:t>
            </a:r>
          </a:p>
        </p:txBody>
      </p:sp>
      <p:sp>
        <p:nvSpPr>
          <p:cNvPr id="7" name="!!cierre:5310efe55e"/>
          <p:cNvSpPr/>
          <p:nvPr/>
        </p:nvSpPr>
        <p:spPr>
          <a:xfrm>
            <a:off x="866775" y="4575175"/>
            <a:ext cx="2724150" cy="400050"/>
          </a:xfrm>
          <a:prstGeom prst="roundRect">
            <a:avLst>
              <a:gd name="adj" fmla="val 50000"/>
            </a:avLst>
          </a:prstGeom>
          <a:solidFill>
            <a:srgbClr val="3B2A6B"/>
          </a:solidFill>
          <a:ln w="6350">
            <a:solidFill>
              <a:srgbClr val="C7D2E8">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ierre:09698c9273"/>
          <p:cNvSpPr txBox="1"/>
          <p:nvPr/>
        </p:nvSpPr>
        <p:spPr>
          <a:xfrm>
            <a:off x="1022350" y="4681898"/>
            <a:ext cx="2463800" cy="217043"/>
          </a:xfrm>
          <a:prstGeom prst="rect">
            <a:avLst/>
          </a:prstGeom>
          <a:noFill/>
        </p:spPr>
        <p:txBody>
          <a:bodyPr wrap="square" lIns="0" rIns="0" tIns="0" bIns="0" anchor="t"/>
          <a:lstStyle/>
          <a:p>
            <a:pPr algn="l">
              <a:lnSpc>
                <a:spcPts val="1709"/>
              </a:lnSpc>
              <a:spcBef>
                <a:spcPts val="0"/>
              </a:spcBef>
              <a:spcAft>
                <a:spcPts val="0"/>
              </a:spcAft>
            </a:pPr>
            <a:r>
              <a:rPr sz="1400" b="1" i="0">
                <a:solidFill>
                  <a:srgbClr val="FFFFFF"/>
                </a:solidFill>
                <a:latin typeface="Calibri"/>
              </a:rPr>
              <a:t>✓ Verificable · 9 de 9 criterios</a:t>
            </a:r>
          </a:p>
        </p:txBody>
      </p:sp>
      <p:sp>
        <p:nvSpPr>
          <p:cNvPr id="9" name="!!cierre:1be3423942"/>
          <p:cNvSpPr/>
          <p:nvPr/>
        </p:nvSpPr>
        <p:spPr>
          <a:xfrm>
            <a:off x="866775" y="5083175"/>
            <a:ext cx="2724150" cy="438150"/>
          </a:xfrm>
          <a:prstGeom prst="roundRect">
            <a:avLst>
              <a:gd name="adj" fmla="val 50000"/>
            </a:avLst>
          </a:prstGeom>
          <a:solidFill>
            <a:srgbClr val="1F7A4F"/>
          </a:solidFill>
          <a:ln w="6350">
            <a:solidFill>
              <a:srgbClr val="7F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ierre:fa3693bcd0"/>
          <p:cNvSpPr txBox="1"/>
          <p:nvPr/>
        </p:nvSpPr>
        <p:spPr>
          <a:xfrm>
            <a:off x="1022350" y="5200622"/>
            <a:ext cx="2463800" cy="248031"/>
          </a:xfrm>
          <a:prstGeom prst="rect">
            <a:avLst/>
          </a:prstGeom>
          <a:noFill/>
        </p:spPr>
        <p:txBody>
          <a:bodyPr wrap="square" lIns="0" rIns="0" tIns="0" bIns="0" anchor="t"/>
          <a:lstStyle/>
          <a:p>
            <a:pPr algn="l">
              <a:lnSpc>
                <a:spcPts val="1953"/>
              </a:lnSpc>
              <a:spcBef>
                <a:spcPts val="0"/>
              </a:spcBef>
              <a:spcAft>
                <a:spcPts val="0"/>
              </a:spcAft>
            </a:pPr>
            <a:r>
              <a:rPr sz="1600" b="1" i="0">
                <a:solidFill>
                  <a:srgbClr val="FFFFFF"/>
                </a:solidFill>
                <a:latin typeface="Calibri"/>
              </a:rPr>
              <a:t>✓ Hipótesis comprobada</a:t>
            </a:r>
          </a:p>
        </p:txBody>
      </p:sp>
      <p:sp>
        <p:nvSpPr>
          <p:cNvPr id="11" name="!!cierre:bd02430c94"/>
          <p:cNvSpPr/>
          <p:nvPr/>
        </p:nvSpPr>
        <p:spPr>
          <a:xfrm>
            <a:off x="863600" y="5746750"/>
            <a:ext cx="2238756" cy="349250"/>
          </a:xfrm>
          <a:prstGeom prst="roundRect">
            <a:avLst>
              <a:gd name="adj" fmla="val 14545"/>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ierre:78dcaeee70"/>
          <p:cNvSpPr txBox="1"/>
          <p:nvPr/>
        </p:nvSpPr>
        <p:spPr>
          <a:xfrm>
            <a:off x="1009650" y="5855494"/>
            <a:ext cx="1946656"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 Preguntas: ir a una lámina</a:t>
            </a:r>
          </a:p>
        </p:txBody>
      </p:sp>
      <p:sp>
        <p:nvSpPr>
          <p:cNvPr id="13" name="!!cierre:f6afe30948"/>
          <p:cNvSpPr/>
          <p:nvPr/>
        </p:nvSpPr>
        <p:spPr>
          <a:xfrm>
            <a:off x="3194431" y="5749925"/>
            <a:ext cx="1266126" cy="342900"/>
          </a:xfrm>
          <a:prstGeom prst="roundRect">
            <a:avLst>
              <a:gd name="adj" fmla="val 13888"/>
            </a:avLst>
          </a:prstGeom>
          <a:solidFill>
            <a:srgbClr val="22335A"/>
          </a:solidFill>
          <a:ln w="6350">
            <a:solidFill>
              <a:srgbClr val="C7D2E8">
                <a:alpha val="3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ierre:0229977a37"/>
          <p:cNvSpPr txBox="1"/>
          <p:nvPr/>
        </p:nvSpPr>
        <p:spPr>
          <a:xfrm>
            <a:off x="3337306" y="5855494"/>
            <a:ext cx="980376"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 La hipótesis</a:t>
            </a:r>
          </a:p>
        </p:txBody>
      </p:sp>
      <p:sp>
        <p:nvSpPr>
          <p:cNvPr id="15" name="!!cierre:233e102314"/>
          <p:cNvSpPr/>
          <p:nvPr/>
        </p:nvSpPr>
        <p:spPr>
          <a:xfrm>
            <a:off x="4555808" y="5749925"/>
            <a:ext cx="1134554" cy="342900"/>
          </a:xfrm>
          <a:prstGeom prst="roundRect">
            <a:avLst>
              <a:gd name="adj" fmla="val 13888"/>
            </a:avLst>
          </a:prstGeom>
          <a:solidFill>
            <a:srgbClr val="22335A"/>
          </a:solidFill>
          <a:ln w="6350">
            <a:solidFill>
              <a:srgbClr val="C7D2E8">
                <a:alpha val="3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ierre:6aa09bb283"/>
          <p:cNvSpPr txBox="1"/>
          <p:nvPr/>
        </p:nvSpPr>
        <p:spPr>
          <a:xfrm>
            <a:off x="4698682" y="5855494"/>
            <a:ext cx="848804" cy="158750"/>
          </a:xfrm>
          <a:prstGeom prst="rect">
            <a:avLst/>
          </a:prstGeom>
          <a:noFill/>
        </p:spPr>
        <p:txBody>
          <a:bodyPr wrap="square" lIns="0" rIns="0" tIns="0" bIns="0" anchor="t"/>
          <a:lstStyle/>
          <a:p>
            <a:pPr algn="ctr">
              <a:lnSpc>
                <a:spcPts val="1250"/>
              </a:lnSpc>
              <a:spcBef>
                <a:spcPts val="0"/>
              </a:spcBef>
              <a:spcAft>
                <a:spcPts val="0"/>
              </a:spcAft>
            </a:pPr>
            <a:r>
              <a:rPr sz="1250" b="1" i="0">
                <a:solidFill>
                  <a:srgbClr val="FFFFFF"/>
                </a:solidFill>
                <a:latin typeface="Calibri"/>
              </a:rPr>
              <a:t>✎ Respaldo</a:t>
            </a:r>
          </a:p>
        </p:txBody>
      </p:sp>
      <p:sp>
        <p:nvSpPr>
          <p:cNvPr id="17" name="!!cierre:1095a54286"/>
          <p:cNvSpPr/>
          <p:nvPr/>
        </p:nvSpPr>
        <p:spPr>
          <a:xfrm>
            <a:off x="9250680" y="2286000"/>
            <a:ext cx="1925320" cy="1689100"/>
          </a:xfrm>
          <a:prstGeom prst="roundRect">
            <a:avLst>
              <a:gd name="adj" fmla="val 6766"/>
            </a:avLst>
          </a:prstGeom>
          <a:solidFill>
            <a:srgbClr val="FFFFFF"/>
          </a:solidFill>
          <a:ln>
            <a:noFill/>
          </a:ln>
          <a:effectLst>
            <a:outerShdw blurRad="177800" dist="63500" dir="5400000" algn="ctr" rotWithShape="0">
              <a:srgbClr val="1B2A4A">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ierre:c08cd38e6a" descr="8c51cc2efe79c7b4.png"/>
          <p:cNvPicPr>
            <a:picLocks noChangeAspect="1"/>
          </p:cNvPicPr>
          <p:nvPr/>
        </p:nvPicPr>
        <p:blipFill>
          <a:blip r:embed="rId3"/>
          <a:stretch>
            <a:fillRect/>
          </a:stretch>
        </p:blipFill>
        <p:spPr>
          <a:xfrm>
            <a:off x="9359900" y="2400300"/>
            <a:ext cx="1466850" cy="1460500"/>
          </a:xfrm>
          <a:prstGeom prst="rect">
            <a:avLst/>
          </a:prstGeom>
        </p:spPr>
      </p:pic>
      <p:sp>
        <p:nvSpPr>
          <p:cNvPr id="19" name="!!cierre:6241c1d14e"/>
          <p:cNvSpPr txBox="1"/>
          <p:nvPr/>
        </p:nvSpPr>
        <p:spPr>
          <a:xfrm>
            <a:off x="9225280" y="4056212"/>
            <a:ext cx="1976120" cy="170561"/>
          </a:xfrm>
          <a:prstGeom prst="rect">
            <a:avLst/>
          </a:prstGeom>
          <a:noFill/>
        </p:spPr>
        <p:txBody>
          <a:bodyPr wrap="square" lIns="0" rIns="0" tIns="0" bIns="0" anchor="t"/>
          <a:lstStyle/>
          <a:p>
            <a:pPr algn="ctr">
              <a:lnSpc>
                <a:spcPts val="1343"/>
              </a:lnSpc>
              <a:spcBef>
                <a:spcPts val="0"/>
              </a:spcBef>
              <a:spcAft>
                <a:spcPts val="0"/>
              </a:spcAft>
            </a:pPr>
            <a:r>
              <a:rPr sz="1100" b="0" i="0">
                <a:solidFill>
                  <a:srgbClr val="C7D2E8"/>
                </a:solidFill>
                <a:latin typeface="Calibri"/>
              </a:rPr>
              <a:t>github.com/Sucullani/SoftwareED</a:t>
            </a:r>
          </a:p>
        </p:txBody>
      </p:sp>
      <p:sp>
        <p:nvSpPr>
          <p:cNvPr id="20" name="!!cierre:3a8e685844">
            <a:hlinkClick action="ppaction://hlinksldjump" r:id="rId4"/>
          </p:cNvPr>
          <p:cNvSpPr/>
          <p:nvPr/>
        </p:nvSpPr>
        <p:spPr>
          <a:xfrm>
            <a:off x="863600" y="5746750"/>
            <a:ext cx="2238756"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ierre:451a74ddc6">
            <a:hlinkClick action="ppaction://hlinksldjump" r:id="rId5"/>
          </p:cNvPr>
          <p:cNvSpPr/>
          <p:nvPr/>
        </p:nvSpPr>
        <p:spPr>
          <a:xfrm>
            <a:off x="3191256" y="5746750"/>
            <a:ext cx="1272476"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ierre:e89deb6488">
            <a:hlinkClick action="ppaction://hlinksldjump" r:id="rId6"/>
          </p:cNvPr>
          <p:cNvSpPr/>
          <p:nvPr/>
        </p:nvSpPr>
        <p:spPr>
          <a:xfrm>
            <a:off x="4552632" y="5746750"/>
            <a:ext cx="1140904" cy="349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50"/>
                                        <p:tgtEl>
                                          <p:spTgt spid="3"/>
                                        </p:tgtEl>
                                      </p:cBhvr>
                                    </p:animEffect>
                                    <p:anim calcmode="lin" valueType="num">
                                      <p:cBhvr>
                                        <p:cTn id="8" dur="650" fill="hold"/>
                                        <p:tgtEl>
                                          <p:spTgt spid="3"/>
                                        </p:tgtEl>
                                        <p:attrNameLst>
                                          <p:attrName>ppt_x</p:attrName>
                                        </p:attrNameLst>
                                      </p:cBhvr>
                                      <p:tavLst>
                                        <p:tav tm="0">
                                          <p:val>
                                            <p:strVal val="#ppt_x"/>
                                          </p:val>
                                        </p:tav>
                                        <p:tav tm="100000">
                                          <p:val>
                                            <p:strVal val="#ppt_x"/>
                                          </p:val>
                                        </p:tav>
                                      </p:tavLst>
                                    </p:anim>
                                    <p:anim calcmode="lin" valueType="num">
                                      <p:cBhvr>
                                        <p:cTn id="9" dur="650" fill="hold"/>
                                        <p:tgtEl>
                                          <p:spTgt spid="3"/>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37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par>
                                <p:cTn id="13" presetID="53" presetClass="entr" presetSubtype="16" fill="hold" grpId="0" nodeType="withEffect">
                                  <p:stCondLst>
                                    <p:cond delay="59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par>
                                <p:cTn id="18" presetID="53" presetClass="entr" presetSubtype="16" fill="hold" grpId="0" nodeType="withEffect">
                                  <p:stCondLst>
                                    <p:cond delay="59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par>
                                <p:cTn id="23" presetID="53" presetClass="entr" presetSubtype="16" fill="hold" grpId="0" nodeType="withEffect">
                                  <p:stCondLst>
                                    <p:cond delay="59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par>
                                <p:cTn id="28" presetID="53" presetClass="entr" presetSubtype="16" fill="hold" grpId="0" nodeType="withEffect">
                                  <p:stCondLst>
                                    <p:cond delay="590"/>
                                  </p:stCondLst>
                                  <p:childTnLst>
                                    <p:set>
                                      <p:cBhvr>
                                        <p:cTn id="29" dur="1" fill="hold">
                                          <p:stCondLst>
                                            <p:cond delay="0"/>
                                          </p:stCondLst>
                                        </p:cTn>
                                        <p:tgtEl>
                                          <p:spTgt spid="8"/>
                                        </p:tgtEl>
                                        <p:attrNameLst>
                                          <p:attrName>style.visibility</p:attrName>
                                        </p:attrNameLst>
                                      </p:cBhvr>
                                      <p:to>
                                        <p:strVal val="visible"/>
                                      </p:to>
                                    </p:set>
                                    <p:anim calcmode="lin" valueType="num">
                                      <p:cBhvr>
                                        <p:cTn id="30" dur="500" fill="hold"/>
                                        <p:tgtEl>
                                          <p:spTgt spid="8"/>
                                        </p:tgtEl>
                                        <p:attrNameLst>
                                          <p:attrName>ppt_w</p:attrName>
                                        </p:attrNameLst>
                                      </p:cBhvr>
                                      <p:tavLst>
                                        <p:tav tm="0">
                                          <p:val>
                                            <p:fltVal val="0"/>
                                          </p:val>
                                        </p:tav>
                                        <p:tav tm="100000">
                                          <p:val>
                                            <p:strVal val="#ppt_w"/>
                                          </p:val>
                                        </p:tav>
                                      </p:tavLst>
                                    </p:anim>
                                    <p:anim calcmode="lin" valueType="num">
                                      <p:cBhvr>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par>
                                <p:cTn id="33" presetID="53" presetClass="entr" presetSubtype="16" fill="hold" grpId="0" nodeType="withEffect">
                                  <p:stCondLst>
                                    <p:cond delay="59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par>
                                <p:cTn id="38" presetID="53" presetClass="entr" presetSubtype="16" fill="hold" grpId="0" nodeType="withEffect">
                                  <p:stCondLst>
                                    <p:cond delay="590"/>
                                  </p:stCondLst>
                                  <p:childTnLst>
                                    <p:set>
                                      <p:cBhvr>
                                        <p:cTn id="39" dur="1" fill="hold">
                                          <p:stCondLst>
                                            <p:cond delay="0"/>
                                          </p:stCondLst>
                                        </p:cTn>
                                        <p:tgtEl>
                                          <p:spTgt spid="10"/>
                                        </p:tgtEl>
                                        <p:attrNameLst>
                                          <p:attrName>style.visibility</p:attrName>
                                        </p:attrNameLst>
                                      </p:cBhvr>
                                      <p:to>
                                        <p:strVal val="visible"/>
                                      </p:to>
                                    </p:set>
                                    <p:anim calcmode="lin" valueType="num">
                                      <p:cBhvr>
                                        <p:cTn id="40" dur="500" fill="hold"/>
                                        <p:tgtEl>
                                          <p:spTgt spid="10"/>
                                        </p:tgtEl>
                                        <p:attrNameLst>
                                          <p:attrName>ppt_w</p:attrName>
                                        </p:attrNameLst>
                                      </p:cBhvr>
                                      <p:tavLst>
                                        <p:tav tm="0">
                                          <p:val>
                                            <p:fltVal val="0"/>
                                          </p:val>
                                        </p:tav>
                                        <p:tav tm="100000">
                                          <p:val>
                                            <p:strVal val="#ppt_w"/>
                                          </p:val>
                                        </p:tav>
                                      </p:tavLst>
                                    </p:anim>
                                    <p:anim calcmode="lin" valueType="num">
                                      <p:cBhvr>
                                        <p:cTn id="41" dur="500" fill="hold"/>
                                        <p:tgtEl>
                                          <p:spTgt spid="10"/>
                                        </p:tgtEl>
                                        <p:attrNameLst>
                                          <p:attrName>ppt_h</p:attrName>
                                        </p:attrNameLst>
                                      </p:cBhvr>
                                      <p:tavLst>
                                        <p:tav tm="0">
                                          <p:val>
                                            <p:fltVal val="0"/>
                                          </p:val>
                                        </p:tav>
                                        <p:tav tm="100000">
                                          <p:val>
                                            <p:strVal val="#ppt_h"/>
                                          </p:val>
                                        </p:tav>
                                      </p:tavLst>
                                    </p:anim>
                                    <p:animEffect transition="in" filter="fade">
                                      <p:cBhvr>
                                        <p:cTn id="42" dur="500"/>
                                        <p:tgtEl>
                                          <p:spTgt spid="10"/>
                                        </p:tgtEl>
                                      </p:cBhvr>
                                    </p:animEffect>
                                  </p:childTnLst>
                                </p:cTn>
                              </p:par>
                              <p:par>
                                <p:cTn id="43" presetID="53" presetClass="entr" presetSubtype="16" fill="hold" grpId="0" nodeType="withEffect">
                                  <p:stCondLst>
                                    <p:cond delay="660"/>
                                  </p:stCondLst>
                                  <p:childTnLst>
                                    <p:set>
                                      <p:cBhvr>
                                        <p:cTn id="44" dur="1" fill="hold">
                                          <p:stCondLst>
                                            <p:cond delay="0"/>
                                          </p:stCondLst>
                                        </p:cTn>
                                        <p:tgtEl>
                                          <p:spTgt spid="17"/>
                                        </p:tgtEl>
                                        <p:attrNameLst>
                                          <p:attrName>style.visibility</p:attrName>
                                        </p:attrNameLst>
                                      </p:cBhvr>
                                      <p:to>
                                        <p:strVal val="visible"/>
                                      </p:to>
                                    </p:set>
                                    <p:anim calcmode="lin" valueType="num">
                                      <p:cBhvr>
                                        <p:cTn id="45" dur="500" fill="hold"/>
                                        <p:tgtEl>
                                          <p:spTgt spid="17"/>
                                        </p:tgtEl>
                                        <p:attrNameLst>
                                          <p:attrName>ppt_w</p:attrName>
                                        </p:attrNameLst>
                                      </p:cBhvr>
                                      <p:tavLst>
                                        <p:tav tm="0">
                                          <p:val>
                                            <p:fltVal val="0"/>
                                          </p:val>
                                        </p:tav>
                                        <p:tav tm="100000">
                                          <p:val>
                                            <p:strVal val="#ppt_w"/>
                                          </p:val>
                                        </p:tav>
                                      </p:tavLst>
                                    </p:anim>
                                    <p:anim calcmode="lin" valueType="num">
                                      <p:cBhvr>
                                        <p:cTn id="46" dur="500" fill="hold"/>
                                        <p:tgtEl>
                                          <p:spTgt spid="17"/>
                                        </p:tgtEl>
                                        <p:attrNameLst>
                                          <p:attrName>ppt_h</p:attrName>
                                        </p:attrNameLst>
                                      </p:cBhvr>
                                      <p:tavLst>
                                        <p:tav tm="0">
                                          <p:val>
                                            <p:fltVal val="0"/>
                                          </p:val>
                                        </p:tav>
                                        <p:tav tm="100000">
                                          <p:val>
                                            <p:strVal val="#ppt_h"/>
                                          </p:val>
                                        </p:tav>
                                      </p:tavLst>
                                    </p:anim>
                                    <p:animEffect transition="in" filter="fade">
                                      <p:cBhvr>
                                        <p:cTn id="47" dur="500"/>
                                        <p:tgtEl>
                                          <p:spTgt spid="17"/>
                                        </p:tgtEl>
                                      </p:cBhvr>
                                    </p:animEffect>
                                  </p:childTnLst>
                                </p:cTn>
                              </p:par>
                              <p:par>
                                <p:cTn id="48" presetID="53" presetClass="entr" presetSubtype="16" fill="hold" nodeType="withEffect">
                                  <p:stCondLst>
                                    <p:cond delay="660"/>
                                  </p:stCondLst>
                                  <p:childTnLst>
                                    <p:set>
                                      <p:cBhvr>
                                        <p:cTn id="49" dur="1" fill="hold">
                                          <p:stCondLst>
                                            <p:cond delay="0"/>
                                          </p:stCondLst>
                                        </p:cTn>
                                        <p:tgtEl>
                                          <p:spTgt spid="18"/>
                                        </p:tgtEl>
                                        <p:attrNameLst>
                                          <p:attrName>style.visibility</p:attrName>
                                        </p:attrNameLst>
                                      </p:cBhvr>
                                      <p:to>
                                        <p:strVal val="visible"/>
                                      </p:to>
                                    </p:set>
                                    <p:anim calcmode="lin" valueType="num">
                                      <p:cBhvr>
                                        <p:cTn id="50" dur="500" fill="hold"/>
                                        <p:tgtEl>
                                          <p:spTgt spid="18"/>
                                        </p:tgtEl>
                                        <p:attrNameLst>
                                          <p:attrName>ppt_w</p:attrName>
                                        </p:attrNameLst>
                                      </p:cBhvr>
                                      <p:tavLst>
                                        <p:tav tm="0">
                                          <p:val>
                                            <p:fltVal val="0"/>
                                          </p:val>
                                        </p:tav>
                                        <p:tav tm="100000">
                                          <p:val>
                                            <p:strVal val="#ppt_w"/>
                                          </p:val>
                                        </p:tav>
                                      </p:tavLst>
                                    </p:anim>
                                    <p:anim calcmode="lin" valueType="num">
                                      <p:cBhvr>
                                        <p:cTn id="51" dur="500" fill="hold"/>
                                        <p:tgtEl>
                                          <p:spTgt spid="18"/>
                                        </p:tgtEl>
                                        <p:attrNameLst>
                                          <p:attrName>ppt_h</p:attrName>
                                        </p:attrNameLst>
                                      </p:cBhvr>
                                      <p:tavLst>
                                        <p:tav tm="0">
                                          <p:val>
                                            <p:fltVal val="0"/>
                                          </p:val>
                                        </p:tav>
                                        <p:tav tm="100000">
                                          <p:val>
                                            <p:strVal val="#ppt_h"/>
                                          </p:val>
                                        </p:tav>
                                      </p:tavLst>
                                    </p:anim>
                                    <p:animEffect transition="in" filter="fade">
                                      <p:cBhvr>
                                        <p:cTn id="52" dur="500"/>
                                        <p:tgtEl>
                                          <p:spTgt spid="18"/>
                                        </p:tgtEl>
                                      </p:cBhvr>
                                    </p:animEffect>
                                  </p:childTnLst>
                                </p:cTn>
                              </p:par>
                              <p:par>
                                <p:cTn id="53" presetID="53" presetClass="entr" presetSubtype="16" fill="hold" grpId="0" nodeType="withEffect">
                                  <p:stCondLst>
                                    <p:cond delay="66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ppt_w</p:attrName>
                                        </p:attrNameLst>
                                      </p:cBhvr>
                                      <p:tavLst>
                                        <p:tav tm="0">
                                          <p:val>
                                            <p:fltVal val="0"/>
                                          </p:val>
                                        </p:tav>
                                        <p:tav tm="100000">
                                          <p:val>
                                            <p:strVal val="#ppt_w"/>
                                          </p:val>
                                        </p:tav>
                                      </p:tavLst>
                                    </p:anim>
                                    <p:anim calcmode="lin" valueType="num">
                                      <p:cBhvr>
                                        <p:cTn id="56" dur="500" fill="hold"/>
                                        <p:tgtEl>
                                          <p:spTgt spid="19"/>
                                        </p:tgtEl>
                                        <p:attrNameLst>
                                          <p:attrName>ppt_h</p:attrName>
                                        </p:attrNameLst>
                                      </p:cBhvr>
                                      <p:tavLst>
                                        <p:tav tm="0">
                                          <p:val>
                                            <p:fltVal val="0"/>
                                          </p:val>
                                        </p:tav>
                                        <p:tav tm="100000">
                                          <p:val>
                                            <p:strVal val="#ppt_h"/>
                                          </p:val>
                                        </p:tav>
                                      </p:tavLst>
                                    </p:anim>
                                    <p:animEffect transition="in" filter="fade">
                                      <p:cBhvr>
                                        <p:cTn id="57" dur="500"/>
                                        <p:tgtEl>
                                          <p:spTgt spid="19"/>
                                        </p:tgtEl>
                                      </p:cBhvr>
                                    </p:animEffect>
                                  </p:childTnLst>
                                </p:cTn>
                              </p:par>
                              <p:par>
                                <p:cTn id="58" presetID="53" presetClass="entr" presetSubtype="16" fill="hold" grpId="0" nodeType="withEffect">
                                  <p:stCondLst>
                                    <p:cond delay="810"/>
                                  </p:stCondLst>
                                  <p:childTnLst>
                                    <p:set>
                                      <p:cBhvr>
                                        <p:cTn id="59" dur="1" fill="hold">
                                          <p:stCondLst>
                                            <p:cond delay="0"/>
                                          </p:stCondLst>
                                        </p:cTn>
                                        <p:tgtEl>
                                          <p:spTgt spid="11"/>
                                        </p:tgtEl>
                                        <p:attrNameLst>
                                          <p:attrName>style.visibility</p:attrName>
                                        </p:attrNameLst>
                                      </p:cBhvr>
                                      <p:to>
                                        <p:strVal val="visible"/>
                                      </p:to>
                                    </p:set>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fltVal val="0"/>
                                          </p:val>
                                        </p:tav>
                                        <p:tav tm="100000">
                                          <p:val>
                                            <p:strVal val="#ppt_h"/>
                                          </p:val>
                                        </p:tav>
                                      </p:tavLst>
                                    </p:anim>
                                    <p:animEffect transition="in" filter="fade">
                                      <p:cBhvr>
                                        <p:cTn id="62" dur="500"/>
                                        <p:tgtEl>
                                          <p:spTgt spid="11"/>
                                        </p:tgtEl>
                                      </p:cBhvr>
                                    </p:animEffect>
                                  </p:childTnLst>
                                </p:cTn>
                              </p:par>
                              <p:par>
                                <p:cTn id="63" presetID="53" presetClass="entr" presetSubtype="16" fill="hold" grpId="0" nodeType="withEffect">
                                  <p:stCondLst>
                                    <p:cond delay="810"/>
                                  </p:stCondLst>
                                  <p:childTnLst>
                                    <p:set>
                                      <p:cBhvr>
                                        <p:cTn id="64" dur="1" fill="hold">
                                          <p:stCondLst>
                                            <p:cond delay="0"/>
                                          </p:stCondLst>
                                        </p:cTn>
                                        <p:tgtEl>
                                          <p:spTgt spid="12"/>
                                        </p:tgtEl>
                                        <p:attrNameLst>
                                          <p:attrName>style.visibility</p:attrName>
                                        </p:attrNameLst>
                                      </p:cBhvr>
                                      <p:to>
                                        <p:strVal val="visible"/>
                                      </p:to>
                                    </p:set>
                                    <p:anim calcmode="lin" valueType="num">
                                      <p:cBhvr>
                                        <p:cTn id="65" dur="500" fill="hold"/>
                                        <p:tgtEl>
                                          <p:spTgt spid="12"/>
                                        </p:tgtEl>
                                        <p:attrNameLst>
                                          <p:attrName>ppt_w</p:attrName>
                                        </p:attrNameLst>
                                      </p:cBhvr>
                                      <p:tavLst>
                                        <p:tav tm="0">
                                          <p:val>
                                            <p:fltVal val="0"/>
                                          </p:val>
                                        </p:tav>
                                        <p:tav tm="100000">
                                          <p:val>
                                            <p:strVal val="#ppt_w"/>
                                          </p:val>
                                        </p:tav>
                                      </p:tavLst>
                                    </p:anim>
                                    <p:anim calcmode="lin" valueType="num">
                                      <p:cBhvr>
                                        <p:cTn id="66" dur="500" fill="hold"/>
                                        <p:tgtEl>
                                          <p:spTgt spid="12"/>
                                        </p:tgtEl>
                                        <p:attrNameLst>
                                          <p:attrName>ppt_h</p:attrName>
                                        </p:attrNameLst>
                                      </p:cBhvr>
                                      <p:tavLst>
                                        <p:tav tm="0">
                                          <p:val>
                                            <p:fltVal val="0"/>
                                          </p:val>
                                        </p:tav>
                                        <p:tav tm="100000">
                                          <p:val>
                                            <p:strVal val="#ppt_h"/>
                                          </p:val>
                                        </p:tav>
                                      </p:tavLst>
                                    </p:anim>
                                    <p:animEffect transition="in" filter="fade">
                                      <p:cBhvr>
                                        <p:cTn id="67" dur="500"/>
                                        <p:tgtEl>
                                          <p:spTgt spid="12"/>
                                        </p:tgtEl>
                                      </p:cBhvr>
                                    </p:animEffect>
                                  </p:childTnLst>
                                </p:cTn>
                              </p:par>
                              <p:par>
                                <p:cTn id="68" presetID="53" presetClass="entr" presetSubtype="16" fill="hold" grpId="0" nodeType="withEffect">
                                  <p:stCondLst>
                                    <p:cond delay="810"/>
                                  </p:stCondLst>
                                  <p:childTnLst>
                                    <p:set>
                                      <p:cBhvr>
                                        <p:cTn id="69" dur="1" fill="hold">
                                          <p:stCondLst>
                                            <p:cond delay="0"/>
                                          </p:stCondLst>
                                        </p:cTn>
                                        <p:tgtEl>
                                          <p:spTgt spid="13"/>
                                        </p:tgtEl>
                                        <p:attrNameLst>
                                          <p:attrName>style.visibility</p:attrName>
                                        </p:attrNameLst>
                                      </p:cBhvr>
                                      <p:to>
                                        <p:strVal val="visible"/>
                                      </p:to>
                                    </p:set>
                                    <p:anim calcmode="lin" valueType="num">
                                      <p:cBhvr>
                                        <p:cTn id="70" dur="500" fill="hold"/>
                                        <p:tgtEl>
                                          <p:spTgt spid="13"/>
                                        </p:tgtEl>
                                        <p:attrNameLst>
                                          <p:attrName>ppt_w</p:attrName>
                                        </p:attrNameLst>
                                      </p:cBhvr>
                                      <p:tavLst>
                                        <p:tav tm="0">
                                          <p:val>
                                            <p:fltVal val="0"/>
                                          </p:val>
                                        </p:tav>
                                        <p:tav tm="100000">
                                          <p:val>
                                            <p:strVal val="#ppt_w"/>
                                          </p:val>
                                        </p:tav>
                                      </p:tavLst>
                                    </p:anim>
                                    <p:anim calcmode="lin" valueType="num">
                                      <p:cBhvr>
                                        <p:cTn id="71" dur="500" fill="hold"/>
                                        <p:tgtEl>
                                          <p:spTgt spid="13"/>
                                        </p:tgtEl>
                                        <p:attrNameLst>
                                          <p:attrName>ppt_h</p:attrName>
                                        </p:attrNameLst>
                                      </p:cBhvr>
                                      <p:tavLst>
                                        <p:tav tm="0">
                                          <p:val>
                                            <p:fltVal val="0"/>
                                          </p:val>
                                        </p:tav>
                                        <p:tav tm="100000">
                                          <p:val>
                                            <p:strVal val="#ppt_h"/>
                                          </p:val>
                                        </p:tav>
                                      </p:tavLst>
                                    </p:anim>
                                    <p:animEffect transition="in" filter="fade">
                                      <p:cBhvr>
                                        <p:cTn id="72" dur="500"/>
                                        <p:tgtEl>
                                          <p:spTgt spid="13"/>
                                        </p:tgtEl>
                                      </p:cBhvr>
                                    </p:animEffect>
                                  </p:childTnLst>
                                </p:cTn>
                              </p:par>
                              <p:par>
                                <p:cTn id="73" presetID="53" presetClass="entr" presetSubtype="16" fill="hold" grpId="0" nodeType="withEffect">
                                  <p:stCondLst>
                                    <p:cond delay="810"/>
                                  </p:stCondLst>
                                  <p:childTnLst>
                                    <p:set>
                                      <p:cBhvr>
                                        <p:cTn id="74" dur="1" fill="hold">
                                          <p:stCondLst>
                                            <p:cond delay="0"/>
                                          </p:stCondLst>
                                        </p:cTn>
                                        <p:tgtEl>
                                          <p:spTgt spid="14"/>
                                        </p:tgtEl>
                                        <p:attrNameLst>
                                          <p:attrName>style.visibility</p:attrName>
                                        </p:attrNameLst>
                                      </p:cBhvr>
                                      <p:to>
                                        <p:strVal val="visible"/>
                                      </p:to>
                                    </p:set>
                                    <p:anim calcmode="lin" valueType="num">
                                      <p:cBhvr>
                                        <p:cTn id="75" dur="500" fill="hold"/>
                                        <p:tgtEl>
                                          <p:spTgt spid="14"/>
                                        </p:tgtEl>
                                        <p:attrNameLst>
                                          <p:attrName>ppt_w</p:attrName>
                                        </p:attrNameLst>
                                      </p:cBhvr>
                                      <p:tavLst>
                                        <p:tav tm="0">
                                          <p:val>
                                            <p:fltVal val="0"/>
                                          </p:val>
                                        </p:tav>
                                        <p:tav tm="100000">
                                          <p:val>
                                            <p:strVal val="#ppt_w"/>
                                          </p:val>
                                        </p:tav>
                                      </p:tavLst>
                                    </p:anim>
                                    <p:anim calcmode="lin" valueType="num">
                                      <p:cBhvr>
                                        <p:cTn id="76" dur="500" fill="hold"/>
                                        <p:tgtEl>
                                          <p:spTgt spid="14"/>
                                        </p:tgtEl>
                                        <p:attrNameLst>
                                          <p:attrName>ppt_h</p:attrName>
                                        </p:attrNameLst>
                                      </p:cBhvr>
                                      <p:tavLst>
                                        <p:tav tm="0">
                                          <p:val>
                                            <p:fltVal val="0"/>
                                          </p:val>
                                        </p:tav>
                                        <p:tav tm="100000">
                                          <p:val>
                                            <p:strVal val="#ppt_h"/>
                                          </p:val>
                                        </p:tav>
                                      </p:tavLst>
                                    </p:anim>
                                    <p:animEffect transition="in" filter="fade">
                                      <p:cBhvr>
                                        <p:cTn id="77" dur="500"/>
                                        <p:tgtEl>
                                          <p:spTgt spid="14"/>
                                        </p:tgtEl>
                                      </p:cBhvr>
                                    </p:animEffect>
                                  </p:childTnLst>
                                </p:cTn>
                              </p:par>
                              <p:par>
                                <p:cTn id="78" presetID="53" presetClass="entr" presetSubtype="16" fill="hold" grpId="0" nodeType="withEffect">
                                  <p:stCondLst>
                                    <p:cond delay="810"/>
                                  </p:stCondLst>
                                  <p:childTnLst>
                                    <p:set>
                                      <p:cBhvr>
                                        <p:cTn id="79" dur="1" fill="hold">
                                          <p:stCondLst>
                                            <p:cond delay="0"/>
                                          </p:stCondLst>
                                        </p:cTn>
                                        <p:tgtEl>
                                          <p:spTgt spid="15"/>
                                        </p:tgtEl>
                                        <p:attrNameLst>
                                          <p:attrName>style.visibility</p:attrName>
                                        </p:attrNameLst>
                                      </p:cBhvr>
                                      <p:to>
                                        <p:strVal val="visible"/>
                                      </p:to>
                                    </p:set>
                                    <p:anim calcmode="lin" valueType="num">
                                      <p:cBhvr>
                                        <p:cTn id="80" dur="500" fill="hold"/>
                                        <p:tgtEl>
                                          <p:spTgt spid="15"/>
                                        </p:tgtEl>
                                        <p:attrNameLst>
                                          <p:attrName>ppt_w</p:attrName>
                                        </p:attrNameLst>
                                      </p:cBhvr>
                                      <p:tavLst>
                                        <p:tav tm="0">
                                          <p:val>
                                            <p:fltVal val="0"/>
                                          </p:val>
                                        </p:tav>
                                        <p:tav tm="100000">
                                          <p:val>
                                            <p:strVal val="#ppt_w"/>
                                          </p:val>
                                        </p:tav>
                                      </p:tavLst>
                                    </p:anim>
                                    <p:anim calcmode="lin" valueType="num">
                                      <p:cBhvr>
                                        <p:cTn id="81" dur="500" fill="hold"/>
                                        <p:tgtEl>
                                          <p:spTgt spid="15"/>
                                        </p:tgtEl>
                                        <p:attrNameLst>
                                          <p:attrName>ppt_h</p:attrName>
                                        </p:attrNameLst>
                                      </p:cBhvr>
                                      <p:tavLst>
                                        <p:tav tm="0">
                                          <p:val>
                                            <p:fltVal val="0"/>
                                          </p:val>
                                        </p:tav>
                                        <p:tav tm="100000">
                                          <p:val>
                                            <p:strVal val="#ppt_h"/>
                                          </p:val>
                                        </p:tav>
                                      </p:tavLst>
                                    </p:anim>
                                    <p:animEffect transition="in" filter="fade">
                                      <p:cBhvr>
                                        <p:cTn id="82" dur="500"/>
                                        <p:tgtEl>
                                          <p:spTgt spid="15"/>
                                        </p:tgtEl>
                                      </p:cBhvr>
                                    </p:animEffect>
                                  </p:childTnLst>
                                </p:cTn>
                              </p:par>
                              <p:par>
                                <p:cTn id="83" presetID="53" presetClass="entr" presetSubtype="16" fill="hold" grpId="0" nodeType="withEffect">
                                  <p:stCondLst>
                                    <p:cond delay="810"/>
                                  </p:stCondLst>
                                  <p:childTnLst>
                                    <p:set>
                                      <p:cBhvr>
                                        <p:cTn id="84" dur="1" fill="hold">
                                          <p:stCondLst>
                                            <p:cond delay="0"/>
                                          </p:stCondLst>
                                        </p:cTn>
                                        <p:tgtEl>
                                          <p:spTgt spid="16"/>
                                        </p:tgtEl>
                                        <p:attrNameLst>
                                          <p:attrName>style.visibility</p:attrName>
                                        </p:attrNameLst>
                                      </p:cBhvr>
                                      <p:to>
                                        <p:strVal val="visible"/>
                                      </p:to>
                                    </p:set>
                                    <p:anim calcmode="lin" valueType="num">
                                      <p:cBhvr>
                                        <p:cTn id="85" dur="500" fill="hold"/>
                                        <p:tgtEl>
                                          <p:spTgt spid="16"/>
                                        </p:tgtEl>
                                        <p:attrNameLst>
                                          <p:attrName>ppt_w</p:attrName>
                                        </p:attrNameLst>
                                      </p:cBhvr>
                                      <p:tavLst>
                                        <p:tav tm="0">
                                          <p:val>
                                            <p:fltVal val="0"/>
                                          </p:val>
                                        </p:tav>
                                        <p:tav tm="100000">
                                          <p:val>
                                            <p:strVal val="#ppt_w"/>
                                          </p:val>
                                        </p:tav>
                                      </p:tavLst>
                                    </p:anim>
                                    <p:anim calcmode="lin" valueType="num">
                                      <p:cBhvr>
                                        <p:cTn id="86" dur="500" fill="hold"/>
                                        <p:tgtEl>
                                          <p:spTgt spid="16"/>
                                        </p:tgtEl>
                                        <p:attrNameLst>
                                          <p:attrName>ppt_h</p:attrName>
                                        </p:attrNameLst>
                                      </p:cBhvr>
                                      <p:tavLst>
                                        <p:tav tm="0">
                                          <p:val>
                                            <p:fltVal val="0"/>
                                          </p:val>
                                        </p:tav>
                                        <p:tav tm="100000">
                                          <p:val>
                                            <p:strVal val="#ppt_h"/>
                                          </p:val>
                                        </p:tav>
                                      </p:tavLst>
                                    </p:anim>
                                    <p:animEffect transition="in" filter="fade">
                                      <p:cBhvr>
                                        <p:cTn id="87" dur="500"/>
                                        <p:tgtEl>
                                          <p:spTgt spid="16"/>
                                        </p:tgtEl>
                                      </p:cBhvr>
                                    </p:animEffect>
                                  </p:childTnLst>
                                </p:cTn>
                              </p:par>
                              <p:par>
                                <p:cTn id="88" presetID="6" presetClass="emph" presetSubtype="0" repeatCount="indefinite" autoRev="1" fill="hold" grpId="1" nodeType="withEffect">
                                  <p:stCondLst>
                                    <p:cond delay="950"/>
                                  </p:stCondLst>
                                  <p:childTnLst>
                                    <p:animScale>
                                      <p:cBhvr>
                                        <p:cTn id="89" dur="1100" fill="hold"/>
                                        <p:tgtEl>
                                          <p:spTgt spid="3"/>
                                        </p:tgtEl>
                                      </p:cBhvr>
                                      <p:by x="105000" y="105000"/>
                                    </p:animScale>
                                  </p:childTnLst>
                                </p:cTn>
                              </p:par>
                              <p:par>
                                <p:cTn id="90" presetID="6" presetClass="emph" presetSubtype="0" repeatCount="indefinite" autoRev="1" fill="hold" grpId="1" nodeType="withEffect">
                                  <p:stCondLst>
                                    <p:cond delay="1240"/>
                                  </p:stCondLst>
                                  <p:childTnLst>
                                    <p:animScale>
                                      <p:cBhvr>
                                        <p:cTn id="91" dur="1100" fill="hold"/>
                                        <p:tgtEl>
                                          <p:spTgt spid="9"/>
                                        </p:tgtEl>
                                      </p:cBhvr>
                                      <p:by x="105000" y="105000"/>
                                    </p:animScale>
                                  </p:childTnLst>
                                </p:cTn>
                              </p:par>
                              <p:par>
                                <p:cTn id="92" presetID="6" presetClass="emph" presetSubtype="0" repeatCount="indefinite" autoRev="1" fill="hold" grpId="1" nodeType="withEffect">
                                  <p:stCondLst>
                                    <p:cond delay="1240"/>
                                  </p:stCondLst>
                                  <p:childTnLst>
                                    <p:animScale>
                                      <p:cBhvr>
                                        <p:cTn id="93" dur="1100"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5" grpId="0" animBg="1"/>
      <p:bldP spid="6" grpId="0"/>
      <p:bldP spid="7" grpId="0" animBg="1"/>
      <p:bldP spid="8" grpId="0"/>
      <p:bldP spid="9" grpId="0" animBg="1"/>
      <p:bldP spid="9" grpId="1" animBg="1"/>
      <p:bldP spid="10" grpId="0"/>
      <p:bldP spid="10" grpId="1"/>
      <p:bldP spid="11" grpId="0" animBg="1"/>
      <p:bldP spid="12" grpId="0"/>
      <p:bldP spid="13" grpId="0" animBg="1"/>
      <p:bldP spid="14" grpId="0"/>
      <p:bldP spid="15" grpId="0" animBg="1"/>
      <p:bldP spid="16" grpId="0"/>
      <p:bldP spid="17" grpId="0" animBg="1"/>
      <p:bldP spid="19" grpId="0"/>
    </p:bldLst>
  </p:timing>
</p:sld>
</file>

<file path=ppt/slides/slide3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¿Se puede rehacer a mano? El Jacobiano de E3</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calculo-manual:96cacdf269"/>
          <p:cNvSpPr/>
          <p:nvPr/>
        </p:nvSpPr>
        <p:spPr>
          <a:xfrm>
            <a:off x="638175" y="1438275"/>
            <a:ext cx="10915650" cy="4438650"/>
          </a:xfrm>
          <a:prstGeom prst="roundRect">
            <a:avLst>
              <a:gd name="adj" fmla="val 2503"/>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r-calculo-manual:99e6f4bcf8" descr="6dced2452cef1a5a.png"/>
          <p:cNvPicPr>
            <a:picLocks noChangeAspect="1"/>
          </p:cNvPicPr>
          <p:nvPr/>
        </p:nvPicPr>
        <p:blipFill>
          <a:blip r:embed="rId2"/>
          <a:stretch>
            <a:fillRect/>
          </a:stretch>
        </p:blipFill>
        <p:spPr>
          <a:xfrm>
            <a:off x="806450" y="1270000"/>
            <a:ext cx="11385550" cy="1200150"/>
          </a:xfrm>
          <a:prstGeom prst="rect">
            <a:avLst/>
          </a:prstGeom>
        </p:spPr>
      </p:pic>
      <p:pic>
        <p:nvPicPr>
          <p:cNvPr id="9" name="!!r-calculo-manual:eab1086837" descr="5462ca87bea4e013.png"/>
          <p:cNvPicPr>
            <a:picLocks noChangeAspect="1"/>
          </p:cNvPicPr>
          <p:nvPr/>
        </p:nvPicPr>
        <p:blipFill>
          <a:blip r:embed="rId3"/>
          <a:stretch>
            <a:fillRect/>
          </a:stretch>
        </p:blipFill>
        <p:spPr>
          <a:xfrm>
            <a:off x="806450" y="2133600"/>
            <a:ext cx="10579100" cy="882650"/>
          </a:xfrm>
          <a:prstGeom prst="rect">
            <a:avLst/>
          </a:prstGeom>
        </p:spPr>
      </p:pic>
      <p:pic>
        <p:nvPicPr>
          <p:cNvPr id="10" name="!!r-calculo-manual:2145fd50f4" descr="523661f626bd6cd4.png"/>
          <p:cNvPicPr>
            <a:picLocks noChangeAspect="1"/>
          </p:cNvPicPr>
          <p:nvPr/>
        </p:nvPicPr>
        <p:blipFill>
          <a:blip r:embed="rId4"/>
          <a:stretch>
            <a:fillRect/>
          </a:stretch>
        </p:blipFill>
        <p:spPr>
          <a:xfrm>
            <a:off x="806450" y="2762250"/>
            <a:ext cx="10579100" cy="508000"/>
          </a:xfrm>
          <a:prstGeom prst="rect">
            <a:avLst/>
          </a:prstGeom>
        </p:spPr>
      </p:pic>
      <p:pic>
        <p:nvPicPr>
          <p:cNvPr id="11" name="!!r-calculo-manual:d20ea1925e" descr="2241d88eaae2204a.png"/>
          <p:cNvPicPr>
            <a:picLocks noChangeAspect="1"/>
          </p:cNvPicPr>
          <p:nvPr/>
        </p:nvPicPr>
        <p:blipFill>
          <a:blip r:embed="rId5"/>
          <a:stretch>
            <a:fillRect/>
          </a:stretch>
        </p:blipFill>
        <p:spPr>
          <a:xfrm>
            <a:off x="806450" y="3041650"/>
            <a:ext cx="10579100" cy="508000"/>
          </a:xfrm>
          <a:prstGeom prst="rect">
            <a:avLst/>
          </a:prstGeom>
        </p:spPr>
      </p:pic>
      <p:pic>
        <p:nvPicPr>
          <p:cNvPr id="12" name="!!r-calculo-manual:ca4fcc6028" descr="e4f549619007e576.png"/>
          <p:cNvPicPr>
            <a:picLocks noChangeAspect="1"/>
          </p:cNvPicPr>
          <p:nvPr/>
        </p:nvPicPr>
        <p:blipFill>
          <a:blip r:embed="rId6"/>
          <a:stretch>
            <a:fillRect/>
          </a:stretch>
        </p:blipFill>
        <p:spPr>
          <a:xfrm>
            <a:off x="806450" y="3327400"/>
            <a:ext cx="10579100" cy="508000"/>
          </a:xfrm>
          <a:prstGeom prst="rect">
            <a:avLst/>
          </a:prstGeom>
        </p:spPr>
      </p:pic>
      <p:pic>
        <p:nvPicPr>
          <p:cNvPr id="13" name="!!r-calculo-manual:70c0c582b0" descr="4f3e263c53b06509.png"/>
          <p:cNvPicPr>
            <a:picLocks noChangeAspect="1"/>
          </p:cNvPicPr>
          <p:nvPr/>
        </p:nvPicPr>
        <p:blipFill>
          <a:blip r:embed="rId7"/>
          <a:stretch>
            <a:fillRect/>
          </a:stretch>
        </p:blipFill>
        <p:spPr>
          <a:xfrm>
            <a:off x="806450" y="3454400"/>
            <a:ext cx="10579100" cy="704850"/>
          </a:xfrm>
          <a:prstGeom prst="rect">
            <a:avLst/>
          </a:prstGeom>
        </p:spPr>
      </p:pic>
      <p:pic>
        <p:nvPicPr>
          <p:cNvPr id="14" name="!!r-calculo-manual:ba4216d897" descr="bfb69019f947d3cf.png"/>
          <p:cNvPicPr>
            <a:picLocks noChangeAspect="1"/>
          </p:cNvPicPr>
          <p:nvPr/>
        </p:nvPicPr>
        <p:blipFill>
          <a:blip r:embed="rId8"/>
          <a:stretch>
            <a:fillRect/>
          </a:stretch>
        </p:blipFill>
        <p:spPr>
          <a:xfrm>
            <a:off x="806450" y="3841750"/>
            <a:ext cx="10579100" cy="1028700"/>
          </a:xfrm>
          <a:prstGeom prst="rect">
            <a:avLst/>
          </a:prstGeom>
        </p:spPr>
      </p:pic>
      <p:pic>
        <p:nvPicPr>
          <p:cNvPr id="15" name="!!r-calculo-manual:e29009feb2" descr="3e3d72055047cf56.png"/>
          <p:cNvPicPr>
            <a:picLocks noChangeAspect="1"/>
          </p:cNvPicPr>
          <p:nvPr/>
        </p:nvPicPr>
        <p:blipFill>
          <a:blip r:embed="rId9"/>
          <a:stretch>
            <a:fillRect/>
          </a:stretch>
        </p:blipFill>
        <p:spPr>
          <a:xfrm>
            <a:off x="806450" y="4610100"/>
            <a:ext cx="10579100" cy="514350"/>
          </a:xfrm>
          <a:prstGeom prst="rect">
            <a:avLst/>
          </a:prstGeom>
        </p:spPr>
      </p:pic>
      <p:sp>
        <p:nvSpPr>
          <p:cNvPr id="16" name="!!r-calculo-manual:54c76a9994"/>
          <p:cNvSpPr txBox="1"/>
          <p:nvPr/>
        </p:nvSpPr>
        <p:spPr>
          <a:xfrm>
            <a:off x="806450" y="5192109"/>
            <a:ext cx="10790682"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Mismas cifras que el Anexo G de la tesis (pp. 168–172) y que la memoria que genera EduFEM.</a:t>
            </a:r>
          </a:p>
        </p:txBody>
      </p:sp>
      <p:sp>
        <p:nvSpPr>
          <p:cNvPr id="17"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ie-izq"/>
          <p:cNvSpPr txBox="1"/>
          <p:nvPr/>
        </p:nvSpPr>
        <p:spPr>
          <a:xfrm>
            <a:off x="565150" y="6535420"/>
            <a:ext cx="490804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0" name="!!pie-cen"/>
          <p:cNvSpPr txBox="1"/>
          <p:nvPr/>
        </p:nvSpPr>
        <p:spPr>
          <a:xfrm>
            <a:off x="5351590" y="6535420"/>
            <a:ext cx="1488758"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Anexo G, pp. 168–172</a:t>
            </a:r>
          </a:p>
        </p:txBody>
      </p:sp>
      <p:sp>
        <p:nvSpPr>
          <p:cNvPr id="21" name="!!pie-der"/>
          <p:cNvSpPr txBox="1"/>
          <p:nvPr/>
        </p:nvSpPr>
        <p:spPr>
          <a:xfrm>
            <a:off x="6718681" y="6535420"/>
            <a:ext cx="4908169"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22"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750" fill="hold"/>
                                        <p:tgtEl>
                                          <p:spTgt spid="14"/>
                                        </p:tgtEl>
                                        <p:attrNameLst>
                                          <p:attrName>ppt_w</p:attrName>
                                        </p:attrNameLst>
                                      </p:cBhvr>
                                      <p:tavLst>
                                        <p:tav tm="0">
                                          <p:val>
                                            <p:fltVal val="0"/>
                                          </p:val>
                                        </p:tav>
                                        <p:tav tm="100000">
                                          <p:val>
                                            <p:strVal val="#ppt_w"/>
                                          </p:val>
                                        </p:tav>
                                      </p:tavLst>
                                    </p:anim>
                                    <p:anim calcmode="lin" valueType="num">
                                      <p:cBhvr>
                                        <p:cTn id="8" dur="750" fill="hold"/>
                                        <p:tgtEl>
                                          <p:spTgt spid="14"/>
                                        </p:tgtEl>
                                        <p:attrNameLst>
                                          <p:attrName>ppt_h</p:attrName>
                                        </p:attrNameLst>
                                      </p:cBhvr>
                                      <p:tavLst>
                                        <p:tav tm="0">
                                          <p:val>
                                            <p:fltVal val="0"/>
                                          </p:val>
                                        </p:tav>
                                        <p:tav tm="100000">
                                          <p:val>
                                            <p:strVal val="#ppt_h"/>
                                          </p:val>
                                        </p:tav>
                                      </p:tavLst>
                                    </p:anim>
                                    <p:animEffect transition="in" filter="fade">
                                      <p:cBhvr>
                                        <p:cTn id="9" dur="750"/>
                                        <p:tgtEl>
                                          <p:spTgt spid="1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650"/>
                                        <p:tgtEl>
                                          <p:spTgt spid="15"/>
                                        </p:tgtEl>
                                      </p:cBhvr>
                                    </p:animEffect>
                                    <p:anim calcmode="lin" valueType="num">
                                      <p:cBhvr>
                                        <p:cTn id="15" dur="650" fill="hold"/>
                                        <p:tgtEl>
                                          <p:spTgt spid="15"/>
                                        </p:tgtEl>
                                        <p:attrNameLst>
                                          <p:attrName>ppt_x</p:attrName>
                                        </p:attrNameLst>
                                      </p:cBhvr>
                                      <p:tavLst>
                                        <p:tav tm="0">
                                          <p:val>
                                            <p:strVal val="#ppt_x"/>
                                          </p:val>
                                        </p:tav>
                                        <p:tav tm="100000">
                                          <p:val>
                                            <p:strVal val="#ppt_x"/>
                                          </p:val>
                                        </p:tav>
                                      </p:tavLst>
                                    </p:anim>
                                    <p:anim calcmode="lin" valueType="num">
                                      <p:cBhvr>
                                        <p:cTn id="16" dur="650" fill="hold"/>
                                        <p:tgtEl>
                                          <p:spTgt spid="15"/>
                                        </p:tgtEl>
                                        <p:attrNameLst>
                                          <p:attrName>ppt_y</p:attrName>
                                        </p:attrNameLst>
                                      </p:cBhvr>
                                      <p:tavLst>
                                        <p:tav tm="0">
                                          <p:val>
                                            <p:strVal val="#ppt_y+.1"/>
                                          </p:val>
                                        </p:tav>
                                        <p:tav tm="100000">
                                          <p:val>
                                            <p:strVal val="#ppt_y"/>
                                          </p:val>
                                        </p:tav>
                                      </p:tavLst>
                                    </p:anim>
                                  </p:childTnLst>
                                </p:cTn>
                              </p:par>
                              <p:par>
                                <p:cTn id="17" presetID="10" presetClass="entr" presetSubtype="0" fill="hold" grpId="0" nodeType="withEffect">
                                  <p:stCondLst>
                                    <p:cond delay="12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De dónde sale cada umbral, y su margen</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umbrales:c06b3656dd"/>
          <p:cNvSpPr/>
          <p:nvPr/>
        </p:nvSpPr>
        <p:spPr>
          <a:xfrm>
            <a:off x="635000" y="1435100"/>
            <a:ext cx="3348038" cy="2794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umbrales:c06b3656dd·2"/>
          <p:cNvSpPr/>
          <p:nvPr/>
        </p:nvSpPr>
        <p:spPr>
          <a:xfrm>
            <a:off x="635000" y="1695450"/>
            <a:ext cx="3348038"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umbrales:ee972e0800"/>
          <p:cNvSpPr txBox="1"/>
          <p:nvPr/>
        </p:nvSpPr>
        <p:spPr>
          <a:xfrm>
            <a:off x="749300" y="1484462"/>
            <a:ext cx="318185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Criterio</a:t>
            </a:r>
          </a:p>
        </p:txBody>
      </p:sp>
      <p:sp>
        <p:nvSpPr>
          <p:cNvPr id="10" name="!!r-umbrales:4027ae67c3"/>
          <p:cNvSpPr/>
          <p:nvPr/>
        </p:nvSpPr>
        <p:spPr>
          <a:xfrm>
            <a:off x="3983038" y="1435100"/>
            <a:ext cx="1015873" cy="2794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umbrales:4027ae67c3·2"/>
          <p:cNvSpPr/>
          <p:nvPr/>
        </p:nvSpPr>
        <p:spPr>
          <a:xfrm>
            <a:off x="3983038" y="1695450"/>
            <a:ext cx="1015873"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umbrales:7519364cbf"/>
          <p:cNvSpPr txBox="1"/>
          <p:nvPr/>
        </p:nvSpPr>
        <p:spPr>
          <a:xfrm>
            <a:off x="4046538" y="1484462"/>
            <a:ext cx="838073"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Umbral</a:t>
            </a:r>
          </a:p>
        </p:txBody>
      </p:sp>
      <p:sp>
        <p:nvSpPr>
          <p:cNvPr id="13" name="!!r-umbrales:4f3688aaeb"/>
          <p:cNvSpPr/>
          <p:nvPr/>
        </p:nvSpPr>
        <p:spPr>
          <a:xfrm>
            <a:off x="4998910" y="1435100"/>
            <a:ext cx="4542726" cy="2794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umbrales:4f3688aaeb·2"/>
          <p:cNvSpPr/>
          <p:nvPr/>
        </p:nvSpPr>
        <p:spPr>
          <a:xfrm>
            <a:off x="4998910" y="1695450"/>
            <a:ext cx="454272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umbrales:775d03cb54"/>
          <p:cNvSpPr txBox="1"/>
          <p:nvPr/>
        </p:nvSpPr>
        <p:spPr>
          <a:xfrm>
            <a:off x="5113210" y="1484462"/>
            <a:ext cx="4400423"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Procedencia del umbral (Tabla 2.4)</a:t>
            </a:r>
          </a:p>
        </p:txBody>
      </p:sp>
      <p:sp>
        <p:nvSpPr>
          <p:cNvPr id="16" name="!!r-umbrales:08052f5986"/>
          <p:cNvSpPr/>
          <p:nvPr/>
        </p:nvSpPr>
        <p:spPr>
          <a:xfrm>
            <a:off x="9541700" y="1435100"/>
            <a:ext cx="1228344" cy="2794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umbrales:08052f5986·2"/>
          <p:cNvSpPr/>
          <p:nvPr/>
        </p:nvSpPr>
        <p:spPr>
          <a:xfrm>
            <a:off x="9541700" y="1695450"/>
            <a:ext cx="1228344"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umbrales:8bfc897df9"/>
          <p:cNvSpPr txBox="1"/>
          <p:nvPr/>
        </p:nvSpPr>
        <p:spPr>
          <a:xfrm>
            <a:off x="9605200" y="1484462"/>
            <a:ext cx="1050544"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Observado</a:t>
            </a:r>
          </a:p>
        </p:txBody>
      </p:sp>
      <p:sp>
        <p:nvSpPr>
          <p:cNvPr id="19" name="!!r-umbrales:1ba7e7c0d2"/>
          <p:cNvSpPr/>
          <p:nvPr/>
        </p:nvSpPr>
        <p:spPr>
          <a:xfrm>
            <a:off x="10769981" y="1435100"/>
            <a:ext cx="787019" cy="2794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umbrales:1ba7e7c0d2·2"/>
          <p:cNvSpPr/>
          <p:nvPr/>
        </p:nvSpPr>
        <p:spPr>
          <a:xfrm>
            <a:off x="10769981" y="1695450"/>
            <a:ext cx="787019"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umbrales:31fbcd6887"/>
          <p:cNvSpPr txBox="1"/>
          <p:nvPr/>
        </p:nvSpPr>
        <p:spPr>
          <a:xfrm>
            <a:off x="10833481" y="1484462"/>
            <a:ext cx="609219"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Margen</a:t>
            </a:r>
          </a:p>
        </p:txBody>
      </p:sp>
      <p:sp>
        <p:nvSpPr>
          <p:cNvPr id="22" name="!!r-umbrales:a03259f476"/>
          <p:cNvSpPr/>
          <p:nvPr/>
        </p:nvSpPr>
        <p:spPr>
          <a:xfrm>
            <a:off x="635000" y="1714500"/>
            <a:ext cx="3348038" cy="308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umbrales:a03259f476·2"/>
          <p:cNvSpPr/>
          <p:nvPr/>
        </p:nvSpPr>
        <p:spPr>
          <a:xfrm>
            <a:off x="635000" y="2016442"/>
            <a:ext cx="334803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umbrales:4d37e179f1"/>
          <p:cNvSpPr txBox="1"/>
          <p:nvPr/>
        </p:nvSpPr>
        <p:spPr>
          <a:xfrm>
            <a:off x="749300" y="1760252"/>
            <a:ext cx="3181858"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σ</a:t>
            </a:r>
            <a:r>
              <a:rPr sz="1150" b="0" i="0" baseline="-25000">
                <a:solidFill>
                  <a:srgbClr val="1F2937"/>
                </a:solidFill>
                <a:latin typeface="Calibri"/>
              </a:rPr>
              <a:t>x</a:t>
            </a:r>
            <a:r>
              <a:rPr sz="1150" b="0" i="0">
                <a:solidFill>
                  <a:srgbClr val="1F2937"/>
                </a:solidFill>
                <a:latin typeface="Calibri"/>
              </a:rPr>
              <a:t> frente a la analítica (máx., punto B)</a:t>
            </a:r>
          </a:p>
        </p:txBody>
      </p:sp>
      <p:sp>
        <p:nvSpPr>
          <p:cNvPr id="25" name="!!r-umbrales:1fa4888500"/>
          <p:cNvSpPr/>
          <p:nvPr/>
        </p:nvSpPr>
        <p:spPr>
          <a:xfrm>
            <a:off x="3983038" y="1714500"/>
            <a:ext cx="1015873" cy="308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umbrales:1fa4888500·2"/>
          <p:cNvSpPr/>
          <p:nvPr/>
        </p:nvSpPr>
        <p:spPr>
          <a:xfrm>
            <a:off x="3983038" y="2016442"/>
            <a:ext cx="101587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umbrales:ad63dd5c1c"/>
          <p:cNvSpPr txBox="1"/>
          <p:nvPr/>
        </p:nvSpPr>
        <p:spPr>
          <a:xfrm>
            <a:off x="4046538" y="1775428"/>
            <a:ext cx="838073"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&lt; 1,0 %</a:t>
            </a:r>
          </a:p>
        </p:txBody>
      </p:sp>
      <p:sp>
        <p:nvSpPr>
          <p:cNvPr id="28" name="!!r-umbrales:2e815a416e"/>
          <p:cNvSpPr/>
          <p:nvPr/>
        </p:nvSpPr>
        <p:spPr>
          <a:xfrm>
            <a:off x="4998910" y="1714500"/>
            <a:ext cx="4542726" cy="308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umbrales:2e815a416e·2"/>
          <p:cNvSpPr/>
          <p:nvPr/>
        </p:nvSpPr>
        <p:spPr>
          <a:xfrm>
            <a:off x="4998910" y="2016442"/>
            <a:ext cx="45427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umbrales:ddd34a6d0b"/>
          <p:cNvSpPr txBox="1"/>
          <p:nvPr/>
        </p:nvSpPr>
        <p:spPr>
          <a:xfrm>
            <a:off x="5113210" y="1775428"/>
            <a:ext cx="4400423"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Tolerancia de ingeniería fijada por el autor</a:t>
            </a:r>
          </a:p>
        </p:txBody>
      </p:sp>
      <p:sp>
        <p:nvSpPr>
          <p:cNvPr id="31" name="!!r-umbrales:0d9d0cd9e2"/>
          <p:cNvSpPr/>
          <p:nvPr/>
        </p:nvSpPr>
        <p:spPr>
          <a:xfrm>
            <a:off x="9541700" y="1714500"/>
            <a:ext cx="1228344" cy="308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umbrales:0d9d0cd9e2·2"/>
          <p:cNvSpPr/>
          <p:nvPr/>
        </p:nvSpPr>
        <p:spPr>
          <a:xfrm>
            <a:off x="9541700" y="2016442"/>
            <a:ext cx="12283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umbrales:e663d52490"/>
          <p:cNvSpPr txBox="1"/>
          <p:nvPr/>
        </p:nvSpPr>
        <p:spPr>
          <a:xfrm>
            <a:off x="9605200" y="1775428"/>
            <a:ext cx="105054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0,04 %</a:t>
            </a:r>
          </a:p>
        </p:txBody>
      </p:sp>
      <p:sp>
        <p:nvSpPr>
          <p:cNvPr id="34" name="!!r-umbrales:e5e24977f7"/>
          <p:cNvSpPr/>
          <p:nvPr/>
        </p:nvSpPr>
        <p:spPr>
          <a:xfrm>
            <a:off x="10769981" y="1714500"/>
            <a:ext cx="787019" cy="308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umbrales:e5e24977f7·2"/>
          <p:cNvSpPr/>
          <p:nvPr/>
        </p:nvSpPr>
        <p:spPr>
          <a:xfrm>
            <a:off x="10769981" y="2016442"/>
            <a:ext cx="78701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umbrales:c9470f1d21"/>
          <p:cNvSpPr txBox="1"/>
          <p:nvPr/>
        </p:nvSpPr>
        <p:spPr>
          <a:xfrm>
            <a:off x="10833481" y="1775428"/>
            <a:ext cx="609219"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25 ×</a:t>
            </a:r>
          </a:p>
        </p:txBody>
      </p:sp>
      <p:sp>
        <p:nvSpPr>
          <p:cNvPr id="37" name="!!r-umbrales:f165d53bc8"/>
          <p:cNvSpPr/>
          <p:nvPr/>
        </p:nvSpPr>
        <p:spPr>
          <a:xfrm>
            <a:off x="635000" y="2022792"/>
            <a:ext cx="3348038" cy="3082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umbrales:f165d53bc8·2"/>
          <p:cNvSpPr/>
          <p:nvPr/>
        </p:nvSpPr>
        <p:spPr>
          <a:xfrm>
            <a:off x="635000" y="2324735"/>
            <a:ext cx="334803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umbrales:7c19bf448a"/>
          <p:cNvSpPr txBox="1"/>
          <p:nvPr/>
        </p:nvSpPr>
        <p:spPr>
          <a:xfrm>
            <a:off x="749300" y="2068481"/>
            <a:ext cx="3181858"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Diferencia de σ</a:t>
            </a:r>
            <a:r>
              <a:rPr sz="1150" b="0" i="0" baseline="-25000">
                <a:solidFill>
                  <a:srgbClr val="1F2937"/>
                </a:solidFill>
                <a:latin typeface="Calibri"/>
              </a:rPr>
              <a:t>x</a:t>
            </a:r>
            <a:r>
              <a:rPr sz="1150" b="0" i="0">
                <a:solidFill>
                  <a:srgbClr val="1F2937"/>
                </a:solidFill>
                <a:latin typeface="Calibri"/>
              </a:rPr>
              <a:t> frente a SAP2000 (máx., punto B)</a:t>
            </a:r>
          </a:p>
        </p:txBody>
      </p:sp>
      <p:sp>
        <p:nvSpPr>
          <p:cNvPr id="40" name="!!r-umbrales:af48704c07"/>
          <p:cNvSpPr/>
          <p:nvPr/>
        </p:nvSpPr>
        <p:spPr>
          <a:xfrm>
            <a:off x="3983038" y="2022792"/>
            <a:ext cx="1015873" cy="3082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umbrales:af48704c07·2"/>
          <p:cNvSpPr/>
          <p:nvPr/>
        </p:nvSpPr>
        <p:spPr>
          <a:xfrm>
            <a:off x="3983038" y="2324735"/>
            <a:ext cx="101587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umbrales:db88fdb87f"/>
          <p:cNvSpPr txBox="1"/>
          <p:nvPr/>
        </p:nvSpPr>
        <p:spPr>
          <a:xfrm>
            <a:off x="4046538" y="2083657"/>
            <a:ext cx="838073"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&lt; 1,0 %</a:t>
            </a:r>
          </a:p>
        </p:txBody>
      </p:sp>
      <p:sp>
        <p:nvSpPr>
          <p:cNvPr id="43" name="!!r-umbrales:85c0d5fc73"/>
          <p:cNvSpPr/>
          <p:nvPr/>
        </p:nvSpPr>
        <p:spPr>
          <a:xfrm>
            <a:off x="4998910" y="2022792"/>
            <a:ext cx="4542726" cy="3082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umbrales:85c0d5fc73·2"/>
          <p:cNvSpPr/>
          <p:nvPr/>
        </p:nvSpPr>
        <p:spPr>
          <a:xfrm>
            <a:off x="4998910" y="2324735"/>
            <a:ext cx="45427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umbrales:bb1a189546"/>
          <p:cNvSpPr txBox="1"/>
          <p:nvPr/>
        </p:nvSpPr>
        <p:spPr>
          <a:xfrm>
            <a:off x="5113210" y="2083657"/>
            <a:ext cx="4400423"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Tolerancia de ingeniería fijada por el autor</a:t>
            </a:r>
          </a:p>
        </p:txBody>
      </p:sp>
      <p:sp>
        <p:nvSpPr>
          <p:cNvPr id="46" name="!!r-umbrales:9b8f3a92fe"/>
          <p:cNvSpPr/>
          <p:nvPr/>
        </p:nvSpPr>
        <p:spPr>
          <a:xfrm>
            <a:off x="9541700" y="2022792"/>
            <a:ext cx="1228344" cy="3082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umbrales:9b8f3a92fe·2"/>
          <p:cNvSpPr/>
          <p:nvPr/>
        </p:nvSpPr>
        <p:spPr>
          <a:xfrm>
            <a:off x="9541700" y="2324735"/>
            <a:ext cx="12283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umbrales:f5f59fdca8"/>
          <p:cNvSpPr txBox="1"/>
          <p:nvPr/>
        </p:nvSpPr>
        <p:spPr>
          <a:xfrm>
            <a:off x="9605200" y="2083657"/>
            <a:ext cx="105054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0,21 %</a:t>
            </a:r>
          </a:p>
        </p:txBody>
      </p:sp>
      <p:sp>
        <p:nvSpPr>
          <p:cNvPr id="49" name="!!r-umbrales:7dbd0a7f56"/>
          <p:cNvSpPr/>
          <p:nvPr/>
        </p:nvSpPr>
        <p:spPr>
          <a:xfrm>
            <a:off x="10769981" y="2022792"/>
            <a:ext cx="787019" cy="3082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umbrales:7dbd0a7f56·2"/>
          <p:cNvSpPr/>
          <p:nvPr/>
        </p:nvSpPr>
        <p:spPr>
          <a:xfrm>
            <a:off x="10769981" y="2324735"/>
            <a:ext cx="78701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umbrales:d7466e321a"/>
          <p:cNvSpPr txBox="1"/>
          <p:nvPr/>
        </p:nvSpPr>
        <p:spPr>
          <a:xfrm>
            <a:off x="10833481" y="2083657"/>
            <a:ext cx="609219"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4,8 ×</a:t>
            </a:r>
          </a:p>
        </p:txBody>
      </p:sp>
      <p:sp>
        <p:nvSpPr>
          <p:cNvPr id="52" name="!!r-umbrales:a3be9647b5"/>
          <p:cNvSpPr/>
          <p:nvPr/>
        </p:nvSpPr>
        <p:spPr>
          <a:xfrm>
            <a:off x="635000" y="2331022"/>
            <a:ext cx="3348038"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umbrales:a3be9647b5·2"/>
          <p:cNvSpPr/>
          <p:nvPr/>
        </p:nvSpPr>
        <p:spPr>
          <a:xfrm>
            <a:off x="635000" y="2602484"/>
            <a:ext cx="334803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umbrales:b6e225aafc"/>
          <p:cNvSpPr txBox="1"/>
          <p:nvPr/>
        </p:nvSpPr>
        <p:spPr>
          <a:xfrm>
            <a:off x="749300" y="2376773"/>
            <a:ext cx="3181858"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Flecha central frente a la analítica</a:t>
            </a:r>
          </a:p>
        </p:txBody>
      </p:sp>
      <p:sp>
        <p:nvSpPr>
          <p:cNvPr id="55" name="!!r-umbrales:d83a532815"/>
          <p:cNvSpPr/>
          <p:nvPr/>
        </p:nvSpPr>
        <p:spPr>
          <a:xfrm>
            <a:off x="3983038" y="2331022"/>
            <a:ext cx="1015873"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umbrales:d83a532815·2"/>
          <p:cNvSpPr/>
          <p:nvPr/>
        </p:nvSpPr>
        <p:spPr>
          <a:xfrm>
            <a:off x="3983038" y="2602484"/>
            <a:ext cx="101587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umbrales:f2dabd11ee"/>
          <p:cNvSpPr txBox="1"/>
          <p:nvPr/>
        </p:nvSpPr>
        <p:spPr>
          <a:xfrm>
            <a:off x="4046538" y="2376773"/>
            <a:ext cx="838073"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&lt; 3 %</a:t>
            </a:r>
          </a:p>
        </p:txBody>
      </p:sp>
      <p:sp>
        <p:nvSpPr>
          <p:cNvPr id="58" name="!!r-umbrales:758acab8c5"/>
          <p:cNvSpPr/>
          <p:nvPr/>
        </p:nvSpPr>
        <p:spPr>
          <a:xfrm>
            <a:off x="4998910" y="2331022"/>
            <a:ext cx="4542726"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umbrales:758acab8c5·2"/>
          <p:cNvSpPr/>
          <p:nvPr/>
        </p:nvSpPr>
        <p:spPr>
          <a:xfrm>
            <a:off x="4998910" y="2602484"/>
            <a:ext cx="45427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umbrales:5e3a6a21de"/>
          <p:cNvSpPr txBox="1"/>
          <p:nvPr/>
        </p:nvSpPr>
        <p:spPr>
          <a:xfrm>
            <a:off x="5113210" y="2376773"/>
            <a:ext cx="4400423"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Tolerancia de ingeniería fijada por el autor</a:t>
            </a:r>
          </a:p>
        </p:txBody>
      </p:sp>
      <p:sp>
        <p:nvSpPr>
          <p:cNvPr id="61" name="!!r-umbrales:4c459fd2bc"/>
          <p:cNvSpPr/>
          <p:nvPr/>
        </p:nvSpPr>
        <p:spPr>
          <a:xfrm>
            <a:off x="9541700" y="2331022"/>
            <a:ext cx="1228344"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umbrales:4c459fd2bc·2"/>
          <p:cNvSpPr/>
          <p:nvPr/>
        </p:nvSpPr>
        <p:spPr>
          <a:xfrm>
            <a:off x="9541700" y="2602484"/>
            <a:ext cx="12283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umbrales:463c526804"/>
          <p:cNvSpPr txBox="1"/>
          <p:nvPr/>
        </p:nvSpPr>
        <p:spPr>
          <a:xfrm>
            <a:off x="9605200" y="2376773"/>
            <a:ext cx="105054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0,26 %</a:t>
            </a:r>
          </a:p>
        </p:txBody>
      </p:sp>
      <p:sp>
        <p:nvSpPr>
          <p:cNvPr id="64" name="!!r-umbrales:db043bbc5e"/>
          <p:cNvSpPr/>
          <p:nvPr/>
        </p:nvSpPr>
        <p:spPr>
          <a:xfrm>
            <a:off x="10769981" y="2331022"/>
            <a:ext cx="787019"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umbrales:db043bbc5e·2"/>
          <p:cNvSpPr/>
          <p:nvPr/>
        </p:nvSpPr>
        <p:spPr>
          <a:xfrm>
            <a:off x="10769981" y="2602484"/>
            <a:ext cx="78701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umbrales:f20d5d5cdd"/>
          <p:cNvSpPr txBox="1"/>
          <p:nvPr/>
        </p:nvSpPr>
        <p:spPr>
          <a:xfrm>
            <a:off x="10833481" y="2376773"/>
            <a:ext cx="609219"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12 ×</a:t>
            </a:r>
          </a:p>
        </p:txBody>
      </p:sp>
      <p:sp>
        <p:nvSpPr>
          <p:cNvPr id="67" name="!!r-umbrales:491da98421"/>
          <p:cNvSpPr/>
          <p:nvPr/>
        </p:nvSpPr>
        <p:spPr>
          <a:xfrm>
            <a:off x="635000" y="2608834"/>
            <a:ext cx="3348038"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umbrales:491da98421·2"/>
          <p:cNvSpPr/>
          <p:nvPr/>
        </p:nvSpPr>
        <p:spPr>
          <a:xfrm>
            <a:off x="635000" y="2880296"/>
            <a:ext cx="334803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umbrales:26ed5f291c"/>
          <p:cNvSpPr txBox="1"/>
          <p:nvPr/>
        </p:nvSpPr>
        <p:spPr>
          <a:xfrm>
            <a:off x="749300" y="2654586"/>
            <a:ext cx="3181858"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Cook, Q9 con N = 8 (valor absoluto)</a:t>
            </a:r>
          </a:p>
        </p:txBody>
      </p:sp>
      <p:sp>
        <p:nvSpPr>
          <p:cNvPr id="70" name="!!r-umbrales:6656e4b8f4"/>
          <p:cNvSpPr/>
          <p:nvPr/>
        </p:nvSpPr>
        <p:spPr>
          <a:xfrm>
            <a:off x="3983038" y="2608834"/>
            <a:ext cx="1015873"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umbrales:6656e4b8f4·2"/>
          <p:cNvSpPr/>
          <p:nvPr/>
        </p:nvSpPr>
        <p:spPr>
          <a:xfrm>
            <a:off x="3983038" y="2880296"/>
            <a:ext cx="101587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umbrales:460b2bc9a4"/>
          <p:cNvSpPr txBox="1"/>
          <p:nvPr/>
        </p:nvSpPr>
        <p:spPr>
          <a:xfrm>
            <a:off x="4046538" y="2654586"/>
            <a:ext cx="838073"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&lt; 1,5 %</a:t>
            </a:r>
          </a:p>
        </p:txBody>
      </p:sp>
      <p:sp>
        <p:nvSpPr>
          <p:cNvPr id="73" name="!!r-umbrales:a278150a39"/>
          <p:cNvSpPr/>
          <p:nvPr/>
        </p:nvSpPr>
        <p:spPr>
          <a:xfrm>
            <a:off x="4998910" y="2608834"/>
            <a:ext cx="4542726"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umbrales:a278150a39·2"/>
          <p:cNvSpPr/>
          <p:nvPr/>
        </p:nvSpPr>
        <p:spPr>
          <a:xfrm>
            <a:off x="4998910" y="2880296"/>
            <a:ext cx="45427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umbrales:a7946b3af5"/>
          <p:cNvSpPr txBox="1"/>
          <p:nvPr/>
        </p:nvSpPr>
        <p:spPr>
          <a:xfrm>
            <a:off x="5113210" y="2654586"/>
            <a:ext cx="4400423"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Tolerancia de ingeniería fijada por el autor</a:t>
            </a:r>
          </a:p>
        </p:txBody>
      </p:sp>
      <p:sp>
        <p:nvSpPr>
          <p:cNvPr id="76" name="!!r-umbrales:77e74bbcd1"/>
          <p:cNvSpPr/>
          <p:nvPr/>
        </p:nvSpPr>
        <p:spPr>
          <a:xfrm>
            <a:off x="9541700" y="2608834"/>
            <a:ext cx="1228344"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umbrales:77e74bbcd1·2"/>
          <p:cNvSpPr/>
          <p:nvPr/>
        </p:nvSpPr>
        <p:spPr>
          <a:xfrm>
            <a:off x="9541700" y="2880296"/>
            <a:ext cx="12283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umbrales:84bb7ca367"/>
          <p:cNvSpPr txBox="1"/>
          <p:nvPr/>
        </p:nvSpPr>
        <p:spPr>
          <a:xfrm>
            <a:off x="9605200" y="2654586"/>
            <a:ext cx="105054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0,144 %</a:t>
            </a:r>
          </a:p>
        </p:txBody>
      </p:sp>
      <p:sp>
        <p:nvSpPr>
          <p:cNvPr id="79" name="!!r-umbrales:6b311ba695"/>
          <p:cNvSpPr/>
          <p:nvPr/>
        </p:nvSpPr>
        <p:spPr>
          <a:xfrm>
            <a:off x="10769981" y="2608834"/>
            <a:ext cx="787019"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umbrales:6b311ba695·2"/>
          <p:cNvSpPr/>
          <p:nvPr/>
        </p:nvSpPr>
        <p:spPr>
          <a:xfrm>
            <a:off x="10769981" y="2880296"/>
            <a:ext cx="78701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umbrales:e9dba5a0a3"/>
          <p:cNvSpPr txBox="1"/>
          <p:nvPr/>
        </p:nvSpPr>
        <p:spPr>
          <a:xfrm>
            <a:off x="10833481" y="2654586"/>
            <a:ext cx="609219"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10 ×</a:t>
            </a:r>
          </a:p>
        </p:txBody>
      </p:sp>
      <p:sp>
        <p:nvSpPr>
          <p:cNvPr id="82" name="!!r-umbrales:f6fa715299"/>
          <p:cNvSpPr/>
          <p:nvPr/>
        </p:nvSpPr>
        <p:spPr>
          <a:xfrm>
            <a:off x="635000" y="2886646"/>
            <a:ext cx="3348038"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umbrales:f6fa715299·2"/>
          <p:cNvSpPr/>
          <p:nvPr/>
        </p:nvSpPr>
        <p:spPr>
          <a:xfrm>
            <a:off x="635000" y="3158109"/>
            <a:ext cx="334803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umbrales:bc838d1bbb"/>
          <p:cNvSpPr txBox="1"/>
          <p:nvPr/>
        </p:nvSpPr>
        <p:spPr>
          <a:xfrm>
            <a:off x="749300" y="2932398"/>
            <a:ext cx="3181858"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Residuo del equilibrio</a:t>
            </a:r>
          </a:p>
        </p:txBody>
      </p:sp>
      <p:sp>
        <p:nvSpPr>
          <p:cNvPr id="85" name="!!r-umbrales:5ae8c419d6"/>
          <p:cNvSpPr/>
          <p:nvPr/>
        </p:nvSpPr>
        <p:spPr>
          <a:xfrm>
            <a:off x="3983038" y="2886646"/>
            <a:ext cx="1015873"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umbrales:5ae8c419d6·2"/>
          <p:cNvSpPr/>
          <p:nvPr/>
        </p:nvSpPr>
        <p:spPr>
          <a:xfrm>
            <a:off x="3983038" y="3158109"/>
            <a:ext cx="101587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umbrales:4519177caf"/>
          <p:cNvSpPr txBox="1"/>
          <p:nvPr/>
        </p:nvSpPr>
        <p:spPr>
          <a:xfrm>
            <a:off x="4046538" y="2932398"/>
            <a:ext cx="838073"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&lt; 1 × 10⁻⁸</a:t>
            </a:r>
          </a:p>
        </p:txBody>
      </p:sp>
      <p:sp>
        <p:nvSpPr>
          <p:cNvPr id="88" name="!!r-umbrales:19f894f60e"/>
          <p:cNvSpPr/>
          <p:nvPr/>
        </p:nvSpPr>
        <p:spPr>
          <a:xfrm>
            <a:off x="4998910" y="2886646"/>
            <a:ext cx="4542726"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umbrales:19f894f60e·2"/>
          <p:cNvSpPr/>
          <p:nvPr/>
        </p:nvSpPr>
        <p:spPr>
          <a:xfrm>
            <a:off x="4998910" y="3158109"/>
            <a:ext cx="45427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umbrales:ebe4a06dc2"/>
          <p:cNvSpPr txBox="1"/>
          <p:nvPr/>
        </p:nvSpPr>
        <p:spPr>
          <a:xfrm>
            <a:off x="5113210" y="2932398"/>
            <a:ext cx="4400423"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Orden del cero numérico del motor</a:t>
            </a:r>
          </a:p>
        </p:txBody>
      </p:sp>
      <p:sp>
        <p:nvSpPr>
          <p:cNvPr id="91" name="!!r-umbrales:152b18d7d4"/>
          <p:cNvSpPr/>
          <p:nvPr/>
        </p:nvSpPr>
        <p:spPr>
          <a:xfrm>
            <a:off x="9541700" y="2886646"/>
            <a:ext cx="1228344"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umbrales:152b18d7d4·2"/>
          <p:cNvSpPr/>
          <p:nvPr/>
        </p:nvSpPr>
        <p:spPr>
          <a:xfrm>
            <a:off x="9541700" y="3158109"/>
            <a:ext cx="12283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umbrales:040216bd30"/>
          <p:cNvSpPr txBox="1"/>
          <p:nvPr/>
        </p:nvSpPr>
        <p:spPr>
          <a:xfrm>
            <a:off x="9605200" y="2932398"/>
            <a:ext cx="105054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1,7 × 10⁻¹³</a:t>
            </a:r>
          </a:p>
        </p:txBody>
      </p:sp>
      <p:sp>
        <p:nvSpPr>
          <p:cNvPr id="94" name="!!r-umbrales:cb659811be"/>
          <p:cNvSpPr/>
          <p:nvPr/>
        </p:nvSpPr>
        <p:spPr>
          <a:xfrm>
            <a:off x="10769981" y="2886646"/>
            <a:ext cx="787019" cy="2778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umbrales:cb659811be·2"/>
          <p:cNvSpPr/>
          <p:nvPr/>
        </p:nvSpPr>
        <p:spPr>
          <a:xfrm>
            <a:off x="10769981" y="3158109"/>
            <a:ext cx="78701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umbrales:2cad4c06a5"/>
          <p:cNvSpPr txBox="1"/>
          <p:nvPr/>
        </p:nvSpPr>
        <p:spPr>
          <a:xfrm>
            <a:off x="10833481" y="2932398"/>
            <a:ext cx="609219"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6 × 10⁴ ×</a:t>
            </a:r>
          </a:p>
        </p:txBody>
      </p:sp>
      <p:sp>
        <p:nvSpPr>
          <p:cNvPr id="97" name="!!r-umbrales:1c3d4278ef"/>
          <p:cNvSpPr/>
          <p:nvPr/>
        </p:nvSpPr>
        <p:spPr>
          <a:xfrm>
            <a:off x="635000" y="3164459"/>
            <a:ext cx="3348038"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umbrales:1c3d4278ef·2"/>
          <p:cNvSpPr/>
          <p:nvPr/>
        </p:nvSpPr>
        <p:spPr>
          <a:xfrm>
            <a:off x="635000" y="3435921"/>
            <a:ext cx="334803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umbrales:50764e2d79"/>
          <p:cNvSpPr txBox="1"/>
          <p:nvPr/>
        </p:nvSpPr>
        <p:spPr>
          <a:xfrm>
            <a:off x="749300" y="3210211"/>
            <a:ext cx="3181858"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Tasas L² y H¹ (MMS)</a:t>
            </a:r>
          </a:p>
        </p:txBody>
      </p:sp>
      <p:sp>
        <p:nvSpPr>
          <p:cNvPr id="100" name="!!r-umbrales:7f8455b11f"/>
          <p:cNvSpPr/>
          <p:nvPr/>
        </p:nvSpPr>
        <p:spPr>
          <a:xfrm>
            <a:off x="3983038" y="3164459"/>
            <a:ext cx="1015873"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umbrales:7f8455b11f·2"/>
          <p:cNvSpPr/>
          <p:nvPr/>
        </p:nvSpPr>
        <p:spPr>
          <a:xfrm>
            <a:off x="3983038" y="3435921"/>
            <a:ext cx="101587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umbrales:1a47f52ec4"/>
          <p:cNvSpPr txBox="1"/>
          <p:nvPr/>
        </p:nvSpPr>
        <p:spPr>
          <a:xfrm>
            <a:off x="4046538" y="3210211"/>
            <a:ext cx="838073"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teórica ± 0,5</a:t>
            </a:r>
          </a:p>
        </p:txBody>
      </p:sp>
      <p:sp>
        <p:nvSpPr>
          <p:cNvPr id="103" name="!!r-umbrales:6eceddc3a8"/>
          <p:cNvSpPr/>
          <p:nvPr/>
        </p:nvSpPr>
        <p:spPr>
          <a:xfrm>
            <a:off x="4998910" y="3164459"/>
            <a:ext cx="4542726"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umbrales:6eceddc3a8·2"/>
          <p:cNvSpPr/>
          <p:nvPr/>
        </p:nvSpPr>
        <p:spPr>
          <a:xfrm>
            <a:off x="4998910" y="3435921"/>
            <a:ext cx="45427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umbrales:1f7732e12f"/>
          <p:cNvSpPr txBox="1"/>
          <p:nvPr/>
        </p:nvSpPr>
        <p:spPr>
          <a:xfrm>
            <a:off x="5113210" y="3210211"/>
            <a:ext cx="4400423"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Medio orden (± 0,5): separa el orden esperado del inmediato inferior</a:t>
            </a:r>
          </a:p>
        </p:txBody>
      </p:sp>
      <p:sp>
        <p:nvSpPr>
          <p:cNvPr id="106" name="!!r-umbrales:9823033e9f"/>
          <p:cNvSpPr/>
          <p:nvPr/>
        </p:nvSpPr>
        <p:spPr>
          <a:xfrm>
            <a:off x="9541700" y="3164459"/>
            <a:ext cx="1228344"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umbrales:9823033e9f·2"/>
          <p:cNvSpPr/>
          <p:nvPr/>
        </p:nvSpPr>
        <p:spPr>
          <a:xfrm>
            <a:off x="9541700" y="3435921"/>
            <a:ext cx="122834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umbrales:2db9522f22"/>
          <p:cNvSpPr txBox="1"/>
          <p:nvPr/>
        </p:nvSpPr>
        <p:spPr>
          <a:xfrm>
            <a:off x="9605200" y="3210211"/>
            <a:ext cx="105054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desvío ≤ 0,0032</a:t>
            </a:r>
          </a:p>
        </p:txBody>
      </p:sp>
      <p:sp>
        <p:nvSpPr>
          <p:cNvPr id="109" name="!!r-umbrales:86b17aa40a"/>
          <p:cNvSpPr/>
          <p:nvPr/>
        </p:nvSpPr>
        <p:spPr>
          <a:xfrm>
            <a:off x="10769981" y="3164459"/>
            <a:ext cx="787019" cy="27781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umbrales:86b17aa40a·2"/>
          <p:cNvSpPr/>
          <p:nvPr/>
        </p:nvSpPr>
        <p:spPr>
          <a:xfrm>
            <a:off x="10769981" y="3435921"/>
            <a:ext cx="787019"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umbrales:7102055c3f"/>
          <p:cNvSpPr txBox="1"/>
          <p:nvPr/>
        </p:nvSpPr>
        <p:spPr>
          <a:xfrm>
            <a:off x="10833481" y="3210211"/>
            <a:ext cx="609219"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&gt; 150 ×</a:t>
            </a:r>
          </a:p>
        </p:txBody>
      </p:sp>
      <p:sp>
        <p:nvSpPr>
          <p:cNvPr id="112" name="!!r-umbrales:4759fa58da"/>
          <p:cNvSpPr/>
          <p:nvPr/>
        </p:nvSpPr>
        <p:spPr>
          <a:xfrm>
            <a:off x="638175" y="3547046"/>
            <a:ext cx="5340350" cy="1584642"/>
          </a:xfrm>
          <a:prstGeom prst="roundRect">
            <a:avLst>
              <a:gd name="adj" fmla="val 460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umbrales:0196225b89"/>
          <p:cNvSpPr txBox="1"/>
          <p:nvPr/>
        </p:nvSpPr>
        <p:spPr>
          <a:xfrm>
            <a:off x="781050" y="3658490"/>
            <a:ext cx="515569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Umbrales explícitos, con lo que los refutaría</a:t>
            </a:r>
          </a:p>
        </p:txBody>
      </p:sp>
      <p:sp>
        <p:nvSpPr>
          <p:cNvPr id="114" name="!!r-umbrales:9bf29e1420"/>
          <p:cNvSpPr txBox="1"/>
          <p:nvPr/>
        </p:nvSpPr>
        <p:spPr>
          <a:xfrm>
            <a:off x="781050" y="3921303"/>
            <a:ext cx="5155692" cy="1073150"/>
          </a:xfrm>
          <a:prstGeom prst="rect">
            <a:avLst/>
          </a:prstGeom>
          <a:noFill/>
        </p:spPr>
        <p:txBody>
          <a:bodyPr wrap="square" lIns="0" rIns="0" tIns="0" bIns="0" anchor="t"/>
          <a:lstStyle/>
          <a:p>
            <a:pPr algn="l">
              <a:lnSpc>
                <a:spcPts val="1690"/>
              </a:lnSpc>
              <a:spcBef>
                <a:spcPts val="0"/>
              </a:spcBef>
              <a:spcAft>
                <a:spcPts val="0"/>
              </a:spcAft>
            </a:pPr>
            <a:r>
              <a:rPr sz="1300" b="0" i="0">
                <a:solidFill>
                  <a:srgbClr val="3F4A5A"/>
                </a:solidFill>
                <a:latin typeface="Calibri"/>
              </a:rPr>
              <a:t>Ninguno se escribió antes de las primeras corridas ni se calculó a partir de</a:t>
            </a:r>
            <a:br/>
            <a:r>
              <a:rPr sz="1300" b="0" i="0">
                <a:solidFill>
                  <a:srgbClr val="3F4A5A"/>
                </a:solidFill>
                <a:latin typeface="Calibri"/>
              </a:rPr>
              <a:t>sus resultados: los de la flecha, Cook y las tasas entraron a los guiones al</a:t>
            </a:r>
            <a:br/>
            <a:r>
              <a:rPr sz="1300" b="0" i="0">
                <a:solidFill>
                  <a:srgbClr val="3F4A5A"/>
                </a:solidFill>
                <a:latin typeface="Calibri"/>
              </a:rPr>
              <a:t>comienzo de la verificación; los de σ</a:t>
            </a:r>
            <a:r>
              <a:rPr sz="1300" b="0" i="0" baseline="-25000">
                <a:solidFill>
                  <a:srgbClr val="3F4A5A"/>
                </a:solidFill>
                <a:latin typeface="Calibri"/>
              </a:rPr>
              <a:t>x</a:t>
            </a:r>
            <a:r>
              <a:rPr sz="1300" b="0" i="0">
                <a:solidFill>
                  <a:srgbClr val="3F4A5A"/>
                </a:solidFill>
                <a:latin typeface="Calibri"/>
              </a:rPr>
              <a:t> y del equilibrio, al final del desarrollo</a:t>
            </a:r>
            <a:br/>
            <a:r>
              <a:rPr sz="1300" b="0" i="0">
                <a:solidFill>
                  <a:srgbClr val="3F4A5A"/>
                </a:solidFill>
                <a:latin typeface="Calibri"/>
              </a:rPr>
              <a:t>(§ 2.1.6). El del equilibrio no es una tolerancia de ingeniería: es el orden del</a:t>
            </a:r>
            <a:br/>
            <a:r>
              <a:rPr sz="1300" b="0" i="0">
                <a:solidFill>
                  <a:srgbClr val="3F4A5A"/>
                </a:solidFill>
                <a:latin typeface="Calibri"/>
              </a:rPr>
              <a:t>cero numérico del motor.</a:t>
            </a:r>
          </a:p>
        </p:txBody>
      </p:sp>
      <p:sp>
        <p:nvSpPr>
          <p:cNvPr id="115" name="!!r-umbrales:f4aff63b79"/>
          <p:cNvSpPr/>
          <p:nvPr/>
        </p:nvSpPr>
        <p:spPr>
          <a:xfrm>
            <a:off x="6213475" y="3547046"/>
            <a:ext cx="5340350" cy="1584642"/>
          </a:xfrm>
          <a:prstGeom prst="roundRect">
            <a:avLst>
              <a:gd name="adj" fmla="val 460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umbrales:4764db87a0"/>
          <p:cNvSpPr txBox="1"/>
          <p:nvPr/>
        </p:nvSpPr>
        <p:spPr>
          <a:xfrm>
            <a:off x="6356350" y="3658490"/>
            <a:ext cx="5155692" cy="387604"/>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Por eso el veredicto descansa en el margen (Figura</a:t>
            </a:r>
            <a:br/>
            <a:r>
              <a:rPr sz="1250" b="1" i="0" cap="all" spc="125">
                <a:solidFill>
                  <a:srgbClr val="5B6575"/>
                </a:solidFill>
                <a:latin typeface="Calibri"/>
              </a:rPr>
              <a:t>CR.2)</a:t>
            </a:r>
          </a:p>
        </p:txBody>
      </p:sp>
      <p:sp>
        <p:nvSpPr>
          <p:cNvPr id="117" name="!!r-umbrales:6eaaa7b9c5"/>
          <p:cNvSpPr txBox="1"/>
          <p:nvPr/>
        </p:nvSpPr>
        <p:spPr>
          <a:xfrm>
            <a:off x="6356350" y="4118153"/>
            <a:ext cx="5155692" cy="643890"/>
          </a:xfrm>
          <a:prstGeom prst="rect">
            <a:avLst/>
          </a:prstGeom>
          <a:noFill/>
        </p:spPr>
        <p:txBody>
          <a:bodyPr wrap="square" lIns="0" rIns="0" tIns="0" bIns="0" anchor="t"/>
          <a:lstStyle/>
          <a:p>
            <a:pPr algn="l">
              <a:lnSpc>
                <a:spcPts val="1690"/>
              </a:lnSpc>
              <a:spcBef>
                <a:spcPts val="0"/>
              </a:spcBef>
              <a:spcAft>
                <a:spcPts val="0"/>
              </a:spcAft>
            </a:pPr>
            <a:r>
              <a:rPr sz="1300" b="0" i="0">
                <a:solidFill>
                  <a:srgbClr val="3F4A5A"/>
                </a:solidFill>
                <a:latin typeface="Calibri"/>
              </a:rPr>
              <a:t>El criterio más cercano a su umbral, la diferencia de σ</a:t>
            </a:r>
            <a:r>
              <a:rPr sz="1300" b="0" i="0" baseline="-25000">
                <a:solidFill>
                  <a:srgbClr val="3F4A5A"/>
                </a:solidFill>
                <a:latin typeface="Calibri"/>
              </a:rPr>
              <a:t>x</a:t>
            </a:r>
            <a:r>
              <a:rPr sz="1300" b="0" i="0">
                <a:solidFill>
                  <a:srgbClr val="3F4A5A"/>
                </a:solidFill>
                <a:latin typeface="Calibri"/>
              </a:rPr>
              <a:t> frente a SAP2000,</a:t>
            </a:r>
            <a:br/>
            <a:r>
              <a:rPr sz="1300" b="0" i="0">
                <a:solidFill>
                  <a:srgbClr val="3F4A5A"/>
                </a:solidFill>
                <a:latin typeface="Calibri"/>
              </a:rPr>
              <a:t>consume la quinta parte de él; los demás quedan a uno o varios órdenes</a:t>
            </a:r>
            <a:br/>
            <a:r>
              <a:rPr sz="1300" b="0" i="0">
                <a:solidFill>
                  <a:srgbClr val="3F4A5A"/>
                </a:solidFill>
                <a:latin typeface="Calibri"/>
              </a:rPr>
              <a:t>de magnitud.</a:t>
            </a:r>
          </a:p>
        </p:txBody>
      </p:sp>
      <p:sp>
        <p:nvSpPr>
          <p:cNvPr id="118"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ie-izq"/>
          <p:cNvSpPr txBox="1"/>
          <p:nvPr/>
        </p:nvSpPr>
        <p:spPr>
          <a:xfrm>
            <a:off x="565150" y="6535420"/>
            <a:ext cx="437457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21" name="!!pie-cen"/>
          <p:cNvSpPr txBox="1"/>
          <p:nvPr/>
        </p:nvSpPr>
        <p:spPr>
          <a:xfrm>
            <a:off x="4828604" y="6535420"/>
            <a:ext cx="253473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2.1.6 · Tabla 2.4 · Tabla 3.10 · Figura CR.2</a:t>
            </a:r>
          </a:p>
        </p:txBody>
      </p:sp>
      <p:sp>
        <p:nvSpPr>
          <p:cNvPr id="122" name="!!pie-der"/>
          <p:cNvSpPr txBox="1"/>
          <p:nvPr/>
        </p:nvSpPr>
        <p:spPr>
          <a:xfrm>
            <a:off x="7252144" y="6535420"/>
            <a:ext cx="437470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123"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slow">
    <p:circle/>
  </p:transition>
</p:sld>
</file>

<file path=ppt/slides/slide3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«Educativo» califica el propósito de diseño del software</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ducativo:9778c956ce"/>
          <p:cNvSpPr txBox="1"/>
          <p:nvPr/>
        </p:nvSpPr>
        <p:spPr>
          <a:xfrm>
            <a:off x="952500" y="1430157"/>
            <a:ext cx="10816590" cy="560832"/>
          </a:xfrm>
          <a:prstGeom prst="rect">
            <a:avLst/>
          </a:prstGeom>
          <a:noFill/>
        </p:spPr>
        <p:txBody>
          <a:bodyPr wrap="square" lIns="0" rIns="0" tIns="0" bIns="0" anchor="t"/>
          <a:lstStyle/>
          <a:p>
            <a:pPr algn="l">
              <a:lnSpc>
                <a:spcPts val="2208"/>
              </a:lnSpc>
              <a:spcBef>
                <a:spcPts val="0"/>
              </a:spcBef>
              <a:spcAft>
                <a:spcPts val="0"/>
              </a:spcAft>
            </a:pPr>
            <a:r>
              <a:rPr sz="1600" b="0" i="0">
                <a:solidFill>
                  <a:srgbClr val="1F2937"/>
                </a:solidFill>
                <a:latin typeface="Calibri"/>
              </a:rPr>
              <a:t>Es una</a:t>
            </a:r>
            <a:r>
              <a:rPr sz="1600" b="1" i="0">
                <a:solidFill>
                  <a:srgbClr val="1F2937"/>
                </a:solidFill>
                <a:latin typeface="Calibri"/>
              </a:rPr>
              <a:t> propiedad del producto</a:t>
            </a:r>
            <a:r>
              <a:rPr sz="1600" b="0" i="0">
                <a:solidFill>
                  <a:srgbClr val="1F2937"/>
                </a:solidFill>
                <a:latin typeface="Calibri"/>
              </a:rPr>
              <a:t>: exponer el procedimiento de cálculo además de entregar el resultado, comprobable en el</a:t>
            </a:r>
            <a:br/>
            <a:r>
              <a:rPr sz="1600" b="0" i="0">
                <a:solidFill>
                  <a:srgbClr val="1F2937"/>
                </a:solidFill>
                <a:latin typeface="Calibri"/>
              </a:rPr>
              <a:t>software (Introducción).</a:t>
            </a:r>
          </a:p>
        </p:txBody>
      </p:sp>
      <p:sp>
        <p:nvSpPr>
          <p:cNvPr id="8" name="!!r-educativo:e5de705316"/>
          <p:cNvSpPr/>
          <p:nvPr/>
        </p:nvSpPr>
        <p:spPr>
          <a:xfrm>
            <a:off x="685800" y="1540700"/>
            <a:ext cx="88900" cy="88900"/>
          </a:xfrm>
          <a:prstGeom prst="roundRect">
            <a:avLst>
              <a:gd name="adj" fmla="val 21428"/>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ducativo:4446b3b2c0"/>
          <p:cNvSpPr txBox="1"/>
          <p:nvPr/>
        </p:nvSpPr>
        <p:spPr>
          <a:xfrm>
            <a:off x="952500" y="2105226"/>
            <a:ext cx="10816590" cy="560832"/>
          </a:xfrm>
          <a:prstGeom prst="rect">
            <a:avLst/>
          </a:prstGeom>
          <a:noFill/>
        </p:spPr>
        <p:txBody>
          <a:bodyPr wrap="square" lIns="0" rIns="0" tIns="0" bIns="0" anchor="t"/>
          <a:lstStyle/>
          <a:p>
            <a:pPr algn="l">
              <a:lnSpc>
                <a:spcPts val="2208"/>
              </a:lnSpc>
              <a:spcBef>
                <a:spcPts val="0"/>
              </a:spcBef>
              <a:spcAft>
                <a:spcPts val="0"/>
              </a:spcAft>
            </a:pPr>
            <a:r>
              <a:rPr sz="1600" b="0" i="0">
                <a:solidFill>
                  <a:srgbClr val="1F2937"/>
                </a:solidFill>
                <a:latin typeface="Calibri"/>
              </a:rPr>
              <a:t>La evaluación es una</a:t>
            </a:r>
            <a:r>
              <a:rPr sz="1600" b="1" i="0">
                <a:solidFill>
                  <a:srgbClr val="1F2937"/>
                </a:solidFill>
                <a:latin typeface="Calibri"/>
              </a:rPr>
              <a:t> validación de laboratorio</a:t>
            </a:r>
            <a:r>
              <a:rPr sz="1600" b="0" i="0">
                <a:solidFill>
                  <a:srgbClr val="1F2937"/>
                </a:solidFill>
                <a:latin typeface="Calibri"/>
              </a:rPr>
              <a:t> [25, pp. 30–31]: escenarios controlados, sin sujetos; las métricas de la hipótesis</a:t>
            </a:r>
            <a:br/>
            <a:r>
              <a:rPr sz="1600" b="0" i="0">
                <a:solidFill>
                  <a:srgbClr val="1F2937"/>
                </a:solidFill>
                <a:latin typeface="Calibri"/>
              </a:rPr>
              <a:t>son la cobertura y la exactitud (§ 2.1.1).</a:t>
            </a:r>
          </a:p>
        </p:txBody>
      </p:sp>
      <p:sp>
        <p:nvSpPr>
          <p:cNvPr id="10" name="!!r-educativo:626337fb14"/>
          <p:cNvSpPr/>
          <p:nvPr/>
        </p:nvSpPr>
        <p:spPr>
          <a:xfrm>
            <a:off x="685800" y="2215769"/>
            <a:ext cx="88900" cy="88900"/>
          </a:xfrm>
          <a:prstGeom prst="roundRect">
            <a:avLst>
              <a:gd name="adj" fmla="val 21428"/>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ducativo:1cfb678a0c"/>
          <p:cNvSpPr txBox="1"/>
          <p:nvPr/>
        </p:nvSpPr>
        <p:spPr>
          <a:xfrm>
            <a:off x="952500" y="2780358"/>
            <a:ext cx="10816590" cy="560832"/>
          </a:xfrm>
          <a:prstGeom prst="rect">
            <a:avLst/>
          </a:prstGeom>
          <a:noFill/>
        </p:spPr>
        <p:txBody>
          <a:bodyPr wrap="square" lIns="0" rIns="0" tIns="0" bIns="0" anchor="t"/>
          <a:lstStyle/>
          <a:p>
            <a:pPr algn="l">
              <a:lnSpc>
                <a:spcPts val="2208"/>
              </a:lnSpc>
              <a:spcBef>
                <a:spcPts val="0"/>
              </a:spcBef>
              <a:spcAft>
                <a:spcPts val="0"/>
              </a:spcAft>
            </a:pPr>
            <a:r>
              <a:rPr sz="1600" b="0" i="0">
                <a:solidFill>
                  <a:srgbClr val="1F2937"/>
                </a:solidFill>
                <a:latin typeface="Calibri"/>
              </a:rPr>
              <a:t>La tesis</a:t>
            </a:r>
            <a:r>
              <a:rPr sz="1600" b="1" i="0">
                <a:solidFill>
                  <a:srgbClr val="1F2937"/>
                </a:solidFill>
                <a:latin typeface="Calibri"/>
              </a:rPr>
              <a:t> no afirma</a:t>
            </a:r>
            <a:r>
              <a:rPr sz="1600" b="0" i="0">
                <a:solidFill>
                  <a:srgbClr val="1F2937"/>
                </a:solidFill>
                <a:latin typeface="Calibri"/>
              </a:rPr>
              <a:t> que el estudiante aprenda o comprenda mejor: las fuentes que lo reportan evaluaron otras herramientas, y</a:t>
            </a:r>
            <a:br/>
            <a:r>
              <a:rPr sz="1600" b="0" i="0">
                <a:solidFill>
                  <a:srgbClr val="1F2937"/>
                </a:solidFill>
                <a:latin typeface="Calibri"/>
              </a:rPr>
              <a:t>los cuatro principios describen propiedades del software (§ 1.2).</a:t>
            </a:r>
          </a:p>
        </p:txBody>
      </p:sp>
      <p:sp>
        <p:nvSpPr>
          <p:cNvPr id="12" name="!!r-educativo:28a363db33"/>
          <p:cNvSpPr/>
          <p:nvPr/>
        </p:nvSpPr>
        <p:spPr>
          <a:xfrm>
            <a:off x="685800" y="2890838"/>
            <a:ext cx="88900" cy="88900"/>
          </a:xfrm>
          <a:prstGeom prst="roundRect">
            <a:avLst>
              <a:gd name="adj" fmla="val 21428"/>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ducativo:1f4f06738b"/>
          <p:cNvSpPr txBox="1"/>
          <p:nvPr/>
        </p:nvSpPr>
        <p:spPr>
          <a:xfrm>
            <a:off x="952500" y="3455426"/>
            <a:ext cx="10816590" cy="280416"/>
          </a:xfrm>
          <a:prstGeom prst="rect">
            <a:avLst/>
          </a:prstGeom>
          <a:noFill/>
        </p:spPr>
        <p:txBody>
          <a:bodyPr wrap="square" lIns="0" rIns="0" tIns="0" bIns="0" anchor="t"/>
          <a:lstStyle/>
          <a:p>
            <a:pPr algn="l">
              <a:lnSpc>
                <a:spcPts val="2208"/>
              </a:lnSpc>
              <a:spcBef>
                <a:spcPts val="0"/>
              </a:spcBef>
              <a:spcAft>
                <a:spcPts val="0"/>
              </a:spcAft>
            </a:pPr>
            <a:r>
              <a:rPr sz="1600" b="0" i="0">
                <a:solidFill>
                  <a:srgbClr val="1F2937"/>
                </a:solidFill>
                <a:latin typeface="Calibri"/>
              </a:rPr>
              <a:t>El uso de la herramienta en el aula queda para</a:t>
            </a:r>
            <a:r>
              <a:rPr sz="1600" b="1" i="0">
                <a:solidFill>
                  <a:srgbClr val="1F2937"/>
                </a:solidFill>
                <a:latin typeface="Calibri"/>
              </a:rPr>
              <a:t> una investigación educativa distinta</a:t>
            </a:r>
            <a:r>
              <a:rPr sz="1600" b="0" i="0">
                <a:solidFill>
                  <a:srgbClr val="1F2937"/>
                </a:solidFill>
                <a:latin typeface="Calibri"/>
              </a:rPr>
              <a:t>, como dicen las recomendaciones.</a:t>
            </a:r>
          </a:p>
        </p:txBody>
      </p:sp>
      <p:sp>
        <p:nvSpPr>
          <p:cNvPr id="14" name="!!r-educativo:70559a8ade"/>
          <p:cNvSpPr/>
          <p:nvPr/>
        </p:nvSpPr>
        <p:spPr>
          <a:xfrm>
            <a:off x="685800" y="3565906"/>
            <a:ext cx="88900" cy="88900"/>
          </a:xfrm>
          <a:prstGeom prst="roundRect">
            <a:avLst>
              <a:gd name="adj" fmla="val 21428"/>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ie-izq"/>
          <p:cNvSpPr txBox="1"/>
          <p:nvPr/>
        </p:nvSpPr>
        <p:spPr>
          <a:xfrm>
            <a:off x="565150" y="6535420"/>
            <a:ext cx="423068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8" name="!!pie-cen"/>
          <p:cNvSpPr txBox="1"/>
          <p:nvPr/>
        </p:nvSpPr>
        <p:spPr>
          <a:xfrm>
            <a:off x="4685220" y="6535420"/>
            <a:ext cx="2821559"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 1.2 · § 2.1.1 · Recomendaciones</a:t>
            </a:r>
          </a:p>
        </p:txBody>
      </p:sp>
      <p:sp>
        <p:nvSpPr>
          <p:cNvPr id="19" name="!!pie-der"/>
          <p:cNvSpPr txBox="1"/>
          <p:nvPr/>
        </p:nvSpPr>
        <p:spPr>
          <a:xfrm>
            <a:off x="7396162" y="6535420"/>
            <a:ext cx="423068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20"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slow">
    <p:circle/>
  </p:transition>
</p:sld>
</file>

<file path=ppt/slides/slide3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Deformación plana: qué la verifica hoy</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deformacion-plana:ed4afacaff"/>
          <p:cNvSpPr/>
          <p:nvPr/>
        </p:nvSpPr>
        <p:spPr>
          <a:xfrm>
            <a:off x="635000" y="1435100"/>
            <a:ext cx="5704713"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deformacion-plana:ed4afacaff·2"/>
          <p:cNvSpPr/>
          <p:nvPr/>
        </p:nvSpPr>
        <p:spPr>
          <a:xfrm>
            <a:off x="635000" y="1784350"/>
            <a:ext cx="5704713"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deformacion-plana:3378384af9"/>
          <p:cNvSpPr txBox="1"/>
          <p:nvPr/>
        </p:nvSpPr>
        <p:spPr>
          <a:xfrm>
            <a:off x="749300" y="1528912"/>
            <a:ext cx="5585587"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Configuración (tasas N = 16 → 32, Tabla D.3)</a:t>
            </a:r>
          </a:p>
        </p:txBody>
      </p:sp>
      <p:sp>
        <p:nvSpPr>
          <p:cNvPr id="10" name="!!r-deformacion-plana:0356f3b411"/>
          <p:cNvSpPr/>
          <p:nvPr/>
        </p:nvSpPr>
        <p:spPr>
          <a:xfrm>
            <a:off x="6339713" y="1435100"/>
            <a:ext cx="130422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deformacion-plana:0356f3b411·2"/>
          <p:cNvSpPr/>
          <p:nvPr/>
        </p:nvSpPr>
        <p:spPr>
          <a:xfrm>
            <a:off x="6339713" y="1784350"/>
            <a:ext cx="130422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deformacion-plana:16e2f97057"/>
          <p:cNvSpPr txBox="1"/>
          <p:nvPr/>
        </p:nvSpPr>
        <p:spPr>
          <a:xfrm>
            <a:off x="6403213" y="1528912"/>
            <a:ext cx="1126426"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Q4 L²</a:t>
            </a:r>
          </a:p>
        </p:txBody>
      </p:sp>
      <p:sp>
        <p:nvSpPr>
          <p:cNvPr id="13" name="!!r-deformacion-plana:6a078767e4"/>
          <p:cNvSpPr/>
          <p:nvPr/>
        </p:nvSpPr>
        <p:spPr>
          <a:xfrm>
            <a:off x="7643940" y="1435100"/>
            <a:ext cx="130422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deformacion-plana:6a078767e4·2"/>
          <p:cNvSpPr/>
          <p:nvPr/>
        </p:nvSpPr>
        <p:spPr>
          <a:xfrm>
            <a:off x="7643940" y="1784350"/>
            <a:ext cx="130422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deformacion-plana:49be168979"/>
          <p:cNvSpPr txBox="1"/>
          <p:nvPr/>
        </p:nvSpPr>
        <p:spPr>
          <a:xfrm>
            <a:off x="7707440" y="1528912"/>
            <a:ext cx="1126426"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Q4 H¹</a:t>
            </a:r>
          </a:p>
        </p:txBody>
      </p:sp>
      <p:sp>
        <p:nvSpPr>
          <p:cNvPr id="16" name="!!r-deformacion-plana:609b9a2f30"/>
          <p:cNvSpPr/>
          <p:nvPr/>
        </p:nvSpPr>
        <p:spPr>
          <a:xfrm>
            <a:off x="8948166" y="1435100"/>
            <a:ext cx="130422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deformacion-plana:609b9a2f30·2"/>
          <p:cNvSpPr/>
          <p:nvPr/>
        </p:nvSpPr>
        <p:spPr>
          <a:xfrm>
            <a:off x="8948166" y="1784350"/>
            <a:ext cx="130422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deformacion-plana:4dc6484e0e"/>
          <p:cNvSpPr txBox="1"/>
          <p:nvPr/>
        </p:nvSpPr>
        <p:spPr>
          <a:xfrm>
            <a:off x="9011666" y="1528912"/>
            <a:ext cx="1126426"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Q9 L²</a:t>
            </a:r>
          </a:p>
        </p:txBody>
      </p:sp>
      <p:sp>
        <p:nvSpPr>
          <p:cNvPr id="19" name="!!r-deformacion-plana:87038403d9"/>
          <p:cNvSpPr/>
          <p:nvPr/>
        </p:nvSpPr>
        <p:spPr>
          <a:xfrm>
            <a:off x="10252392" y="1435100"/>
            <a:ext cx="1304608"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deformacion-plana:87038403d9·2"/>
          <p:cNvSpPr/>
          <p:nvPr/>
        </p:nvSpPr>
        <p:spPr>
          <a:xfrm>
            <a:off x="10252392" y="1784350"/>
            <a:ext cx="1304608"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deformacion-plana:94ea2b355b"/>
          <p:cNvSpPr txBox="1"/>
          <p:nvPr/>
        </p:nvSpPr>
        <p:spPr>
          <a:xfrm>
            <a:off x="10315892" y="1528912"/>
            <a:ext cx="1126808"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Q9 H¹</a:t>
            </a:r>
          </a:p>
        </p:txBody>
      </p:sp>
      <p:sp>
        <p:nvSpPr>
          <p:cNvPr id="22" name="!!r-deformacion-plana:af5d4120fd"/>
          <p:cNvSpPr/>
          <p:nvPr/>
        </p:nvSpPr>
        <p:spPr>
          <a:xfrm>
            <a:off x="635000" y="1803400"/>
            <a:ext cx="5704713"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deformacion-plana:af5d4120fd·2"/>
          <p:cNvSpPr/>
          <p:nvPr/>
        </p:nvSpPr>
        <p:spPr>
          <a:xfrm>
            <a:off x="635000" y="2219325"/>
            <a:ext cx="570471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deformacion-plana:82507088b1"/>
          <p:cNvSpPr txBox="1"/>
          <p:nvPr/>
        </p:nvSpPr>
        <p:spPr>
          <a:xfrm>
            <a:off x="749300" y="1895475"/>
            <a:ext cx="5585587" cy="238125"/>
          </a:xfrm>
          <a:prstGeom prst="rect">
            <a:avLst/>
          </a:prstGeom>
          <a:noFill/>
        </p:spPr>
        <p:txBody>
          <a:bodyPr wrap="square" lIns="0" rIns="0" tIns="0" bIns="0" anchor="t"/>
          <a:lstStyle/>
          <a:p>
            <a:pPr algn="l">
              <a:lnSpc>
                <a:spcPts val="1875"/>
              </a:lnSpc>
              <a:spcBef>
                <a:spcPts val="0"/>
              </a:spcBef>
              <a:spcAft>
                <a:spcPts val="0"/>
              </a:spcAft>
            </a:pPr>
            <a:r>
              <a:rPr sz="1500" b="0" i="0">
                <a:solidFill>
                  <a:srgbClr val="1F2937"/>
                </a:solidFill>
                <a:latin typeface="Calibri"/>
              </a:rPr>
              <a:t>Cuadrado · tensión plana</a:t>
            </a:r>
          </a:p>
        </p:txBody>
      </p:sp>
      <p:sp>
        <p:nvSpPr>
          <p:cNvPr id="25" name="!!r-deformacion-plana:82318f7c43"/>
          <p:cNvSpPr/>
          <p:nvPr/>
        </p:nvSpPr>
        <p:spPr>
          <a:xfrm>
            <a:off x="6339713" y="1803400"/>
            <a:ext cx="1304226"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deformacion-plana:82318f7c43·2"/>
          <p:cNvSpPr/>
          <p:nvPr/>
        </p:nvSpPr>
        <p:spPr>
          <a:xfrm>
            <a:off x="6339713" y="2219325"/>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deformacion-plana:ef04c23a00"/>
          <p:cNvSpPr txBox="1"/>
          <p:nvPr/>
        </p:nvSpPr>
        <p:spPr>
          <a:xfrm>
            <a:off x="6403213" y="1895475"/>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1,997</a:t>
            </a:r>
          </a:p>
        </p:txBody>
      </p:sp>
      <p:sp>
        <p:nvSpPr>
          <p:cNvPr id="28" name="!!r-deformacion-plana:c03d311651"/>
          <p:cNvSpPr/>
          <p:nvPr/>
        </p:nvSpPr>
        <p:spPr>
          <a:xfrm>
            <a:off x="7643940" y="1803400"/>
            <a:ext cx="1304226"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deformacion-plana:c03d311651·2"/>
          <p:cNvSpPr/>
          <p:nvPr/>
        </p:nvSpPr>
        <p:spPr>
          <a:xfrm>
            <a:off x="7643940" y="2219325"/>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deformacion-plana:88a80bd4ca"/>
          <p:cNvSpPr txBox="1"/>
          <p:nvPr/>
        </p:nvSpPr>
        <p:spPr>
          <a:xfrm>
            <a:off x="7707440" y="1895475"/>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1,001</a:t>
            </a:r>
          </a:p>
        </p:txBody>
      </p:sp>
      <p:sp>
        <p:nvSpPr>
          <p:cNvPr id="31" name="!!r-deformacion-plana:9c432472d4"/>
          <p:cNvSpPr/>
          <p:nvPr/>
        </p:nvSpPr>
        <p:spPr>
          <a:xfrm>
            <a:off x="8948166" y="1803400"/>
            <a:ext cx="1304226"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deformacion-plana:9c432472d4·2"/>
          <p:cNvSpPr/>
          <p:nvPr/>
        </p:nvSpPr>
        <p:spPr>
          <a:xfrm>
            <a:off x="8948166" y="2219325"/>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deformacion-plana:2bcc39d45f"/>
          <p:cNvSpPr txBox="1"/>
          <p:nvPr/>
        </p:nvSpPr>
        <p:spPr>
          <a:xfrm>
            <a:off x="9011666" y="1895475"/>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3,000</a:t>
            </a:r>
          </a:p>
        </p:txBody>
      </p:sp>
      <p:sp>
        <p:nvSpPr>
          <p:cNvPr id="34" name="!!r-deformacion-plana:9ff94ff575"/>
          <p:cNvSpPr/>
          <p:nvPr/>
        </p:nvSpPr>
        <p:spPr>
          <a:xfrm>
            <a:off x="10252392" y="1803400"/>
            <a:ext cx="1304608"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deformacion-plana:9ff94ff575·2"/>
          <p:cNvSpPr/>
          <p:nvPr/>
        </p:nvSpPr>
        <p:spPr>
          <a:xfrm>
            <a:off x="10252392" y="2219325"/>
            <a:ext cx="130460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deformacion-plana:d0e5756eac"/>
          <p:cNvSpPr txBox="1"/>
          <p:nvPr/>
        </p:nvSpPr>
        <p:spPr>
          <a:xfrm>
            <a:off x="10315892" y="1895475"/>
            <a:ext cx="1126808"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2,001</a:t>
            </a:r>
          </a:p>
        </p:txBody>
      </p:sp>
      <p:sp>
        <p:nvSpPr>
          <p:cNvPr id="37" name="!!r-deformacion-plana:12bdb2e010"/>
          <p:cNvSpPr/>
          <p:nvPr/>
        </p:nvSpPr>
        <p:spPr>
          <a:xfrm>
            <a:off x="635000" y="2225675"/>
            <a:ext cx="5704713"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deformacion-plana:12bdb2e010·2"/>
          <p:cNvSpPr/>
          <p:nvPr/>
        </p:nvSpPr>
        <p:spPr>
          <a:xfrm>
            <a:off x="635000" y="2641600"/>
            <a:ext cx="570471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deformacion-plana:d654967883"/>
          <p:cNvSpPr txBox="1"/>
          <p:nvPr/>
        </p:nvSpPr>
        <p:spPr>
          <a:xfrm>
            <a:off x="749300" y="2317750"/>
            <a:ext cx="5585587" cy="238125"/>
          </a:xfrm>
          <a:prstGeom prst="rect">
            <a:avLst/>
          </a:prstGeom>
          <a:noFill/>
        </p:spPr>
        <p:txBody>
          <a:bodyPr wrap="square" lIns="0" rIns="0" tIns="0" bIns="0" anchor="t"/>
          <a:lstStyle/>
          <a:p>
            <a:pPr algn="l">
              <a:lnSpc>
                <a:spcPts val="1875"/>
              </a:lnSpc>
              <a:spcBef>
                <a:spcPts val="0"/>
              </a:spcBef>
              <a:spcAft>
                <a:spcPts val="0"/>
              </a:spcAft>
            </a:pPr>
            <a:r>
              <a:rPr sz="1500" b="0" i="0">
                <a:solidFill>
                  <a:srgbClr val="1F2937"/>
                </a:solidFill>
                <a:latin typeface="Calibri"/>
              </a:rPr>
              <a:t>Distorsionado · tensión plana</a:t>
            </a:r>
          </a:p>
        </p:txBody>
      </p:sp>
      <p:sp>
        <p:nvSpPr>
          <p:cNvPr id="40" name="!!r-deformacion-plana:97993c7dc6"/>
          <p:cNvSpPr/>
          <p:nvPr/>
        </p:nvSpPr>
        <p:spPr>
          <a:xfrm>
            <a:off x="6339713" y="2225675"/>
            <a:ext cx="130422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deformacion-plana:97993c7dc6·2"/>
          <p:cNvSpPr/>
          <p:nvPr/>
        </p:nvSpPr>
        <p:spPr>
          <a:xfrm>
            <a:off x="6339713" y="2641600"/>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deformacion-plana:216e759909"/>
          <p:cNvSpPr txBox="1"/>
          <p:nvPr/>
        </p:nvSpPr>
        <p:spPr>
          <a:xfrm>
            <a:off x="6403213" y="2317750"/>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1,997</a:t>
            </a:r>
          </a:p>
        </p:txBody>
      </p:sp>
      <p:sp>
        <p:nvSpPr>
          <p:cNvPr id="43" name="!!r-deformacion-plana:2e9efa016e"/>
          <p:cNvSpPr/>
          <p:nvPr/>
        </p:nvSpPr>
        <p:spPr>
          <a:xfrm>
            <a:off x="7643940" y="2225675"/>
            <a:ext cx="130422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deformacion-plana:2e9efa016e·2"/>
          <p:cNvSpPr/>
          <p:nvPr/>
        </p:nvSpPr>
        <p:spPr>
          <a:xfrm>
            <a:off x="7643940" y="2641600"/>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deformacion-plana:37341561a1"/>
          <p:cNvSpPr txBox="1"/>
          <p:nvPr/>
        </p:nvSpPr>
        <p:spPr>
          <a:xfrm>
            <a:off x="7707440" y="2317750"/>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1,001</a:t>
            </a:r>
          </a:p>
        </p:txBody>
      </p:sp>
      <p:sp>
        <p:nvSpPr>
          <p:cNvPr id="46" name="!!r-deformacion-plana:f2a233a74e"/>
          <p:cNvSpPr/>
          <p:nvPr/>
        </p:nvSpPr>
        <p:spPr>
          <a:xfrm>
            <a:off x="8948166" y="2225675"/>
            <a:ext cx="130422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deformacion-plana:f2a233a74e·2"/>
          <p:cNvSpPr/>
          <p:nvPr/>
        </p:nvSpPr>
        <p:spPr>
          <a:xfrm>
            <a:off x="8948166" y="2641600"/>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deformacion-plana:72550e317a"/>
          <p:cNvSpPr txBox="1"/>
          <p:nvPr/>
        </p:nvSpPr>
        <p:spPr>
          <a:xfrm>
            <a:off x="9011666" y="2317750"/>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3,000</a:t>
            </a:r>
          </a:p>
        </p:txBody>
      </p:sp>
      <p:sp>
        <p:nvSpPr>
          <p:cNvPr id="49" name="!!r-deformacion-plana:27f78eee38"/>
          <p:cNvSpPr/>
          <p:nvPr/>
        </p:nvSpPr>
        <p:spPr>
          <a:xfrm>
            <a:off x="10252392" y="2225675"/>
            <a:ext cx="1304608"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deformacion-plana:27f78eee38·2"/>
          <p:cNvSpPr/>
          <p:nvPr/>
        </p:nvSpPr>
        <p:spPr>
          <a:xfrm>
            <a:off x="10252392" y="2641600"/>
            <a:ext cx="130460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deformacion-plana:55d461375f"/>
          <p:cNvSpPr txBox="1"/>
          <p:nvPr/>
        </p:nvSpPr>
        <p:spPr>
          <a:xfrm>
            <a:off x="10315892" y="2317750"/>
            <a:ext cx="1126808"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2,000</a:t>
            </a:r>
          </a:p>
        </p:txBody>
      </p:sp>
      <p:sp>
        <p:nvSpPr>
          <p:cNvPr id="52" name="!!r-deformacion-plana:3178585ff4"/>
          <p:cNvSpPr/>
          <p:nvPr/>
        </p:nvSpPr>
        <p:spPr>
          <a:xfrm>
            <a:off x="635000" y="2647950"/>
            <a:ext cx="5704713" cy="422275"/>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deformacion-plana:3178585ff4·2"/>
          <p:cNvSpPr/>
          <p:nvPr/>
        </p:nvSpPr>
        <p:spPr>
          <a:xfrm>
            <a:off x="635000" y="3063875"/>
            <a:ext cx="570471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deformacion-plana:fbe4ba85ca"/>
          <p:cNvSpPr txBox="1"/>
          <p:nvPr/>
        </p:nvSpPr>
        <p:spPr>
          <a:xfrm>
            <a:off x="749300" y="2740025"/>
            <a:ext cx="5585587" cy="238125"/>
          </a:xfrm>
          <a:prstGeom prst="rect">
            <a:avLst/>
          </a:prstGeom>
          <a:noFill/>
        </p:spPr>
        <p:txBody>
          <a:bodyPr wrap="square" lIns="0" rIns="0" tIns="0" bIns="0" anchor="t"/>
          <a:lstStyle/>
          <a:p>
            <a:pPr algn="l">
              <a:lnSpc>
                <a:spcPts val="1875"/>
              </a:lnSpc>
              <a:spcBef>
                <a:spcPts val="0"/>
              </a:spcBef>
              <a:spcAft>
                <a:spcPts val="0"/>
              </a:spcAft>
            </a:pPr>
            <a:r>
              <a:rPr sz="1500" b="0" i="0">
                <a:solidFill>
                  <a:srgbClr val="1F2937"/>
                </a:solidFill>
                <a:latin typeface="Calibri"/>
              </a:rPr>
              <a:t>Cuadrado · deformación plana</a:t>
            </a:r>
          </a:p>
        </p:txBody>
      </p:sp>
      <p:sp>
        <p:nvSpPr>
          <p:cNvPr id="55" name="!!r-deformacion-plana:be69a8cb11"/>
          <p:cNvSpPr/>
          <p:nvPr/>
        </p:nvSpPr>
        <p:spPr>
          <a:xfrm>
            <a:off x="6339713" y="2647950"/>
            <a:ext cx="1304226" cy="422275"/>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deformacion-plana:be69a8cb11·2"/>
          <p:cNvSpPr/>
          <p:nvPr/>
        </p:nvSpPr>
        <p:spPr>
          <a:xfrm>
            <a:off x="6339713" y="3063875"/>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deformacion-plana:1481e48b34"/>
          <p:cNvSpPr txBox="1"/>
          <p:nvPr/>
        </p:nvSpPr>
        <p:spPr>
          <a:xfrm>
            <a:off x="6403213" y="2740025"/>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1,997</a:t>
            </a:r>
          </a:p>
        </p:txBody>
      </p:sp>
      <p:sp>
        <p:nvSpPr>
          <p:cNvPr id="58" name="!!r-deformacion-plana:047e55f023"/>
          <p:cNvSpPr/>
          <p:nvPr/>
        </p:nvSpPr>
        <p:spPr>
          <a:xfrm>
            <a:off x="7643940" y="2647950"/>
            <a:ext cx="1304226" cy="422275"/>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deformacion-plana:047e55f023·2"/>
          <p:cNvSpPr/>
          <p:nvPr/>
        </p:nvSpPr>
        <p:spPr>
          <a:xfrm>
            <a:off x="7643940" y="3063875"/>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deformacion-plana:b7fc283e5f"/>
          <p:cNvSpPr txBox="1"/>
          <p:nvPr/>
        </p:nvSpPr>
        <p:spPr>
          <a:xfrm>
            <a:off x="7707440" y="2740025"/>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1,002</a:t>
            </a:r>
          </a:p>
        </p:txBody>
      </p:sp>
      <p:sp>
        <p:nvSpPr>
          <p:cNvPr id="61" name="!!r-deformacion-plana:38300addc4"/>
          <p:cNvSpPr/>
          <p:nvPr/>
        </p:nvSpPr>
        <p:spPr>
          <a:xfrm>
            <a:off x="8948166" y="2647950"/>
            <a:ext cx="1304226" cy="422275"/>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deformacion-plana:38300addc4·2"/>
          <p:cNvSpPr/>
          <p:nvPr/>
        </p:nvSpPr>
        <p:spPr>
          <a:xfrm>
            <a:off x="8948166" y="3063875"/>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deformacion-plana:0c9c077db5"/>
          <p:cNvSpPr txBox="1"/>
          <p:nvPr/>
        </p:nvSpPr>
        <p:spPr>
          <a:xfrm>
            <a:off x="9011666" y="2740025"/>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3,000</a:t>
            </a:r>
          </a:p>
        </p:txBody>
      </p:sp>
      <p:sp>
        <p:nvSpPr>
          <p:cNvPr id="64" name="!!r-deformacion-plana:8e0a586235"/>
          <p:cNvSpPr/>
          <p:nvPr/>
        </p:nvSpPr>
        <p:spPr>
          <a:xfrm>
            <a:off x="10252392" y="2647950"/>
            <a:ext cx="1304608" cy="422275"/>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deformacion-plana:8e0a586235·2"/>
          <p:cNvSpPr/>
          <p:nvPr/>
        </p:nvSpPr>
        <p:spPr>
          <a:xfrm>
            <a:off x="10252392" y="3063875"/>
            <a:ext cx="130460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deformacion-plana:9964a7be35"/>
          <p:cNvSpPr txBox="1"/>
          <p:nvPr/>
        </p:nvSpPr>
        <p:spPr>
          <a:xfrm>
            <a:off x="10315892" y="2740025"/>
            <a:ext cx="1126808"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2,001</a:t>
            </a:r>
          </a:p>
        </p:txBody>
      </p:sp>
      <p:sp>
        <p:nvSpPr>
          <p:cNvPr id="67" name="!!r-deformacion-plana:7950c1b044"/>
          <p:cNvSpPr/>
          <p:nvPr/>
        </p:nvSpPr>
        <p:spPr>
          <a:xfrm>
            <a:off x="635000" y="3070225"/>
            <a:ext cx="5704713"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deformacion-plana:7950c1b044·2"/>
          <p:cNvSpPr/>
          <p:nvPr/>
        </p:nvSpPr>
        <p:spPr>
          <a:xfrm>
            <a:off x="635000" y="3486150"/>
            <a:ext cx="570471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deformacion-plana:18188303f8"/>
          <p:cNvSpPr txBox="1"/>
          <p:nvPr/>
        </p:nvSpPr>
        <p:spPr>
          <a:xfrm>
            <a:off x="749300" y="3162300"/>
            <a:ext cx="5585587" cy="238125"/>
          </a:xfrm>
          <a:prstGeom prst="rect">
            <a:avLst/>
          </a:prstGeom>
          <a:noFill/>
        </p:spPr>
        <p:txBody>
          <a:bodyPr wrap="square" lIns="0" rIns="0" tIns="0" bIns="0" anchor="t"/>
          <a:lstStyle/>
          <a:p>
            <a:pPr algn="l">
              <a:lnSpc>
                <a:spcPts val="1875"/>
              </a:lnSpc>
              <a:spcBef>
                <a:spcPts val="0"/>
              </a:spcBef>
              <a:spcAft>
                <a:spcPts val="0"/>
              </a:spcAft>
            </a:pPr>
            <a:r>
              <a:rPr sz="1500" b="0" i="0">
                <a:solidFill>
                  <a:srgbClr val="1F2937"/>
                </a:solidFill>
                <a:latin typeface="Calibri"/>
              </a:rPr>
              <a:t>Distorsionado · deformación plana</a:t>
            </a:r>
          </a:p>
        </p:txBody>
      </p:sp>
      <p:sp>
        <p:nvSpPr>
          <p:cNvPr id="70" name="!!r-deformacion-plana:be91477a41"/>
          <p:cNvSpPr/>
          <p:nvPr/>
        </p:nvSpPr>
        <p:spPr>
          <a:xfrm>
            <a:off x="6339713" y="3070225"/>
            <a:ext cx="130422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deformacion-plana:be91477a41·2"/>
          <p:cNvSpPr/>
          <p:nvPr/>
        </p:nvSpPr>
        <p:spPr>
          <a:xfrm>
            <a:off x="6339713" y="3486150"/>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deformacion-plana:3c05d5f521"/>
          <p:cNvSpPr txBox="1"/>
          <p:nvPr/>
        </p:nvSpPr>
        <p:spPr>
          <a:xfrm>
            <a:off x="6403213" y="3162300"/>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1,997</a:t>
            </a:r>
          </a:p>
        </p:txBody>
      </p:sp>
      <p:sp>
        <p:nvSpPr>
          <p:cNvPr id="73" name="!!r-deformacion-plana:648a261b6f"/>
          <p:cNvSpPr/>
          <p:nvPr/>
        </p:nvSpPr>
        <p:spPr>
          <a:xfrm>
            <a:off x="7643940" y="3070225"/>
            <a:ext cx="130422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deformacion-plana:648a261b6f·2"/>
          <p:cNvSpPr/>
          <p:nvPr/>
        </p:nvSpPr>
        <p:spPr>
          <a:xfrm>
            <a:off x="7643940" y="3486150"/>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deformacion-plana:41bf4d7193"/>
          <p:cNvSpPr txBox="1"/>
          <p:nvPr/>
        </p:nvSpPr>
        <p:spPr>
          <a:xfrm>
            <a:off x="7707440" y="3162300"/>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1,001</a:t>
            </a:r>
          </a:p>
        </p:txBody>
      </p:sp>
      <p:sp>
        <p:nvSpPr>
          <p:cNvPr id="76" name="!!r-deformacion-plana:fdc9f036a9"/>
          <p:cNvSpPr/>
          <p:nvPr/>
        </p:nvSpPr>
        <p:spPr>
          <a:xfrm>
            <a:off x="8948166" y="3070225"/>
            <a:ext cx="130422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deformacion-plana:fdc9f036a9·2"/>
          <p:cNvSpPr/>
          <p:nvPr/>
        </p:nvSpPr>
        <p:spPr>
          <a:xfrm>
            <a:off x="8948166" y="3486150"/>
            <a:ext cx="130422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deformacion-plana:e9c9fb1eda"/>
          <p:cNvSpPr txBox="1"/>
          <p:nvPr/>
        </p:nvSpPr>
        <p:spPr>
          <a:xfrm>
            <a:off x="9011666" y="3162300"/>
            <a:ext cx="1126426"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3,000</a:t>
            </a:r>
          </a:p>
        </p:txBody>
      </p:sp>
      <p:sp>
        <p:nvSpPr>
          <p:cNvPr id="79" name="!!r-deformacion-plana:036c8aeba7"/>
          <p:cNvSpPr/>
          <p:nvPr/>
        </p:nvSpPr>
        <p:spPr>
          <a:xfrm>
            <a:off x="10252392" y="3070225"/>
            <a:ext cx="1304608"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deformacion-plana:036c8aeba7·2"/>
          <p:cNvSpPr/>
          <p:nvPr/>
        </p:nvSpPr>
        <p:spPr>
          <a:xfrm>
            <a:off x="10252392" y="3486150"/>
            <a:ext cx="130460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deformacion-plana:74e4662bf0"/>
          <p:cNvSpPr txBox="1"/>
          <p:nvPr/>
        </p:nvSpPr>
        <p:spPr>
          <a:xfrm>
            <a:off x="10315892" y="3162300"/>
            <a:ext cx="1126808"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2,001</a:t>
            </a:r>
          </a:p>
        </p:txBody>
      </p:sp>
      <p:sp>
        <p:nvSpPr>
          <p:cNvPr id="82" name="!!r-deformacion-plana:06952696ec"/>
          <p:cNvSpPr/>
          <p:nvPr/>
        </p:nvSpPr>
        <p:spPr>
          <a:xfrm>
            <a:off x="638175" y="3673475"/>
            <a:ext cx="3541141" cy="2001647"/>
          </a:xfrm>
          <a:prstGeom prst="roundRect">
            <a:avLst>
              <a:gd name="adj" fmla="val 3648"/>
            </a:avLst>
          </a:prstGeom>
          <a:solidFill>
            <a:srgbClr val="F6F8FC"/>
          </a:solidFill>
          <a:ln w="6350">
            <a:solidFill>
              <a:srgbClr val="B7DC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deformacion-plana:e9490fdafe"/>
          <p:cNvSpPr txBox="1"/>
          <p:nvPr/>
        </p:nvSpPr>
        <p:spPr>
          <a:xfrm>
            <a:off x="857250" y="3873755"/>
            <a:ext cx="3165030"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198754"/>
                </a:solidFill>
                <a:latin typeface="Calibri"/>
              </a:rPr>
              <a:t>Lo que muestran estas filas</a:t>
            </a:r>
          </a:p>
        </p:txBody>
      </p:sp>
      <p:sp>
        <p:nvSpPr>
          <p:cNvPr id="84" name="!!r-deformacion-plana:8339dcab69"/>
          <p:cNvSpPr txBox="1"/>
          <p:nvPr/>
        </p:nvSpPr>
        <p:spPr>
          <a:xfrm>
            <a:off x="857250" y="4138009"/>
            <a:ext cx="3165030" cy="857250"/>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Las tasas teóricas también en deformación</a:t>
            </a:r>
            <a:br/>
            <a:r>
              <a:rPr sz="1250" b="0" i="0">
                <a:solidFill>
                  <a:srgbClr val="3F4A5A"/>
                </a:solidFill>
                <a:latin typeface="Calibri"/>
              </a:rPr>
              <a:t>plana y con elementos distorsionados: el</a:t>
            </a:r>
            <a:br/>
            <a:r>
              <a:rPr sz="1250" b="0" i="0">
                <a:solidFill>
                  <a:srgbClr val="3F4A5A"/>
                </a:solidFill>
                <a:latin typeface="Calibri"/>
              </a:rPr>
              <a:t>ensamblaje, la cuadratura, el mapeo y las</a:t>
            </a:r>
            <a:br/>
            <a:r>
              <a:rPr sz="1250" b="0" i="0">
                <a:solidFill>
                  <a:srgbClr val="3F4A5A"/>
                </a:solidFill>
                <a:latin typeface="Calibri"/>
              </a:rPr>
              <a:t>restricciones no degradan el orden.</a:t>
            </a:r>
          </a:p>
        </p:txBody>
      </p:sp>
      <p:sp>
        <p:nvSpPr>
          <p:cNvPr id="85" name="!!r-deformacion-plana:02ebb44f81"/>
          <p:cNvSpPr/>
          <p:nvPr/>
        </p:nvSpPr>
        <p:spPr>
          <a:xfrm>
            <a:off x="4325366" y="3673475"/>
            <a:ext cx="3541204" cy="2001647"/>
          </a:xfrm>
          <a:prstGeom prst="roundRect">
            <a:avLst>
              <a:gd name="adj" fmla="val 3648"/>
            </a:avLst>
          </a:prstGeom>
          <a:solidFill>
            <a:srgbClr val="F6F8FC"/>
          </a:solidFill>
          <a:ln w="6350">
            <a:solidFill>
              <a:srgbClr val="F3C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deformacion-plana:83ae2339c2"/>
          <p:cNvSpPr txBox="1"/>
          <p:nvPr/>
        </p:nvSpPr>
        <p:spPr>
          <a:xfrm>
            <a:off x="4544441" y="3873755"/>
            <a:ext cx="316515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E8741A"/>
                </a:solidFill>
                <a:latin typeface="Calibri"/>
              </a:rPr>
              <a:t>Lo que no alcanzan a ver</a:t>
            </a:r>
          </a:p>
        </p:txBody>
      </p:sp>
      <p:sp>
        <p:nvSpPr>
          <p:cNvPr id="87" name="!!r-deformacion-plana:d53291285b"/>
          <p:cNvSpPr txBox="1"/>
          <p:nvPr/>
        </p:nvSpPr>
        <p:spPr>
          <a:xfrm>
            <a:off x="4544441" y="4138009"/>
            <a:ext cx="3165158" cy="1285875"/>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El campo manufacturado tiene traza de la</a:t>
            </a:r>
            <a:br/>
            <a:r>
              <a:rPr sz="1250" b="0" i="0">
                <a:solidFill>
                  <a:srgbClr val="3F4A5A"/>
                </a:solidFill>
                <a:latin typeface="Calibri"/>
              </a:rPr>
              <a:t>deformación y distorsión angular nulas: solo</a:t>
            </a:r>
            <a:br/>
            <a:r>
              <a:rPr sz="1250" b="0" i="0">
                <a:solidFill>
                  <a:srgbClr val="3F4A5A"/>
                </a:solidFill>
                <a:latin typeface="Calibri"/>
              </a:rPr>
              <a:t>interviene D</a:t>
            </a:r>
            <a:r>
              <a:rPr sz="1250" b="0" i="0" baseline="-25000">
                <a:solidFill>
                  <a:srgbClr val="3F4A5A"/>
                </a:solidFill>
                <a:latin typeface="Calibri"/>
              </a:rPr>
              <a:t>11</a:t>
            </a:r>
            <a:r>
              <a:rPr sz="1250" b="0" i="0">
                <a:solidFill>
                  <a:srgbClr val="3F4A5A"/>
                </a:solidFill>
                <a:latin typeface="Calibri"/>
              </a:rPr>
              <a:t> − D</a:t>
            </a:r>
            <a:r>
              <a:rPr sz="1250" b="0" i="0" baseline="-25000">
                <a:solidFill>
                  <a:srgbClr val="3F4A5A"/>
                </a:solidFill>
                <a:latin typeface="Calibri"/>
              </a:rPr>
              <a:t>12</a:t>
            </a:r>
            <a:r>
              <a:rPr sz="1250" b="0" i="0">
                <a:solidFill>
                  <a:srgbClr val="3F4A5A"/>
                </a:solidFill>
                <a:latin typeface="Calibri"/>
              </a:rPr>
              <a:t>, que vale lo mismo en los</a:t>
            </a:r>
            <a:br/>
            <a:r>
              <a:rPr sz="1250" b="0" i="0">
                <a:solidFill>
                  <a:srgbClr val="3F4A5A"/>
                </a:solidFill>
                <a:latin typeface="Calibri"/>
              </a:rPr>
              <a:t>dos estados planos. Estas filas no distinguen la</a:t>
            </a:r>
            <a:br/>
            <a:r>
              <a:rPr sz="1250" b="0" i="0">
                <a:solidFill>
                  <a:srgbClr val="3F4A5A"/>
                </a:solidFill>
                <a:latin typeface="Calibri"/>
              </a:rPr>
              <a:t>D de deformación plana de la de tensión plana</a:t>
            </a:r>
            <a:br/>
            <a:r>
              <a:rPr sz="1250" b="0" i="0">
                <a:solidFill>
                  <a:srgbClr val="3F4A5A"/>
                </a:solidFill>
                <a:latin typeface="Calibri"/>
              </a:rPr>
              <a:t>(§ 3.2).</a:t>
            </a:r>
          </a:p>
        </p:txBody>
      </p:sp>
      <p:sp>
        <p:nvSpPr>
          <p:cNvPr id="88" name="!!r-deformacion-plana:751e3efcfd"/>
          <p:cNvSpPr/>
          <p:nvPr/>
        </p:nvSpPr>
        <p:spPr>
          <a:xfrm>
            <a:off x="8012620" y="3673475"/>
            <a:ext cx="3541204" cy="2001647"/>
          </a:xfrm>
          <a:prstGeom prst="roundRect">
            <a:avLst>
              <a:gd name="adj" fmla="val 3648"/>
            </a:avLst>
          </a:prstGeom>
          <a:solidFill>
            <a:srgbClr val="F6F8FC"/>
          </a:solidFill>
          <a:ln w="6350">
            <a:solidFill>
              <a:srgbClr val="B8D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deformacion-plana:6388c634c6"/>
          <p:cNvSpPr txBox="1"/>
          <p:nvPr/>
        </p:nvSpPr>
        <p:spPr>
          <a:xfrm>
            <a:off x="8231696" y="3873755"/>
            <a:ext cx="3165158"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3E5A86"/>
                </a:solidFill>
                <a:latin typeface="Calibri"/>
              </a:rPr>
              <a:t>Lo que sí acota esa D</a:t>
            </a:r>
          </a:p>
        </p:txBody>
      </p:sp>
      <p:sp>
        <p:nvSpPr>
          <p:cNvPr id="90" name="!!r-deformacion-plana:af8a2d4261"/>
          <p:cNvSpPr txBox="1"/>
          <p:nvPr/>
        </p:nvSpPr>
        <p:spPr>
          <a:xfrm>
            <a:off x="8231696" y="4138009"/>
            <a:ext cx="3165158" cy="1285875"/>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Una prueba de deformación uniaxial con</a:t>
            </a:r>
            <a:br/>
            <a:r>
              <a:rPr sz="1250" b="0" i="0">
                <a:solidFill>
                  <a:srgbClr val="3F4A5A"/>
                </a:solidFill>
                <a:latin typeface="Calibri"/>
              </a:rPr>
              <a:t>solución cerrada (Tabla D.1) acota, junto con el</a:t>
            </a:r>
            <a:br/>
            <a:r>
              <a:rPr sz="1250" b="0" i="0">
                <a:solidFill>
                  <a:srgbClr val="3F4A5A"/>
                </a:solidFill>
                <a:latin typeface="Calibri"/>
              </a:rPr>
              <a:t>MMS, D</a:t>
            </a:r>
            <a:r>
              <a:rPr sz="1250" b="0" i="0" baseline="-25000">
                <a:solidFill>
                  <a:srgbClr val="3F4A5A"/>
                </a:solidFill>
                <a:latin typeface="Calibri"/>
              </a:rPr>
              <a:t>11</a:t>
            </a:r>
            <a:r>
              <a:rPr sz="1250" b="0" i="0">
                <a:solidFill>
                  <a:srgbClr val="3F4A5A"/>
                </a:solidFill>
                <a:latin typeface="Calibri"/>
              </a:rPr>
              <a:t> y D</a:t>
            </a:r>
            <a:r>
              <a:rPr sz="1250" b="0" i="0" baseline="-25000">
                <a:solidFill>
                  <a:srgbClr val="3F4A5A"/>
                </a:solidFill>
                <a:latin typeface="Calibri"/>
              </a:rPr>
              <a:t>12</a:t>
            </a:r>
            <a:r>
              <a:rPr sz="1250" b="0" i="0">
                <a:solidFill>
                  <a:srgbClr val="3F4A5A"/>
                </a:solidFill>
                <a:latin typeface="Calibri"/>
              </a:rPr>
              <a:t>: falla si en deformación plana</a:t>
            </a:r>
            <a:br/>
            <a:r>
              <a:rPr sz="1250" b="0" i="0">
                <a:solidFill>
                  <a:srgbClr val="3F4A5A"/>
                </a:solidFill>
                <a:latin typeface="Calibri"/>
              </a:rPr>
              <a:t>se usa la matriz de tensión plana. D</a:t>
            </a:r>
            <a:r>
              <a:rPr sz="1250" b="0" i="0" baseline="-25000">
                <a:solidFill>
                  <a:srgbClr val="3F4A5A"/>
                </a:solidFill>
                <a:latin typeface="Calibri"/>
              </a:rPr>
              <a:t>33</a:t>
            </a:r>
            <a:r>
              <a:rPr sz="1250" b="0" i="0">
                <a:solidFill>
                  <a:srgbClr val="3F4A5A"/>
                </a:solidFill>
                <a:latin typeface="Calibri"/>
              </a:rPr>
              <a:t> no tiene</a:t>
            </a:r>
            <a:br/>
            <a:r>
              <a:rPr sz="1250" b="0" i="0">
                <a:solidFill>
                  <a:srgbClr val="3F4A5A"/>
                </a:solidFill>
                <a:latin typeface="Calibri"/>
              </a:rPr>
              <a:t>prueba propia, y falta un contraste externo:</a:t>
            </a:r>
            <a:br/>
            <a:r>
              <a:rPr sz="1250" b="0" i="0">
                <a:solidFill>
                  <a:srgbClr val="3F4A5A"/>
                </a:solidFill>
                <a:latin typeface="Calibri"/>
              </a:rPr>
              <a:t>queda como recomendación (§ 3.7.5).</a:t>
            </a:r>
          </a:p>
        </p:txBody>
      </p:sp>
      <p:sp>
        <p:nvSpPr>
          <p:cNvPr id="91"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ie-izq"/>
          <p:cNvSpPr txBox="1"/>
          <p:nvPr/>
        </p:nvSpPr>
        <p:spPr>
          <a:xfrm>
            <a:off x="565150" y="6535420"/>
            <a:ext cx="4676584"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94" name="!!pie-cen"/>
          <p:cNvSpPr txBox="1"/>
          <p:nvPr/>
        </p:nvSpPr>
        <p:spPr>
          <a:xfrm>
            <a:off x="5124640" y="6535420"/>
            <a:ext cx="1942719"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3.2 · § 3.7.5 · Tablas D.1 y D.3</a:t>
            </a:r>
          </a:p>
        </p:txBody>
      </p:sp>
      <p:sp>
        <p:nvSpPr>
          <p:cNvPr id="95" name="!!pie-der"/>
          <p:cNvSpPr txBox="1"/>
          <p:nvPr/>
        </p:nvSpPr>
        <p:spPr>
          <a:xfrm>
            <a:off x="6950266" y="6535420"/>
            <a:ext cx="4676584"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96"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slow">
    <p:circle/>
  </p:transition>
</p:sld>
</file>

<file path=ppt/slides/slide3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Viga de Timoshenko: apoyos, carga y equilibrio</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poyos:d7db15daf9"/>
          <p:cNvSpPr/>
          <p:nvPr/>
        </p:nvSpPr>
        <p:spPr>
          <a:xfrm>
            <a:off x="638175" y="1438275"/>
            <a:ext cx="5340350" cy="874712"/>
          </a:xfrm>
          <a:prstGeom prst="roundRect">
            <a:avLst>
              <a:gd name="adj" fmla="val 834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poyos:1a094ee0b5"/>
          <p:cNvSpPr txBox="1"/>
          <p:nvPr/>
        </p:nvSpPr>
        <p:spPr>
          <a:xfrm>
            <a:off x="857250" y="1638555"/>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Apoyos (en el eje neutro, y = 0)</a:t>
            </a:r>
          </a:p>
        </p:txBody>
      </p:sp>
      <p:sp>
        <p:nvSpPr>
          <p:cNvPr id="9" name="!!r-apoyos:2d4732b00a"/>
          <p:cNvSpPr txBox="1"/>
          <p:nvPr/>
        </p:nvSpPr>
        <p:spPr>
          <a:xfrm>
            <a:off x="857250" y="1902809"/>
            <a:ext cx="5000244"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Fijo en x = −7 m: restringe u y v · móvil en x = +7 m: restringe v.</a:t>
            </a:r>
          </a:p>
        </p:txBody>
      </p:sp>
      <p:sp>
        <p:nvSpPr>
          <p:cNvPr id="10" name="!!r-apoyos:c322cc1f15"/>
          <p:cNvSpPr/>
          <p:nvPr/>
        </p:nvSpPr>
        <p:spPr>
          <a:xfrm>
            <a:off x="638175" y="2586038"/>
            <a:ext cx="5340350" cy="1089025"/>
          </a:xfrm>
          <a:prstGeom prst="roundRect">
            <a:avLst>
              <a:gd name="adj" fmla="val 670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poyos:fec965bb1a"/>
          <p:cNvSpPr txBox="1"/>
          <p:nvPr/>
        </p:nvSpPr>
        <p:spPr>
          <a:xfrm>
            <a:off x="857250" y="2786318"/>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Carga</a:t>
            </a:r>
          </a:p>
        </p:txBody>
      </p:sp>
      <p:sp>
        <p:nvSpPr>
          <p:cNvPr id="12" name="!!r-apoyos:a46872f854"/>
          <p:cNvSpPr txBox="1"/>
          <p:nvPr/>
        </p:nvSpPr>
        <p:spPr>
          <a:xfrm>
            <a:off x="857250" y="3050572"/>
            <a:ext cx="5000244"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q = 5000 kgf/m como carga superficial sobre la arista superior, convertida</a:t>
            </a:r>
            <a:br/>
            <a:r>
              <a:rPr sz="1250" b="0" i="0">
                <a:solidFill>
                  <a:srgbClr val="3F4A5A"/>
                </a:solidFill>
                <a:latin typeface="Calibri"/>
              </a:rPr>
              <a:t>en fuerzas nodales equivalentes con la formulación de la § 1.10.</a:t>
            </a:r>
          </a:p>
        </p:txBody>
      </p:sp>
      <p:sp>
        <p:nvSpPr>
          <p:cNvPr id="13" name="!!r-apoyos:33456b4775"/>
          <p:cNvSpPr/>
          <p:nvPr/>
        </p:nvSpPr>
        <p:spPr>
          <a:xfrm>
            <a:off x="638175" y="3948112"/>
            <a:ext cx="5340350" cy="1116711"/>
          </a:xfrm>
          <a:prstGeom prst="roundRect">
            <a:avLst>
              <a:gd name="adj" fmla="val 6539"/>
            </a:avLst>
          </a:prstGeom>
          <a:solidFill>
            <a:srgbClr val="F6F8FC"/>
          </a:solidFill>
          <a:ln w="6350">
            <a:solidFill>
              <a:srgbClr val="B7DC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apoyos:cb775589d5"/>
          <p:cNvSpPr txBox="1"/>
          <p:nvPr/>
        </p:nvSpPr>
        <p:spPr>
          <a:xfrm>
            <a:off x="857250" y="4148393"/>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198754"/>
                </a:solidFill>
                <a:latin typeface="Calibri"/>
              </a:rPr>
              <a:t>Prueba de que la carga entró bien</a:t>
            </a:r>
          </a:p>
        </p:txBody>
      </p:sp>
      <p:sp>
        <p:nvSpPr>
          <p:cNvPr id="15" name="!!r-apoyos:6f72e7ec98"/>
          <p:cNvSpPr txBox="1"/>
          <p:nvPr/>
        </p:nvSpPr>
        <p:spPr>
          <a:xfrm>
            <a:off x="857250" y="4412647"/>
            <a:ext cx="5000244"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ΣR</a:t>
            </a:r>
            <a:r>
              <a:rPr sz="1250" b="0" i="0" baseline="-25000">
                <a:solidFill>
                  <a:srgbClr val="3F4A5A"/>
                </a:solidFill>
                <a:latin typeface="Calibri"/>
              </a:rPr>
              <a:t>y</a:t>
            </a:r>
            <a:r>
              <a:rPr sz="1250" b="0" i="0">
                <a:solidFill>
                  <a:srgbClr val="3F4A5A"/>
                </a:solidFill>
                <a:latin typeface="Calibri"/>
              </a:rPr>
              <a:t> = qL = 70 000 kgf con residuo relativo</a:t>
            </a:r>
            <a:r>
              <a:rPr sz="1250" b="1" i="0">
                <a:solidFill>
                  <a:srgbClr val="3F4A5A"/>
                </a:solidFill>
                <a:latin typeface="Calibri"/>
              </a:rPr>
              <a:t> 1,7 × 10⁻¹³</a:t>
            </a:r>
            <a:r>
              <a:rPr sz="1250" b="0" i="0">
                <a:solidFill>
                  <a:srgbClr val="3F4A5A"/>
                </a:solidFill>
                <a:latin typeface="Calibri"/>
              </a:rPr>
              <a:t>; ΣR</a:t>
            </a:r>
            <a:r>
              <a:rPr sz="1250" b="0" i="0" baseline="-25000">
                <a:solidFill>
                  <a:srgbClr val="3F4A5A"/>
                </a:solidFill>
                <a:latin typeface="Calibri"/>
              </a:rPr>
              <a:t>x</a:t>
            </a:r>
            <a:r>
              <a:rPr sz="1250" b="0" i="0">
                <a:solidFill>
                  <a:srgbClr val="3F4A5A"/>
                </a:solidFill>
                <a:latin typeface="Calibri"/>
              </a:rPr>
              <a:t> no pasa de 4 ×</a:t>
            </a:r>
            <a:br/>
            <a:r>
              <a:rPr sz="1250" b="0" i="0">
                <a:solidFill>
                  <a:srgbClr val="3F4A5A"/>
                </a:solidFill>
                <a:latin typeface="Calibri"/>
              </a:rPr>
              <a:t>10⁻¹² veces la carga: orden del redondeo.</a:t>
            </a:r>
          </a:p>
        </p:txBody>
      </p:sp>
      <p:sp>
        <p:nvSpPr>
          <p:cNvPr id="16" name="!!r-apoyos:b9ab721886"/>
          <p:cNvSpPr/>
          <p:nvPr/>
        </p:nvSpPr>
        <p:spPr>
          <a:xfrm>
            <a:off x="6213475" y="1438275"/>
            <a:ext cx="5340350" cy="1101725"/>
          </a:xfrm>
          <a:prstGeom prst="roundRect">
            <a:avLst>
              <a:gd name="adj" fmla="val 6628"/>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apoyos:cf3964921e"/>
          <p:cNvSpPr txBox="1"/>
          <p:nvPr/>
        </p:nvSpPr>
        <p:spPr>
          <a:xfrm>
            <a:off x="6432550" y="1638555"/>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Malla y material</a:t>
            </a:r>
          </a:p>
        </p:txBody>
      </p:sp>
      <p:sp>
        <p:nvSpPr>
          <p:cNvPr id="18" name="!!r-apoyos:5227d43535"/>
          <p:cNvSpPr txBox="1"/>
          <p:nvPr/>
        </p:nvSpPr>
        <p:spPr>
          <a:xfrm>
            <a:off x="6432550" y="1902809"/>
            <a:ext cx="5000244"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Q9 56 × 8 (448 elementos, 1921 nodos, 3842 GDL) · E = 217 370 kgf/cm²,</a:t>
            </a:r>
            <a:r>
              <a:rPr sz="1250" b="0" i="1">
                <a:solidFill>
                  <a:srgbClr val="3F4A5A"/>
                </a:solidFill>
                <a:latin typeface="Calibri"/>
              </a:rPr>
              <a:t> ν</a:t>
            </a:r>
            <a:br/>
            <a:r>
              <a:rPr sz="1250" b="0" i="0">
                <a:solidFill>
                  <a:srgbClr val="3F4A5A"/>
                </a:solidFill>
                <a:latin typeface="Calibri"/>
              </a:rPr>
              <a:t>= 0,20 · b = 0,40 m · elástico lineal, sin fisuración.</a:t>
            </a:r>
          </a:p>
        </p:txBody>
      </p:sp>
      <p:sp>
        <p:nvSpPr>
          <p:cNvPr id="19" name="!!r-apoyos:db08526aab"/>
          <p:cNvSpPr/>
          <p:nvPr/>
        </p:nvSpPr>
        <p:spPr>
          <a:xfrm>
            <a:off x="6213475" y="2813050"/>
            <a:ext cx="5340350" cy="1089025"/>
          </a:xfrm>
          <a:prstGeom prst="roundRect">
            <a:avLst>
              <a:gd name="adj" fmla="val 6705"/>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apoyos:318b5aea6f"/>
          <p:cNvSpPr txBox="1"/>
          <p:nvPr/>
        </p:nvSpPr>
        <p:spPr>
          <a:xfrm>
            <a:off x="6432550" y="3013330"/>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Puntos de control</a:t>
            </a:r>
          </a:p>
        </p:txBody>
      </p:sp>
      <p:sp>
        <p:nvSpPr>
          <p:cNvPr id="21" name="!!r-apoyos:7342cefb80"/>
          <p:cNvSpPr txBox="1"/>
          <p:nvPr/>
        </p:nvSpPr>
        <p:spPr>
          <a:xfrm>
            <a:off x="6432550" y="3277584"/>
            <a:ext cx="5000244"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A (0; 0,6), B (−4,5; −0,3), C (−3,5; −0,2) m: tracción y compresión, a distintas</a:t>
            </a:r>
            <a:br/>
            <a:r>
              <a:rPr sz="1250" b="0" i="0">
                <a:solidFill>
                  <a:srgbClr val="3F4A5A"/>
                </a:solidFill>
                <a:latin typeface="Calibri"/>
              </a:rPr>
              <a:t>alturas del peralte.</a:t>
            </a:r>
          </a:p>
        </p:txBody>
      </p:sp>
      <p:sp>
        <p:nvSpPr>
          <p:cNvPr id="22" name="!!r-apoyos:8913f162ff"/>
          <p:cNvSpPr/>
          <p:nvPr/>
        </p:nvSpPr>
        <p:spPr>
          <a:xfrm>
            <a:off x="6213475" y="4175125"/>
            <a:ext cx="5340350" cy="1303338"/>
          </a:xfrm>
          <a:prstGeom prst="roundRect">
            <a:avLst>
              <a:gd name="adj" fmla="val 560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apoyos:2216e794ec"/>
          <p:cNvSpPr txBox="1"/>
          <p:nvPr/>
        </p:nvSpPr>
        <p:spPr>
          <a:xfrm>
            <a:off x="6432550" y="4375405"/>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SAP2000</a:t>
            </a:r>
          </a:p>
        </p:txBody>
      </p:sp>
      <p:sp>
        <p:nvSpPr>
          <p:cNvPr id="24" name="!!r-apoyos:366cae09a2"/>
          <p:cNvSpPr txBox="1"/>
          <p:nvPr/>
        </p:nvSpPr>
        <p:spPr>
          <a:xfrm>
            <a:off x="6432550" y="4639659"/>
            <a:ext cx="5000244" cy="642938"/>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Cáscara (</a:t>
            </a:r>
            <a:r>
              <a:rPr sz="1250" b="0" i="1">
                <a:solidFill>
                  <a:srgbClr val="3F4A5A"/>
                </a:solidFill>
                <a:latin typeface="Calibri"/>
              </a:rPr>
              <a:t>shell</a:t>
            </a:r>
            <a:r>
              <a:rPr sz="1250" b="0" i="0">
                <a:solidFill>
                  <a:srgbClr val="3F4A5A"/>
                </a:solidFill>
                <a:latin typeface="Calibri"/>
              </a:rPr>
              <a:t>) cuya membrana es isoparamétrica con giro</a:t>
            </a:r>
            <a:r>
              <a:rPr sz="1250" b="0" i="1">
                <a:solidFill>
                  <a:srgbClr val="3F4A5A"/>
                </a:solidFill>
                <a:latin typeface="Calibri"/>
              </a:rPr>
              <a:t> drilling</a:t>
            </a:r>
            <a:r>
              <a:rPr sz="1250" b="0" i="0">
                <a:solidFill>
                  <a:srgbClr val="3F4A5A"/>
                </a:solidFill>
                <a:latin typeface="Calibri"/>
              </a:rPr>
              <a:t> [18, p.</a:t>
            </a:r>
            <a:br/>
            <a:r>
              <a:rPr sz="1250" b="0" i="0">
                <a:solidFill>
                  <a:srgbClr val="3F4A5A"/>
                </a:solidFill>
                <a:latin typeface="Calibri"/>
              </a:rPr>
              <a:t>179] (Anexo E): una segunda aproximación numérica, patrón de</a:t>
            </a:r>
            <a:br/>
            <a:r>
              <a:rPr sz="1250" b="0" i="0">
                <a:solidFill>
                  <a:srgbClr val="3F4A5A"/>
                </a:solidFill>
                <a:latin typeface="Calibri"/>
              </a:rPr>
              <a:t>comparación y no de exactitud.</a:t>
            </a:r>
          </a:p>
        </p:txBody>
      </p:sp>
      <p:sp>
        <p:nvSpPr>
          <p:cNvPr id="25"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ie-izq"/>
          <p:cNvSpPr txBox="1"/>
          <p:nvPr/>
        </p:nvSpPr>
        <p:spPr>
          <a:xfrm>
            <a:off x="565150" y="6535420"/>
            <a:ext cx="4656138"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8" name="!!pie-cen"/>
          <p:cNvSpPr txBox="1"/>
          <p:nvPr/>
        </p:nvSpPr>
        <p:spPr>
          <a:xfrm>
            <a:off x="5104638" y="6535420"/>
            <a:ext cx="198266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3.4 · Tablas 3.2 y 3.3 · Anexo E</a:t>
            </a:r>
          </a:p>
        </p:txBody>
      </p:sp>
      <p:sp>
        <p:nvSpPr>
          <p:cNvPr id="29" name="!!pie-der"/>
          <p:cNvSpPr txBox="1"/>
          <p:nvPr/>
        </p:nvSpPr>
        <p:spPr>
          <a:xfrm>
            <a:off x="6970586" y="6535420"/>
            <a:ext cx="4656264"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30"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slow">
    <p:circle/>
  </p:transition>
</p:sld>
</file>

<file path=ppt/slides/slide3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Mallas grandes: más de 33 000 GDL en menos de un segundo</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scalabilidad:fb5dfd89ac"/>
          <p:cNvSpPr/>
          <p:nvPr/>
        </p:nvSpPr>
        <p:spPr>
          <a:xfrm>
            <a:off x="638175" y="1438275"/>
            <a:ext cx="3541141" cy="975296"/>
          </a:xfrm>
          <a:prstGeom prst="roundRect">
            <a:avLst>
              <a:gd name="adj" fmla="val 1009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calabilidad:42aaf8a98a"/>
          <p:cNvSpPr txBox="1"/>
          <p:nvPr/>
        </p:nvSpPr>
        <p:spPr>
          <a:xfrm>
            <a:off x="793750" y="1948452"/>
            <a:ext cx="3294571" cy="124016"/>
          </a:xfrm>
          <a:prstGeom prst="rect">
            <a:avLst/>
          </a:prstGeom>
          <a:noFill/>
        </p:spPr>
        <p:txBody>
          <a:bodyPr wrap="square" lIns="0" rIns="0" tIns="0" bIns="0" anchor="t"/>
          <a:lstStyle/>
          <a:p>
            <a:pPr algn="l">
              <a:lnSpc>
                <a:spcPts val="976"/>
              </a:lnSpc>
              <a:spcBef>
                <a:spcPts val="0"/>
              </a:spcBef>
              <a:spcAft>
                <a:spcPts val="0"/>
              </a:spcAft>
            </a:pPr>
            <a:r>
              <a:rPr sz="1200" b="0" i="0">
                <a:solidFill>
                  <a:srgbClr val="3F4A5A"/>
                </a:solidFill>
                <a:latin typeface="Calibri"/>
              </a:rPr>
              <a:t>ensamblar y resolver 33 282 GDL (Cook, Q9)</a:t>
            </a:r>
          </a:p>
        </p:txBody>
      </p:sp>
      <p:sp>
        <p:nvSpPr>
          <p:cNvPr id="9" name="!!r-escalabilidad:75eb5df1e2"/>
          <p:cNvSpPr txBox="1"/>
          <p:nvPr/>
        </p:nvSpPr>
        <p:spPr>
          <a:xfrm>
            <a:off x="793750" y="1590650"/>
            <a:ext cx="3294571" cy="346710"/>
          </a:xfrm>
          <a:prstGeom prst="rect">
            <a:avLst/>
          </a:prstGeom>
          <a:noFill/>
        </p:spPr>
        <p:txBody>
          <a:bodyPr wrap="square" lIns="0" rIns="0" tIns="0" bIns="0" anchor="t"/>
          <a:lstStyle/>
          <a:p>
            <a:pPr algn="l">
              <a:lnSpc>
                <a:spcPts val="2730"/>
              </a:lnSpc>
              <a:spcBef>
                <a:spcPts val="0"/>
              </a:spcBef>
              <a:spcAft>
                <a:spcPts val="0"/>
              </a:spcAft>
            </a:pPr>
            <a:r>
              <a:rPr sz="2600" b="1" i="0">
                <a:solidFill>
                  <a:srgbClr val="E8741A"/>
                </a:solidFill>
                <a:latin typeface="Calibri"/>
              </a:rPr>
              <a:t>0,721 s</a:t>
            </a:r>
          </a:p>
        </p:txBody>
      </p:sp>
      <p:sp>
        <p:nvSpPr>
          <p:cNvPr id="10" name="!!r-escalabilidad:5a8046b68b"/>
          <p:cNvSpPr/>
          <p:nvPr/>
        </p:nvSpPr>
        <p:spPr>
          <a:xfrm>
            <a:off x="4325366" y="1438275"/>
            <a:ext cx="3541204" cy="975296"/>
          </a:xfrm>
          <a:prstGeom prst="roundRect">
            <a:avLst>
              <a:gd name="adj" fmla="val 1009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scalabilidad:1432141c86"/>
          <p:cNvSpPr txBox="1"/>
          <p:nvPr/>
        </p:nvSpPr>
        <p:spPr>
          <a:xfrm>
            <a:off x="4480941" y="1948452"/>
            <a:ext cx="3294698" cy="248031"/>
          </a:xfrm>
          <a:prstGeom prst="rect">
            <a:avLst/>
          </a:prstGeom>
          <a:noFill/>
        </p:spPr>
        <p:txBody>
          <a:bodyPr wrap="square" lIns="0" rIns="0" tIns="0" bIns="0" anchor="t"/>
          <a:lstStyle/>
          <a:p>
            <a:pPr algn="l">
              <a:lnSpc>
                <a:spcPts val="976"/>
              </a:lnSpc>
              <a:spcBef>
                <a:spcPts val="0"/>
              </a:spcBef>
              <a:spcAft>
                <a:spcPts val="0"/>
              </a:spcAft>
            </a:pPr>
            <a:r>
              <a:rPr sz="1200" b="0" i="0">
                <a:solidFill>
                  <a:srgbClr val="3F4A5A"/>
                </a:solidFill>
                <a:latin typeface="Calibri"/>
              </a:rPr>
              <a:t>la matriz de rigidez guardando solo sus valores no</a:t>
            </a:r>
            <a:br/>
            <a:r>
              <a:rPr sz="1200" b="0" i="0">
                <a:solidFill>
                  <a:srgbClr val="3F4A5A"/>
                </a:solidFill>
                <a:latin typeface="Calibri"/>
              </a:rPr>
              <a:t>nulos</a:t>
            </a:r>
          </a:p>
        </p:txBody>
      </p:sp>
      <p:sp>
        <p:nvSpPr>
          <p:cNvPr id="12" name="!!r-escalabilidad:3537040c11"/>
          <p:cNvSpPr txBox="1"/>
          <p:nvPr/>
        </p:nvSpPr>
        <p:spPr>
          <a:xfrm>
            <a:off x="4480941" y="1590650"/>
            <a:ext cx="3294698" cy="346710"/>
          </a:xfrm>
          <a:prstGeom prst="rect">
            <a:avLst/>
          </a:prstGeom>
          <a:noFill/>
        </p:spPr>
        <p:txBody>
          <a:bodyPr wrap="square" lIns="0" rIns="0" tIns="0" bIns="0" anchor="t"/>
          <a:lstStyle/>
          <a:p>
            <a:pPr algn="l">
              <a:lnSpc>
                <a:spcPts val="2730"/>
              </a:lnSpc>
              <a:spcBef>
                <a:spcPts val="0"/>
              </a:spcBef>
              <a:spcAft>
                <a:spcPts val="0"/>
              </a:spcAft>
            </a:pPr>
            <a:r>
              <a:rPr sz="2600" b="1" i="0">
                <a:solidFill>
                  <a:srgbClr val="E8741A"/>
                </a:solidFill>
                <a:latin typeface="Calibri"/>
              </a:rPr>
              <a:t>12,77 MB</a:t>
            </a:r>
          </a:p>
        </p:txBody>
      </p:sp>
      <p:sp>
        <p:nvSpPr>
          <p:cNvPr id="13" name="!!r-escalabilidad:58ee3e1ef6"/>
          <p:cNvSpPr/>
          <p:nvPr/>
        </p:nvSpPr>
        <p:spPr>
          <a:xfrm>
            <a:off x="8012620" y="1438275"/>
            <a:ext cx="3541204" cy="975296"/>
          </a:xfrm>
          <a:prstGeom prst="roundRect">
            <a:avLst>
              <a:gd name="adj" fmla="val 10091"/>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calabilidad:ecda204bb5"/>
          <p:cNvSpPr txBox="1"/>
          <p:nvPr/>
        </p:nvSpPr>
        <p:spPr>
          <a:xfrm>
            <a:off x="8168196" y="1948452"/>
            <a:ext cx="3294698" cy="124016"/>
          </a:xfrm>
          <a:prstGeom prst="rect">
            <a:avLst/>
          </a:prstGeom>
          <a:noFill/>
        </p:spPr>
        <p:txBody>
          <a:bodyPr wrap="square" lIns="0" rIns="0" tIns="0" bIns="0" anchor="t"/>
          <a:lstStyle/>
          <a:p>
            <a:pPr algn="l">
              <a:lnSpc>
                <a:spcPts val="976"/>
              </a:lnSpc>
              <a:spcBef>
                <a:spcPts val="0"/>
              </a:spcBef>
              <a:spcAft>
                <a:spcPts val="0"/>
              </a:spcAft>
            </a:pPr>
            <a:r>
              <a:rPr sz="1200" b="0" i="0">
                <a:solidFill>
                  <a:srgbClr val="3F4A5A"/>
                </a:solidFill>
                <a:latin typeface="Calibri"/>
              </a:rPr>
              <a:t>la misma matriz completa, con todos sus ceros</a:t>
            </a:r>
          </a:p>
        </p:txBody>
      </p:sp>
      <p:sp>
        <p:nvSpPr>
          <p:cNvPr id="15" name="!!r-escalabilidad:efe08ec588"/>
          <p:cNvSpPr txBox="1"/>
          <p:nvPr/>
        </p:nvSpPr>
        <p:spPr>
          <a:xfrm>
            <a:off x="8168196" y="1590650"/>
            <a:ext cx="3294698" cy="346710"/>
          </a:xfrm>
          <a:prstGeom prst="rect">
            <a:avLst/>
          </a:prstGeom>
          <a:noFill/>
        </p:spPr>
        <p:txBody>
          <a:bodyPr wrap="square" lIns="0" rIns="0" tIns="0" bIns="0" anchor="t"/>
          <a:lstStyle/>
          <a:p>
            <a:pPr algn="l">
              <a:lnSpc>
                <a:spcPts val="2730"/>
              </a:lnSpc>
              <a:spcBef>
                <a:spcPts val="0"/>
              </a:spcBef>
              <a:spcAft>
                <a:spcPts val="0"/>
              </a:spcAft>
            </a:pPr>
            <a:r>
              <a:rPr sz="2600" b="1" i="0">
                <a:solidFill>
                  <a:srgbClr val="E8741A"/>
                </a:solidFill>
                <a:latin typeface="Calibri"/>
              </a:rPr>
              <a:t>≈ 8,9 GB</a:t>
            </a:r>
          </a:p>
        </p:txBody>
      </p:sp>
      <p:sp>
        <p:nvSpPr>
          <p:cNvPr id="16" name="!!r-escalabilidad:7e0c021e0a"/>
          <p:cNvSpPr/>
          <p:nvPr/>
        </p:nvSpPr>
        <p:spPr>
          <a:xfrm>
            <a:off x="635000" y="2581846"/>
            <a:ext cx="1456754"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calabilidad:7e0c021e0a·2"/>
          <p:cNvSpPr/>
          <p:nvPr/>
        </p:nvSpPr>
        <p:spPr>
          <a:xfrm>
            <a:off x="635000" y="2931096"/>
            <a:ext cx="1456754"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calabilidad:76906b30b7"/>
          <p:cNvSpPr txBox="1"/>
          <p:nvPr/>
        </p:nvSpPr>
        <p:spPr>
          <a:xfrm>
            <a:off x="698500" y="2675722"/>
            <a:ext cx="1278954"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GDL</a:t>
            </a:r>
          </a:p>
        </p:txBody>
      </p:sp>
      <p:sp>
        <p:nvSpPr>
          <p:cNvPr id="19" name="!!r-escalabilidad:98d17646a3"/>
          <p:cNvSpPr/>
          <p:nvPr/>
        </p:nvSpPr>
        <p:spPr>
          <a:xfrm>
            <a:off x="2091754" y="2581846"/>
            <a:ext cx="2063432"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calabilidad:98d17646a3·2"/>
          <p:cNvSpPr/>
          <p:nvPr/>
        </p:nvSpPr>
        <p:spPr>
          <a:xfrm>
            <a:off x="2091754" y="2931096"/>
            <a:ext cx="206343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scalabilidad:e2960cee0b"/>
          <p:cNvSpPr txBox="1"/>
          <p:nvPr/>
        </p:nvSpPr>
        <p:spPr>
          <a:xfrm>
            <a:off x="2155254" y="2675722"/>
            <a:ext cx="1885632"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Ensamblaje (s)</a:t>
            </a:r>
          </a:p>
        </p:txBody>
      </p:sp>
      <p:sp>
        <p:nvSpPr>
          <p:cNvPr id="22" name="!!r-escalabilidad:041a07a1d0"/>
          <p:cNvSpPr/>
          <p:nvPr/>
        </p:nvSpPr>
        <p:spPr>
          <a:xfrm>
            <a:off x="4155186" y="2581846"/>
            <a:ext cx="284219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scalabilidad:041a07a1d0·2"/>
          <p:cNvSpPr/>
          <p:nvPr/>
        </p:nvSpPr>
        <p:spPr>
          <a:xfrm>
            <a:off x="4155186" y="2931096"/>
            <a:ext cx="284219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calabilidad:255a60805f"/>
          <p:cNvSpPr txBox="1"/>
          <p:nvPr/>
        </p:nvSpPr>
        <p:spPr>
          <a:xfrm>
            <a:off x="4217226" y="2675722"/>
            <a:ext cx="2665920"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Solución completa (s)</a:t>
            </a:r>
          </a:p>
        </p:txBody>
      </p:sp>
      <p:sp>
        <p:nvSpPr>
          <p:cNvPr id="25" name="!!r-escalabilidad:2df0b6be9b"/>
          <p:cNvSpPr/>
          <p:nvPr/>
        </p:nvSpPr>
        <p:spPr>
          <a:xfrm>
            <a:off x="6997382" y="2581846"/>
            <a:ext cx="231667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calabilidad:2df0b6be9b·2"/>
          <p:cNvSpPr/>
          <p:nvPr/>
        </p:nvSpPr>
        <p:spPr>
          <a:xfrm>
            <a:off x="6997382" y="2931096"/>
            <a:ext cx="231667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calabilidad:5a975754a3"/>
          <p:cNvSpPr txBox="1"/>
          <p:nvPr/>
        </p:nvSpPr>
        <p:spPr>
          <a:xfrm>
            <a:off x="7060882" y="2675722"/>
            <a:ext cx="2138870"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K completa (MB)</a:t>
            </a:r>
          </a:p>
        </p:txBody>
      </p:sp>
      <p:sp>
        <p:nvSpPr>
          <p:cNvPr id="28" name="!!r-escalabilidad:a229967add"/>
          <p:cNvSpPr/>
          <p:nvPr/>
        </p:nvSpPr>
        <p:spPr>
          <a:xfrm>
            <a:off x="9314053" y="2581846"/>
            <a:ext cx="2242947"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scalabilidad:a229967add·2"/>
          <p:cNvSpPr/>
          <p:nvPr/>
        </p:nvSpPr>
        <p:spPr>
          <a:xfrm>
            <a:off x="9314053" y="2931096"/>
            <a:ext cx="2242947"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calabilidad:3aa21cd840"/>
          <p:cNvSpPr txBox="1"/>
          <p:nvPr/>
        </p:nvSpPr>
        <p:spPr>
          <a:xfrm>
            <a:off x="9377553" y="2675722"/>
            <a:ext cx="2065147"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K sin ceros (MB)</a:t>
            </a:r>
          </a:p>
        </p:txBody>
      </p:sp>
      <p:sp>
        <p:nvSpPr>
          <p:cNvPr id="31" name="!!r-escalabilidad:59e987b2df"/>
          <p:cNvSpPr/>
          <p:nvPr/>
        </p:nvSpPr>
        <p:spPr>
          <a:xfrm>
            <a:off x="635000" y="2950146"/>
            <a:ext cx="1456754"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calabilidad:59e987b2df·2"/>
          <p:cNvSpPr/>
          <p:nvPr/>
        </p:nvSpPr>
        <p:spPr>
          <a:xfrm>
            <a:off x="635000" y="3366071"/>
            <a:ext cx="145675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calabilidad:a04092219f"/>
          <p:cNvSpPr txBox="1"/>
          <p:nvPr/>
        </p:nvSpPr>
        <p:spPr>
          <a:xfrm>
            <a:off x="698500" y="3042222"/>
            <a:ext cx="127895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578</a:t>
            </a:r>
          </a:p>
        </p:txBody>
      </p:sp>
      <p:sp>
        <p:nvSpPr>
          <p:cNvPr id="34" name="!!r-escalabilidad:b038fe474d"/>
          <p:cNvSpPr/>
          <p:nvPr/>
        </p:nvSpPr>
        <p:spPr>
          <a:xfrm>
            <a:off x="2091754" y="2950146"/>
            <a:ext cx="2063432"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scalabilidad:b038fe474d·2"/>
          <p:cNvSpPr/>
          <p:nvPr/>
        </p:nvSpPr>
        <p:spPr>
          <a:xfrm>
            <a:off x="2091754" y="3366071"/>
            <a:ext cx="206343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scalabilidad:5cf3f3d6c3"/>
          <p:cNvSpPr txBox="1"/>
          <p:nvPr/>
        </p:nvSpPr>
        <p:spPr>
          <a:xfrm>
            <a:off x="2155254" y="3042222"/>
            <a:ext cx="1885632"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0,004</a:t>
            </a:r>
          </a:p>
        </p:txBody>
      </p:sp>
      <p:sp>
        <p:nvSpPr>
          <p:cNvPr id="37" name="!!r-escalabilidad:531f0fb56c"/>
          <p:cNvSpPr/>
          <p:nvPr/>
        </p:nvSpPr>
        <p:spPr>
          <a:xfrm>
            <a:off x="4155186" y="2950146"/>
            <a:ext cx="2842196"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scalabilidad:531f0fb56c·2"/>
          <p:cNvSpPr/>
          <p:nvPr/>
        </p:nvSpPr>
        <p:spPr>
          <a:xfrm>
            <a:off x="4155186" y="3366071"/>
            <a:ext cx="28421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scalabilidad:ce8fd26e91"/>
          <p:cNvSpPr txBox="1"/>
          <p:nvPr/>
        </p:nvSpPr>
        <p:spPr>
          <a:xfrm>
            <a:off x="4217226" y="3042222"/>
            <a:ext cx="266592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0,007</a:t>
            </a:r>
          </a:p>
        </p:txBody>
      </p:sp>
      <p:sp>
        <p:nvSpPr>
          <p:cNvPr id="40" name="!!r-escalabilidad:6441ff0a01"/>
          <p:cNvSpPr/>
          <p:nvPr/>
        </p:nvSpPr>
        <p:spPr>
          <a:xfrm>
            <a:off x="6997382" y="2950146"/>
            <a:ext cx="2316670"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scalabilidad:6441ff0a01·2"/>
          <p:cNvSpPr/>
          <p:nvPr/>
        </p:nvSpPr>
        <p:spPr>
          <a:xfrm>
            <a:off x="6997382" y="3366071"/>
            <a:ext cx="23166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scalabilidad:254703262e"/>
          <p:cNvSpPr txBox="1"/>
          <p:nvPr/>
        </p:nvSpPr>
        <p:spPr>
          <a:xfrm>
            <a:off x="7060882" y="3042222"/>
            <a:ext cx="213887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a:t>
            </a:r>
          </a:p>
        </p:txBody>
      </p:sp>
      <p:sp>
        <p:nvSpPr>
          <p:cNvPr id="43" name="!!r-escalabilidad:cb33dc1ca0"/>
          <p:cNvSpPr/>
          <p:nvPr/>
        </p:nvSpPr>
        <p:spPr>
          <a:xfrm>
            <a:off x="9314053" y="2950146"/>
            <a:ext cx="2242947"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scalabilidad:cb33dc1ca0·2"/>
          <p:cNvSpPr/>
          <p:nvPr/>
        </p:nvSpPr>
        <p:spPr>
          <a:xfrm>
            <a:off x="9314053" y="3366071"/>
            <a:ext cx="22429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scalabilidad:34af977597"/>
          <p:cNvSpPr txBox="1"/>
          <p:nvPr/>
        </p:nvSpPr>
        <p:spPr>
          <a:xfrm>
            <a:off x="9377553" y="3042222"/>
            <a:ext cx="2065147"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0,21</a:t>
            </a:r>
          </a:p>
        </p:txBody>
      </p:sp>
      <p:sp>
        <p:nvSpPr>
          <p:cNvPr id="46" name="!!r-escalabilidad:9f87deda12"/>
          <p:cNvSpPr/>
          <p:nvPr/>
        </p:nvSpPr>
        <p:spPr>
          <a:xfrm>
            <a:off x="635000" y="3372422"/>
            <a:ext cx="1456754"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scalabilidad:9f87deda12·2"/>
          <p:cNvSpPr/>
          <p:nvPr/>
        </p:nvSpPr>
        <p:spPr>
          <a:xfrm>
            <a:off x="635000" y="3788346"/>
            <a:ext cx="145675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scalabilidad:2f4ccf02d0"/>
          <p:cNvSpPr txBox="1"/>
          <p:nvPr/>
        </p:nvSpPr>
        <p:spPr>
          <a:xfrm>
            <a:off x="698500" y="3464496"/>
            <a:ext cx="127895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2178</a:t>
            </a:r>
          </a:p>
        </p:txBody>
      </p:sp>
      <p:sp>
        <p:nvSpPr>
          <p:cNvPr id="49" name="!!r-escalabilidad:4160228a93"/>
          <p:cNvSpPr/>
          <p:nvPr/>
        </p:nvSpPr>
        <p:spPr>
          <a:xfrm>
            <a:off x="2091754" y="3372422"/>
            <a:ext cx="2063432"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scalabilidad:4160228a93·2"/>
          <p:cNvSpPr/>
          <p:nvPr/>
        </p:nvSpPr>
        <p:spPr>
          <a:xfrm>
            <a:off x="2091754" y="3788346"/>
            <a:ext cx="206343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scalabilidad:4945c70fc3"/>
          <p:cNvSpPr txBox="1"/>
          <p:nvPr/>
        </p:nvSpPr>
        <p:spPr>
          <a:xfrm>
            <a:off x="2155254" y="3464496"/>
            <a:ext cx="1885632"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0,013</a:t>
            </a:r>
          </a:p>
        </p:txBody>
      </p:sp>
      <p:sp>
        <p:nvSpPr>
          <p:cNvPr id="52" name="!!r-escalabilidad:9640e8eff1"/>
          <p:cNvSpPr/>
          <p:nvPr/>
        </p:nvSpPr>
        <p:spPr>
          <a:xfrm>
            <a:off x="4155186" y="3372422"/>
            <a:ext cx="284219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scalabilidad:9640e8eff1·2"/>
          <p:cNvSpPr/>
          <p:nvPr/>
        </p:nvSpPr>
        <p:spPr>
          <a:xfrm>
            <a:off x="4155186" y="3788346"/>
            <a:ext cx="28421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scalabilidad:f67c33324f"/>
          <p:cNvSpPr txBox="1"/>
          <p:nvPr/>
        </p:nvSpPr>
        <p:spPr>
          <a:xfrm>
            <a:off x="4217226" y="3464496"/>
            <a:ext cx="266592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0,026</a:t>
            </a:r>
          </a:p>
        </p:txBody>
      </p:sp>
      <p:sp>
        <p:nvSpPr>
          <p:cNvPr id="55" name="!!r-escalabilidad:7d2c7ca4e6"/>
          <p:cNvSpPr/>
          <p:nvPr/>
        </p:nvSpPr>
        <p:spPr>
          <a:xfrm>
            <a:off x="6997382" y="3372422"/>
            <a:ext cx="2316670"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scalabilidad:7d2c7ca4e6·2"/>
          <p:cNvSpPr/>
          <p:nvPr/>
        </p:nvSpPr>
        <p:spPr>
          <a:xfrm>
            <a:off x="6997382" y="3788346"/>
            <a:ext cx="23166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scalabilidad:481631b531"/>
          <p:cNvSpPr txBox="1"/>
          <p:nvPr/>
        </p:nvSpPr>
        <p:spPr>
          <a:xfrm>
            <a:off x="7060882" y="3464496"/>
            <a:ext cx="213887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38</a:t>
            </a:r>
          </a:p>
        </p:txBody>
      </p:sp>
      <p:sp>
        <p:nvSpPr>
          <p:cNvPr id="58" name="!!r-escalabilidad:32bc2e8c4d"/>
          <p:cNvSpPr/>
          <p:nvPr/>
        </p:nvSpPr>
        <p:spPr>
          <a:xfrm>
            <a:off x="9314053" y="3372422"/>
            <a:ext cx="2242947"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scalabilidad:32bc2e8c4d·2"/>
          <p:cNvSpPr/>
          <p:nvPr/>
        </p:nvSpPr>
        <p:spPr>
          <a:xfrm>
            <a:off x="9314053" y="3788346"/>
            <a:ext cx="22429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scalabilidad:7eca197d8e"/>
          <p:cNvSpPr txBox="1"/>
          <p:nvPr/>
        </p:nvSpPr>
        <p:spPr>
          <a:xfrm>
            <a:off x="9377553" y="3464496"/>
            <a:ext cx="2065147"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0,81</a:t>
            </a:r>
          </a:p>
        </p:txBody>
      </p:sp>
      <p:sp>
        <p:nvSpPr>
          <p:cNvPr id="61" name="!!r-escalabilidad:d76086bfcb"/>
          <p:cNvSpPr/>
          <p:nvPr/>
        </p:nvSpPr>
        <p:spPr>
          <a:xfrm>
            <a:off x="635000" y="3794696"/>
            <a:ext cx="1456754"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scalabilidad:d76086bfcb·2"/>
          <p:cNvSpPr/>
          <p:nvPr/>
        </p:nvSpPr>
        <p:spPr>
          <a:xfrm>
            <a:off x="635000" y="4210622"/>
            <a:ext cx="145675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scalabilidad:e5c45f5362"/>
          <p:cNvSpPr txBox="1"/>
          <p:nvPr/>
        </p:nvSpPr>
        <p:spPr>
          <a:xfrm>
            <a:off x="698500" y="3886772"/>
            <a:ext cx="127895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4802</a:t>
            </a:r>
          </a:p>
        </p:txBody>
      </p:sp>
      <p:sp>
        <p:nvSpPr>
          <p:cNvPr id="64" name="!!r-escalabilidad:43a53e2775"/>
          <p:cNvSpPr/>
          <p:nvPr/>
        </p:nvSpPr>
        <p:spPr>
          <a:xfrm>
            <a:off x="2091754" y="3794696"/>
            <a:ext cx="2063432"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scalabilidad:43a53e2775·2"/>
          <p:cNvSpPr/>
          <p:nvPr/>
        </p:nvSpPr>
        <p:spPr>
          <a:xfrm>
            <a:off x="2091754" y="4210622"/>
            <a:ext cx="206343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scalabilidad:e9eb6f3620"/>
          <p:cNvSpPr txBox="1"/>
          <p:nvPr/>
        </p:nvSpPr>
        <p:spPr>
          <a:xfrm>
            <a:off x="2155254" y="3886772"/>
            <a:ext cx="1885632"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0,028</a:t>
            </a:r>
          </a:p>
        </p:txBody>
      </p:sp>
      <p:sp>
        <p:nvSpPr>
          <p:cNvPr id="67" name="!!r-escalabilidad:ecb2e2c78c"/>
          <p:cNvSpPr/>
          <p:nvPr/>
        </p:nvSpPr>
        <p:spPr>
          <a:xfrm>
            <a:off x="4155186" y="3794696"/>
            <a:ext cx="2842196"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scalabilidad:ecb2e2c78c·2"/>
          <p:cNvSpPr/>
          <p:nvPr/>
        </p:nvSpPr>
        <p:spPr>
          <a:xfrm>
            <a:off x="4155186" y="4210622"/>
            <a:ext cx="28421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scalabilidad:47d5046bc1"/>
          <p:cNvSpPr txBox="1"/>
          <p:nvPr/>
        </p:nvSpPr>
        <p:spPr>
          <a:xfrm>
            <a:off x="4217226" y="3886772"/>
            <a:ext cx="266592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0,061</a:t>
            </a:r>
          </a:p>
        </p:txBody>
      </p:sp>
      <p:sp>
        <p:nvSpPr>
          <p:cNvPr id="70" name="!!r-escalabilidad:31f927da7a"/>
          <p:cNvSpPr/>
          <p:nvPr/>
        </p:nvSpPr>
        <p:spPr>
          <a:xfrm>
            <a:off x="6997382" y="3794696"/>
            <a:ext cx="2316670"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scalabilidad:31f927da7a·2"/>
          <p:cNvSpPr/>
          <p:nvPr/>
        </p:nvSpPr>
        <p:spPr>
          <a:xfrm>
            <a:off x="6997382" y="4210622"/>
            <a:ext cx="23166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scalabilidad:081eed2012"/>
          <p:cNvSpPr txBox="1"/>
          <p:nvPr/>
        </p:nvSpPr>
        <p:spPr>
          <a:xfrm>
            <a:off x="7060882" y="3886772"/>
            <a:ext cx="213887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184</a:t>
            </a:r>
          </a:p>
        </p:txBody>
      </p:sp>
      <p:sp>
        <p:nvSpPr>
          <p:cNvPr id="73" name="!!r-escalabilidad:244d22e5a2"/>
          <p:cNvSpPr/>
          <p:nvPr/>
        </p:nvSpPr>
        <p:spPr>
          <a:xfrm>
            <a:off x="9314053" y="3794696"/>
            <a:ext cx="2242947"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scalabilidad:244d22e5a2·2"/>
          <p:cNvSpPr/>
          <p:nvPr/>
        </p:nvSpPr>
        <p:spPr>
          <a:xfrm>
            <a:off x="9314053" y="4210622"/>
            <a:ext cx="22429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scalabilidad:765e36e4e0"/>
          <p:cNvSpPr txBox="1"/>
          <p:nvPr/>
        </p:nvSpPr>
        <p:spPr>
          <a:xfrm>
            <a:off x="9377553" y="3886772"/>
            <a:ext cx="2065147"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1,81</a:t>
            </a:r>
          </a:p>
        </p:txBody>
      </p:sp>
      <p:sp>
        <p:nvSpPr>
          <p:cNvPr id="76" name="!!r-escalabilidad:6852471aae"/>
          <p:cNvSpPr/>
          <p:nvPr/>
        </p:nvSpPr>
        <p:spPr>
          <a:xfrm>
            <a:off x="635000" y="4216972"/>
            <a:ext cx="1456754"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scalabilidad:6852471aae·2"/>
          <p:cNvSpPr/>
          <p:nvPr/>
        </p:nvSpPr>
        <p:spPr>
          <a:xfrm>
            <a:off x="635000" y="4632896"/>
            <a:ext cx="145675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scalabilidad:c6564158d0"/>
          <p:cNvSpPr txBox="1"/>
          <p:nvPr/>
        </p:nvSpPr>
        <p:spPr>
          <a:xfrm>
            <a:off x="698500" y="4309046"/>
            <a:ext cx="127895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8450</a:t>
            </a:r>
          </a:p>
        </p:txBody>
      </p:sp>
      <p:sp>
        <p:nvSpPr>
          <p:cNvPr id="79" name="!!r-escalabilidad:fe1b74cee4"/>
          <p:cNvSpPr/>
          <p:nvPr/>
        </p:nvSpPr>
        <p:spPr>
          <a:xfrm>
            <a:off x="2091754" y="4216972"/>
            <a:ext cx="2063432"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scalabilidad:fe1b74cee4·2"/>
          <p:cNvSpPr/>
          <p:nvPr/>
        </p:nvSpPr>
        <p:spPr>
          <a:xfrm>
            <a:off x="2091754" y="4632896"/>
            <a:ext cx="206343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scalabilidad:b0a1a326f0"/>
          <p:cNvSpPr txBox="1"/>
          <p:nvPr/>
        </p:nvSpPr>
        <p:spPr>
          <a:xfrm>
            <a:off x="2155254" y="4309046"/>
            <a:ext cx="1885632"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0,049</a:t>
            </a:r>
          </a:p>
        </p:txBody>
      </p:sp>
      <p:sp>
        <p:nvSpPr>
          <p:cNvPr id="82" name="!!r-escalabilidad:88baafc92d"/>
          <p:cNvSpPr/>
          <p:nvPr/>
        </p:nvSpPr>
        <p:spPr>
          <a:xfrm>
            <a:off x="4155186" y="4216972"/>
            <a:ext cx="284219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scalabilidad:88baafc92d·2"/>
          <p:cNvSpPr/>
          <p:nvPr/>
        </p:nvSpPr>
        <p:spPr>
          <a:xfrm>
            <a:off x="4155186" y="4632896"/>
            <a:ext cx="28421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scalabilidad:f3713ccff5"/>
          <p:cNvSpPr txBox="1"/>
          <p:nvPr/>
        </p:nvSpPr>
        <p:spPr>
          <a:xfrm>
            <a:off x="4217226" y="4309046"/>
            <a:ext cx="266592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0,127</a:t>
            </a:r>
          </a:p>
        </p:txBody>
      </p:sp>
      <p:sp>
        <p:nvSpPr>
          <p:cNvPr id="85" name="!!r-escalabilidad:2d5865bfb3"/>
          <p:cNvSpPr/>
          <p:nvPr/>
        </p:nvSpPr>
        <p:spPr>
          <a:xfrm>
            <a:off x="6997382" y="4216972"/>
            <a:ext cx="2316670"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scalabilidad:2d5865bfb3·2"/>
          <p:cNvSpPr/>
          <p:nvPr/>
        </p:nvSpPr>
        <p:spPr>
          <a:xfrm>
            <a:off x="6997382" y="4632896"/>
            <a:ext cx="23166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scalabilidad:b7b90b94da"/>
          <p:cNvSpPr txBox="1"/>
          <p:nvPr/>
        </p:nvSpPr>
        <p:spPr>
          <a:xfrm>
            <a:off x="7060882" y="4309046"/>
            <a:ext cx="213887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571</a:t>
            </a:r>
          </a:p>
        </p:txBody>
      </p:sp>
      <p:sp>
        <p:nvSpPr>
          <p:cNvPr id="88" name="!!r-escalabilidad:2c82629f04"/>
          <p:cNvSpPr/>
          <p:nvPr/>
        </p:nvSpPr>
        <p:spPr>
          <a:xfrm>
            <a:off x="9314053" y="4216972"/>
            <a:ext cx="2242947"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scalabilidad:2c82629f04·2"/>
          <p:cNvSpPr/>
          <p:nvPr/>
        </p:nvSpPr>
        <p:spPr>
          <a:xfrm>
            <a:off x="9314053" y="4632896"/>
            <a:ext cx="22429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scalabilidad:4dd1edc80a"/>
          <p:cNvSpPr txBox="1"/>
          <p:nvPr/>
        </p:nvSpPr>
        <p:spPr>
          <a:xfrm>
            <a:off x="9377553" y="4309046"/>
            <a:ext cx="2065147"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3,20</a:t>
            </a:r>
          </a:p>
        </p:txBody>
      </p:sp>
      <p:sp>
        <p:nvSpPr>
          <p:cNvPr id="91" name="!!r-escalabilidad:ded84f8245"/>
          <p:cNvSpPr/>
          <p:nvPr/>
        </p:nvSpPr>
        <p:spPr>
          <a:xfrm>
            <a:off x="635000" y="4639246"/>
            <a:ext cx="1456754"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scalabilidad:ded84f8245·2"/>
          <p:cNvSpPr/>
          <p:nvPr/>
        </p:nvSpPr>
        <p:spPr>
          <a:xfrm>
            <a:off x="635000" y="5055172"/>
            <a:ext cx="145675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scalabilidad:453c08ed8a"/>
          <p:cNvSpPr txBox="1"/>
          <p:nvPr/>
        </p:nvSpPr>
        <p:spPr>
          <a:xfrm>
            <a:off x="698500" y="4731322"/>
            <a:ext cx="127895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18 818</a:t>
            </a:r>
          </a:p>
        </p:txBody>
      </p:sp>
      <p:sp>
        <p:nvSpPr>
          <p:cNvPr id="94" name="!!r-escalabilidad:7a3a7d8267"/>
          <p:cNvSpPr/>
          <p:nvPr/>
        </p:nvSpPr>
        <p:spPr>
          <a:xfrm>
            <a:off x="2091754" y="4639246"/>
            <a:ext cx="2063432"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scalabilidad:7a3a7d8267·2"/>
          <p:cNvSpPr/>
          <p:nvPr/>
        </p:nvSpPr>
        <p:spPr>
          <a:xfrm>
            <a:off x="2091754" y="5055172"/>
            <a:ext cx="206343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scalabilidad:9cfbb66aff"/>
          <p:cNvSpPr txBox="1"/>
          <p:nvPr/>
        </p:nvSpPr>
        <p:spPr>
          <a:xfrm>
            <a:off x="2155254" y="4731322"/>
            <a:ext cx="1885632"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0,111</a:t>
            </a:r>
          </a:p>
        </p:txBody>
      </p:sp>
      <p:sp>
        <p:nvSpPr>
          <p:cNvPr id="97" name="!!r-escalabilidad:08f5323103"/>
          <p:cNvSpPr/>
          <p:nvPr/>
        </p:nvSpPr>
        <p:spPr>
          <a:xfrm>
            <a:off x="4155186" y="4639246"/>
            <a:ext cx="2842196"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scalabilidad:08f5323103·2"/>
          <p:cNvSpPr/>
          <p:nvPr/>
        </p:nvSpPr>
        <p:spPr>
          <a:xfrm>
            <a:off x="4155186" y="5055172"/>
            <a:ext cx="28421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scalabilidad:15e45f4424"/>
          <p:cNvSpPr txBox="1"/>
          <p:nvPr/>
        </p:nvSpPr>
        <p:spPr>
          <a:xfrm>
            <a:off x="4217226" y="4731322"/>
            <a:ext cx="266592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0,329</a:t>
            </a:r>
          </a:p>
        </p:txBody>
      </p:sp>
      <p:sp>
        <p:nvSpPr>
          <p:cNvPr id="100" name="!!r-escalabilidad:af280777fe"/>
          <p:cNvSpPr/>
          <p:nvPr/>
        </p:nvSpPr>
        <p:spPr>
          <a:xfrm>
            <a:off x="6997382" y="4639246"/>
            <a:ext cx="2316670"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scalabilidad:af280777fe·2"/>
          <p:cNvSpPr/>
          <p:nvPr/>
        </p:nvSpPr>
        <p:spPr>
          <a:xfrm>
            <a:off x="6997382" y="5055172"/>
            <a:ext cx="23166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scalabilidad:9313a9f08b"/>
          <p:cNvSpPr txBox="1"/>
          <p:nvPr/>
        </p:nvSpPr>
        <p:spPr>
          <a:xfrm>
            <a:off x="7060882" y="4731322"/>
            <a:ext cx="213887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2833</a:t>
            </a:r>
          </a:p>
        </p:txBody>
      </p:sp>
      <p:sp>
        <p:nvSpPr>
          <p:cNvPr id="103" name="!!r-escalabilidad:7af418c663"/>
          <p:cNvSpPr/>
          <p:nvPr/>
        </p:nvSpPr>
        <p:spPr>
          <a:xfrm>
            <a:off x="9314053" y="4639246"/>
            <a:ext cx="2242947" cy="42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scalabilidad:7af418c663·2"/>
          <p:cNvSpPr/>
          <p:nvPr/>
        </p:nvSpPr>
        <p:spPr>
          <a:xfrm>
            <a:off x="9314053" y="5055172"/>
            <a:ext cx="22429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scalabilidad:1fee4332f2"/>
          <p:cNvSpPr txBox="1"/>
          <p:nvPr/>
        </p:nvSpPr>
        <p:spPr>
          <a:xfrm>
            <a:off x="9377553" y="4731322"/>
            <a:ext cx="2065147"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7,19</a:t>
            </a:r>
          </a:p>
        </p:txBody>
      </p:sp>
      <p:sp>
        <p:nvSpPr>
          <p:cNvPr id="106" name="!!r-escalabilidad:fdb3b277a0"/>
          <p:cNvSpPr/>
          <p:nvPr/>
        </p:nvSpPr>
        <p:spPr>
          <a:xfrm>
            <a:off x="635000" y="5061522"/>
            <a:ext cx="1456754"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scalabilidad:fdb3b277a0·2"/>
          <p:cNvSpPr/>
          <p:nvPr/>
        </p:nvSpPr>
        <p:spPr>
          <a:xfrm>
            <a:off x="635000" y="5477446"/>
            <a:ext cx="145675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scalabilidad:afae9022ba"/>
          <p:cNvSpPr txBox="1"/>
          <p:nvPr/>
        </p:nvSpPr>
        <p:spPr>
          <a:xfrm>
            <a:off x="698500" y="5153596"/>
            <a:ext cx="1278954"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33 282</a:t>
            </a:r>
          </a:p>
        </p:txBody>
      </p:sp>
      <p:sp>
        <p:nvSpPr>
          <p:cNvPr id="109" name="!!r-escalabilidad:9eb7ebfc56"/>
          <p:cNvSpPr/>
          <p:nvPr/>
        </p:nvSpPr>
        <p:spPr>
          <a:xfrm>
            <a:off x="2091754" y="5061522"/>
            <a:ext cx="2063432"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scalabilidad:9eb7ebfc56·2"/>
          <p:cNvSpPr/>
          <p:nvPr/>
        </p:nvSpPr>
        <p:spPr>
          <a:xfrm>
            <a:off x="2091754" y="5477446"/>
            <a:ext cx="206343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scalabilidad:afc07118d5"/>
          <p:cNvSpPr txBox="1"/>
          <p:nvPr/>
        </p:nvSpPr>
        <p:spPr>
          <a:xfrm>
            <a:off x="2155254" y="5153596"/>
            <a:ext cx="1885632"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0,191</a:t>
            </a:r>
          </a:p>
        </p:txBody>
      </p:sp>
      <p:sp>
        <p:nvSpPr>
          <p:cNvPr id="112" name="!!r-escalabilidad:053c29fa46"/>
          <p:cNvSpPr/>
          <p:nvPr/>
        </p:nvSpPr>
        <p:spPr>
          <a:xfrm>
            <a:off x="4155186" y="5061522"/>
            <a:ext cx="2842196"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scalabilidad:053c29fa46·2"/>
          <p:cNvSpPr/>
          <p:nvPr/>
        </p:nvSpPr>
        <p:spPr>
          <a:xfrm>
            <a:off x="4155186" y="5477446"/>
            <a:ext cx="28421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scalabilidad:92bbe1e482"/>
          <p:cNvSpPr txBox="1"/>
          <p:nvPr/>
        </p:nvSpPr>
        <p:spPr>
          <a:xfrm>
            <a:off x="4217226" y="5153596"/>
            <a:ext cx="266592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0,721</a:t>
            </a:r>
          </a:p>
        </p:txBody>
      </p:sp>
      <p:sp>
        <p:nvSpPr>
          <p:cNvPr id="115" name="!!r-escalabilidad:421f1a945f"/>
          <p:cNvSpPr/>
          <p:nvPr/>
        </p:nvSpPr>
        <p:spPr>
          <a:xfrm>
            <a:off x="6997382" y="5061522"/>
            <a:ext cx="2316670"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scalabilidad:421f1a945f·2"/>
          <p:cNvSpPr/>
          <p:nvPr/>
        </p:nvSpPr>
        <p:spPr>
          <a:xfrm>
            <a:off x="6997382" y="5477446"/>
            <a:ext cx="231667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scalabilidad:c4b67c702f"/>
          <p:cNvSpPr txBox="1"/>
          <p:nvPr/>
        </p:nvSpPr>
        <p:spPr>
          <a:xfrm>
            <a:off x="7060882" y="5153596"/>
            <a:ext cx="2138870"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8862</a:t>
            </a:r>
          </a:p>
        </p:txBody>
      </p:sp>
      <p:sp>
        <p:nvSpPr>
          <p:cNvPr id="118" name="!!r-escalabilidad:e142fc891a"/>
          <p:cNvSpPr/>
          <p:nvPr/>
        </p:nvSpPr>
        <p:spPr>
          <a:xfrm>
            <a:off x="9314053" y="5061522"/>
            <a:ext cx="2242947" cy="42227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scalabilidad:e142fc891a·2"/>
          <p:cNvSpPr/>
          <p:nvPr/>
        </p:nvSpPr>
        <p:spPr>
          <a:xfrm>
            <a:off x="9314053" y="5477446"/>
            <a:ext cx="2242947"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scalabilidad:0d0bc4a80d"/>
          <p:cNvSpPr txBox="1"/>
          <p:nvPr/>
        </p:nvSpPr>
        <p:spPr>
          <a:xfrm>
            <a:off x="9377553" y="5153596"/>
            <a:ext cx="2065147" cy="238125"/>
          </a:xfrm>
          <a:prstGeom prst="rect">
            <a:avLst/>
          </a:prstGeom>
          <a:noFill/>
        </p:spPr>
        <p:txBody>
          <a:bodyPr wrap="square" lIns="0" rIns="0" tIns="0" bIns="0" anchor="t"/>
          <a:lstStyle/>
          <a:p>
            <a:pPr algn="r">
              <a:lnSpc>
                <a:spcPts val="1875"/>
              </a:lnSpc>
              <a:spcBef>
                <a:spcPts val="0"/>
              </a:spcBef>
              <a:spcAft>
                <a:spcPts val="0"/>
              </a:spcAft>
            </a:pPr>
            <a:r>
              <a:rPr sz="1500" b="0" i="0">
                <a:solidFill>
                  <a:srgbClr val="1F2937"/>
                </a:solidFill>
                <a:latin typeface="Calibri"/>
              </a:rPr>
              <a:t>12,77</a:t>
            </a:r>
          </a:p>
        </p:txBody>
      </p:sp>
      <p:sp>
        <p:nvSpPr>
          <p:cNvPr id="121" name="!!r-escalabilidad:cb4f69c28c"/>
          <p:cNvSpPr txBox="1"/>
          <p:nvPr/>
        </p:nvSpPr>
        <p:spPr>
          <a:xfrm>
            <a:off x="635000" y="5570506"/>
            <a:ext cx="11140440" cy="428625"/>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Equipo de escritorio con procesador Intel de 2012, Windows 10; cada tiempo es el menor de tres corridas, y la solución completa incluye el ensamblaje. El límite está en</a:t>
            </a:r>
            <a:br/>
            <a:r>
              <a:rPr sz="1250" b="0" i="0">
                <a:solidFill>
                  <a:srgbClr val="5B6575"/>
                </a:solidFill>
                <a:latin typeface="Calibri"/>
              </a:rPr>
              <a:t>las mallas muy grandes, donde domina la factorización (§ 3.7.5).</a:t>
            </a:r>
          </a:p>
        </p:txBody>
      </p:sp>
      <p:sp>
        <p:nvSpPr>
          <p:cNvPr id="122"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ie-izq"/>
          <p:cNvSpPr txBox="1"/>
          <p:nvPr/>
        </p:nvSpPr>
        <p:spPr>
          <a:xfrm>
            <a:off x="565150" y="6535420"/>
            <a:ext cx="502805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25" name="!!pie-cen"/>
          <p:cNvSpPr txBox="1"/>
          <p:nvPr/>
        </p:nvSpPr>
        <p:spPr>
          <a:xfrm>
            <a:off x="5469255" y="6535420"/>
            <a:ext cx="125355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3.7.4 · Tabla 3.9</a:t>
            </a:r>
          </a:p>
        </p:txBody>
      </p:sp>
      <p:sp>
        <p:nvSpPr>
          <p:cNvPr id="126" name="!!pie-der"/>
          <p:cNvSpPr txBox="1"/>
          <p:nvPr/>
        </p:nvSpPr>
        <p:spPr>
          <a:xfrm>
            <a:off x="6598793" y="6535420"/>
            <a:ext cx="502805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127"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slow">
    <p:circle/>
  </p:transition>
</p:sld>
</file>

<file path=ppt/slides/slide3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Matriz de consistencia</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consistencia:41318c21cb"/>
          <p:cNvSpPr/>
          <p:nvPr/>
        </p:nvSpPr>
        <p:spPr>
          <a:xfrm>
            <a:off x="635000" y="1435100"/>
            <a:ext cx="229355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consistencia:41318c21cb·2"/>
          <p:cNvSpPr/>
          <p:nvPr/>
        </p:nvSpPr>
        <p:spPr>
          <a:xfrm>
            <a:off x="635000" y="1784350"/>
            <a:ext cx="229355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consistencia:8d0870806f"/>
          <p:cNvSpPr txBox="1"/>
          <p:nvPr/>
        </p:nvSpPr>
        <p:spPr>
          <a:xfrm>
            <a:off x="749300" y="1528912"/>
            <a:ext cx="211575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Objetivo específico</a:t>
            </a:r>
          </a:p>
        </p:txBody>
      </p:sp>
      <p:sp>
        <p:nvSpPr>
          <p:cNvPr id="10" name="!!r-consistencia:b8968722ce"/>
          <p:cNvSpPr/>
          <p:nvPr/>
        </p:nvSpPr>
        <p:spPr>
          <a:xfrm>
            <a:off x="2928556" y="1435100"/>
            <a:ext cx="87369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consistencia:b8968722ce·2"/>
          <p:cNvSpPr/>
          <p:nvPr/>
        </p:nvSpPr>
        <p:spPr>
          <a:xfrm>
            <a:off x="2928556" y="1784350"/>
            <a:ext cx="87369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consistencia:2749865a63"/>
          <p:cNvSpPr txBox="1"/>
          <p:nvPr/>
        </p:nvSpPr>
        <p:spPr>
          <a:xfrm>
            <a:off x="3042856" y="1528912"/>
            <a:ext cx="695896"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PI</a:t>
            </a:r>
          </a:p>
        </p:txBody>
      </p:sp>
      <p:sp>
        <p:nvSpPr>
          <p:cNvPr id="13" name="!!r-consistencia:ae392713dc"/>
          <p:cNvSpPr/>
          <p:nvPr/>
        </p:nvSpPr>
        <p:spPr>
          <a:xfrm>
            <a:off x="3802253" y="1435100"/>
            <a:ext cx="273050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consistencia:ae392713dc·2"/>
          <p:cNvSpPr/>
          <p:nvPr/>
        </p:nvSpPr>
        <p:spPr>
          <a:xfrm>
            <a:off x="3802253" y="1784350"/>
            <a:ext cx="273050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consistencia:34a568370f"/>
          <p:cNvSpPr txBox="1"/>
          <p:nvPr/>
        </p:nvSpPr>
        <p:spPr>
          <a:xfrm>
            <a:off x="3916553" y="1528912"/>
            <a:ext cx="255270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Variable / indicador</a:t>
            </a:r>
          </a:p>
        </p:txBody>
      </p:sp>
      <p:sp>
        <p:nvSpPr>
          <p:cNvPr id="16" name="!!r-consistencia:c7f9bfac47"/>
          <p:cNvSpPr/>
          <p:nvPr/>
        </p:nvSpPr>
        <p:spPr>
          <a:xfrm>
            <a:off x="6532753" y="1435100"/>
            <a:ext cx="3058096"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consistencia:c7f9bfac47·2"/>
          <p:cNvSpPr/>
          <p:nvPr/>
        </p:nvSpPr>
        <p:spPr>
          <a:xfrm>
            <a:off x="6532753" y="1784350"/>
            <a:ext cx="3058096"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consistencia:05dd5da90e"/>
          <p:cNvSpPr txBox="1"/>
          <p:nvPr/>
        </p:nvSpPr>
        <p:spPr>
          <a:xfrm>
            <a:off x="6647053" y="1528912"/>
            <a:ext cx="2886138"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Método / instrumento</a:t>
            </a:r>
          </a:p>
        </p:txBody>
      </p:sp>
      <p:sp>
        <p:nvSpPr>
          <p:cNvPr id="19" name="!!r-consistencia:645f6e6d1f"/>
          <p:cNvSpPr/>
          <p:nvPr/>
        </p:nvSpPr>
        <p:spPr>
          <a:xfrm>
            <a:off x="9590913" y="1435100"/>
            <a:ext cx="196615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consistencia:645f6e6d1f·2"/>
          <p:cNvSpPr/>
          <p:nvPr/>
        </p:nvSpPr>
        <p:spPr>
          <a:xfrm>
            <a:off x="9590913" y="1784350"/>
            <a:ext cx="196615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consistencia:4f5a39216b"/>
          <p:cNvSpPr txBox="1"/>
          <p:nvPr/>
        </p:nvSpPr>
        <p:spPr>
          <a:xfrm>
            <a:off x="9705213" y="1528912"/>
            <a:ext cx="178835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Evidencia</a:t>
            </a:r>
          </a:p>
        </p:txBody>
      </p:sp>
      <p:sp>
        <p:nvSpPr>
          <p:cNvPr id="22" name="!!r-consistencia:ada61a7c6f"/>
          <p:cNvSpPr/>
          <p:nvPr/>
        </p:nvSpPr>
        <p:spPr>
          <a:xfrm>
            <a:off x="635000" y="1803400"/>
            <a:ext cx="2293556"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consistencia:ada61a7c6f·2"/>
          <p:cNvSpPr/>
          <p:nvPr/>
        </p:nvSpPr>
        <p:spPr>
          <a:xfrm>
            <a:off x="635000" y="2707513"/>
            <a:ext cx="229355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consistencia:9d2a5f9fa9"/>
          <p:cNvSpPr txBox="1"/>
          <p:nvPr/>
        </p:nvSpPr>
        <p:spPr>
          <a:xfrm>
            <a:off x="749300" y="1889036"/>
            <a:ext cx="2115756" cy="544830"/>
          </a:xfrm>
          <a:prstGeom prst="rect">
            <a:avLst/>
          </a:prstGeom>
          <a:noFill/>
        </p:spPr>
        <p:txBody>
          <a:bodyPr wrap="square" lIns="0" rIns="0" tIns="0" bIns="0" anchor="t"/>
          <a:lstStyle/>
          <a:p>
            <a:pPr algn="l">
              <a:lnSpc>
                <a:spcPts val="1430"/>
              </a:lnSpc>
              <a:spcBef>
                <a:spcPts val="0"/>
              </a:spcBef>
              <a:spcAft>
                <a:spcPts val="0"/>
              </a:spcAft>
            </a:pPr>
            <a:r>
              <a:rPr sz="1100" b="1" i="0">
                <a:solidFill>
                  <a:srgbClr val="E8741A"/>
                </a:solidFill>
                <a:latin typeface="Calibri"/>
              </a:rPr>
              <a:t>1.</a:t>
            </a:r>
            <a:r>
              <a:rPr sz="1100" b="0" i="0">
                <a:solidFill>
                  <a:srgbClr val="1F2937"/>
                </a:solidFill>
                <a:latin typeface="Calibri"/>
              </a:rPr>
              <a:t> Fundamentar el MEF en</a:t>
            </a:r>
            <a:br/>
            <a:r>
              <a:rPr sz="1100" b="0" i="0">
                <a:solidFill>
                  <a:srgbClr val="1F2937"/>
                </a:solidFill>
                <a:latin typeface="Calibri"/>
              </a:rPr>
              <a:t>elasticidad plana y el estado del</a:t>
            </a:r>
            <a:br/>
            <a:r>
              <a:rPr sz="1100" b="0" i="0">
                <a:solidFill>
                  <a:srgbClr val="1F2937"/>
                </a:solidFill>
                <a:latin typeface="Calibri"/>
              </a:rPr>
              <a:t>arte del software para su enseñanza</a:t>
            </a:r>
          </a:p>
        </p:txBody>
      </p:sp>
      <p:sp>
        <p:nvSpPr>
          <p:cNvPr id="25" name="!!r-consistencia:3de628a704"/>
          <p:cNvSpPr/>
          <p:nvPr/>
        </p:nvSpPr>
        <p:spPr>
          <a:xfrm>
            <a:off x="2928556" y="1803400"/>
            <a:ext cx="873696"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consistencia:3de628a704·2"/>
          <p:cNvSpPr/>
          <p:nvPr/>
        </p:nvSpPr>
        <p:spPr>
          <a:xfrm>
            <a:off x="2928556" y="2707513"/>
            <a:ext cx="8736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consistencia:e7b52f7e21"/>
          <p:cNvSpPr txBox="1"/>
          <p:nvPr/>
        </p:nvSpPr>
        <p:spPr>
          <a:xfrm>
            <a:off x="3042856" y="1889036"/>
            <a:ext cx="695896"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PI-1 y PI-2</a:t>
            </a:r>
          </a:p>
        </p:txBody>
      </p:sp>
      <p:sp>
        <p:nvSpPr>
          <p:cNvPr id="28" name="!!r-consistencia:765feef34a"/>
          <p:cNvSpPr/>
          <p:nvPr/>
        </p:nvSpPr>
        <p:spPr>
          <a:xfrm>
            <a:off x="3802253" y="1803400"/>
            <a:ext cx="2730500"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consistencia:765feef34a·2"/>
          <p:cNvSpPr/>
          <p:nvPr/>
        </p:nvSpPr>
        <p:spPr>
          <a:xfrm>
            <a:off x="3802253" y="2707513"/>
            <a:ext cx="2730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consistencia:54821cf2d0"/>
          <p:cNvSpPr txBox="1"/>
          <p:nvPr/>
        </p:nvSpPr>
        <p:spPr>
          <a:xfrm>
            <a:off x="3916553" y="1889036"/>
            <a:ext cx="2552700" cy="72644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Etapas del procedimiento; atributos</a:t>
            </a:r>
            <a:br/>
            <a:r>
              <a:rPr sz="1100" b="0" i="0">
                <a:solidFill>
                  <a:srgbClr val="1F2937"/>
                </a:solidFill>
                <a:latin typeface="Calibri"/>
              </a:rPr>
              <a:t>ausentes en los recursos existentes, que</a:t>
            </a:r>
            <a:br/>
            <a:r>
              <a:rPr sz="1100" b="0" i="0">
                <a:solidFill>
                  <a:srgbClr val="1F2937"/>
                </a:solidFill>
                <a:latin typeface="Calibri"/>
              </a:rPr>
              <a:t>pasan a ser requisitos; criterios de</a:t>
            </a:r>
            <a:br/>
            <a:r>
              <a:rPr sz="1100" b="0" i="0">
                <a:solidFill>
                  <a:srgbClr val="1F2937"/>
                </a:solidFill>
                <a:latin typeface="Calibri"/>
              </a:rPr>
              <a:t>verificación y validación</a:t>
            </a:r>
          </a:p>
        </p:txBody>
      </p:sp>
      <p:sp>
        <p:nvSpPr>
          <p:cNvPr id="31" name="!!r-consistencia:f5e146e00f"/>
          <p:cNvSpPr/>
          <p:nvPr/>
        </p:nvSpPr>
        <p:spPr>
          <a:xfrm>
            <a:off x="6532753" y="1803400"/>
            <a:ext cx="3058096"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consistencia:f5e146e00f·2"/>
          <p:cNvSpPr/>
          <p:nvPr/>
        </p:nvSpPr>
        <p:spPr>
          <a:xfrm>
            <a:off x="6532753" y="2707513"/>
            <a:ext cx="30580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consistencia:bea242c0ca"/>
          <p:cNvSpPr txBox="1"/>
          <p:nvPr/>
        </p:nvSpPr>
        <p:spPr>
          <a:xfrm>
            <a:off x="6647053" y="1889036"/>
            <a:ext cx="2886138" cy="54483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Revisión de los antecedentes y de la literatura</a:t>
            </a:r>
            <a:br/>
            <a:r>
              <a:rPr sz="1100" b="0" i="0">
                <a:solidFill>
                  <a:srgbClr val="1F2937"/>
                </a:solidFill>
                <a:latin typeface="Calibri"/>
              </a:rPr>
              <a:t>clásica del MEF, de su verificación y validación y</a:t>
            </a:r>
            <a:br/>
            <a:r>
              <a:rPr sz="1100" b="0" i="0">
                <a:solidFill>
                  <a:srgbClr val="1F2937"/>
                </a:solidFill>
                <a:latin typeface="Calibri"/>
              </a:rPr>
              <a:t>de su enseñanza; análisis comparativo</a:t>
            </a:r>
          </a:p>
        </p:txBody>
      </p:sp>
      <p:sp>
        <p:nvSpPr>
          <p:cNvPr id="34" name="!!r-consistencia:93542b9319"/>
          <p:cNvSpPr/>
          <p:nvPr/>
        </p:nvSpPr>
        <p:spPr>
          <a:xfrm>
            <a:off x="9590913" y="1803400"/>
            <a:ext cx="1966150"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consistencia:93542b9319·2"/>
          <p:cNvSpPr/>
          <p:nvPr/>
        </p:nvSpPr>
        <p:spPr>
          <a:xfrm>
            <a:off x="9590913" y="2707513"/>
            <a:ext cx="19661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consistencia:4e4e68a1e6"/>
          <p:cNvSpPr txBox="1"/>
          <p:nvPr/>
        </p:nvSpPr>
        <p:spPr>
          <a:xfrm>
            <a:off x="9705213" y="1889036"/>
            <a:ext cx="1788350"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Capítulo 1; Tabla 1.1</a:t>
            </a:r>
          </a:p>
        </p:txBody>
      </p:sp>
      <p:sp>
        <p:nvSpPr>
          <p:cNvPr id="37" name="!!r-consistencia:cdc1033947"/>
          <p:cNvSpPr/>
          <p:nvPr/>
        </p:nvSpPr>
        <p:spPr>
          <a:xfrm>
            <a:off x="635000" y="2713863"/>
            <a:ext cx="2293556" cy="72885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consistencia:cdc1033947·2"/>
          <p:cNvSpPr/>
          <p:nvPr/>
        </p:nvSpPr>
        <p:spPr>
          <a:xfrm>
            <a:off x="635000" y="3436366"/>
            <a:ext cx="229355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consistencia:b54d10710a"/>
          <p:cNvSpPr txBox="1"/>
          <p:nvPr/>
        </p:nvSpPr>
        <p:spPr>
          <a:xfrm>
            <a:off x="749300" y="2799499"/>
            <a:ext cx="2115756" cy="363220"/>
          </a:xfrm>
          <a:prstGeom prst="rect">
            <a:avLst/>
          </a:prstGeom>
          <a:noFill/>
        </p:spPr>
        <p:txBody>
          <a:bodyPr wrap="square" lIns="0" rIns="0" tIns="0" bIns="0" anchor="t"/>
          <a:lstStyle/>
          <a:p>
            <a:pPr algn="l">
              <a:lnSpc>
                <a:spcPts val="1430"/>
              </a:lnSpc>
              <a:spcBef>
                <a:spcPts val="0"/>
              </a:spcBef>
              <a:spcAft>
                <a:spcPts val="0"/>
              </a:spcAft>
            </a:pPr>
            <a:r>
              <a:rPr sz="1100" b="1" i="0">
                <a:solidFill>
                  <a:srgbClr val="E8741A"/>
                </a:solidFill>
                <a:latin typeface="Calibri"/>
              </a:rPr>
              <a:t>2.</a:t>
            </a:r>
            <a:r>
              <a:rPr sz="1100" b="0" i="0">
                <a:solidFill>
                  <a:srgbClr val="1F2937"/>
                </a:solidFill>
                <a:latin typeface="Calibri"/>
              </a:rPr>
              <a:t> Desarrollar EduFEM: motor,</a:t>
            </a:r>
            <a:br/>
            <a:r>
              <a:rPr sz="1100" b="0" i="0">
                <a:solidFill>
                  <a:srgbClr val="1F2937"/>
                </a:solidFill>
                <a:latin typeface="Calibri"/>
              </a:rPr>
              <a:t>interfaz, módulos y memoria</a:t>
            </a:r>
          </a:p>
        </p:txBody>
      </p:sp>
      <p:sp>
        <p:nvSpPr>
          <p:cNvPr id="40" name="!!r-consistencia:744adbacad"/>
          <p:cNvSpPr/>
          <p:nvPr/>
        </p:nvSpPr>
        <p:spPr>
          <a:xfrm>
            <a:off x="2928556" y="2713863"/>
            <a:ext cx="873696" cy="72885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consistencia:744adbacad·2"/>
          <p:cNvSpPr/>
          <p:nvPr/>
        </p:nvSpPr>
        <p:spPr>
          <a:xfrm>
            <a:off x="2928556" y="3436366"/>
            <a:ext cx="8736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consistencia:b8e010a8a6"/>
          <p:cNvSpPr txBox="1"/>
          <p:nvPr/>
        </p:nvSpPr>
        <p:spPr>
          <a:xfrm>
            <a:off x="3042856" y="2799499"/>
            <a:ext cx="695896"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PI-1</a:t>
            </a:r>
          </a:p>
        </p:txBody>
      </p:sp>
      <p:sp>
        <p:nvSpPr>
          <p:cNvPr id="43" name="!!r-consistencia:d47940e12d"/>
          <p:cNvSpPr/>
          <p:nvPr/>
        </p:nvSpPr>
        <p:spPr>
          <a:xfrm>
            <a:off x="3802253" y="2713863"/>
            <a:ext cx="2730500" cy="72885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consistencia:d47940e12d·2"/>
          <p:cNvSpPr/>
          <p:nvPr/>
        </p:nvSpPr>
        <p:spPr>
          <a:xfrm>
            <a:off x="3802253" y="3436366"/>
            <a:ext cx="2730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consistencia:02e1e51250"/>
          <p:cNvSpPr txBox="1"/>
          <p:nvPr/>
        </p:nvSpPr>
        <p:spPr>
          <a:xfrm>
            <a:off x="3916553" y="2799499"/>
            <a:ext cx="2552700" cy="54483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Variable independiente en su nivel de</a:t>
            </a:r>
            <a:br/>
            <a:r>
              <a:rPr sz="1100" b="0" i="0">
                <a:solidFill>
                  <a:srgbClr val="1F2937"/>
                </a:solidFill>
                <a:latin typeface="Calibri"/>
              </a:rPr>
              <a:t>procedimiento a la vista; etapas expuestas;</a:t>
            </a:r>
            <a:br/>
            <a:r>
              <a:rPr sz="1100" b="0" i="0">
                <a:solidFill>
                  <a:srgbClr val="1F2937"/>
                </a:solidFill>
                <a:latin typeface="Calibri"/>
              </a:rPr>
              <a:t>ida y vuelta de los formatos sin pérdida</a:t>
            </a:r>
          </a:p>
        </p:txBody>
      </p:sp>
      <p:sp>
        <p:nvSpPr>
          <p:cNvPr id="46" name="!!r-consistencia:7aae3805f1"/>
          <p:cNvSpPr/>
          <p:nvPr/>
        </p:nvSpPr>
        <p:spPr>
          <a:xfrm>
            <a:off x="6532753" y="2713863"/>
            <a:ext cx="3058096" cy="72885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consistencia:7aae3805f1·2"/>
          <p:cNvSpPr/>
          <p:nvPr/>
        </p:nvSpPr>
        <p:spPr>
          <a:xfrm>
            <a:off x="6532753" y="3436366"/>
            <a:ext cx="30580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consistencia:df8ea0d912"/>
          <p:cNvSpPr txBox="1"/>
          <p:nvPr/>
        </p:nvSpPr>
        <p:spPr>
          <a:xfrm>
            <a:off x="6647053" y="2799499"/>
            <a:ext cx="2886138" cy="36322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Método de la ciencia del diseño (actividad 3):</a:t>
            </a:r>
            <a:br/>
            <a:r>
              <a:rPr sz="1100" b="0" i="0">
                <a:solidFill>
                  <a:srgbClr val="1F2937"/>
                </a:solidFill>
                <a:latin typeface="Calibri"/>
              </a:rPr>
              <a:t>desarrollo iterativo con pruebas automáticas</a:t>
            </a:r>
          </a:p>
        </p:txBody>
      </p:sp>
      <p:sp>
        <p:nvSpPr>
          <p:cNvPr id="49" name="!!r-consistencia:265bd3941a"/>
          <p:cNvSpPr/>
          <p:nvPr/>
        </p:nvSpPr>
        <p:spPr>
          <a:xfrm>
            <a:off x="9590913" y="2713863"/>
            <a:ext cx="1966150" cy="72885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consistencia:265bd3941a·2"/>
          <p:cNvSpPr/>
          <p:nvPr/>
        </p:nvSpPr>
        <p:spPr>
          <a:xfrm>
            <a:off x="9590913" y="3436366"/>
            <a:ext cx="19661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consistencia:5f09420451"/>
          <p:cNvSpPr txBox="1"/>
          <p:nvPr/>
        </p:nvSpPr>
        <p:spPr>
          <a:xfrm>
            <a:off x="9705213" y="2799499"/>
            <a:ext cx="1788350"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 2.2; § 3.3; § 3.6.1</a:t>
            </a:r>
          </a:p>
        </p:txBody>
      </p:sp>
      <p:sp>
        <p:nvSpPr>
          <p:cNvPr id="52" name="!!r-consistencia:d6bfccda2c"/>
          <p:cNvSpPr/>
          <p:nvPr/>
        </p:nvSpPr>
        <p:spPr>
          <a:xfrm>
            <a:off x="635000" y="3442716"/>
            <a:ext cx="2293556"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consistencia:d6bfccda2c·2"/>
          <p:cNvSpPr/>
          <p:nvPr/>
        </p:nvSpPr>
        <p:spPr>
          <a:xfrm>
            <a:off x="635000" y="4346829"/>
            <a:ext cx="229355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consistencia:a4f920e0c1"/>
          <p:cNvSpPr txBox="1"/>
          <p:nvPr/>
        </p:nvSpPr>
        <p:spPr>
          <a:xfrm>
            <a:off x="749300" y="3528352"/>
            <a:ext cx="2115756" cy="181610"/>
          </a:xfrm>
          <a:prstGeom prst="rect">
            <a:avLst/>
          </a:prstGeom>
          <a:noFill/>
        </p:spPr>
        <p:txBody>
          <a:bodyPr wrap="square" lIns="0" rIns="0" tIns="0" bIns="0" anchor="t"/>
          <a:lstStyle/>
          <a:p>
            <a:pPr algn="l">
              <a:lnSpc>
                <a:spcPts val="1430"/>
              </a:lnSpc>
              <a:spcBef>
                <a:spcPts val="0"/>
              </a:spcBef>
              <a:spcAft>
                <a:spcPts val="0"/>
              </a:spcAft>
            </a:pPr>
            <a:r>
              <a:rPr sz="1100" b="1" i="0">
                <a:solidFill>
                  <a:srgbClr val="E8741A"/>
                </a:solidFill>
                <a:latin typeface="Calibri"/>
              </a:rPr>
              <a:t>3.</a:t>
            </a:r>
            <a:r>
              <a:rPr sz="1100" b="0" i="0">
                <a:solidFill>
                  <a:srgbClr val="1F2937"/>
                </a:solidFill>
                <a:latin typeface="Calibri"/>
              </a:rPr>
              <a:t> Verificar y validar EduFEM</a:t>
            </a:r>
          </a:p>
        </p:txBody>
      </p:sp>
      <p:sp>
        <p:nvSpPr>
          <p:cNvPr id="55" name="!!r-consistencia:c19e627436"/>
          <p:cNvSpPr/>
          <p:nvPr/>
        </p:nvSpPr>
        <p:spPr>
          <a:xfrm>
            <a:off x="2928556" y="3442716"/>
            <a:ext cx="873696"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consistencia:c19e627436·2"/>
          <p:cNvSpPr/>
          <p:nvPr/>
        </p:nvSpPr>
        <p:spPr>
          <a:xfrm>
            <a:off x="2928556" y="4346829"/>
            <a:ext cx="8736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consistencia:2bfe16ee83"/>
          <p:cNvSpPr txBox="1"/>
          <p:nvPr/>
        </p:nvSpPr>
        <p:spPr>
          <a:xfrm>
            <a:off x="3042856" y="3528352"/>
            <a:ext cx="695896"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PI-1 y PI-2</a:t>
            </a:r>
          </a:p>
        </p:txBody>
      </p:sp>
      <p:sp>
        <p:nvSpPr>
          <p:cNvPr id="58" name="!!r-consistencia:34eeae3d15"/>
          <p:cNvSpPr/>
          <p:nvPr/>
        </p:nvSpPr>
        <p:spPr>
          <a:xfrm>
            <a:off x="3802253" y="3442716"/>
            <a:ext cx="2730500"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consistencia:34eeae3d15·2"/>
          <p:cNvSpPr/>
          <p:nvPr/>
        </p:nvSpPr>
        <p:spPr>
          <a:xfrm>
            <a:off x="3802253" y="4346829"/>
            <a:ext cx="27305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consistencia:444cc0e22d"/>
          <p:cNvSpPr txBox="1"/>
          <p:nvPr/>
        </p:nvSpPr>
        <p:spPr>
          <a:xfrm>
            <a:off x="3916553" y="3528352"/>
            <a:ext cx="2552700" cy="72644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Variable dependiente: trazabilidad</a:t>
            </a:r>
            <a:br/>
            <a:r>
              <a:rPr sz="1100" b="0" i="0">
                <a:solidFill>
                  <a:srgbClr val="1F2937"/>
                </a:solidFill>
                <a:latin typeface="Calibri"/>
              </a:rPr>
              <a:t>(cobertura del procedimiento y del</a:t>
            </a:r>
            <a:br/>
            <a:r>
              <a:rPr sz="1100" b="0" i="0">
                <a:solidFill>
                  <a:srgbClr val="1F2937"/>
                </a:solidFill>
                <a:latin typeface="Calibri"/>
              </a:rPr>
              <a:t>contenido) y verificabilidad (tasas, errores,</a:t>
            </a:r>
            <a:br/>
            <a:r>
              <a:rPr sz="1100" b="0" i="0">
                <a:solidFill>
                  <a:srgbClr val="1F2937"/>
                </a:solidFill>
                <a:latin typeface="Calibri"/>
              </a:rPr>
              <a:t>equilibrio, bloqueo por cortante)</a:t>
            </a:r>
          </a:p>
        </p:txBody>
      </p:sp>
      <p:sp>
        <p:nvSpPr>
          <p:cNvPr id="61" name="!!r-consistencia:78ed397de3"/>
          <p:cNvSpPr/>
          <p:nvPr/>
        </p:nvSpPr>
        <p:spPr>
          <a:xfrm>
            <a:off x="6532753" y="3442716"/>
            <a:ext cx="3058096"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consistencia:78ed397de3·2"/>
          <p:cNvSpPr/>
          <p:nvPr/>
        </p:nvSpPr>
        <p:spPr>
          <a:xfrm>
            <a:off x="6532753" y="4346829"/>
            <a:ext cx="305809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consistencia:1f7f21eec0"/>
          <p:cNvSpPr txBox="1"/>
          <p:nvPr/>
        </p:nvSpPr>
        <p:spPr>
          <a:xfrm>
            <a:off x="6647053" y="3528352"/>
            <a:ext cx="2886138" cy="72644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Inventario de módulos; tabla de cobertura de</a:t>
            </a:r>
            <a:br/>
            <a:r>
              <a:rPr sz="1100" b="0" i="0">
                <a:solidFill>
                  <a:srgbClr val="1F2937"/>
                </a:solidFill>
                <a:latin typeface="Calibri"/>
              </a:rPr>
              <a:t>contenido; soluciones manufacturadas; viga de</a:t>
            </a:r>
            <a:br/>
            <a:r>
              <a:rPr sz="1100" b="0" i="0">
                <a:solidFill>
                  <a:srgbClr val="1F2937"/>
                </a:solidFill>
                <a:latin typeface="Calibri"/>
              </a:rPr>
              <a:t>Timoshenko; membrana de Cook; SAP2000;</a:t>
            </a:r>
            <a:br/>
            <a:r>
              <a:rPr sz="1100" b="0" i="0">
                <a:solidFill>
                  <a:srgbClr val="1F2937"/>
                </a:solidFill>
                <a:latin typeface="Calibri"/>
              </a:rPr>
              <a:t>ejemplo guía</a:t>
            </a:r>
          </a:p>
        </p:txBody>
      </p:sp>
      <p:sp>
        <p:nvSpPr>
          <p:cNvPr id="64" name="!!r-consistencia:d401fa8738"/>
          <p:cNvSpPr/>
          <p:nvPr/>
        </p:nvSpPr>
        <p:spPr>
          <a:xfrm>
            <a:off x="9590913" y="3442716"/>
            <a:ext cx="1966150" cy="9104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consistencia:d401fa8738·2"/>
          <p:cNvSpPr/>
          <p:nvPr/>
        </p:nvSpPr>
        <p:spPr>
          <a:xfrm>
            <a:off x="9590913" y="4346829"/>
            <a:ext cx="196615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consistencia:985617adf5"/>
          <p:cNvSpPr txBox="1"/>
          <p:nvPr/>
        </p:nvSpPr>
        <p:spPr>
          <a:xfrm>
            <a:off x="9705213" y="3528352"/>
            <a:ext cx="1788350" cy="181610"/>
          </a:xfrm>
          <a:prstGeom prst="rect">
            <a:avLst/>
          </a:prstGeom>
          <a:noFill/>
        </p:spPr>
        <p:txBody>
          <a:bodyPr wrap="square" lIns="0" rIns="0" tIns="0" bIns="0" anchor="t"/>
          <a:lstStyle/>
          <a:p>
            <a:pPr algn="l">
              <a:lnSpc>
                <a:spcPts val="1430"/>
              </a:lnSpc>
              <a:spcBef>
                <a:spcPts val="0"/>
              </a:spcBef>
              <a:spcAft>
                <a:spcPts val="0"/>
              </a:spcAft>
            </a:pPr>
            <a:r>
              <a:rPr sz="1100" b="0" i="0">
                <a:solidFill>
                  <a:srgbClr val="1F2937"/>
                </a:solidFill>
                <a:latin typeface="Calibri"/>
              </a:rPr>
              <a:t>Capítulo 3; Anexo G</a:t>
            </a:r>
          </a:p>
        </p:txBody>
      </p:sp>
      <p:sp>
        <p:nvSpPr>
          <p:cNvPr id="67" name="!!r-consistencia:dcf3e51665"/>
          <p:cNvSpPr txBox="1"/>
          <p:nvPr/>
        </p:nvSpPr>
        <p:spPr>
          <a:xfrm>
            <a:off x="635000" y="4439825"/>
            <a:ext cx="11140440"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Cada pregunta corresponde a una cláusula de la hipótesis: PI-1 a la (a), trazabilidad, y PI-2 a la (b), verificabilidad.</a:t>
            </a:r>
          </a:p>
        </p:txBody>
      </p:sp>
      <p:sp>
        <p:nvSpPr>
          <p:cNvPr id="68"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ie-izq"/>
          <p:cNvSpPr txBox="1"/>
          <p:nvPr/>
        </p:nvSpPr>
        <p:spPr>
          <a:xfrm>
            <a:off x="565150" y="6535420"/>
            <a:ext cx="502805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71" name="!!pie-cen"/>
          <p:cNvSpPr txBox="1"/>
          <p:nvPr/>
        </p:nvSpPr>
        <p:spPr>
          <a:xfrm>
            <a:off x="5469255" y="6535420"/>
            <a:ext cx="1253554"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2.1.3 · Tabla 2.3</a:t>
            </a:r>
          </a:p>
        </p:txBody>
      </p:sp>
      <p:sp>
        <p:nvSpPr>
          <p:cNvPr id="72" name="!!pie-der"/>
          <p:cNvSpPr txBox="1"/>
          <p:nvPr/>
        </p:nvSpPr>
        <p:spPr>
          <a:xfrm>
            <a:off x="6598793" y="6535420"/>
            <a:ext cx="502805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73"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slow">
    <p:circle/>
  </p:transition>
</p:sld>
</file>

<file path=ppt/slides/slide3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Licencia: código MIT, dependencias libres</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licencia:4290d3e99f"/>
          <p:cNvSpPr/>
          <p:nvPr/>
        </p:nvSpPr>
        <p:spPr>
          <a:xfrm>
            <a:off x="638175" y="1438275"/>
            <a:ext cx="5340350" cy="1892490"/>
          </a:xfrm>
          <a:prstGeom prst="roundRect">
            <a:avLst>
              <a:gd name="adj" fmla="val 3858"/>
            </a:avLst>
          </a:prstGeom>
          <a:solidFill>
            <a:srgbClr val="F6F8FC"/>
          </a:solidFill>
          <a:ln w="6350">
            <a:solidFill>
              <a:srgbClr val="F3C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licencia:3f432e346b"/>
          <p:cNvSpPr/>
          <p:nvPr/>
        </p:nvSpPr>
        <p:spPr>
          <a:xfrm>
            <a:off x="641350" y="1441450"/>
            <a:ext cx="5334000" cy="38100"/>
          </a:xfrm>
          <a:prstGeom prst="round2SameRect">
            <a:avLst>
              <a:gd name="adj1" fmla="val 50000"/>
              <a:gd name="adj2" fmla="val 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licencia:726b2ccbf7"/>
          <p:cNvSpPr txBox="1"/>
          <p:nvPr/>
        </p:nvSpPr>
        <p:spPr>
          <a:xfrm>
            <a:off x="857250" y="1638555"/>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Código de EduFEM · Tabla 1.1 y requisito 5</a:t>
            </a:r>
          </a:p>
        </p:txBody>
      </p:sp>
      <p:sp>
        <p:nvSpPr>
          <p:cNvPr id="10" name="!!r-licencia:f45e662d26"/>
          <p:cNvSpPr txBox="1"/>
          <p:nvPr/>
        </p:nvSpPr>
        <p:spPr>
          <a:xfrm>
            <a:off x="857250" y="1919862"/>
            <a:ext cx="5000244" cy="298704"/>
          </a:xfrm>
          <a:prstGeom prst="rect">
            <a:avLst/>
          </a:prstGeom>
          <a:noFill/>
        </p:spPr>
        <p:txBody>
          <a:bodyPr wrap="square" lIns="0" rIns="0" tIns="0" bIns="0" anchor="t"/>
          <a:lstStyle/>
          <a:p>
            <a:pPr algn="l">
              <a:lnSpc>
                <a:spcPts val="2352"/>
              </a:lnSpc>
              <a:spcBef>
                <a:spcPts val="0"/>
              </a:spcBef>
              <a:spcAft>
                <a:spcPts val="0"/>
              </a:spcAft>
            </a:pPr>
            <a:r>
              <a:rPr sz="2100" b="1" i="0">
                <a:solidFill>
                  <a:srgbClr val="1B2A4A"/>
                </a:solidFill>
                <a:latin typeface="Calibri"/>
              </a:rPr>
              <a:t>MIT</a:t>
            </a:r>
          </a:p>
        </p:txBody>
      </p:sp>
      <p:sp>
        <p:nvSpPr>
          <p:cNvPr id="11" name="!!r-licencia:9acf353703"/>
          <p:cNvSpPr txBox="1"/>
          <p:nvPr/>
        </p:nvSpPr>
        <p:spPr>
          <a:xfrm>
            <a:off x="857250" y="2277650"/>
            <a:ext cx="5000244"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Repositorio público: cualquiera puede usarlo, modificarlo y redistribuirlo.</a:t>
            </a:r>
          </a:p>
        </p:txBody>
      </p:sp>
      <p:sp>
        <p:nvSpPr>
          <p:cNvPr id="12" name="!!r-licencia:dfb6bfe686"/>
          <p:cNvSpPr/>
          <p:nvPr/>
        </p:nvSpPr>
        <p:spPr>
          <a:xfrm>
            <a:off x="6213475" y="1438275"/>
            <a:ext cx="5340350" cy="1892490"/>
          </a:xfrm>
          <a:prstGeom prst="roundRect">
            <a:avLst>
              <a:gd name="adj" fmla="val 3858"/>
            </a:avLst>
          </a:prstGeom>
          <a:solidFill>
            <a:srgbClr val="F6F8FC"/>
          </a:solidFill>
          <a:ln w="6350">
            <a:solidFill>
              <a:srgbClr val="B8D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licencia:c18966fc7d"/>
          <p:cNvSpPr/>
          <p:nvPr/>
        </p:nvSpPr>
        <p:spPr>
          <a:xfrm>
            <a:off x="6216650" y="1441450"/>
            <a:ext cx="5334000" cy="38100"/>
          </a:xfrm>
          <a:prstGeom prst="round2SameRect">
            <a:avLst>
              <a:gd name="adj1" fmla="val 50000"/>
              <a:gd name="adj2" fmla="val 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licencia:a22d02f95b"/>
          <p:cNvSpPr txBox="1"/>
          <p:nvPr/>
        </p:nvSpPr>
        <p:spPr>
          <a:xfrm>
            <a:off x="6432550" y="1638555"/>
            <a:ext cx="5000244"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Paquete binario · nota de la Tabla 2.5</a:t>
            </a:r>
          </a:p>
        </p:txBody>
      </p:sp>
      <p:sp>
        <p:nvSpPr>
          <p:cNvPr id="15" name="!!r-licencia:20a7768066"/>
          <p:cNvSpPr txBox="1"/>
          <p:nvPr/>
        </p:nvSpPr>
        <p:spPr>
          <a:xfrm>
            <a:off x="6432550" y="1919862"/>
            <a:ext cx="5000244" cy="298704"/>
          </a:xfrm>
          <a:prstGeom prst="rect">
            <a:avLst/>
          </a:prstGeom>
          <a:noFill/>
        </p:spPr>
        <p:txBody>
          <a:bodyPr wrap="square" lIns="0" rIns="0" tIns="0" bIns="0" anchor="t"/>
          <a:lstStyle/>
          <a:p>
            <a:pPr algn="l">
              <a:lnSpc>
                <a:spcPts val="2352"/>
              </a:lnSpc>
              <a:spcBef>
                <a:spcPts val="0"/>
              </a:spcBef>
              <a:spcAft>
                <a:spcPts val="0"/>
              </a:spcAft>
            </a:pPr>
            <a:r>
              <a:rPr sz="2100" b="1" i="0">
                <a:solidFill>
                  <a:srgbClr val="1B2A4A"/>
                </a:solidFill>
                <a:latin typeface="Calibri"/>
              </a:rPr>
              <a:t>+ avisos de terceros</a:t>
            </a:r>
          </a:p>
        </p:txBody>
      </p:sp>
      <p:sp>
        <p:nvSpPr>
          <p:cNvPr id="16" name="!!r-licencia:2fd301686a"/>
          <p:cNvSpPr txBox="1"/>
          <p:nvPr/>
        </p:nvSpPr>
        <p:spPr>
          <a:xfrm>
            <a:off x="6432550" y="2277650"/>
            <a:ext cx="5000244" cy="857250"/>
          </a:xfrm>
          <a:prstGeom prst="rect">
            <a:avLst/>
          </a:prstGeom>
          <a:noFill/>
        </p:spPr>
        <p:txBody>
          <a:bodyPr wrap="square" lIns="0" rIns="0" tIns="0" bIns="0" anchor="t"/>
          <a:lstStyle/>
          <a:p>
            <a:pPr algn="l">
              <a:lnSpc>
                <a:spcPts val="1688"/>
              </a:lnSpc>
              <a:spcBef>
                <a:spcPts val="0"/>
              </a:spcBef>
              <a:spcAft>
                <a:spcPts val="0"/>
              </a:spcAft>
            </a:pPr>
            <a:r>
              <a:rPr sz="1250" b="0" i="0">
                <a:solidFill>
                  <a:srgbClr val="3F4A5A"/>
                </a:solidFill>
                <a:latin typeface="Calibri"/>
              </a:rPr>
              <a:t>Bibliotecas con licencias permisivas; PyInstaller, con una excepción que deja</a:t>
            </a:r>
            <a:br/>
            <a:r>
              <a:rPr sz="1250" b="0" i="0">
                <a:solidFill>
                  <a:srgbClr val="3F4A5A"/>
                </a:solidFill>
                <a:latin typeface="Calibri"/>
              </a:rPr>
              <a:t>libre el programa empaquetado; TeX Live, invocado como proceso aparte.</a:t>
            </a:r>
            <a:br/>
            <a:r>
              <a:rPr sz="1250" b="0" i="0">
                <a:solidFill>
                  <a:srgbClr val="3F4A5A"/>
                </a:solidFill>
                <a:latin typeface="Calibri"/>
              </a:rPr>
              <a:t>PyMuPDF (AGPL-3.0) se retiró del instalador (§ 2.1.1). Avisos en LICENCIAS-</a:t>
            </a:r>
            <a:br/>
            <a:r>
              <a:rPr sz="1250" b="0" i="0">
                <a:solidFill>
                  <a:srgbClr val="3F4A5A"/>
                </a:solidFill>
                <a:latin typeface="Calibri"/>
              </a:rPr>
              <a:t>TERCEROS.txt.</a:t>
            </a:r>
          </a:p>
        </p:txBody>
      </p:sp>
      <p:sp>
        <p:nvSpPr>
          <p:cNvPr id="17" name="!!r-licencia:4e7c468648"/>
          <p:cNvSpPr/>
          <p:nvPr/>
        </p:nvSpPr>
        <p:spPr>
          <a:xfrm>
            <a:off x="635000" y="3524440"/>
            <a:ext cx="10922000" cy="538480"/>
          </a:xfrm>
          <a:prstGeom prst="roundRect">
            <a:avLst>
              <a:gd name="adj" fmla="val 9433"/>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licencia:4e7c468648·2"/>
          <p:cNvSpPr/>
          <p:nvPr/>
        </p:nvSpPr>
        <p:spPr>
          <a:xfrm>
            <a:off x="635000" y="3524440"/>
            <a:ext cx="50800" cy="53848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licencia:870856547c"/>
          <p:cNvSpPr txBox="1"/>
          <p:nvPr/>
        </p:nvSpPr>
        <p:spPr>
          <a:xfrm>
            <a:off x="876300" y="3641204"/>
            <a:ext cx="241110"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20" name="!!r-licencia:22d4cadfbc"/>
          <p:cNvSpPr txBox="1"/>
          <p:nvPr/>
        </p:nvSpPr>
        <p:spPr>
          <a:xfrm>
            <a:off x="1206310" y="3667409"/>
            <a:ext cx="9004364" cy="263398"/>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Ninguna licencia condiciona la de EduFEM ni exige pago al estudiante: es lo que pide el requisito 5.</a:t>
            </a:r>
          </a:p>
        </p:txBody>
      </p:sp>
      <p:sp>
        <p:nvSpPr>
          <p:cNvPr id="21"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e-izq"/>
          <p:cNvSpPr txBox="1"/>
          <p:nvPr/>
        </p:nvSpPr>
        <p:spPr>
          <a:xfrm>
            <a:off x="565150" y="6535420"/>
            <a:ext cx="4138486"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4" name="!!pie-cen"/>
          <p:cNvSpPr txBox="1"/>
          <p:nvPr/>
        </p:nvSpPr>
        <p:spPr>
          <a:xfrm>
            <a:off x="4593018" y="6535420"/>
            <a:ext cx="3005963"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Tabla 1.1 · § 2.2.1 (requisito 5) · nota de la Tabla 2.5</a:t>
            </a:r>
          </a:p>
        </p:txBody>
      </p:sp>
      <p:sp>
        <p:nvSpPr>
          <p:cNvPr id="25" name="!!pie-der"/>
          <p:cNvSpPr txBox="1"/>
          <p:nvPr/>
        </p:nvSpPr>
        <p:spPr>
          <a:xfrm>
            <a:off x="7488364" y="6535420"/>
            <a:ext cx="4138486"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26"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slow">
    <p:circle/>
  </p:transition>
</p:sld>
</file>

<file path=ppt/slides/slide4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Viga de Timoshenko: ¿y el cortante?</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secundarias:cc6c173f50"/>
          <p:cNvSpPr/>
          <p:nvPr/>
        </p:nvSpPr>
        <p:spPr>
          <a:xfrm>
            <a:off x="635000" y="1435100"/>
            <a:ext cx="900494"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secundarias:cc6c173f50·2"/>
          <p:cNvSpPr/>
          <p:nvPr/>
        </p:nvSpPr>
        <p:spPr>
          <a:xfrm>
            <a:off x="635000" y="1784350"/>
            <a:ext cx="900494"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secundarias:2a40d3d059"/>
          <p:cNvSpPr txBox="1"/>
          <p:nvPr/>
        </p:nvSpPr>
        <p:spPr>
          <a:xfrm>
            <a:off x="749300" y="1528912"/>
            <a:ext cx="722694"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Punto</a:t>
            </a:r>
          </a:p>
        </p:txBody>
      </p:sp>
      <p:sp>
        <p:nvSpPr>
          <p:cNvPr id="10" name="!!r-secundarias:74e66f61b8"/>
          <p:cNvSpPr/>
          <p:nvPr/>
        </p:nvSpPr>
        <p:spPr>
          <a:xfrm>
            <a:off x="1535494" y="1435100"/>
            <a:ext cx="1239710"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secundarias:74e66f61b8·2"/>
          <p:cNvSpPr/>
          <p:nvPr/>
        </p:nvSpPr>
        <p:spPr>
          <a:xfrm>
            <a:off x="1535494" y="1784350"/>
            <a:ext cx="1239710"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secundarias:c03f34a751"/>
          <p:cNvSpPr txBox="1"/>
          <p:nvPr/>
        </p:nvSpPr>
        <p:spPr>
          <a:xfrm>
            <a:off x="1649794" y="1528912"/>
            <a:ext cx="1061910" cy="170561"/>
          </a:xfrm>
          <a:prstGeom prst="rect">
            <a:avLst/>
          </a:prstGeom>
          <a:noFill/>
        </p:spPr>
        <p:txBody>
          <a:bodyPr wrap="square" lIns="0" rIns="0" tIns="0" bIns="0" anchor="t"/>
          <a:lstStyle/>
          <a:p>
            <a:pPr algn="l">
              <a:lnSpc>
                <a:spcPts val="1343"/>
              </a:lnSpc>
              <a:spcBef>
                <a:spcPts val="0"/>
              </a:spcBef>
              <a:spcAft>
                <a:spcPts val="0"/>
              </a:spcAft>
            </a:pPr>
            <a:r>
              <a:rPr sz="1100" b="1" i="0">
                <a:solidFill>
                  <a:srgbClr val="1B2A4A"/>
                </a:solidFill>
                <a:latin typeface="Calibri"/>
              </a:rPr>
              <a:t>Magnitud</a:t>
            </a:r>
          </a:p>
        </p:txBody>
      </p:sp>
      <p:sp>
        <p:nvSpPr>
          <p:cNvPr id="13" name="!!r-secundarias:867dbe0e3e"/>
          <p:cNvSpPr/>
          <p:nvPr/>
        </p:nvSpPr>
        <p:spPr>
          <a:xfrm>
            <a:off x="2775268" y="1435100"/>
            <a:ext cx="1223582"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secundarias:867dbe0e3e·2"/>
          <p:cNvSpPr/>
          <p:nvPr/>
        </p:nvSpPr>
        <p:spPr>
          <a:xfrm>
            <a:off x="2775268" y="1784350"/>
            <a:ext cx="122358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secundarias:4efb590b93"/>
          <p:cNvSpPr txBox="1"/>
          <p:nvPr/>
        </p:nvSpPr>
        <p:spPr>
          <a:xfrm>
            <a:off x="2838768" y="1528912"/>
            <a:ext cx="1045782"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EduFEM</a:t>
            </a:r>
          </a:p>
        </p:txBody>
      </p:sp>
      <p:sp>
        <p:nvSpPr>
          <p:cNvPr id="16" name="!!r-secundarias:e74149a64d"/>
          <p:cNvSpPr/>
          <p:nvPr/>
        </p:nvSpPr>
        <p:spPr>
          <a:xfrm>
            <a:off x="3998786" y="1435100"/>
            <a:ext cx="1223582"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secundarias:e74149a64d·2"/>
          <p:cNvSpPr/>
          <p:nvPr/>
        </p:nvSpPr>
        <p:spPr>
          <a:xfrm>
            <a:off x="3998786" y="1784350"/>
            <a:ext cx="122358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secundarias:f0984a1df4"/>
          <p:cNvSpPr txBox="1"/>
          <p:nvPr/>
        </p:nvSpPr>
        <p:spPr>
          <a:xfrm>
            <a:off x="4062286" y="1528912"/>
            <a:ext cx="1045782"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Analítica</a:t>
            </a:r>
          </a:p>
        </p:txBody>
      </p:sp>
      <p:sp>
        <p:nvSpPr>
          <p:cNvPr id="19" name="!!r-secundarias:6ac0f85484"/>
          <p:cNvSpPr/>
          <p:nvPr/>
        </p:nvSpPr>
        <p:spPr>
          <a:xfrm>
            <a:off x="5222367" y="1435100"/>
            <a:ext cx="1223582"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secundarias:6ac0f85484·2"/>
          <p:cNvSpPr/>
          <p:nvPr/>
        </p:nvSpPr>
        <p:spPr>
          <a:xfrm>
            <a:off x="5222367" y="1784350"/>
            <a:ext cx="1223582"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secundarias:7c7e1b8417"/>
          <p:cNvSpPr txBox="1"/>
          <p:nvPr/>
        </p:nvSpPr>
        <p:spPr>
          <a:xfrm>
            <a:off x="5285867" y="1528912"/>
            <a:ext cx="1045782"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SAP2000</a:t>
            </a:r>
          </a:p>
        </p:txBody>
      </p:sp>
      <p:sp>
        <p:nvSpPr>
          <p:cNvPr id="22" name="!!r-secundarias:918eaf9707"/>
          <p:cNvSpPr/>
          <p:nvPr/>
        </p:nvSpPr>
        <p:spPr>
          <a:xfrm>
            <a:off x="6445948" y="1435100"/>
            <a:ext cx="2607564"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secundarias:918eaf9707·2"/>
          <p:cNvSpPr/>
          <p:nvPr/>
        </p:nvSpPr>
        <p:spPr>
          <a:xfrm>
            <a:off x="6445948" y="1784350"/>
            <a:ext cx="2607564"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secundarias:eef11a606d"/>
          <p:cNvSpPr txBox="1"/>
          <p:nvPr/>
        </p:nvSpPr>
        <p:spPr>
          <a:xfrm>
            <a:off x="6509448" y="1528912"/>
            <a:ext cx="2429764"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Error frente a la analítica</a:t>
            </a:r>
          </a:p>
        </p:txBody>
      </p:sp>
      <p:sp>
        <p:nvSpPr>
          <p:cNvPr id="25" name="!!r-secundarias:d3fa454b39"/>
          <p:cNvSpPr/>
          <p:nvPr/>
        </p:nvSpPr>
        <p:spPr>
          <a:xfrm>
            <a:off x="9053512" y="1435100"/>
            <a:ext cx="2503488" cy="368300"/>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secundarias:d3fa454b39·2"/>
          <p:cNvSpPr/>
          <p:nvPr/>
        </p:nvSpPr>
        <p:spPr>
          <a:xfrm>
            <a:off x="9053512" y="1784350"/>
            <a:ext cx="2503488" cy="19050"/>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secundarias:2a70c5741a"/>
          <p:cNvSpPr txBox="1"/>
          <p:nvPr/>
        </p:nvSpPr>
        <p:spPr>
          <a:xfrm>
            <a:off x="9117012" y="1528912"/>
            <a:ext cx="2325688" cy="170561"/>
          </a:xfrm>
          <a:prstGeom prst="rect">
            <a:avLst/>
          </a:prstGeom>
          <a:noFill/>
        </p:spPr>
        <p:txBody>
          <a:bodyPr wrap="square" lIns="0" rIns="0" tIns="0" bIns="0" anchor="t"/>
          <a:lstStyle/>
          <a:p>
            <a:pPr algn="r">
              <a:lnSpc>
                <a:spcPts val="1343"/>
              </a:lnSpc>
              <a:spcBef>
                <a:spcPts val="0"/>
              </a:spcBef>
              <a:spcAft>
                <a:spcPts val="0"/>
              </a:spcAft>
            </a:pPr>
            <a:r>
              <a:rPr sz="1100" b="1" i="0">
                <a:solidFill>
                  <a:srgbClr val="1B2A4A"/>
                </a:solidFill>
                <a:latin typeface="Calibri"/>
              </a:rPr>
              <a:t>Diferencia con SAP2000</a:t>
            </a:r>
          </a:p>
        </p:txBody>
      </p:sp>
      <p:sp>
        <p:nvSpPr>
          <p:cNvPr id="28" name="!!r-secundarias:0f17f57467"/>
          <p:cNvSpPr/>
          <p:nvPr/>
        </p:nvSpPr>
        <p:spPr>
          <a:xfrm>
            <a:off x="635000" y="1803400"/>
            <a:ext cx="900494"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secundarias:0f17f57467·2"/>
          <p:cNvSpPr/>
          <p:nvPr/>
        </p:nvSpPr>
        <p:spPr>
          <a:xfrm>
            <a:off x="635000" y="2194242"/>
            <a:ext cx="90049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secundarias:649065a8bd"/>
          <p:cNvSpPr txBox="1"/>
          <p:nvPr/>
        </p:nvSpPr>
        <p:spPr>
          <a:xfrm>
            <a:off x="749300" y="1908778"/>
            <a:ext cx="722694"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A</a:t>
            </a:r>
          </a:p>
        </p:txBody>
      </p:sp>
      <p:sp>
        <p:nvSpPr>
          <p:cNvPr id="31" name="!!r-secundarias:d6637f7eed"/>
          <p:cNvSpPr/>
          <p:nvPr/>
        </p:nvSpPr>
        <p:spPr>
          <a:xfrm>
            <a:off x="1535494" y="1803400"/>
            <a:ext cx="1239710"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secundarias:d6637f7eed·2"/>
          <p:cNvSpPr/>
          <p:nvPr/>
        </p:nvSpPr>
        <p:spPr>
          <a:xfrm>
            <a:off x="1535494" y="2194242"/>
            <a:ext cx="12397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secundarias:0e0225efe8"/>
          <p:cNvSpPr txBox="1"/>
          <p:nvPr/>
        </p:nvSpPr>
        <p:spPr>
          <a:xfrm>
            <a:off x="1649794" y="1893602"/>
            <a:ext cx="1061910"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σ</a:t>
            </a:r>
            <a:r>
              <a:rPr sz="1150" b="0" i="0" baseline="-25000">
                <a:solidFill>
                  <a:srgbClr val="1F2937"/>
                </a:solidFill>
                <a:latin typeface="Calibri"/>
              </a:rPr>
              <a:t>x</a:t>
            </a:r>
          </a:p>
        </p:txBody>
      </p:sp>
      <p:sp>
        <p:nvSpPr>
          <p:cNvPr id="34" name="!!r-secundarias:987fb6d7fe"/>
          <p:cNvSpPr/>
          <p:nvPr/>
        </p:nvSpPr>
        <p:spPr>
          <a:xfrm>
            <a:off x="2775268" y="1803400"/>
            <a:ext cx="1223582"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secundarias:987fb6d7fe·2"/>
          <p:cNvSpPr/>
          <p:nvPr/>
        </p:nvSpPr>
        <p:spPr>
          <a:xfrm>
            <a:off x="2775268" y="2194242"/>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secundarias:beca06bfbe"/>
          <p:cNvSpPr txBox="1"/>
          <p:nvPr/>
        </p:nvSpPr>
        <p:spPr>
          <a:xfrm>
            <a:off x="2838768" y="1908778"/>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127,8825</a:t>
            </a:r>
          </a:p>
        </p:txBody>
      </p:sp>
      <p:sp>
        <p:nvSpPr>
          <p:cNvPr id="37" name="!!r-secundarias:9be555a83a"/>
          <p:cNvSpPr/>
          <p:nvPr/>
        </p:nvSpPr>
        <p:spPr>
          <a:xfrm>
            <a:off x="3998786" y="1803400"/>
            <a:ext cx="1223582"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secundarias:9be555a83a·2"/>
          <p:cNvSpPr/>
          <p:nvPr/>
        </p:nvSpPr>
        <p:spPr>
          <a:xfrm>
            <a:off x="3998786" y="2194242"/>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secundarias:c8250591c0"/>
          <p:cNvSpPr txBox="1"/>
          <p:nvPr/>
        </p:nvSpPr>
        <p:spPr>
          <a:xfrm>
            <a:off x="4062286" y="1908778"/>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127,8542</a:t>
            </a:r>
          </a:p>
        </p:txBody>
      </p:sp>
      <p:sp>
        <p:nvSpPr>
          <p:cNvPr id="40" name="!!r-secundarias:415f6aa32a"/>
          <p:cNvSpPr/>
          <p:nvPr/>
        </p:nvSpPr>
        <p:spPr>
          <a:xfrm>
            <a:off x="5222367" y="1803400"/>
            <a:ext cx="1223582"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secundarias:415f6aa32a·2"/>
          <p:cNvSpPr/>
          <p:nvPr/>
        </p:nvSpPr>
        <p:spPr>
          <a:xfrm>
            <a:off x="5222367" y="2194242"/>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secundarias:f52fd87107"/>
          <p:cNvSpPr txBox="1"/>
          <p:nvPr/>
        </p:nvSpPr>
        <p:spPr>
          <a:xfrm>
            <a:off x="5285867" y="1908778"/>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127,8514</a:t>
            </a:r>
          </a:p>
        </p:txBody>
      </p:sp>
      <p:sp>
        <p:nvSpPr>
          <p:cNvPr id="43" name="!!r-secundarias:0b9c739849"/>
          <p:cNvSpPr/>
          <p:nvPr/>
        </p:nvSpPr>
        <p:spPr>
          <a:xfrm>
            <a:off x="6445948" y="1803400"/>
            <a:ext cx="2607564"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secundarias:0b9c739849·2"/>
          <p:cNvSpPr/>
          <p:nvPr/>
        </p:nvSpPr>
        <p:spPr>
          <a:xfrm>
            <a:off x="6445948" y="2194242"/>
            <a:ext cx="260756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secundarias:5cba4d1e4a"/>
          <p:cNvSpPr txBox="1"/>
          <p:nvPr/>
        </p:nvSpPr>
        <p:spPr>
          <a:xfrm>
            <a:off x="6509448" y="1908778"/>
            <a:ext cx="242976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0,02 %</a:t>
            </a:r>
          </a:p>
        </p:txBody>
      </p:sp>
      <p:sp>
        <p:nvSpPr>
          <p:cNvPr id="46" name="!!r-secundarias:04d9e3fa4a"/>
          <p:cNvSpPr/>
          <p:nvPr/>
        </p:nvSpPr>
        <p:spPr>
          <a:xfrm>
            <a:off x="9053512" y="1803400"/>
            <a:ext cx="2503488"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secundarias:04d9e3fa4a·2"/>
          <p:cNvSpPr/>
          <p:nvPr/>
        </p:nvSpPr>
        <p:spPr>
          <a:xfrm>
            <a:off x="9053512" y="2194242"/>
            <a:ext cx="250348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secundarias:6e3866651a"/>
          <p:cNvSpPr txBox="1"/>
          <p:nvPr/>
        </p:nvSpPr>
        <p:spPr>
          <a:xfrm>
            <a:off x="9117012" y="1908778"/>
            <a:ext cx="2325688"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0,02 %</a:t>
            </a:r>
          </a:p>
        </p:txBody>
      </p:sp>
      <p:sp>
        <p:nvSpPr>
          <p:cNvPr id="49" name="!!r-secundarias:a454303ae0"/>
          <p:cNvSpPr/>
          <p:nvPr/>
        </p:nvSpPr>
        <p:spPr>
          <a:xfrm>
            <a:off x="635000" y="2200592"/>
            <a:ext cx="900494"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secundarias:a454303ae0·2"/>
          <p:cNvSpPr/>
          <p:nvPr/>
        </p:nvSpPr>
        <p:spPr>
          <a:xfrm>
            <a:off x="635000" y="2591435"/>
            <a:ext cx="90049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secundarias:31e0abfbad"/>
          <p:cNvSpPr txBox="1"/>
          <p:nvPr/>
        </p:nvSpPr>
        <p:spPr>
          <a:xfrm>
            <a:off x="749300" y="2305907"/>
            <a:ext cx="722694"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B</a:t>
            </a:r>
          </a:p>
        </p:txBody>
      </p:sp>
      <p:sp>
        <p:nvSpPr>
          <p:cNvPr id="52" name="!!r-secundarias:a32bcf14ef"/>
          <p:cNvSpPr/>
          <p:nvPr/>
        </p:nvSpPr>
        <p:spPr>
          <a:xfrm>
            <a:off x="1535494" y="2200592"/>
            <a:ext cx="1239710"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secundarias:a32bcf14ef·2"/>
          <p:cNvSpPr/>
          <p:nvPr/>
        </p:nvSpPr>
        <p:spPr>
          <a:xfrm>
            <a:off x="1535494" y="2591435"/>
            <a:ext cx="12397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secundarias:500ccae518"/>
          <p:cNvSpPr txBox="1"/>
          <p:nvPr/>
        </p:nvSpPr>
        <p:spPr>
          <a:xfrm>
            <a:off x="1649794" y="2290731"/>
            <a:ext cx="1061910"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σ</a:t>
            </a:r>
            <a:r>
              <a:rPr sz="1150" b="0" i="0" baseline="-25000">
                <a:solidFill>
                  <a:srgbClr val="1F2937"/>
                </a:solidFill>
                <a:latin typeface="Calibri"/>
              </a:rPr>
              <a:t>x</a:t>
            </a:r>
          </a:p>
        </p:txBody>
      </p:sp>
      <p:sp>
        <p:nvSpPr>
          <p:cNvPr id="55" name="!!r-secundarias:e4e8d67f8f"/>
          <p:cNvSpPr/>
          <p:nvPr/>
        </p:nvSpPr>
        <p:spPr>
          <a:xfrm>
            <a:off x="2775268" y="2200592"/>
            <a:ext cx="1223582"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secundarias:e4e8d67f8f·2"/>
          <p:cNvSpPr/>
          <p:nvPr/>
        </p:nvSpPr>
        <p:spPr>
          <a:xfrm>
            <a:off x="2775268" y="2591435"/>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secundarias:d3ba8a91af"/>
          <p:cNvSpPr txBox="1"/>
          <p:nvPr/>
        </p:nvSpPr>
        <p:spPr>
          <a:xfrm>
            <a:off x="2838768" y="2305907"/>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−37,3410</a:t>
            </a:r>
          </a:p>
        </p:txBody>
      </p:sp>
      <p:sp>
        <p:nvSpPr>
          <p:cNvPr id="58" name="!!r-secundarias:13afe8e104"/>
          <p:cNvSpPr/>
          <p:nvPr/>
        </p:nvSpPr>
        <p:spPr>
          <a:xfrm>
            <a:off x="3998786" y="2200592"/>
            <a:ext cx="1223582"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secundarias:13afe8e104·2"/>
          <p:cNvSpPr/>
          <p:nvPr/>
        </p:nvSpPr>
        <p:spPr>
          <a:xfrm>
            <a:off x="3998786" y="2591435"/>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secundarias:1326f5d82d"/>
          <p:cNvSpPr txBox="1"/>
          <p:nvPr/>
        </p:nvSpPr>
        <p:spPr>
          <a:xfrm>
            <a:off x="4062286" y="2305907"/>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−37,3255</a:t>
            </a:r>
          </a:p>
        </p:txBody>
      </p:sp>
      <p:sp>
        <p:nvSpPr>
          <p:cNvPr id="61" name="!!r-secundarias:a0bfb17f3a"/>
          <p:cNvSpPr/>
          <p:nvPr/>
        </p:nvSpPr>
        <p:spPr>
          <a:xfrm>
            <a:off x="5222367" y="2200592"/>
            <a:ext cx="1223582"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secundarias:a0bfb17f3a·2"/>
          <p:cNvSpPr/>
          <p:nvPr/>
        </p:nvSpPr>
        <p:spPr>
          <a:xfrm>
            <a:off x="5222367" y="2591435"/>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secundarias:32475d1174"/>
          <p:cNvSpPr txBox="1"/>
          <p:nvPr/>
        </p:nvSpPr>
        <p:spPr>
          <a:xfrm>
            <a:off x="5285867" y="2305907"/>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−37,2640</a:t>
            </a:r>
          </a:p>
        </p:txBody>
      </p:sp>
      <p:sp>
        <p:nvSpPr>
          <p:cNvPr id="64" name="!!r-secundarias:cbbe3d4bfd"/>
          <p:cNvSpPr/>
          <p:nvPr/>
        </p:nvSpPr>
        <p:spPr>
          <a:xfrm>
            <a:off x="6445948" y="2200592"/>
            <a:ext cx="2607564"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secundarias:cbbe3d4bfd·2"/>
          <p:cNvSpPr/>
          <p:nvPr/>
        </p:nvSpPr>
        <p:spPr>
          <a:xfrm>
            <a:off x="6445948" y="2591435"/>
            <a:ext cx="260756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secundarias:70f1d952e2"/>
          <p:cNvSpPr txBox="1"/>
          <p:nvPr/>
        </p:nvSpPr>
        <p:spPr>
          <a:xfrm>
            <a:off x="6509448" y="2305907"/>
            <a:ext cx="242976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0,04 %</a:t>
            </a:r>
          </a:p>
        </p:txBody>
      </p:sp>
      <p:sp>
        <p:nvSpPr>
          <p:cNvPr id="67" name="!!r-secundarias:265cdd50e4"/>
          <p:cNvSpPr/>
          <p:nvPr/>
        </p:nvSpPr>
        <p:spPr>
          <a:xfrm>
            <a:off x="9053512" y="2200592"/>
            <a:ext cx="2503488" cy="397192"/>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secundarias:265cdd50e4·2"/>
          <p:cNvSpPr/>
          <p:nvPr/>
        </p:nvSpPr>
        <p:spPr>
          <a:xfrm>
            <a:off x="9053512" y="2591435"/>
            <a:ext cx="250348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secundarias:bffe30f24f"/>
          <p:cNvSpPr txBox="1"/>
          <p:nvPr/>
        </p:nvSpPr>
        <p:spPr>
          <a:xfrm>
            <a:off x="9117012" y="2305907"/>
            <a:ext cx="2325688"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0,21 %</a:t>
            </a:r>
          </a:p>
        </p:txBody>
      </p:sp>
      <p:sp>
        <p:nvSpPr>
          <p:cNvPr id="70" name="!!r-secundarias:62d970192a"/>
          <p:cNvSpPr/>
          <p:nvPr/>
        </p:nvSpPr>
        <p:spPr>
          <a:xfrm>
            <a:off x="635000" y="2597722"/>
            <a:ext cx="900494"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secundarias:62d970192a·2"/>
          <p:cNvSpPr/>
          <p:nvPr/>
        </p:nvSpPr>
        <p:spPr>
          <a:xfrm>
            <a:off x="635000" y="2988564"/>
            <a:ext cx="90049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secundarias:946f2786ab"/>
          <p:cNvSpPr txBox="1"/>
          <p:nvPr/>
        </p:nvSpPr>
        <p:spPr>
          <a:xfrm>
            <a:off x="749300" y="2703100"/>
            <a:ext cx="722694"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C</a:t>
            </a:r>
          </a:p>
        </p:txBody>
      </p:sp>
      <p:sp>
        <p:nvSpPr>
          <p:cNvPr id="73" name="!!r-secundarias:91e4bfdbf3"/>
          <p:cNvSpPr/>
          <p:nvPr/>
        </p:nvSpPr>
        <p:spPr>
          <a:xfrm>
            <a:off x="1535494" y="2597722"/>
            <a:ext cx="1239710"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secundarias:91e4bfdbf3·2"/>
          <p:cNvSpPr/>
          <p:nvPr/>
        </p:nvSpPr>
        <p:spPr>
          <a:xfrm>
            <a:off x="1535494" y="2988564"/>
            <a:ext cx="12397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secundarias:08007c8b27"/>
          <p:cNvSpPr txBox="1"/>
          <p:nvPr/>
        </p:nvSpPr>
        <p:spPr>
          <a:xfrm>
            <a:off x="1649794" y="2687923"/>
            <a:ext cx="1061910"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σ</a:t>
            </a:r>
            <a:r>
              <a:rPr sz="1150" b="0" i="0" baseline="-25000">
                <a:solidFill>
                  <a:srgbClr val="1F2937"/>
                </a:solidFill>
                <a:latin typeface="Calibri"/>
              </a:rPr>
              <a:t>x</a:t>
            </a:r>
          </a:p>
        </p:txBody>
      </p:sp>
      <p:sp>
        <p:nvSpPr>
          <p:cNvPr id="76" name="!!r-secundarias:6ec59faed1"/>
          <p:cNvSpPr/>
          <p:nvPr/>
        </p:nvSpPr>
        <p:spPr>
          <a:xfrm>
            <a:off x="2775268" y="2597722"/>
            <a:ext cx="1223582"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secundarias:6ec59faed1·2"/>
          <p:cNvSpPr/>
          <p:nvPr/>
        </p:nvSpPr>
        <p:spPr>
          <a:xfrm>
            <a:off x="2775268" y="2988564"/>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secundarias:750a837572"/>
          <p:cNvSpPr txBox="1"/>
          <p:nvPr/>
        </p:nvSpPr>
        <p:spPr>
          <a:xfrm>
            <a:off x="2838768" y="2703100"/>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−31,8077</a:t>
            </a:r>
          </a:p>
        </p:txBody>
      </p:sp>
      <p:sp>
        <p:nvSpPr>
          <p:cNvPr id="79" name="!!r-secundarias:4ee58753bc"/>
          <p:cNvSpPr/>
          <p:nvPr/>
        </p:nvSpPr>
        <p:spPr>
          <a:xfrm>
            <a:off x="3998786" y="2597722"/>
            <a:ext cx="1223582"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secundarias:4ee58753bc·2"/>
          <p:cNvSpPr/>
          <p:nvPr/>
        </p:nvSpPr>
        <p:spPr>
          <a:xfrm>
            <a:off x="3998786" y="2988564"/>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secundarias:be702a9592"/>
          <p:cNvSpPr txBox="1"/>
          <p:nvPr/>
        </p:nvSpPr>
        <p:spPr>
          <a:xfrm>
            <a:off x="4062286" y="2703100"/>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−31,7992</a:t>
            </a:r>
          </a:p>
        </p:txBody>
      </p:sp>
      <p:sp>
        <p:nvSpPr>
          <p:cNvPr id="82" name="!!r-secundarias:387e21e044"/>
          <p:cNvSpPr/>
          <p:nvPr/>
        </p:nvSpPr>
        <p:spPr>
          <a:xfrm>
            <a:off x="5222367" y="2597722"/>
            <a:ext cx="1223582"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secundarias:387e21e044·2"/>
          <p:cNvSpPr/>
          <p:nvPr/>
        </p:nvSpPr>
        <p:spPr>
          <a:xfrm>
            <a:off x="5222367" y="2988564"/>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secundarias:157821bfa8"/>
          <p:cNvSpPr txBox="1"/>
          <p:nvPr/>
        </p:nvSpPr>
        <p:spPr>
          <a:xfrm>
            <a:off x="5285867" y="2703100"/>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−31,7852</a:t>
            </a:r>
          </a:p>
        </p:txBody>
      </p:sp>
      <p:sp>
        <p:nvSpPr>
          <p:cNvPr id="85" name="!!r-secundarias:1249084235"/>
          <p:cNvSpPr/>
          <p:nvPr/>
        </p:nvSpPr>
        <p:spPr>
          <a:xfrm>
            <a:off x="6445948" y="2597722"/>
            <a:ext cx="2607564"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secundarias:1249084235·2"/>
          <p:cNvSpPr/>
          <p:nvPr/>
        </p:nvSpPr>
        <p:spPr>
          <a:xfrm>
            <a:off x="6445948" y="2988564"/>
            <a:ext cx="260756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secundarias:ccc2e538cd"/>
          <p:cNvSpPr txBox="1"/>
          <p:nvPr/>
        </p:nvSpPr>
        <p:spPr>
          <a:xfrm>
            <a:off x="6509448" y="2703100"/>
            <a:ext cx="242976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0,03 %</a:t>
            </a:r>
          </a:p>
        </p:txBody>
      </p:sp>
      <p:sp>
        <p:nvSpPr>
          <p:cNvPr id="88" name="!!r-secundarias:af9bbe75ed"/>
          <p:cNvSpPr/>
          <p:nvPr/>
        </p:nvSpPr>
        <p:spPr>
          <a:xfrm>
            <a:off x="9053512" y="2597722"/>
            <a:ext cx="2503488" cy="397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secundarias:af9bbe75ed·2"/>
          <p:cNvSpPr/>
          <p:nvPr/>
        </p:nvSpPr>
        <p:spPr>
          <a:xfrm>
            <a:off x="9053512" y="2988564"/>
            <a:ext cx="250348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secundarias:10cc0b651f"/>
          <p:cNvSpPr txBox="1"/>
          <p:nvPr/>
        </p:nvSpPr>
        <p:spPr>
          <a:xfrm>
            <a:off x="9117012" y="2703100"/>
            <a:ext cx="2325688"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98754"/>
                </a:solidFill>
                <a:latin typeface="Calibri"/>
              </a:rPr>
              <a:t>0,07 %</a:t>
            </a:r>
          </a:p>
        </p:txBody>
      </p:sp>
      <p:sp>
        <p:nvSpPr>
          <p:cNvPr id="91" name="!!r-secundarias:9683d5e58a"/>
          <p:cNvSpPr/>
          <p:nvPr/>
        </p:nvSpPr>
        <p:spPr>
          <a:xfrm>
            <a:off x="635000" y="2994914"/>
            <a:ext cx="900494"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secundarias:9683d5e58a·2"/>
          <p:cNvSpPr/>
          <p:nvPr/>
        </p:nvSpPr>
        <p:spPr>
          <a:xfrm>
            <a:off x="635000" y="3385756"/>
            <a:ext cx="90049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secundarias:e2c8ca72a8"/>
          <p:cNvSpPr txBox="1"/>
          <p:nvPr/>
        </p:nvSpPr>
        <p:spPr>
          <a:xfrm>
            <a:off x="749300" y="3100292"/>
            <a:ext cx="722694"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B</a:t>
            </a:r>
          </a:p>
        </p:txBody>
      </p:sp>
      <p:sp>
        <p:nvSpPr>
          <p:cNvPr id="94" name="!!r-secundarias:2c5415b8bc"/>
          <p:cNvSpPr/>
          <p:nvPr/>
        </p:nvSpPr>
        <p:spPr>
          <a:xfrm>
            <a:off x="1535494" y="2994914"/>
            <a:ext cx="1239710"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secundarias:2c5415b8bc·2"/>
          <p:cNvSpPr/>
          <p:nvPr/>
        </p:nvSpPr>
        <p:spPr>
          <a:xfrm>
            <a:off x="1535494" y="3385756"/>
            <a:ext cx="12397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secundarias:134cd19dae"/>
          <p:cNvSpPr txBox="1"/>
          <p:nvPr/>
        </p:nvSpPr>
        <p:spPr>
          <a:xfrm>
            <a:off x="1649794" y="3085116"/>
            <a:ext cx="1061910"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σ</a:t>
            </a:r>
            <a:r>
              <a:rPr sz="1150" b="0" i="0" baseline="-25000">
                <a:solidFill>
                  <a:srgbClr val="1F2937"/>
                </a:solidFill>
                <a:latin typeface="Calibri"/>
              </a:rPr>
              <a:t>y</a:t>
            </a:r>
          </a:p>
        </p:txBody>
      </p:sp>
      <p:sp>
        <p:nvSpPr>
          <p:cNvPr id="97" name="!!r-secundarias:b96eb6eef0"/>
          <p:cNvSpPr/>
          <p:nvPr/>
        </p:nvSpPr>
        <p:spPr>
          <a:xfrm>
            <a:off x="2775268" y="2994914"/>
            <a:ext cx="1223582"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secundarias:b96eb6eef0·2"/>
          <p:cNvSpPr/>
          <p:nvPr/>
        </p:nvSpPr>
        <p:spPr>
          <a:xfrm>
            <a:off x="2775268" y="3385756"/>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secundarias:5c7e762fed"/>
          <p:cNvSpPr txBox="1"/>
          <p:nvPr/>
        </p:nvSpPr>
        <p:spPr>
          <a:xfrm>
            <a:off x="2838768" y="3100292"/>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−1,0646</a:t>
            </a:r>
          </a:p>
        </p:txBody>
      </p:sp>
      <p:sp>
        <p:nvSpPr>
          <p:cNvPr id="100" name="!!r-secundarias:1b3d514c0c"/>
          <p:cNvSpPr/>
          <p:nvPr/>
        </p:nvSpPr>
        <p:spPr>
          <a:xfrm>
            <a:off x="3998786" y="2994914"/>
            <a:ext cx="1223582"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secundarias:1b3d514c0c·2"/>
          <p:cNvSpPr/>
          <p:nvPr/>
        </p:nvSpPr>
        <p:spPr>
          <a:xfrm>
            <a:off x="3998786" y="3385756"/>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secundarias:e31c90ade3"/>
          <p:cNvSpPr txBox="1"/>
          <p:nvPr/>
        </p:nvSpPr>
        <p:spPr>
          <a:xfrm>
            <a:off x="4062286" y="3100292"/>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−1,0547</a:t>
            </a:r>
          </a:p>
        </p:txBody>
      </p:sp>
      <p:sp>
        <p:nvSpPr>
          <p:cNvPr id="103" name="!!r-secundarias:186838edfb"/>
          <p:cNvSpPr/>
          <p:nvPr/>
        </p:nvSpPr>
        <p:spPr>
          <a:xfrm>
            <a:off x="5222367" y="2994914"/>
            <a:ext cx="1223582"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secundarias:186838edfb·2"/>
          <p:cNvSpPr/>
          <p:nvPr/>
        </p:nvSpPr>
        <p:spPr>
          <a:xfrm>
            <a:off x="5222367" y="3385756"/>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secundarias:189035cf38"/>
          <p:cNvSpPr txBox="1"/>
          <p:nvPr/>
        </p:nvSpPr>
        <p:spPr>
          <a:xfrm>
            <a:off x="5285867" y="3100292"/>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−1,0182</a:t>
            </a:r>
          </a:p>
        </p:txBody>
      </p:sp>
      <p:sp>
        <p:nvSpPr>
          <p:cNvPr id="106" name="!!r-secundarias:b910a589ea"/>
          <p:cNvSpPr/>
          <p:nvPr/>
        </p:nvSpPr>
        <p:spPr>
          <a:xfrm>
            <a:off x="6445948" y="2994914"/>
            <a:ext cx="2607564"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secundarias:b910a589ea·2"/>
          <p:cNvSpPr/>
          <p:nvPr/>
        </p:nvSpPr>
        <p:spPr>
          <a:xfrm>
            <a:off x="6445948" y="3385756"/>
            <a:ext cx="260756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secundarias:650549efca"/>
          <p:cNvSpPr txBox="1"/>
          <p:nvPr/>
        </p:nvSpPr>
        <p:spPr>
          <a:xfrm>
            <a:off x="6509448" y="3100292"/>
            <a:ext cx="242976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0,94 %</a:t>
            </a:r>
          </a:p>
        </p:txBody>
      </p:sp>
      <p:sp>
        <p:nvSpPr>
          <p:cNvPr id="109" name="!!r-secundarias:c1f6f728db"/>
          <p:cNvSpPr/>
          <p:nvPr/>
        </p:nvSpPr>
        <p:spPr>
          <a:xfrm>
            <a:off x="9053512" y="2994914"/>
            <a:ext cx="2503488"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secundarias:c1f6f728db·2"/>
          <p:cNvSpPr/>
          <p:nvPr/>
        </p:nvSpPr>
        <p:spPr>
          <a:xfrm>
            <a:off x="9053512" y="3385756"/>
            <a:ext cx="250348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secundarias:4c1d85b66e"/>
          <p:cNvSpPr txBox="1"/>
          <p:nvPr/>
        </p:nvSpPr>
        <p:spPr>
          <a:xfrm>
            <a:off x="9117012" y="3100292"/>
            <a:ext cx="2325688"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4,56 %</a:t>
            </a:r>
          </a:p>
        </p:txBody>
      </p:sp>
      <p:sp>
        <p:nvSpPr>
          <p:cNvPr id="112" name="!!r-secundarias:603d793288"/>
          <p:cNvSpPr/>
          <p:nvPr/>
        </p:nvSpPr>
        <p:spPr>
          <a:xfrm>
            <a:off x="635000" y="3392107"/>
            <a:ext cx="900494"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secundarias:603d793288·2"/>
          <p:cNvSpPr/>
          <p:nvPr/>
        </p:nvSpPr>
        <p:spPr>
          <a:xfrm>
            <a:off x="635000" y="3782949"/>
            <a:ext cx="90049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secundarias:db858c9e62"/>
          <p:cNvSpPr txBox="1"/>
          <p:nvPr/>
        </p:nvSpPr>
        <p:spPr>
          <a:xfrm>
            <a:off x="749300" y="3497421"/>
            <a:ext cx="722694"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B</a:t>
            </a:r>
          </a:p>
        </p:txBody>
      </p:sp>
      <p:sp>
        <p:nvSpPr>
          <p:cNvPr id="115" name="!!r-secundarias:6fbf06af4d"/>
          <p:cNvSpPr/>
          <p:nvPr/>
        </p:nvSpPr>
        <p:spPr>
          <a:xfrm>
            <a:off x="1535494" y="3392107"/>
            <a:ext cx="1239710"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secundarias:6fbf06af4d·2"/>
          <p:cNvSpPr/>
          <p:nvPr/>
        </p:nvSpPr>
        <p:spPr>
          <a:xfrm>
            <a:off x="1535494" y="3782949"/>
            <a:ext cx="123971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secundarias:038c77aff5"/>
          <p:cNvSpPr txBox="1"/>
          <p:nvPr/>
        </p:nvSpPr>
        <p:spPr>
          <a:xfrm>
            <a:off x="1649794" y="3482245"/>
            <a:ext cx="1061910" cy="182562"/>
          </a:xfrm>
          <a:prstGeom prst="rect">
            <a:avLst/>
          </a:prstGeom>
          <a:noFill/>
        </p:spPr>
        <p:txBody>
          <a:bodyPr wrap="square" lIns="0" rIns="0" tIns="0" bIns="0" anchor="t"/>
          <a:lstStyle/>
          <a:p>
            <a:pPr algn="l">
              <a:lnSpc>
                <a:spcPts val="1438"/>
              </a:lnSpc>
              <a:spcBef>
                <a:spcPts val="0"/>
              </a:spcBef>
              <a:spcAft>
                <a:spcPts val="0"/>
              </a:spcAft>
            </a:pPr>
            <a:r>
              <a:rPr sz="1150" b="0" i="0">
                <a:solidFill>
                  <a:srgbClr val="1F2937"/>
                </a:solidFill>
                <a:latin typeface="Calibri"/>
              </a:rPr>
              <a:t>τ</a:t>
            </a:r>
            <a:r>
              <a:rPr sz="1150" b="0" i="0" baseline="-25000">
                <a:solidFill>
                  <a:srgbClr val="1F2937"/>
                </a:solidFill>
                <a:latin typeface="Calibri"/>
              </a:rPr>
              <a:t>xy</a:t>
            </a:r>
          </a:p>
        </p:txBody>
      </p:sp>
      <p:sp>
        <p:nvSpPr>
          <p:cNvPr id="118" name="!!r-secundarias:bcbe7edd8e"/>
          <p:cNvSpPr/>
          <p:nvPr/>
        </p:nvSpPr>
        <p:spPr>
          <a:xfrm>
            <a:off x="2775268" y="3392107"/>
            <a:ext cx="1223582"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secundarias:bcbe7edd8e·2"/>
          <p:cNvSpPr/>
          <p:nvPr/>
        </p:nvSpPr>
        <p:spPr>
          <a:xfrm>
            <a:off x="2775268" y="3782949"/>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secundarias:e94d771d3b"/>
          <p:cNvSpPr txBox="1"/>
          <p:nvPr/>
        </p:nvSpPr>
        <p:spPr>
          <a:xfrm>
            <a:off x="2838768" y="3497421"/>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5,4257</a:t>
            </a:r>
          </a:p>
        </p:txBody>
      </p:sp>
      <p:sp>
        <p:nvSpPr>
          <p:cNvPr id="121" name="!!r-secundarias:b39c7acf01"/>
          <p:cNvSpPr/>
          <p:nvPr/>
        </p:nvSpPr>
        <p:spPr>
          <a:xfrm>
            <a:off x="3998786" y="3392107"/>
            <a:ext cx="1223582"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secundarias:b39c7acf01·2"/>
          <p:cNvSpPr/>
          <p:nvPr/>
        </p:nvSpPr>
        <p:spPr>
          <a:xfrm>
            <a:off x="3998786" y="3782949"/>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secundarias:5486fffb41"/>
          <p:cNvSpPr txBox="1"/>
          <p:nvPr/>
        </p:nvSpPr>
        <p:spPr>
          <a:xfrm>
            <a:off x="4062286" y="3497421"/>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5,2734</a:t>
            </a:r>
          </a:p>
        </p:txBody>
      </p:sp>
      <p:sp>
        <p:nvSpPr>
          <p:cNvPr id="124" name="!!r-secundarias:5c082f83c8"/>
          <p:cNvSpPr/>
          <p:nvPr/>
        </p:nvSpPr>
        <p:spPr>
          <a:xfrm>
            <a:off x="5222367" y="3392107"/>
            <a:ext cx="1223582"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secundarias:5c082f83c8·2"/>
          <p:cNvSpPr/>
          <p:nvPr/>
        </p:nvSpPr>
        <p:spPr>
          <a:xfrm>
            <a:off x="5222367" y="3782949"/>
            <a:ext cx="1223582"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secundarias:70af030702"/>
          <p:cNvSpPr txBox="1"/>
          <p:nvPr/>
        </p:nvSpPr>
        <p:spPr>
          <a:xfrm>
            <a:off x="5285867" y="3497421"/>
            <a:ext cx="1045782" cy="182562"/>
          </a:xfrm>
          <a:prstGeom prst="rect">
            <a:avLst/>
          </a:prstGeom>
          <a:noFill/>
        </p:spPr>
        <p:txBody>
          <a:bodyPr wrap="square" lIns="0" rIns="0" tIns="0" bIns="0" anchor="t"/>
          <a:lstStyle/>
          <a:p>
            <a:pPr algn="r">
              <a:lnSpc>
                <a:spcPts val="1438"/>
              </a:lnSpc>
              <a:spcBef>
                <a:spcPts val="0"/>
              </a:spcBef>
              <a:spcAft>
                <a:spcPts val="0"/>
              </a:spcAft>
            </a:pPr>
            <a:r>
              <a:rPr sz="1150" b="0" i="0">
                <a:solidFill>
                  <a:srgbClr val="1F2937"/>
                </a:solidFill>
                <a:latin typeface="Calibri"/>
              </a:rPr>
              <a:t>5,2818</a:t>
            </a:r>
          </a:p>
        </p:txBody>
      </p:sp>
      <p:sp>
        <p:nvSpPr>
          <p:cNvPr id="127" name="!!r-secundarias:5745564c7c"/>
          <p:cNvSpPr/>
          <p:nvPr/>
        </p:nvSpPr>
        <p:spPr>
          <a:xfrm>
            <a:off x="6445948" y="3392107"/>
            <a:ext cx="2607564"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secundarias:5745564c7c·2"/>
          <p:cNvSpPr/>
          <p:nvPr/>
        </p:nvSpPr>
        <p:spPr>
          <a:xfrm>
            <a:off x="6445948" y="3782949"/>
            <a:ext cx="2607564"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secundarias:d372fac36b"/>
          <p:cNvSpPr txBox="1"/>
          <p:nvPr/>
        </p:nvSpPr>
        <p:spPr>
          <a:xfrm>
            <a:off x="6509448" y="3497421"/>
            <a:ext cx="2429764"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2,89 %</a:t>
            </a:r>
          </a:p>
        </p:txBody>
      </p:sp>
      <p:sp>
        <p:nvSpPr>
          <p:cNvPr id="130" name="!!r-secundarias:8d411c8de9"/>
          <p:cNvSpPr/>
          <p:nvPr/>
        </p:nvSpPr>
        <p:spPr>
          <a:xfrm>
            <a:off x="9053512" y="3392107"/>
            <a:ext cx="2503488" cy="397192"/>
          </a:xfrm>
          <a:prstGeom prst="rect">
            <a:avLst/>
          </a:prstGeom>
          <a:solidFill>
            <a:srgbClr val="FF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secundarias:8d411c8de9·2"/>
          <p:cNvSpPr/>
          <p:nvPr/>
        </p:nvSpPr>
        <p:spPr>
          <a:xfrm>
            <a:off x="9053512" y="3782949"/>
            <a:ext cx="2503488"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secundarias:d1744117a2"/>
          <p:cNvSpPr txBox="1"/>
          <p:nvPr/>
        </p:nvSpPr>
        <p:spPr>
          <a:xfrm>
            <a:off x="9117012" y="3497421"/>
            <a:ext cx="2325688" cy="182562"/>
          </a:xfrm>
          <a:prstGeom prst="rect">
            <a:avLst/>
          </a:prstGeom>
          <a:noFill/>
        </p:spPr>
        <p:txBody>
          <a:bodyPr wrap="square" lIns="0" rIns="0" tIns="0" bIns="0" anchor="t"/>
          <a:lstStyle/>
          <a:p>
            <a:pPr algn="r">
              <a:lnSpc>
                <a:spcPts val="1438"/>
              </a:lnSpc>
              <a:spcBef>
                <a:spcPts val="0"/>
              </a:spcBef>
              <a:spcAft>
                <a:spcPts val="0"/>
              </a:spcAft>
            </a:pPr>
            <a:r>
              <a:rPr sz="1150" b="1" i="0">
                <a:solidFill>
                  <a:srgbClr val="1F2937"/>
                </a:solidFill>
                <a:latin typeface="Calibri"/>
              </a:rPr>
              <a:t>2,72 %</a:t>
            </a:r>
          </a:p>
        </p:txBody>
      </p:sp>
      <p:sp>
        <p:nvSpPr>
          <p:cNvPr id="133" name="!!r-secundarias:245614dbda"/>
          <p:cNvSpPr txBox="1"/>
          <p:nvPr/>
        </p:nvSpPr>
        <p:spPr>
          <a:xfrm>
            <a:off x="635000" y="3850545"/>
            <a:ext cx="11140440" cy="642938"/>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Tensiones en kgf/cm². El criterio de aceptación es sobre σ</a:t>
            </a:r>
            <a:r>
              <a:rPr sz="1250" b="0" i="0" baseline="-25000">
                <a:solidFill>
                  <a:srgbClr val="5B6575"/>
                </a:solidFill>
                <a:latin typeface="Calibri"/>
              </a:rPr>
              <a:t>x</a:t>
            </a:r>
            <a:r>
              <a:rPr sz="1250" b="0" i="0">
                <a:solidFill>
                  <a:srgbClr val="5B6575"/>
                </a:solidFill>
                <a:latin typeface="Calibri"/>
              </a:rPr>
              <a:t>: error &lt; 1 % frente a la analítica y diferencia &lt; 1 % frente a SAP2000, en los tres puntos; las componentes</a:t>
            </a:r>
            <a:br/>
            <a:r>
              <a:rPr sz="1250" b="0" i="0">
                <a:solidFill>
                  <a:srgbClr val="5B6575"/>
                </a:solidFill>
                <a:latin typeface="Calibri"/>
              </a:rPr>
              <a:t>secundarias se reportan, pero no forman parte de él (§ 2.1.6). El signo de τ</a:t>
            </a:r>
            <a:r>
              <a:rPr sz="1250" b="0" i="0" baseline="-25000">
                <a:solidFill>
                  <a:srgbClr val="5B6575"/>
                </a:solidFill>
                <a:latin typeface="Calibri"/>
              </a:rPr>
              <a:t>xy</a:t>
            </a:r>
            <a:r>
              <a:rPr sz="1250" b="0" i="0">
                <a:solidFill>
                  <a:srgbClr val="5B6575"/>
                </a:solidFill>
                <a:latin typeface="Calibri"/>
              </a:rPr>
              <a:t> de SAP2000 se lleva a la convención de la solución analítica; en la Tabla D.4 conserva el suyo</a:t>
            </a:r>
            <a:br/>
            <a:r>
              <a:rPr sz="1250" b="0" i="0">
                <a:solidFill>
                  <a:srgbClr val="5B6575"/>
                </a:solidFill>
                <a:latin typeface="Calibri"/>
              </a:rPr>
              <a:t>(−5,2818).</a:t>
            </a:r>
          </a:p>
        </p:txBody>
      </p:sp>
      <p:sp>
        <p:nvSpPr>
          <p:cNvPr id="134" name="!!r-secundarias:4fcc335eed"/>
          <p:cNvSpPr/>
          <p:nvPr/>
        </p:nvSpPr>
        <p:spPr>
          <a:xfrm>
            <a:off x="638175" y="4712970"/>
            <a:ext cx="5340350" cy="1088326"/>
          </a:xfrm>
          <a:prstGeom prst="roundRect">
            <a:avLst>
              <a:gd name="adj" fmla="val 670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secundarias:06c82c6b2e"/>
          <p:cNvSpPr txBox="1"/>
          <p:nvPr/>
        </p:nvSpPr>
        <p:spPr>
          <a:xfrm>
            <a:off x="781050" y="4824350"/>
            <a:ext cx="515569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Por qué crecen los porcentajes</a:t>
            </a:r>
          </a:p>
        </p:txBody>
      </p:sp>
      <p:sp>
        <p:nvSpPr>
          <p:cNvPr id="136" name="!!r-secundarias:a6cb24b5fa"/>
          <p:cNvSpPr txBox="1"/>
          <p:nvPr/>
        </p:nvSpPr>
        <p:spPr>
          <a:xfrm>
            <a:off x="781050" y="5087531"/>
            <a:ext cx="5155692" cy="363220"/>
          </a:xfrm>
          <a:prstGeom prst="rect">
            <a:avLst/>
          </a:prstGeom>
          <a:noFill/>
        </p:spPr>
        <p:txBody>
          <a:bodyPr wrap="square" lIns="0" rIns="0" tIns="0" bIns="0" anchor="t"/>
          <a:lstStyle/>
          <a:p>
            <a:pPr algn="l">
              <a:lnSpc>
                <a:spcPts val="1430"/>
              </a:lnSpc>
              <a:spcBef>
                <a:spcPts val="0"/>
              </a:spcBef>
              <a:spcAft>
                <a:spcPts val="0"/>
              </a:spcAft>
            </a:pPr>
            <a:r>
              <a:rPr sz="1100" b="0" i="0">
                <a:solidFill>
                  <a:srgbClr val="3F4A5A"/>
                </a:solidFill>
                <a:latin typeface="Calibri"/>
              </a:rPr>
              <a:t>Son entre</a:t>
            </a:r>
            <a:r>
              <a:rPr sz="1100" b="1" i="0">
                <a:solidFill>
                  <a:srgbClr val="3F4A5A"/>
                </a:solidFill>
                <a:latin typeface="Calibri"/>
              </a:rPr>
              <a:t> 6 y 35 veces menores</a:t>
            </a:r>
            <a:r>
              <a:rPr sz="1100" b="0" i="0">
                <a:solidFill>
                  <a:srgbClr val="3F4A5A"/>
                </a:solidFill>
                <a:latin typeface="Calibri"/>
              </a:rPr>
              <a:t> que σ</a:t>
            </a:r>
            <a:r>
              <a:rPr sz="1100" b="0" i="0" baseline="-25000">
                <a:solidFill>
                  <a:srgbClr val="3F4A5A"/>
                </a:solidFill>
                <a:latin typeface="Calibri"/>
              </a:rPr>
              <a:t>x</a:t>
            </a:r>
            <a:r>
              <a:rPr sz="1100" b="0" i="0">
                <a:solidFill>
                  <a:srgbClr val="3F4A5A"/>
                </a:solidFill>
                <a:latin typeface="Calibri"/>
              </a:rPr>
              <a:t>: un error absoluto del mismo orden pesa mucho</a:t>
            </a:r>
            <a:br/>
            <a:r>
              <a:rPr sz="1100" b="0" i="0">
                <a:solidFill>
                  <a:srgbClr val="3F4A5A"/>
                </a:solidFill>
                <a:latin typeface="Calibri"/>
              </a:rPr>
              <a:t>más en términos relativos. Requieren mallas más finas para el mismo error relativo.</a:t>
            </a:r>
          </a:p>
        </p:txBody>
      </p:sp>
      <p:sp>
        <p:nvSpPr>
          <p:cNvPr id="137" name="!!r-secundarias:5645fb28cb"/>
          <p:cNvSpPr/>
          <p:nvPr/>
        </p:nvSpPr>
        <p:spPr>
          <a:xfrm>
            <a:off x="6213475" y="4712970"/>
            <a:ext cx="5340350" cy="1088326"/>
          </a:xfrm>
          <a:prstGeom prst="roundRect">
            <a:avLst>
              <a:gd name="adj" fmla="val 6709"/>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secundarias:ff53c97fef"/>
          <p:cNvSpPr txBox="1"/>
          <p:nvPr/>
        </p:nvSpPr>
        <p:spPr>
          <a:xfrm>
            <a:off x="6356350" y="4824350"/>
            <a:ext cx="5155692"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En τ</a:t>
            </a:r>
            <a:r>
              <a:rPr sz="1250" b="1" i="0" cap="all" spc="125" baseline="-25000">
                <a:solidFill>
                  <a:srgbClr val="5B6575"/>
                </a:solidFill>
                <a:latin typeface="Calibri"/>
              </a:rPr>
              <a:t>xy</a:t>
            </a:r>
            <a:r>
              <a:rPr sz="1250" b="1" i="0" cap="all" spc="125">
                <a:solidFill>
                  <a:srgbClr val="5B6575"/>
                </a:solidFill>
                <a:latin typeface="Calibri"/>
              </a:rPr>
              <a:t> no basta la escala</a:t>
            </a:r>
          </a:p>
        </p:txBody>
      </p:sp>
      <p:sp>
        <p:nvSpPr>
          <p:cNvPr id="139" name="!!r-secundarias:2bf7183309"/>
          <p:cNvSpPr txBox="1"/>
          <p:nvPr/>
        </p:nvSpPr>
        <p:spPr>
          <a:xfrm>
            <a:off x="6356350" y="5119281"/>
            <a:ext cx="5155692" cy="544830"/>
          </a:xfrm>
          <a:prstGeom prst="rect">
            <a:avLst/>
          </a:prstGeom>
          <a:noFill/>
        </p:spPr>
        <p:txBody>
          <a:bodyPr wrap="square" lIns="0" rIns="0" tIns="0" bIns="0" anchor="t"/>
          <a:lstStyle/>
          <a:p>
            <a:pPr algn="l">
              <a:lnSpc>
                <a:spcPts val="1430"/>
              </a:lnSpc>
              <a:spcBef>
                <a:spcPts val="0"/>
              </a:spcBef>
              <a:spcAft>
                <a:spcPts val="0"/>
              </a:spcAft>
            </a:pPr>
            <a:r>
              <a:rPr sz="1100" b="0" i="0">
                <a:solidFill>
                  <a:srgbClr val="3F4A5A"/>
                </a:solidFill>
                <a:latin typeface="Calibri"/>
              </a:rPr>
              <a:t>Su error absoluto en B (0,15 kgf/cm²) es unas diez veces el de σ</a:t>
            </a:r>
            <a:r>
              <a:rPr sz="1100" b="0" i="0" baseline="-25000">
                <a:solidFill>
                  <a:srgbClr val="3F4A5A"/>
                </a:solidFill>
                <a:latin typeface="Calibri"/>
              </a:rPr>
              <a:t>x</a:t>
            </a:r>
            <a:r>
              <a:rPr sz="1100" b="0" i="0">
                <a:solidFill>
                  <a:srgbClr val="3F4A5A"/>
                </a:solidFill>
                <a:latin typeface="Calibri"/>
              </a:rPr>
              <a:t>, y SAP2000 queda más</a:t>
            </a:r>
            <a:br/>
            <a:r>
              <a:rPr sz="1100" b="0" i="0">
                <a:solidFill>
                  <a:srgbClr val="3F4A5A"/>
                </a:solidFill>
                <a:latin typeface="Calibri"/>
              </a:rPr>
              <a:t>cerca de la analítica (0,16 %): ese 2,89 % es</a:t>
            </a:r>
            <a:r>
              <a:rPr sz="1100" b="1" i="0">
                <a:solidFill>
                  <a:srgbClr val="3F4A5A"/>
                </a:solidFill>
                <a:latin typeface="Calibri"/>
              </a:rPr>
              <a:t> error numérico de EduFEM</a:t>
            </a:r>
            <a:r>
              <a:rPr sz="1100" b="0" i="0">
                <a:solidFill>
                  <a:srgbClr val="3F4A5A"/>
                </a:solidFill>
                <a:latin typeface="Calibri"/>
              </a:rPr>
              <a:t> en una</a:t>
            </a:r>
            <a:br/>
            <a:r>
              <a:rPr sz="1100" b="0" i="0">
                <a:solidFill>
                  <a:srgbClr val="3F4A5A"/>
                </a:solidFill>
                <a:latin typeface="Calibri"/>
              </a:rPr>
              <a:t>componente secundaria, y se declara así.</a:t>
            </a:r>
          </a:p>
        </p:txBody>
      </p:sp>
      <p:sp>
        <p:nvSpPr>
          <p:cNvPr id="140"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ie-izq"/>
          <p:cNvSpPr txBox="1"/>
          <p:nvPr/>
        </p:nvSpPr>
        <p:spPr>
          <a:xfrm>
            <a:off x="565150" y="6535420"/>
            <a:ext cx="4568317"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143" name="!!pie-cen"/>
          <p:cNvSpPr txBox="1"/>
          <p:nvPr/>
        </p:nvSpPr>
        <p:spPr>
          <a:xfrm>
            <a:off x="5018468" y="6535420"/>
            <a:ext cx="2155063"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3.4 · Tabla 3.2 · § 3.7.1 · Tabla D.4</a:t>
            </a:r>
          </a:p>
        </p:txBody>
      </p:sp>
      <p:sp>
        <p:nvSpPr>
          <p:cNvPr id="144" name="!!pie-der"/>
          <p:cNvSpPr txBox="1"/>
          <p:nvPr/>
        </p:nvSpPr>
        <p:spPr>
          <a:xfrm>
            <a:off x="7058533" y="6535420"/>
            <a:ext cx="4568317"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145"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slow">
    <p:circle/>
  </p:transition>
</p:sld>
</file>

<file path=ppt/slides/slide4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¿Cómo se afirma la mejora, sin pretest ni grupo de control?</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ntes:ca8d466790"/>
          <p:cNvSpPr/>
          <p:nvPr/>
        </p:nvSpPr>
        <p:spPr>
          <a:xfrm>
            <a:off x="638175" y="1438275"/>
            <a:ext cx="5372100" cy="1120584"/>
          </a:xfrm>
          <a:prstGeom prst="roundRect">
            <a:avLst>
              <a:gd name="adj" fmla="val 651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ntes:5e1ae6201a"/>
          <p:cNvSpPr txBox="1"/>
          <p:nvPr/>
        </p:nvSpPr>
        <p:spPr>
          <a:xfrm>
            <a:off x="793750" y="1562355"/>
            <a:ext cx="5162169"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1 · La situación de partida no se mide: se documenta</a:t>
            </a:r>
          </a:p>
        </p:txBody>
      </p:sp>
      <p:sp>
        <p:nvSpPr>
          <p:cNvPr id="9" name="!!r-antes:5d23fa8feb"/>
          <p:cNvSpPr txBox="1"/>
          <p:nvPr/>
        </p:nvSpPr>
        <p:spPr>
          <a:xfrm>
            <a:off x="793750" y="1825635"/>
            <a:ext cx="5162169" cy="612648"/>
          </a:xfrm>
          <a:prstGeom prst="rect">
            <a:avLst/>
          </a:prstGeom>
          <a:noFill/>
        </p:spPr>
        <p:txBody>
          <a:bodyPr wrap="square" lIns="0" rIns="0" tIns="0" bIns="0" anchor="t"/>
          <a:lstStyle/>
          <a:p>
            <a:pPr algn="l">
              <a:lnSpc>
                <a:spcPts val="1608"/>
              </a:lnSpc>
              <a:spcBef>
                <a:spcPts val="0"/>
              </a:spcBef>
              <a:spcAft>
                <a:spcPts val="0"/>
              </a:spcAft>
            </a:pPr>
            <a:r>
              <a:rPr sz="1200" b="0" i="0">
                <a:solidFill>
                  <a:srgbClr val="3F4A5A"/>
                </a:solidFill>
                <a:latin typeface="Calibri"/>
              </a:rPr>
              <a:t>La documenta la Tabla 1.1 (§ 2.1.2), que caracteriza el software comercial por los</a:t>
            </a:r>
            <a:br/>
            <a:r>
              <a:rPr sz="1200" b="0" i="0">
                <a:solidFill>
                  <a:srgbClr val="3F4A5A"/>
                </a:solidFill>
                <a:latin typeface="Calibri"/>
              </a:rPr>
              <a:t>rasgos de su naturaleza, no producto por producto (§ 1.1): entrega resultados sin</a:t>
            </a:r>
            <a:br/>
            <a:r>
              <a:rPr sz="1200" b="0" i="0">
                <a:solidFill>
                  <a:srgbClr val="3F4A5A"/>
                </a:solidFill>
                <a:latin typeface="Calibri"/>
              </a:rPr>
              <a:t>exponer las matrices intermedias que los produjeron (§ 3.8).</a:t>
            </a:r>
          </a:p>
        </p:txBody>
      </p:sp>
      <p:sp>
        <p:nvSpPr>
          <p:cNvPr id="10" name="!!r-antes:966ad07f63"/>
          <p:cNvSpPr/>
          <p:nvPr/>
        </p:nvSpPr>
        <p:spPr>
          <a:xfrm>
            <a:off x="6181725" y="1438275"/>
            <a:ext cx="5372100" cy="1120584"/>
          </a:xfrm>
          <a:prstGeom prst="roundRect">
            <a:avLst>
              <a:gd name="adj" fmla="val 6516"/>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ntes:6b9795b731"/>
          <p:cNvSpPr txBox="1"/>
          <p:nvPr/>
        </p:nvSpPr>
        <p:spPr>
          <a:xfrm>
            <a:off x="6337300" y="1562355"/>
            <a:ext cx="5162169"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2 · Los dos niveles de la variable dependiente</a:t>
            </a:r>
          </a:p>
        </p:txBody>
      </p:sp>
      <p:sp>
        <p:nvSpPr>
          <p:cNvPr id="12" name="!!r-antes:dc1cf36e85"/>
          <p:cNvSpPr txBox="1"/>
          <p:nvPr/>
        </p:nvSpPr>
        <p:spPr>
          <a:xfrm>
            <a:off x="6337300" y="1825635"/>
            <a:ext cx="5162169" cy="612648"/>
          </a:xfrm>
          <a:prstGeom prst="rect">
            <a:avLst/>
          </a:prstGeom>
          <a:noFill/>
        </p:spPr>
        <p:txBody>
          <a:bodyPr wrap="square" lIns="0" rIns="0" tIns="0" bIns="0" anchor="t"/>
          <a:lstStyle/>
          <a:p>
            <a:pPr algn="l">
              <a:lnSpc>
                <a:spcPts val="1608"/>
              </a:lnSpc>
              <a:spcBef>
                <a:spcPts val="0"/>
              </a:spcBef>
              <a:spcAft>
                <a:spcPts val="0"/>
              </a:spcAft>
            </a:pPr>
            <a:r>
              <a:rPr sz="1200" b="1" i="0">
                <a:solidFill>
                  <a:srgbClr val="3F4A5A"/>
                </a:solidFill>
                <a:latin typeface="Calibri"/>
              </a:rPr>
              <a:t>Baja</a:t>
            </a:r>
            <a:r>
              <a:rPr sz="1200" b="0" i="0">
                <a:solidFill>
                  <a:srgbClr val="3F4A5A"/>
                </a:solidFill>
                <a:latin typeface="Calibri"/>
              </a:rPr>
              <a:t>: el análisis solo puede seguirse y comprobarse en sus datos y en sus</a:t>
            </a:r>
            <a:br/>
            <a:r>
              <a:rPr sz="1200" b="0" i="0">
                <a:solidFill>
                  <a:srgbClr val="3F4A5A"/>
                </a:solidFill>
                <a:latin typeface="Calibri"/>
              </a:rPr>
              <a:t>resultados finales.</a:t>
            </a:r>
            <a:r>
              <a:rPr sz="1200" b="1" i="0">
                <a:solidFill>
                  <a:srgbClr val="3F4A5A"/>
                </a:solidFill>
                <a:latin typeface="Calibri"/>
              </a:rPr>
              <a:t> Alta</a:t>
            </a:r>
            <a:r>
              <a:rPr sz="1200" b="0" i="0">
                <a:solidFill>
                  <a:srgbClr val="3F4A5A"/>
                </a:solidFill>
                <a:latin typeface="Calibri"/>
              </a:rPr>
              <a:t>: cada resultado puede seguirse hasta sus datos y cada</a:t>
            </a:r>
            <a:br/>
            <a:r>
              <a:rPr sz="1200" b="0" i="0">
                <a:solidFill>
                  <a:srgbClr val="3F4A5A"/>
                </a:solidFill>
                <a:latin typeface="Calibri"/>
              </a:rPr>
              <a:t>magnitud puede comprobarse. Mejorar es pasar del primero al segundo.</a:t>
            </a:r>
          </a:p>
        </p:txBody>
      </p:sp>
      <p:sp>
        <p:nvSpPr>
          <p:cNvPr id="13" name="!!r-antes:3297626090"/>
          <p:cNvSpPr/>
          <p:nvPr/>
        </p:nvSpPr>
        <p:spPr>
          <a:xfrm>
            <a:off x="638175" y="2730310"/>
            <a:ext cx="5372100" cy="1324800"/>
          </a:xfrm>
          <a:prstGeom prst="roundRect">
            <a:avLst>
              <a:gd name="adj" fmla="val 551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antes:038d47aee3"/>
          <p:cNvSpPr txBox="1"/>
          <p:nvPr/>
        </p:nvSpPr>
        <p:spPr>
          <a:xfrm>
            <a:off x="793750" y="2854390"/>
            <a:ext cx="5162169"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3 · Investigación tecnológica</a:t>
            </a:r>
          </a:p>
        </p:txBody>
      </p:sp>
      <p:sp>
        <p:nvSpPr>
          <p:cNvPr id="15" name="!!r-antes:2b75c09099"/>
          <p:cNvSpPr txBox="1"/>
          <p:nvPr/>
        </p:nvSpPr>
        <p:spPr>
          <a:xfrm>
            <a:off x="793750" y="3117670"/>
            <a:ext cx="5162169" cy="816864"/>
          </a:xfrm>
          <a:prstGeom prst="rect">
            <a:avLst/>
          </a:prstGeom>
          <a:noFill/>
        </p:spPr>
        <p:txBody>
          <a:bodyPr wrap="square" lIns="0" rIns="0" tIns="0" bIns="0" anchor="t"/>
          <a:lstStyle/>
          <a:p>
            <a:pPr algn="l">
              <a:lnSpc>
                <a:spcPts val="1608"/>
              </a:lnSpc>
              <a:spcBef>
                <a:spcPts val="0"/>
              </a:spcBef>
              <a:spcAft>
                <a:spcPts val="0"/>
              </a:spcAft>
            </a:pPr>
            <a:r>
              <a:rPr sz="1200" b="0" i="0">
                <a:solidFill>
                  <a:srgbClr val="3F4A5A"/>
                </a:solidFill>
                <a:latin typeface="Calibri"/>
              </a:rPr>
              <a:t>La hipótesis es la solución tentativa a un problema concreto, y se aprueba o no</a:t>
            </a:r>
            <a:br/>
            <a:r>
              <a:rPr sz="1200" b="0" i="0">
                <a:solidFill>
                  <a:srgbClr val="3F4A5A"/>
                </a:solidFill>
                <a:latin typeface="Calibri"/>
              </a:rPr>
              <a:t>construyendo esa solución y poniéndola a prueba [7, p. 85]. En la ciencia del</a:t>
            </a:r>
            <a:br/>
            <a:r>
              <a:rPr sz="1200" b="0" i="0">
                <a:solidFill>
                  <a:srgbClr val="3F4A5A"/>
                </a:solidFill>
                <a:latin typeface="Calibri"/>
              </a:rPr>
              <a:t>diseño, validar es justificar que la herramienta cumple sus requisitos,</a:t>
            </a:r>
            <a:br/>
            <a:r>
              <a:rPr sz="1200" b="0" i="0">
                <a:solidFill>
                  <a:srgbClr val="3F4A5A"/>
                </a:solidFill>
                <a:latin typeface="Calibri"/>
              </a:rPr>
              <a:t>exponiéndola a escenarios controlados y explicando su respuesta [25, p. 31].</a:t>
            </a:r>
          </a:p>
        </p:txBody>
      </p:sp>
      <p:sp>
        <p:nvSpPr>
          <p:cNvPr id="16" name="!!r-antes:7cbc464178"/>
          <p:cNvSpPr/>
          <p:nvPr/>
        </p:nvSpPr>
        <p:spPr>
          <a:xfrm>
            <a:off x="6181725" y="2730310"/>
            <a:ext cx="5372100" cy="1324800"/>
          </a:xfrm>
          <a:prstGeom prst="roundRect">
            <a:avLst>
              <a:gd name="adj" fmla="val 5512"/>
            </a:avLst>
          </a:prstGeom>
          <a:solidFill>
            <a:srgbClr val="F6F8FC"/>
          </a:solidFill>
          <a:ln w="635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antes:47f60d9aa8"/>
          <p:cNvSpPr txBox="1"/>
          <p:nvPr/>
        </p:nvSpPr>
        <p:spPr>
          <a:xfrm>
            <a:off x="6337300" y="2854390"/>
            <a:ext cx="5162169" cy="193802"/>
          </a:xfrm>
          <a:prstGeom prst="rect">
            <a:avLst/>
          </a:prstGeom>
          <a:noFill/>
        </p:spPr>
        <p:txBody>
          <a:bodyPr wrap="square" lIns="0" rIns="0" tIns="0" bIns="0" anchor="t"/>
          <a:lstStyle/>
          <a:p>
            <a:pPr algn="l">
              <a:lnSpc>
                <a:spcPts val="1526"/>
              </a:lnSpc>
              <a:spcBef>
                <a:spcPts val="0"/>
              </a:spcBef>
              <a:spcAft>
                <a:spcPts val="0"/>
              </a:spcAft>
            </a:pPr>
            <a:r>
              <a:rPr sz="1250" b="1" i="0" cap="all" spc="125">
                <a:solidFill>
                  <a:srgbClr val="5B6575"/>
                </a:solidFill>
                <a:latin typeface="Calibri"/>
              </a:rPr>
              <a:t>4 · Lo que se mide, y la comparación</a:t>
            </a:r>
          </a:p>
        </p:txBody>
      </p:sp>
      <p:sp>
        <p:nvSpPr>
          <p:cNvPr id="18" name="!!r-antes:c3e3c205b1"/>
          <p:cNvSpPr txBox="1"/>
          <p:nvPr/>
        </p:nvSpPr>
        <p:spPr>
          <a:xfrm>
            <a:off x="6337300" y="3117670"/>
            <a:ext cx="5162169" cy="612648"/>
          </a:xfrm>
          <a:prstGeom prst="rect">
            <a:avLst/>
          </a:prstGeom>
          <a:noFill/>
        </p:spPr>
        <p:txBody>
          <a:bodyPr wrap="square" lIns="0" rIns="0" tIns="0" bIns="0" anchor="t"/>
          <a:lstStyle/>
          <a:p>
            <a:pPr algn="l">
              <a:lnSpc>
                <a:spcPts val="1608"/>
              </a:lnSpc>
              <a:spcBef>
                <a:spcPts val="0"/>
              </a:spcBef>
              <a:spcAft>
                <a:spcPts val="0"/>
              </a:spcAft>
            </a:pPr>
            <a:r>
              <a:rPr sz="1200" b="0" i="0">
                <a:solidFill>
                  <a:srgbClr val="3F4A5A"/>
                </a:solidFill>
                <a:latin typeface="Calibri"/>
              </a:rPr>
              <a:t>Se mide el nivel que alcanza EduFEM, con los 15 criterios de la Tabla 2.4. La Tabla</a:t>
            </a:r>
            <a:br/>
            <a:r>
              <a:rPr sz="1200" b="0" i="0">
                <a:solidFill>
                  <a:srgbClr val="3F4A5A"/>
                </a:solidFill>
                <a:latin typeface="Calibri"/>
              </a:rPr>
              <a:t>3.11 lo pone frente a la situación de partida, parte por parte, y la regla conjuntiva</a:t>
            </a:r>
            <a:br/>
            <a:r>
              <a:rPr sz="1200" b="0" i="0">
                <a:solidFill>
                  <a:srgbClr val="3F4A5A"/>
                </a:solidFill>
                <a:latin typeface="Calibri"/>
              </a:rPr>
              <a:t>da el veredicto.</a:t>
            </a:r>
          </a:p>
        </p:txBody>
      </p:sp>
      <p:sp>
        <p:nvSpPr>
          <p:cNvPr id="19" name="!!r-antes:caf6492713"/>
          <p:cNvSpPr/>
          <p:nvPr/>
        </p:nvSpPr>
        <p:spPr>
          <a:xfrm>
            <a:off x="635000" y="4210622"/>
            <a:ext cx="10922000" cy="755269"/>
          </a:xfrm>
          <a:prstGeom prst="roundRect">
            <a:avLst>
              <a:gd name="adj" fmla="val 6726"/>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antes:caf6492713·2"/>
          <p:cNvSpPr/>
          <p:nvPr/>
        </p:nvSpPr>
        <p:spPr>
          <a:xfrm>
            <a:off x="635000" y="4210622"/>
            <a:ext cx="50800" cy="755269"/>
          </a:xfrm>
          <a:prstGeom prst="rect">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antes:07e7f12873"/>
          <p:cNvSpPr txBox="1"/>
          <p:nvPr/>
        </p:nvSpPr>
        <p:spPr>
          <a:xfrm>
            <a:off x="876300" y="4435780"/>
            <a:ext cx="268097" cy="309880"/>
          </a:xfrm>
          <a:prstGeom prst="rect">
            <a:avLst/>
          </a:prstGeom>
          <a:noFill/>
        </p:spPr>
        <p:txBody>
          <a:bodyPr wrap="square" lIns="0" rIns="0" tIns="0" bIns="0" anchor="t"/>
          <a:lstStyle/>
          <a:p>
            <a:pPr algn="l">
              <a:lnSpc>
                <a:spcPts val="2440"/>
              </a:lnSpc>
              <a:spcBef>
                <a:spcPts val="0"/>
              </a:spcBef>
              <a:spcAft>
                <a:spcPts val="0"/>
              </a:spcAft>
            </a:pPr>
            <a:r>
              <a:rPr sz="2000" b="1" i="0">
                <a:solidFill>
                  <a:srgbClr val="E8741A"/>
                </a:solidFill>
                <a:latin typeface="Calibri"/>
              </a:rPr>
              <a:t>◆</a:t>
            </a:r>
          </a:p>
        </p:txBody>
      </p:sp>
      <p:sp>
        <p:nvSpPr>
          <p:cNvPr id="22" name="!!r-antes:ce2c1f65ae"/>
          <p:cNvSpPr txBox="1"/>
          <p:nvPr/>
        </p:nvSpPr>
        <p:spPr>
          <a:xfrm>
            <a:off x="1233297" y="4330349"/>
            <a:ext cx="10335895" cy="526796"/>
          </a:xfrm>
          <a:prstGeom prst="rect">
            <a:avLst/>
          </a:prstGeom>
          <a:noFill/>
        </p:spPr>
        <p:txBody>
          <a:bodyPr wrap="square" lIns="0" rIns="0" tIns="0" bIns="0" anchor="t"/>
          <a:lstStyle/>
          <a:p>
            <a:pPr algn="l">
              <a:lnSpc>
                <a:spcPts val="2074"/>
              </a:lnSpc>
              <a:spcBef>
                <a:spcPts val="0"/>
              </a:spcBef>
              <a:spcAft>
                <a:spcPts val="0"/>
              </a:spcAft>
            </a:pPr>
            <a:r>
              <a:rPr sz="1700" b="1" i="0">
                <a:solidFill>
                  <a:srgbClr val="1B2A4A"/>
                </a:solidFill>
                <a:latin typeface="Calibri"/>
              </a:rPr>
              <a:t>Se midieron propiedades del software y de sus resultados, no su uso por estudiantes: por eso no hay sujetos,</a:t>
            </a:r>
            <a:br/>
            <a:r>
              <a:rPr sz="1700" b="1" i="0">
                <a:solidFill>
                  <a:srgbClr val="1B2A4A"/>
                </a:solidFill>
                <a:latin typeface="Calibri"/>
              </a:rPr>
              <a:t>pretest ni grupo de control.</a:t>
            </a:r>
          </a:p>
        </p:txBody>
      </p:sp>
      <p:sp>
        <p:nvSpPr>
          <p:cNvPr id="23"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ie-izq"/>
          <p:cNvSpPr txBox="1"/>
          <p:nvPr/>
        </p:nvSpPr>
        <p:spPr>
          <a:xfrm>
            <a:off x="565150" y="6535420"/>
            <a:ext cx="432530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26" name="!!pie-cen"/>
          <p:cNvSpPr txBox="1"/>
          <p:nvPr/>
        </p:nvSpPr>
        <p:spPr>
          <a:xfrm>
            <a:off x="4779836" y="6535420"/>
            <a:ext cx="2632266"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Introducción · § 2.1 · § 3.8 · Tablas 1.1 y 3.11</a:t>
            </a:r>
          </a:p>
        </p:txBody>
      </p:sp>
      <p:sp>
        <p:nvSpPr>
          <p:cNvPr id="27" name="!!pie-der"/>
          <p:cNvSpPr txBox="1"/>
          <p:nvPr/>
        </p:nvSpPr>
        <p:spPr>
          <a:xfrm>
            <a:off x="7301547" y="6535420"/>
            <a:ext cx="4325302"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28"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slow">
    <p:circle/>
  </p:transition>
</p:sld>
</file>

<file path=ppt/slides/slide4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rra-rotulo"/>
          <p:cNvSpPr/>
          <p:nvPr/>
        </p:nvSpPr>
        <p:spPr>
          <a:xfrm>
            <a:off x="565150" y="279400"/>
            <a:ext cx="31750" cy="1524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tulo-num"/>
          <p:cNvSpPr txBox="1"/>
          <p:nvPr/>
        </p:nvSpPr>
        <p:spPr>
          <a:xfrm>
            <a:off x="673100" y="282141"/>
            <a:ext cx="132588" cy="155004"/>
          </a:xfrm>
          <a:prstGeom prst="rect">
            <a:avLst/>
          </a:prstGeom>
          <a:noFill/>
        </p:spPr>
        <p:txBody>
          <a:bodyPr wrap="square" lIns="0" rIns="0" tIns="0" bIns="0" anchor="t"/>
          <a:lstStyle/>
          <a:p>
            <a:pPr algn="l">
              <a:lnSpc>
                <a:spcPts val="1220"/>
              </a:lnSpc>
              <a:spcBef>
                <a:spcPts val="0"/>
              </a:spcBef>
              <a:spcAft>
                <a:spcPts val="0"/>
              </a:spcAft>
            </a:pPr>
            <a:r>
              <a:rPr sz="1000" b="1" i="0" cap="all" spc="80">
                <a:solidFill>
                  <a:srgbClr val="E8741A"/>
                </a:solidFill>
                <a:latin typeface="Calibri"/>
              </a:rPr>
              <a:t>R</a:t>
            </a:r>
          </a:p>
        </p:txBody>
      </p:sp>
      <p:sp>
        <p:nvSpPr>
          <p:cNvPr id="4" name="!!rotulo"/>
          <p:cNvSpPr txBox="1"/>
          <p:nvPr/>
        </p:nvSpPr>
        <p:spPr>
          <a:xfrm>
            <a:off x="831088" y="282141"/>
            <a:ext cx="730440" cy="155004"/>
          </a:xfrm>
          <a:prstGeom prst="rect">
            <a:avLst/>
          </a:prstGeom>
          <a:noFill/>
        </p:spPr>
        <p:txBody>
          <a:bodyPr wrap="square" lIns="0" rIns="0" tIns="0" bIns="0" anchor="t"/>
          <a:lstStyle/>
          <a:p>
            <a:pPr algn="l">
              <a:lnSpc>
                <a:spcPts val="1220"/>
              </a:lnSpc>
              <a:spcBef>
                <a:spcPts val="0"/>
              </a:spcBef>
              <a:spcAft>
                <a:spcPts val="0"/>
              </a:spcAft>
            </a:pPr>
            <a:r>
              <a:rPr sz="1000" b="1" i="0" cap="all" spc="120">
                <a:solidFill>
                  <a:srgbClr val="E8741A"/>
                </a:solidFill>
                <a:latin typeface="Calibri"/>
              </a:rPr>
              <a:t>Respaldo</a:t>
            </a:r>
          </a:p>
        </p:txBody>
      </p:sp>
      <p:sp>
        <p:nvSpPr>
          <p:cNvPr id="5" name="!!titulo"/>
          <p:cNvSpPr txBox="1"/>
          <p:nvPr/>
        </p:nvSpPr>
        <p:spPr>
          <a:xfrm>
            <a:off x="565150" y="583794"/>
            <a:ext cx="11140440" cy="403860"/>
          </a:xfrm>
          <a:prstGeom prst="rect">
            <a:avLst/>
          </a:prstGeom>
          <a:noFill/>
        </p:spPr>
        <p:txBody>
          <a:bodyPr wrap="square" lIns="0" rIns="0" tIns="0" bIns="0" anchor="t"/>
          <a:lstStyle/>
          <a:p>
            <a:pPr algn="l">
              <a:lnSpc>
                <a:spcPts val="3180"/>
              </a:lnSpc>
              <a:spcBef>
                <a:spcPts val="0"/>
              </a:spcBef>
              <a:spcAft>
                <a:spcPts val="0"/>
              </a:spcAft>
            </a:pPr>
            <a:r>
              <a:rPr sz="3000" b="1" i="0">
                <a:solidFill>
                  <a:srgbClr val="1B2A4A"/>
                </a:solidFill>
                <a:latin typeface="Calibri"/>
              </a:rPr>
              <a:t>De los 49 contenidos del consenso, ¿por qué 18?</a:t>
            </a:r>
          </a:p>
        </p:txBody>
      </p:sp>
      <p:sp>
        <p:nvSpPr>
          <p:cNvPr id="6" name="!!regla"/>
          <p:cNvSpPr/>
          <p:nvPr/>
        </p:nvSpPr>
        <p:spPr>
          <a:xfrm>
            <a:off x="565150" y="1051496"/>
            <a:ext cx="736600" cy="38100"/>
          </a:xfrm>
          <a:prstGeom prst="roundRect">
            <a:avLst>
              <a:gd name="adj" fmla="val 16666"/>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universo:5b9ba411e6"/>
          <p:cNvSpPr/>
          <p:nvPr/>
        </p:nvSpPr>
        <p:spPr>
          <a:xfrm>
            <a:off x="635000" y="1435100"/>
            <a:ext cx="3915664" cy="7493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universo:5b9ba411e6·2"/>
          <p:cNvSpPr/>
          <p:nvPr/>
        </p:nvSpPr>
        <p:spPr>
          <a:xfrm>
            <a:off x="635000" y="2146300"/>
            <a:ext cx="3915664" cy="381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universo:5f44fff815"/>
          <p:cNvSpPr txBox="1"/>
          <p:nvPr/>
        </p:nvSpPr>
        <p:spPr>
          <a:xfrm>
            <a:off x="749300" y="1602296"/>
            <a:ext cx="3760788"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198754"/>
                </a:solidFill>
                <a:latin typeface="Calibri"/>
              </a:rPr>
              <a:t>18</a:t>
            </a:r>
          </a:p>
        </p:txBody>
      </p:sp>
      <p:sp>
        <p:nvSpPr>
          <p:cNvPr id="10" name="!!r-universo:7fb8cca292"/>
          <p:cNvSpPr txBox="1"/>
          <p:nvPr/>
        </p:nvSpPr>
        <p:spPr>
          <a:xfrm>
            <a:off x="749300" y="1856696"/>
            <a:ext cx="3760788" cy="144780"/>
          </a:xfrm>
          <a:prstGeom prst="rect">
            <a:avLst/>
          </a:prstGeom>
          <a:noFill/>
        </p:spPr>
        <p:txBody>
          <a:bodyPr wrap="square" lIns="0" rIns="0" tIns="0" bIns="0" anchor="t"/>
          <a:lstStyle/>
          <a:p>
            <a:pPr algn="l">
              <a:lnSpc>
                <a:spcPts val="1140"/>
              </a:lnSpc>
              <a:spcBef>
                <a:spcPts val="0"/>
              </a:spcBef>
              <a:spcAft>
                <a:spcPts val="0"/>
              </a:spcAft>
            </a:pPr>
            <a:r>
              <a:rPr sz="950" b="0" i="0">
                <a:solidFill>
                  <a:srgbClr val="3F4A5A"/>
                </a:solidFill>
                <a:latin typeface="Calibri"/>
              </a:rPr>
              <a:t>el universo: procedimiento de cálculo y su verificación</a:t>
            </a:r>
          </a:p>
        </p:txBody>
      </p:sp>
      <p:sp>
        <p:nvSpPr>
          <p:cNvPr id="11" name="!!r-universo:046669e701"/>
          <p:cNvSpPr/>
          <p:nvPr/>
        </p:nvSpPr>
        <p:spPr>
          <a:xfrm>
            <a:off x="4576064" y="1435100"/>
            <a:ext cx="3915791" cy="7493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universo:046669e701·2"/>
          <p:cNvSpPr/>
          <p:nvPr/>
        </p:nvSpPr>
        <p:spPr>
          <a:xfrm>
            <a:off x="4576064" y="2146300"/>
            <a:ext cx="3915791" cy="3810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universo:ed00b58815"/>
          <p:cNvSpPr txBox="1"/>
          <p:nvPr/>
        </p:nvSpPr>
        <p:spPr>
          <a:xfrm>
            <a:off x="4690364" y="1602296"/>
            <a:ext cx="3760914"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1F2937"/>
                </a:solidFill>
                <a:latin typeface="Calibri"/>
              </a:rPr>
              <a:t>18</a:t>
            </a:r>
          </a:p>
        </p:txBody>
      </p:sp>
      <p:sp>
        <p:nvSpPr>
          <p:cNvPr id="14" name="!!r-universo:6d4f912fd3"/>
          <p:cNvSpPr txBox="1"/>
          <p:nvPr/>
        </p:nvSpPr>
        <p:spPr>
          <a:xfrm>
            <a:off x="4690364" y="1856696"/>
            <a:ext cx="3760914" cy="144780"/>
          </a:xfrm>
          <a:prstGeom prst="rect">
            <a:avLst/>
          </a:prstGeom>
          <a:noFill/>
        </p:spPr>
        <p:txBody>
          <a:bodyPr wrap="square" lIns="0" rIns="0" tIns="0" bIns="0" anchor="t"/>
          <a:lstStyle/>
          <a:p>
            <a:pPr algn="l">
              <a:lnSpc>
                <a:spcPts val="1140"/>
              </a:lnSpc>
              <a:spcBef>
                <a:spcPts val="0"/>
              </a:spcBef>
              <a:spcAft>
                <a:spcPts val="0"/>
              </a:spcAft>
            </a:pPr>
            <a:r>
              <a:rPr sz="950" b="0" i="0">
                <a:solidFill>
                  <a:srgbClr val="3F4A5A"/>
                </a:solidFill>
                <a:latin typeface="Calibri"/>
              </a:rPr>
              <a:t>fuera del alcance disciplinar</a:t>
            </a:r>
          </a:p>
        </p:txBody>
      </p:sp>
      <p:sp>
        <p:nvSpPr>
          <p:cNvPr id="15" name="!!r-universo:365f6900f2"/>
          <p:cNvSpPr/>
          <p:nvPr/>
        </p:nvSpPr>
        <p:spPr>
          <a:xfrm>
            <a:off x="8517255" y="1435100"/>
            <a:ext cx="2686622" cy="7493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universo:365f6900f2·2"/>
          <p:cNvSpPr/>
          <p:nvPr/>
        </p:nvSpPr>
        <p:spPr>
          <a:xfrm>
            <a:off x="8517255" y="2146300"/>
            <a:ext cx="2686622" cy="3810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universo:9e30f43fa9"/>
          <p:cNvSpPr txBox="1"/>
          <p:nvPr/>
        </p:nvSpPr>
        <p:spPr>
          <a:xfrm>
            <a:off x="8631555" y="1602296"/>
            <a:ext cx="2508822"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1F2937"/>
                </a:solidFill>
                <a:latin typeface="Calibri"/>
              </a:rPr>
              <a:t>12</a:t>
            </a:r>
          </a:p>
        </p:txBody>
      </p:sp>
      <p:sp>
        <p:nvSpPr>
          <p:cNvPr id="18" name="!!r-universo:6b80ed6209"/>
          <p:cNvSpPr txBox="1"/>
          <p:nvPr/>
        </p:nvSpPr>
        <p:spPr>
          <a:xfrm>
            <a:off x="8631555" y="1856696"/>
            <a:ext cx="2508822" cy="144780"/>
          </a:xfrm>
          <a:prstGeom prst="rect">
            <a:avLst/>
          </a:prstGeom>
          <a:noFill/>
        </p:spPr>
        <p:txBody>
          <a:bodyPr wrap="square" lIns="0" rIns="0" tIns="0" bIns="0" anchor="t"/>
          <a:lstStyle/>
          <a:p>
            <a:pPr algn="l">
              <a:lnSpc>
                <a:spcPts val="1140"/>
              </a:lnSpc>
              <a:spcBef>
                <a:spcPts val="0"/>
              </a:spcBef>
              <a:spcAft>
                <a:spcPts val="0"/>
              </a:spcAft>
            </a:pPr>
            <a:r>
              <a:rPr sz="950" b="0" i="0">
                <a:solidFill>
                  <a:srgbClr val="3F4A5A"/>
                </a:solidFill>
                <a:latin typeface="Calibri"/>
              </a:rPr>
              <a:t>anteriores al cálculo</a:t>
            </a:r>
          </a:p>
        </p:txBody>
      </p:sp>
      <p:sp>
        <p:nvSpPr>
          <p:cNvPr id="19" name="!!r-universo:04d9e7097d"/>
          <p:cNvSpPr/>
          <p:nvPr/>
        </p:nvSpPr>
        <p:spPr>
          <a:xfrm>
            <a:off x="11229276" y="1435100"/>
            <a:ext cx="327724" cy="7493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universo:04d9e7097d·2"/>
          <p:cNvSpPr/>
          <p:nvPr/>
        </p:nvSpPr>
        <p:spPr>
          <a:xfrm>
            <a:off x="11229276" y="2146300"/>
            <a:ext cx="327724" cy="3810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universo:088cfc54a0"/>
          <p:cNvSpPr txBox="1"/>
          <p:nvPr/>
        </p:nvSpPr>
        <p:spPr>
          <a:xfrm>
            <a:off x="11322240" y="1674749"/>
            <a:ext cx="192468" cy="279400"/>
          </a:xfrm>
          <a:prstGeom prst="rect">
            <a:avLst/>
          </a:prstGeom>
          <a:noFill/>
        </p:spPr>
        <p:txBody>
          <a:bodyPr wrap="square" lIns="0" rIns="0" tIns="0" bIns="0" anchor="t"/>
          <a:lstStyle/>
          <a:p>
            <a:pPr algn="l">
              <a:lnSpc>
                <a:spcPts val="2200"/>
              </a:lnSpc>
              <a:spcBef>
                <a:spcPts val="0"/>
              </a:spcBef>
              <a:spcAft>
                <a:spcPts val="0"/>
              </a:spcAft>
            </a:pPr>
            <a:r>
              <a:rPr sz="2200" b="1" i="0">
                <a:solidFill>
                  <a:srgbClr val="1F2937"/>
                </a:solidFill>
                <a:latin typeface="Calibri"/>
              </a:rPr>
              <a:t>1</a:t>
            </a:r>
          </a:p>
        </p:txBody>
      </p:sp>
      <p:sp>
        <p:nvSpPr>
          <p:cNvPr id="22" name="!!r-universo:28564efe55"/>
          <p:cNvSpPr txBox="1"/>
          <p:nvPr/>
        </p:nvSpPr>
        <p:spPr>
          <a:xfrm>
            <a:off x="635000" y="2233009"/>
            <a:ext cx="11140440" cy="214312"/>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49 ítems de contenido del consenso de 67 expertos [3, pp. 1162–1163]: 15 conceptos teóricos (FEM) y 34 destrezas prácticas (FEA).</a:t>
            </a:r>
          </a:p>
        </p:txBody>
      </p:sp>
      <p:sp>
        <p:nvSpPr>
          <p:cNvPr id="23" name="!!r-universo:dc1a5b66b8"/>
          <p:cNvSpPr/>
          <p:nvPr/>
        </p:nvSpPr>
        <p:spPr>
          <a:xfrm>
            <a:off x="635000" y="2589212"/>
            <a:ext cx="2948876" cy="7147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universo:dc1a5b66b8·2"/>
          <p:cNvSpPr/>
          <p:nvPr/>
        </p:nvSpPr>
        <p:spPr>
          <a:xfrm>
            <a:off x="635000" y="3297618"/>
            <a:ext cx="294887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universo:ce634c66c7"/>
          <p:cNvSpPr txBox="1"/>
          <p:nvPr/>
        </p:nvSpPr>
        <p:spPr>
          <a:xfrm>
            <a:off x="749300" y="2647709"/>
            <a:ext cx="2774696" cy="198120"/>
          </a:xfrm>
          <a:prstGeom prst="rect">
            <a:avLst/>
          </a:prstGeom>
          <a:noFill/>
        </p:spPr>
        <p:txBody>
          <a:bodyPr wrap="square" lIns="0" rIns="0" tIns="0" bIns="0" anchor="t"/>
          <a:lstStyle/>
          <a:p>
            <a:pPr algn="l">
              <a:lnSpc>
                <a:spcPts val="1560"/>
              </a:lnSpc>
              <a:spcBef>
                <a:spcPts val="0"/>
              </a:spcBef>
              <a:spcAft>
                <a:spcPts val="0"/>
              </a:spcAft>
            </a:pPr>
            <a:r>
              <a:rPr sz="1200" b="1" i="0">
                <a:solidFill>
                  <a:srgbClr val="1F2937"/>
                </a:solidFill>
                <a:latin typeface="Calibri"/>
              </a:rPr>
              <a:t>Fuera del alcance disciplinar (18)</a:t>
            </a:r>
          </a:p>
        </p:txBody>
      </p:sp>
      <p:sp>
        <p:nvSpPr>
          <p:cNvPr id="26" name="!!r-universo:af23569616"/>
          <p:cNvSpPr/>
          <p:nvPr/>
        </p:nvSpPr>
        <p:spPr>
          <a:xfrm>
            <a:off x="3583876" y="2589212"/>
            <a:ext cx="7973123" cy="7147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universo:af23569616·2"/>
          <p:cNvSpPr/>
          <p:nvPr/>
        </p:nvSpPr>
        <p:spPr>
          <a:xfrm>
            <a:off x="3583876" y="3297618"/>
            <a:ext cx="797312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universo:2b3c8a8a30"/>
          <p:cNvSpPr txBox="1"/>
          <p:nvPr/>
        </p:nvSpPr>
        <p:spPr>
          <a:xfrm>
            <a:off x="3698176" y="2647709"/>
            <a:ext cx="7899400" cy="594360"/>
          </a:xfrm>
          <a:prstGeom prst="rect">
            <a:avLst/>
          </a:prstGeom>
          <a:noFill/>
        </p:spPr>
        <p:txBody>
          <a:bodyPr wrap="square" lIns="0" rIns="0" tIns="0" bIns="0" anchor="t"/>
          <a:lstStyle/>
          <a:p>
            <a:pPr algn="l">
              <a:lnSpc>
                <a:spcPts val="1560"/>
              </a:lnSpc>
              <a:spcBef>
                <a:spcPts val="0"/>
              </a:spcBef>
              <a:spcAft>
                <a:spcPts val="0"/>
              </a:spcAft>
            </a:pPr>
            <a:r>
              <a:rPr sz="1200" b="0" i="0">
                <a:solidFill>
                  <a:srgbClr val="1F2937"/>
                </a:solidFill>
                <a:latin typeface="Calibri"/>
              </a:rPr>
              <a:t>resortes, barras y vigas (FEM1, FEM4, FEM5) · axisimétricos (FEM6, FEM7) · tridimensional (FEM10–FEM13) · placas y</a:t>
            </a:r>
            <a:br/>
            <a:r>
              <a:rPr sz="1200" b="0" i="0">
                <a:solidFill>
                  <a:srgbClr val="1F2937"/>
                </a:solidFill>
                <a:latin typeface="Calibri"/>
              </a:rPr>
              <a:t>cáscaras (FEM14) · térmicos (FEM15) · modelado en CAD (FEA6–FEA9) · cargas de un análisis previo (FEA21) · elementos</a:t>
            </a:r>
            <a:br/>
            <a:r>
              <a:rPr sz="1200" b="0" i="0">
                <a:solidFill>
                  <a:srgbClr val="1F2937"/>
                </a:solidFill>
                <a:latin typeface="Calibri"/>
              </a:rPr>
              <a:t>rígidos (FEA22) · contacto (FEA23)</a:t>
            </a:r>
          </a:p>
        </p:txBody>
      </p:sp>
      <p:sp>
        <p:nvSpPr>
          <p:cNvPr id="29" name="!!r-universo:033d6a4c25"/>
          <p:cNvSpPr/>
          <p:nvPr/>
        </p:nvSpPr>
        <p:spPr>
          <a:xfrm>
            <a:off x="635000" y="3303968"/>
            <a:ext cx="2948876" cy="51676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universo:033d6a4c25·2"/>
          <p:cNvSpPr/>
          <p:nvPr/>
        </p:nvSpPr>
        <p:spPr>
          <a:xfrm>
            <a:off x="635000" y="3814381"/>
            <a:ext cx="294887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universo:d71c6d8045"/>
          <p:cNvSpPr txBox="1"/>
          <p:nvPr/>
        </p:nvSpPr>
        <p:spPr>
          <a:xfrm>
            <a:off x="749300" y="3362465"/>
            <a:ext cx="2774696" cy="396240"/>
          </a:xfrm>
          <a:prstGeom prst="rect">
            <a:avLst/>
          </a:prstGeom>
          <a:noFill/>
        </p:spPr>
        <p:txBody>
          <a:bodyPr wrap="square" lIns="0" rIns="0" tIns="0" bIns="0" anchor="t"/>
          <a:lstStyle/>
          <a:p>
            <a:pPr algn="l">
              <a:lnSpc>
                <a:spcPts val="1560"/>
              </a:lnSpc>
              <a:spcBef>
                <a:spcPts val="0"/>
              </a:spcBef>
              <a:spcAft>
                <a:spcPts val="0"/>
              </a:spcAft>
            </a:pPr>
            <a:r>
              <a:rPr sz="1200" b="1" i="0">
                <a:solidFill>
                  <a:srgbClr val="1F2937"/>
                </a:solidFill>
                <a:latin typeface="Calibri"/>
              </a:rPr>
              <a:t>Anteriores al procedimiento de cálculo</a:t>
            </a:r>
            <a:br/>
            <a:r>
              <a:rPr sz="1200" b="1" i="0">
                <a:solidFill>
                  <a:srgbClr val="1F2937"/>
                </a:solidFill>
                <a:latin typeface="Calibri"/>
              </a:rPr>
              <a:t>(12)</a:t>
            </a:r>
          </a:p>
        </p:txBody>
      </p:sp>
      <p:sp>
        <p:nvSpPr>
          <p:cNvPr id="32" name="!!r-universo:a8c1873292"/>
          <p:cNvSpPr/>
          <p:nvPr/>
        </p:nvSpPr>
        <p:spPr>
          <a:xfrm>
            <a:off x="3583876" y="3303968"/>
            <a:ext cx="7973123" cy="516763"/>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universo:a8c1873292·2"/>
          <p:cNvSpPr/>
          <p:nvPr/>
        </p:nvSpPr>
        <p:spPr>
          <a:xfrm>
            <a:off x="3583876" y="3814381"/>
            <a:ext cx="797312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universo:946fd415bc"/>
          <p:cNvSpPr txBox="1"/>
          <p:nvPr/>
        </p:nvSpPr>
        <p:spPr>
          <a:xfrm>
            <a:off x="3698176" y="3362465"/>
            <a:ext cx="7899400" cy="396240"/>
          </a:xfrm>
          <a:prstGeom prst="rect">
            <a:avLst/>
          </a:prstGeom>
          <a:noFill/>
        </p:spPr>
        <p:txBody>
          <a:bodyPr wrap="square" lIns="0" rIns="0" tIns="0" bIns="0" anchor="t"/>
          <a:lstStyle/>
          <a:p>
            <a:pPr algn="l">
              <a:lnSpc>
                <a:spcPts val="1560"/>
              </a:lnSpc>
              <a:spcBef>
                <a:spcPts val="0"/>
              </a:spcBef>
              <a:spcAft>
                <a:spcPts val="0"/>
              </a:spcAft>
            </a:pPr>
            <a:r>
              <a:rPr sz="1200" b="0" i="0">
                <a:solidFill>
                  <a:srgbClr val="1F2937"/>
                </a:solidFill>
                <a:latin typeface="Calibri"/>
              </a:rPr>
              <a:t>planificación del análisis, selección de materiales y modelado de cargas y apoyos: FEA1–FEA5, FEA10–FEA12, FEA19, FEA20,</a:t>
            </a:r>
            <a:br/>
            <a:r>
              <a:rPr sz="1200" b="0" i="0">
                <a:solidFill>
                  <a:srgbClr val="1F2937"/>
                </a:solidFill>
                <a:latin typeface="Calibri"/>
              </a:rPr>
              <a:t>FEA24 y FEA25</a:t>
            </a:r>
          </a:p>
        </p:txBody>
      </p:sp>
      <p:sp>
        <p:nvSpPr>
          <p:cNvPr id="35" name="!!r-universo:990fca4961"/>
          <p:cNvSpPr/>
          <p:nvPr/>
        </p:nvSpPr>
        <p:spPr>
          <a:xfrm>
            <a:off x="635000" y="3820732"/>
            <a:ext cx="2948876" cy="3187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universo:990fca4961·2"/>
          <p:cNvSpPr/>
          <p:nvPr/>
        </p:nvSpPr>
        <p:spPr>
          <a:xfrm>
            <a:off x="635000" y="4133088"/>
            <a:ext cx="2948876"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universo:775768f185"/>
          <p:cNvSpPr txBox="1"/>
          <p:nvPr/>
        </p:nvSpPr>
        <p:spPr>
          <a:xfrm>
            <a:off x="749300" y="3879228"/>
            <a:ext cx="2774696" cy="198120"/>
          </a:xfrm>
          <a:prstGeom prst="rect">
            <a:avLst/>
          </a:prstGeom>
          <a:noFill/>
        </p:spPr>
        <p:txBody>
          <a:bodyPr wrap="square" lIns="0" rIns="0" tIns="0" bIns="0" anchor="t"/>
          <a:lstStyle/>
          <a:p>
            <a:pPr algn="l">
              <a:lnSpc>
                <a:spcPts val="1560"/>
              </a:lnSpc>
              <a:spcBef>
                <a:spcPts val="0"/>
              </a:spcBef>
              <a:spcAft>
                <a:spcPts val="0"/>
              </a:spcAft>
            </a:pPr>
            <a:r>
              <a:rPr sz="1200" b="1" i="0">
                <a:solidFill>
                  <a:srgbClr val="1F2937"/>
                </a:solidFill>
                <a:latin typeface="Calibri"/>
              </a:rPr>
              <a:t>No expuesto por el software (1)</a:t>
            </a:r>
          </a:p>
        </p:txBody>
      </p:sp>
      <p:sp>
        <p:nvSpPr>
          <p:cNvPr id="38" name="!!r-universo:ea5080e185"/>
          <p:cNvSpPr/>
          <p:nvPr/>
        </p:nvSpPr>
        <p:spPr>
          <a:xfrm>
            <a:off x="3583876" y="3820732"/>
            <a:ext cx="7973123" cy="3187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universo:ea5080e185·2"/>
          <p:cNvSpPr/>
          <p:nvPr/>
        </p:nvSpPr>
        <p:spPr>
          <a:xfrm>
            <a:off x="3583876" y="4133088"/>
            <a:ext cx="7973123"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universo:7ad24183e3"/>
          <p:cNvSpPr txBox="1"/>
          <p:nvPr/>
        </p:nvSpPr>
        <p:spPr>
          <a:xfrm>
            <a:off x="3698176" y="3879228"/>
            <a:ext cx="7899400" cy="198120"/>
          </a:xfrm>
          <a:prstGeom prst="rect">
            <a:avLst/>
          </a:prstGeom>
          <a:noFill/>
        </p:spPr>
        <p:txBody>
          <a:bodyPr wrap="square" lIns="0" rIns="0" tIns="0" bIns="0" anchor="t"/>
          <a:lstStyle/>
          <a:p>
            <a:pPr algn="l">
              <a:lnSpc>
                <a:spcPts val="1560"/>
              </a:lnSpc>
              <a:spcBef>
                <a:spcPts val="0"/>
              </a:spcBef>
              <a:spcAft>
                <a:spcPts val="0"/>
              </a:spcAft>
            </a:pPr>
            <a:r>
              <a:rPr sz="1200" b="0" i="0">
                <a:solidFill>
                  <a:srgbClr val="1F2937"/>
                </a:solidFill>
                <a:latin typeface="Calibri"/>
              </a:rPr>
              <a:t>la deducción de la matriz de rigidez por métodos alternativos (FEM3): un desarrollo teórico</a:t>
            </a:r>
          </a:p>
        </p:txBody>
      </p:sp>
      <p:sp>
        <p:nvSpPr>
          <p:cNvPr id="41" name="!!r-universo:15262b6efe"/>
          <p:cNvSpPr txBox="1"/>
          <p:nvPr/>
        </p:nvSpPr>
        <p:spPr>
          <a:xfrm>
            <a:off x="635000" y="4213384"/>
            <a:ext cx="11140440" cy="642938"/>
          </a:xfrm>
          <a:prstGeom prst="rect">
            <a:avLst/>
          </a:prstGeom>
          <a:noFill/>
        </p:spPr>
        <p:txBody>
          <a:bodyPr wrap="square" lIns="0" rIns="0" tIns="0" bIns="0" anchor="t"/>
          <a:lstStyle/>
          <a:p>
            <a:pPr algn="l">
              <a:lnSpc>
                <a:spcPts val="1688"/>
              </a:lnSpc>
              <a:spcBef>
                <a:spcPts val="0"/>
              </a:spcBef>
              <a:spcAft>
                <a:spcPts val="0"/>
              </a:spcAft>
            </a:pPr>
            <a:r>
              <a:rPr sz="1250" b="0" i="0">
                <a:solidFill>
                  <a:srgbClr val="5B6575"/>
                </a:solidFill>
                <a:latin typeface="Calibri"/>
              </a:rPr>
              <a:t>Fuera de los 49 quedan otras dos categorías del mismo consenso: 7 ítems de tipo de análisis (EduFEM resuelve solo el caso estático lineal) y 15 de herramientas de</a:t>
            </a:r>
            <a:br/>
            <a:r>
              <a:rPr sz="1250" b="0" i="0">
                <a:solidFill>
                  <a:srgbClr val="5B6575"/>
                </a:solidFill>
                <a:latin typeface="Calibri"/>
              </a:rPr>
              <a:t>cómputo (valoran programas concretos). Los ítems vienen de un consenso publicado; la selección, con estos tres motivos, y el cotejo ítem por ítem, con la regla de</a:t>
            </a:r>
            <a:br/>
            <a:r>
              <a:rPr sz="1250" b="0" i="0">
                <a:solidFill>
                  <a:srgbClr val="5B6575"/>
                </a:solidFill>
                <a:latin typeface="Calibri"/>
              </a:rPr>
              <a:t>marcado de la § 2.1.5, son del autor: es una de las debilidades declaradas.</a:t>
            </a:r>
          </a:p>
        </p:txBody>
      </p:sp>
      <p:sp>
        <p:nvSpPr>
          <p:cNvPr id="42" name="!!pie-fondo"/>
          <p:cNvSpPr/>
          <p:nvPr/>
        </p:nvSpPr>
        <p:spPr>
          <a:xfrm>
            <a:off x="565150" y="6400800"/>
            <a:ext cx="11061700" cy="3683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ie-fondo·2"/>
          <p:cNvSpPr/>
          <p:nvPr/>
        </p:nvSpPr>
        <p:spPr>
          <a:xfrm>
            <a:off x="565150" y="6400800"/>
            <a:ext cx="11061700" cy="6350"/>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ie-izq"/>
          <p:cNvSpPr txBox="1"/>
          <p:nvPr/>
        </p:nvSpPr>
        <p:spPr>
          <a:xfrm>
            <a:off x="565150" y="6535420"/>
            <a:ext cx="4528122" cy="127000"/>
          </a:xfrm>
          <a:prstGeom prst="rect">
            <a:avLst/>
          </a:prstGeom>
          <a:noFill/>
        </p:spPr>
        <p:txBody>
          <a:bodyPr wrap="square" lIns="0" rIns="0" tIns="0" bIns="0" anchor="t"/>
          <a:lstStyle/>
          <a:p>
            <a:pPr algn="l">
              <a:lnSpc>
                <a:spcPts val="1000"/>
              </a:lnSpc>
              <a:spcBef>
                <a:spcPts val="0"/>
              </a:spcBef>
              <a:spcAft>
                <a:spcPts val="0"/>
              </a:spcAft>
            </a:pPr>
            <a:r>
              <a:rPr sz="1000" b="0" i="0">
                <a:solidFill>
                  <a:srgbClr val="5B6575"/>
                </a:solidFill>
                <a:latin typeface="Calibri"/>
              </a:rPr>
              <a:t>EduFEM · Defensa de tesis · Ingeniería Civil · UATF</a:t>
            </a:r>
          </a:p>
        </p:txBody>
      </p:sp>
      <p:sp>
        <p:nvSpPr>
          <p:cNvPr id="45" name="!!pie-cen"/>
          <p:cNvSpPr txBox="1"/>
          <p:nvPr/>
        </p:nvSpPr>
        <p:spPr>
          <a:xfrm>
            <a:off x="4979098" y="6535420"/>
            <a:ext cx="2233740" cy="127000"/>
          </a:xfrm>
          <a:prstGeom prst="rect">
            <a:avLst/>
          </a:prstGeom>
          <a:noFill/>
        </p:spPr>
        <p:txBody>
          <a:bodyPr wrap="square" lIns="0" rIns="0" tIns="0" bIns="0" anchor="t"/>
          <a:lstStyle/>
          <a:p>
            <a:pPr algn="ctr">
              <a:lnSpc>
                <a:spcPts val="1000"/>
              </a:lnSpc>
              <a:spcBef>
                <a:spcPts val="0"/>
              </a:spcBef>
              <a:spcAft>
                <a:spcPts val="0"/>
              </a:spcAft>
            </a:pPr>
            <a:r>
              <a:rPr sz="1000" b="0" i="0">
                <a:solidFill>
                  <a:srgbClr val="5B6575"/>
                </a:solidFill>
                <a:latin typeface="Calibri"/>
              </a:rPr>
              <a:t>Tesis: § 2.1.4 · § 2.1.5 · nota de la Tabla 3.7</a:t>
            </a:r>
          </a:p>
        </p:txBody>
      </p:sp>
      <p:sp>
        <p:nvSpPr>
          <p:cNvPr id="46" name="!!pie-der"/>
          <p:cNvSpPr txBox="1"/>
          <p:nvPr/>
        </p:nvSpPr>
        <p:spPr>
          <a:xfrm>
            <a:off x="7098602" y="6535420"/>
            <a:ext cx="4528248" cy="127000"/>
          </a:xfrm>
          <a:prstGeom prst="rect">
            <a:avLst/>
          </a:prstGeom>
          <a:noFill/>
        </p:spPr>
        <p:txBody>
          <a:bodyPr wrap="square" lIns="0" rIns="0" tIns="0" bIns="0" anchor="t"/>
          <a:lstStyle/>
          <a:p>
            <a:pPr algn="r">
              <a:lnSpc>
                <a:spcPts val="1000"/>
              </a:lnSpc>
              <a:spcBef>
                <a:spcPts val="0"/>
              </a:spcBef>
              <a:spcAft>
                <a:spcPts val="0"/>
              </a:spcAft>
            </a:pPr>
            <a:r>
              <a:rPr sz="1000" b="1" i="0">
                <a:solidFill>
                  <a:srgbClr val="1B2A4A"/>
                </a:solidFill>
                <a:latin typeface="Calibri"/>
              </a:rPr>
              <a:t>Respaldo</a:t>
            </a:r>
          </a:p>
        </p:txBody>
      </p:sp>
      <p:sp>
        <p:nvSpPr>
          <p:cNvPr id="47" name="!!volver">
            <a:hlinkClick r:id="" action="ppaction://hlinkshowjump?jump=lastslideviewed"/>
          </p:cNvPr>
          <p:cNvSpPr/>
          <p:nvPr/>
        </p:nvSpPr>
        <p:spPr>
          <a:xfrm>
            <a:off x="9398000" y="139700"/>
            <a:ext cx="1079500" cy="254000"/>
          </a:xfrm>
          <a:prstGeom prst="roundRect">
            <a:avLst>
              <a:gd name="adj" fmla="val 20000"/>
            </a:avLst>
          </a:prstGeom>
          <a:solidFill>
            <a:srgbClr val="E8741A"/>
          </a:solidFill>
          <a:ln>
            <a:noFill/>
          </a:ln>
          <a:effectLst/>
        </p:spPr>
        <p:style>
          <a:lnRef idx="1">
            <a:schemeClr val="accent1"/>
          </a:lnRef>
          <a:fillRef idx="3">
            <a:schemeClr val="accent1"/>
          </a:fillRef>
          <a:effectRef idx="2">
            <a:schemeClr val="accent1"/>
          </a:effectRef>
          <a:fontRef idx="minor">
            <a:schemeClr val="lt1"/>
          </a:fontRef>
        </p:style>
        <p:txBody>
          <a:bodyPr rtlCol="0" anchor="ctr" lIns="63500" rIns="63500" tIns="0" bIns="0"/>
          <a:lstStyle/>
          <a:p>
            <a:pPr algn="ctr"/>
            <a:r>
              <a:rPr sz="1050" b="1">
                <a:solidFill>
                  <a:srgbClr val="FFFFFF"/>
                </a:solidFill>
                <a:latin typeface="Calibri"/>
              </a:rPr>
              <a:t>↩ Volver</a:t>
            </a:r>
          </a:p>
        </p:txBody>
      </p:sp>
    </p:spTree>
  </p:cSld>
  <p:clrMapOvr>
    <a:masterClrMapping/>
  </p:clrMapOvr>
  <p:transition spd="slow">
    <p:circle/>
  </p:transition>
</p:sld>
</file>

<file path=ppt/slides/slide4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65150" y="381000"/>
            <a:ext cx="9525000" cy="508000"/>
          </a:xfrm>
          <a:prstGeom prst="rect">
            <a:avLst/>
          </a:prstGeom>
          <a:noFill/>
        </p:spPr>
        <p:txBody>
          <a:bodyPr wrap="none">
            <a:spAutoFit/>
          </a:bodyPr>
          <a:lstStyle/>
          <a:p>
            <a:r>
              <a:rPr sz="3000" b="1">
                <a:solidFill>
                  <a:srgbClr val="1B2A4A"/>
                </a:solidFill>
                <a:latin typeface="Calibri"/>
              </a:rPr>
              <a:t>Índice de la defensa</a:t>
            </a:r>
          </a:p>
        </p:txBody>
      </p:sp>
      <p:sp>
        <p:nvSpPr>
          <p:cNvPr id="3" name="Rectangle 2"/>
          <p:cNvSpPr/>
          <p:nvPr/>
        </p:nvSpPr>
        <p:spPr>
          <a:xfrm>
            <a:off x="565150" y="952500"/>
            <a:ext cx="736600" cy="38100"/>
          </a:xfrm>
          <a:prstGeom prst="rect">
            <a:avLst/>
          </a:prstGeom>
          <a:solidFill>
            <a:srgbClr val="E87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565150" y="1206500"/>
            <a:ext cx="3619500" cy="171450"/>
          </a:xfrm>
          <a:prstGeom prst="rect">
            <a:avLst/>
          </a:prstGeom>
          <a:noFill/>
        </p:spPr>
        <p:txBody>
          <a:bodyPr wrap="none" lIns="0" rIns="0" tIns="0" bIns="0">
            <a:spAutoFit/>
          </a:bodyPr>
          <a:lstStyle/>
          <a:p>
            <a:r>
              <a:rPr sz="1050">
                <a:solidFill>
                  <a:srgbClr val="1F2937"/>
                </a:solidFill>
                <a:latin typeface="Calibri"/>
              </a:rPr>
              <a:t> 1. Carátula</a:t>
            </a:r>
          </a:p>
        </p:txBody>
      </p:sp>
      <p:sp>
        <p:nvSpPr>
          <p:cNvPr id="5" name="TextBox 4">
            <a:hlinkClick action="ppaction://hlinksldjump" r:id="rId3"/>
          </p:cNvPr>
          <p:cNvSpPr txBox="1"/>
          <p:nvPr/>
        </p:nvSpPr>
        <p:spPr>
          <a:xfrm>
            <a:off x="565150" y="1397000"/>
            <a:ext cx="3619500" cy="171450"/>
          </a:xfrm>
          <a:prstGeom prst="rect">
            <a:avLst/>
          </a:prstGeom>
          <a:noFill/>
        </p:spPr>
        <p:txBody>
          <a:bodyPr wrap="none" lIns="0" rIns="0" tIns="0" bIns="0">
            <a:spAutoFit/>
          </a:bodyPr>
          <a:lstStyle/>
          <a:p>
            <a:r>
              <a:rPr sz="1050">
                <a:solidFill>
                  <a:srgbClr val="1F2937"/>
                </a:solidFill>
                <a:latin typeface="Calibri"/>
              </a:rPr>
              <a:t> 2. Recorrido de la defensa</a:t>
            </a:r>
          </a:p>
        </p:txBody>
      </p:sp>
      <p:sp>
        <p:nvSpPr>
          <p:cNvPr id="6" name="TextBox 5">
            <a:hlinkClick action="ppaction://hlinksldjump" r:id="rId4"/>
          </p:cNvPr>
          <p:cNvSpPr txBox="1"/>
          <p:nvPr/>
        </p:nvSpPr>
        <p:spPr>
          <a:xfrm>
            <a:off x="565150" y="1587500"/>
            <a:ext cx="3619500" cy="171450"/>
          </a:xfrm>
          <a:prstGeom prst="rect">
            <a:avLst/>
          </a:prstGeom>
          <a:noFill/>
        </p:spPr>
        <p:txBody>
          <a:bodyPr wrap="none" lIns="0" rIns="0" tIns="0" bIns="0">
            <a:spAutoFit/>
          </a:bodyPr>
          <a:lstStyle/>
          <a:p>
            <a:r>
              <a:rPr sz="1050">
                <a:solidFill>
                  <a:srgbClr val="1F2937"/>
                </a:solidFill>
                <a:latin typeface="Calibri"/>
              </a:rPr>
              <a:t> 3. La caja negra</a:t>
            </a:r>
          </a:p>
        </p:txBody>
      </p:sp>
      <p:sp>
        <p:nvSpPr>
          <p:cNvPr id="7" name="TextBox 6">
            <a:hlinkClick action="ppaction://hlinksldjump" r:id="rId5"/>
          </p:cNvPr>
          <p:cNvSpPr txBox="1"/>
          <p:nvPr/>
        </p:nvSpPr>
        <p:spPr>
          <a:xfrm>
            <a:off x="565150" y="1778000"/>
            <a:ext cx="3619500" cy="171450"/>
          </a:xfrm>
          <a:prstGeom prst="rect">
            <a:avLst/>
          </a:prstGeom>
          <a:noFill/>
        </p:spPr>
        <p:txBody>
          <a:bodyPr wrap="none" lIns="0" rIns="0" tIns="0" bIns="0">
            <a:spAutoFit/>
          </a:bodyPr>
          <a:lstStyle/>
          <a:p>
            <a:r>
              <a:rPr sz="1050">
                <a:solidFill>
                  <a:srgbClr val="1F2937"/>
                </a:solidFill>
                <a:latin typeface="Calibri"/>
              </a:rPr>
              <a:t> 4. Problema científico</a:t>
            </a:r>
          </a:p>
        </p:txBody>
      </p:sp>
      <p:sp>
        <p:nvSpPr>
          <p:cNvPr id="8" name="TextBox 7">
            <a:hlinkClick action="ppaction://hlinksldjump" r:id="rId6"/>
          </p:cNvPr>
          <p:cNvSpPr txBox="1"/>
          <p:nvPr/>
        </p:nvSpPr>
        <p:spPr>
          <a:xfrm>
            <a:off x="565150" y="1968500"/>
            <a:ext cx="3619500" cy="171450"/>
          </a:xfrm>
          <a:prstGeom prst="rect">
            <a:avLst/>
          </a:prstGeom>
          <a:noFill/>
        </p:spPr>
        <p:txBody>
          <a:bodyPr wrap="none" lIns="0" rIns="0" tIns="0" bIns="0">
            <a:spAutoFit/>
          </a:bodyPr>
          <a:lstStyle/>
          <a:p>
            <a:r>
              <a:rPr sz="1050">
                <a:solidFill>
                  <a:srgbClr val="1F2937"/>
                </a:solidFill>
                <a:latin typeface="Calibri"/>
              </a:rPr>
              <a:t> 5. Objeto, campo y alcance</a:t>
            </a:r>
          </a:p>
        </p:txBody>
      </p:sp>
      <p:sp>
        <p:nvSpPr>
          <p:cNvPr id="9" name="TextBox 8">
            <a:hlinkClick action="ppaction://hlinksldjump" r:id="rId7"/>
          </p:cNvPr>
          <p:cNvSpPr txBox="1"/>
          <p:nvPr/>
        </p:nvSpPr>
        <p:spPr>
          <a:xfrm>
            <a:off x="565150" y="2159000"/>
            <a:ext cx="3619500" cy="171450"/>
          </a:xfrm>
          <a:prstGeom prst="rect">
            <a:avLst/>
          </a:prstGeom>
          <a:noFill/>
        </p:spPr>
        <p:txBody>
          <a:bodyPr wrap="none" lIns="0" rIns="0" tIns="0" bIns="0">
            <a:spAutoFit/>
          </a:bodyPr>
          <a:lstStyle/>
          <a:p>
            <a:r>
              <a:rPr sz="1050">
                <a:solidFill>
                  <a:srgbClr val="1F2937"/>
                </a:solidFill>
                <a:latin typeface="Calibri"/>
              </a:rPr>
              <a:t> 6. ¿Por qué el plano?</a:t>
            </a:r>
          </a:p>
        </p:txBody>
      </p:sp>
      <p:sp>
        <p:nvSpPr>
          <p:cNvPr id="10" name="TextBox 9">
            <a:hlinkClick action="ppaction://hlinksldjump" r:id="rId8"/>
          </p:cNvPr>
          <p:cNvSpPr txBox="1"/>
          <p:nvPr/>
        </p:nvSpPr>
        <p:spPr>
          <a:xfrm>
            <a:off x="565150" y="2349500"/>
            <a:ext cx="3619500" cy="171450"/>
          </a:xfrm>
          <a:prstGeom prst="rect">
            <a:avLst/>
          </a:prstGeom>
          <a:noFill/>
        </p:spPr>
        <p:txBody>
          <a:bodyPr wrap="none" lIns="0" rIns="0" tIns="0" bIns="0">
            <a:spAutoFit/>
          </a:bodyPr>
          <a:lstStyle/>
          <a:p>
            <a:r>
              <a:rPr sz="1050">
                <a:solidFill>
                  <a:srgbClr val="1F2937"/>
                </a:solidFill>
                <a:latin typeface="Calibri"/>
              </a:rPr>
              <a:t> 7. Objetivos</a:t>
            </a:r>
          </a:p>
        </p:txBody>
      </p:sp>
      <p:sp>
        <p:nvSpPr>
          <p:cNvPr id="11" name="TextBox 10">
            <a:hlinkClick action="ppaction://hlinksldjump" r:id="rId9"/>
          </p:cNvPr>
          <p:cNvSpPr txBox="1"/>
          <p:nvPr/>
        </p:nvSpPr>
        <p:spPr>
          <a:xfrm>
            <a:off x="565150" y="2540000"/>
            <a:ext cx="3619500" cy="171450"/>
          </a:xfrm>
          <a:prstGeom prst="rect">
            <a:avLst/>
          </a:prstGeom>
          <a:noFill/>
        </p:spPr>
        <p:txBody>
          <a:bodyPr wrap="none" lIns="0" rIns="0" tIns="0" bIns="0">
            <a:spAutoFit/>
          </a:bodyPr>
          <a:lstStyle/>
          <a:p>
            <a:r>
              <a:rPr sz="1050">
                <a:solidFill>
                  <a:srgbClr val="1F2937"/>
                </a:solidFill>
                <a:latin typeface="Calibri"/>
              </a:rPr>
              <a:t> 8. Hipótesis</a:t>
            </a:r>
          </a:p>
        </p:txBody>
      </p:sp>
      <p:sp>
        <p:nvSpPr>
          <p:cNvPr id="12" name="TextBox 11">
            <a:hlinkClick action="ppaction://hlinksldjump" r:id="rId10"/>
          </p:cNvPr>
          <p:cNvSpPr txBox="1"/>
          <p:nvPr/>
        </p:nvSpPr>
        <p:spPr>
          <a:xfrm>
            <a:off x="565150" y="2730500"/>
            <a:ext cx="3619500" cy="171450"/>
          </a:xfrm>
          <a:prstGeom prst="rect">
            <a:avLst/>
          </a:prstGeom>
          <a:noFill/>
        </p:spPr>
        <p:txBody>
          <a:bodyPr wrap="none" lIns="0" rIns="0" tIns="0" bIns="0">
            <a:spAutoFit/>
          </a:bodyPr>
          <a:lstStyle/>
          <a:p>
            <a:r>
              <a:rPr sz="1050">
                <a:solidFill>
                  <a:srgbClr val="1F2937"/>
                </a:solidFill>
                <a:latin typeface="Calibri"/>
              </a:rPr>
              <a:t> 9. Metodología</a:t>
            </a:r>
          </a:p>
        </p:txBody>
      </p:sp>
      <p:sp>
        <p:nvSpPr>
          <p:cNvPr id="13" name="TextBox 12">
            <a:hlinkClick action="ppaction://hlinksldjump" r:id="rId11"/>
          </p:cNvPr>
          <p:cNvSpPr txBox="1"/>
          <p:nvPr/>
        </p:nvSpPr>
        <p:spPr>
          <a:xfrm>
            <a:off x="565150" y="2921000"/>
            <a:ext cx="3619500" cy="171450"/>
          </a:xfrm>
          <a:prstGeom prst="rect">
            <a:avLst/>
          </a:prstGeom>
          <a:noFill/>
        </p:spPr>
        <p:txBody>
          <a:bodyPr wrap="none" lIns="0" rIns="0" tIns="0" bIns="0">
            <a:spAutoFit/>
          </a:bodyPr>
          <a:lstStyle/>
          <a:p>
            <a:r>
              <a:rPr sz="1050">
                <a:solidFill>
                  <a:srgbClr val="1F2937"/>
                </a:solidFill>
                <a:latin typeface="Calibri"/>
              </a:rPr>
              <a:t>10. Capítulo 1 · Fundamentar</a:t>
            </a:r>
          </a:p>
        </p:txBody>
      </p:sp>
      <p:sp>
        <p:nvSpPr>
          <p:cNvPr id="14" name="TextBox 13">
            <a:hlinkClick action="ppaction://hlinksldjump" r:id="rId12"/>
          </p:cNvPr>
          <p:cNvSpPr txBox="1"/>
          <p:nvPr/>
        </p:nvSpPr>
        <p:spPr>
          <a:xfrm>
            <a:off x="565150" y="3111500"/>
            <a:ext cx="3619500" cy="171450"/>
          </a:xfrm>
          <a:prstGeom prst="rect">
            <a:avLst/>
          </a:prstGeom>
          <a:noFill/>
        </p:spPr>
        <p:txBody>
          <a:bodyPr wrap="none" lIns="0" rIns="0" tIns="0" bIns="0">
            <a:spAutoFit/>
          </a:bodyPr>
          <a:lstStyle/>
          <a:p>
            <a:r>
              <a:rPr sz="1050">
                <a:solidFill>
                  <a:srgbClr val="1F2937"/>
                </a:solidFill>
                <a:latin typeface="Calibri"/>
              </a:rPr>
              <a:t>11. Estado del arte y requisitos</a:t>
            </a:r>
          </a:p>
        </p:txBody>
      </p:sp>
      <p:sp>
        <p:nvSpPr>
          <p:cNvPr id="15" name="TextBox 14">
            <a:hlinkClick action="ppaction://hlinksldjump" r:id="rId13"/>
          </p:cNvPr>
          <p:cNvSpPr txBox="1"/>
          <p:nvPr/>
        </p:nvSpPr>
        <p:spPr>
          <a:xfrm>
            <a:off x="565150" y="3302000"/>
            <a:ext cx="3619500" cy="171450"/>
          </a:xfrm>
          <a:prstGeom prst="rect">
            <a:avLst/>
          </a:prstGeom>
          <a:noFill/>
        </p:spPr>
        <p:txBody>
          <a:bodyPr wrap="none" lIns="0" rIns="0" tIns="0" bIns="0">
            <a:spAutoFit/>
          </a:bodyPr>
          <a:lstStyle/>
          <a:p>
            <a:r>
              <a:rPr sz="1050">
                <a:solidFill>
                  <a:srgbClr val="1F2937"/>
                </a:solidFill>
                <a:latin typeface="Calibri"/>
              </a:rPr>
              <a:t>12. Formulación variacional</a:t>
            </a:r>
          </a:p>
        </p:txBody>
      </p:sp>
      <p:sp>
        <p:nvSpPr>
          <p:cNvPr id="16" name="TextBox 15">
            <a:hlinkClick action="ppaction://hlinksldjump" r:id="rId14"/>
          </p:cNvPr>
          <p:cNvSpPr txBox="1"/>
          <p:nvPr/>
        </p:nvSpPr>
        <p:spPr>
          <a:xfrm>
            <a:off x="565150" y="3492500"/>
            <a:ext cx="3619500" cy="171450"/>
          </a:xfrm>
          <a:prstGeom prst="rect">
            <a:avLst/>
          </a:prstGeom>
          <a:noFill/>
        </p:spPr>
        <p:txBody>
          <a:bodyPr wrap="none" lIns="0" rIns="0" tIns="0" bIns="0">
            <a:spAutoFit/>
          </a:bodyPr>
          <a:lstStyle/>
          <a:p>
            <a:r>
              <a:rPr sz="1050">
                <a:solidFill>
                  <a:srgbClr val="1F2937"/>
                </a:solidFill>
                <a:latin typeface="Calibri"/>
              </a:rPr>
              <a:t>13. Las nueve etapas</a:t>
            </a:r>
          </a:p>
        </p:txBody>
      </p:sp>
      <p:sp>
        <p:nvSpPr>
          <p:cNvPr id="17" name="TextBox 16">
            <a:hlinkClick action="ppaction://hlinksldjump" r:id="rId15"/>
          </p:cNvPr>
          <p:cNvSpPr txBox="1"/>
          <p:nvPr/>
        </p:nvSpPr>
        <p:spPr>
          <a:xfrm>
            <a:off x="565150" y="3683000"/>
            <a:ext cx="3619500" cy="171450"/>
          </a:xfrm>
          <a:prstGeom prst="rect">
            <a:avLst/>
          </a:prstGeom>
          <a:noFill/>
        </p:spPr>
        <p:txBody>
          <a:bodyPr wrap="none" lIns="0" rIns="0" tIns="0" bIns="0">
            <a:spAutoFit/>
          </a:bodyPr>
          <a:lstStyle/>
          <a:p>
            <a:r>
              <a:rPr sz="1050">
                <a:solidFill>
                  <a:srgbClr val="1F2937"/>
                </a:solidFill>
                <a:latin typeface="Calibri"/>
              </a:rPr>
              <a:t>14. Capítulo 2 · Desarrollar</a:t>
            </a:r>
          </a:p>
        </p:txBody>
      </p:sp>
      <p:sp>
        <p:nvSpPr>
          <p:cNvPr id="18" name="TextBox 17">
            <a:hlinkClick action="ppaction://hlinksldjump" r:id="rId16"/>
          </p:cNvPr>
          <p:cNvSpPr txBox="1"/>
          <p:nvPr/>
        </p:nvSpPr>
        <p:spPr>
          <a:xfrm>
            <a:off x="4311650" y="1206500"/>
            <a:ext cx="3619500" cy="171450"/>
          </a:xfrm>
          <a:prstGeom prst="rect">
            <a:avLst/>
          </a:prstGeom>
          <a:noFill/>
        </p:spPr>
        <p:txBody>
          <a:bodyPr wrap="none" lIns="0" rIns="0" tIns="0" bIns="0">
            <a:spAutoFit/>
          </a:bodyPr>
          <a:lstStyle/>
          <a:p>
            <a:r>
              <a:rPr sz="1050">
                <a:solidFill>
                  <a:srgbClr val="1F2937"/>
                </a:solidFill>
                <a:latin typeface="Calibri"/>
              </a:rPr>
              <a:t>15. Cómo se contrasta</a:t>
            </a:r>
          </a:p>
        </p:txBody>
      </p:sp>
      <p:sp>
        <p:nvSpPr>
          <p:cNvPr id="19" name="TextBox 18">
            <a:hlinkClick action="ppaction://hlinksldjump" r:id="rId17"/>
          </p:cNvPr>
          <p:cNvSpPr txBox="1"/>
          <p:nvPr/>
        </p:nvSpPr>
        <p:spPr>
          <a:xfrm>
            <a:off x="4311650" y="1397000"/>
            <a:ext cx="3619500" cy="171450"/>
          </a:xfrm>
          <a:prstGeom prst="rect">
            <a:avLst/>
          </a:prstGeom>
          <a:noFill/>
        </p:spPr>
        <p:txBody>
          <a:bodyPr wrap="none" lIns="0" rIns="0" tIns="0" bIns="0">
            <a:spAutoFit/>
          </a:bodyPr>
          <a:lstStyle/>
          <a:p>
            <a:r>
              <a:rPr sz="1050">
                <a:solidFill>
                  <a:srgbClr val="1F2937"/>
                </a:solidFill>
                <a:latin typeface="Calibri"/>
              </a:rPr>
              <a:t>16. EduFEM</a:t>
            </a:r>
          </a:p>
        </p:txBody>
      </p:sp>
      <p:sp>
        <p:nvSpPr>
          <p:cNvPr id="20" name="TextBox 19">
            <a:hlinkClick action="ppaction://hlinksldjump" r:id="rId18"/>
          </p:cNvPr>
          <p:cNvSpPr txBox="1"/>
          <p:nvPr/>
        </p:nvSpPr>
        <p:spPr>
          <a:xfrm>
            <a:off x="4311650" y="1587500"/>
            <a:ext cx="3619500" cy="171450"/>
          </a:xfrm>
          <a:prstGeom prst="rect">
            <a:avLst/>
          </a:prstGeom>
          <a:noFill/>
        </p:spPr>
        <p:txBody>
          <a:bodyPr wrap="none" lIns="0" rIns="0" tIns="0" bIns="0">
            <a:spAutoFit/>
          </a:bodyPr>
          <a:lstStyle/>
          <a:p>
            <a:r>
              <a:rPr sz="1050">
                <a:solidFill>
                  <a:srgbClr val="1F2937"/>
                </a:solidFill>
                <a:latin typeface="Calibri"/>
              </a:rPr>
              <a:t>17. Trazabilidad en acción</a:t>
            </a:r>
          </a:p>
        </p:txBody>
      </p:sp>
      <p:sp>
        <p:nvSpPr>
          <p:cNvPr id="21" name="TextBox 20">
            <a:hlinkClick action="ppaction://hlinksldjump" r:id="rId19"/>
          </p:cNvPr>
          <p:cNvSpPr txBox="1"/>
          <p:nvPr/>
        </p:nvSpPr>
        <p:spPr>
          <a:xfrm>
            <a:off x="4311650" y="1778000"/>
            <a:ext cx="3619500" cy="171450"/>
          </a:xfrm>
          <a:prstGeom prst="rect">
            <a:avLst/>
          </a:prstGeom>
          <a:noFill/>
        </p:spPr>
        <p:txBody>
          <a:bodyPr wrap="none" lIns="0" rIns="0" tIns="0" bIns="0">
            <a:spAutoFit/>
          </a:bodyPr>
          <a:lstStyle/>
          <a:p>
            <a:r>
              <a:rPr sz="1050">
                <a:solidFill>
                  <a:srgbClr val="1F2937"/>
                </a:solidFill>
                <a:latin typeface="Calibri"/>
              </a:rPr>
              <a:t>18. Demostración</a:t>
            </a:r>
          </a:p>
        </p:txBody>
      </p:sp>
      <p:sp>
        <p:nvSpPr>
          <p:cNvPr id="22" name="TextBox 21">
            <a:hlinkClick action="ppaction://hlinksldjump" r:id="rId20"/>
          </p:cNvPr>
          <p:cNvSpPr txBox="1"/>
          <p:nvPr/>
        </p:nvSpPr>
        <p:spPr>
          <a:xfrm>
            <a:off x="4311650" y="1968500"/>
            <a:ext cx="3619500" cy="171450"/>
          </a:xfrm>
          <a:prstGeom prst="rect">
            <a:avLst/>
          </a:prstGeom>
          <a:noFill/>
        </p:spPr>
        <p:txBody>
          <a:bodyPr wrap="none" lIns="0" rIns="0" tIns="0" bIns="0">
            <a:spAutoFit/>
          </a:bodyPr>
          <a:lstStyle/>
          <a:p>
            <a:r>
              <a:rPr sz="1050">
                <a:solidFill>
                  <a:srgbClr val="1F2937"/>
                </a:solidFill>
                <a:latin typeface="Calibri"/>
              </a:rPr>
              <a:t>19. Capítulo 3 · Verificar y validar</a:t>
            </a:r>
          </a:p>
        </p:txBody>
      </p:sp>
      <p:sp>
        <p:nvSpPr>
          <p:cNvPr id="23" name="TextBox 22">
            <a:hlinkClick action="ppaction://hlinksldjump" r:id="rId21"/>
          </p:cNvPr>
          <p:cNvSpPr txBox="1"/>
          <p:nvPr/>
        </p:nvSpPr>
        <p:spPr>
          <a:xfrm>
            <a:off x="4311650" y="2159000"/>
            <a:ext cx="3619500" cy="171450"/>
          </a:xfrm>
          <a:prstGeom prst="rect">
            <a:avLst/>
          </a:prstGeom>
          <a:noFill/>
        </p:spPr>
        <p:txBody>
          <a:bodyPr wrap="none" lIns="0" rIns="0" tIns="0" bIns="0">
            <a:spAutoFit/>
          </a:bodyPr>
          <a:lstStyle/>
          <a:p>
            <a:r>
              <a:rPr sz="1050">
                <a:solidFill>
                  <a:srgbClr val="1F2937"/>
                </a:solidFill>
                <a:latin typeface="Calibri"/>
              </a:rPr>
              <a:t>20. Verificación (MMS)</a:t>
            </a:r>
          </a:p>
        </p:txBody>
      </p:sp>
      <p:sp>
        <p:nvSpPr>
          <p:cNvPr id="24" name="TextBox 23">
            <a:hlinkClick action="ppaction://hlinksldjump" r:id="rId22"/>
          </p:cNvPr>
          <p:cNvSpPr txBox="1"/>
          <p:nvPr/>
        </p:nvSpPr>
        <p:spPr>
          <a:xfrm>
            <a:off x="4311650" y="2349500"/>
            <a:ext cx="3619500" cy="171450"/>
          </a:xfrm>
          <a:prstGeom prst="rect">
            <a:avLst/>
          </a:prstGeom>
          <a:noFill/>
        </p:spPr>
        <p:txBody>
          <a:bodyPr wrap="none" lIns="0" rIns="0" tIns="0" bIns="0">
            <a:spAutoFit/>
          </a:bodyPr>
          <a:lstStyle/>
          <a:p>
            <a:r>
              <a:rPr sz="1050">
                <a:solidFill>
                  <a:srgbClr val="1F2937"/>
                </a:solidFill>
                <a:latin typeface="Calibri"/>
              </a:rPr>
              <a:t>21. Viga de Timoshenko</a:t>
            </a:r>
          </a:p>
        </p:txBody>
      </p:sp>
      <p:sp>
        <p:nvSpPr>
          <p:cNvPr id="25" name="TextBox 24">
            <a:hlinkClick action="ppaction://hlinksldjump" r:id="rId23"/>
          </p:cNvPr>
          <p:cNvSpPr txBox="1"/>
          <p:nvPr/>
        </p:nvSpPr>
        <p:spPr>
          <a:xfrm>
            <a:off x="4311650" y="2540000"/>
            <a:ext cx="3619500" cy="171450"/>
          </a:xfrm>
          <a:prstGeom prst="rect">
            <a:avLst/>
          </a:prstGeom>
          <a:noFill/>
        </p:spPr>
        <p:txBody>
          <a:bodyPr wrap="none" lIns="0" rIns="0" tIns="0" bIns="0">
            <a:spAutoFit/>
          </a:bodyPr>
          <a:lstStyle/>
          <a:p>
            <a:r>
              <a:rPr sz="1050">
                <a:solidFill>
                  <a:srgbClr val="1F2937"/>
                </a:solidFill>
                <a:latin typeface="Calibri"/>
              </a:rPr>
              <a:t>22. Membrana de Cook</a:t>
            </a:r>
          </a:p>
        </p:txBody>
      </p:sp>
      <p:sp>
        <p:nvSpPr>
          <p:cNvPr id="26" name="TextBox 25">
            <a:hlinkClick action="ppaction://hlinksldjump" r:id="rId24"/>
          </p:cNvPr>
          <p:cNvSpPr txBox="1"/>
          <p:nvPr/>
        </p:nvSpPr>
        <p:spPr>
          <a:xfrm>
            <a:off x="4311650" y="2730500"/>
            <a:ext cx="3619500" cy="171450"/>
          </a:xfrm>
          <a:prstGeom prst="rect">
            <a:avLst/>
          </a:prstGeom>
          <a:noFill/>
        </p:spPr>
        <p:txBody>
          <a:bodyPr wrap="none" lIns="0" rIns="0" tIns="0" bIns="0">
            <a:spAutoFit/>
          </a:bodyPr>
          <a:lstStyle/>
          <a:p>
            <a:r>
              <a:rPr sz="1050">
                <a:solidFill>
                  <a:srgbClr val="1F2937"/>
                </a:solidFill>
                <a:latin typeface="Calibri"/>
              </a:rPr>
              <a:t>23. Cobertura</a:t>
            </a:r>
          </a:p>
        </p:txBody>
      </p:sp>
      <p:sp>
        <p:nvSpPr>
          <p:cNvPr id="27" name="TextBox 26">
            <a:hlinkClick action="ppaction://hlinksldjump" r:id="rId25"/>
          </p:cNvPr>
          <p:cNvSpPr txBox="1"/>
          <p:nvPr/>
        </p:nvSpPr>
        <p:spPr>
          <a:xfrm>
            <a:off x="4311650" y="2921000"/>
            <a:ext cx="3619500" cy="171450"/>
          </a:xfrm>
          <a:prstGeom prst="rect">
            <a:avLst/>
          </a:prstGeom>
          <a:noFill/>
        </p:spPr>
        <p:txBody>
          <a:bodyPr wrap="none" lIns="0" rIns="0" tIns="0" bIns="0">
            <a:spAutoFit/>
          </a:bodyPr>
          <a:lstStyle/>
          <a:p>
            <a:r>
              <a:rPr sz="1050">
                <a:solidFill>
                  <a:srgbClr val="1F2937"/>
                </a:solidFill>
                <a:latin typeface="Calibri"/>
              </a:rPr>
              <a:t>24. La lección</a:t>
            </a:r>
          </a:p>
        </p:txBody>
      </p:sp>
      <p:sp>
        <p:nvSpPr>
          <p:cNvPr id="28" name="TextBox 27">
            <a:hlinkClick action="ppaction://hlinksldjump" r:id="rId26"/>
          </p:cNvPr>
          <p:cNvSpPr txBox="1"/>
          <p:nvPr/>
        </p:nvSpPr>
        <p:spPr>
          <a:xfrm>
            <a:off x="4311650" y="3111500"/>
            <a:ext cx="3619500" cy="171450"/>
          </a:xfrm>
          <a:prstGeom prst="rect">
            <a:avLst/>
          </a:prstGeom>
          <a:noFill/>
        </p:spPr>
        <p:txBody>
          <a:bodyPr wrap="none" lIns="0" rIns="0" tIns="0" bIns="0">
            <a:spAutoFit/>
          </a:bodyPr>
          <a:lstStyle/>
          <a:p>
            <a:r>
              <a:rPr sz="1050">
                <a:solidFill>
                  <a:srgbClr val="1F2937"/>
                </a:solidFill>
                <a:latin typeface="Calibri"/>
              </a:rPr>
              <a:t>25. Conclusiones y recomendaciones</a:t>
            </a:r>
          </a:p>
        </p:txBody>
      </p:sp>
      <p:sp>
        <p:nvSpPr>
          <p:cNvPr id="29" name="TextBox 28">
            <a:hlinkClick action="ppaction://hlinksldjump" r:id="rId27"/>
          </p:cNvPr>
          <p:cNvSpPr txBox="1"/>
          <p:nvPr/>
        </p:nvSpPr>
        <p:spPr>
          <a:xfrm>
            <a:off x="4311650" y="3302000"/>
            <a:ext cx="3619500" cy="171450"/>
          </a:xfrm>
          <a:prstGeom prst="rect">
            <a:avLst/>
          </a:prstGeom>
          <a:noFill/>
        </p:spPr>
        <p:txBody>
          <a:bodyPr wrap="none" lIns="0" rIns="0" tIns="0" bIns="0">
            <a:spAutoFit/>
          </a:bodyPr>
          <a:lstStyle/>
          <a:p>
            <a:r>
              <a:rPr sz="1050">
                <a:solidFill>
                  <a:srgbClr val="1F2937"/>
                </a:solidFill>
                <a:latin typeface="Calibri"/>
              </a:rPr>
              <a:t>26. Objetivos</a:t>
            </a:r>
          </a:p>
        </p:txBody>
      </p:sp>
      <p:sp>
        <p:nvSpPr>
          <p:cNvPr id="30" name="TextBox 29">
            <a:hlinkClick action="ppaction://hlinksldjump" r:id="rId28"/>
          </p:cNvPr>
          <p:cNvSpPr txBox="1"/>
          <p:nvPr/>
        </p:nvSpPr>
        <p:spPr>
          <a:xfrm>
            <a:off x="4311650" y="3492500"/>
            <a:ext cx="3619500" cy="171450"/>
          </a:xfrm>
          <a:prstGeom prst="rect">
            <a:avLst/>
          </a:prstGeom>
          <a:noFill/>
        </p:spPr>
        <p:txBody>
          <a:bodyPr wrap="none" lIns="0" rIns="0" tIns="0" bIns="0">
            <a:spAutoFit/>
          </a:bodyPr>
          <a:lstStyle/>
          <a:p>
            <a:r>
              <a:rPr sz="1050">
                <a:solidFill>
                  <a:srgbClr val="1F2937"/>
                </a:solidFill>
                <a:latin typeface="Calibri"/>
              </a:rPr>
              <a:t>27. Contraste de la hipótesis</a:t>
            </a:r>
          </a:p>
        </p:txBody>
      </p:sp>
      <p:sp>
        <p:nvSpPr>
          <p:cNvPr id="31" name="TextBox 30">
            <a:hlinkClick action="ppaction://hlinksldjump" r:id="rId29"/>
          </p:cNvPr>
          <p:cNvSpPr txBox="1"/>
          <p:nvPr/>
        </p:nvSpPr>
        <p:spPr>
          <a:xfrm>
            <a:off x="4311650" y="3683000"/>
            <a:ext cx="3619500" cy="171450"/>
          </a:xfrm>
          <a:prstGeom prst="rect">
            <a:avLst/>
          </a:prstGeom>
          <a:noFill/>
        </p:spPr>
        <p:txBody>
          <a:bodyPr wrap="none" lIns="0" rIns="0" tIns="0" bIns="0">
            <a:spAutoFit/>
          </a:bodyPr>
          <a:lstStyle/>
          <a:p>
            <a:r>
              <a:rPr sz="1050">
                <a:solidFill>
                  <a:srgbClr val="1F2937"/>
                </a:solidFill>
                <a:latin typeface="Calibri"/>
              </a:rPr>
              <a:t>28. Margen de los criterios</a:t>
            </a:r>
          </a:p>
        </p:txBody>
      </p:sp>
      <p:sp>
        <p:nvSpPr>
          <p:cNvPr id="32" name="TextBox 31">
            <a:hlinkClick action="ppaction://hlinksldjump" r:id="rId30"/>
          </p:cNvPr>
          <p:cNvSpPr txBox="1"/>
          <p:nvPr/>
        </p:nvSpPr>
        <p:spPr>
          <a:xfrm>
            <a:off x="8058150" y="1206500"/>
            <a:ext cx="3619500" cy="171450"/>
          </a:xfrm>
          <a:prstGeom prst="rect">
            <a:avLst/>
          </a:prstGeom>
          <a:noFill/>
        </p:spPr>
        <p:txBody>
          <a:bodyPr wrap="none" lIns="0" rIns="0" tIns="0" bIns="0">
            <a:spAutoFit/>
          </a:bodyPr>
          <a:lstStyle/>
          <a:p>
            <a:r>
              <a:rPr sz="1050">
                <a:solidFill>
                  <a:srgbClr val="1F2937"/>
                </a:solidFill>
                <a:latin typeface="Calibri"/>
              </a:rPr>
              <a:t>29. Respuesta al problema</a:t>
            </a:r>
          </a:p>
        </p:txBody>
      </p:sp>
      <p:sp>
        <p:nvSpPr>
          <p:cNvPr id="33" name="TextBox 32">
            <a:hlinkClick action="ppaction://hlinksldjump" r:id="rId31"/>
          </p:cNvPr>
          <p:cNvSpPr txBox="1"/>
          <p:nvPr/>
        </p:nvSpPr>
        <p:spPr>
          <a:xfrm>
            <a:off x="8058150" y="1397000"/>
            <a:ext cx="3619500" cy="171450"/>
          </a:xfrm>
          <a:prstGeom prst="rect">
            <a:avLst/>
          </a:prstGeom>
          <a:noFill/>
        </p:spPr>
        <p:txBody>
          <a:bodyPr wrap="none" lIns="0" rIns="0" tIns="0" bIns="0">
            <a:spAutoFit/>
          </a:bodyPr>
          <a:lstStyle/>
          <a:p>
            <a:r>
              <a:rPr sz="1050">
                <a:solidFill>
                  <a:srgbClr val="1F2937"/>
                </a:solidFill>
                <a:latin typeface="Calibri"/>
              </a:rPr>
              <a:t>30. Recomendaciones</a:t>
            </a:r>
          </a:p>
        </p:txBody>
      </p:sp>
      <p:sp>
        <p:nvSpPr>
          <p:cNvPr id="34" name="TextBox 33">
            <a:hlinkClick action="ppaction://hlinksldjump" r:id="rId32"/>
          </p:cNvPr>
          <p:cNvSpPr txBox="1"/>
          <p:nvPr/>
        </p:nvSpPr>
        <p:spPr>
          <a:xfrm>
            <a:off x="8058150" y="1587500"/>
            <a:ext cx="3619500" cy="171450"/>
          </a:xfrm>
          <a:prstGeom prst="rect">
            <a:avLst/>
          </a:prstGeom>
          <a:noFill/>
        </p:spPr>
        <p:txBody>
          <a:bodyPr wrap="none" lIns="0" rIns="0" tIns="0" bIns="0">
            <a:spAutoFit/>
          </a:bodyPr>
          <a:lstStyle/>
          <a:p>
            <a:r>
              <a:rPr sz="1050">
                <a:solidFill>
                  <a:srgbClr val="1F2937"/>
                </a:solidFill>
                <a:latin typeface="Calibri"/>
              </a:rPr>
              <a:t>31. Gracias</a:t>
            </a:r>
          </a:p>
        </p:txBody>
      </p:sp>
      <p:sp>
        <p:nvSpPr>
          <p:cNvPr id="35" name="TextBox 34">
            <a:hlinkClick action="ppaction://hlinksldjump" r:id="rId33"/>
          </p:cNvPr>
          <p:cNvSpPr txBox="1"/>
          <p:nvPr/>
        </p:nvSpPr>
        <p:spPr>
          <a:xfrm>
            <a:off x="8058150" y="1778000"/>
            <a:ext cx="3619500" cy="171450"/>
          </a:xfrm>
          <a:prstGeom prst="rect">
            <a:avLst/>
          </a:prstGeom>
          <a:noFill/>
        </p:spPr>
        <p:txBody>
          <a:bodyPr wrap="none" lIns="0" rIns="0" tIns="0" bIns="0">
            <a:spAutoFit/>
          </a:bodyPr>
          <a:lstStyle/>
          <a:p>
            <a:r>
              <a:rPr sz="1050">
                <a:solidFill>
                  <a:srgbClr val="1F77B4"/>
                </a:solidFill>
                <a:latin typeface="Calibri"/>
              </a:rPr>
              <a:t>R. ¿Se puede rehacer a mano?</a:t>
            </a:r>
          </a:p>
        </p:txBody>
      </p:sp>
      <p:sp>
        <p:nvSpPr>
          <p:cNvPr id="36" name="TextBox 35">
            <a:hlinkClick action="ppaction://hlinksldjump" r:id="rId34"/>
          </p:cNvPr>
          <p:cNvSpPr txBox="1"/>
          <p:nvPr/>
        </p:nvSpPr>
        <p:spPr>
          <a:xfrm>
            <a:off x="8058150" y="1968500"/>
            <a:ext cx="3619500" cy="171450"/>
          </a:xfrm>
          <a:prstGeom prst="rect">
            <a:avLst/>
          </a:prstGeom>
          <a:noFill/>
        </p:spPr>
        <p:txBody>
          <a:bodyPr wrap="none" lIns="0" rIns="0" tIns="0" bIns="0">
            <a:spAutoFit/>
          </a:bodyPr>
          <a:lstStyle/>
          <a:p>
            <a:r>
              <a:rPr sz="1050">
                <a:solidFill>
                  <a:srgbClr val="1F77B4"/>
                </a:solidFill>
                <a:latin typeface="Calibri"/>
              </a:rPr>
              <a:t>R. ¿De dónde salen los umbrales?</a:t>
            </a:r>
          </a:p>
        </p:txBody>
      </p:sp>
      <p:sp>
        <p:nvSpPr>
          <p:cNvPr id="37" name="TextBox 36">
            <a:hlinkClick action="ppaction://hlinksldjump" r:id="rId35"/>
          </p:cNvPr>
          <p:cNvSpPr txBox="1"/>
          <p:nvPr/>
        </p:nvSpPr>
        <p:spPr>
          <a:xfrm>
            <a:off x="8058150" y="2159000"/>
            <a:ext cx="3619500" cy="171450"/>
          </a:xfrm>
          <a:prstGeom prst="rect">
            <a:avLst/>
          </a:prstGeom>
          <a:noFill/>
        </p:spPr>
        <p:txBody>
          <a:bodyPr wrap="none" lIns="0" rIns="0" tIns="0" bIns="0">
            <a:spAutoFit/>
          </a:bodyPr>
          <a:lstStyle/>
          <a:p>
            <a:r>
              <a:rPr sz="1050">
                <a:solidFill>
                  <a:srgbClr val="1F77B4"/>
                </a:solidFill>
                <a:latin typeface="Calibri"/>
              </a:rPr>
              <a:t>R. ¿Educativo sin medir estudiantes?</a:t>
            </a:r>
          </a:p>
        </p:txBody>
      </p:sp>
      <p:sp>
        <p:nvSpPr>
          <p:cNvPr id="38" name="TextBox 37">
            <a:hlinkClick action="ppaction://hlinksldjump" r:id="rId36"/>
          </p:cNvPr>
          <p:cNvSpPr txBox="1"/>
          <p:nvPr/>
        </p:nvSpPr>
        <p:spPr>
          <a:xfrm>
            <a:off x="8058150" y="2349500"/>
            <a:ext cx="3619500" cy="171450"/>
          </a:xfrm>
          <a:prstGeom prst="rect">
            <a:avLst/>
          </a:prstGeom>
          <a:noFill/>
        </p:spPr>
        <p:txBody>
          <a:bodyPr wrap="none" lIns="0" rIns="0" tIns="0" bIns="0">
            <a:spAutoFit/>
          </a:bodyPr>
          <a:lstStyle/>
          <a:p>
            <a:r>
              <a:rPr sz="1050">
                <a:solidFill>
                  <a:srgbClr val="1F77B4"/>
                </a:solidFill>
                <a:latin typeface="Calibri"/>
              </a:rPr>
              <a:t>R. ¿Y la deformación plana?</a:t>
            </a:r>
          </a:p>
        </p:txBody>
      </p:sp>
      <p:sp>
        <p:nvSpPr>
          <p:cNvPr id="39" name="TextBox 38">
            <a:hlinkClick action="ppaction://hlinksldjump" r:id="rId37"/>
          </p:cNvPr>
          <p:cNvSpPr txBox="1"/>
          <p:nvPr/>
        </p:nvSpPr>
        <p:spPr>
          <a:xfrm>
            <a:off x="8058150" y="2540000"/>
            <a:ext cx="3619500" cy="171450"/>
          </a:xfrm>
          <a:prstGeom prst="rect">
            <a:avLst/>
          </a:prstGeom>
          <a:noFill/>
        </p:spPr>
        <p:txBody>
          <a:bodyPr wrap="none" lIns="0" rIns="0" tIns="0" bIns="0">
            <a:spAutoFit/>
          </a:bodyPr>
          <a:lstStyle/>
          <a:p>
            <a:r>
              <a:rPr sz="1050">
                <a:solidFill>
                  <a:srgbClr val="1F77B4"/>
                </a:solidFill>
                <a:latin typeface="Calibri"/>
              </a:rPr>
              <a:t>R. Viga: apoyos y equilibrio</a:t>
            </a:r>
          </a:p>
        </p:txBody>
      </p:sp>
      <p:sp>
        <p:nvSpPr>
          <p:cNvPr id="40" name="TextBox 39">
            <a:hlinkClick action="ppaction://hlinksldjump" r:id="rId38"/>
          </p:cNvPr>
          <p:cNvSpPr txBox="1"/>
          <p:nvPr/>
        </p:nvSpPr>
        <p:spPr>
          <a:xfrm>
            <a:off x="8058150" y="2730500"/>
            <a:ext cx="3619500" cy="171450"/>
          </a:xfrm>
          <a:prstGeom prst="rect">
            <a:avLst/>
          </a:prstGeom>
          <a:noFill/>
        </p:spPr>
        <p:txBody>
          <a:bodyPr wrap="none" lIns="0" rIns="0" tIns="0" bIns="0">
            <a:spAutoFit/>
          </a:bodyPr>
          <a:lstStyle/>
          <a:p>
            <a:r>
              <a:rPr sz="1050">
                <a:solidFill>
                  <a:srgbClr val="1F77B4"/>
                </a:solidFill>
                <a:latin typeface="Calibri"/>
              </a:rPr>
              <a:t>R. Desempeño del motor</a:t>
            </a:r>
          </a:p>
        </p:txBody>
      </p:sp>
      <p:sp>
        <p:nvSpPr>
          <p:cNvPr id="41" name="TextBox 40">
            <a:hlinkClick action="ppaction://hlinksldjump" r:id="rId39"/>
          </p:cNvPr>
          <p:cNvSpPr txBox="1"/>
          <p:nvPr/>
        </p:nvSpPr>
        <p:spPr>
          <a:xfrm>
            <a:off x="8058150" y="2921000"/>
            <a:ext cx="3619500" cy="171450"/>
          </a:xfrm>
          <a:prstGeom prst="rect">
            <a:avLst/>
          </a:prstGeom>
          <a:noFill/>
        </p:spPr>
        <p:txBody>
          <a:bodyPr wrap="none" lIns="0" rIns="0" tIns="0" bIns="0">
            <a:spAutoFit/>
          </a:bodyPr>
          <a:lstStyle/>
          <a:p>
            <a:r>
              <a:rPr sz="1050">
                <a:solidFill>
                  <a:srgbClr val="1F77B4"/>
                </a:solidFill>
                <a:latin typeface="Calibri"/>
              </a:rPr>
              <a:t>R. Matriz de consistencia</a:t>
            </a:r>
          </a:p>
        </p:txBody>
      </p:sp>
      <p:sp>
        <p:nvSpPr>
          <p:cNvPr id="42" name="TextBox 41">
            <a:hlinkClick action="ppaction://hlinksldjump" r:id="rId40"/>
          </p:cNvPr>
          <p:cNvSpPr txBox="1"/>
          <p:nvPr/>
        </p:nvSpPr>
        <p:spPr>
          <a:xfrm>
            <a:off x="8058150" y="3111500"/>
            <a:ext cx="3619500" cy="171450"/>
          </a:xfrm>
          <a:prstGeom prst="rect">
            <a:avLst/>
          </a:prstGeom>
          <a:noFill/>
        </p:spPr>
        <p:txBody>
          <a:bodyPr wrap="none" lIns="0" rIns="0" tIns="0" bIns="0">
            <a:spAutoFit/>
          </a:bodyPr>
          <a:lstStyle/>
          <a:p>
            <a:r>
              <a:rPr sz="1050">
                <a:solidFill>
                  <a:srgbClr val="1F77B4"/>
                </a:solidFill>
                <a:latin typeface="Calibri"/>
              </a:rPr>
              <a:t>R. Licencia</a:t>
            </a:r>
          </a:p>
        </p:txBody>
      </p:sp>
      <p:sp>
        <p:nvSpPr>
          <p:cNvPr id="43" name="TextBox 42">
            <a:hlinkClick action="ppaction://hlinksldjump" r:id="rId41"/>
          </p:cNvPr>
          <p:cNvSpPr txBox="1"/>
          <p:nvPr/>
        </p:nvSpPr>
        <p:spPr>
          <a:xfrm>
            <a:off x="8058150" y="3302000"/>
            <a:ext cx="3619500" cy="171450"/>
          </a:xfrm>
          <a:prstGeom prst="rect">
            <a:avLst/>
          </a:prstGeom>
          <a:noFill/>
        </p:spPr>
        <p:txBody>
          <a:bodyPr wrap="none" lIns="0" rIns="0" tIns="0" bIns="0">
            <a:spAutoFit/>
          </a:bodyPr>
          <a:lstStyle/>
          <a:p>
            <a:r>
              <a:rPr sz="1050">
                <a:solidFill>
                  <a:srgbClr val="1F77B4"/>
                </a:solidFill>
                <a:latin typeface="Calibri"/>
              </a:rPr>
              <a:t>R. Viga: componentes secundarias</a:t>
            </a:r>
          </a:p>
        </p:txBody>
      </p:sp>
      <p:sp>
        <p:nvSpPr>
          <p:cNvPr id="44" name="TextBox 43">
            <a:hlinkClick action="ppaction://hlinksldjump" r:id="rId42"/>
          </p:cNvPr>
          <p:cNvSpPr txBox="1"/>
          <p:nvPr/>
        </p:nvSpPr>
        <p:spPr>
          <a:xfrm>
            <a:off x="8058150" y="3492500"/>
            <a:ext cx="3619500" cy="171450"/>
          </a:xfrm>
          <a:prstGeom prst="rect">
            <a:avLst/>
          </a:prstGeom>
          <a:noFill/>
        </p:spPr>
        <p:txBody>
          <a:bodyPr wrap="none" lIns="0" rIns="0" tIns="0" bIns="0">
            <a:spAutoFit/>
          </a:bodyPr>
          <a:lstStyle/>
          <a:p>
            <a:r>
              <a:rPr sz="1050">
                <a:solidFill>
                  <a:srgbClr val="1F77B4"/>
                </a:solidFill>
                <a:latin typeface="Calibri"/>
              </a:rPr>
              <a:t>R. ¿Cómo se afirma la mejora?</a:t>
            </a:r>
          </a:p>
        </p:txBody>
      </p:sp>
      <p:sp>
        <p:nvSpPr>
          <p:cNvPr id="45" name="TextBox 44">
            <a:hlinkClick action="ppaction://hlinksldjump" r:id="rId43"/>
          </p:cNvPr>
          <p:cNvSpPr txBox="1"/>
          <p:nvPr/>
        </p:nvSpPr>
        <p:spPr>
          <a:xfrm>
            <a:off x="8058150" y="3683000"/>
            <a:ext cx="3619500" cy="171450"/>
          </a:xfrm>
          <a:prstGeom prst="rect">
            <a:avLst/>
          </a:prstGeom>
          <a:noFill/>
        </p:spPr>
        <p:txBody>
          <a:bodyPr wrap="none" lIns="0" rIns="0" tIns="0" bIns="0">
            <a:spAutoFit/>
          </a:bodyPr>
          <a:lstStyle/>
          <a:p>
            <a:r>
              <a:rPr sz="1050">
                <a:solidFill>
                  <a:srgbClr val="1F77B4"/>
                </a:solidFill>
                <a:latin typeface="Calibri"/>
              </a:rPr>
              <a:t>R. ¿Por qué 18 de 49?</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